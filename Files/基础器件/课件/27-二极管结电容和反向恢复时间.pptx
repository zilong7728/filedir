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447" r:id="rId2"/>
    <p:sldId id="449" r:id="rId3"/>
    <p:sldId id="450" r:id="rId4"/>
    <p:sldId id="456" r:id="rId5"/>
    <p:sldId id="457" r:id="rId6"/>
    <p:sldId id="458" r:id="rId7"/>
    <p:sldId id="463" r:id="rId8"/>
    <p:sldId id="466" r:id="rId9"/>
    <p:sldId id="467" r:id="rId10"/>
    <p:sldId id="468" r:id="rId11"/>
    <p:sldId id="469" r:id="rId12"/>
    <p:sldId id="470" r:id="rId13"/>
    <p:sldId id="471" r:id="rId14"/>
    <p:sldId id="460" r:id="rId15"/>
    <p:sldId id="472" r:id="rId16"/>
    <p:sldId id="473" r:id="rId17"/>
    <p:sldId id="461" r:id="rId18"/>
    <p:sldId id="474" r:id="rId19"/>
    <p:sldId id="475" r:id="rId20"/>
    <p:sldId id="453" r:id="rId21"/>
    <p:sldId id="476" r:id="rId22"/>
    <p:sldId id="477" r:id="rId23"/>
    <p:sldId id="478" r:id="rId24"/>
    <p:sldId id="479" r:id="rId25"/>
    <p:sldId id="483" r:id="rId26"/>
    <p:sldId id="482" r:id="rId27"/>
    <p:sldId id="480" r:id="rId28"/>
    <p:sldId id="481" r:id="rId29"/>
    <p:sldId id="488" r:id="rId30"/>
    <p:sldId id="484" r:id="rId31"/>
    <p:sldId id="489" r:id="rId32"/>
    <p:sldId id="490" r:id="rId33"/>
    <p:sldId id="491" r:id="rId34"/>
    <p:sldId id="492" r:id="rId35"/>
    <p:sldId id="493" r:id="rId36"/>
    <p:sldId id="494" r:id="rId37"/>
    <p:sldId id="455" r:id="rId38"/>
    <p:sldId id="495" r:id="rId39"/>
    <p:sldId id="496" r:id="rId40"/>
    <p:sldId id="500" r:id="rId41"/>
    <p:sldId id="501" r:id="rId42"/>
    <p:sldId id="505" r:id="rId43"/>
    <p:sldId id="497" r:id="rId44"/>
    <p:sldId id="506" r:id="rId45"/>
    <p:sldId id="507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C8FF"/>
    <a:srgbClr val="E6E6E6"/>
    <a:srgbClr val="BB63A3"/>
    <a:srgbClr val="85DFFF"/>
    <a:srgbClr val="7DD5E4"/>
    <a:srgbClr val="C71508"/>
    <a:srgbClr val="90BC76"/>
    <a:srgbClr val="85A7AB"/>
    <a:srgbClr val="1D1D1D"/>
    <a:srgbClr val="9D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90" autoAdjust="0"/>
    <p:restoredTop sz="87222" autoAdjust="0"/>
  </p:normalViewPr>
  <p:slideViewPr>
    <p:cSldViewPr snapToGrid="0">
      <p:cViewPr>
        <p:scale>
          <a:sx n="89" d="100"/>
          <a:sy n="89" d="100"/>
        </p:scale>
        <p:origin x="666" y="576"/>
      </p:cViewPr>
      <p:guideLst>
        <p:guide orient="horz" pos="1956"/>
        <p:guide pos="3795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092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19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60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18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75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626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141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183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038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350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676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460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55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686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446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831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908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208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304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786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908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984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66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033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195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140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750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632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5432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510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9556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564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6563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4901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7288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7842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7311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1921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1915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9477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3126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3144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9604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9378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179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2021/4/6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microsoft.com/office/2007/relationships/hdphoto" Target="../media/hdphoto1.wdp"/><Relationship Id="rId3" Type="http://schemas.openxmlformats.org/officeDocument/2006/relationships/image" Target="../media/image113.png"/><Relationship Id="rId7" Type="http://schemas.openxmlformats.org/officeDocument/2006/relationships/image" Target="../media/image123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15.png"/><Relationship Id="rId10" Type="http://schemas.openxmlformats.org/officeDocument/2006/relationships/image" Target="../media/image126.png"/><Relationship Id="rId4" Type="http://schemas.openxmlformats.org/officeDocument/2006/relationships/image" Target="../media/image114.png"/><Relationship Id="rId9" Type="http://schemas.openxmlformats.org/officeDocument/2006/relationships/image" Target="../media/image12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C285C18-70E6-4D7A-B55B-C5A37EE5419A}"/>
              </a:ext>
            </a:extLst>
          </p:cNvPr>
          <p:cNvGrpSpPr/>
          <p:nvPr/>
        </p:nvGrpSpPr>
        <p:grpSpPr>
          <a:xfrm>
            <a:off x="530003" y="319315"/>
            <a:ext cx="11285818" cy="6162791"/>
            <a:chOff x="530003" y="319315"/>
            <a:chExt cx="11285818" cy="616279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00D87021-F804-48DB-B569-BFAFA3CFAC8D}"/>
                </a:ext>
              </a:extLst>
            </p:cNvPr>
            <p:cNvGrpSpPr/>
            <p:nvPr/>
          </p:nvGrpSpPr>
          <p:grpSpPr>
            <a:xfrm>
              <a:off x="530003" y="2915105"/>
              <a:ext cx="11131993" cy="3567001"/>
              <a:chOff x="218152" y="1821428"/>
              <a:chExt cx="10641243" cy="3409751"/>
            </a:xfrm>
          </p:grpSpPr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F51CA362-2A7E-4F73-909E-69C72E4391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3976" y="3713843"/>
                <a:ext cx="41954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EB0B5ED1-428E-49D4-9F31-DF0DFC8534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63976" y="1965960"/>
                <a:ext cx="0" cy="326136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08194605-9856-47FB-97D4-DE5CB2C3C353}"/>
                  </a:ext>
                </a:extLst>
              </p:cNvPr>
              <p:cNvGrpSpPr/>
              <p:nvPr/>
            </p:nvGrpSpPr>
            <p:grpSpPr>
              <a:xfrm>
                <a:off x="6656356" y="2571751"/>
                <a:ext cx="3962478" cy="2324101"/>
                <a:chOff x="2255157" y="2743200"/>
                <a:chExt cx="3962478" cy="2324101"/>
              </a:xfrm>
            </p:grpSpPr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E0ACEE86-8C8E-4D69-9585-4CF2C1DD83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5157" y="2743200"/>
                  <a:ext cx="1008743" cy="0"/>
                </a:xfrm>
                <a:prstGeom prst="line">
                  <a:avLst/>
                </a:prstGeom>
                <a:ln w="254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91C5A8E3-D5A7-4788-B738-88B8F76EC0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58457" y="2743200"/>
                  <a:ext cx="0" cy="2324101"/>
                </a:xfrm>
                <a:prstGeom prst="line">
                  <a:avLst/>
                </a:prstGeom>
                <a:ln w="254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CD0C7020-F9F6-4A59-83CF-BA8B303A46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58457" y="5067301"/>
                  <a:ext cx="2959178" cy="0"/>
                </a:xfrm>
                <a:prstGeom prst="line">
                  <a:avLst/>
                </a:prstGeom>
                <a:ln w="254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EA678DD3-3519-4208-892E-A91358E4D0B7}"/>
                  </a:ext>
                </a:extLst>
              </p:cNvPr>
              <p:cNvGrpSpPr/>
              <p:nvPr/>
            </p:nvGrpSpPr>
            <p:grpSpPr>
              <a:xfrm>
                <a:off x="6663976" y="3108960"/>
                <a:ext cx="3962478" cy="1496378"/>
                <a:chOff x="2356757" y="3261360"/>
                <a:chExt cx="3962478" cy="1496378"/>
              </a:xfrm>
            </p:grpSpPr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DC0A8EDB-D38F-430F-8393-D127D5C44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6757" y="3261360"/>
                  <a:ext cx="100838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DF257669-FC4C-4BBF-9898-B6C7927DF6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65137" y="3261360"/>
                  <a:ext cx="0" cy="149352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FA415F50-6C47-4C70-B474-063AA6E3F0D2}"/>
                    </a:ext>
                  </a:extLst>
                </p:cNvPr>
                <p:cNvCxnSpPr/>
                <p:nvPr/>
              </p:nvCxnSpPr>
              <p:spPr>
                <a:xfrm>
                  <a:off x="3365137" y="4754880"/>
                  <a:ext cx="444863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任意多边形: 形状 132">
                  <a:extLst>
                    <a:ext uri="{FF2B5EF4-FFF2-40B4-BE49-F238E27FC236}">
                      <a16:creationId xmlns:a16="http://schemas.microsoft.com/office/drawing/2014/main" id="{4950CCC0-291B-406C-A31A-722BC49AFE2B}"/>
                    </a:ext>
                  </a:extLst>
                </p:cNvPr>
                <p:cNvSpPr/>
                <p:nvPr/>
              </p:nvSpPr>
              <p:spPr>
                <a:xfrm>
                  <a:off x="3810000" y="3886201"/>
                  <a:ext cx="2509235" cy="871537"/>
                </a:xfrm>
                <a:custGeom>
                  <a:avLst/>
                  <a:gdLst>
                    <a:gd name="connsiteX0" fmla="*/ 0 w 2233612"/>
                    <a:gd name="connsiteY0" fmla="*/ 882164 h 882164"/>
                    <a:gd name="connsiteX1" fmla="*/ 161925 w 2233612"/>
                    <a:gd name="connsiteY1" fmla="*/ 367814 h 882164"/>
                    <a:gd name="connsiteX2" fmla="*/ 285750 w 2233612"/>
                    <a:gd name="connsiteY2" fmla="*/ 34439 h 882164"/>
                    <a:gd name="connsiteX3" fmla="*/ 1885950 w 2233612"/>
                    <a:gd name="connsiteY3" fmla="*/ 10627 h 882164"/>
                    <a:gd name="connsiteX4" fmla="*/ 2233612 w 2233612"/>
                    <a:gd name="connsiteY4" fmla="*/ 5864 h 882164"/>
                    <a:gd name="connsiteX0" fmla="*/ 0 w 2233612"/>
                    <a:gd name="connsiteY0" fmla="*/ 879583 h 879583"/>
                    <a:gd name="connsiteX1" fmla="*/ 161925 w 2233612"/>
                    <a:gd name="connsiteY1" fmla="*/ 365233 h 879583"/>
                    <a:gd name="connsiteX2" fmla="*/ 338138 w 2233612"/>
                    <a:gd name="connsiteY2" fmla="*/ 36621 h 879583"/>
                    <a:gd name="connsiteX3" fmla="*/ 1885950 w 2233612"/>
                    <a:gd name="connsiteY3" fmla="*/ 8046 h 879583"/>
                    <a:gd name="connsiteX4" fmla="*/ 2233612 w 2233612"/>
                    <a:gd name="connsiteY4" fmla="*/ 3283 h 879583"/>
                    <a:gd name="connsiteX0" fmla="*/ 0 w 2233612"/>
                    <a:gd name="connsiteY0" fmla="*/ 876300 h 876300"/>
                    <a:gd name="connsiteX1" fmla="*/ 161925 w 2233612"/>
                    <a:gd name="connsiteY1" fmla="*/ 361950 h 876300"/>
                    <a:gd name="connsiteX2" fmla="*/ 338138 w 2233612"/>
                    <a:gd name="connsiteY2" fmla="*/ 33338 h 876300"/>
                    <a:gd name="connsiteX3" fmla="*/ 1885950 w 2233612"/>
                    <a:gd name="connsiteY3" fmla="*/ 4763 h 876300"/>
                    <a:gd name="connsiteX4" fmla="*/ 2233612 w 2233612"/>
                    <a:gd name="connsiteY4" fmla="*/ 0 h 876300"/>
                    <a:gd name="connsiteX0" fmla="*/ 0 w 2233612"/>
                    <a:gd name="connsiteY0" fmla="*/ 876300 h 876300"/>
                    <a:gd name="connsiteX1" fmla="*/ 161925 w 2233612"/>
                    <a:gd name="connsiteY1" fmla="*/ 361950 h 876300"/>
                    <a:gd name="connsiteX2" fmla="*/ 338138 w 2233612"/>
                    <a:gd name="connsiteY2" fmla="*/ 33338 h 876300"/>
                    <a:gd name="connsiteX3" fmla="*/ 1885950 w 2233612"/>
                    <a:gd name="connsiteY3" fmla="*/ 4763 h 876300"/>
                    <a:gd name="connsiteX4" fmla="*/ 2233612 w 2233612"/>
                    <a:gd name="connsiteY4" fmla="*/ 0 h 876300"/>
                    <a:gd name="connsiteX0" fmla="*/ 0 w 2233612"/>
                    <a:gd name="connsiteY0" fmla="*/ 876300 h 876300"/>
                    <a:gd name="connsiteX1" fmla="*/ 161925 w 2233612"/>
                    <a:gd name="connsiteY1" fmla="*/ 361950 h 876300"/>
                    <a:gd name="connsiteX2" fmla="*/ 338138 w 2233612"/>
                    <a:gd name="connsiteY2" fmla="*/ 33338 h 876300"/>
                    <a:gd name="connsiteX3" fmla="*/ 1885950 w 2233612"/>
                    <a:gd name="connsiteY3" fmla="*/ 4763 h 876300"/>
                    <a:gd name="connsiteX4" fmla="*/ 2233612 w 2233612"/>
                    <a:gd name="connsiteY4" fmla="*/ 0 h 876300"/>
                    <a:gd name="connsiteX0" fmla="*/ 0 w 2233612"/>
                    <a:gd name="connsiteY0" fmla="*/ 877871 h 877871"/>
                    <a:gd name="connsiteX1" fmla="*/ 161925 w 2233612"/>
                    <a:gd name="connsiteY1" fmla="*/ 363521 h 877871"/>
                    <a:gd name="connsiteX2" fmla="*/ 338138 w 2233612"/>
                    <a:gd name="connsiteY2" fmla="*/ 34909 h 877871"/>
                    <a:gd name="connsiteX3" fmla="*/ 1009423 w 2233612"/>
                    <a:gd name="connsiteY3" fmla="*/ 6333 h 877871"/>
                    <a:gd name="connsiteX4" fmla="*/ 1885950 w 2233612"/>
                    <a:gd name="connsiteY4" fmla="*/ 6334 h 877871"/>
                    <a:gd name="connsiteX5" fmla="*/ 2233612 w 2233612"/>
                    <a:gd name="connsiteY5" fmla="*/ 1571 h 877871"/>
                    <a:gd name="connsiteX0" fmla="*/ 0 w 2233612"/>
                    <a:gd name="connsiteY0" fmla="*/ 876300 h 876300"/>
                    <a:gd name="connsiteX1" fmla="*/ 161925 w 2233612"/>
                    <a:gd name="connsiteY1" fmla="*/ 361950 h 876300"/>
                    <a:gd name="connsiteX2" fmla="*/ 338138 w 2233612"/>
                    <a:gd name="connsiteY2" fmla="*/ 33338 h 876300"/>
                    <a:gd name="connsiteX3" fmla="*/ 1009423 w 2233612"/>
                    <a:gd name="connsiteY3" fmla="*/ 14287 h 876300"/>
                    <a:gd name="connsiteX4" fmla="*/ 1885950 w 2233612"/>
                    <a:gd name="connsiteY4" fmla="*/ 4763 h 876300"/>
                    <a:gd name="connsiteX5" fmla="*/ 2233612 w 2233612"/>
                    <a:gd name="connsiteY5" fmla="*/ 0 h 876300"/>
                    <a:gd name="connsiteX0" fmla="*/ 0 w 2233612"/>
                    <a:gd name="connsiteY0" fmla="*/ 873337 h 873337"/>
                    <a:gd name="connsiteX1" fmla="*/ 161925 w 2233612"/>
                    <a:gd name="connsiteY1" fmla="*/ 358987 h 873337"/>
                    <a:gd name="connsiteX2" fmla="*/ 338138 w 2233612"/>
                    <a:gd name="connsiteY2" fmla="*/ 30375 h 873337"/>
                    <a:gd name="connsiteX3" fmla="*/ 1009423 w 2233612"/>
                    <a:gd name="connsiteY3" fmla="*/ 11324 h 873337"/>
                    <a:gd name="connsiteX4" fmla="*/ 1885950 w 2233612"/>
                    <a:gd name="connsiteY4" fmla="*/ 1800 h 873337"/>
                    <a:gd name="connsiteX5" fmla="*/ 2233612 w 2233612"/>
                    <a:gd name="connsiteY5" fmla="*/ 6562 h 873337"/>
                    <a:gd name="connsiteX0" fmla="*/ 0 w 1885950"/>
                    <a:gd name="connsiteY0" fmla="*/ 873337 h 873337"/>
                    <a:gd name="connsiteX1" fmla="*/ 161925 w 1885950"/>
                    <a:gd name="connsiteY1" fmla="*/ 358987 h 873337"/>
                    <a:gd name="connsiteX2" fmla="*/ 338138 w 1885950"/>
                    <a:gd name="connsiteY2" fmla="*/ 30375 h 873337"/>
                    <a:gd name="connsiteX3" fmla="*/ 1009423 w 1885950"/>
                    <a:gd name="connsiteY3" fmla="*/ 11324 h 873337"/>
                    <a:gd name="connsiteX4" fmla="*/ 1885950 w 1885950"/>
                    <a:gd name="connsiteY4" fmla="*/ 1800 h 8733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524273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9556 w 1885950"/>
                    <a:gd name="connsiteY2" fmla="*/ 4286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9556 w 1885950"/>
                    <a:gd name="connsiteY2" fmla="*/ 4286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5977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5977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5977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5977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5977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  <a:gd name="connsiteX0" fmla="*/ 0 w 1885950"/>
                    <a:gd name="connsiteY0" fmla="*/ 871537 h 871537"/>
                    <a:gd name="connsiteX1" fmla="*/ 161925 w 1885950"/>
                    <a:gd name="connsiteY1" fmla="*/ 357187 h 871537"/>
                    <a:gd name="connsiteX2" fmla="*/ 645977 w 1885950"/>
                    <a:gd name="connsiteY2" fmla="*/ 61913 h 871537"/>
                    <a:gd name="connsiteX3" fmla="*/ 1009423 w 1885950"/>
                    <a:gd name="connsiteY3" fmla="*/ 9524 h 871537"/>
                    <a:gd name="connsiteX4" fmla="*/ 1885950 w 1885950"/>
                    <a:gd name="connsiteY4" fmla="*/ 0 h 87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85950" h="871537">
                      <a:moveTo>
                        <a:pt x="0" y="871537"/>
                      </a:moveTo>
                      <a:cubicBezTo>
                        <a:pt x="57150" y="685005"/>
                        <a:pt x="54262" y="492124"/>
                        <a:pt x="161925" y="357187"/>
                      </a:cubicBezTo>
                      <a:cubicBezTo>
                        <a:pt x="269588" y="222250"/>
                        <a:pt x="501148" y="91281"/>
                        <a:pt x="645977" y="61913"/>
                      </a:cubicBezTo>
                      <a:cubicBezTo>
                        <a:pt x="790806" y="32545"/>
                        <a:pt x="864007" y="12699"/>
                        <a:pt x="1009423" y="9524"/>
                      </a:cubicBezTo>
                      <a:cubicBezTo>
                        <a:pt x="1154839" y="6349"/>
                        <a:pt x="1593774" y="3175"/>
                        <a:pt x="1885950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BE426B2-252B-43F2-81A6-9DF3E80331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7219" y="3228975"/>
                <a:ext cx="0" cy="164782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400F7CC-368F-4C0F-9B83-6D60CBC7AC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84122" y="2813050"/>
                <a:ext cx="0" cy="206375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0964E76-D55E-431C-98A0-2BA3260D4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3219" y="1959927"/>
                <a:ext cx="421912" cy="0"/>
              </a:xfrm>
              <a:prstGeom prst="line">
                <a:avLst/>
              </a:prstGeom>
              <a:ln w="1905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1A05610-1641-4FFB-9A8E-4D3698431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3219" y="2220405"/>
                <a:ext cx="421912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2962767-7FF2-41E0-97C8-274492DF85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3219" y="2480883"/>
                <a:ext cx="421912" cy="0"/>
              </a:xfrm>
              <a:prstGeom prst="line">
                <a:avLst/>
              </a:prstGeom>
              <a:ln w="190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0A67D52-0946-49FF-BD54-B54227ABC779}"/>
                  </a:ext>
                </a:extLst>
              </p:cNvPr>
              <p:cNvSpPr txBox="1"/>
              <p:nvPr/>
            </p:nvSpPr>
            <p:spPr>
              <a:xfrm>
                <a:off x="9605131" y="1821428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00B0F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电源电压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D417FD2-DB43-4F21-ADF3-B4FD98736CA2}"/>
                  </a:ext>
                </a:extLst>
              </p:cNvPr>
              <p:cNvSpPr txBox="1"/>
              <p:nvPr/>
            </p:nvSpPr>
            <p:spPr>
              <a:xfrm>
                <a:off x="9605131" y="2081906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二极管电流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B12AD00-BA5A-4D55-B5E8-88426E654859}"/>
                  </a:ext>
                </a:extLst>
              </p:cNvPr>
              <p:cNvSpPr txBox="1"/>
              <p:nvPr/>
            </p:nvSpPr>
            <p:spPr>
              <a:xfrm>
                <a:off x="9597511" y="2342384"/>
                <a:ext cx="12618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7030A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二极管两端电压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ED695AA-BA51-40D4-9F24-61F59C5DE50E}"/>
                  </a:ext>
                </a:extLst>
              </p:cNvPr>
              <p:cNvSpPr txBox="1"/>
              <p:nvPr/>
            </p:nvSpPr>
            <p:spPr>
              <a:xfrm>
                <a:off x="6339725" y="2473597"/>
                <a:ext cx="208542" cy="199700"/>
              </a:xfrm>
              <a:custGeom>
                <a:avLst/>
                <a:gdLst/>
                <a:ahLst/>
                <a:cxnLst/>
                <a:rect l="l" t="t" r="r" b="b"/>
                <a:pathLst>
                  <a:path w="208843" h="199988">
                    <a:moveTo>
                      <a:pt x="129899" y="91409"/>
                    </a:moveTo>
                    <a:lnTo>
                      <a:pt x="208843" y="91409"/>
                    </a:lnTo>
                    <a:lnTo>
                      <a:pt x="202899" y="117528"/>
                    </a:lnTo>
                    <a:lnTo>
                      <a:pt x="193942" y="117528"/>
                    </a:lnTo>
                    <a:cubicBezTo>
                      <a:pt x="193663" y="114459"/>
                      <a:pt x="193384" y="111835"/>
                      <a:pt x="193105" y="109659"/>
                    </a:cubicBezTo>
                    <a:cubicBezTo>
                      <a:pt x="192826" y="107482"/>
                      <a:pt x="192323" y="105696"/>
                      <a:pt x="191598" y="104301"/>
                    </a:cubicBezTo>
                    <a:cubicBezTo>
                      <a:pt x="190872" y="102906"/>
                      <a:pt x="189840" y="101901"/>
                      <a:pt x="188500" y="101287"/>
                    </a:cubicBezTo>
                    <a:cubicBezTo>
                      <a:pt x="187161" y="100673"/>
                      <a:pt x="185319" y="100339"/>
                      <a:pt x="182975" y="100283"/>
                    </a:cubicBezTo>
                    <a:lnTo>
                      <a:pt x="155600" y="100283"/>
                    </a:lnTo>
                    <a:lnTo>
                      <a:pt x="146391" y="141052"/>
                    </a:lnTo>
                    <a:lnTo>
                      <a:pt x="162883" y="141052"/>
                    </a:lnTo>
                    <a:cubicBezTo>
                      <a:pt x="164837" y="141052"/>
                      <a:pt x="166455" y="140927"/>
                      <a:pt x="167739" y="140676"/>
                    </a:cubicBezTo>
                    <a:cubicBezTo>
                      <a:pt x="169022" y="140424"/>
                      <a:pt x="170194" y="139838"/>
                      <a:pt x="171255" y="138918"/>
                    </a:cubicBezTo>
                    <a:cubicBezTo>
                      <a:pt x="172315" y="137997"/>
                      <a:pt x="173362" y="136685"/>
                      <a:pt x="174394" y="134983"/>
                    </a:cubicBezTo>
                    <a:cubicBezTo>
                      <a:pt x="175427" y="133281"/>
                      <a:pt x="176696" y="131006"/>
                      <a:pt x="178203" y="128160"/>
                    </a:cubicBezTo>
                    <a:lnTo>
                      <a:pt x="186575" y="128160"/>
                    </a:lnTo>
                    <a:lnTo>
                      <a:pt x="178538" y="162902"/>
                    </a:lnTo>
                    <a:lnTo>
                      <a:pt x="170418" y="162902"/>
                    </a:lnTo>
                    <a:cubicBezTo>
                      <a:pt x="170418" y="159888"/>
                      <a:pt x="170334" y="157502"/>
                      <a:pt x="170166" y="155744"/>
                    </a:cubicBezTo>
                    <a:cubicBezTo>
                      <a:pt x="169999" y="153986"/>
                      <a:pt x="169636" y="152661"/>
                      <a:pt x="169078" y="151768"/>
                    </a:cubicBezTo>
                    <a:cubicBezTo>
                      <a:pt x="168520" y="150875"/>
                      <a:pt x="167683" y="150317"/>
                      <a:pt x="166567" y="150094"/>
                    </a:cubicBezTo>
                    <a:cubicBezTo>
                      <a:pt x="165451" y="149870"/>
                      <a:pt x="163944" y="149759"/>
                      <a:pt x="162046" y="149759"/>
                    </a:cubicBezTo>
                    <a:lnTo>
                      <a:pt x="144466" y="149759"/>
                    </a:lnTo>
                    <a:cubicBezTo>
                      <a:pt x="143740" y="152996"/>
                      <a:pt x="142931" y="156526"/>
                      <a:pt x="142038" y="160349"/>
                    </a:cubicBezTo>
                    <a:cubicBezTo>
                      <a:pt x="141145" y="164172"/>
                      <a:pt x="140308" y="167897"/>
                      <a:pt x="139527" y="171525"/>
                    </a:cubicBezTo>
                    <a:cubicBezTo>
                      <a:pt x="138745" y="175153"/>
                      <a:pt x="138089" y="178459"/>
                      <a:pt x="137559" y="181445"/>
                    </a:cubicBezTo>
                    <a:cubicBezTo>
                      <a:pt x="137029" y="184431"/>
                      <a:pt x="136764" y="186650"/>
                      <a:pt x="136764" y="188101"/>
                    </a:cubicBezTo>
                    <a:cubicBezTo>
                      <a:pt x="136764" y="189217"/>
                      <a:pt x="136917" y="190180"/>
                      <a:pt x="137224" y="190989"/>
                    </a:cubicBezTo>
                    <a:cubicBezTo>
                      <a:pt x="137531" y="191798"/>
                      <a:pt x="138034" y="192482"/>
                      <a:pt x="138731" y="193040"/>
                    </a:cubicBezTo>
                    <a:cubicBezTo>
                      <a:pt x="139429" y="193598"/>
                      <a:pt x="140419" y="194017"/>
                      <a:pt x="141703" y="194296"/>
                    </a:cubicBezTo>
                    <a:cubicBezTo>
                      <a:pt x="142987" y="194575"/>
                      <a:pt x="144633" y="194770"/>
                      <a:pt x="146642" y="194882"/>
                    </a:cubicBezTo>
                    <a:lnTo>
                      <a:pt x="145470" y="199988"/>
                    </a:lnTo>
                    <a:lnTo>
                      <a:pt x="109221" y="199988"/>
                    </a:lnTo>
                    <a:lnTo>
                      <a:pt x="110142" y="194882"/>
                    </a:lnTo>
                    <a:cubicBezTo>
                      <a:pt x="111872" y="194603"/>
                      <a:pt x="113296" y="194254"/>
                      <a:pt x="114412" y="193835"/>
                    </a:cubicBezTo>
                    <a:cubicBezTo>
                      <a:pt x="115528" y="193417"/>
                      <a:pt x="116519" y="192607"/>
                      <a:pt x="117384" y="191407"/>
                    </a:cubicBezTo>
                    <a:cubicBezTo>
                      <a:pt x="118249" y="190207"/>
                      <a:pt x="119030" y="188408"/>
                      <a:pt x="119728" y="186008"/>
                    </a:cubicBezTo>
                    <a:cubicBezTo>
                      <a:pt x="120425" y="183608"/>
                      <a:pt x="121249" y="180259"/>
                      <a:pt x="122197" y="175962"/>
                    </a:cubicBezTo>
                    <a:lnTo>
                      <a:pt x="135927" y="114933"/>
                    </a:lnTo>
                    <a:cubicBezTo>
                      <a:pt x="136485" y="112477"/>
                      <a:pt x="136903" y="110301"/>
                      <a:pt x="137182" y="108403"/>
                    </a:cubicBezTo>
                    <a:cubicBezTo>
                      <a:pt x="137462" y="106506"/>
                      <a:pt x="137601" y="104943"/>
                      <a:pt x="137601" y="103715"/>
                    </a:cubicBezTo>
                    <a:cubicBezTo>
                      <a:pt x="137601" y="101204"/>
                      <a:pt x="136973" y="99418"/>
                      <a:pt x="135717" y="98357"/>
                    </a:cubicBezTo>
                    <a:cubicBezTo>
                      <a:pt x="134462" y="97297"/>
                      <a:pt x="132104" y="96739"/>
                      <a:pt x="128643" y="96683"/>
                    </a:cubicBezTo>
                    <a:close/>
                    <a:moveTo>
                      <a:pt x="1228" y="0"/>
                    </a:moveTo>
                    <a:lnTo>
                      <a:pt x="47439" y="0"/>
                    </a:lnTo>
                    <a:lnTo>
                      <a:pt x="46211" y="5470"/>
                    </a:lnTo>
                    <a:cubicBezTo>
                      <a:pt x="42937" y="5842"/>
                      <a:pt x="40388" y="6809"/>
                      <a:pt x="38565" y="8372"/>
                    </a:cubicBezTo>
                    <a:cubicBezTo>
                      <a:pt x="36742" y="9935"/>
                      <a:pt x="35458" y="12111"/>
                      <a:pt x="34714" y="14902"/>
                    </a:cubicBezTo>
                    <a:cubicBezTo>
                      <a:pt x="33970" y="17692"/>
                      <a:pt x="33598" y="21432"/>
                      <a:pt x="33598" y="26120"/>
                    </a:cubicBezTo>
                    <a:cubicBezTo>
                      <a:pt x="33598" y="27236"/>
                      <a:pt x="33710" y="30585"/>
                      <a:pt x="33933" y="36166"/>
                    </a:cubicBezTo>
                    <a:lnTo>
                      <a:pt x="37058" y="117872"/>
                    </a:lnTo>
                    <a:lnTo>
                      <a:pt x="37058" y="126802"/>
                    </a:lnTo>
                    <a:lnTo>
                      <a:pt x="38175" y="126802"/>
                    </a:lnTo>
                    <a:lnTo>
                      <a:pt x="86506" y="39626"/>
                    </a:lnTo>
                    <a:cubicBezTo>
                      <a:pt x="89334" y="34491"/>
                      <a:pt x="91455" y="30082"/>
                      <a:pt x="92869" y="26399"/>
                    </a:cubicBezTo>
                    <a:cubicBezTo>
                      <a:pt x="94283" y="22715"/>
                      <a:pt x="94990" y="19460"/>
                      <a:pt x="94990" y="16632"/>
                    </a:cubicBezTo>
                    <a:cubicBezTo>
                      <a:pt x="94990" y="10381"/>
                      <a:pt x="91269" y="6661"/>
                      <a:pt x="83828" y="5470"/>
                    </a:cubicBezTo>
                    <a:lnTo>
                      <a:pt x="85055" y="0"/>
                    </a:lnTo>
                    <a:lnTo>
                      <a:pt x="130708" y="0"/>
                    </a:lnTo>
                    <a:lnTo>
                      <a:pt x="129481" y="5470"/>
                    </a:lnTo>
                    <a:cubicBezTo>
                      <a:pt x="127471" y="5768"/>
                      <a:pt x="125555" y="6530"/>
                      <a:pt x="123732" y="7758"/>
                    </a:cubicBezTo>
                    <a:cubicBezTo>
                      <a:pt x="121909" y="8986"/>
                      <a:pt x="119863" y="11032"/>
                      <a:pt x="117593" y="13897"/>
                    </a:cubicBezTo>
                    <a:cubicBezTo>
                      <a:pt x="115323" y="16762"/>
                      <a:pt x="111807" y="22287"/>
                      <a:pt x="107045" y="30473"/>
                    </a:cubicBezTo>
                    <a:lnTo>
                      <a:pt x="35607" y="154149"/>
                    </a:lnTo>
                    <a:lnTo>
                      <a:pt x="20762" y="154149"/>
                    </a:lnTo>
                    <a:lnTo>
                      <a:pt x="13283" y="29692"/>
                    </a:lnTo>
                    <a:cubicBezTo>
                      <a:pt x="12985" y="24855"/>
                      <a:pt x="12446" y="20706"/>
                      <a:pt x="11665" y="17246"/>
                    </a:cubicBezTo>
                    <a:cubicBezTo>
                      <a:pt x="10883" y="13786"/>
                      <a:pt x="9655" y="11088"/>
                      <a:pt x="7981" y="9153"/>
                    </a:cubicBezTo>
                    <a:cubicBezTo>
                      <a:pt x="6307" y="7219"/>
                      <a:pt x="3646" y="5991"/>
                      <a:pt x="0" y="547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FDD8EDB-9E8D-4820-A59C-9DBC1AC17B4D}"/>
                  </a:ext>
                </a:extLst>
              </p:cNvPr>
              <p:cNvSpPr txBox="1"/>
              <p:nvPr/>
            </p:nvSpPr>
            <p:spPr>
              <a:xfrm>
                <a:off x="6343867" y="4800654"/>
                <a:ext cx="200259" cy="193787"/>
              </a:xfrm>
              <a:custGeom>
                <a:avLst/>
                <a:gdLst/>
                <a:ahLst/>
                <a:cxnLst/>
                <a:rect l="l" t="t" r="r" b="b"/>
                <a:pathLst>
                  <a:path w="206667" h="199988">
                    <a:moveTo>
                      <a:pt x="165227" y="100283"/>
                    </a:moveTo>
                    <a:cubicBezTo>
                      <a:pt x="163888" y="100283"/>
                      <a:pt x="162353" y="100311"/>
                      <a:pt x="160623" y="100366"/>
                    </a:cubicBezTo>
                    <a:cubicBezTo>
                      <a:pt x="158893" y="100422"/>
                      <a:pt x="157219" y="100450"/>
                      <a:pt x="155600" y="100450"/>
                    </a:cubicBezTo>
                    <a:lnTo>
                      <a:pt x="145638" y="144234"/>
                    </a:lnTo>
                    <a:lnTo>
                      <a:pt x="155600" y="144234"/>
                    </a:lnTo>
                    <a:cubicBezTo>
                      <a:pt x="166651" y="144234"/>
                      <a:pt x="175134" y="141987"/>
                      <a:pt x="181050" y="137494"/>
                    </a:cubicBezTo>
                    <a:cubicBezTo>
                      <a:pt x="186966" y="133002"/>
                      <a:pt x="189924" y="126179"/>
                      <a:pt x="189924" y="117026"/>
                    </a:cubicBezTo>
                    <a:cubicBezTo>
                      <a:pt x="189924" y="113956"/>
                      <a:pt x="189463" y="111347"/>
                      <a:pt x="188542" y="109198"/>
                    </a:cubicBezTo>
                    <a:cubicBezTo>
                      <a:pt x="187621" y="107050"/>
                      <a:pt x="186156" y="105320"/>
                      <a:pt x="184147" y="104008"/>
                    </a:cubicBezTo>
                    <a:cubicBezTo>
                      <a:pt x="182138" y="102697"/>
                      <a:pt x="179585" y="101748"/>
                      <a:pt x="176487" y="101162"/>
                    </a:cubicBezTo>
                    <a:cubicBezTo>
                      <a:pt x="173390" y="100576"/>
                      <a:pt x="169636" y="100283"/>
                      <a:pt x="165227" y="100283"/>
                    </a:cubicBezTo>
                    <a:close/>
                    <a:moveTo>
                      <a:pt x="129899" y="91409"/>
                    </a:moveTo>
                    <a:lnTo>
                      <a:pt x="168325" y="91409"/>
                    </a:lnTo>
                    <a:cubicBezTo>
                      <a:pt x="175692" y="91409"/>
                      <a:pt x="181831" y="92051"/>
                      <a:pt x="186742" y="93334"/>
                    </a:cubicBezTo>
                    <a:cubicBezTo>
                      <a:pt x="191654" y="94618"/>
                      <a:pt x="195588" y="96390"/>
                      <a:pt x="198546" y="98650"/>
                    </a:cubicBezTo>
                    <a:cubicBezTo>
                      <a:pt x="201504" y="100911"/>
                      <a:pt x="203597" y="103576"/>
                      <a:pt x="204825" y="106645"/>
                    </a:cubicBezTo>
                    <a:cubicBezTo>
                      <a:pt x="206053" y="109715"/>
                      <a:pt x="206667" y="113035"/>
                      <a:pt x="206667" y="116607"/>
                    </a:cubicBezTo>
                    <a:cubicBezTo>
                      <a:pt x="206667" y="124867"/>
                      <a:pt x="204141" y="131760"/>
                      <a:pt x="199090" y="137285"/>
                    </a:cubicBezTo>
                    <a:cubicBezTo>
                      <a:pt x="194040" y="142810"/>
                      <a:pt x="186380" y="147024"/>
                      <a:pt x="176110" y="149926"/>
                    </a:cubicBezTo>
                    <a:cubicBezTo>
                      <a:pt x="175999" y="150149"/>
                      <a:pt x="175943" y="150345"/>
                      <a:pt x="175943" y="150512"/>
                    </a:cubicBezTo>
                    <a:cubicBezTo>
                      <a:pt x="175943" y="150680"/>
                      <a:pt x="175943" y="150875"/>
                      <a:pt x="175943" y="151098"/>
                    </a:cubicBezTo>
                    <a:cubicBezTo>
                      <a:pt x="178566" y="152884"/>
                      <a:pt x="180673" y="155117"/>
                      <a:pt x="182264" y="157795"/>
                    </a:cubicBezTo>
                    <a:cubicBezTo>
                      <a:pt x="183854" y="160474"/>
                      <a:pt x="185235" y="164018"/>
                      <a:pt x="186407" y="168427"/>
                    </a:cubicBezTo>
                    <a:cubicBezTo>
                      <a:pt x="187747" y="173674"/>
                      <a:pt x="188849" y="177915"/>
                      <a:pt x="189714" y="181152"/>
                    </a:cubicBezTo>
                    <a:cubicBezTo>
                      <a:pt x="190579" y="184389"/>
                      <a:pt x="191584" y="186943"/>
                      <a:pt x="192728" y="188812"/>
                    </a:cubicBezTo>
                    <a:cubicBezTo>
                      <a:pt x="193872" y="190682"/>
                      <a:pt x="195323" y="192049"/>
                      <a:pt x="197081" y="192914"/>
                    </a:cubicBezTo>
                    <a:cubicBezTo>
                      <a:pt x="198839" y="193779"/>
                      <a:pt x="201225" y="194435"/>
                      <a:pt x="204239" y="194882"/>
                    </a:cubicBezTo>
                    <a:lnTo>
                      <a:pt x="203067" y="199988"/>
                    </a:lnTo>
                    <a:lnTo>
                      <a:pt x="178706" y="199988"/>
                    </a:lnTo>
                    <a:cubicBezTo>
                      <a:pt x="177701" y="197812"/>
                      <a:pt x="176724" y="195147"/>
                      <a:pt x="175776" y="191993"/>
                    </a:cubicBezTo>
                    <a:cubicBezTo>
                      <a:pt x="174827" y="188840"/>
                      <a:pt x="173990" y="185757"/>
                      <a:pt x="173264" y="182743"/>
                    </a:cubicBezTo>
                    <a:cubicBezTo>
                      <a:pt x="172148" y="178334"/>
                      <a:pt x="171213" y="174525"/>
                      <a:pt x="170460" y="171316"/>
                    </a:cubicBezTo>
                    <a:cubicBezTo>
                      <a:pt x="169706" y="168106"/>
                      <a:pt x="168967" y="165400"/>
                      <a:pt x="168241" y="163195"/>
                    </a:cubicBezTo>
                    <a:cubicBezTo>
                      <a:pt x="167516" y="160991"/>
                      <a:pt x="166762" y="159233"/>
                      <a:pt x="165981" y="157921"/>
                    </a:cubicBezTo>
                    <a:cubicBezTo>
                      <a:pt x="165199" y="156609"/>
                      <a:pt x="164279" y="155563"/>
                      <a:pt x="163218" y="154782"/>
                    </a:cubicBezTo>
                    <a:cubicBezTo>
                      <a:pt x="162158" y="154000"/>
                      <a:pt x="160874" y="153484"/>
                      <a:pt x="159367" y="153233"/>
                    </a:cubicBezTo>
                    <a:cubicBezTo>
                      <a:pt x="157860" y="152982"/>
                      <a:pt x="156019" y="152800"/>
                      <a:pt x="153842" y="152689"/>
                    </a:cubicBezTo>
                    <a:lnTo>
                      <a:pt x="143880" y="152689"/>
                    </a:lnTo>
                    <a:cubicBezTo>
                      <a:pt x="143210" y="155647"/>
                      <a:pt x="142485" y="158828"/>
                      <a:pt x="141703" y="162232"/>
                    </a:cubicBezTo>
                    <a:cubicBezTo>
                      <a:pt x="140922" y="165637"/>
                      <a:pt x="140154" y="168958"/>
                      <a:pt x="139401" y="172195"/>
                    </a:cubicBezTo>
                    <a:cubicBezTo>
                      <a:pt x="138648" y="175432"/>
                      <a:pt x="138020" y="178459"/>
                      <a:pt x="137517" y="181278"/>
                    </a:cubicBezTo>
                    <a:cubicBezTo>
                      <a:pt x="137015" y="184096"/>
                      <a:pt x="136764" y="186370"/>
                      <a:pt x="136764" y="188101"/>
                    </a:cubicBezTo>
                    <a:cubicBezTo>
                      <a:pt x="136764" y="189273"/>
                      <a:pt x="136904" y="190263"/>
                      <a:pt x="137183" y="191073"/>
                    </a:cubicBezTo>
                    <a:cubicBezTo>
                      <a:pt x="137462" y="191882"/>
                      <a:pt x="137950" y="192538"/>
                      <a:pt x="138648" y="193040"/>
                    </a:cubicBezTo>
                    <a:cubicBezTo>
                      <a:pt x="139345" y="193542"/>
                      <a:pt x="140294" y="193933"/>
                      <a:pt x="141494" y="194212"/>
                    </a:cubicBezTo>
                    <a:cubicBezTo>
                      <a:pt x="142694" y="194491"/>
                      <a:pt x="144215" y="194714"/>
                      <a:pt x="146056" y="194882"/>
                    </a:cubicBezTo>
                    <a:lnTo>
                      <a:pt x="144968" y="199988"/>
                    </a:lnTo>
                    <a:lnTo>
                      <a:pt x="109221" y="199988"/>
                    </a:lnTo>
                    <a:lnTo>
                      <a:pt x="110142" y="194882"/>
                    </a:lnTo>
                    <a:cubicBezTo>
                      <a:pt x="111872" y="194603"/>
                      <a:pt x="113282" y="194254"/>
                      <a:pt x="114370" y="193835"/>
                    </a:cubicBezTo>
                    <a:cubicBezTo>
                      <a:pt x="115458" y="193417"/>
                      <a:pt x="116435" y="192607"/>
                      <a:pt x="117300" y="191407"/>
                    </a:cubicBezTo>
                    <a:cubicBezTo>
                      <a:pt x="118165" y="190207"/>
                      <a:pt x="118960" y="188408"/>
                      <a:pt x="119686" y="186008"/>
                    </a:cubicBezTo>
                    <a:cubicBezTo>
                      <a:pt x="120412" y="183608"/>
                      <a:pt x="121249" y="180259"/>
                      <a:pt x="122197" y="175962"/>
                    </a:cubicBezTo>
                    <a:lnTo>
                      <a:pt x="135927" y="114933"/>
                    </a:lnTo>
                    <a:cubicBezTo>
                      <a:pt x="136485" y="112477"/>
                      <a:pt x="136904" y="110301"/>
                      <a:pt x="137183" y="108403"/>
                    </a:cubicBezTo>
                    <a:cubicBezTo>
                      <a:pt x="137462" y="106506"/>
                      <a:pt x="137601" y="104943"/>
                      <a:pt x="137601" y="103715"/>
                    </a:cubicBezTo>
                    <a:cubicBezTo>
                      <a:pt x="137601" y="101204"/>
                      <a:pt x="136973" y="99418"/>
                      <a:pt x="135718" y="98357"/>
                    </a:cubicBezTo>
                    <a:cubicBezTo>
                      <a:pt x="134462" y="97297"/>
                      <a:pt x="132104" y="96739"/>
                      <a:pt x="128644" y="96683"/>
                    </a:cubicBezTo>
                    <a:close/>
                    <a:moveTo>
                      <a:pt x="1228" y="0"/>
                    </a:moveTo>
                    <a:lnTo>
                      <a:pt x="47439" y="0"/>
                    </a:lnTo>
                    <a:lnTo>
                      <a:pt x="46211" y="5470"/>
                    </a:lnTo>
                    <a:cubicBezTo>
                      <a:pt x="42937" y="5842"/>
                      <a:pt x="40388" y="6809"/>
                      <a:pt x="38565" y="8372"/>
                    </a:cubicBezTo>
                    <a:cubicBezTo>
                      <a:pt x="36742" y="9935"/>
                      <a:pt x="35459" y="12111"/>
                      <a:pt x="34714" y="14902"/>
                    </a:cubicBezTo>
                    <a:cubicBezTo>
                      <a:pt x="33970" y="17692"/>
                      <a:pt x="33598" y="21432"/>
                      <a:pt x="33598" y="26120"/>
                    </a:cubicBezTo>
                    <a:cubicBezTo>
                      <a:pt x="33598" y="27236"/>
                      <a:pt x="33710" y="30585"/>
                      <a:pt x="33933" y="36166"/>
                    </a:cubicBezTo>
                    <a:lnTo>
                      <a:pt x="37058" y="117872"/>
                    </a:lnTo>
                    <a:lnTo>
                      <a:pt x="37058" y="126802"/>
                    </a:lnTo>
                    <a:lnTo>
                      <a:pt x="38175" y="126802"/>
                    </a:lnTo>
                    <a:lnTo>
                      <a:pt x="86507" y="39626"/>
                    </a:lnTo>
                    <a:cubicBezTo>
                      <a:pt x="89334" y="34491"/>
                      <a:pt x="91455" y="30082"/>
                      <a:pt x="92869" y="26399"/>
                    </a:cubicBezTo>
                    <a:cubicBezTo>
                      <a:pt x="94283" y="22715"/>
                      <a:pt x="94990" y="19460"/>
                      <a:pt x="94990" y="16632"/>
                    </a:cubicBezTo>
                    <a:cubicBezTo>
                      <a:pt x="94990" y="10381"/>
                      <a:pt x="91269" y="6661"/>
                      <a:pt x="83828" y="5470"/>
                    </a:cubicBezTo>
                    <a:lnTo>
                      <a:pt x="85056" y="0"/>
                    </a:lnTo>
                    <a:lnTo>
                      <a:pt x="130709" y="0"/>
                    </a:lnTo>
                    <a:lnTo>
                      <a:pt x="129481" y="5470"/>
                    </a:lnTo>
                    <a:cubicBezTo>
                      <a:pt x="127472" y="5768"/>
                      <a:pt x="125555" y="6530"/>
                      <a:pt x="123732" y="7758"/>
                    </a:cubicBezTo>
                    <a:cubicBezTo>
                      <a:pt x="121909" y="8986"/>
                      <a:pt x="119863" y="11032"/>
                      <a:pt x="117593" y="13897"/>
                    </a:cubicBezTo>
                    <a:cubicBezTo>
                      <a:pt x="115323" y="16762"/>
                      <a:pt x="111807" y="22287"/>
                      <a:pt x="107045" y="30473"/>
                    </a:cubicBezTo>
                    <a:lnTo>
                      <a:pt x="35607" y="154149"/>
                    </a:lnTo>
                    <a:lnTo>
                      <a:pt x="20762" y="154149"/>
                    </a:lnTo>
                    <a:lnTo>
                      <a:pt x="13283" y="29692"/>
                    </a:lnTo>
                    <a:cubicBezTo>
                      <a:pt x="12985" y="24855"/>
                      <a:pt x="12446" y="20706"/>
                      <a:pt x="11665" y="17246"/>
                    </a:cubicBezTo>
                    <a:cubicBezTo>
                      <a:pt x="10883" y="13786"/>
                      <a:pt x="9655" y="11088"/>
                      <a:pt x="7981" y="9153"/>
                    </a:cubicBezTo>
                    <a:cubicBezTo>
                      <a:pt x="6307" y="7219"/>
                      <a:pt x="3646" y="5991"/>
                      <a:pt x="0" y="547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D7B1EB5-7569-41BE-B2AB-E4938455E953}"/>
                  </a:ext>
                </a:extLst>
              </p:cNvPr>
              <p:cNvSpPr txBox="1"/>
              <p:nvPr/>
            </p:nvSpPr>
            <p:spPr>
              <a:xfrm>
                <a:off x="6356631" y="3030972"/>
                <a:ext cx="174731" cy="199699"/>
              </a:xfrm>
              <a:custGeom>
                <a:avLst/>
                <a:gdLst/>
                <a:ahLst/>
                <a:cxnLst/>
                <a:rect l="l" t="t" r="r" b="b"/>
                <a:pathLst>
                  <a:path w="174984" h="199988">
                    <a:moveTo>
                      <a:pt x="96040" y="91409"/>
                    </a:moveTo>
                    <a:lnTo>
                      <a:pt x="174984" y="91409"/>
                    </a:lnTo>
                    <a:lnTo>
                      <a:pt x="169040" y="117528"/>
                    </a:lnTo>
                    <a:lnTo>
                      <a:pt x="160083" y="117528"/>
                    </a:lnTo>
                    <a:cubicBezTo>
                      <a:pt x="159804" y="114459"/>
                      <a:pt x="159525" y="111835"/>
                      <a:pt x="159246" y="109659"/>
                    </a:cubicBezTo>
                    <a:cubicBezTo>
                      <a:pt x="158967" y="107482"/>
                      <a:pt x="158464" y="105696"/>
                      <a:pt x="157739" y="104301"/>
                    </a:cubicBezTo>
                    <a:cubicBezTo>
                      <a:pt x="157013" y="102906"/>
                      <a:pt x="155981" y="101901"/>
                      <a:pt x="154641" y="101287"/>
                    </a:cubicBezTo>
                    <a:cubicBezTo>
                      <a:pt x="153302" y="100673"/>
                      <a:pt x="151460" y="100339"/>
                      <a:pt x="149116" y="100283"/>
                    </a:cubicBezTo>
                    <a:lnTo>
                      <a:pt x="121741" y="100283"/>
                    </a:lnTo>
                    <a:lnTo>
                      <a:pt x="112532" y="141052"/>
                    </a:lnTo>
                    <a:lnTo>
                      <a:pt x="129024" y="141052"/>
                    </a:lnTo>
                    <a:cubicBezTo>
                      <a:pt x="130978" y="141052"/>
                      <a:pt x="132596" y="140927"/>
                      <a:pt x="133880" y="140676"/>
                    </a:cubicBezTo>
                    <a:cubicBezTo>
                      <a:pt x="135163" y="140424"/>
                      <a:pt x="136335" y="139838"/>
                      <a:pt x="137396" y="138918"/>
                    </a:cubicBezTo>
                    <a:cubicBezTo>
                      <a:pt x="138456" y="137997"/>
                      <a:pt x="139503" y="136685"/>
                      <a:pt x="140535" y="134983"/>
                    </a:cubicBezTo>
                    <a:cubicBezTo>
                      <a:pt x="141568" y="133281"/>
                      <a:pt x="142837" y="131006"/>
                      <a:pt x="144344" y="128160"/>
                    </a:cubicBezTo>
                    <a:lnTo>
                      <a:pt x="152716" y="128160"/>
                    </a:lnTo>
                    <a:lnTo>
                      <a:pt x="144679" y="162902"/>
                    </a:lnTo>
                    <a:lnTo>
                      <a:pt x="136559" y="162902"/>
                    </a:lnTo>
                    <a:cubicBezTo>
                      <a:pt x="136559" y="159888"/>
                      <a:pt x="136475" y="157502"/>
                      <a:pt x="136307" y="155744"/>
                    </a:cubicBezTo>
                    <a:cubicBezTo>
                      <a:pt x="136140" y="153986"/>
                      <a:pt x="135777" y="152661"/>
                      <a:pt x="135219" y="151768"/>
                    </a:cubicBezTo>
                    <a:cubicBezTo>
                      <a:pt x="134661" y="150875"/>
                      <a:pt x="133824" y="150317"/>
                      <a:pt x="132708" y="150094"/>
                    </a:cubicBezTo>
                    <a:cubicBezTo>
                      <a:pt x="131592" y="149870"/>
                      <a:pt x="130085" y="149759"/>
                      <a:pt x="128187" y="149759"/>
                    </a:cubicBezTo>
                    <a:lnTo>
                      <a:pt x="110607" y="149759"/>
                    </a:lnTo>
                    <a:cubicBezTo>
                      <a:pt x="109881" y="152996"/>
                      <a:pt x="109072" y="156526"/>
                      <a:pt x="108179" y="160349"/>
                    </a:cubicBezTo>
                    <a:cubicBezTo>
                      <a:pt x="107286" y="164172"/>
                      <a:pt x="106449" y="167897"/>
                      <a:pt x="105668" y="171525"/>
                    </a:cubicBezTo>
                    <a:cubicBezTo>
                      <a:pt x="104886" y="175153"/>
                      <a:pt x="104230" y="178459"/>
                      <a:pt x="103700" y="181445"/>
                    </a:cubicBezTo>
                    <a:cubicBezTo>
                      <a:pt x="103170" y="184431"/>
                      <a:pt x="102905" y="186650"/>
                      <a:pt x="102905" y="188101"/>
                    </a:cubicBezTo>
                    <a:cubicBezTo>
                      <a:pt x="102905" y="189217"/>
                      <a:pt x="103058" y="190180"/>
                      <a:pt x="103365" y="190989"/>
                    </a:cubicBezTo>
                    <a:cubicBezTo>
                      <a:pt x="103672" y="191798"/>
                      <a:pt x="104175" y="192482"/>
                      <a:pt x="104872" y="193040"/>
                    </a:cubicBezTo>
                    <a:cubicBezTo>
                      <a:pt x="105570" y="193598"/>
                      <a:pt x="106560" y="194017"/>
                      <a:pt x="107844" y="194296"/>
                    </a:cubicBezTo>
                    <a:cubicBezTo>
                      <a:pt x="109128" y="194575"/>
                      <a:pt x="110774" y="194770"/>
                      <a:pt x="112783" y="194882"/>
                    </a:cubicBezTo>
                    <a:lnTo>
                      <a:pt x="111611" y="199988"/>
                    </a:lnTo>
                    <a:lnTo>
                      <a:pt x="75362" y="199988"/>
                    </a:lnTo>
                    <a:lnTo>
                      <a:pt x="76283" y="194882"/>
                    </a:lnTo>
                    <a:cubicBezTo>
                      <a:pt x="78013" y="194603"/>
                      <a:pt x="79437" y="194254"/>
                      <a:pt x="80553" y="193835"/>
                    </a:cubicBezTo>
                    <a:cubicBezTo>
                      <a:pt x="81669" y="193417"/>
                      <a:pt x="82660" y="192607"/>
                      <a:pt x="83525" y="191407"/>
                    </a:cubicBezTo>
                    <a:cubicBezTo>
                      <a:pt x="84390" y="190207"/>
                      <a:pt x="85171" y="188408"/>
                      <a:pt x="85869" y="186008"/>
                    </a:cubicBezTo>
                    <a:cubicBezTo>
                      <a:pt x="86566" y="183608"/>
                      <a:pt x="87390" y="180259"/>
                      <a:pt x="88338" y="175962"/>
                    </a:cubicBezTo>
                    <a:lnTo>
                      <a:pt x="102068" y="114933"/>
                    </a:lnTo>
                    <a:cubicBezTo>
                      <a:pt x="102626" y="112477"/>
                      <a:pt x="103044" y="110301"/>
                      <a:pt x="103323" y="108403"/>
                    </a:cubicBezTo>
                    <a:cubicBezTo>
                      <a:pt x="103603" y="106506"/>
                      <a:pt x="103742" y="104943"/>
                      <a:pt x="103742" y="103715"/>
                    </a:cubicBezTo>
                    <a:cubicBezTo>
                      <a:pt x="103742" y="101204"/>
                      <a:pt x="103114" y="99418"/>
                      <a:pt x="101858" y="98357"/>
                    </a:cubicBezTo>
                    <a:cubicBezTo>
                      <a:pt x="100603" y="97297"/>
                      <a:pt x="98245" y="96739"/>
                      <a:pt x="94784" y="96683"/>
                    </a:cubicBezTo>
                    <a:close/>
                    <a:moveTo>
                      <a:pt x="29244" y="0"/>
                    </a:moveTo>
                    <a:lnTo>
                      <a:pt x="73893" y="0"/>
                    </a:lnTo>
                    <a:lnTo>
                      <a:pt x="72665" y="5470"/>
                    </a:lnTo>
                    <a:cubicBezTo>
                      <a:pt x="69837" y="6065"/>
                      <a:pt x="67809" y="6735"/>
                      <a:pt x="66582" y="7479"/>
                    </a:cubicBezTo>
                    <a:cubicBezTo>
                      <a:pt x="65354" y="8223"/>
                      <a:pt x="64256" y="9339"/>
                      <a:pt x="63289" y="10828"/>
                    </a:cubicBezTo>
                    <a:cubicBezTo>
                      <a:pt x="62321" y="12316"/>
                      <a:pt x="61317" y="14641"/>
                      <a:pt x="60275" y="17804"/>
                    </a:cubicBezTo>
                    <a:cubicBezTo>
                      <a:pt x="59233" y="20967"/>
                      <a:pt x="57931" y="26120"/>
                      <a:pt x="56368" y="33264"/>
                    </a:cubicBezTo>
                    <a:lnTo>
                      <a:pt x="37281" y="119882"/>
                    </a:lnTo>
                    <a:cubicBezTo>
                      <a:pt x="36314" y="124272"/>
                      <a:pt x="35681" y="127751"/>
                      <a:pt x="35383" y="130318"/>
                    </a:cubicBezTo>
                    <a:cubicBezTo>
                      <a:pt x="35086" y="132885"/>
                      <a:pt x="34937" y="135211"/>
                      <a:pt x="34937" y="137294"/>
                    </a:cubicBezTo>
                    <a:cubicBezTo>
                      <a:pt x="34937" y="140643"/>
                      <a:pt x="35774" y="143006"/>
                      <a:pt x="37448" y="144382"/>
                    </a:cubicBezTo>
                    <a:cubicBezTo>
                      <a:pt x="39123" y="145759"/>
                      <a:pt x="41932" y="146596"/>
                      <a:pt x="45876" y="146894"/>
                    </a:cubicBezTo>
                    <a:lnTo>
                      <a:pt x="44648" y="152363"/>
                    </a:lnTo>
                    <a:lnTo>
                      <a:pt x="0" y="152363"/>
                    </a:lnTo>
                    <a:lnTo>
                      <a:pt x="1227" y="146894"/>
                    </a:lnTo>
                    <a:cubicBezTo>
                      <a:pt x="4055" y="146447"/>
                      <a:pt x="6176" y="145722"/>
                      <a:pt x="7590" y="144717"/>
                    </a:cubicBezTo>
                    <a:cubicBezTo>
                      <a:pt x="9004" y="143713"/>
                      <a:pt x="10194" y="142317"/>
                      <a:pt x="11162" y="140531"/>
                    </a:cubicBezTo>
                    <a:cubicBezTo>
                      <a:pt x="12129" y="138745"/>
                      <a:pt x="13022" y="136569"/>
                      <a:pt x="13841" y="134002"/>
                    </a:cubicBezTo>
                    <a:cubicBezTo>
                      <a:pt x="14659" y="131434"/>
                      <a:pt x="15887" y="126467"/>
                      <a:pt x="17524" y="119100"/>
                    </a:cubicBezTo>
                    <a:lnTo>
                      <a:pt x="36500" y="33152"/>
                    </a:lnTo>
                    <a:cubicBezTo>
                      <a:pt x="38137" y="25711"/>
                      <a:pt x="38955" y="19720"/>
                      <a:pt x="38955" y="15181"/>
                    </a:cubicBezTo>
                    <a:cubicBezTo>
                      <a:pt x="38955" y="11683"/>
                      <a:pt x="38081" y="9246"/>
                      <a:pt x="36332" y="7870"/>
                    </a:cubicBezTo>
                    <a:cubicBezTo>
                      <a:pt x="34583" y="6493"/>
                      <a:pt x="31812" y="5693"/>
                      <a:pt x="28016" y="547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1B6877CE-D529-4CC6-AF8D-D0C8BB40FC9C}"/>
                      </a:ext>
                    </a:extLst>
                  </p:cNvPr>
                  <p:cNvSpPr txBox="1"/>
                  <p:nvPr/>
                </p:nvSpPr>
                <p:spPr>
                  <a:xfrm>
                    <a:off x="6236429" y="3390334"/>
                    <a:ext cx="41513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𝑎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dirty="0">
                      <a:solidFill>
                        <a:srgbClr val="00B0F0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FBAFF9FC-B2C2-453A-8037-F3085CCA23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36429" y="3390334"/>
                    <a:ext cx="41513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4DA71A11-7CF1-4E68-98A7-C828C4560B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4886" y="4897754"/>
                <a:ext cx="98477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D01E1-E271-4530-B67F-7A89633657EC}"/>
                  </a:ext>
                </a:extLst>
              </p:cNvPr>
              <p:cNvSpPr txBox="1"/>
              <p:nvPr/>
            </p:nvSpPr>
            <p:spPr>
              <a:xfrm>
                <a:off x="6360271" y="4475216"/>
                <a:ext cx="167450" cy="193787"/>
              </a:xfrm>
              <a:custGeom>
                <a:avLst/>
                <a:gdLst/>
                <a:ahLst/>
                <a:cxnLst/>
                <a:rect l="l" t="t" r="r" b="b"/>
                <a:pathLst>
                  <a:path w="172808" h="199988">
                    <a:moveTo>
                      <a:pt x="131368" y="100283"/>
                    </a:moveTo>
                    <a:cubicBezTo>
                      <a:pt x="130029" y="100283"/>
                      <a:pt x="128494" y="100311"/>
                      <a:pt x="126764" y="100366"/>
                    </a:cubicBezTo>
                    <a:cubicBezTo>
                      <a:pt x="125034" y="100422"/>
                      <a:pt x="123360" y="100450"/>
                      <a:pt x="121741" y="100450"/>
                    </a:cubicBezTo>
                    <a:lnTo>
                      <a:pt x="111779" y="144234"/>
                    </a:lnTo>
                    <a:lnTo>
                      <a:pt x="121741" y="144234"/>
                    </a:lnTo>
                    <a:cubicBezTo>
                      <a:pt x="132792" y="144234"/>
                      <a:pt x="141275" y="141987"/>
                      <a:pt x="147191" y="137494"/>
                    </a:cubicBezTo>
                    <a:cubicBezTo>
                      <a:pt x="153107" y="133002"/>
                      <a:pt x="156065" y="126179"/>
                      <a:pt x="156065" y="117026"/>
                    </a:cubicBezTo>
                    <a:cubicBezTo>
                      <a:pt x="156065" y="113956"/>
                      <a:pt x="155604" y="111347"/>
                      <a:pt x="154683" y="109198"/>
                    </a:cubicBezTo>
                    <a:cubicBezTo>
                      <a:pt x="153762" y="107050"/>
                      <a:pt x="152297" y="105320"/>
                      <a:pt x="150288" y="104008"/>
                    </a:cubicBezTo>
                    <a:cubicBezTo>
                      <a:pt x="148279" y="102697"/>
                      <a:pt x="145726" y="101748"/>
                      <a:pt x="142628" y="101162"/>
                    </a:cubicBezTo>
                    <a:cubicBezTo>
                      <a:pt x="139531" y="100576"/>
                      <a:pt x="135777" y="100283"/>
                      <a:pt x="131368" y="100283"/>
                    </a:cubicBezTo>
                    <a:close/>
                    <a:moveTo>
                      <a:pt x="96040" y="91409"/>
                    </a:moveTo>
                    <a:lnTo>
                      <a:pt x="134466" y="91409"/>
                    </a:lnTo>
                    <a:cubicBezTo>
                      <a:pt x="141833" y="91409"/>
                      <a:pt x="147972" y="92051"/>
                      <a:pt x="152883" y="93334"/>
                    </a:cubicBezTo>
                    <a:cubicBezTo>
                      <a:pt x="157795" y="94618"/>
                      <a:pt x="161729" y="96390"/>
                      <a:pt x="164687" y="98650"/>
                    </a:cubicBezTo>
                    <a:cubicBezTo>
                      <a:pt x="167645" y="100911"/>
                      <a:pt x="169738" y="103576"/>
                      <a:pt x="170966" y="106645"/>
                    </a:cubicBezTo>
                    <a:cubicBezTo>
                      <a:pt x="172194" y="109715"/>
                      <a:pt x="172808" y="113035"/>
                      <a:pt x="172808" y="116607"/>
                    </a:cubicBezTo>
                    <a:cubicBezTo>
                      <a:pt x="172808" y="124867"/>
                      <a:pt x="170282" y="131760"/>
                      <a:pt x="165231" y="137285"/>
                    </a:cubicBezTo>
                    <a:cubicBezTo>
                      <a:pt x="160181" y="142810"/>
                      <a:pt x="152521" y="147024"/>
                      <a:pt x="142251" y="149926"/>
                    </a:cubicBezTo>
                    <a:cubicBezTo>
                      <a:pt x="142140" y="150149"/>
                      <a:pt x="142084" y="150345"/>
                      <a:pt x="142084" y="150512"/>
                    </a:cubicBezTo>
                    <a:cubicBezTo>
                      <a:pt x="142084" y="150680"/>
                      <a:pt x="142084" y="150875"/>
                      <a:pt x="142084" y="151098"/>
                    </a:cubicBezTo>
                    <a:cubicBezTo>
                      <a:pt x="144707" y="152884"/>
                      <a:pt x="146814" y="155117"/>
                      <a:pt x="148405" y="157795"/>
                    </a:cubicBezTo>
                    <a:cubicBezTo>
                      <a:pt x="149995" y="160474"/>
                      <a:pt x="151376" y="164018"/>
                      <a:pt x="152548" y="168427"/>
                    </a:cubicBezTo>
                    <a:cubicBezTo>
                      <a:pt x="153888" y="173674"/>
                      <a:pt x="154990" y="177915"/>
                      <a:pt x="155855" y="181152"/>
                    </a:cubicBezTo>
                    <a:cubicBezTo>
                      <a:pt x="156720" y="184389"/>
                      <a:pt x="157725" y="186943"/>
                      <a:pt x="158869" y="188812"/>
                    </a:cubicBezTo>
                    <a:cubicBezTo>
                      <a:pt x="160013" y="190682"/>
                      <a:pt x="161464" y="192049"/>
                      <a:pt x="163222" y="192914"/>
                    </a:cubicBezTo>
                    <a:cubicBezTo>
                      <a:pt x="164980" y="193779"/>
                      <a:pt x="167366" y="194435"/>
                      <a:pt x="170380" y="194882"/>
                    </a:cubicBezTo>
                    <a:lnTo>
                      <a:pt x="169208" y="199988"/>
                    </a:lnTo>
                    <a:lnTo>
                      <a:pt x="144847" y="199988"/>
                    </a:lnTo>
                    <a:cubicBezTo>
                      <a:pt x="143842" y="197812"/>
                      <a:pt x="142865" y="195147"/>
                      <a:pt x="141917" y="191993"/>
                    </a:cubicBezTo>
                    <a:cubicBezTo>
                      <a:pt x="140968" y="188840"/>
                      <a:pt x="140131" y="185757"/>
                      <a:pt x="139405" y="182743"/>
                    </a:cubicBezTo>
                    <a:cubicBezTo>
                      <a:pt x="138289" y="178334"/>
                      <a:pt x="137354" y="174525"/>
                      <a:pt x="136601" y="171316"/>
                    </a:cubicBezTo>
                    <a:cubicBezTo>
                      <a:pt x="135847" y="168106"/>
                      <a:pt x="135108" y="165400"/>
                      <a:pt x="134382" y="163195"/>
                    </a:cubicBezTo>
                    <a:cubicBezTo>
                      <a:pt x="133657" y="160991"/>
                      <a:pt x="132903" y="159233"/>
                      <a:pt x="132122" y="157921"/>
                    </a:cubicBezTo>
                    <a:cubicBezTo>
                      <a:pt x="131340" y="156609"/>
                      <a:pt x="130420" y="155563"/>
                      <a:pt x="129359" y="154782"/>
                    </a:cubicBezTo>
                    <a:cubicBezTo>
                      <a:pt x="128299" y="154000"/>
                      <a:pt x="127015" y="153484"/>
                      <a:pt x="125508" y="153233"/>
                    </a:cubicBezTo>
                    <a:cubicBezTo>
                      <a:pt x="124001" y="152982"/>
                      <a:pt x="122160" y="152800"/>
                      <a:pt x="119983" y="152689"/>
                    </a:cubicBezTo>
                    <a:lnTo>
                      <a:pt x="110021" y="152689"/>
                    </a:lnTo>
                    <a:cubicBezTo>
                      <a:pt x="109351" y="155647"/>
                      <a:pt x="108626" y="158828"/>
                      <a:pt x="107844" y="162232"/>
                    </a:cubicBezTo>
                    <a:cubicBezTo>
                      <a:pt x="107063" y="165637"/>
                      <a:pt x="106295" y="168958"/>
                      <a:pt x="105542" y="172195"/>
                    </a:cubicBezTo>
                    <a:cubicBezTo>
                      <a:pt x="104789" y="175432"/>
                      <a:pt x="104161" y="178459"/>
                      <a:pt x="103658" y="181278"/>
                    </a:cubicBezTo>
                    <a:cubicBezTo>
                      <a:pt x="103156" y="184096"/>
                      <a:pt x="102905" y="186370"/>
                      <a:pt x="102905" y="188101"/>
                    </a:cubicBezTo>
                    <a:cubicBezTo>
                      <a:pt x="102905" y="189273"/>
                      <a:pt x="103045" y="190263"/>
                      <a:pt x="103324" y="191073"/>
                    </a:cubicBezTo>
                    <a:cubicBezTo>
                      <a:pt x="103603" y="191882"/>
                      <a:pt x="104091" y="192538"/>
                      <a:pt x="104789" y="193040"/>
                    </a:cubicBezTo>
                    <a:cubicBezTo>
                      <a:pt x="105486" y="193542"/>
                      <a:pt x="106435" y="193933"/>
                      <a:pt x="107635" y="194212"/>
                    </a:cubicBezTo>
                    <a:cubicBezTo>
                      <a:pt x="108835" y="194491"/>
                      <a:pt x="110356" y="194714"/>
                      <a:pt x="112197" y="194882"/>
                    </a:cubicBezTo>
                    <a:lnTo>
                      <a:pt x="111109" y="199988"/>
                    </a:lnTo>
                    <a:lnTo>
                      <a:pt x="75362" y="199988"/>
                    </a:lnTo>
                    <a:lnTo>
                      <a:pt x="76283" y="194882"/>
                    </a:lnTo>
                    <a:cubicBezTo>
                      <a:pt x="78013" y="194603"/>
                      <a:pt x="79423" y="194254"/>
                      <a:pt x="80511" y="193835"/>
                    </a:cubicBezTo>
                    <a:cubicBezTo>
                      <a:pt x="81599" y="193417"/>
                      <a:pt x="82576" y="192607"/>
                      <a:pt x="83441" y="191407"/>
                    </a:cubicBezTo>
                    <a:cubicBezTo>
                      <a:pt x="84306" y="190207"/>
                      <a:pt x="85101" y="188408"/>
                      <a:pt x="85827" y="186008"/>
                    </a:cubicBezTo>
                    <a:cubicBezTo>
                      <a:pt x="86553" y="183608"/>
                      <a:pt x="87390" y="180259"/>
                      <a:pt x="88338" y="175962"/>
                    </a:cubicBezTo>
                    <a:lnTo>
                      <a:pt x="102068" y="114933"/>
                    </a:lnTo>
                    <a:cubicBezTo>
                      <a:pt x="102626" y="112477"/>
                      <a:pt x="103045" y="110301"/>
                      <a:pt x="103324" y="108403"/>
                    </a:cubicBezTo>
                    <a:cubicBezTo>
                      <a:pt x="103603" y="106506"/>
                      <a:pt x="103742" y="104943"/>
                      <a:pt x="103742" y="103715"/>
                    </a:cubicBezTo>
                    <a:cubicBezTo>
                      <a:pt x="103742" y="101204"/>
                      <a:pt x="103114" y="99418"/>
                      <a:pt x="101859" y="98357"/>
                    </a:cubicBezTo>
                    <a:cubicBezTo>
                      <a:pt x="100603" y="97297"/>
                      <a:pt x="98245" y="96739"/>
                      <a:pt x="94785" y="96683"/>
                    </a:cubicBezTo>
                    <a:close/>
                    <a:moveTo>
                      <a:pt x="29244" y="0"/>
                    </a:moveTo>
                    <a:lnTo>
                      <a:pt x="73893" y="0"/>
                    </a:lnTo>
                    <a:lnTo>
                      <a:pt x="72665" y="5470"/>
                    </a:lnTo>
                    <a:cubicBezTo>
                      <a:pt x="69837" y="6065"/>
                      <a:pt x="67809" y="6735"/>
                      <a:pt x="66582" y="7479"/>
                    </a:cubicBezTo>
                    <a:cubicBezTo>
                      <a:pt x="65354" y="8223"/>
                      <a:pt x="64256" y="9339"/>
                      <a:pt x="63289" y="10828"/>
                    </a:cubicBezTo>
                    <a:cubicBezTo>
                      <a:pt x="62321" y="12316"/>
                      <a:pt x="61317" y="14641"/>
                      <a:pt x="60275" y="17804"/>
                    </a:cubicBezTo>
                    <a:cubicBezTo>
                      <a:pt x="59233" y="20966"/>
                      <a:pt x="57931" y="26120"/>
                      <a:pt x="56368" y="33263"/>
                    </a:cubicBezTo>
                    <a:lnTo>
                      <a:pt x="37281" y="119882"/>
                    </a:lnTo>
                    <a:cubicBezTo>
                      <a:pt x="36314" y="124272"/>
                      <a:pt x="35681" y="127751"/>
                      <a:pt x="35384" y="130318"/>
                    </a:cubicBezTo>
                    <a:cubicBezTo>
                      <a:pt x="35086" y="132885"/>
                      <a:pt x="34937" y="135211"/>
                      <a:pt x="34937" y="137294"/>
                    </a:cubicBezTo>
                    <a:cubicBezTo>
                      <a:pt x="34937" y="140643"/>
                      <a:pt x="35774" y="143006"/>
                      <a:pt x="37449" y="144382"/>
                    </a:cubicBezTo>
                    <a:cubicBezTo>
                      <a:pt x="39123" y="145759"/>
                      <a:pt x="41932" y="146596"/>
                      <a:pt x="45876" y="146894"/>
                    </a:cubicBezTo>
                    <a:lnTo>
                      <a:pt x="44648" y="152363"/>
                    </a:lnTo>
                    <a:lnTo>
                      <a:pt x="0" y="152363"/>
                    </a:lnTo>
                    <a:lnTo>
                      <a:pt x="1227" y="146894"/>
                    </a:lnTo>
                    <a:cubicBezTo>
                      <a:pt x="4055" y="146447"/>
                      <a:pt x="6176" y="145722"/>
                      <a:pt x="7590" y="144717"/>
                    </a:cubicBezTo>
                    <a:cubicBezTo>
                      <a:pt x="9004" y="143713"/>
                      <a:pt x="10194" y="142317"/>
                      <a:pt x="11162" y="140531"/>
                    </a:cubicBezTo>
                    <a:cubicBezTo>
                      <a:pt x="12129" y="138745"/>
                      <a:pt x="13022" y="136569"/>
                      <a:pt x="13841" y="134002"/>
                    </a:cubicBezTo>
                    <a:cubicBezTo>
                      <a:pt x="14659" y="131434"/>
                      <a:pt x="15887" y="126467"/>
                      <a:pt x="17524" y="119100"/>
                    </a:cubicBezTo>
                    <a:lnTo>
                      <a:pt x="36500" y="33152"/>
                    </a:lnTo>
                    <a:cubicBezTo>
                      <a:pt x="38137" y="25710"/>
                      <a:pt x="38955" y="19720"/>
                      <a:pt x="38955" y="15181"/>
                    </a:cubicBezTo>
                    <a:cubicBezTo>
                      <a:pt x="38955" y="11683"/>
                      <a:pt x="38081" y="9246"/>
                      <a:pt x="36332" y="7870"/>
                    </a:cubicBezTo>
                    <a:cubicBezTo>
                      <a:pt x="34584" y="6493"/>
                      <a:pt x="31812" y="5693"/>
                      <a:pt x="28017" y="547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0441534-DDDE-40AF-B917-C9A5FBA7F1F2}"/>
                      </a:ext>
                    </a:extLst>
                  </p:cNvPr>
                  <p:cNvSpPr txBox="1"/>
                  <p:nvPr/>
                </p:nvSpPr>
                <p:spPr>
                  <a:xfrm>
                    <a:off x="7396151" y="3717220"/>
                    <a:ext cx="25301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09F893BE-1E8F-4ED2-AC5D-BF7E7D3A97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6151" y="3717220"/>
                    <a:ext cx="25301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512" r="-7317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D7569B05-689E-4328-AEF7-29E50C211279}"/>
                      </a:ext>
                    </a:extLst>
                  </p:cNvPr>
                  <p:cNvSpPr txBox="1"/>
                  <p:nvPr/>
                </p:nvSpPr>
                <p:spPr>
                  <a:xfrm>
                    <a:off x="7890547" y="3720601"/>
                    <a:ext cx="24045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132B6C7C-9890-40D6-8A7C-BEBDBBFCFD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90547" y="3720601"/>
                    <a:ext cx="240450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0513" r="-256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D83CBC2B-1382-4BFD-BBC5-78757FF2378B}"/>
                      </a:ext>
                    </a:extLst>
                  </p:cNvPr>
                  <p:cNvSpPr txBox="1"/>
                  <p:nvPr/>
                </p:nvSpPr>
                <p:spPr>
                  <a:xfrm>
                    <a:off x="7769892" y="3106105"/>
                    <a:ext cx="26513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𝑎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B31119F2-A7C0-4F56-8B8D-E4F2840C1C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9892" y="3106105"/>
                    <a:ext cx="26513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60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256CFB66-DA90-46C1-A62B-AC6C3539C7AC}"/>
                      </a:ext>
                    </a:extLst>
                  </p:cNvPr>
                  <p:cNvSpPr txBox="1"/>
                  <p:nvPr/>
                </p:nvSpPr>
                <p:spPr>
                  <a:xfrm>
                    <a:off x="8577673" y="3113335"/>
                    <a:ext cx="26071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6693A00D-7ADE-4081-9E46-703CCACA06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7673" y="3113335"/>
                    <a:ext cx="26071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9048" r="-9524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86241937-D740-444D-8E99-A6D5A9F79D3B}"/>
                  </a:ext>
                </a:extLst>
              </p:cNvPr>
              <p:cNvCxnSpPr/>
              <p:nvPr/>
            </p:nvCxnSpPr>
            <p:spPr>
              <a:xfrm>
                <a:off x="7672356" y="3428346"/>
                <a:ext cx="44486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24867F48-93F8-492E-A768-9C2A7309F9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17219" y="3428346"/>
                <a:ext cx="106690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CD0711A-7B5B-4AA1-A0DC-CDE9430AA8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56356" y="4602480"/>
                <a:ext cx="98477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CA55DBE8-7714-4469-9A3A-0F9CC3EF34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72356" y="3029276"/>
                <a:ext cx="151176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48DDFF4C-DC6E-4E3C-8A34-C824135465AB}"/>
                      </a:ext>
                    </a:extLst>
                  </p:cNvPr>
                  <p:cNvSpPr txBox="1"/>
                  <p:nvPr/>
                </p:nvSpPr>
                <p:spPr>
                  <a:xfrm>
                    <a:off x="7890547" y="2723904"/>
                    <a:ext cx="118654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𝑟𝑟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𝑎</m:t>
                            </m:r>
                          </m:sub>
                        </m:sSub>
                      </m:oMath>
                    </a14:m>
                    <a:r>
                      <a:rPr lang="en-US" altLang="zh-CN" dirty="0">
                        <a:solidFill>
                          <a:srgbClr val="FF0000"/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+</a:t>
                    </a:r>
                    <a:r>
                      <a:rPr lang="en-US" altLang="zh-CN" dirty="0">
                        <a:solidFill>
                          <a:srgbClr val="FF0000"/>
                        </a:solidFill>
                        <a:ea typeface="华文细黑" panose="02010600040101010101" pitchFamily="2" charset="-122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𝑏</m:t>
                            </m:r>
                          </m:sub>
                        </m:sSub>
                      </m:oMath>
                    </a14:m>
                    <a:endParaRPr lang="zh-CN" altLang="en-US" dirty="0">
                      <a:solidFill>
                        <a:srgbClr val="FF0000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CA3F8D77-2F6E-4D79-B4BF-66699F4FBB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90547" y="2723904"/>
                    <a:ext cx="1186543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701" t="-30435" r="-3608" b="-478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16E3FD5F-268C-4AB1-9D1D-F21141CE1B9E}"/>
                  </a:ext>
                </a:extLst>
              </p:cNvPr>
              <p:cNvGrpSpPr/>
              <p:nvPr/>
            </p:nvGrpSpPr>
            <p:grpSpPr>
              <a:xfrm>
                <a:off x="218152" y="1896703"/>
                <a:ext cx="5251176" cy="2664544"/>
                <a:chOff x="1003301" y="2400300"/>
                <a:chExt cx="8785055" cy="4457700"/>
              </a:xfrm>
            </p:grpSpPr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C7D151D2-D96A-4F75-A9FA-EEFD85F5CD62}"/>
                    </a:ext>
                  </a:extLst>
                </p:cNvPr>
                <p:cNvGrpSpPr/>
                <p:nvPr/>
              </p:nvGrpSpPr>
              <p:grpSpPr>
                <a:xfrm>
                  <a:off x="1153146" y="2489436"/>
                  <a:ext cx="8485365" cy="4279428"/>
                  <a:chOff x="2182635" y="2871411"/>
                  <a:chExt cx="4973814" cy="2508446"/>
                </a:xfrm>
              </p:grpSpPr>
              <p:grpSp>
                <p:nvGrpSpPr>
                  <p:cNvPr id="52" name="组合 51">
                    <a:extLst>
                      <a:ext uri="{FF2B5EF4-FFF2-40B4-BE49-F238E27FC236}">
                        <a16:creationId xmlns:a16="http://schemas.microsoft.com/office/drawing/2014/main" id="{9B47A04D-B6C5-417C-B3A3-B9816DD4A1F1}"/>
                      </a:ext>
                    </a:extLst>
                  </p:cNvPr>
                  <p:cNvGrpSpPr/>
                  <p:nvPr/>
                </p:nvGrpSpPr>
                <p:grpSpPr>
                  <a:xfrm>
                    <a:off x="2548198" y="3138489"/>
                    <a:ext cx="4608251" cy="2241368"/>
                    <a:chOff x="2395799" y="2986089"/>
                    <a:chExt cx="2686632" cy="1306728"/>
                  </a:xfrm>
                </p:grpSpPr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B1C9F762-4847-4FAC-ABF8-8C4483CE37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2800" y="2986089"/>
                      <a:ext cx="789956" cy="453997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69" name="矩形 68">
                      <a:extLst>
                        <a:ext uri="{FF2B5EF4-FFF2-40B4-BE49-F238E27FC236}">
                          <a16:creationId xmlns:a16="http://schemas.microsoft.com/office/drawing/2014/main" id="{C91E41CE-80C6-433C-AEFB-6C90F30EB6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2756" y="2986089"/>
                      <a:ext cx="789956" cy="453997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 w="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grpSp>
                  <p:nvGrpSpPr>
                    <p:cNvPr id="70" name="组合 69">
                      <a:extLst>
                        <a:ext uri="{FF2B5EF4-FFF2-40B4-BE49-F238E27FC236}">
                          <a16:creationId xmlns:a16="http://schemas.microsoft.com/office/drawing/2014/main" id="{9B954727-E4D5-470A-91CC-C04B9E01DB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95799" y="3464596"/>
                      <a:ext cx="230183" cy="674213"/>
                      <a:chOff x="2443264" y="3753637"/>
                      <a:chExt cx="230183" cy="1002727"/>
                    </a:xfrm>
                  </p:grpSpPr>
                  <p:grpSp>
                    <p:nvGrpSpPr>
                      <p:cNvPr id="116" name="组合 115">
                        <a:extLst>
                          <a:ext uri="{FF2B5EF4-FFF2-40B4-BE49-F238E27FC236}">
                            <a16:creationId xmlns:a16="http://schemas.microsoft.com/office/drawing/2014/main" id="{8EBC9E20-AD13-4838-BDBF-CAD882168C74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288485" y="3946203"/>
                        <a:ext cx="498875" cy="113743"/>
                        <a:chOff x="3691527" y="2073335"/>
                        <a:chExt cx="498875" cy="113743"/>
                      </a:xfrm>
                    </p:grpSpPr>
                    <p:cxnSp>
                      <p:nvCxnSpPr>
                        <p:cNvPr id="127" name="直接连接符 126">
                          <a:extLst>
                            <a:ext uri="{FF2B5EF4-FFF2-40B4-BE49-F238E27FC236}">
                              <a16:creationId xmlns:a16="http://schemas.microsoft.com/office/drawing/2014/main" id="{931F0BEC-18BE-4DCD-8B9B-F7BC7805543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3691527" y="2132867"/>
                          <a:ext cx="110728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直接连接符 127">
                          <a:extLst>
                            <a:ext uri="{FF2B5EF4-FFF2-40B4-BE49-F238E27FC236}">
                              <a16:creationId xmlns:a16="http://schemas.microsoft.com/office/drawing/2014/main" id="{754932B0-CB30-4A5A-98CA-0D1C8C3C677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079674" y="2132868"/>
                          <a:ext cx="110728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29" name="矩形 128">
                          <a:extLst>
                            <a:ext uri="{FF2B5EF4-FFF2-40B4-BE49-F238E27FC236}">
                              <a16:creationId xmlns:a16="http://schemas.microsoft.com/office/drawing/2014/main" id="{314EAE25-BC1F-486C-9FB6-0C3B97C088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02255" y="2073335"/>
                          <a:ext cx="277419" cy="113743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dirty="0"/>
                        </a:p>
                      </p:txBody>
                    </p:sp>
                  </p:grpSp>
                  <p:grpSp>
                    <p:nvGrpSpPr>
                      <p:cNvPr id="117" name="组合 116">
                        <a:extLst>
                          <a:ext uri="{FF2B5EF4-FFF2-40B4-BE49-F238E27FC236}">
                            <a16:creationId xmlns:a16="http://schemas.microsoft.com/office/drawing/2014/main" id="{99016B94-310A-4F84-BDA8-1163432B8CAF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303391" y="4386308"/>
                        <a:ext cx="509929" cy="230183"/>
                        <a:chOff x="2915443" y="4344145"/>
                        <a:chExt cx="509929" cy="230183"/>
                      </a:xfrm>
                    </p:grpSpPr>
                    <p:grpSp>
                      <p:nvGrpSpPr>
                        <p:cNvPr id="118" name="组合 117">
                          <a:extLst>
                            <a:ext uri="{FF2B5EF4-FFF2-40B4-BE49-F238E27FC236}">
                              <a16:creationId xmlns:a16="http://schemas.microsoft.com/office/drawing/2014/main" id="{8301E5EE-8C3A-40D7-B2FE-45B4BC68748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15443" y="4385862"/>
                          <a:ext cx="509929" cy="188466"/>
                          <a:chOff x="2915443" y="4261175"/>
                          <a:chExt cx="509929" cy="313153"/>
                        </a:xfrm>
                      </p:grpSpPr>
                      <p:cxnSp>
                        <p:nvCxnSpPr>
                          <p:cNvPr id="121" name="直接连接符 120">
                            <a:extLst>
                              <a:ext uri="{FF2B5EF4-FFF2-40B4-BE49-F238E27FC236}">
                                <a16:creationId xmlns:a16="http://schemas.microsoft.com/office/drawing/2014/main" id="{2FAF875A-C82E-4638-95CE-9987DDAAC16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143468" y="4354610"/>
                            <a:ext cx="0" cy="129775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2" name="直接连接符 121">
                            <a:extLst>
                              <a:ext uri="{FF2B5EF4-FFF2-40B4-BE49-F238E27FC236}">
                                <a16:creationId xmlns:a16="http://schemas.microsoft.com/office/drawing/2014/main" id="{7B10AD9E-835C-49C2-B88D-0A90B17385B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>
                            <a:off x="3083149" y="4261175"/>
                            <a:ext cx="0" cy="313153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3" name="直接连接符 122">
                            <a:extLst>
                              <a:ext uri="{FF2B5EF4-FFF2-40B4-BE49-F238E27FC236}">
                                <a16:creationId xmlns:a16="http://schemas.microsoft.com/office/drawing/2014/main" id="{33B8C8E6-C472-4C74-A409-64A720679D54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 flipH="1">
                            <a:off x="2915443" y="4422858"/>
                            <a:ext cx="167706" cy="1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4" name="直接连接符 123">
                            <a:extLst>
                              <a:ext uri="{FF2B5EF4-FFF2-40B4-BE49-F238E27FC236}">
                                <a16:creationId xmlns:a16="http://schemas.microsoft.com/office/drawing/2014/main" id="{4129032E-A617-482B-93C6-949E34317F92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 flipH="1">
                            <a:off x="3257666" y="4419497"/>
                            <a:ext cx="167706" cy="1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5" name="直接连接符 124">
                            <a:extLst>
                              <a:ext uri="{FF2B5EF4-FFF2-40B4-BE49-F238E27FC236}">
                                <a16:creationId xmlns:a16="http://schemas.microsoft.com/office/drawing/2014/main" id="{E0402EAD-B9DA-4ECB-B5F2-61A3D2A2FB7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256644" y="4354610"/>
                            <a:ext cx="0" cy="129775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6" name="直接连接符 125">
                            <a:extLst>
                              <a:ext uri="{FF2B5EF4-FFF2-40B4-BE49-F238E27FC236}">
                                <a16:creationId xmlns:a16="http://schemas.microsoft.com/office/drawing/2014/main" id="{AE493B1C-6CC6-400D-B3D0-00096BDE443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>
                            <a:off x="3196325" y="4261175"/>
                            <a:ext cx="0" cy="313153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119" name="文本框 118">
                          <a:extLst>
                            <a:ext uri="{FF2B5EF4-FFF2-40B4-BE49-F238E27FC236}">
                              <a16:creationId xmlns:a16="http://schemas.microsoft.com/office/drawing/2014/main" id="{9B6CE274-06E5-47C2-B991-4D7268E58B2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957817" y="4344145"/>
                          <a:ext cx="75285" cy="7467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285" h="74676">
                              <a:moveTo>
                                <a:pt x="32613" y="0"/>
                              </a:moveTo>
                              <a:lnTo>
                                <a:pt x="42672" y="0"/>
                              </a:lnTo>
                              <a:lnTo>
                                <a:pt x="42672" y="32156"/>
                              </a:lnTo>
                              <a:lnTo>
                                <a:pt x="75285" y="32156"/>
                              </a:lnTo>
                              <a:lnTo>
                                <a:pt x="75285" y="42367"/>
                              </a:lnTo>
                              <a:lnTo>
                                <a:pt x="42672" y="42367"/>
                              </a:lnTo>
                              <a:lnTo>
                                <a:pt x="42672" y="74676"/>
                              </a:lnTo>
                              <a:lnTo>
                                <a:pt x="32613" y="74676"/>
                              </a:lnTo>
                              <a:lnTo>
                                <a:pt x="32613" y="42367"/>
                              </a:lnTo>
                              <a:lnTo>
                                <a:pt x="0" y="42367"/>
                              </a:lnTo>
                              <a:lnTo>
                                <a:pt x="0" y="32156"/>
                              </a:lnTo>
                              <a:lnTo>
                                <a:pt x="32613" y="32156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</p:spPr>
                      <p:txBody>
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l"/>
                          <a:endParaRPr lang="zh-CN" altLang="en-US" sz="1200" dirty="0">
                            <a:latin typeface="华文细黑" panose="02010600040101010101" pitchFamily="2" charset="-122"/>
                            <a:ea typeface="华文细黑" panose="02010600040101010101" pitchFamily="2" charset="-122"/>
                          </a:endParaRPr>
                        </a:p>
                      </p:txBody>
                    </p:sp>
                    <p:sp>
                      <p:nvSpPr>
                        <p:cNvPr id="120" name="文本框 119">
                          <a:extLst>
                            <a:ext uri="{FF2B5EF4-FFF2-40B4-BE49-F238E27FC236}">
                              <a16:creationId xmlns:a16="http://schemas.microsoft.com/office/drawing/2014/main" id="{E06506E9-77A2-4501-8275-4C888E470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08812" y="4366118"/>
                          <a:ext cx="61265" cy="1371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1265" h="13716">
                              <a:moveTo>
                                <a:pt x="0" y="0"/>
                              </a:moveTo>
                              <a:lnTo>
                                <a:pt x="61265" y="0"/>
                              </a:lnTo>
                              <a:lnTo>
                                <a:pt x="61265" y="13716"/>
                              </a:lnTo>
                              <a:lnTo>
                                <a:pt x="0" y="13716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</p:spPr>
                      <p:txBody>
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l"/>
                          <a:endParaRPr lang="zh-CN" altLang="en-US" dirty="0">
                            <a:latin typeface="华文细黑" panose="02010600040101010101" pitchFamily="2" charset="-122"/>
                            <a:ea typeface="华文细黑" panose="02010600040101010101" pitchFamily="2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1" name="组合 70">
                      <a:extLst>
                        <a:ext uri="{FF2B5EF4-FFF2-40B4-BE49-F238E27FC236}">
                          <a16:creationId xmlns:a16="http://schemas.microsoft.com/office/drawing/2014/main" id="{FA92B0CA-0B6C-42C5-B7AA-5A26D16D12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72760" y="3463983"/>
                      <a:ext cx="230183" cy="674826"/>
                      <a:chOff x="3098796" y="3732000"/>
                      <a:chExt cx="230183" cy="1003639"/>
                    </a:xfrm>
                  </p:grpSpPr>
                  <p:grpSp>
                    <p:nvGrpSpPr>
                      <p:cNvPr id="90" name="组合 89">
                        <a:extLst>
                          <a:ext uri="{FF2B5EF4-FFF2-40B4-BE49-F238E27FC236}">
                            <a16:creationId xmlns:a16="http://schemas.microsoft.com/office/drawing/2014/main" id="{FBB42968-3CA9-44F0-861C-51B224178545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5400000">
                        <a:off x="2943297" y="3924566"/>
                        <a:ext cx="498875" cy="113743"/>
                        <a:chOff x="3691527" y="2073335"/>
                        <a:chExt cx="498875" cy="113743"/>
                      </a:xfrm>
                    </p:grpSpPr>
                    <p:cxnSp>
                      <p:nvCxnSpPr>
                        <p:cNvPr id="113" name="直接连接符 112">
                          <a:extLst>
                            <a:ext uri="{FF2B5EF4-FFF2-40B4-BE49-F238E27FC236}">
                              <a16:creationId xmlns:a16="http://schemas.microsoft.com/office/drawing/2014/main" id="{A89D8666-7C31-409F-BE35-C80EDE3127F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3691527" y="2132867"/>
                          <a:ext cx="110728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4" name="直接连接符 113">
                          <a:extLst>
                            <a:ext uri="{FF2B5EF4-FFF2-40B4-BE49-F238E27FC236}">
                              <a16:creationId xmlns:a16="http://schemas.microsoft.com/office/drawing/2014/main" id="{85D8CCEB-BBED-4AE6-A11C-806C5DBF0F7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4079674" y="2132868"/>
                          <a:ext cx="110728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15" name="矩形 114">
                          <a:extLst>
                            <a:ext uri="{FF2B5EF4-FFF2-40B4-BE49-F238E27FC236}">
                              <a16:creationId xmlns:a16="http://schemas.microsoft.com/office/drawing/2014/main" id="{570034AF-6FF5-4ECC-A1FA-EEA848114D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02255" y="2073335"/>
                          <a:ext cx="277419" cy="113743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dirty="0"/>
                        </a:p>
                      </p:txBody>
                    </p:sp>
                  </p:grpSp>
                  <p:grpSp>
                    <p:nvGrpSpPr>
                      <p:cNvPr id="92" name="组合 91">
                        <a:extLst>
                          <a:ext uri="{FF2B5EF4-FFF2-40B4-BE49-F238E27FC236}">
                            <a16:creationId xmlns:a16="http://schemas.microsoft.com/office/drawing/2014/main" id="{4AA07B45-B5BA-4AE4-ADF6-805546ECCA14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 flipV="1">
                        <a:off x="2958923" y="4365583"/>
                        <a:ext cx="509929" cy="230183"/>
                        <a:chOff x="2915443" y="4344145"/>
                        <a:chExt cx="509929" cy="230183"/>
                      </a:xfrm>
                    </p:grpSpPr>
                    <p:grpSp>
                      <p:nvGrpSpPr>
                        <p:cNvPr id="94" name="组合 93">
                          <a:extLst>
                            <a:ext uri="{FF2B5EF4-FFF2-40B4-BE49-F238E27FC236}">
                              <a16:creationId xmlns:a16="http://schemas.microsoft.com/office/drawing/2014/main" id="{9834DD9D-513F-411E-820A-CECF87C3D30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15443" y="4385862"/>
                          <a:ext cx="509929" cy="188466"/>
                          <a:chOff x="2915443" y="4261175"/>
                          <a:chExt cx="509929" cy="313153"/>
                        </a:xfrm>
                      </p:grpSpPr>
                      <p:cxnSp>
                        <p:nvCxnSpPr>
                          <p:cNvPr id="100" name="直接连接符 99">
                            <a:extLst>
                              <a:ext uri="{FF2B5EF4-FFF2-40B4-BE49-F238E27FC236}">
                                <a16:creationId xmlns:a16="http://schemas.microsoft.com/office/drawing/2014/main" id="{B324EF34-ABBD-48B4-B8D7-28709718C9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143468" y="4354610"/>
                            <a:ext cx="0" cy="129775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05" name="直接连接符 104">
                            <a:extLst>
                              <a:ext uri="{FF2B5EF4-FFF2-40B4-BE49-F238E27FC236}">
                                <a16:creationId xmlns:a16="http://schemas.microsoft.com/office/drawing/2014/main" id="{2572EB5D-68E4-4E9F-85BF-0A9EE641140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>
                            <a:off x="3083149" y="4261175"/>
                            <a:ext cx="0" cy="313153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06" name="直接连接符 105">
                            <a:extLst>
                              <a:ext uri="{FF2B5EF4-FFF2-40B4-BE49-F238E27FC236}">
                                <a16:creationId xmlns:a16="http://schemas.microsoft.com/office/drawing/2014/main" id="{C635888F-E50C-4C70-8008-B7F81BC5BC6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 flipH="1">
                            <a:off x="2915443" y="4422858"/>
                            <a:ext cx="167706" cy="1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08" name="直接连接符 107">
                            <a:extLst>
                              <a:ext uri="{FF2B5EF4-FFF2-40B4-BE49-F238E27FC236}">
                                <a16:creationId xmlns:a16="http://schemas.microsoft.com/office/drawing/2014/main" id="{5FDA6EB5-C564-46B4-8A23-C67833B48F8D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 flipH="1">
                            <a:off x="3257666" y="4419497"/>
                            <a:ext cx="167706" cy="1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09" name="直接连接符 108">
                            <a:extLst>
                              <a:ext uri="{FF2B5EF4-FFF2-40B4-BE49-F238E27FC236}">
                                <a16:creationId xmlns:a16="http://schemas.microsoft.com/office/drawing/2014/main" id="{643E8E0B-0727-4EAF-B918-EADE3F08DF4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256644" y="4354610"/>
                            <a:ext cx="0" cy="129775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0" name="直接连接符 109">
                            <a:extLst>
                              <a:ext uri="{FF2B5EF4-FFF2-40B4-BE49-F238E27FC236}">
                                <a16:creationId xmlns:a16="http://schemas.microsoft.com/office/drawing/2014/main" id="{C43CB4D0-BB44-4F3E-866C-8DC978D4AD54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rot="10800000">
                            <a:off x="3196325" y="4261175"/>
                            <a:ext cx="0" cy="313153"/>
                          </a:xfrm>
                          <a:prstGeom prst="line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96" name="文本框 95">
                          <a:extLst>
                            <a:ext uri="{FF2B5EF4-FFF2-40B4-BE49-F238E27FC236}">
                              <a16:creationId xmlns:a16="http://schemas.microsoft.com/office/drawing/2014/main" id="{9827C298-C6DD-4944-9C33-7771B7B307B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957817" y="4344145"/>
                          <a:ext cx="75285" cy="7467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285" h="74676">
                              <a:moveTo>
                                <a:pt x="32613" y="0"/>
                              </a:moveTo>
                              <a:lnTo>
                                <a:pt x="42672" y="0"/>
                              </a:lnTo>
                              <a:lnTo>
                                <a:pt x="42672" y="32156"/>
                              </a:lnTo>
                              <a:lnTo>
                                <a:pt x="75285" y="32156"/>
                              </a:lnTo>
                              <a:lnTo>
                                <a:pt x="75285" y="42367"/>
                              </a:lnTo>
                              <a:lnTo>
                                <a:pt x="42672" y="42367"/>
                              </a:lnTo>
                              <a:lnTo>
                                <a:pt x="42672" y="74676"/>
                              </a:lnTo>
                              <a:lnTo>
                                <a:pt x="32613" y="74676"/>
                              </a:lnTo>
                              <a:lnTo>
                                <a:pt x="32613" y="42367"/>
                              </a:lnTo>
                              <a:lnTo>
                                <a:pt x="0" y="42367"/>
                              </a:lnTo>
                              <a:lnTo>
                                <a:pt x="0" y="32156"/>
                              </a:lnTo>
                              <a:lnTo>
                                <a:pt x="32613" y="32156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</p:spPr>
                      <p:txBody>
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l"/>
                          <a:endParaRPr lang="zh-CN" altLang="en-US" sz="1200" dirty="0">
                            <a:latin typeface="华文细黑" panose="02010600040101010101" pitchFamily="2" charset="-122"/>
                            <a:ea typeface="华文细黑" panose="02010600040101010101" pitchFamily="2" charset="-122"/>
                          </a:endParaRPr>
                        </a:p>
                      </p:txBody>
                    </p:sp>
                    <p:sp>
                      <p:nvSpPr>
                        <p:cNvPr id="98" name="文本框 97">
                          <a:extLst>
                            <a:ext uri="{FF2B5EF4-FFF2-40B4-BE49-F238E27FC236}">
                              <a16:creationId xmlns:a16="http://schemas.microsoft.com/office/drawing/2014/main" id="{817F5792-4356-4673-A876-C5F222B5161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08812" y="4366118"/>
                          <a:ext cx="61265" cy="1371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1265" h="13716">
                              <a:moveTo>
                                <a:pt x="0" y="0"/>
                              </a:moveTo>
                              <a:lnTo>
                                <a:pt x="61265" y="0"/>
                              </a:lnTo>
                              <a:lnTo>
                                <a:pt x="61265" y="13716"/>
                              </a:lnTo>
                              <a:lnTo>
                                <a:pt x="0" y="13716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</p:spPr>
                      <p:txBody>
  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l"/>
                          <a:endParaRPr lang="zh-CN" altLang="en-US" dirty="0">
                            <a:latin typeface="华文细黑" panose="02010600040101010101" pitchFamily="2" charset="-122"/>
                            <a:ea typeface="华文细黑" panose="02010600040101010101" pitchFamily="2" charset="-122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72" name="直接连接符 71">
                      <a:extLst>
                        <a:ext uri="{FF2B5EF4-FFF2-40B4-BE49-F238E27FC236}">
                          <a16:creationId xmlns:a16="http://schemas.microsoft.com/office/drawing/2014/main" id="{0D81C414-4EB1-4667-BD3F-ACDC16BC3DCF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90547" y="3253736"/>
                      <a:ext cx="81298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3" name="椭圆 72">
                      <a:extLst>
                        <a:ext uri="{FF2B5EF4-FFF2-40B4-BE49-F238E27FC236}">
                          <a16:creationId xmlns:a16="http://schemas.microsoft.com/office/drawing/2014/main" id="{02C47753-317E-444F-8A3F-1C513441CA68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2808995" y="3289231"/>
                      <a:ext cx="39162" cy="5333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1EC7D2D7-814E-45A6-8430-AEE91272DD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449930" y="3314380"/>
                      <a:ext cx="379544" cy="16099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直接连接符 74">
                      <a:extLst>
                        <a:ext uri="{FF2B5EF4-FFF2-40B4-BE49-F238E27FC236}">
                          <a16:creationId xmlns:a16="http://schemas.microsoft.com/office/drawing/2014/main" id="{336A15A9-8B96-4602-AE2C-5159AD88C1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22597" y="3314380"/>
                      <a:ext cx="379544" cy="16099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sysDash"/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6" name="任意多边形: 形状 75">
                      <a:extLst>
                        <a:ext uri="{FF2B5EF4-FFF2-40B4-BE49-F238E27FC236}">
                          <a16:creationId xmlns:a16="http://schemas.microsoft.com/office/drawing/2014/main" id="{F271DB63-76AC-4FCC-B15C-1383E71D39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2074" y="3391660"/>
                      <a:ext cx="254799" cy="39163"/>
                    </a:xfrm>
                    <a:custGeom>
                      <a:avLst/>
                      <a:gdLst>
                        <a:gd name="connsiteX0" fmla="*/ 0 w 492125"/>
                        <a:gd name="connsiteY0" fmla="*/ 0 h 88923"/>
                        <a:gd name="connsiteX1" fmla="*/ 215900 w 492125"/>
                        <a:gd name="connsiteY1" fmla="*/ 88900 h 88923"/>
                        <a:gd name="connsiteX2" fmla="*/ 492125 w 492125"/>
                        <a:gd name="connsiteY2" fmla="*/ 9525 h 88923"/>
                        <a:gd name="connsiteX3" fmla="*/ 492125 w 492125"/>
                        <a:gd name="connsiteY3" fmla="*/ 9525 h 88923"/>
                        <a:gd name="connsiteX0" fmla="*/ 0 w 492125"/>
                        <a:gd name="connsiteY0" fmla="*/ 0 h 114317"/>
                        <a:gd name="connsiteX1" fmla="*/ 218730 w 492125"/>
                        <a:gd name="connsiteY1" fmla="*/ 114300 h 114317"/>
                        <a:gd name="connsiteX2" fmla="*/ 492125 w 492125"/>
                        <a:gd name="connsiteY2" fmla="*/ 9525 h 114317"/>
                        <a:gd name="connsiteX3" fmla="*/ 492125 w 492125"/>
                        <a:gd name="connsiteY3" fmla="*/ 9525 h 114317"/>
                        <a:gd name="connsiteX0" fmla="*/ 0 w 492125"/>
                        <a:gd name="connsiteY0" fmla="*/ 0 h 114317"/>
                        <a:gd name="connsiteX1" fmla="*/ 218730 w 492125"/>
                        <a:gd name="connsiteY1" fmla="*/ 114300 h 114317"/>
                        <a:gd name="connsiteX2" fmla="*/ 492125 w 492125"/>
                        <a:gd name="connsiteY2" fmla="*/ 9525 h 114317"/>
                        <a:gd name="connsiteX3" fmla="*/ 492125 w 492125"/>
                        <a:gd name="connsiteY3" fmla="*/ 9525 h 1143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92125" h="114317">
                          <a:moveTo>
                            <a:pt x="0" y="0"/>
                          </a:moveTo>
                          <a:cubicBezTo>
                            <a:pt x="66939" y="43656"/>
                            <a:pt x="136709" y="112713"/>
                            <a:pt x="218730" y="114300"/>
                          </a:cubicBezTo>
                          <a:cubicBezTo>
                            <a:pt x="300751" y="115887"/>
                            <a:pt x="492125" y="9525"/>
                            <a:pt x="492125" y="9525"/>
                          </a:cubicBezTo>
                          <a:lnTo>
                            <a:pt x="492125" y="95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prstDash val="solid"/>
                      <a:headEnd type="none"/>
                      <a:tailEnd type="triangle" w="sm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F7704D88-BE0B-4262-BBE3-2EFBF96AD9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486958" y="4138810"/>
                      <a:ext cx="2595473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连接符 77">
                      <a:extLst>
                        <a:ext uri="{FF2B5EF4-FFF2-40B4-BE49-F238E27FC236}">
                          <a16:creationId xmlns:a16="http://schemas.microsoft.com/office/drawing/2014/main" id="{E98DDB57-2EB7-4A99-AFFC-6A09C42E54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25557" y="3213087"/>
                      <a:ext cx="527243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9" name="组合 78">
                      <a:extLst>
                        <a:ext uri="{FF2B5EF4-FFF2-40B4-BE49-F238E27FC236}">
                          <a16:creationId xmlns:a16="http://schemas.microsoft.com/office/drawing/2014/main" id="{5360B500-074C-4A96-96B5-1F3C19510F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77554" y="4141832"/>
                      <a:ext cx="159122" cy="150985"/>
                      <a:chOff x="4276725" y="3573463"/>
                      <a:chExt cx="279400" cy="265112"/>
                    </a:xfrm>
                  </p:grpSpPr>
                  <p:cxnSp>
                    <p:nvCxnSpPr>
                      <p:cNvPr id="84" name="直接连接符 83">
                        <a:extLst>
                          <a:ext uri="{FF2B5EF4-FFF2-40B4-BE49-F238E27FC236}">
                            <a16:creationId xmlns:a16="http://schemas.microsoft.com/office/drawing/2014/main" id="{311EFD7F-C62C-4D30-8EFF-F7D5ACA9F53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276725" y="3717925"/>
                        <a:ext cx="27940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" name="直接连接符 84">
                        <a:extLst>
                          <a:ext uri="{FF2B5EF4-FFF2-40B4-BE49-F238E27FC236}">
                            <a16:creationId xmlns:a16="http://schemas.microsoft.com/office/drawing/2014/main" id="{7A602130-5083-49BE-97AD-770EFD6DF13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318000" y="3759200"/>
                        <a:ext cx="193675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直接连接符 85">
                        <a:extLst>
                          <a:ext uri="{FF2B5EF4-FFF2-40B4-BE49-F238E27FC236}">
                            <a16:creationId xmlns:a16="http://schemas.microsoft.com/office/drawing/2014/main" id="{5F629036-3CDA-4DCF-9BE7-22E0456B429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359275" y="3800475"/>
                        <a:ext cx="10795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直接连接符 86">
                        <a:extLst>
                          <a:ext uri="{FF2B5EF4-FFF2-40B4-BE49-F238E27FC236}">
                            <a16:creationId xmlns:a16="http://schemas.microsoft.com/office/drawing/2014/main" id="{A146AA7D-5EB4-466A-94DB-9E2EBE58C5D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414837" y="3838575"/>
                        <a:ext cx="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直接连接符 87">
                        <a:extLst>
                          <a:ext uri="{FF2B5EF4-FFF2-40B4-BE49-F238E27FC236}">
                            <a16:creationId xmlns:a16="http://schemas.microsoft.com/office/drawing/2014/main" id="{99C7E52F-35DF-43E1-B7A2-B4C2B510D724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413250" y="3573463"/>
                        <a:ext cx="0" cy="14446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直接连接符 88">
                        <a:extLst>
                          <a:ext uri="{FF2B5EF4-FFF2-40B4-BE49-F238E27FC236}">
                            <a16:creationId xmlns:a16="http://schemas.microsoft.com/office/drawing/2014/main" id="{9A7920DE-2EBF-4DEB-8550-95390658827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384675" y="3835400"/>
                        <a:ext cx="53975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80" name="椭圆 79">
                      <a:extLst>
                        <a:ext uri="{FF2B5EF4-FFF2-40B4-BE49-F238E27FC236}">
                          <a16:creationId xmlns:a16="http://schemas.microsoft.com/office/drawing/2014/main" id="{EFBCF5F5-F847-44E7-B344-258FEC76C1A5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3141057" y="4116095"/>
                      <a:ext cx="45723" cy="4845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" name="椭圆 80">
                      <a:extLst>
                        <a:ext uri="{FF2B5EF4-FFF2-40B4-BE49-F238E27FC236}">
                          <a16:creationId xmlns:a16="http://schemas.microsoft.com/office/drawing/2014/main" id="{F6CFED86-B6CE-4840-A883-BAEB1F37769B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4031540" y="4116095"/>
                      <a:ext cx="45723" cy="4845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2" name="直接连接符 81">
                      <a:extLst>
                        <a:ext uri="{FF2B5EF4-FFF2-40B4-BE49-F238E27FC236}">
                          <a16:creationId xmlns:a16="http://schemas.microsoft.com/office/drawing/2014/main" id="{800378A4-5668-496F-B433-020D314F2D1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431" y="3233082"/>
                      <a:ext cx="0" cy="90572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直接连接符 82">
                      <a:extLst>
                        <a:ext uri="{FF2B5EF4-FFF2-40B4-BE49-F238E27FC236}">
                          <a16:creationId xmlns:a16="http://schemas.microsoft.com/office/drawing/2014/main" id="{BA81BD51-F400-4B4F-AEDA-7E38758FE07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32712" y="3233082"/>
                      <a:ext cx="149719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98BFB0AD-7351-4941-943B-BDD7A5022D74}"/>
                      </a:ext>
                    </a:extLst>
                  </p:cNvPr>
                  <p:cNvSpPr txBox="1"/>
                  <p:nvPr/>
                </p:nvSpPr>
                <p:spPr>
                  <a:xfrm>
                    <a:off x="4851310" y="3407573"/>
                    <a:ext cx="158239" cy="253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239" h="253041">
                        <a:moveTo>
                          <a:pt x="25375" y="24670"/>
                        </a:moveTo>
                        <a:lnTo>
                          <a:pt x="25375" y="111014"/>
                        </a:lnTo>
                        <a:lnTo>
                          <a:pt x="68018" y="111014"/>
                        </a:lnTo>
                        <a:cubicBezTo>
                          <a:pt x="93628" y="111484"/>
                          <a:pt x="110662" y="107313"/>
                          <a:pt x="119120" y="98503"/>
                        </a:cubicBezTo>
                        <a:cubicBezTo>
                          <a:pt x="127578" y="89692"/>
                          <a:pt x="131807" y="79296"/>
                          <a:pt x="131807" y="67313"/>
                        </a:cubicBezTo>
                        <a:cubicBezTo>
                          <a:pt x="131807" y="38884"/>
                          <a:pt x="111249" y="24670"/>
                          <a:pt x="70133" y="24670"/>
                        </a:cubicBezTo>
                        <a:close/>
                        <a:moveTo>
                          <a:pt x="0" y="0"/>
                        </a:moveTo>
                        <a:lnTo>
                          <a:pt x="50397" y="0"/>
                        </a:lnTo>
                        <a:cubicBezTo>
                          <a:pt x="80236" y="0"/>
                          <a:pt x="99736" y="1175"/>
                          <a:pt x="108900" y="3524"/>
                        </a:cubicBezTo>
                        <a:cubicBezTo>
                          <a:pt x="118063" y="5874"/>
                          <a:pt x="126462" y="9985"/>
                          <a:pt x="134098" y="15859"/>
                        </a:cubicBezTo>
                        <a:cubicBezTo>
                          <a:pt x="141734" y="21733"/>
                          <a:pt x="147666" y="29075"/>
                          <a:pt x="151895" y="37886"/>
                        </a:cubicBezTo>
                        <a:cubicBezTo>
                          <a:pt x="156124" y="46696"/>
                          <a:pt x="158239" y="56505"/>
                          <a:pt x="158239" y="67313"/>
                        </a:cubicBezTo>
                        <a:cubicBezTo>
                          <a:pt x="158239" y="84699"/>
                          <a:pt x="153540" y="98914"/>
                          <a:pt x="144142" y="109957"/>
                        </a:cubicBezTo>
                        <a:cubicBezTo>
                          <a:pt x="134744" y="120999"/>
                          <a:pt x="122938" y="127989"/>
                          <a:pt x="108723" y="130926"/>
                        </a:cubicBezTo>
                        <a:cubicBezTo>
                          <a:pt x="94509" y="133863"/>
                          <a:pt x="72717" y="135331"/>
                          <a:pt x="43349" y="135331"/>
                        </a:cubicBezTo>
                        <a:lnTo>
                          <a:pt x="25375" y="135331"/>
                        </a:lnTo>
                        <a:lnTo>
                          <a:pt x="25375" y="253041"/>
                        </a:lnTo>
                        <a:lnTo>
                          <a:pt x="0" y="25304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sz="2800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D9F05E0B-9585-4222-BDE0-F81D4D3BE145}"/>
                      </a:ext>
                    </a:extLst>
                  </p:cNvPr>
                  <p:cNvSpPr txBox="1"/>
                  <p:nvPr/>
                </p:nvSpPr>
                <p:spPr>
                  <a:xfrm>
                    <a:off x="6097915" y="3407573"/>
                    <a:ext cx="198767" cy="253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767" h="253041">
                        <a:moveTo>
                          <a:pt x="0" y="0"/>
                        </a:moveTo>
                        <a:lnTo>
                          <a:pt x="5638" y="0"/>
                        </a:lnTo>
                        <a:lnTo>
                          <a:pt x="173745" y="193834"/>
                        </a:lnTo>
                        <a:lnTo>
                          <a:pt x="173745" y="0"/>
                        </a:lnTo>
                        <a:lnTo>
                          <a:pt x="198767" y="0"/>
                        </a:lnTo>
                        <a:lnTo>
                          <a:pt x="198767" y="253041"/>
                        </a:lnTo>
                        <a:lnTo>
                          <a:pt x="193129" y="253041"/>
                        </a:lnTo>
                        <a:lnTo>
                          <a:pt x="26079" y="61674"/>
                        </a:lnTo>
                        <a:lnTo>
                          <a:pt x="26079" y="253041"/>
                        </a:lnTo>
                        <a:lnTo>
                          <a:pt x="0" y="25304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sz="2800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E05534F5-3B69-47C7-8CB4-B2FE0D8E9291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4863564" y="2871075"/>
                    <a:ext cx="127415" cy="1280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285" h="74676">
                        <a:moveTo>
                          <a:pt x="32613" y="0"/>
                        </a:moveTo>
                        <a:lnTo>
                          <a:pt x="42672" y="0"/>
                        </a:lnTo>
                        <a:lnTo>
                          <a:pt x="42672" y="32156"/>
                        </a:lnTo>
                        <a:lnTo>
                          <a:pt x="75285" y="32156"/>
                        </a:lnTo>
                        <a:lnTo>
                          <a:pt x="75285" y="42367"/>
                        </a:lnTo>
                        <a:lnTo>
                          <a:pt x="42672" y="42367"/>
                        </a:lnTo>
                        <a:lnTo>
                          <a:pt x="42672" y="74676"/>
                        </a:lnTo>
                        <a:lnTo>
                          <a:pt x="32613" y="74676"/>
                        </a:lnTo>
                        <a:lnTo>
                          <a:pt x="32613" y="42367"/>
                        </a:lnTo>
                        <a:lnTo>
                          <a:pt x="0" y="42367"/>
                        </a:lnTo>
                        <a:lnTo>
                          <a:pt x="0" y="32156"/>
                        </a:lnTo>
                        <a:lnTo>
                          <a:pt x="32613" y="32156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sz="1200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DE2FEEEB-BC97-4457-9605-8C662D35419F}"/>
                      </a:ext>
                    </a:extLst>
                  </p:cNvPr>
                  <p:cNvSpPr txBox="1"/>
                  <p:nvPr/>
                </p:nvSpPr>
                <p:spPr>
                  <a:xfrm flipV="1">
                    <a:off x="6170313" y="2923356"/>
                    <a:ext cx="103687" cy="23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265" h="13716">
                        <a:moveTo>
                          <a:pt x="0" y="0"/>
                        </a:moveTo>
                        <a:lnTo>
                          <a:pt x="61265" y="0"/>
                        </a:lnTo>
                        <a:lnTo>
                          <a:pt x="61265" y="13716"/>
                        </a:lnTo>
                        <a:lnTo>
                          <a:pt x="0" y="13716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45621DC7-4EB8-480E-A39B-D5B3CA919935}"/>
                      </a:ext>
                    </a:extLst>
                  </p:cNvPr>
                  <p:cNvSpPr txBox="1"/>
                  <p:nvPr/>
                </p:nvSpPr>
                <p:spPr>
                  <a:xfrm>
                    <a:off x="5495706" y="2900323"/>
                    <a:ext cx="265207" cy="214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207" h="214006">
                        <a:moveTo>
                          <a:pt x="207871" y="113454"/>
                        </a:moveTo>
                        <a:cubicBezTo>
                          <a:pt x="203664" y="113454"/>
                          <a:pt x="199742" y="114381"/>
                          <a:pt x="196105" y="116235"/>
                        </a:cubicBezTo>
                        <a:cubicBezTo>
                          <a:pt x="192468" y="118089"/>
                          <a:pt x="189151" y="120621"/>
                          <a:pt x="186156" y="123830"/>
                        </a:cubicBezTo>
                        <a:cubicBezTo>
                          <a:pt x="183161" y="127039"/>
                          <a:pt x="180505" y="130747"/>
                          <a:pt x="178187" y="134955"/>
                        </a:cubicBezTo>
                        <a:cubicBezTo>
                          <a:pt x="175869" y="139162"/>
                          <a:pt x="173908" y="143619"/>
                          <a:pt x="172304" y="148326"/>
                        </a:cubicBezTo>
                        <a:cubicBezTo>
                          <a:pt x="170699" y="153033"/>
                          <a:pt x="169487" y="157864"/>
                          <a:pt x="168667" y="162820"/>
                        </a:cubicBezTo>
                        <a:cubicBezTo>
                          <a:pt x="167847" y="167777"/>
                          <a:pt x="167437" y="172537"/>
                          <a:pt x="167437" y="177101"/>
                        </a:cubicBezTo>
                        <a:cubicBezTo>
                          <a:pt x="167437" y="184803"/>
                          <a:pt x="168524" y="190526"/>
                          <a:pt x="170699" y="194270"/>
                        </a:cubicBezTo>
                        <a:cubicBezTo>
                          <a:pt x="172874" y="198014"/>
                          <a:pt x="176386" y="199886"/>
                          <a:pt x="181236" y="199886"/>
                        </a:cubicBezTo>
                        <a:cubicBezTo>
                          <a:pt x="183660" y="199886"/>
                          <a:pt x="185996" y="199458"/>
                          <a:pt x="188242" y="198602"/>
                        </a:cubicBezTo>
                        <a:cubicBezTo>
                          <a:pt x="190489" y="197746"/>
                          <a:pt x="192860" y="196391"/>
                          <a:pt x="195356" y="194537"/>
                        </a:cubicBezTo>
                        <a:cubicBezTo>
                          <a:pt x="201631" y="189616"/>
                          <a:pt x="206980" y="183626"/>
                          <a:pt x="211401" y="176566"/>
                        </a:cubicBezTo>
                        <a:cubicBezTo>
                          <a:pt x="215823" y="169506"/>
                          <a:pt x="219139" y="161162"/>
                          <a:pt x="221349" y="151535"/>
                        </a:cubicBezTo>
                        <a:cubicBezTo>
                          <a:pt x="222348" y="147114"/>
                          <a:pt x="223132" y="143120"/>
                          <a:pt x="223703" y="139554"/>
                        </a:cubicBezTo>
                        <a:cubicBezTo>
                          <a:pt x="224273" y="135989"/>
                          <a:pt x="224559" y="132601"/>
                          <a:pt x="224559" y="129392"/>
                        </a:cubicBezTo>
                        <a:cubicBezTo>
                          <a:pt x="224559" y="123687"/>
                          <a:pt x="223221" y="119604"/>
                          <a:pt x="220547" y="117144"/>
                        </a:cubicBezTo>
                        <a:cubicBezTo>
                          <a:pt x="217873" y="114684"/>
                          <a:pt x="213648" y="113454"/>
                          <a:pt x="207871" y="113454"/>
                        </a:cubicBezTo>
                        <a:close/>
                        <a:moveTo>
                          <a:pt x="205946" y="102864"/>
                        </a:moveTo>
                        <a:cubicBezTo>
                          <a:pt x="211580" y="102864"/>
                          <a:pt x="216554" y="103523"/>
                          <a:pt x="220868" y="104842"/>
                        </a:cubicBezTo>
                        <a:cubicBezTo>
                          <a:pt x="225183" y="106162"/>
                          <a:pt x="229123" y="107962"/>
                          <a:pt x="232688" y="110244"/>
                        </a:cubicBezTo>
                        <a:lnTo>
                          <a:pt x="243064" y="102864"/>
                        </a:lnTo>
                        <a:lnTo>
                          <a:pt x="251729" y="105110"/>
                        </a:lnTo>
                        <a:lnTo>
                          <a:pt x="235577" y="175175"/>
                        </a:lnTo>
                        <a:cubicBezTo>
                          <a:pt x="234649" y="179169"/>
                          <a:pt x="234008" y="182467"/>
                          <a:pt x="233651" y="185070"/>
                        </a:cubicBezTo>
                        <a:cubicBezTo>
                          <a:pt x="233295" y="187673"/>
                          <a:pt x="233116" y="189973"/>
                          <a:pt x="233116" y="191970"/>
                        </a:cubicBezTo>
                        <a:cubicBezTo>
                          <a:pt x="233116" y="194680"/>
                          <a:pt x="233669" y="196641"/>
                          <a:pt x="234774" y="197853"/>
                        </a:cubicBezTo>
                        <a:cubicBezTo>
                          <a:pt x="235880" y="199065"/>
                          <a:pt x="237466" y="199672"/>
                          <a:pt x="239534" y="199672"/>
                        </a:cubicBezTo>
                        <a:cubicBezTo>
                          <a:pt x="240818" y="199672"/>
                          <a:pt x="242084" y="199422"/>
                          <a:pt x="243332" y="198923"/>
                        </a:cubicBezTo>
                        <a:cubicBezTo>
                          <a:pt x="244580" y="198424"/>
                          <a:pt x="245935" y="197639"/>
                          <a:pt x="247397" y="196569"/>
                        </a:cubicBezTo>
                        <a:cubicBezTo>
                          <a:pt x="248859" y="195500"/>
                          <a:pt x="250463" y="194127"/>
                          <a:pt x="252210" y="192451"/>
                        </a:cubicBezTo>
                        <a:cubicBezTo>
                          <a:pt x="253958" y="190775"/>
                          <a:pt x="255937" y="188761"/>
                          <a:pt x="258147" y="186407"/>
                        </a:cubicBezTo>
                        <a:cubicBezTo>
                          <a:pt x="259288" y="187620"/>
                          <a:pt x="260465" y="188814"/>
                          <a:pt x="261677" y="189991"/>
                        </a:cubicBezTo>
                        <a:cubicBezTo>
                          <a:pt x="262890" y="191167"/>
                          <a:pt x="264066" y="192326"/>
                          <a:pt x="265207" y="193467"/>
                        </a:cubicBezTo>
                        <a:cubicBezTo>
                          <a:pt x="261642" y="197104"/>
                          <a:pt x="258397" y="200224"/>
                          <a:pt x="255473" y="202827"/>
                        </a:cubicBezTo>
                        <a:cubicBezTo>
                          <a:pt x="252549" y="205430"/>
                          <a:pt x="249714" y="207570"/>
                          <a:pt x="246969" y="209245"/>
                        </a:cubicBezTo>
                        <a:cubicBezTo>
                          <a:pt x="244223" y="210921"/>
                          <a:pt x="241531" y="212134"/>
                          <a:pt x="238893" y="212882"/>
                        </a:cubicBezTo>
                        <a:cubicBezTo>
                          <a:pt x="236254" y="213631"/>
                          <a:pt x="233508" y="214006"/>
                          <a:pt x="230656" y="214006"/>
                        </a:cubicBezTo>
                        <a:cubicBezTo>
                          <a:pt x="225521" y="214006"/>
                          <a:pt x="221528" y="212348"/>
                          <a:pt x="218675" y="209031"/>
                        </a:cubicBezTo>
                        <a:cubicBezTo>
                          <a:pt x="215823" y="205715"/>
                          <a:pt x="214396" y="201169"/>
                          <a:pt x="214396" y="195393"/>
                        </a:cubicBezTo>
                        <a:cubicBezTo>
                          <a:pt x="214396" y="192184"/>
                          <a:pt x="214896" y="189117"/>
                          <a:pt x="215894" y="186193"/>
                        </a:cubicBezTo>
                        <a:lnTo>
                          <a:pt x="214396" y="185552"/>
                        </a:lnTo>
                        <a:cubicBezTo>
                          <a:pt x="210759" y="190615"/>
                          <a:pt x="207229" y="194929"/>
                          <a:pt x="203806" y="198495"/>
                        </a:cubicBezTo>
                        <a:cubicBezTo>
                          <a:pt x="200383" y="202061"/>
                          <a:pt x="196996" y="205002"/>
                          <a:pt x="193644" y="207320"/>
                        </a:cubicBezTo>
                        <a:cubicBezTo>
                          <a:pt x="190292" y="209638"/>
                          <a:pt x="186905" y="211331"/>
                          <a:pt x="183482" y="212401"/>
                        </a:cubicBezTo>
                        <a:cubicBezTo>
                          <a:pt x="180059" y="213471"/>
                          <a:pt x="176493" y="214006"/>
                          <a:pt x="172785" y="214006"/>
                        </a:cubicBezTo>
                        <a:cubicBezTo>
                          <a:pt x="164299" y="214006"/>
                          <a:pt x="157738" y="210957"/>
                          <a:pt x="153102" y="204860"/>
                        </a:cubicBezTo>
                        <a:cubicBezTo>
                          <a:pt x="148467" y="198762"/>
                          <a:pt x="146149" y="189902"/>
                          <a:pt x="146149" y="178278"/>
                        </a:cubicBezTo>
                        <a:cubicBezTo>
                          <a:pt x="146149" y="171360"/>
                          <a:pt x="146880" y="164710"/>
                          <a:pt x="148342" y="158328"/>
                        </a:cubicBezTo>
                        <a:cubicBezTo>
                          <a:pt x="149804" y="151945"/>
                          <a:pt x="151872" y="145955"/>
                          <a:pt x="154547" y="140357"/>
                        </a:cubicBezTo>
                        <a:cubicBezTo>
                          <a:pt x="157221" y="134759"/>
                          <a:pt x="160412" y="129660"/>
                          <a:pt x="164120" y="125060"/>
                        </a:cubicBezTo>
                        <a:cubicBezTo>
                          <a:pt x="167829" y="120460"/>
                          <a:pt x="171894" y="116520"/>
                          <a:pt x="176315" y="113240"/>
                        </a:cubicBezTo>
                        <a:cubicBezTo>
                          <a:pt x="180736" y="109959"/>
                          <a:pt x="185443" y="107410"/>
                          <a:pt x="190435" y="105591"/>
                        </a:cubicBezTo>
                        <a:cubicBezTo>
                          <a:pt x="195427" y="103773"/>
                          <a:pt x="200597" y="102864"/>
                          <a:pt x="205946" y="102864"/>
                        </a:cubicBezTo>
                        <a:close/>
                        <a:moveTo>
                          <a:pt x="130522" y="0"/>
                        </a:moveTo>
                        <a:cubicBezTo>
                          <a:pt x="137666" y="0"/>
                          <a:pt x="142826" y="1860"/>
                          <a:pt x="146001" y="5581"/>
                        </a:cubicBezTo>
                        <a:cubicBezTo>
                          <a:pt x="149176" y="9302"/>
                          <a:pt x="150763" y="14288"/>
                          <a:pt x="150763" y="20538"/>
                        </a:cubicBezTo>
                        <a:cubicBezTo>
                          <a:pt x="150763" y="25301"/>
                          <a:pt x="149920" y="30758"/>
                          <a:pt x="148233" y="36909"/>
                        </a:cubicBezTo>
                        <a:cubicBezTo>
                          <a:pt x="146546" y="43061"/>
                          <a:pt x="144165" y="49560"/>
                          <a:pt x="141089" y="56406"/>
                        </a:cubicBezTo>
                        <a:cubicBezTo>
                          <a:pt x="138013" y="63252"/>
                          <a:pt x="134342" y="70272"/>
                          <a:pt x="130076" y="77465"/>
                        </a:cubicBezTo>
                        <a:cubicBezTo>
                          <a:pt x="125810" y="84658"/>
                          <a:pt x="121097" y="91653"/>
                          <a:pt x="115937" y="98450"/>
                        </a:cubicBezTo>
                        <a:cubicBezTo>
                          <a:pt x="110778" y="105246"/>
                          <a:pt x="105271" y="111646"/>
                          <a:pt x="99417" y="117649"/>
                        </a:cubicBezTo>
                        <a:cubicBezTo>
                          <a:pt x="93563" y="123651"/>
                          <a:pt x="87486" y="128885"/>
                          <a:pt x="81186" y="133350"/>
                        </a:cubicBezTo>
                        <a:cubicBezTo>
                          <a:pt x="74886" y="137815"/>
                          <a:pt x="68486" y="141362"/>
                          <a:pt x="61987" y="143991"/>
                        </a:cubicBezTo>
                        <a:cubicBezTo>
                          <a:pt x="55488" y="146621"/>
                          <a:pt x="49014" y="147935"/>
                          <a:pt x="42565" y="147935"/>
                        </a:cubicBezTo>
                        <a:cubicBezTo>
                          <a:pt x="39688" y="147935"/>
                          <a:pt x="37282" y="147216"/>
                          <a:pt x="35347" y="145777"/>
                        </a:cubicBezTo>
                        <a:cubicBezTo>
                          <a:pt x="33412" y="144339"/>
                          <a:pt x="31849" y="142305"/>
                          <a:pt x="30659" y="139675"/>
                        </a:cubicBezTo>
                        <a:cubicBezTo>
                          <a:pt x="29468" y="137046"/>
                          <a:pt x="28625" y="133945"/>
                          <a:pt x="28129" y="130374"/>
                        </a:cubicBezTo>
                        <a:cubicBezTo>
                          <a:pt x="27633" y="126802"/>
                          <a:pt x="27385" y="122882"/>
                          <a:pt x="27385" y="118616"/>
                        </a:cubicBezTo>
                        <a:cubicBezTo>
                          <a:pt x="27385" y="112961"/>
                          <a:pt x="27732" y="106908"/>
                          <a:pt x="28426" y="100459"/>
                        </a:cubicBezTo>
                        <a:cubicBezTo>
                          <a:pt x="29121" y="94010"/>
                          <a:pt x="30014" y="87511"/>
                          <a:pt x="31105" y="80963"/>
                        </a:cubicBezTo>
                        <a:lnTo>
                          <a:pt x="37356" y="39737"/>
                        </a:lnTo>
                        <a:cubicBezTo>
                          <a:pt x="37753" y="37356"/>
                          <a:pt x="38075" y="35099"/>
                          <a:pt x="38323" y="32965"/>
                        </a:cubicBezTo>
                        <a:cubicBezTo>
                          <a:pt x="38572" y="30832"/>
                          <a:pt x="38696" y="29270"/>
                          <a:pt x="38696" y="28277"/>
                        </a:cubicBezTo>
                        <a:cubicBezTo>
                          <a:pt x="38696" y="25202"/>
                          <a:pt x="38199" y="22672"/>
                          <a:pt x="37207" y="20687"/>
                        </a:cubicBezTo>
                        <a:cubicBezTo>
                          <a:pt x="36215" y="18703"/>
                          <a:pt x="34528" y="17711"/>
                          <a:pt x="32147" y="17711"/>
                        </a:cubicBezTo>
                        <a:cubicBezTo>
                          <a:pt x="30262" y="17711"/>
                          <a:pt x="28228" y="18281"/>
                          <a:pt x="26045" y="19422"/>
                        </a:cubicBezTo>
                        <a:cubicBezTo>
                          <a:pt x="23862" y="20563"/>
                          <a:pt x="21655" y="22027"/>
                          <a:pt x="19422" y="23813"/>
                        </a:cubicBezTo>
                        <a:cubicBezTo>
                          <a:pt x="17190" y="25598"/>
                          <a:pt x="15032" y="27508"/>
                          <a:pt x="12948" y="29542"/>
                        </a:cubicBezTo>
                        <a:cubicBezTo>
                          <a:pt x="10865" y="31576"/>
                          <a:pt x="8930" y="33486"/>
                          <a:pt x="7144" y="35272"/>
                        </a:cubicBezTo>
                        <a:lnTo>
                          <a:pt x="0" y="26938"/>
                        </a:lnTo>
                        <a:cubicBezTo>
                          <a:pt x="3076" y="23763"/>
                          <a:pt x="6350" y="20613"/>
                          <a:pt x="9823" y="17487"/>
                        </a:cubicBezTo>
                        <a:cubicBezTo>
                          <a:pt x="13296" y="14362"/>
                          <a:pt x="16967" y="11534"/>
                          <a:pt x="20836" y="9004"/>
                        </a:cubicBezTo>
                        <a:cubicBezTo>
                          <a:pt x="24706" y="6474"/>
                          <a:pt x="28774" y="4440"/>
                          <a:pt x="33040" y="2902"/>
                        </a:cubicBezTo>
                        <a:cubicBezTo>
                          <a:pt x="37306" y="1364"/>
                          <a:pt x="41672" y="595"/>
                          <a:pt x="46137" y="595"/>
                        </a:cubicBezTo>
                        <a:cubicBezTo>
                          <a:pt x="49907" y="595"/>
                          <a:pt x="52983" y="1215"/>
                          <a:pt x="55364" y="2456"/>
                        </a:cubicBezTo>
                        <a:cubicBezTo>
                          <a:pt x="57746" y="3696"/>
                          <a:pt x="59606" y="5333"/>
                          <a:pt x="60945" y="7367"/>
                        </a:cubicBezTo>
                        <a:cubicBezTo>
                          <a:pt x="62285" y="9401"/>
                          <a:pt x="63203" y="11633"/>
                          <a:pt x="63699" y="14064"/>
                        </a:cubicBezTo>
                        <a:cubicBezTo>
                          <a:pt x="64195" y="16495"/>
                          <a:pt x="64443" y="18901"/>
                          <a:pt x="64443" y="21282"/>
                        </a:cubicBezTo>
                        <a:cubicBezTo>
                          <a:pt x="64443" y="22672"/>
                          <a:pt x="64393" y="24011"/>
                          <a:pt x="64294" y="25301"/>
                        </a:cubicBezTo>
                        <a:cubicBezTo>
                          <a:pt x="64195" y="26591"/>
                          <a:pt x="64046" y="27781"/>
                          <a:pt x="63847" y="28873"/>
                        </a:cubicBezTo>
                        <a:lnTo>
                          <a:pt x="55513" y="82748"/>
                        </a:lnTo>
                        <a:cubicBezTo>
                          <a:pt x="54620" y="88404"/>
                          <a:pt x="53876" y="93935"/>
                          <a:pt x="53281" y="99343"/>
                        </a:cubicBezTo>
                        <a:cubicBezTo>
                          <a:pt x="52685" y="104750"/>
                          <a:pt x="52388" y="109538"/>
                          <a:pt x="52388" y="113705"/>
                        </a:cubicBezTo>
                        <a:cubicBezTo>
                          <a:pt x="52388" y="117872"/>
                          <a:pt x="52636" y="121245"/>
                          <a:pt x="53132" y="123825"/>
                        </a:cubicBezTo>
                        <a:cubicBezTo>
                          <a:pt x="53628" y="126405"/>
                          <a:pt x="54571" y="127695"/>
                          <a:pt x="55960" y="127695"/>
                        </a:cubicBezTo>
                        <a:cubicBezTo>
                          <a:pt x="59234" y="127695"/>
                          <a:pt x="63351" y="126380"/>
                          <a:pt x="68312" y="123751"/>
                        </a:cubicBezTo>
                        <a:cubicBezTo>
                          <a:pt x="73273" y="121121"/>
                          <a:pt x="78482" y="117500"/>
                          <a:pt x="83939" y="112886"/>
                        </a:cubicBezTo>
                        <a:cubicBezTo>
                          <a:pt x="89396" y="108273"/>
                          <a:pt x="94853" y="102815"/>
                          <a:pt x="100310" y="96515"/>
                        </a:cubicBezTo>
                        <a:cubicBezTo>
                          <a:pt x="105767" y="90215"/>
                          <a:pt x="110679" y="83393"/>
                          <a:pt x="115044" y="76051"/>
                        </a:cubicBezTo>
                        <a:cubicBezTo>
                          <a:pt x="119410" y="68709"/>
                          <a:pt x="122957" y="60970"/>
                          <a:pt x="125686" y="52834"/>
                        </a:cubicBezTo>
                        <a:cubicBezTo>
                          <a:pt x="128414" y="44698"/>
                          <a:pt x="129778" y="36513"/>
                          <a:pt x="129778" y="28277"/>
                        </a:cubicBezTo>
                        <a:cubicBezTo>
                          <a:pt x="129778" y="24706"/>
                          <a:pt x="129009" y="21952"/>
                          <a:pt x="127471" y="20017"/>
                        </a:cubicBezTo>
                        <a:cubicBezTo>
                          <a:pt x="125934" y="18083"/>
                          <a:pt x="123528" y="17115"/>
                          <a:pt x="120253" y="17115"/>
                        </a:cubicBezTo>
                        <a:cubicBezTo>
                          <a:pt x="116086" y="17115"/>
                          <a:pt x="112241" y="18728"/>
                          <a:pt x="108719" y="21952"/>
                        </a:cubicBezTo>
                        <a:cubicBezTo>
                          <a:pt x="105197" y="25177"/>
                          <a:pt x="101551" y="29418"/>
                          <a:pt x="97780" y="34677"/>
                        </a:cubicBezTo>
                        <a:lnTo>
                          <a:pt x="89297" y="27087"/>
                        </a:lnTo>
                        <a:cubicBezTo>
                          <a:pt x="91678" y="23515"/>
                          <a:pt x="94481" y="20092"/>
                          <a:pt x="97706" y="16818"/>
                        </a:cubicBezTo>
                        <a:cubicBezTo>
                          <a:pt x="100930" y="13543"/>
                          <a:pt x="104354" y="10666"/>
                          <a:pt x="107975" y="8186"/>
                        </a:cubicBezTo>
                        <a:cubicBezTo>
                          <a:pt x="111596" y="5705"/>
                          <a:pt x="115342" y="3721"/>
                          <a:pt x="119212" y="2232"/>
                        </a:cubicBezTo>
                        <a:cubicBezTo>
                          <a:pt x="123081" y="744"/>
                          <a:pt x="126851" y="0"/>
                          <a:pt x="130522" y="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sz="2400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CB1EE383-1D31-4215-BB9A-E98F05CA1DBA}"/>
                      </a:ext>
                    </a:extLst>
                  </p:cNvPr>
                  <p:cNvSpPr txBox="1"/>
                  <p:nvPr/>
                </p:nvSpPr>
                <p:spPr>
                  <a:xfrm>
                    <a:off x="2881867" y="4165937"/>
                    <a:ext cx="226190" cy="23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190" h="232537">
                        <a:moveTo>
                          <a:pt x="211289" y="82954"/>
                        </a:moveTo>
                        <a:cubicBezTo>
                          <a:pt x="214359" y="82954"/>
                          <a:pt x="217065" y="83107"/>
                          <a:pt x="219409" y="83414"/>
                        </a:cubicBezTo>
                        <a:cubicBezTo>
                          <a:pt x="221753" y="83721"/>
                          <a:pt x="224014" y="84098"/>
                          <a:pt x="226190" y="84544"/>
                        </a:cubicBezTo>
                        <a:lnTo>
                          <a:pt x="222758" y="100115"/>
                        </a:lnTo>
                        <a:lnTo>
                          <a:pt x="214470" y="100115"/>
                        </a:lnTo>
                        <a:cubicBezTo>
                          <a:pt x="214079" y="96934"/>
                          <a:pt x="213131" y="94604"/>
                          <a:pt x="211624" y="93125"/>
                        </a:cubicBezTo>
                        <a:cubicBezTo>
                          <a:pt x="210117" y="91646"/>
                          <a:pt x="208108" y="90907"/>
                          <a:pt x="205596" y="90907"/>
                        </a:cubicBezTo>
                        <a:cubicBezTo>
                          <a:pt x="202694" y="90907"/>
                          <a:pt x="200252" y="91534"/>
                          <a:pt x="198271" y="92790"/>
                        </a:cubicBezTo>
                        <a:cubicBezTo>
                          <a:pt x="196290" y="94046"/>
                          <a:pt x="194560" y="95943"/>
                          <a:pt x="193081" y="98483"/>
                        </a:cubicBezTo>
                        <a:cubicBezTo>
                          <a:pt x="191602" y="101022"/>
                          <a:pt x="190332" y="103994"/>
                          <a:pt x="189272" y="107399"/>
                        </a:cubicBezTo>
                        <a:cubicBezTo>
                          <a:pt x="188211" y="110803"/>
                          <a:pt x="187486" y="113761"/>
                          <a:pt x="187095" y="116272"/>
                        </a:cubicBezTo>
                        <a:lnTo>
                          <a:pt x="210284" y="116272"/>
                        </a:lnTo>
                        <a:lnTo>
                          <a:pt x="208443" y="125565"/>
                        </a:lnTo>
                        <a:lnTo>
                          <a:pt x="185170" y="125565"/>
                        </a:lnTo>
                        <a:lnTo>
                          <a:pt x="170017" y="197309"/>
                        </a:lnTo>
                        <a:cubicBezTo>
                          <a:pt x="167394" y="209532"/>
                          <a:pt x="163138" y="218587"/>
                          <a:pt x="157250" y="224475"/>
                        </a:cubicBezTo>
                        <a:lnTo>
                          <a:pt x="135739" y="232537"/>
                        </a:lnTo>
                        <a:lnTo>
                          <a:pt x="128133" y="232537"/>
                        </a:lnTo>
                        <a:lnTo>
                          <a:pt x="128996" y="228493"/>
                        </a:lnTo>
                        <a:cubicBezTo>
                          <a:pt x="129275" y="227014"/>
                          <a:pt x="129610" y="225577"/>
                          <a:pt x="130001" y="224182"/>
                        </a:cubicBezTo>
                        <a:cubicBezTo>
                          <a:pt x="130336" y="224294"/>
                          <a:pt x="130810" y="224350"/>
                          <a:pt x="131424" y="224350"/>
                        </a:cubicBezTo>
                        <a:cubicBezTo>
                          <a:pt x="132038" y="224350"/>
                          <a:pt x="132903" y="224350"/>
                          <a:pt x="134019" y="224350"/>
                        </a:cubicBezTo>
                        <a:cubicBezTo>
                          <a:pt x="136196" y="224350"/>
                          <a:pt x="138191" y="224001"/>
                          <a:pt x="140005" y="223303"/>
                        </a:cubicBezTo>
                        <a:cubicBezTo>
                          <a:pt x="141819" y="222605"/>
                          <a:pt x="143479" y="221350"/>
                          <a:pt x="144986" y="219536"/>
                        </a:cubicBezTo>
                        <a:cubicBezTo>
                          <a:pt x="146493" y="217722"/>
                          <a:pt x="147874" y="215238"/>
                          <a:pt x="149130" y="212085"/>
                        </a:cubicBezTo>
                        <a:cubicBezTo>
                          <a:pt x="150386" y="208932"/>
                          <a:pt x="151572" y="204872"/>
                          <a:pt x="152688" y="199905"/>
                        </a:cubicBezTo>
                        <a:lnTo>
                          <a:pt x="169431" y="125565"/>
                        </a:lnTo>
                        <a:lnTo>
                          <a:pt x="155032" y="125565"/>
                        </a:lnTo>
                        <a:lnTo>
                          <a:pt x="156539" y="119119"/>
                        </a:lnTo>
                        <a:cubicBezTo>
                          <a:pt x="159608" y="118951"/>
                          <a:pt x="162050" y="118756"/>
                          <a:pt x="163864" y="118533"/>
                        </a:cubicBezTo>
                        <a:cubicBezTo>
                          <a:pt x="165678" y="118310"/>
                          <a:pt x="167213" y="117821"/>
                          <a:pt x="168468" y="117068"/>
                        </a:cubicBezTo>
                        <a:cubicBezTo>
                          <a:pt x="169724" y="116314"/>
                          <a:pt x="170659" y="115045"/>
                          <a:pt x="171273" y="113259"/>
                        </a:cubicBezTo>
                        <a:cubicBezTo>
                          <a:pt x="174510" y="103045"/>
                          <a:pt x="179379" y="95441"/>
                          <a:pt x="185881" y="90446"/>
                        </a:cubicBezTo>
                        <a:cubicBezTo>
                          <a:pt x="192383" y="85451"/>
                          <a:pt x="200852" y="82954"/>
                          <a:pt x="211289" y="82954"/>
                        </a:cubicBezTo>
                        <a:close/>
                        <a:moveTo>
                          <a:pt x="74004" y="9823"/>
                        </a:moveTo>
                        <a:cubicBezTo>
                          <a:pt x="70060" y="9823"/>
                          <a:pt x="65893" y="9972"/>
                          <a:pt x="61503" y="10269"/>
                        </a:cubicBezTo>
                        <a:lnTo>
                          <a:pt x="47215" y="74898"/>
                        </a:lnTo>
                        <a:lnTo>
                          <a:pt x="60387" y="74898"/>
                        </a:lnTo>
                        <a:cubicBezTo>
                          <a:pt x="71177" y="74898"/>
                          <a:pt x="79697" y="73447"/>
                          <a:pt x="85948" y="70545"/>
                        </a:cubicBezTo>
                        <a:cubicBezTo>
                          <a:pt x="92199" y="67643"/>
                          <a:pt x="97147" y="62880"/>
                          <a:pt x="100793" y="56257"/>
                        </a:cubicBezTo>
                        <a:cubicBezTo>
                          <a:pt x="104440" y="49635"/>
                          <a:pt x="106263" y="42491"/>
                          <a:pt x="106263" y="34826"/>
                        </a:cubicBezTo>
                        <a:cubicBezTo>
                          <a:pt x="106263" y="31626"/>
                          <a:pt x="105965" y="28780"/>
                          <a:pt x="105370" y="26287"/>
                        </a:cubicBezTo>
                        <a:cubicBezTo>
                          <a:pt x="104775" y="23794"/>
                          <a:pt x="103993" y="21729"/>
                          <a:pt x="103026" y="20092"/>
                        </a:cubicBezTo>
                        <a:cubicBezTo>
                          <a:pt x="102058" y="18455"/>
                          <a:pt x="100831" y="17004"/>
                          <a:pt x="99342" y="15739"/>
                        </a:cubicBezTo>
                        <a:cubicBezTo>
                          <a:pt x="97854" y="14474"/>
                          <a:pt x="95994" y="13376"/>
                          <a:pt x="93761" y="12446"/>
                        </a:cubicBezTo>
                        <a:cubicBezTo>
                          <a:pt x="91529" y="11516"/>
                          <a:pt x="88943" y="10846"/>
                          <a:pt x="86004" y="10437"/>
                        </a:cubicBezTo>
                        <a:cubicBezTo>
                          <a:pt x="83064" y="10028"/>
                          <a:pt x="79064" y="9823"/>
                          <a:pt x="74004" y="9823"/>
                        </a:cubicBezTo>
                        <a:close/>
                        <a:moveTo>
                          <a:pt x="29244" y="0"/>
                        </a:moveTo>
                        <a:lnTo>
                          <a:pt x="78916" y="0"/>
                        </a:lnTo>
                        <a:cubicBezTo>
                          <a:pt x="86804" y="0"/>
                          <a:pt x="93240" y="465"/>
                          <a:pt x="98226" y="1396"/>
                        </a:cubicBezTo>
                        <a:cubicBezTo>
                          <a:pt x="103212" y="2326"/>
                          <a:pt x="107472" y="3721"/>
                          <a:pt x="111007" y="5581"/>
                        </a:cubicBezTo>
                        <a:cubicBezTo>
                          <a:pt x="114541" y="7442"/>
                          <a:pt x="117499" y="9842"/>
                          <a:pt x="119881" y="12781"/>
                        </a:cubicBezTo>
                        <a:cubicBezTo>
                          <a:pt x="122262" y="15720"/>
                          <a:pt x="124048" y="19032"/>
                          <a:pt x="125238" y="22715"/>
                        </a:cubicBezTo>
                        <a:cubicBezTo>
                          <a:pt x="126429" y="26399"/>
                          <a:pt x="127024" y="30324"/>
                          <a:pt x="127024" y="34491"/>
                        </a:cubicBezTo>
                        <a:cubicBezTo>
                          <a:pt x="127024" y="45951"/>
                          <a:pt x="123527" y="55699"/>
                          <a:pt x="116532" y="63736"/>
                        </a:cubicBezTo>
                        <a:cubicBezTo>
                          <a:pt x="109537" y="71773"/>
                          <a:pt x="99231" y="77875"/>
                          <a:pt x="85613" y="82042"/>
                        </a:cubicBezTo>
                        <a:lnTo>
                          <a:pt x="85613" y="83270"/>
                        </a:lnTo>
                        <a:cubicBezTo>
                          <a:pt x="89185" y="85949"/>
                          <a:pt x="92068" y="89148"/>
                          <a:pt x="94264" y="92869"/>
                        </a:cubicBezTo>
                        <a:cubicBezTo>
                          <a:pt x="96459" y="96590"/>
                          <a:pt x="98226" y="101762"/>
                          <a:pt x="99566" y="108385"/>
                        </a:cubicBezTo>
                        <a:lnTo>
                          <a:pt x="102133" y="121333"/>
                        </a:lnTo>
                        <a:cubicBezTo>
                          <a:pt x="102951" y="125425"/>
                          <a:pt x="103882" y="129109"/>
                          <a:pt x="104923" y="132383"/>
                        </a:cubicBezTo>
                        <a:cubicBezTo>
                          <a:pt x="105965" y="135657"/>
                          <a:pt x="107212" y="138262"/>
                          <a:pt x="108663" y="140197"/>
                        </a:cubicBezTo>
                        <a:cubicBezTo>
                          <a:pt x="110114" y="142131"/>
                          <a:pt x="111751" y="143582"/>
                          <a:pt x="113574" y="144550"/>
                        </a:cubicBezTo>
                        <a:cubicBezTo>
                          <a:pt x="115397" y="145517"/>
                          <a:pt x="118057" y="146298"/>
                          <a:pt x="121555" y="146894"/>
                        </a:cubicBezTo>
                        <a:lnTo>
                          <a:pt x="120439" y="152363"/>
                        </a:lnTo>
                        <a:lnTo>
                          <a:pt x="89520" y="152363"/>
                        </a:lnTo>
                        <a:cubicBezTo>
                          <a:pt x="87138" y="145740"/>
                          <a:pt x="85018" y="137852"/>
                          <a:pt x="83157" y="128700"/>
                        </a:cubicBezTo>
                        <a:lnTo>
                          <a:pt x="78246" y="105036"/>
                        </a:lnTo>
                        <a:cubicBezTo>
                          <a:pt x="77427" y="100943"/>
                          <a:pt x="76441" y="97501"/>
                          <a:pt x="75288" y="94711"/>
                        </a:cubicBezTo>
                        <a:cubicBezTo>
                          <a:pt x="74135" y="91920"/>
                          <a:pt x="72758" y="89762"/>
                          <a:pt x="71158" y="88237"/>
                        </a:cubicBezTo>
                        <a:cubicBezTo>
                          <a:pt x="69558" y="86711"/>
                          <a:pt x="67698" y="85707"/>
                          <a:pt x="65577" y="85223"/>
                        </a:cubicBezTo>
                        <a:cubicBezTo>
                          <a:pt x="63456" y="84739"/>
                          <a:pt x="60870" y="84498"/>
                          <a:pt x="57819" y="84498"/>
                        </a:cubicBezTo>
                        <a:lnTo>
                          <a:pt x="45094" y="84498"/>
                        </a:lnTo>
                        <a:lnTo>
                          <a:pt x="37281" y="119882"/>
                        </a:lnTo>
                        <a:cubicBezTo>
                          <a:pt x="36611" y="122784"/>
                          <a:pt x="36146" y="125090"/>
                          <a:pt x="35886" y="126802"/>
                        </a:cubicBezTo>
                        <a:cubicBezTo>
                          <a:pt x="35625" y="128514"/>
                          <a:pt x="35402" y="130318"/>
                          <a:pt x="35216" y="132216"/>
                        </a:cubicBezTo>
                        <a:cubicBezTo>
                          <a:pt x="35030" y="134113"/>
                          <a:pt x="34937" y="135806"/>
                          <a:pt x="34937" y="137294"/>
                        </a:cubicBezTo>
                        <a:cubicBezTo>
                          <a:pt x="34937" y="139601"/>
                          <a:pt x="35309" y="141406"/>
                          <a:pt x="36053" y="142708"/>
                        </a:cubicBezTo>
                        <a:cubicBezTo>
                          <a:pt x="36797" y="144010"/>
                          <a:pt x="37913" y="144959"/>
                          <a:pt x="39402" y="145554"/>
                        </a:cubicBezTo>
                        <a:cubicBezTo>
                          <a:pt x="40890" y="146150"/>
                          <a:pt x="43457" y="146596"/>
                          <a:pt x="47104" y="146894"/>
                        </a:cubicBezTo>
                        <a:lnTo>
                          <a:pt x="45876" y="152363"/>
                        </a:lnTo>
                        <a:lnTo>
                          <a:pt x="0" y="152363"/>
                        </a:lnTo>
                        <a:lnTo>
                          <a:pt x="1227" y="146894"/>
                        </a:lnTo>
                        <a:cubicBezTo>
                          <a:pt x="4055" y="146447"/>
                          <a:pt x="6176" y="145722"/>
                          <a:pt x="7590" y="144717"/>
                        </a:cubicBezTo>
                        <a:cubicBezTo>
                          <a:pt x="9004" y="143713"/>
                          <a:pt x="10194" y="142317"/>
                          <a:pt x="11162" y="140531"/>
                        </a:cubicBezTo>
                        <a:cubicBezTo>
                          <a:pt x="12129" y="138745"/>
                          <a:pt x="13022" y="136569"/>
                          <a:pt x="13841" y="134002"/>
                        </a:cubicBezTo>
                        <a:cubicBezTo>
                          <a:pt x="14659" y="131434"/>
                          <a:pt x="15887" y="126467"/>
                          <a:pt x="17524" y="119100"/>
                        </a:cubicBezTo>
                        <a:lnTo>
                          <a:pt x="36500" y="33152"/>
                        </a:lnTo>
                        <a:cubicBezTo>
                          <a:pt x="38137" y="25710"/>
                          <a:pt x="38955" y="19832"/>
                          <a:pt x="38955" y="15516"/>
                        </a:cubicBezTo>
                        <a:cubicBezTo>
                          <a:pt x="38955" y="11869"/>
                          <a:pt x="38100" y="9339"/>
                          <a:pt x="36388" y="7925"/>
                        </a:cubicBezTo>
                        <a:cubicBezTo>
                          <a:pt x="34676" y="6512"/>
                          <a:pt x="31886" y="5693"/>
                          <a:pt x="28016" y="54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FF5EF802-2ADB-44F1-96A4-288CBF7AB2FD}"/>
                      </a:ext>
                    </a:extLst>
                  </p:cNvPr>
                  <p:cNvSpPr txBox="1"/>
                  <p:nvPr/>
                </p:nvSpPr>
                <p:spPr>
                  <a:xfrm>
                    <a:off x="3470526" y="4175190"/>
                    <a:ext cx="239483" cy="199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483" h="199988">
                        <a:moveTo>
                          <a:pt x="198043" y="100283"/>
                        </a:moveTo>
                        <a:cubicBezTo>
                          <a:pt x="196704" y="100283"/>
                          <a:pt x="195169" y="100311"/>
                          <a:pt x="193439" y="100366"/>
                        </a:cubicBezTo>
                        <a:cubicBezTo>
                          <a:pt x="191709" y="100422"/>
                          <a:pt x="190034" y="100450"/>
                          <a:pt x="188416" y="100450"/>
                        </a:cubicBezTo>
                        <a:lnTo>
                          <a:pt x="178454" y="144234"/>
                        </a:lnTo>
                        <a:lnTo>
                          <a:pt x="188416" y="144234"/>
                        </a:lnTo>
                        <a:cubicBezTo>
                          <a:pt x="199466" y="144234"/>
                          <a:pt x="207950" y="141987"/>
                          <a:pt x="213866" y="137494"/>
                        </a:cubicBezTo>
                        <a:cubicBezTo>
                          <a:pt x="219781" y="133002"/>
                          <a:pt x="222739" y="126179"/>
                          <a:pt x="222739" y="117026"/>
                        </a:cubicBezTo>
                        <a:cubicBezTo>
                          <a:pt x="222739" y="113956"/>
                          <a:pt x="222279" y="111347"/>
                          <a:pt x="221358" y="109198"/>
                        </a:cubicBezTo>
                        <a:cubicBezTo>
                          <a:pt x="220437" y="107050"/>
                          <a:pt x="218972" y="105320"/>
                          <a:pt x="216963" y="104008"/>
                        </a:cubicBezTo>
                        <a:cubicBezTo>
                          <a:pt x="214954" y="102697"/>
                          <a:pt x="212401" y="101748"/>
                          <a:pt x="209303" y="101162"/>
                        </a:cubicBezTo>
                        <a:cubicBezTo>
                          <a:pt x="206206" y="100576"/>
                          <a:pt x="202452" y="100283"/>
                          <a:pt x="198043" y="100283"/>
                        </a:cubicBezTo>
                        <a:close/>
                        <a:moveTo>
                          <a:pt x="162715" y="91409"/>
                        </a:moveTo>
                        <a:lnTo>
                          <a:pt x="201141" y="91409"/>
                        </a:lnTo>
                        <a:cubicBezTo>
                          <a:pt x="208508" y="91409"/>
                          <a:pt x="214647" y="92051"/>
                          <a:pt x="219558" y="93334"/>
                        </a:cubicBezTo>
                        <a:cubicBezTo>
                          <a:pt x="224470" y="94618"/>
                          <a:pt x="228404" y="96390"/>
                          <a:pt x="231362" y="98650"/>
                        </a:cubicBezTo>
                        <a:cubicBezTo>
                          <a:pt x="234320" y="100911"/>
                          <a:pt x="236413" y="103576"/>
                          <a:pt x="237641" y="106645"/>
                        </a:cubicBezTo>
                        <a:cubicBezTo>
                          <a:pt x="238869" y="109715"/>
                          <a:pt x="239483" y="113035"/>
                          <a:pt x="239483" y="116607"/>
                        </a:cubicBezTo>
                        <a:cubicBezTo>
                          <a:pt x="239483" y="124867"/>
                          <a:pt x="236957" y="131760"/>
                          <a:pt x="231906" y="137285"/>
                        </a:cubicBezTo>
                        <a:cubicBezTo>
                          <a:pt x="226855" y="142810"/>
                          <a:pt x="219195" y="147024"/>
                          <a:pt x="208926" y="149926"/>
                        </a:cubicBezTo>
                        <a:cubicBezTo>
                          <a:pt x="208815" y="150149"/>
                          <a:pt x="208759" y="150345"/>
                          <a:pt x="208759" y="150512"/>
                        </a:cubicBezTo>
                        <a:cubicBezTo>
                          <a:pt x="208759" y="150680"/>
                          <a:pt x="208759" y="150875"/>
                          <a:pt x="208759" y="151098"/>
                        </a:cubicBezTo>
                        <a:cubicBezTo>
                          <a:pt x="211382" y="152884"/>
                          <a:pt x="213489" y="155117"/>
                          <a:pt x="215079" y="157795"/>
                        </a:cubicBezTo>
                        <a:cubicBezTo>
                          <a:pt x="216670" y="160474"/>
                          <a:pt x="218051" y="164018"/>
                          <a:pt x="219223" y="168427"/>
                        </a:cubicBezTo>
                        <a:cubicBezTo>
                          <a:pt x="220563" y="173674"/>
                          <a:pt x="221665" y="177915"/>
                          <a:pt x="222530" y="181152"/>
                        </a:cubicBezTo>
                        <a:cubicBezTo>
                          <a:pt x="223395" y="184389"/>
                          <a:pt x="224400" y="186943"/>
                          <a:pt x="225544" y="188812"/>
                        </a:cubicBezTo>
                        <a:cubicBezTo>
                          <a:pt x="226688" y="190682"/>
                          <a:pt x="228139" y="192049"/>
                          <a:pt x="229897" y="192914"/>
                        </a:cubicBezTo>
                        <a:cubicBezTo>
                          <a:pt x="231655" y="193779"/>
                          <a:pt x="234041" y="194435"/>
                          <a:pt x="237055" y="194882"/>
                        </a:cubicBezTo>
                        <a:lnTo>
                          <a:pt x="235883" y="199988"/>
                        </a:lnTo>
                        <a:lnTo>
                          <a:pt x="211522" y="199988"/>
                        </a:lnTo>
                        <a:cubicBezTo>
                          <a:pt x="210517" y="197812"/>
                          <a:pt x="209540" y="195147"/>
                          <a:pt x="208591" y="191993"/>
                        </a:cubicBezTo>
                        <a:cubicBezTo>
                          <a:pt x="207643" y="188840"/>
                          <a:pt x="206806" y="185757"/>
                          <a:pt x="206080" y="182743"/>
                        </a:cubicBezTo>
                        <a:cubicBezTo>
                          <a:pt x="204964" y="178334"/>
                          <a:pt x="204029" y="174525"/>
                          <a:pt x="203275" y="171316"/>
                        </a:cubicBezTo>
                        <a:cubicBezTo>
                          <a:pt x="202522" y="168106"/>
                          <a:pt x="201783" y="165400"/>
                          <a:pt x="201057" y="163195"/>
                        </a:cubicBezTo>
                        <a:cubicBezTo>
                          <a:pt x="200331" y="160991"/>
                          <a:pt x="199578" y="159233"/>
                          <a:pt x="198797" y="157921"/>
                        </a:cubicBezTo>
                        <a:cubicBezTo>
                          <a:pt x="198015" y="156609"/>
                          <a:pt x="197094" y="155563"/>
                          <a:pt x="196034" y="154782"/>
                        </a:cubicBezTo>
                        <a:cubicBezTo>
                          <a:pt x="194974" y="154000"/>
                          <a:pt x="193690" y="153484"/>
                          <a:pt x="192183" y="153233"/>
                        </a:cubicBezTo>
                        <a:cubicBezTo>
                          <a:pt x="190676" y="152982"/>
                          <a:pt x="188835" y="152800"/>
                          <a:pt x="186658" y="152689"/>
                        </a:cubicBezTo>
                        <a:lnTo>
                          <a:pt x="176696" y="152689"/>
                        </a:lnTo>
                        <a:cubicBezTo>
                          <a:pt x="176026" y="155647"/>
                          <a:pt x="175300" y="158828"/>
                          <a:pt x="174519" y="162232"/>
                        </a:cubicBezTo>
                        <a:cubicBezTo>
                          <a:pt x="173738" y="165637"/>
                          <a:pt x="172970" y="168958"/>
                          <a:pt x="172217" y="172195"/>
                        </a:cubicBezTo>
                        <a:cubicBezTo>
                          <a:pt x="171463" y="175432"/>
                          <a:pt x="170836" y="178459"/>
                          <a:pt x="170333" y="181278"/>
                        </a:cubicBezTo>
                        <a:cubicBezTo>
                          <a:pt x="169831" y="184096"/>
                          <a:pt x="169580" y="186370"/>
                          <a:pt x="169580" y="188101"/>
                        </a:cubicBezTo>
                        <a:cubicBezTo>
                          <a:pt x="169580" y="189273"/>
                          <a:pt x="169719" y="190263"/>
                          <a:pt x="169998" y="191073"/>
                        </a:cubicBezTo>
                        <a:cubicBezTo>
                          <a:pt x="170278" y="191882"/>
                          <a:pt x="170766" y="192538"/>
                          <a:pt x="171463" y="193040"/>
                        </a:cubicBezTo>
                        <a:cubicBezTo>
                          <a:pt x="172161" y="193542"/>
                          <a:pt x="173110" y="193933"/>
                          <a:pt x="174310" y="194212"/>
                        </a:cubicBezTo>
                        <a:cubicBezTo>
                          <a:pt x="175510" y="194491"/>
                          <a:pt x="177031" y="194714"/>
                          <a:pt x="178872" y="194882"/>
                        </a:cubicBezTo>
                        <a:lnTo>
                          <a:pt x="177784" y="199988"/>
                        </a:lnTo>
                        <a:lnTo>
                          <a:pt x="142037" y="199988"/>
                        </a:lnTo>
                        <a:lnTo>
                          <a:pt x="142958" y="194882"/>
                        </a:lnTo>
                        <a:cubicBezTo>
                          <a:pt x="144688" y="194603"/>
                          <a:pt x="146098" y="194254"/>
                          <a:pt x="147186" y="193835"/>
                        </a:cubicBezTo>
                        <a:cubicBezTo>
                          <a:pt x="148274" y="193417"/>
                          <a:pt x="149251" y="192607"/>
                          <a:pt x="150116" y="191407"/>
                        </a:cubicBezTo>
                        <a:cubicBezTo>
                          <a:pt x="150981" y="190207"/>
                          <a:pt x="151776" y="188408"/>
                          <a:pt x="152502" y="186008"/>
                        </a:cubicBezTo>
                        <a:cubicBezTo>
                          <a:pt x="153227" y="183608"/>
                          <a:pt x="154065" y="180259"/>
                          <a:pt x="155013" y="175962"/>
                        </a:cubicBezTo>
                        <a:lnTo>
                          <a:pt x="168743" y="114933"/>
                        </a:lnTo>
                        <a:cubicBezTo>
                          <a:pt x="169301" y="112477"/>
                          <a:pt x="169719" y="110301"/>
                          <a:pt x="169998" y="108403"/>
                        </a:cubicBezTo>
                        <a:cubicBezTo>
                          <a:pt x="170278" y="106506"/>
                          <a:pt x="170417" y="104943"/>
                          <a:pt x="170417" y="103715"/>
                        </a:cubicBezTo>
                        <a:cubicBezTo>
                          <a:pt x="170417" y="101204"/>
                          <a:pt x="169789" y="99418"/>
                          <a:pt x="168533" y="98357"/>
                        </a:cubicBezTo>
                        <a:cubicBezTo>
                          <a:pt x="167278" y="97297"/>
                          <a:pt x="164920" y="96739"/>
                          <a:pt x="161459" y="96683"/>
                        </a:cubicBezTo>
                        <a:close/>
                        <a:moveTo>
                          <a:pt x="74004" y="9823"/>
                        </a:moveTo>
                        <a:cubicBezTo>
                          <a:pt x="70060" y="9823"/>
                          <a:pt x="65893" y="9972"/>
                          <a:pt x="61503" y="10269"/>
                        </a:cubicBezTo>
                        <a:lnTo>
                          <a:pt x="47215" y="74898"/>
                        </a:lnTo>
                        <a:lnTo>
                          <a:pt x="60387" y="74898"/>
                        </a:lnTo>
                        <a:cubicBezTo>
                          <a:pt x="71177" y="74898"/>
                          <a:pt x="79697" y="73447"/>
                          <a:pt x="85948" y="70545"/>
                        </a:cubicBezTo>
                        <a:cubicBezTo>
                          <a:pt x="92199" y="67643"/>
                          <a:pt x="97147" y="62880"/>
                          <a:pt x="100793" y="56257"/>
                        </a:cubicBezTo>
                        <a:cubicBezTo>
                          <a:pt x="104440" y="49635"/>
                          <a:pt x="106263" y="42491"/>
                          <a:pt x="106263" y="34826"/>
                        </a:cubicBezTo>
                        <a:cubicBezTo>
                          <a:pt x="106263" y="31626"/>
                          <a:pt x="105965" y="28780"/>
                          <a:pt x="105370" y="26287"/>
                        </a:cubicBezTo>
                        <a:cubicBezTo>
                          <a:pt x="104775" y="23794"/>
                          <a:pt x="103993" y="21729"/>
                          <a:pt x="103026" y="20092"/>
                        </a:cubicBezTo>
                        <a:cubicBezTo>
                          <a:pt x="102058" y="18455"/>
                          <a:pt x="100831" y="17004"/>
                          <a:pt x="99342" y="15739"/>
                        </a:cubicBezTo>
                        <a:cubicBezTo>
                          <a:pt x="97854" y="14474"/>
                          <a:pt x="95994" y="13376"/>
                          <a:pt x="93761" y="12446"/>
                        </a:cubicBezTo>
                        <a:cubicBezTo>
                          <a:pt x="91529" y="11516"/>
                          <a:pt x="88943" y="10846"/>
                          <a:pt x="86004" y="10437"/>
                        </a:cubicBezTo>
                        <a:cubicBezTo>
                          <a:pt x="83064" y="10028"/>
                          <a:pt x="79064" y="9823"/>
                          <a:pt x="74004" y="9823"/>
                        </a:cubicBezTo>
                        <a:close/>
                        <a:moveTo>
                          <a:pt x="29244" y="0"/>
                        </a:moveTo>
                        <a:lnTo>
                          <a:pt x="78916" y="0"/>
                        </a:lnTo>
                        <a:cubicBezTo>
                          <a:pt x="86804" y="0"/>
                          <a:pt x="93240" y="465"/>
                          <a:pt x="98226" y="1396"/>
                        </a:cubicBezTo>
                        <a:cubicBezTo>
                          <a:pt x="103212" y="2326"/>
                          <a:pt x="107472" y="3721"/>
                          <a:pt x="111007" y="5581"/>
                        </a:cubicBezTo>
                        <a:cubicBezTo>
                          <a:pt x="114541" y="7442"/>
                          <a:pt x="117499" y="9842"/>
                          <a:pt x="119881" y="12781"/>
                        </a:cubicBezTo>
                        <a:cubicBezTo>
                          <a:pt x="122262" y="15720"/>
                          <a:pt x="124048" y="19032"/>
                          <a:pt x="125238" y="22715"/>
                        </a:cubicBezTo>
                        <a:cubicBezTo>
                          <a:pt x="126429" y="26399"/>
                          <a:pt x="127024" y="30324"/>
                          <a:pt x="127024" y="34491"/>
                        </a:cubicBezTo>
                        <a:cubicBezTo>
                          <a:pt x="127024" y="45951"/>
                          <a:pt x="123527" y="55699"/>
                          <a:pt x="116532" y="63736"/>
                        </a:cubicBezTo>
                        <a:cubicBezTo>
                          <a:pt x="109537" y="71773"/>
                          <a:pt x="99231" y="77875"/>
                          <a:pt x="85613" y="82042"/>
                        </a:cubicBezTo>
                        <a:lnTo>
                          <a:pt x="85613" y="83270"/>
                        </a:lnTo>
                        <a:cubicBezTo>
                          <a:pt x="89185" y="85949"/>
                          <a:pt x="92068" y="89148"/>
                          <a:pt x="94264" y="92869"/>
                        </a:cubicBezTo>
                        <a:cubicBezTo>
                          <a:pt x="96459" y="96590"/>
                          <a:pt x="98226" y="101762"/>
                          <a:pt x="99566" y="108385"/>
                        </a:cubicBezTo>
                        <a:lnTo>
                          <a:pt x="102133" y="121333"/>
                        </a:lnTo>
                        <a:cubicBezTo>
                          <a:pt x="102951" y="125425"/>
                          <a:pt x="103882" y="129109"/>
                          <a:pt x="104923" y="132383"/>
                        </a:cubicBezTo>
                        <a:cubicBezTo>
                          <a:pt x="105965" y="135657"/>
                          <a:pt x="107212" y="138262"/>
                          <a:pt x="108663" y="140197"/>
                        </a:cubicBezTo>
                        <a:cubicBezTo>
                          <a:pt x="110114" y="142131"/>
                          <a:pt x="111751" y="143582"/>
                          <a:pt x="113574" y="144550"/>
                        </a:cubicBezTo>
                        <a:cubicBezTo>
                          <a:pt x="115397" y="145517"/>
                          <a:pt x="118057" y="146298"/>
                          <a:pt x="121555" y="146894"/>
                        </a:cubicBezTo>
                        <a:lnTo>
                          <a:pt x="120439" y="152363"/>
                        </a:lnTo>
                        <a:lnTo>
                          <a:pt x="89520" y="152363"/>
                        </a:lnTo>
                        <a:cubicBezTo>
                          <a:pt x="87138" y="145740"/>
                          <a:pt x="85018" y="137852"/>
                          <a:pt x="83157" y="128700"/>
                        </a:cubicBezTo>
                        <a:lnTo>
                          <a:pt x="78246" y="105036"/>
                        </a:lnTo>
                        <a:cubicBezTo>
                          <a:pt x="77427" y="100943"/>
                          <a:pt x="76441" y="97501"/>
                          <a:pt x="75288" y="94711"/>
                        </a:cubicBezTo>
                        <a:cubicBezTo>
                          <a:pt x="74135" y="91920"/>
                          <a:pt x="72758" y="89762"/>
                          <a:pt x="71158" y="88237"/>
                        </a:cubicBezTo>
                        <a:cubicBezTo>
                          <a:pt x="69558" y="86711"/>
                          <a:pt x="67698" y="85707"/>
                          <a:pt x="65577" y="85223"/>
                        </a:cubicBezTo>
                        <a:cubicBezTo>
                          <a:pt x="63456" y="84739"/>
                          <a:pt x="60870" y="84498"/>
                          <a:pt x="57819" y="84498"/>
                        </a:cubicBezTo>
                        <a:lnTo>
                          <a:pt x="45094" y="84498"/>
                        </a:lnTo>
                        <a:lnTo>
                          <a:pt x="37281" y="119882"/>
                        </a:lnTo>
                        <a:cubicBezTo>
                          <a:pt x="36611" y="122784"/>
                          <a:pt x="36146" y="125090"/>
                          <a:pt x="35886" y="126802"/>
                        </a:cubicBezTo>
                        <a:cubicBezTo>
                          <a:pt x="35625" y="128514"/>
                          <a:pt x="35402" y="130318"/>
                          <a:pt x="35216" y="132216"/>
                        </a:cubicBezTo>
                        <a:cubicBezTo>
                          <a:pt x="35030" y="134113"/>
                          <a:pt x="34937" y="135806"/>
                          <a:pt x="34937" y="137294"/>
                        </a:cubicBezTo>
                        <a:cubicBezTo>
                          <a:pt x="34937" y="139601"/>
                          <a:pt x="35309" y="141406"/>
                          <a:pt x="36053" y="142708"/>
                        </a:cubicBezTo>
                        <a:cubicBezTo>
                          <a:pt x="36797" y="144010"/>
                          <a:pt x="37913" y="144959"/>
                          <a:pt x="39402" y="145554"/>
                        </a:cubicBezTo>
                        <a:cubicBezTo>
                          <a:pt x="40890" y="146150"/>
                          <a:pt x="43457" y="146596"/>
                          <a:pt x="47104" y="146894"/>
                        </a:cubicBezTo>
                        <a:lnTo>
                          <a:pt x="45876" y="152363"/>
                        </a:lnTo>
                        <a:lnTo>
                          <a:pt x="0" y="152363"/>
                        </a:lnTo>
                        <a:lnTo>
                          <a:pt x="1227" y="146894"/>
                        </a:lnTo>
                        <a:cubicBezTo>
                          <a:pt x="4055" y="146447"/>
                          <a:pt x="6176" y="145722"/>
                          <a:pt x="7590" y="144717"/>
                        </a:cubicBezTo>
                        <a:cubicBezTo>
                          <a:pt x="9004" y="143713"/>
                          <a:pt x="10194" y="142317"/>
                          <a:pt x="11162" y="140531"/>
                        </a:cubicBezTo>
                        <a:cubicBezTo>
                          <a:pt x="12129" y="138745"/>
                          <a:pt x="13022" y="136569"/>
                          <a:pt x="13841" y="134002"/>
                        </a:cubicBezTo>
                        <a:cubicBezTo>
                          <a:pt x="14659" y="131434"/>
                          <a:pt x="15887" y="126467"/>
                          <a:pt x="17524" y="119100"/>
                        </a:cubicBezTo>
                        <a:lnTo>
                          <a:pt x="36500" y="33152"/>
                        </a:lnTo>
                        <a:cubicBezTo>
                          <a:pt x="38137" y="25711"/>
                          <a:pt x="38955" y="19832"/>
                          <a:pt x="38955" y="15516"/>
                        </a:cubicBezTo>
                        <a:cubicBezTo>
                          <a:pt x="38955" y="11869"/>
                          <a:pt x="38100" y="9339"/>
                          <a:pt x="36388" y="7925"/>
                        </a:cubicBezTo>
                        <a:cubicBezTo>
                          <a:pt x="34676" y="6512"/>
                          <a:pt x="31886" y="5693"/>
                          <a:pt x="28016" y="54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8699BEFE-F37B-48E6-9C30-DDE2AEB4E115}"/>
                      </a:ext>
                    </a:extLst>
                  </p:cNvPr>
                  <p:cNvSpPr txBox="1"/>
                  <p:nvPr/>
                </p:nvSpPr>
                <p:spPr>
                  <a:xfrm>
                    <a:off x="2223693" y="4725690"/>
                    <a:ext cx="208843" cy="199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843" h="199988">
                        <a:moveTo>
                          <a:pt x="129899" y="91409"/>
                        </a:moveTo>
                        <a:lnTo>
                          <a:pt x="208843" y="91409"/>
                        </a:lnTo>
                        <a:lnTo>
                          <a:pt x="202899" y="117528"/>
                        </a:lnTo>
                        <a:lnTo>
                          <a:pt x="193942" y="117528"/>
                        </a:lnTo>
                        <a:cubicBezTo>
                          <a:pt x="193663" y="114459"/>
                          <a:pt x="193384" y="111835"/>
                          <a:pt x="193105" y="109659"/>
                        </a:cubicBezTo>
                        <a:cubicBezTo>
                          <a:pt x="192826" y="107482"/>
                          <a:pt x="192323" y="105696"/>
                          <a:pt x="191598" y="104301"/>
                        </a:cubicBezTo>
                        <a:cubicBezTo>
                          <a:pt x="190872" y="102906"/>
                          <a:pt x="189840" y="101901"/>
                          <a:pt x="188500" y="101287"/>
                        </a:cubicBezTo>
                        <a:cubicBezTo>
                          <a:pt x="187161" y="100673"/>
                          <a:pt x="185319" y="100339"/>
                          <a:pt x="182975" y="100283"/>
                        </a:cubicBezTo>
                        <a:lnTo>
                          <a:pt x="155600" y="100283"/>
                        </a:lnTo>
                        <a:lnTo>
                          <a:pt x="146391" y="141052"/>
                        </a:lnTo>
                        <a:lnTo>
                          <a:pt x="162883" y="141052"/>
                        </a:lnTo>
                        <a:cubicBezTo>
                          <a:pt x="164837" y="141052"/>
                          <a:pt x="166455" y="140927"/>
                          <a:pt x="167739" y="140676"/>
                        </a:cubicBezTo>
                        <a:cubicBezTo>
                          <a:pt x="169022" y="140424"/>
                          <a:pt x="170194" y="139838"/>
                          <a:pt x="171255" y="138918"/>
                        </a:cubicBezTo>
                        <a:cubicBezTo>
                          <a:pt x="172315" y="137997"/>
                          <a:pt x="173362" y="136685"/>
                          <a:pt x="174394" y="134983"/>
                        </a:cubicBezTo>
                        <a:cubicBezTo>
                          <a:pt x="175427" y="133281"/>
                          <a:pt x="176696" y="131006"/>
                          <a:pt x="178203" y="128160"/>
                        </a:cubicBezTo>
                        <a:lnTo>
                          <a:pt x="186575" y="128160"/>
                        </a:lnTo>
                        <a:lnTo>
                          <a:pt x="178538" y="162902"/>
                        </a:lnTo>
                        <a:lnTo>
                          <a:pt x="170418" y="162902"/>
                        </a:lnTo>
                        <a:cubicBezTo>
                          <a:pt x="170418" y="159888"/>
                          <a:pt x="170334" y="157502"/>
                          <a:pt x="170166" y="155744"/>
                        </a:cubicBezTo>
                        <a:cubicBezTo>
                          <a:pt x="169999" y="153986"/>
                          <a:pt x="169636" y="152661"/>
                          <a:pt x="169078" y="151768"/>
                        </a:cubicBezTo>
                        <a:cubicBezTo>
                          <a:pt x="168520" y="150875"/>
                          <a:pt x="167683" y="150317"/>
                          <a:pt x="166567" y="150094"/>
                        </a:cubicBezTo>
                        <a:cubicBezTo>
                          <a:pt x="165451" y="149870"/>
                          <a:pt x="163944" y="149759"/>
                          <a:pt x="162046" y="149759"/>
                        </a:cubicBezTo>
                        <a:lnTo>
                          <a:pt x="144466" y="149759"/>
                        </a:lnTo>
                        <a:cubicBezTo>
                          <a:pt x="143740" y="152996"/>
                          <a:pt x="142931" y="156526"/>
                          <a:pt x="142038" y="160349"/>
                        </a:cubicBezTo>
                        <a:cubicBezTo>
                          <a:pt x="141145" y="164172"/>
                          <a:pt x="140308" y="167897"/>
                          <a:pt x="139527" y="171525"/>
                        </a:cubicBezTo>
                        <a:cubicBezTo>
                          <a:pt x="138745" y="175153"/>
                          <a:pt x="138089" y="178459"/>
                          <a:pt x="137559" y="181445"/>
                        </a:cubicBezTo>
                        <a:cubicBezTo>
                          <a:pt x="137029" y="184431"/>
                          <a:pt x="136764" y="186650"/>
                          <a:pt x="136764" y="188101"/>
                        </a:cubicBezTo>
                        <a:cubicBezTo>
                          <a:pt x="136764" y="189217"/>
                          <a:pt x="136917" y="190180"/>
                          <a:pt x="137224" y="190989"/>
                        </a:cubicBezTo>
                        <a:cubicBezTo>
                          <a:pt x="137531" y="191798"/>
                          <a:pt x="138034" y="192482"/>
                          <a:pt x="138731" y="193040"/>
                        </a:cubicBezTo>
                        <a:cubicBezTo>
                          <a:pt x="139429" y="193598"/>
                          <a:pt x="140419" y="194017"/>
                          <a:pt x="141703" y="194296"/>
                        </a:cubicBezTo>
                        <a:cubicBezTo>
                          <a:pt x="142987" y="194575"/>
                          <a:pt x="144633" y="194770"/>
                          <a:pt x="146642" y="194882"/>
                        </a:cubicBezTo>
                        <a:lnTo>
                          <a:pt x="145470" y="199988"/>
                        </a:lnTo>
                        <a:lnTo>
                          <a:pt x="109221" y="199988"/>
                        </a:lnTo>
                        <a:lnTo>
                          <a:pt x="110142" y="194882"/>
                        </a:lnTo>
                        <a:cubicBezTo>
                          <a:pt x="111872" y="194603"/>
                          <a:pt x="113296" y="194254"/>
                          <a:pt x="114412" y="193835"/>
                        </a:cubicBezTo>
                        <a:cubicBezTo>
                          <a:pt x="115528" y="193417"/>
                          <a:pt x="116519" y="192607"/>
                          <a:pt x="117384" y="191407"/>
                        </a:cubicBezTo>
                        <a:cubicBezTo>
                          <a:pt x="118249" y="190207"/>
                          <a:pt x="119030" y="188408"/>
                          <a:pt x="119728" y="186008"/>
                        </a:cubicBezTo>
                        <a:cubicBezTo>
                          <a:pt x="120425" y="183608"/>
                          <a:pt x="121249" y="180259"/>
                          <a:pt x="122197" y="175962"/>
                        </a:cubicBezTo>
                        <a:lnTo>
                          <a:pt x="135927" y="114933"/>
                        </a:lnTo>
                        <a:cubicBezTo>
                          <a:pt x="136485" y="112477"/>
                          <a:pt x="136903" y="110301"/>
                          <a:pt x="137182" y="108403"/>
                        </a:cubicBezTo>
                        <a:cubicBezTo>
                          <a:pt x="137462" y="106506"/>
                          <a:pt x="137601" y="104943"/>
                          <a:pt x="137601" y="103715"/>
                        </a:cubicBezTo>
                        <a:cubicBezTo>
                          <a:pt x="137601" y="101204"/>
                          <a:pt x="136973" y="99418"/>
                          <a:pt x="135717" y="98357"/>
                        </a:cubicBezTo>
                        <a:cubicBezTo>
                          <a:pt x="134462" y="97297"/>
                          <a:pt x="132104" y="96739"/>
                          <a:pt x="128643" y="96683"/>
                        </a:cubicBezTo>
                        <a:close/>
                        <a:moveTo>
                          <a:pt x="1228" y="0"/>
                        </a:moveTo>
                        <a:lnTo>
                          <a:pt x="47439" y="0"/>
                        </a:lnTo>
                        <a:lnTo>
                          <a:pt x="46211" y="5470"/>
                        </a:lnTo>
                        <a:cubicBezTo>
                          <a:pt x="42937" y="5842"/>
                          <a:pt x="40388" y="6809"/>
                          <a:pt x="38565" y="8372"/>
                        </a:cubicBezTo>
                        <a:cubicBezTo>
                          <a:pt x="36742" y="9935"/>
                          <a:pt x="35458" y="12111"/>
                          <a:pt x="34714" y="14902"/>
                        </a:cubicBezTo>
                        <a:cubicBezTo>
                          <a:pt x="33970" y="17692"/>
                          <a:pt x="33598" y="21432"/>
                          <a:pt x="33598" y="26120"/>
                        </a:cubicBezTo>
                        <a:cubicBezTo>
                          <a:pt x="33598" y="27236"/>
                          <a:pt x="33710" y="30585"/>
                          <a:pt x="33933" y="36166"/>
                        </a:cubicBezTo>
                        <a:lnTo>
                          <a:pt x="37058" y="117872"/>
                        </a:lnTo>
                        <a:lnTo>
                          <a:pt x="37058" y="126802"/>
                        </a:lnTo>
                        <a:lnTo>
                          <a:pt x="38175" y="126802"/>
                        </a:lnTo>
                        <a:lnTo>
                          <a:pt x="86506" y="39626"/>
                        </a:lnTo>
                        <a:cubicBezTo>
                          <a:pt x="89334" y="34491"/>
                          <a:pt x="91455" y="30082"/>
                          <a:pt x="92869" y="26399"/>
                        </a:cubicBezTo>
                        <a:cubicBezTo>
                          <a:pt x="94283" y="22715"/>
                          <a:pt x="94990" y="19460"/>
                          <a:pt x="94990" y="16632"/>
                        </a:cubicBezTo>
                        <a:cubicBezTo>
                          <a:pt x="94990" y="10381"/>
                          <a:pt x="91269" y="6661"/>
                          <a:pt x="83828" y="5470"/>
                        </a:cubicBezTo>
                        <a:lnTo>
                          <a:pt x="85055" y="0"/>
                        </a:lnTo>
                        <a:lnTo>
                          <a:pt x="130708" y="0"/>
                        </a:lnTo>
                        <a:lnTo>
                          <a:pt x="129481" y="5470"/>
                        </a:lnTo>
                        <a:cubicBezTo>
                          <a:pt x="127471" y="5768"/>
                          <a:pt x="125555" y="6530"/>
                          <a:pt x="123732" y="7758"/>
                        </a:cubicBezTo>
                        <a:cubicBezTo>
                          <a:pt x="121909" y="8986"/>
                          <a:pt x="119863" y="11032"/>
                          <a:pt x="117593" y="13897"/>
                        </a:cubicBezTo>
                        <a:cubicBezTo>
                          <a:pt x="115323" y="16762"/>
                          <a:pt x="111807" y="22287"/>
                          <a:pt x="107045" y="30473"/>
                        </a:cubicBezTo>
                        <a:lnTo>
                          <a:pt x="35607" y="154149"/>
                        </a:lnTo>
                        <a:lnTo>
                          <a:pt x="20762" y="154149"/>
                        </a:lnTo>
                        <a:lnTo>
                          <a:pt x="13283" y="29692"/>
                        </a:lnTo>
                        <a:cubicBezTo>
                          <a:pt x="12985" y="24855"/>
                          <a:pt x="12446" y="20706"/>
                          <a:pt x="11665" y="17246"/>
                        </a:cubicBezTo>
                        <a:cubicBezTo>
                          <a:pt x="10883" y="13786"/>
                          <a:pt x="9655" y="11088"/>
                          <a:pt x="7981" y="9153"/>
                        </a:cubicBezTo>
                        <a:cubicBezTo>
                          <a:pt x="6307" y="7219"/>
                          <a:pt x="3646" y="5991"/>
                          <a:pt x="0" y="54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F28F38A9-AECF-49F0-82C3-074B337EA771}"/>
                      </a:ext>
                    </a:extLst>
                  </p:cNvPr>
                  <p:cNvSpPr txBox="1"/>
                  <p:nvPr/>
                </p:nvSpPr>
                <p:spPr>
                  <a:xfrm>
                    <a:off x="4171806" y="4709868"/>
                    <a:ext cx="206667" cy="199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667" h="199988">
                        <a:moveTo>
                          <a:pt x="165227" y="100283"/>
                        </a:moveTo>
                        <a:cubicBezTo>
                          <a:pt x="163888" y="100283"/>
                          <a:pt x="162353" y="100311"/>
                          <a:pt x="160623" y="100366"/>
                        </a:cubicBezTo>
                        <a:cubicBezTo>
                          <a:pt x="158893" y="100422"/>
                          <a:pt x="157219" y="100450"/>
                          <a:pt x="155600" y="100450"/>
                        </a:cubicBezTo>
                        <a:lnTo>
                          <a:pt x="145638" y="144234"/>
                        </a:lnTo>
                        <a:lnTo>
                          <a:pt x="155600" y="144234"/>
                        </a:lnTo>
                        <a:cubicBezTo>
                          <a:pt x="166651" y="144234"/>
                          <a:pt x="175134" y="141987"/>
                          <a:pt x="181050" y="137494"/>
                        </a:cubicBezTo>
                        <a:cubicBezTo>
                          <a:pt x="186966" y="133002"/>
                          <a:pt x="189924" y="126179"/>
                          <a:pt x="189924" y="117026"/>
                        </a:cubicBezTo>
                        <a:cubicBezTo>
                          <a:pt x="189924" y="113956"/>
                          <a:pt x="189463" y="111347"/>
                          <a:pt x="188542" y="109198"/>
                        </a:cubicBezTo>
                        <a:cubicBezTo>
                          <a:pt x="187621" y="107050"/>
                          <a:pt x="186156" y="105320"/>
                          <a:pt x="184147" y="104008"/>
                        </a:cubicBezTo>
                        <a:cubicBezTo>
                          <a:pt x="182138" y="102697"/>
                          <a:pt x="179585" y="101748"/>
                          <a:pt x="176487" y="101162"/>
                        </a:cubicBezTo>
                        <a:cubicBezTo>
                          <a:pt x="173390" y="100576"/>
                          <a:pt x="169636" y="100283"/>
                          <a:pt x="165227" y="100283"/>
                        </a:cubicBezTo>
                        <a:close/>
                        <a:moveTo>
                          <a:pt x="129899" y="91409"/>
                        </a:moveTo>
                        <a:lnTo>
                          <a:pt x="168325" y="91409"/>
                        </a:lnTo>
                        <a:cubicBezTo>
                          <a:pt x="175692" y="91409"/>
                          <a:pt x="181831" y="92051"/>
                          <a:pt x="186742" y="93334"/>
                        </a:cubicBezTo>
                        <a:cubicBezTo>
                          <a:pt x="191654" y="94618"/>
                          <a:pt x="195588" y="96390"/>
                          <a:pt x="198546" y="98650"/>
                        </a:cubicBezTo>
                        <a:cubicBezTo>
                          <a:pt x="201504" y="100911"/>
                          <a:pt x="203597" y="103576"/>
                          <a:pt x="204825" y="106645"/>
                        </a:cubicBezTo>
                        <a:cubicBezTo>
                          <a:pt x="206053" y="109715"/>
                          <a:pt x="206667" y="113035"/>
                          <a:pt x="206667" y="116607"/>
                        </a:cubicBezTo>
                        <a:cubicBezTo>
                          <a:pt x="206667" y="124867"/>
                          <a:pt x="204141" y="131760"/>
                          <a:pt x="199090" y="137285"/>
                        </a:cubicBezTo>
                        <a:cubicBezTo>
                          <a:pt x="194040" y="142810"/>
                          <a:pt x="186380" y="147024"/>
                          <a:pt x="176110" y="149926"/>
                        </a:cubicBezTo>
                        <a:cubicBezTo>
                          <a:pt x="175999" y="150149"/>
                          <a:pt x="175943" y="150345"/>
                          <a:pt x="175943" y="150512"/>
                        </a:cubicBezTo>
                        <a:cubicBezTo>
                          <a:pt x="175943" y="150680"/>
                          <a:pt x="175943" y="150875"/>
                          <a:pt x="175943" y="151098"/>
                        </a:cubicBezTo>
                        <a:cubicBezTo>
                          <a:pt x="178566" y="152884"/>
                          <a:pt x="180673" y="155117"/>
                          <a:pt x="182264" y="157795"/>
                        </a:cubicBezTo>
                        <a:cubicBezTo>
                          <a:pt x="183854" y="160474"/>
                          <a:pt x="185235" y="164018"/>
                          <a:pt x="186407" y="168427"/>
                        </a:cubicBezTo>
                        <a:cubicBezTo>
                          <a:pt x="187747" y="173674"/>
                          <a:pt x="188849" y="177915"/>
                          <a:pt x="189714" y="181152"/>
                        </a:cubicBezTo>
                        <a:cubicBezTo>
                          <a:pt x="190579" y="184389"/>
                          <a:pt x="191584" y="186943"/>
                          <a:pt x="192728" y="188812"/>
                        </a:cubicBezTo>
                        <a:cubicBezTo>
                          <a:pt x="193872" y="190682"/>
                          <a:pt x="195323" y="192049"/>
                          <a:pt x="197081" y="192914"/>
                        </a:cubicBezTo>
                        <a:cubicBezTo>
                          <a:pt x="198839" y="193779"/>
                          <a:pt x="201225" y="194435"/>
                          <a:pt x="204239" y="194882"/>
                        </a:cubicBezTo>
                        <a:lnTo>
                          <a:pt x="203067" y="199988"/>
                        </a:lnTo>
                        <a:lnTo>
                          <a:pt x="178706" y="199988"/>
                        </a:lnTo>
                        <a:cubicBezTo>
                          <a:pt x="177701" y="197812"/>
                          <a:pt x="176724" y="195147"/>
                          <a:pt x="175776" y="191993"/>
                        </a:cubicBezTo>
                        <a:cubicBezTo>
                          <a:pt x="174827" y="188840"/>
                          <a:pt x="173990" y="185757"/>
                          <a:pt x="173264" y="182743"/>
                        </a:cubicBezTo>
                        <a:cubicBezTo>
                          <a:pt x="172148" y="178334"/>
                          <a:pt x="171213" y="174525"/>
                          <a:pt x="170460" y="171316"/>
                        </a:cubicBezTo>
                        <a:cubicBezTo>
                          <a:pt x="169706" y="168106"/>
                          <a:pt x="168967" y="165400"/>
                          <a:pt x="168241" y="163195"/>
                        </a:cubicBezTo>
                        <a:cubicBezTo>
                          <a:pt x="167516" y="160991"/>
                          <a:pt x="166762" y="159233"/>
                          <a:pt x="165981" y="157921"/>
                        </a:cubicBezTo>
                        <a:cubicBezTo>
                          <a:pt x="165199" y="156609"/>
                          <a:pt x="164279" y="155563"/>
                          <a:pt x="163218" y="154782"/>
                        </a:cubicBezTo>
                        <a:cubicBezTo>
                          <a:pt x="162158" y="154000"/>
                          <a:pt x="160874" y="153484"/>
                          <a:pt x="159367" y="153233"/>
                        </a:cubicBezTo>
                        <a:cubicBezTo>
                          <a:pt x="157860" y="152982"/>
                          <a:pt x="156019" y="152800"/>
                          <a:pt x="153842" y="152689"/>
                        </a:cubicBezTo>
                        <a:lnTo>
                          <a:pt x="143880" y="152689"/>
                        </a:lnTo>
                        <a:cubicBezTo>
                          <a:pt x="143210" y="155647"/>
                          <a:pt x="142485" y="158828"/>
                          <a:pt x="141703" y="162232"/>
                        </a:cubicBezTo>
                        <a:cubicBezTo>
                          <a:pt x="140922" y="165637"/>
                          <a:pt x="140154" y="168958"/>
                          <a:pt x="139401" y="172195"/>
                        </a:cubicBezTo>
                        <a:cubicBezTo>
                          <a:pt x="138648" y="175432"/>
                          <a:pt x="138020" y="178459"/>
                          <a:pt x="137517" y="181278"/>
                        </a:cubicBezTo>
                        <a:cubicBezTo>
                          <a:pt x="137015" y="184096"/>
                          <a:pt x="136764" y="186370"/>
                          <a:pt x="136764" y="188101"/>
                        </a:cubicBezTo>
                        <a:cubicBezTo>
                          <a:pt x="136764" y="189273"/>
                          <a:pt x="136904" y="190263"/>
                          <a:pt x="137183" y="191073"/>
                        </a:cubicBezTo>
                        <a:cubicBezTo>
                          <a:pt x="137462" y="191882"/>
                          <a:pt x="137950" y="192538"/>
                          <a:pt x="138648" y="193040"/>
                        </a:cubicBezTo>
                        <a:cubicBezTo>
                          <a:pt x="139345" y="193542"/>
                          <a:pt x="140294" y="193933"/>
                          <a:pt x="141494" y="194212"/>
                        </a:cubicBezTo>
                        <a:cubicBezTo>
                          <a:pt x="142694" y="194491"/>
                          <a:pt x="144215" y="194714"/>
                          <a:pt x="146056" y="194882"/>
                        </a:cubicBezTo>
                        <a:lnTo>
                          <a:pt x="144968" y="199988"/>
                        </a:lnTo>
                        <a:lnTo>
                          <a:pt x="109221" y="199988"/>
                        </a:lnTo>
                        <a:lnTo>
                          <a:pt x="110142" y="194882"/>
                        </a:lnTo>
                        <a:cubicBezTo>
                          <a:pt x="111872" y="194603"/>
                          <a:pt x="113282" y="194254"/>
                          <a:pt x="114370" y="193835"/>
                        </a:cubicBezTo>
                        <a:cubicBezTo>
                          <a:pt x="115458" y="193417"/>
                          <a:pt x="116435" y="192607"/>
                          <a:pt x="117300" y="191407"/>
                        </a:cubicBezTo>
                        <a:cubicBezTo>
                          <a:pt x="118165" y="190207"/>
                          <a:pt x="118960" y="188408"/>
                          <a:pt x="119686" y="186008"/>
                        </a:cubicBezTo>
                        <a:cubicBezTo>
                          <a:pt x="120412" y="183608"/>
                          <a:pt x="121249" y="180259"/>
                          <a:pt x="122197" y="175962"/>
                        </a:cubicBezTo>
                        <a:lnTo>
                          <a:pt x="135927" y="114933"/>
                        </a:lnTo>
                        <a:cubicBezTo>
                          <a:pt x="136485" y="112477"/>
                          <a:pt x="136904" y="110301"/>
                          <a:pt x="137183" y="108403"/>
                        </a:cubicBezTo>
                        <a:cubicBezTo>
                          <a:pt x="137462" y="106506"/>
                          <a:pt x="137601" y="104943"/>
                          <a:pt x="137601" y="103715"/>
                        </a:cubicBezTo>
                        <a:cubicBezTo>
                          <a:pt x="137601" y="101204"/>
                          <a:pt x="136973" y="99418"/>
                          <a:pt x="135718" y="98357"/>
                        </a:cubicBezTo>
                        <a:cubicBezTo>
                          <a:pt x="134462" y="97297"/>
                          <a:pt x="132104" y="96739"/>
                          <a:pt x="128644" y="96683"/>
                        </a:cubicBezTo>
                        <a:close/>
                        <a:moveTo>
                          <a:pt x="1228" y="0"/>
                        </a:moveTo>
                        <a:lnTo>
                          <a:pt x="47439" y="0"/>
                        </a:lnTo>
                        <a:lnTo>
                          <a:pt x="46211" y="5470"/>
                        </a:lnTo>
                        <a:cubicBezTo>
                          <a:pt x="42937" y="5842"/>
                          <a:pt x="40388" y="6809"/>
                          <a:pt x="38565" y="8372"/>
                        </a:cubicBezTo>
                        <a:cubicBezTo>
                          <a:pt x="36742" y="9935"/>
                          <a:pt x="35459" y="12111"/>
                          <a:pt x="34714" y="14902"/>
                        </a:cubicBezTo>
                        <a:cubicBezTo>
                          <a:pt x="33970" y="17692"/>
                          <a:pt x="33598" y="21432"/>
                          <a:pt x="33598" y="26120"/>
                        </a:cubicBezTo>
                        <a:cubicBezTo>
                          <a:pt x="33598" y="27236"/>
                          <a:pt x="33710" y="30585"/>
                          <a:pt x="33933" y="36166"/>
                        </a:cubicBezTo>
                        <a:lnTo>
                          <a:pt x="37058" y="117872"/>
                        </a:lnTo>
                        <a:lnTo>
                          <a:pt x="37058" y="126802"/>
                        </a:lnTo>
                        <a:lnTo>
                          <a:pt x="38175" y="126802"/>
                        </a:lnTo>
                        <a:lnTo>
                          <a:pt x="86507" y="39626"/>
                        </a:lnTo>
                        <a:cubicBezTo>
                          <a:pt x="89334" y="34491"/>
                          <a:pt x="91455" y="30082"/>
                          <a:pt x="92869" y="26399"/>
                        </a:cubicBezTo>
                        <a:cubicBezTo>
                          <a:pt x="94283" y="22715"/>
                          <a:pt x="94990" y="19460"/>
                          <a:pt x="94990" y="16632"/>
                        </a:cubicBezTo>
                        <a:cubicBezTo>
                          <a:pt x="94990" y="10381"/>
                          <a:pt x="91269" y="6661"/>
                          <a:pt x="83828" y="5470"/>
                        </a:cubicBezTo>
                        <a:lnTo>
                          <a:pt x="85056" y="0"/>
                        </a:lnTo>
                        <a:lnTo>
                          <a:pt x="130709" y="0"/>
                        </a:lnTo>
                        <a:lnTo>
                          <a:pt x="129481" y="5470"/>
                        </a:lnTo>
                        <a:cubicBezTo>
                          <a:pt x="127472" y="5768"/>
                          <a:pt x="125555" y="6530"/>
                          <a:pt x="123732" y="7758"/>
                        </a:cubicBezTo>
                        <a:cubicBezTo>
                          <a:pt x="121909" y="8986"/>
                          <a:pt x="119863" y="11032"/>
                          <a:pt x="117593" y="13897"/>
                        </a:cubicBezTo>
                        <a:cubicBezTo>
                          <a:pt x="115323" y="16762"/>
                          <a:pt x="111807" y="22287"/>
                          <a:pt x="107045" y="30473"/>
                        </a:cubicBezTo>
                        <a:lnTo>
                          <a:pt x="35607" y="154149"/>
                        </a:lnTo>
                        <a:lnTo>
                          <a:pt x="20762" y="154149"/>
                        </a:lnTo>
                        <a:lnTo>
                          <a:pt x="13283" y="29692"/>
                        </a:lnTo>
                        <a:cubicBezTo>
                          <a:pt x="12985" y="24855"/>
                          <a:pt x="12446" y="20706"/>
                          <a:pt x="11665" y="17246"/>
                        </a:cubicBezTo>
                        <a:cubicBezTo>
                          <a:pt x="10883" y="13786"/>
                          <a:pt x="9655" y="11088"/>
                          <a:pt x="7981" y="9153"/>
                        </a:cubicBezTo>
                        <a:cubicBezTo>
                          <a:pt x="6307" y="7219"/>
                          <a:pt x="3646" y="5991"/>
                          <a:pt x="0" y="54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cxnSp>
                <p:nvCxnSpPr>
                  <p:cNvPr id="62" name="直接箭头连接符 61">
                    <a:extLst>
                      <a:ext uri="{FF2B5EF4-FFF2-40B4-BE49-F238E27FC236}">
                        <a16:creationId xmlns:a16="http://schemas.microsoft.com/office/drawing/2014/main" id="{4964DCBA-6408-4CB3-8F51-C364FE5DB21F}"/>
                      </a:ext>
                    </a:extLst>
                  </p:cNvPr>
                  <p:cNvCxnSpPr/>
                  <p:nvPr/>
                </p:nvCxnSpPr>
                <p:spPr>
                  <a:xfrm>
                    <a:off x="3510582" y="3390900"/>
                    <a:ext cx="355134" cy="0"/>
                  </a:xfrm>
                  <a:prstGeom prst="straightConnector1">
                    <a:avLst/>
                  </a:prstGeom>
                  <a:ln w="2540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箭头连接符 62">
                    <a:extLst>
                      <a:ext uri="{FF2B5EF4-FFF2-40B4-BE49-F238E27FC236}">
                        <a16:creationId xmlns:a16="http://schemas.microsoft.com/office/drawing/2014/main" id="{3A488FC2-1F72-4461-A19D-731CA51887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2265168" y="4245874"/>
                    <a:ext cx="355134" cy="0"/>
                  </a:xfrm>
                  <a:prstGeom prst="straightConnector1">
                    <a:avLst/>
                  </a:prstGeom>
                  <a:ln w="2540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接箭头连接符 63">
                    <a:extLst>
                      <a:ext uri="{FF2B5EF4-FFF2-40B4-BE49-F238E27FC236}">
                        <a16:creationId xmlns:a16="http://schemas.microsoft.com/office/drawing/2014/main" id="{71C28810-8BB0-4C7C-B065-EABB662520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014139" y="4236297"/>
                    <a:ext cx="355134" cy="0"/>
                  </a:xfrm>
                  <a:prstGeom prst="straightConnector1">
                    <a:avLst/>
                  </a:prstGeom>
                  <a:ln w="2540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FEEB6A7F-BCB9-4612-9E77-57659C5B6960}"/>
                      </a:ext>
                    </a:extLst>
                  </p:cNvPr>
                  <p:cNvSpPr txBox="1"/>
                  <p:nvPr/>
                </p:nvSpPr>
                <p:spPr>
                  <a:xfrm>
                    <a:off x="2182635" y="4175537"/>
                    <a:ext cx="174984" cy="199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984" h="199988">
                        <a:moveTo>
                          <a:pt x="96040" y="91409"/>
                        </a:moveTo>
                        <a:lnTo>
                          <a:pt x="174984" y="91409"/>
                        </a:lnTo>
                        <a:lnTo>
                          <a:pt x="169040" y="117528"/>
                        </a:lnTo>
                        <a:lnTo>
                          <a:pt x="160083" y="117528"/>
                        </a:lnTo>
                        <a:cubicBezTo>
                          <a:pt x="159804" y="114459"/>
                          <a:pt x="159525" y="111835"/>
                          <a:pt x="159246" y="109659"/>
                        </a:cubicBezTo>
                        <a:cubicBezTo>
                          <a:pt x="158967" y="107482"/>
                          <a:pt x="158464" y="105696"/>
                          <a:pt x="157739" y="104301"/>
                        </a:cubicBezTo>
                        <a:cubicBezTo>
                          <a:pt x="157013" y="102906"/>
                          <a:pt x="155981" y="101901"/>
                          <a:pt x="154641" y="101287"/>
                        </a:cubicBezTo>
                        <a:cubicBezTo>
                          <a:pt x="153302" y="100673"/>
                          <a:pt x="151460" y="100339"/>
                          <a:pt x="149116" y="100283"/>
                        </a:cubicBezTo>
                        <a:lnTo>
                          <a:pt x="121741" y="100283"/>
                        </a:lnTo>
                        <a:lnTo>
                          <a:pt x="112532" y="141052"/>
                        </a:lnTo>
                        <a:lnTo>
                          <a:pt x="129024" y="141052"/>
                        </a:lnTo>
                        <a:cubicBezTo>
                          <a:pt x="130978" y="141052"/>
                          <a:pt x="132596" y="140927"/>
                          <a:pt x="133880" y="140676"/>
                        </a:cubicBezTo>
                        <a:cubicBezTo>
                          <a:pt x="135163" y="140424"/>
                          <a:pt x="136335" y="139838"/>
                          <a:pt x="137396" y="138918"/>
                        </a:cubicBezTo>
                        <a:cubicBezTo>
                          <a:pt x="138456" y="137997"/>
                          <a:pt x="139503" y="136685"/>
                          <a:pt x="140535" y="134983"/>
                        </a:cubicBezTo>
                        <a:cubicBezTo>
                          <a:pt x="141568" y="133281"/>
                          <a:pt x="142837" y="131006"/>
                          <a:pt x="144344" y="128160"/>
                        </a:cubicBezTo>
                        <a:lnTo>
                          <a:pt x="152716" y="128160"/>
                        </a:lnTo>
                        <a:lnTo>
                          <a:pt x="144679" y="162902"/>
                        </a:lnTo>
                        <a:lnTo>
                          <a:pt x="136559" y="162902"/>
                        </a:lnTo>
                        <a:cubicBezTo>
                          <a:pt x="136559" y="159888"/>
                          <a:pt x="136475" y="157502"/>
                          <a:pt x="136307" y="155744"/>
                        </a:cubicBezTo>
                        <a:cubicBezTo>
                          <a:pt x="136140" y="153986"/>
                          <a:pt x="135777" y="152661"/>
                          <a:pt x="135219" y="151768"/>
                        </a:cubicBezTo>
                        <a:cubicBezTo>
                          <a:pt x="134661" y="150875"/>
                          <a:pt x="133824" y="150317"/>
                          <a:pt x="132708" y="150094"/>
                        </a:cubicBezTo>
                        <a:cubicBezTo>
                          <a:pt x="131592" y="149870"/>
                          <a:pt x="130085" y="149759"/>
                          <a:pt x="128187" y="149759"/>
                        </a:cubicBezTo>
                        <a:lnTo>
                          <a:pt x="110607" y="149759"/>
                        </a:lnTo>
                        <a:cubicBezTo>
                          <a:pt x="109881" y="152996"/>
                          <a:pt x="109072" y="156526"/>
                          <a:pt x="108179" y="160349"/>
                        </a:cubicBezTo>
                        <a:cubicBezTo>
                          <a:pt x="107286" y="164172"/>
                          <a:pt x="106449" y="167897"/>
                          <a:pt x="105668" y="171525"/>
                        </a:cubicBezTo>
                        <a:cubicBezTo>
                          <a:pt x="104886" y="175153"/>
                          <a:pt x="104230" y="178459"/>
                          <a:pt x="103700" y="181445"/>
                        </a:cubicBezTo>
                        <a:cubicBezTo>
                          <a:pt x="103170" y="184431"/>
                          <a:pt x="102905" y="186650"/>
                          <a:pt x="102905" y="188101"/>
                        </a:cubicBezTo>
                        <a:cubicBezTo>
                          <a:pt x="102905" y="189217"/>
                          <a:pt x="103058" y="190180"/>
                          <a:pt x="103365" y="190989"/>
                        </a:cubicBezTo>
                        <a:cubicBezTo>
                          <a:pt x="103672" y="191798"/>
                          <a:pt x="104175" y="192482"/>
                          <a:pt x="104872" y="193040"/>
                        </a:cubicBezTo>
                        <a:cubicBezTo>
                          <a:pt x="105570" y="193598"/>
                          <a:pt x="106560" y="194017"/>
                          <a:pt x="107844" y="194296"/>
                        </a:cubicBezTo>
                        <a:cubicBezTo>
                          <a:pt x="109128" y="194575"/>
                          <a:pt x="110774" y="194770"/>
                          <a:pt x="112783" y="194882"/>
                        </a:cubicBezTo>
                        <a:lnTo>
                          <a:pt x="111611" y="199988"/>
                        </a:lnTo>
                        <a:lnTo>
                          <a:pt x="75362" y="199988"/>
                        </a:lnTo>
                        <a:lnTo>
                          <a:pt x="76283" y="194882"/>
                        </a:lnTo>
                        <a:cubicBezTo>
                          <a:pt x="78013" y="194603"/>
                          <a:pt x="79437" y="194254"/>
                          <a:pt x="80553" y="193835"/>
                        </a:cubicBezTo>
                        <a:cubicBezTo>
                          <a:pt x="81669" y="193417"/>
                          <a:pt x="82660" y="192607"/>
                          <a:pt x="83525" y="191407"/>
                        </a:cubicBezTo>
                        <a:cubicBezTo>
                          <a:pt x="84390" y="190207"/>
                          <a:pt x="85171" y="188408"/>
                          <a:pt x="85869" y="186008"/>
                        </a:cubicBezTo>
                        <a:cubicBezTo>
                          <a:pt x="86566" y="183608"/>
                          <a:pt x="87390" y="180259"/>
                          <a:pt x="88338" y="175962"/>
                        </a:cubicBezTo>
                        <a:lnTo>
                          <a:pt x="102068" y="114933"/>
                        </a:lnTo>
                        <a:cubicBezTo>
                          <a:pt x="102626" y="112477"/>
                          <a:pt x="103044" y="110301"/>
                          <a:pt x="103323" y="108403"/>
                        </a:cubicBezTo>
                        <a:cubicBezTo>
                          <a:pt x="103603" y="106506"/>
                          <a:pt x="103742" y="104943"/>
                          <a:pt x="103742" y="103715"/>
                        </a:cubicBezTo>
                        <a:cubicBezTo>
                          <a:pt x="103742" y="101204"/>
                          <a:pt x="103114" y="99418"/>
                          <a:pt x="101858" y="98357"/>
                        </a:cubicBezTo>
                        <a:cubicBezTo>
                          <a:pt x="100603" y="97297"/>
                          <a:pt x="98245" y="96739"/>
                          <a:pt x="94784" y="96683"/>
                        </a:cubicBezTo>
                        <a:close/>
                        <a:moveTo>
                          <a:pt x="29244" y="0"/>
                        </a:moveTo>
                        <a:lnTo>
                          <a:pt x="73893" y="0"/>
                        </a:lnTo>
                        <a:lnTo>
                          <a:pt x="72665" y="5470"/>
                        </a:lnTo>
                        <a:cubicBezTo>
                          <a:pt x="69837" y="6065"/>
                          <a:pt x="67809" y="6735"/>
                          <a:pt x="66582" y="7479"/>
                        </a:cubicBezTo>
                        <a:cubicBezTo>
                          <a:pt x="65354" y="8223"/>
                          <a:pt x="64256" y="9339"/>
                          <a:pt x="63289" y="10828"/>
                        </a:cubicBezTo>
                        <a:cubicBezTo>
                          <a:pt x="62321" y="12316"/>
                          <a:pt x="61317" y="14641"/>
                          <a:pt x="60275" y="17804"/>
                        </a:cubicBezTo>
                        <a:cubicBezTo>
                          <a:pt x="59233" y="20967"/>
                          <a:pt x="57931" y="26120"/>
                          <a:pt x="56368" y="33264"/>
                        </a:cubicBezTo>
                        <a:lnTo>
                          <a:pt x="37281" y="119882"/>
                        </a:lnTo>
                        <a:cubicBezTo>
                          <a:pt x="36314" y="124272"/>
                          <a:pt x="35681" y="127751"/>
                          <a:pt x="35383" y="130318"/>
                        </a:cubicBezTo>
                        <a:cubicBezTo>
                          <a:pt x="35086" y="132885"/>
                          <a:pt x="34937" y="135211"/>
                          <a:pt x="34937" y="137294"/>
                        </a:cubicBezTo>
                        <a:cubicBezTo>
                          <a:pt x="34937" y="140643"/>
                          <a:pt x="35774" y="143006"/>
                          <a:pt x="37448" y="144382"/>
                        </a:cubicBezTo>
                        <a:cubicBezTo>
                          <a:pt x="39123" y="145759"/>
                          <a:pt x="41932" y="146596"/>
                          <a:pt x="45876" y="146894"/>
                        </a:cubicBezTo>
                        <a:lnTo>
                          <a:pt x="44648" y="152363"/>
                        </a:lnTo>
                        <a:lnTo>
                          <a:pt x="0" y="152363"/>
                        </a:lnTo>
                        <a:lnTo>
                          <a:pt x="1227" y="146894"/>
                        </a:lnTo>
                        <a:cubicBezTo>
                          <a:pt x="4055" y="146447"/>
                          <a:pt x="6176" y="145722"/>
                          <a:pt x="7590" y="144717"/>
                        </a:cubicBezTo>
                        <a:cubicBezTo>
                          <a:pt x="9004" y="143713"/>
                          <a:pt x="10194" y="142317"/>
                          <a:pt x="11162" y="140531"/>
                        </a:cubicBezTo>
                        <a:cubicBezTo>
                          <a:pt x="12129" y="138745"/>
                          <a:pt x="13022" y="136569"/>
                          <a:pt x="13841" y="134002"/>
                        </a:cubicBezTo>
                        <a:cubicBezTo>
                          <a:pt x="14659" y="131434"/>
                          <a:pt x="15887" y="126467"/>
                          <a:pt x="17524" y="119100"/>
                        </a:cubicBezTo>
                        <a:lnTo>
                          <a:pt x="36500" y="33152"/>
                        </a:lnTo>
                        <a:cubicBezTo>
                          <a:pt x="38137" y="25711"/>
                          <a:pt x="38955" y="19720"/>
                          <a:pt x="38955" y="15181"/>
                        </a:cubicBezTo>
                        <a:cubicBezTo>
                          <a:pt x="38955" y="11683"/>
                          <a:pt x="38081" y="9246"/>
                          <a:pt x="36332" y="7870"/>
                        </a:cubicBezTo>
                        <a:cubicBezTo>
                          <a:pt x="34583" y="6493"/>
                          <a:pt x="31812" y="5693"/>
                          <a:pt x="28016" y="54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AA26ED98-57CE-44A5-95C5-21C41A9A1FF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8757" y="4144743"/>
                    <a:ext cx="172808" cy="199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808" h="199988">
                        <a:moveTo>
                          <a:pt x="131368" y="100283"/>
                        </a:moveTo>
                        <a:cubicBezTo>
                          <a:pt x="130029" y="100283"/>
                          <a:pt x="128494" y="100311"/>
                          <a:pt x="126764" y="100366"/>
                        </a:cubicBezTo>
                        <a:cubicBezTo>
                          <a:pt x="125034" y="100422"/>
                          <a:pt x="123360" y="100450"/>
                          <a:pt x="121741" y="100450"/>
                        </a:cubicBezTo>
                        <a:lnTo>
                          <a:pt x="111779" y="144234"/>
                        </a:lnTo>
                        <a:lnTo>
                          <a:pt x="121741" y="144234"/>
                        </a:lnTo>
                        <a:cubicBezTo>
                          <a:pt x="132792" y="144234"/>
                          <a:pt x="141275" y="141987"/>
                          <a:pt x="147191" y="137494"/>
                        </a:cubicBezTo>
                        <a:cubicBezTo>
                          <a:pt x="153107" y="133002"/>
                          <a:pt x="156065" y="126179"/>
                          <a:pt x="156065" y="117026"/>
                        </a:cubicBezTo>
                        <a:cubicBezTo>
                          <a:pt x="156065" y="113956"/>
                          <a:pt x="155604" y="111347"/>
                          <a:pt x="154683" y="109198"/>
                        </a:cubicBezTo>
                        <a:cubicBezTo>
                          <a:pt x="153762" y="107050"/>
                          <a:pt x="152297" y="105320"/>
                          <a:pt x="150288" y="104008"/>
                        </a:cubicBezTo>
                        <a:cubicBezTo>
                          <a:pt x="148279" y="102697"/>
                          <a:pt x="145726" y="101748"/>
                          <a:pt x="142628" y="101162"/>
                        </a:cubicBezTo>
                        <a:cubicBezTo>
                          <a:pt x="139531" y="100576"/>
                          <a:pt x="135777" y="100283"/>
                          <a:pt x="131368" y="100283"/>
                        </a:cubicBezTo>
                        <a:close/>
                        <a:moveTo>
                          <a:pt x="96040" y="91409"/>
                        </a:moveTo>
                        <a:lnTo>
                          <a:pt x="134466" y="91409"/>
                        </a:lnTo>
                        <a:cubicBezTo>
                          <a:pt x="141833" y="91409"/>
                          <a:pt x="147972" y="92051"/>
                          <a:pt x="152883" y="93334"/>
                        </a:cubicBezTo>
                        <a:cubicBezTo>
                          <a:pt x="157795" y="94618"/>
                          <a:pt x="161729" y="96390"/>
                          <a:pt x="164687" y="98650"/>
                        </a:cubicBezTo>
                        <a:cubicBezTo>
                          <a:pt x="167645" y="100911"/>
                          <a:pt x="169738" y="103576"/>
                          <a:pt x="170966" y="106645"/>
                        </a:cubicBezTo>
                        <a:cubicBezTo>
                          <a:pt x="172194" y="109715"/>
                          <a:pt x="172808" y="113035"/>
                          <a:pt x="172808" y="116607"/>
                        </a:cubicBezTo>
                        <a:cubicBezTo>
                          <a:pt x="172808" y="124867"/>
                          <a:pt x="170282" y="131760"/>
                          <a:pt x="165231" y="137285"/>
                        </a:cubicBezTo>
                        <a:cubicBezTo>
                          <a:pt x="160181" y="142810"/>
                          <a:pt x="152521" y="147024"/>
                          <a:pt x="142251" y="149926"/>
                        </a:cubicBezTo>
                        <a:cubicBezTo>
                          <a:pt x="142140" y="150149"/>
                          <a:pt x="142084" y="150345"/>
                          <a:pt x="142084" y="150512"/>
                        </a:cubicBezTo>
                        <a:cubicBezTo>
                          <a:pt x="142084" y="150680"/>
                          <a:pt x="142084" y="150875"/>
                          <a:pt x="142084" y="151098"/>
                        </a:cubicBezTo>
                        <a:cubicBezTo>
                          <a:pt x="144707" y="152884"/>
                          <a:pt x="146814" y="155117"/>
                          <a:pt x="148405" y="157795"/>
                        </a:cubicBezTo>
                        <a:cubicBezTo>
                          <a:pt x="149995" y="160474"/>
                          <a:pt x="151376" y="164018"/>
                          <a:pt x="152548" y="168427"/>
                        </a:cubicBezTo>
                        <a:cubicBezTo>
                          <a:pt x="153888" y="173674"/>
                          <a:pt x="154990" y="177915"/>
                          <a:pt x="155855" y="181152"/>
                        </a:cubicBezTo>
                        <a:cubicBezTo>
                          <a:pt x="156720" y="184389"/>
                          <a:pt x="157725" y="186943"/>
                          <a:pt x="158869" y="188812"/>
                        </a:cubicBezTo>
                        <a:cubicBezTo>
                          <a:pt x="160013" y="190682"/>
                          <a:pt x="161464" y="192049"/>
                          <a:pt x="163222" y="192914"/>
                        </a:cubicBezTo>
                        <a:cubicBezTo>
                          <a:pt x="164980" y="193779"/>
                          <a:pt x="167366" y="194435"/>
                          <a:pt x="170380" y="194882"/>
                        </a:cubicBezTo>
                        <a:lnTo>
                          <a:pt x="169208" y="199988"/>
                        </a:lnTo>
                        <a:lnTo>
                          <a:pt x="144847" y="199988"/>
                        </a:lnTo>
                        <a:cubicBezTo>
                          <a:pt x="143842" y="197812"/>
                          <a:pt x="142865" y="195147"/>
                          <a:pt x="141917" y="191993"/>
                        </a:cubicBezTo>
                        <a:cubicBezTo>
                          <a:pt x="140968" y="188840"/>
                          <a:pt x="140131" y="185757"/>
                          <a:pt x="139405" y="182743"/>
                        </a:cubicBezTo>
                        <a:cubicBezTo>
                          <a:pt x="138289" y="178334"/>
                          <a:pt x="137354" y="174525"/>
                          <a:pt x="136601" y="171316"/>
                        </a:cubicBezTo>
                        <a:cubicBezTo>
                          <a:pt x="135847" y="168106"/>
                          <a:pt x="135108" y="165400"/>
                          <a:pt x="134382" y="163195"/>
                        </a:cubicBezTo>
                        <a:cubicBezTo>
                          <a:pt x="133657" y="160991"/>
                          <a:pt x="132903" y="159233"/>
                          <a:pt x="132122" y="157921"/>
                        </a:cubicBezTo>
                        <a:cubicBezTo>
                          <a:pt x="131340" y="156609"/>
                          <a:pt x="130420" y="155563"/>
                          <a:pt x="129359" y="154782"/>
                        </a:cubicBezTo>
                        <a:cubicBezTo>
                          <a:pt x="128299" y="154000"/>
                          <a:pt x="127015" y="153484"/>
                          <a:pt x="125508" y="153233"/>
                        </a:cubicBezTo>
                        <a:cubicBezTo>
                          <a:pt x="124001" y="152982"/>
                          <a:pt x="122160" y="152800"/>
                          <a:pt x="119983" y="152689"/>
                        </a:cubicBezTo>
                        <a:lnTo>
                          <a:pt x="110021" y="152689"/>
                        </a:lnTo>
                        <a:cubicBezTo>
                          <a:pt x="109351" y="155647"/>
                          <a:pt x="108626" y="158828"/>
                          <a:pt x="107844" y="162232"/>
                        </a:cubicBezTo>
                        <a:cubicBezTo>
                          <a:pt x="107063" y="165637"/>
                          <a:pt x="106295" y="168958"/>
                          <a:pt x="105542" y="172195"/>
                        </a:cubicBezTo>
                        <a:cubicBezTo>
                          <a:pt x="104789" y="175432"/>
                          <a:pt x="104161" y="178459"/>
                          <a:pt x="103658" y="181278"/>
                        </a:cubicBezTo>
                        <a:cubicBezTo>
                          <a:pt x="103156" y="184096"/>
                          <a:pt x="102905" y="186370"/>
                          <a:pt x="102905" y="188101"/>
                        </a:cubicBezTo>
                        <a:cubicBezTo>
                          <a:pt x="102905" y="189273"/>
                          <a:pt x="103045" y="190263"/>
                          <a:pt x="103324" y="191073"/>
                        </a:cubicBezTo>
                        <a:cubicBezTo>
                          <a:pt x="103603" y="191882"/>
                          <a:pt x="104091" y="192538"/>
                          <a:pt x="104789" y="193040"/>
                        </a:cubicBezTo>
                        <a:cubicBezTo>
                          <a:pt x="105486" y="193542"/>
                          <a:pt x="106435" y="193933"/>
                          <a:pt x="107635" y="194212"/>
                        </a:cubicBezTo>
                        <a:cubicBezTo>
                          <a:pt x="108835" y="194491"/>
                          <a:pt x="110356" y="194714"/>
                          <a:pt x="112197" y="194882"/>
                        </a:cubicBezTo>
                        <a:lnTo>
                          <a:pt x="111109" y="199988"/>
                        </a:lnTo>
                        <a:lnTo>
                          <a:pt x="75362" y="199988"/>
                        </a:lnTo>
                        <a:lnTo>
                          <a:pt x="76283" y="194882"/>
                        </a:lnTo>
                        <a:cubicBezTo>
                          <a:pt x="78013" y="194603"/>
                          <a:pt x="79423" y="194254"/>
                          <a:pt x="80511" y="193835"/>
                        </a:cubicBezTo>
                        <a:cubicBezTo>
                          <a:pt x="81599" y="193417"/>
                          <a:pt x="82576" y="192607"/>
                          <a:pt x="83441" y="191407"/>
                        </a:cubicBezTo>
                        <a:cubicBezTo>
                          <a:pt x="84306" y="190207"/>
                          <a:pt x="85101" y="188408"/>
                          <a:pt x="85827" y="186008"/>
                        </a:cubicBezTo>
                        <a:cubicBezTo>
                          <a:pt x="86553" y="183608"/>
                          <a:pt x="87390" y="180259"/>
                          <a:pt x="88338" y="175962"/>
                        </a:cubicBezTo>
                        <a:lnTo>
                          <a:pt x="102068" y="114933"/>
                        </a:lnTo>
                        <a:cubicBezTo>
                          <a:pt x="102626" y="112477"/>
                          <a:pt x="103045" y="110301"/>
                          <a:pt x="103324" y="108403"/>
                        </a:cubicBezTo>
                        <a:cubicBezTo>
                          <a:pt x="103603" y="106506"/>
                          <a:pt x="103742" y="104943"/>
                          <a:pt x="103742" y="103715"/>
                        </a:cubicBezTo>
                        <a:cubicBezTo>
                          <a:pt x="103742" y="101204"/>
                          <a:pt x="103114" y="99418"/>
                          <a:pt x="101859" y="98357"/>
                        </a:cubicBezTo>
                        <a:cubicBezTo>
                          <a:pt x="100603" y="97297"/>
                          <a:pt x="98245" y="96739"/>
                          <a:pt x="94785" y="96683"/>
                        </a:cubicBezTo>
                        <a:close/>
                        <a:moveTo>
                          <a:pt x="29244" y="0"/>
                        </a:moveTo>
                        <a:lnTo>
                          <a:pt x="73893" y="0"/>
                        </a:lnTo>
                        <a:lnTo>
                          <a:pt x="72665" y="5470"/>
                        </a:lnTo>
                        <a:cubicBezTo>
                          <a:pt x="69837" y="6065"/>
                          <a:pt x="67809" y="6735"/>
                          <a:pt x="66582" y="7479"/>
                        </a:cubicBezTo>
                        <a:cubicBezTo>
                          <a:pt x="65354" y="8223"/>
                          <a:pt x="64256" y="9339"/>
                          <a:pt x="63289" y="10828"/>
                        </a:cubicBezTo>
                        <a:cubicBezTo>
                          <a:pt x="62321" y="12316"/>
                          <a:pt x="61317" y="14641"/>
                          <a:pt x="60275" y="17804"/>
                        </a:cubicBezTo>
                        <a:cubicBezTo>
                          <a:pt x="59233" y="20966"/>
                          <a:pt x="57931" y="26120"/>
                          <a:pt x="56368" y="33263"/>
                        </a:cubicBezTo>
                        <a:lnTo>
                          <a:pt x="37281" y="119882"/>
                        </a:lnTo>
                        <a:cubicBezTo>
                          <a:pt x="36314" y="124272"/>
                          <a:pt x="35681" y="127751"/>
                          <a:pt x="35384" y="130318"/>
                        </a:cubicBezTo>
                        <a:cubicBezTo>
                          <a:pt x="35086" y="132885"/>
                          <a:pt x="34937" y="135211"/>
                          <a:pt x="34937" y="137294"/>
                        </a:cubicBezTo>
                        <a:cubicBezTo>
                          <a:pt x="34937" y="140643"/>
                          <a:pt x="35774" y="143006"/>
                          <a:pt x="37449" y="144382"/>
                        </a:cubicBezTo>
                        <a:cubicBezTo>
                          <a:pt x="39123" y="145759"/>
                          <a:pt x="41932" y="146596"/>
                          <a:pt x="45876" y="146894"/>
                        </a:cubicBezTo>
                        <a:lnTo>
                          <a:pt x="44648" y="152363"/>
                        </a:lnTo>
                        <a:lnTo>
                          <a:pt x="0" y="152363"/>
                        </a:lnTo>
                        <a:lnTo>
                          <a:pt x="1227" y="146894"/>
                        </a:lnTo>
                        <a:cubicBezTo>
                          <a:pt x="4055" y="146447"/>
                          <a:pt x="6176" y="145722"/>
                          <a:pt x="7590" y="144717"/>
                        </a:cubicBezTo>
                        <a:cubicBezTo>
                          <a:pt x="9004" y="143713"/>
                          <a:pt x="10194" y="142317"/>
                          <a:pt x="11162" y="140531"/>
                        </a:cubicBezTo>
                        <a:cubicBezTo>
                          <a:pt x="12129" y="138745"/>
                          <a:pt x="13022" y="136569"/>
                          <a:pt x="13841" y="134002"/>
                        </a:cubicBezTo>
                        <a:cubicBezTo>
                          <a:pt x="14659" y="131434"/>
                          <a:pt x="15887" y="126467"/>
                          <a:pt x="17524" y="119100"/>
                        </a:cubicBezTo>
                        <a:lnTo>
                          <a:pt x="36500" y="33152"/>
                        </a:lnTo>
                        <a:cubicBezTo>
                          <a:pt x="38137" y="25710"/>
                          <a:pt x="38955" y="19720"/>
                          <a:pt x="38955" y="15181"/>
                        </a:cubicBezTo>
                        <a:cubicBezTo>
                          <a:pt x="38955" y="11683"/>
                          <a:pt x="38081" y="9246"/>
                          <a:pt x="36332" y="7870"/>
                        </a:cubicBezTo>
                        <a:cubicBezTo>
                          <a:pt x="34584" y="6493"/>
                          <a:pt x="31812" y="5693"/>
                          <a:pt x="28017" y="54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8A496949-1387-451C-8354-6F985060E1FE}"/>
                      </a:ext>
                    </a:extLst>
                  </p:cNvPr>
                  <p:cNvSpPr txBox="1"/>
                  <p:nvPr/>
                </p:nvSpPr>
                <p:spPr>
                  <a:xfrm>
                    <a:off x="3130853" y="3938501"/>
                    <a:ext cx="286420" cy="909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20" h="90962">
                        <a:moveTo>
                          <a:pt x="97334" y="61010"/>
                        </a:moveTo>
                        <a:lnTo>
                          <a:pt x="177552" y="61010"/>
                        </a:lnTo>
                        <a:lnTo>
                          <a:pt x="177552" y="69670"/>
                        </a:lnTo>
                        <a:lnTo>
                          <a:pt x="97334" y="69670"/>
                        </a:lnTo>
                        <a:close/>
                        <a:moveTo>
                          <a:pt x="97334" y="33989"/>
                        </a:moveTo>
                        <a:lnTo>
                          <a:pt x="177552" y="33989"/>
                        </a:lnTo>
                        <a:lnTo>
                          <a:pt x="177552" y="42649"/>
                        </a:lnTo>
                        <a:lnTo>
                          <a:pt x="97334" y="42649"/>
                        </a:lnTo>
                        <a:close/>
                        <a:moveTo>
                          <a:pt x="17841" y="11590"/>
                        </a:moveTo>
                        <a:lnTo>
                          <a:pt x="26827" y="11590"/>
                        </a:lnTo>
                        <a:lnTo>
                          <a:pt x="23245" y="27673"/>
                        </a:lnTo>
                        <a:lnTo>
                          <a:pt x="43040" y="27673"/>
                        </a:lnTo>
                        <a:lnTo>
                          <a:pt x="41607" y="34249"/>
                        </a:lnTo>
                        <a:lnTo>
                          <a:pt x="21813" y="34249"/>
                        </a:lnTo>
                        <a:lnTo>
                          <a:pt x="16018" y="59513"/>
                        </a:lnTo>
                        <a:cubicBezTo>
                          <a:pt x="14889" y="64418"/>
                          <a:pt x="14173" y="67945"/>
                          <a:pt x="13869" y="70093"/>
                        </a:cubicBezTo>
                        <a:cubicBezTo>
                          <a:pt x="13565" y="72242"/>
                          <a:pt x="13413" y="73968"/>
                          <a:pt x="13413" y="75270"/>
                        </a:cubicBezTo>
                        <a:cubicBezTo>
                          <a:pt x="13413" y="80652"/>
                          <a:pt x="15649" y="83344"/>
                          <a:pt x="20120" y="83344"/>
                        </a:cubicBezTo>
                        <a:cubicBezTo>
                          <a:pt x="22030" y="83344"/>
                          <a:pt x="24059" y="82617"/>
                          <a:pt x="26208" y="81163"/>
                        </a:cubicBezTo>
                        <a:cubicBezTo>
                          <a:pt x="28357" y="79708"/>
                          <a:pt x="30907" y="77223"/>
                          <a:pt x="33859" y="73707"/>
                        </a:cubicBezTo>
                        <a:lnTo>
                          <a:pt x="37635" y="77614"/>
                        </a:lnTo>
                        <a:cubicBezTo>
                          <a:pt x="33859" y="82172"/>
                          <a:pt x="30223" y="85536"/>
                          <a:pt x="26729" y="87706"/>
                        </a:cubicBezTo>
                        <a:cubicBezTo>
                          <a:pt x="23235" y="89877"/>
                          <a:pt x="19577" y="90962"/>
                          <a:pt x="15757" y="90962"/>
                        </a:cubicBezTo>
                        <a:cubicBezTo>
                          <a:pt x="6685" y="90962"/>
                          <a:pt x="2149" y="86382"/>
                          <a:pt x="2149" y="77223"/>
                        </a:cubicBezTo>
                        <a:cubicBezTo>
                          <a:pt x="2149" y="74315"/>
                          <a:pt x="2518" y="71255"/>
                          <a:pt x="3256" y="68042"/>
                        </a:cubicBezTo>
                        <a:lnTo>
                          <a:pt x="10939" y="34249"/>
                        </a:lnTo>
                        <a:lnTo>
                          <a:pt x="0" y="34249"/>
                        </a:lnTo>
                        <a:lnTo>
                          <a:pt x="977" y="29756"/>
                        </a:lnTo>
                        <a:cubicBezTo>
                          <a:pt x="3538" y="29713"/>
                          <a:pt x="5481" y="29518"/>
                          <a:pt x="6805" y="29170"/>
                        </a:cubicBezTo>
                        <a:cubicBezTo>
                          <a:pt x="8128" y="28823"/>
                          <a:pt x="9235" y="28346"/>
                          <a:pt x="10125" y="27738"/>
                        </a:cubicBezTo>
                        <a:cubicBezTo>
                          <a:pt x="11015" y="27130"/>
                          <a:pt x="11829" y="26262"/>
                          <a:pt x="12567" y="25133"/>
                        </a:cubicBezTo>
                        <a:cubicBezTo>
                          <a:pt x="13305" y="24005"/>
                          <a:pt x="14021" y="22561"/>
                          <a:pt x="14716" y="20803"/>
                        </a:cubicBezTo>
                        <a:cubicBezTo>
                          <a:pt x="15410" y="19045"/>
                          <a:pt x="16452" y="15974"/>
                          <a:pt x="17841" y="11590"/>
                        </a:cubicBezTo>
                        <a:close/>
                        <a:moveTo>
                          <a:pt x="257901" y="5535"/>
                        </a:moveTo>
                        <a:cubicBezTo>
                          <a:pt x="254906" y="5535"/>
                          <a:pt x="252399" y="6424"/>
                          <a:pt x="250380" y="8204"/>
                        </a:cubicBezTo>
                        <a:cubicBezTo>
                          <a:pt x="248362" y="9984"/>
                          <a:pt x="246734" y="12545"/>
                          <a:pt x="245497" y="15887"/>
                        </a:cubicBezTo>
                        <a:cubicBezTo>
                          <a:pt x="244260" y="19230"/>
                          <a:pt x="243381" y="23299"/>
                          <a:pt x="242860" y="28096"/>
                        </a:cubicBezTo>
                        <a:cubicBezTo>
                          <a:pt x="242339" y="32893"/>
                          <a:pt x="242079" y="38308"/>
                          <a:pt x="242079" y="44342"/>
                        </a:cubicBezTo>
                        <a:cubicBezTo>
                          <a:pt x="242079" y="58493"/>
                          <a:pt x="243392" y="68878"/>
                          <a:pt x="246018" y="75498"/>
                        </a:cubicBezTo>
                        <a:cubicBezTo>
                          <a:pt x="248644" y="82118"/>
                          <a:pt x="252714" y="85427"/>
                          <a:pt x="258226" y="85427"/>
                        </a:cubicBezTo>
                        <a:cubicBezTo>
                          <a:pt x="263479" y="85427"/>
                          <a:pt x="267375" y="82313"/>
                          <a:pt x="269914" y="76084"/>
                        </a:cubicBezTo>
                        <a:cubicBezTo>
                          <a:pt x="272453" y="69855"/>
                          <a:pt x="273723" y="60207"/>
                          <a:pt x="273723" y="47141"/>
                        </a:cubicBezTo>
                        <a:cubicBezTo>
                          <a:pt x="273723" y="37157"/>
                          <a:pt x="273072" y="29073"/>
                          <a:pt x="271770" y="22887"/>
                        </a:cubicBezTo>
                        <a:cubicBezTo>
                          <a:pt x="270467" y="16701"/>
                          <a:pt x="268655" y="12263"/>
                          <a:pt x="266333" y="9572"/>
                        </a:cubicBezTo>
                        <a:cubicBezTo>
                          <a:pt x="264011" y="6880"/>
                          <a:pt x="261200" y="5535"/>
                          <a:pt x="257901" y="5535"/>
                        </a:cubicBezTo>
                        <a:close/>
                        <a:moveTo>
                          <a:pt x="258226" y="0"/>
                        </a:moveTo>
                        <a:cubicBezTo>
                          <a:pt x="267733" y="0"/>
                          <a:pt x="274808" y="3668"/>
                          <a:pt x="279453" y="11004"/>
                        </a:cubicBezTo>
                        <a:cubicBezTo>
                          <a:pt x="284098" y="18340"/>
                          <a:pt x="286420" y="29431"/>
                          <a:pt x="286420" y="44276"/>
                        </a:cubicBezTo>
                        <a:cubicBezTo>
                          <a:pt x="286420" y="59643"/>
                          <a:pt x="283935" y="71265"/>
                          <a:pt x="278965" y="79144"/>
                        </a:cubicBezTo>
                        <a:cubicBezTo>
                          <a:pt x="273994" y="87023"/>
                          <a:pt x="266734" y="90962"/>
                          <a:pt x="257185" y="90962"/>
                        </a:cubicBezTo>
                        <a:cubicBezTo>
                          <a:pt x="247808" y="90962"/>
                          <a:pt x="240831" y="87272"/>
                          <a:pt x="236251" y="79893"/>
                        </a:cubicBezTo>
                        <a:cubicBezTo>
                          <a:pt x="231671" y="72513"/>
                          <a:pt x="229382" y="61314"/>
                          <a:pt x="229382" y="46295"/>
                        </a:cubicBezTo>
                        <a:cubicBezTo>
                          <a:pt x="229382" y="38308"/>
                          <a:pt x="230087" y="31406"/>
                          <a:pt x="231498" y="25589"/>
                        </a:cubicBezTo>
                        <a:cubicBezTo>
                          <a:pt x="232909" y="19772"/>
                          <a:pt x="234884" y="14965"/>
                          <a:pt x="237423" y="11167"/>
                        </a:cubicBezTo>
                        <a:cubicBezTo>
                          <a:pt x="239962" y="7369"/>
                          <a:pt x="243012" y="4558"/>
                          <a:pt x="246571" y="2735"/>
                        </a:cubicBezTo>
                        <a:cubicBezTo>
                          <a:pt x="250131" y="912"/>
                          <a:pt x="254016" y="0"/>
                          <a:pt x="258226" y="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zh-CN" altLang="en-US" sz="1050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BC3D074D-53CF-4797-A475-70B388CBC9E3}"/>
                    </a:ext>
                  </a:extLst>
                </p:cNvPr>
                <p:cNvSpPr/>
                <p:nvPr/>
              </p:nvSpPr>
              <p:spPr>
                <a:xfrm>
                  <a:off x="1003301" y="2400300"/>
                  <a:ext cx="8785055" cy="44577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8E64C5E5-6C5B-4685-AA02-4F3DD60D762B}"/>
                      </a:ext>
                    </a:extLst>
                  </p:cNvPr>
                  <p:cNvSpPr txBox="1"/>
                  <p:nvPr/>
                </p:nvSpPr>
                <p:spPr>
                  <a:xfrm>
                    <a:off x="2004242" y="4633243"/>
                    <a:ext cx="1274901" cy="5638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𝐹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79" name="文本框 178">
                    <a:extLst>
                      <a:ext uri="{FF2B5EF4-FFF2-40B4-BE49-F238E27FC236}">
                        <a16:creationId xmlns:a16="http://schemas.microsoft.com/office/drawing/2014/main" id="{D53C2969-72E5-4F6B-9870-1127D74F67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4242" y="4633243"/>
                    <a:ext cx="1274901" cy="56387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38C410CD-706A-4F56-905A-F6AD563D61D1}"/>
                      </a:ext>
                    </a:extLst>
                  </p:cNvPr>
                  <p:cNvSpPr txBox="1"/>
                  <p:nvPr/>
                </p:nvSpPr>
                <p:spPr>
                  <a:xfrm>
                    <a:off x="3827302" y="4667307"/>
                    <a:ext cx="1543949" cy="5638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细黑" panose="02010600040101010101" pitchFamily="2" charset="-122"/>
                                    </a:rPr>
                                    <m:t>𝑅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zh-CN" altLang="en-US" dirty="0"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80" name="文本框 179">
                    <a:extLst>
                      <a:ext uri="{FF2B5EF4-FFF2-40B4-BE49-F238E27FC236}">
                        <a16:creationId xmlns:a16="http://schemas.microsoft.com/office/drawing/2014/main" id="{B3F95014-63EB-4D86-A9AB-CEED6A2D46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7302" y="4667307"/>
                    <a:ext cx="1543949" cy="56387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53FE0FA-4245-470E-92E3-7DB3D29B70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3976" y="3581400"/>
                <a:ext cx="1034143" cy="0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1F1C904E-020B-4195-BC65-DCC5E587E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4123" y="4876800"/>
                <a:ext cx="1442331" cy="0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D0E6D2F1-5D5F-4B40-95E7-EC187F683336}"/>
                  </a:ext>
                </a:extLst>
              </p:cNvPr>
              <p:cNvSpPr/>
              <p:nvPr/>
            </p:nvSpPr>
            <p:spPr>
              <a:xfrm>
                <a:off x="8108327" y="3659920"/>
                <a:ext cx="1082040" cy="1216879"/>
              </a:xfrm>
              <a:custGeom>
                <a:avLst/>
                <a:gdLst>
                  <a:gd name="connsiteX0" fmla="*/ 0 w 1082040"/>
                  <a:gd name="connsiteY0" fmla="*/ 0 h 1287780"/>
                  <a:gd name="connsiteX1" fmla="*/ 152400 w 1082040"/>
                  <a:gd name="connsiteY1" fmla="*/ 388620 h 1287780"/>
                  <a:gd name="connsiteX2" fmla="*/ 381000 w 1082040"/>
                  <a:gd name="connsiteY2" fmla="*/ 792480 h 1287780"/>
                  <a:gd name="connsiteX3" fmla="*/ 601980 w 1082040"/>
                  <a:gd name="connsiteY3" fmla="*/ 1082040 h 1287780"/>
                  <a:gd name="connsiteX4" fmla="*/ 1082040 w 1082040"/>
                  <a:gd name="connsiteY4" fmla="*/ 1287780 h 1287780"/>
                  <a:gd name="connsiteX0" fmla="*/ 0 w 1082040"/>
                  <a:gd name="connsiteY0" fmla="*/ 0 h 1287780"/>
                  <a:gd name="connsiteX1" fmla="*/ 152400 w 1082040"/>
                  <a:gd name="connsiteY1" fmla="*/ 388620 h 1287780"/>
                  <a:gd name="connsiteX2" fmla="*/ 381000 w 1082040"/>
                  <a:gd name="connsiteY2" fmla="*/ 792480 h 1287780"/>
                  <a:gd name="connsiteX3" fmla="*/ 662940 w 1082040"/>
                  <a:gd name="connsiteY3" fmla="*/ 1089660 h 1287780"/>
                  <a:gd name="connsiteX4" fmla="*/ 1082040 w 1082040"/>
                  <a:gd name="connsiteY4" fmla="*/ 1287780 h 128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2040" h="1287780">
                    <a:moveTo>
                      <a:pt x="0" y="0"/>
                    </a:moveTo>
                    <a:cubicBezTo>
                      <a:pt x="44450" y="128270"/>
                      <a:pt x="88900" y="256540"/>
                      <a:pt x="152400" y="388620"/>
                    </a:cubicBezTo>
                    <a:cubicBezTo>
                      <a:pt x="215900" y="520700"/>
                      <a:pt x="295910" y="675640"/>
                      <a:pt x="381000" y="792480"/>
                    </a:cubicBezTo>
                    <a:cubicBezTo>
                      <a:pt x="466090" y="909320"/>
                      <a:pt x="546100" y="1007110"/>
                      <a:pt x="662940" y="1089660"/>
                    </a:cubicBezTo>
                    <a:cubicBezTo>
                      <a:pt x="779780" y="1172210"/>
                      <a:pt x="900430" y="1226185"/>
                      <a:pt x="1082040" y="1287780"/>
                    </a:cubicBezTo>
                  </a:path>
                </a:pathLst>
              </a:custGeom>
              <a:noFill/>
              <a:ln w="254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17564324-9A38-4223-AC66-C8D3B45BB16E}"/>
                  </a:ext>
                </a:extLst>
              </p:cNvPr>
              <p:cNvSpPr/>
              <p:nvPr/>
            </p:nvSpPr>
            <p:spPr>
              <a:xfrm>
                <a:off x="7688594" y="3579727"/>
                <a:ext cx="423069" cy="81049"/>
              </a:xfrm>
              <a:custGeom>
                <a:avLst/>
                <a:gdLst>
                  <a:gd name="connsiteX0" fmla="*/ 0 w 430856"/>
                  <a:gd name="connsiteY0" fmla="*/ 3456 h 62014"/>
                  <a:gd name="connsiteX1" fmla="*/ 190500 w 430856"/>
                  <a:gd name="connsiteY1" fmla="*/ 281 h 62014"/>
                  <a:gd name="connsiteX2" fmla="*/ 298450 w 430856"/>
                  <a:gd name="connsiteY2" fmla="*/ 9806 h 62014"/>
                  <a:gd name="connsiteX3" fmla="*/ 415925 w 430856"/>
                  <a:gd name="connsiteY3" fmla="*/ 57431 h 62014"/>
                  <a:gd name="connsiteX4" fmla="*/ 425450 w 430856"/>
                  <a:gd name="connsiteY4" fmla="*/ 57431 h 62014"/>
                  <a:gd name="connsiteX0" fmla="*/ 0 w 430856"/>
                  <a:gd name="connsiteY0" fmla="*/ 4770 h 63328"/>
                  <a:gd name="connsiteX1" fmla="*/ 190500 w 430856"/>
                  <a:gd name="connsiteY1" fmla="*/ 1595 h 63328"/>
                  <a:gd name="connsiteX2" fmla="*/ 298450 w 430856"/>
                  <a:gd name="connsiteY2" fmla="*/ 30170 h 63328"/>
                  <a:gd name="connsiteX3" fmla="*/ 415925 w 430856"/>
                  <a:gd name="connsiteY3" fmla="*/ 58745 h 63328"/>
                  <a:gd name="connsiteX4" fmla="*/ 425450 w 430856"/>
                  <a:gd name="connsiteY4" fmla="*/ 58745 h 63328"/>
                  <a:gd name="connsiteX0" fmla="*/ 0 w 430856"/>
                  <a:gd name="connsiteY0" fmla="*/ 1605 h 60163"/>
                  <a:gd name="connsiteX1" fmla="*/ 190500 w 430856"/>
                  <a:gd name="connsiteY1" fmla="*/ 3193 h 60163"/>
                  <a:gd name="connsiteX2" fmla="*/ 298450 w 430856"/>
                  <a:gd name="connsiteY2" fmla="*/ 27005 h 60163"/>
                  <a:gd name="connsiteX3" fmla="*/ 415925 w 430856"/>
                  <a:gd name="connsiteY3" fmla="*/ 55580 h 60163"/>
                  <a:gd name="connsiteX4" fmla="*/ 425450 w 430856"/>
                  <a:gd name="connsiteY4" fmla="*/ 55580 h 60163"/>
                  <a:gd name="connsiteX0" fmla="*/ 0 w 430856"/>
                  <a:gd name="connsiteY0" fmla="*/ 1605 h 60163"/>
                  <a:gd name="connsiteX1" fmla="*/ 190500 w 430856"/>
                  <a:gd name="connsiteY1" fmla="*/ 3193 h 60163"/>
                  <a:gd name="connsiteX2" fmla="*/ 322262 w 430856"/>
                  <a:gd name="connsiteY2" fmla="*/ 27005 h 60163"/>
                  <a:gd name="connsiteX3" fmla="*/ 415925 w 430856"/>
                  <a:gd name="connsiteY3" fmla="*/ 55580 h 60163"/>
                  <a:gd name="connsiteX4" fmla="*/ 425450 w 430856"/>
                  <a:gd name="connsiteY4" fmla="*/ 55580 h 60163"/>
                  <a:gd name="connsiteX0" fmla="*/ 0 w 434737"/>
                  <a:gd name="connsiteY0" fmla="*/ 1605 h 78538"/>
                  <a:gd name="connsiteX1" fmla="*/ 190500 w 434737"/>
                  <a:gd name="connsiteY1" fmla="*/ 3193 h 78538"/>
                  <a:gd name="connsiteX2" fmla="*/ 322262 w 434737"/>
                  <a:gd name="connsiteY2" fmla="*/ 27005 h 78538"/>
                  <a:gd name="connsiteX3" fmla="*/ 423069 w 434737"/>
                  <a:gd name="connsiteY3" fmla="*/ 77011 h 78538"/>
                  <a:gd name="connsiteX4" fmla="*/ 425450 w 434737"/>
                  <a:gd name="connsiteY4" fmla="*/ 55580 h 78538"/>
                  <a:gd name="connsiteX0" fmla="*/ 0 w 423069"/>
                  <a:gd name="connsiteY0" fmla="*/ 1605 h 77011"/>
                  <a:gd name="connsiteX1" fmla="*/ 190500 w 423069"/>
                  <a:gd name="connsiteY1" fmla="*/ 3193 h 77011"/>
                  <a:gd name="connsiteX2" fmla="*/ 322262 w 423069"/>
                  <a:gd name="connsiteY2" fmla="*/ 27005 h 77011"/>
                  <a:gd name="connsiteX3" fmla="*/ 423069 w 423069"/>
                  <a:gd name="connsiteY3" fmla="*/ 77011 h 77011"/>
                  <a:gd name="connsiteX0" fmla="*/ 0 w 423069"/>
                  <a:gd name="connsiteY0" fmla="*/ 880 h 76286"/>
                  <a:gd name="connsiteX1" fmla="*/ 188119 w 423069"/>
                  <a:gd name="connsiteY1" fmla="*/ 4849 h 76286"/>
                  <a:gd name="connsiteX2" fmla="*/ 322262 w 423069"/>
                  <a:gd name="connsiteY2" fmla="*/ 26280 h 76286"/>
                  <a:gd name="connsiteX3" fmla="*/ 423069 w 423069"/>
                  <a:gd name="connsiteY3" fmla="*/ 76286 h 76286"/>
                  <a:gd name="connsiteX0" fmla="*/ 0 w 423069"/>
                  <a:gd name="connsiteY0" fmla="*/ 880 h 81049"/>
                  <a:gd name="connsiteX1" fmla="*/ 188119 w 423069"/>
                  <a:gd name="connsiteY1" fmla="*/ 4849 h 81049"/>
                  <a:gd name="connsiteX2" fmla="*/ 322262 w 423069"/>
                  <a:gd name="connsiteY2" fmla="*/ 26280 h 81049"/>
                  <a:gd name="connsiteX3" fmla="*/ 423069 w 423069"/>
                  <a:gd name="connsiteY3" fmla="*/ 81049 h 81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069" h="81049">
                    <a:moveTo>
                      <a:pt x="0" y="880"/>
                    </a:moveTo>
                    <a:cubicBezTo>
                      <a:pt x="70379" y="-1237"/>
                      <a:pt x="134409" y="616"/>
                      <a:pt x="188119" y="4849"/>
                    </a:cubicBezTo>
                    <a:cubicBezTo>
                      <a:pt x="241829" y="9082"/>
                      <a:pt x="283104" y="13580"/>
                      <a:pt x="322262" y="26280"/>
                    </a:cubicBezTo>
                    <a:cubicBezTo>
                      <a:pt x="361420" y="38980"/>
                      <a:pt x="423069" y="81049"/>
                      <a:pt x="423069" y="81049"/>
                    </a:cubicBezTo>
                  </a:path>
                </a:pathLst>
              </a:custGeom>
              <a:noFill/>
              <a:ln w="254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79559E36-C5F4-4CA3-AC6C-2BFB5E26B838}"/>
                      </a:ext>
                    </a:extLst>
                  </p:cNvPr>
                  <p:cNvSpPr txBox="1"/>
                  <p:nvPr/>
                </p:nvSpPr>
                <p:spPr>
                  <a:xfrm>
                    <a:off x="331984" y="4676225"/>
                    <a:ext cx="127489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细黑" panose="02010600040101010101" pitchFamily="2" charset="-122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≈0.7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A25C5ED0-83AC-4A86-BE0D-B26BDB930C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984" y="4676225"/>
                    <a:ext cx="127489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E790680-F36E-45FA-8FD3-1B3FBB4C293B}"/>
                </a:ext>
              </a:extLst>
            </p:cNvPr>
            <p:cNvSpPr txBox="1"/>
            <p:nvPr/>
          </p:nvSpPr>
          <p:spPr>
            <a:xfrm>
              <a:off x="566802" y="383246"/>
              <a:ext cx="527259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600" b="1" dirty="0">
                  <a:solidFill>
                    <a:schemeClr val="accent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二极管结电容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FD29543-4D9F-4BBD-BBB3-422113B06B48}"/>
                </a:ext>
              </a:extLst>
            </p:cNvPr>
            <p:cNvSpPr txBox="1"/>
            <p:nvPr/>
          </p:nvSpPr>
          <p:spPr>
            <a:xfrm>
              <a:off x="576678" y="1694504"/>
              <a:ext cx="527259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600" b="1" dirty="0">
                  <a:solidFill>
                    <a:schemeClr val="accent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反向恢复时间</a:t>
              </a:r>
            </a:p>
          </p:txBody>
        </p:sp>
        <p:pic>
          <p:nvPicPr>
            <p:cNvPr id="138" name="图片 137">
              <a:extLst>
                <a:ext uri="{FF2B5EF4-FFF2-40B4-BE49-F238E27FC236}">
                  <a16:creationId xmlns:a16="http://schemas.microsoft.com/office/drawing/2014/main" id="{CD1FD6C8-AE8B-4FD6-AED2-9417B9E7D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9294" b="89963" l="6333" r="93520">
                          <a14:foregroundMark x1="24448" y1="51301" x2="24448" y2="51301"/>
                          <a14:foregroundMark x1="6480" y1="69517" x2="6480" y2="69517"/>
                          <a14:foregroundMark x1="11487" y1="73606" x2="11487" y2="73606"/>
                          <a14:foregroundMark x1="10751" y1="76952" x2="10751" y2="76952"/>
                          <a14:foregroundMark x1="12960" y1="81413" x2="12960" y2="81413"/>
                          <a14:foregroundMark x1="67599" y1="59480" x2="67599" y2="59480"/>
                          <a14:foregroundMark x1="93520" y1="51301" x2="93520" y2="51301"/>
                          <a14:foregroundMark x1="38144" y1="34944" x2="38144" y2="34944"/>
                          <a14:foregroundMark x1="33137" y1="21190" x2="33137" y2="21190"/>
                          <a14:foregroundMark x1="33432" y1="19703" x2="33432" y2="19703"/>
                          <a14:foregroundMark x1="34168" y1="19703" x2="34168" y2="19703"/>
                          <a14:foregroundMark x1="33284" y1="18216" x2="33284" y2="18216"/>
                          <a14:foregroundMark x1="32401" y1="17472" x2="32401" y2="17472"/>
                          <a14:foregroundMark x1="79971" y1="16729" x2="79971" y2="16729"/>
                          <a14:foregroundMark x1="82327" y1="12639" x2="83652" y2="17844"/>
                          <a14:foregroundMark x1="82180" y1="11524" x2="82180" y2="11524"/>
                          <a14:foregroundMark x1="82327" y1="9665" x2="82327" y2="9665"/>
                          <a14:foregroundMark x1="82327" y1="10037" x2="82327" y2="10037"/>
                          <a14:backgroundMark x1="10015" y1="26766" x2="10015" y2="26766"/>
                          <a14:backgroundMark x1="7953" y1="33457" x2="18704" y2="24535"/>
                          <a14:backgroundMark x1="33284" y1="13011" x2="33579" y2="13011"/>
                          <a14:backgroundMark x1="32548" y1="13383" x2="39470" y2="18959"/>
                          <a14:backgroundMark x1="94109" y1="17472" x2="95582" y2="20446"/>
                          <a14:backgroundMark x1="92636" y1="13011" x2="97349" y2="28996"/>
                          <a14:backgroundMark x1="59057" y1="38662" x2="74374" y2="21561"/>
                          <a14:backgroundMark x1="32695" y1="17472" x2="32695" y2="17472"/>
                          <a14:backgroundMark x1="33284" y1="18959" x2="33284" y2="18959"/>
                          <a14:backgroundMark x1="32401" y1="17472" x2="32401" y2="17472"/>
                          <a14:backgroundMark x1="33284" y1="19703" x2="33284" y2="19703"/>
                          <a14:backgroundMark x1="33284" y1="18216" x2="33284" y2="18216"/>
                          <a14:backgroundMark x1="87334" y1="9294" x2="87334" y2="9294"/>
                          <a14:backgroundMark x1="86745" y1="8550" x2="86745" y2="8550"/>
                          <a14:backgroundMark x1="83505" y1="9665" x2="84094" y2="9665"/>
                          <a14:backgroundMark x1="84389" y1="9665" x2="84389" y2="9665"/>
                          <a14:backgroundMark x1="84831" y1="9665" x2="84831" y2="9665"/>
                          <a14:backgroundMark x1="82622" y1="9294" x2="82622" y2="9294"/>
                          <a14:backgroundMark x1="81885" y1="8922" x2="81885" y2="8922"/>
                          <a14:backgroundMark x1="82327" y1="9294" x2="82327" y2="929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223" y="319315"/>
              <a:ext cx="5265598" cy="2086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409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4304EA-75DA-44F1-BA79-DC81B7F8FF24}"/>
              </a:ext>
            </a:extLst>
          </p:cNvPr>
          <p:cNvSpPr txBox="1"/>
          <p:nvPr/>
        </p:nvSpPr>
        <p:spPr>
          <a:xfrm>
            <a:off x="2047456" y="2773402"/>
            <a:ext cx="80970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由</a:t>
            </a:r>
            <a:r>
              <a:rPr lang="en-US" altLang="zh-CN" sz="6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PN</a:t>
            </a:r>
            <a:r>
              <a:rPr lang="zh-CN" altLang="en-US" sz="6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结</a:t>
            </a:r>
            <a:r>
              <a:rPr lang="zh-CN" altLang="en-US" sz="6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构成的二极管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D31A78-BA8E-4007-8A16-F62E8D0E083F}"/>
              </a:ext>
            </a:extLst>
          </p:cNvPr>
          <p:cNvSpPr txBox="1"/>
          <p:nvPr/>
        </p:nvSpPr>
        <p:spPr>
          <a:xfrm>
            <a:off x="12680901" y="3217663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347831-9AF4-4E59-91F3-1AEC151FFA4A}"/>
              </a:ext>
            </a:extLst>
          </p:cNvPr>
          <p:cNvSpPr txBox="1"/>
          <p:nvPr/>
        </p:nvSpPr>
        <p:spPr>
          <a:xfrm>
            <a:off x="-2208738" y="321273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904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push dir="u"/>
      </p:transition>
    </mc:Choice>
    <mc:Fallback xmlns="">
      <p:transition spd="slow" advClick="0" advTm="10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4ECE78-C0AA-4C82-B7D7-8CEA1FAF438E}"/>
              </a:ext>
            </a:extLst>
          </p:cNvPr>
          <p:cNvSpPr txBox="1"/>
          <p:nvPr/>
        </p:nvSpPr>
        <p:spPr>
          <a:xfrm>
            <a:off x="7318986" y="3217663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3068112" y="321273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111DFF0-16DC-4DDA-A6B1-3094A9B1DF92}"/>
              </a:ext>
            </a:extLst>
          </p:cNvPr>
          <p:cNvGrpSpPr/>
          <p:nvPr/>
        </p:nvGrpSpPr>
        <p:grpSpPr>
          <a:xfrm>
            <a:off x="3976006" y="1645194"/>
            <a:ext cx="4239988" cy="1146962"/>
            <a:chOff x="3976006" y="1645194"/>
            <a:chExt cx="4239988" cy="1146962"/>
          </a:xfrm>
        </p:grpSpPr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BE5F9DF0-622D-4F51-9507-C80B721085E7}"/>
                </a:ext>
              </a:extLst>
            </p:cNvPr>
            <p:cNvSpPr/>
            <p:nvPr/>
          </p:nvSpPr>
          <p:spPr>
            <a:xfrm rot="16200000" flipV="1">
              <a:off x="5884663" y="460825"/>
              <a:ext cx="422674" cy="423998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54EAA6B-1818-479D-9E43-513FEA7FEF49}"/>
                </a:ext>
              </a:extLst>
            </p:cNvPr>
            <p:cNvSpPr txBox="1"/>
            <p:nvPr/>
          </p:nvSpPr>
          <p:spPr>
            <a:xfrm>
              <a:off x="5428621" y="1645194"/>
              <a:ext cx="1337286" cy="421324"/>
            </a:xfrm>
            <a:custGeom>
              <a:avLst/>
              <a:gdLst/>
              <a:ahLst/>
              <a:cxnLst/>
              <a:rect l="l" t="t" r="r" b="b"/>
              <a:pathLst>
                <a:path w="1337286" h="421324">
                  <a:moveTo>
                    <a:pt x="161641" y="314853"/>
                  </a:moveTo>
                  <a:cubicBezTo>
                    <a:pt x="161032" y="325421"/>
                    <a:pt x="162079" y="336789"/>
                    <a:pt x="164785" y="348958"/>
                  </a:cubicBezTo>
                  <a:cubicBezTo>
                    <a:pt x="92666" y="364202"/>
                    <a:pt x="43060" y="376066"/>
                    <a:pt x="15966" y="384548"/>
                  </a:cubicBezTo>
                  <a:cubicBezTo>
                    <a:pt x="14080" y="370608"/>
                    <a:pt x="9506" y="356340"/>
                    <a:pt x="2243" y="341743"/>
                  </a:cubicBezTo>
                  <a:cubicBezTo>
                    <a:pt x="50111" y="339437"/>
                    <a:pt x="103244" y="330474"/>
                    <a:pt x="161641" y="314853"/>
                  </a:cubicBezTo>
                  <a:close/>
                  <a:moveTo>
                    <a:pt x="1054722" y="290808"/>
                  </a:moveTo>
                  <a:lnTo>
                    <a:pt x="1054722" y="358366"/>
                  </a:lnTo>
                  <a:lnTo>
                    <a:pt x="1211534" y="358366"/>
                  </a:lnTo>
                  <a:lnTo>
                    <a:pt x="1211534" y="290808"/>
                  </a:lnTo>
                  <a:close/>
                  <a:moveTo>
                    <a:pt x="212326" y="272420"/>
                  </a:moveTo>
                  <a:lnTo>
                    <a:pt x="212326" y="352087"/>
                  </a:lnTo>
                  <a:lnTo>
                    <a:pt x="345357" y="352087"/>
                  </a:lnTo>
                  <a:lnTo>
                    <a:pt x="345357" y="272420"/>
                  </a:lnTo>
                  <a:close/>
                  <a:moveTo>
                    <a:pt x="174029" y="238608"/>
                  </a:moveTo>
                  <a:cubicBezTo>
                    <a:pt x="193560" y="241004"/>
                    <a:pt x="228703" y="242201"/>
                    <a:pt x="279460" y="242201"/>
                  </a:cubicBezTo>
                  <a:cubicBezTo>
                    <a:pt x="330216" y="242201"/>
                    <a:pt x="364948" y="241004"/>
                    <a:pt x="383655" y="238608"/>
                  </a:cubicBezTo>
                  <a:cubicBezTo>
                    <a:pt x="381564" y="255296"/>
                    <a:pt x="380519" y="273713"/>
                    <a:pt x="380519" y="293858"/>
                  </a:cubicBezTo>
                  <a:lnTo>
                    <a:pt x="380519" y="345443"/>
                  </a:lnTo>
                  <a:cubicBezTo>
                    <a:pt x="380519" y="363626"/>
                    <a:pt x="381714" y="386677"/>
                    <a:pt x="384105" y="414595"/>
                  </a:cubicBezTo>
                  <a:lnTo>
                    <a:pt x="345357" y="414595"/>
                  </a:lnTo>
                  <a:lnTo>
                    <a:pt x="345357" y="382755"/>
                  </a:lnTo>
                  <a:lnTo>
                    <a:pt x="212326" y="382755"/>
                  </a:lnTo>
                  <a:lnTo>
                    <a:pt x="212326" y="417738"/>
                  </a:lnTo>
                  <a:lnTo>
                    <a:pt x="172235" y="417738"/>
                  </a:lnTo>
                  <a:cubicBezTo>
                    <a:pt x="175222" y="393120"/>
                    <a:pt x="176715" y="367674"/>
                    <a:pt x="176715" y="341400"/>
                  </a:cubicBezTo>
                  <a:lnTo>
                    <a:pt x="176715" y="293858"/>
                  </a:lnTo>
                  <a:cubicBezTo>
                    <a:pt x="176715" y="276299"/>
                    <a:pt x="175819" y="257882"/>
                    <a:pt x="174029" y="238608"/>
                  </a:cubicBezTo>
                  <a:close/>
                  <a:moveTo>
                    <a:pt x="679944" y="204247"/>
                  </a:moveTo>
                  <a:lnTo>
                    <a:pt x="679944" y="264183"/>
                  </a:lnTo>
                  <a:lnTo>
                    <a:pt x="779792" y="264183"/>
                  </a:lnTo>
                  <a:lnTo>
                    <a:pt x="779792" y="204247"/>
                  </a:lnTo>
                  <a:close/>
                  <a:moveTo>
                    <a:pt x="540012" y="204247"/>
                  </a:moveTo>
                  <a:lnTo>
                    <a:pt x="540012" y="264183"/>
                  </a:lnTo>
                  <a:lnTo>
                    <a:pt x="642547" y="264183"/>
                  </a:lnTo>
                  <a:lnTo>
                    <a:pt x="642547" y="204247"/>
                  </a:lnTo>
                  <a:close/>
                  <a:moveTo>
                    <a:pt x="1135182" y="182716"/>
                  </a:moveTo>
                  <a:cubicBezTo>
                    <a:pt x="1095939" y="221263"/>
                    <a:pt x="1062094" y="246845"/>
                    <a:pt x="1033648" y="259461"/>
                  </a:cubicBezTo>
                  <a:cubicBezTo>
                    <a:pt x="1046359" y="259918"/>
                    <a:pt x="1077524" y="260147"/>
                    <a:pt x="1127142" y="260147"/>
                  </a:cubicBezTo>
                  <a:cubicBezTo>
                    <a:pt x="1176760" y="260147"/>
                    <a:pt x="1212516" y="259806"/>
                    <a:pt x="1234409" y="259125"/>
                  </a:cubicBezTo>
                  <a:cubicBezTo>
                    <a:pt x="1202881" y="245523"/>
                    <a:pt x="1169805" y="220053"/>
                    <a:pt x="1135182" y="182716"/>
                  </a:cubicBezTo>
                  <a:close/>
                  <a:moveTo>
                    <a:pt x="1128481" y="131409"/>
                  </a:moveTo>
                  <a:cubicBezTo>
                    <a:pt x="1140430" y="139048"/>
                    <a:pt x="1151372" y="145139"/>
                    <a:pt x="1161307" y="149683"/>
                  </a:cubicBezTo>
                  <a:cubicBezTo>
                    <a:pt x="1166798" y="151974"/>
                    <a:pt x="1169543" y="155031"/>
                    <a:pt x="1169543" y="158855"/>
                  </a:cubicBezTo>
                  <a:cubicBezTo>
                    <a:pt x="1169543" y="163999"/>
                    <a:pt x="1167304" y="166571"/>
                    <a:pt x="1162825" y="166571"/>
                  </a:cubicBezTo>
                  <a:cubicBezTo>
                    <a:pt x="1158346" y="166571"/>
                    <a:pt x="1155651" y="166409"/>
                    <a:pt x="1154742" y="166085"/>
                  </a:cubicBezTo>
                  <a:cubicBezTo>
                    <a:pt x="1201205" y="216539"/>
                    <a:pt x="1262053" y="249219"/>
                    <a:pt x="1337286" y="264126"/>
                  </a:cubicBezTo>
                  <a:cubicBezTo>
                    <a:pt x="1328247" y="275437"/>
                    <a:pt x="1321743" y="287469"/>
                    <a:pt x="1317776" y="300223"/>
                  </a:cubicBezTo>
                  <a:cubicBezTo>
                    <a:pt x="1287301" y="290436"/>
                    <a:pt x="1264741" y="280721"/>
                    <a:pt x="1250096" y="271077"/>
                  </a:cubicBezTo>
                  <a:cubicBezTo>
                    <a:pt x="1249620" y="278797"/>
                    <a:pt x="1249382" y="287138"/>
                    <a:pt x="1249382" y="296101"/>
                  </a:cubicBezTo>
                  <a:lnTo>
                    <a:pt x="1249382" y="384012"/>
                  </a:lnTo>
                  <a:cubicBezTo>
                    <a:pt x="1249382" y="392332"/>
                    <a:pt x="1250130" y="403274"/>
                    <a:pt x="1251625" y="416838"/>
                  </a:cubicBezTo>
                  <a:lnTo>
                    <a:pt x="1211534" y="416838"/>
                  </a:lnTo>
                  <a:lnTo>
                    <a:pt x="1211534" y="387684"/>
                  </a:lnTo>
                  <a:lnTo>
                    <a:pt x="1054722" y="387684"/>
                  </a:lnTo>
                  <a:lnTo>
                    <a:pt x="1054722" y="421324"/>
                  </a:lnTo>
                  <a:lnTo>
                    <a:pt x="1014631" y="421324"/>
                  </a:lnTo>
                  <a:cubicBezTo>
                    <a:pt x="1016727" y="403536"/>
                    <a:pt x="1017774" y="390949"/>
                    <a:pt x="1017774" y="383562"/>
                  </a:cubicBezTo>
                  <a:lnTo>
                    <a:pt x="1017774" y="293858"/>
                  </a:lnTo>
                  <a:cubicBezTo>
                    <a:pt x="1017774" y="285366"/>
                    <a:pt x="1017489" y="278220"/>
                    <a:pt x="1016917" y="272420"/>
                  </a:cubicBezTo>
                  <a:cubicBezTo>
                    <a:pt x="1001039" y="282992"/>
                    <a:pt x="979351" y="294056"/>
                    <a:pt x="951852" y="305609"/>
                  </a:cubicBezTo>
                  <a:cubicBezTo>
                    <a:pt x="947866" y="294460"/>
                    <a:pt x="940386" y="284152"/>
                    <a:pt x="929413" y="274684"/>
                  </a:cubicBezTo>
                  <a:cubicBezTo>
                    <a:pt x="974067" y="260806"/>
                    <a:pt x="1009788" y="244152"/>
                    <a:pt x="1036577" y="224721"/>
                  </a:cubicBezTo>
                  <a:cubicBezTo>
                    <a:pt x="1063366" y="205290"/>
                    <a:pt x="1083910" y="189015"/>
                    <a:pt x="1098210" y="175897"/>
                  </a:cubicBezTo>
                  <a:cubicBezTo>
                    <a:pt x="1112509" y="162778"/>
                    <a:pt x="1122599" y="147949"/>
                    <a:pt x="1128481" y="131409"/>
                  </a:cubicBezTo>
                  <a:close/>
                  <a:moveTo>
                    <a:pt x="679944" y="108713"/>
                  </a:moveTo>
                  <a:lnTo>
                    <a:pt x="679944" y="173579"/>
                  </a:lnTo>
                  <a:lnTo>
                    <a:pt x="779792" y="173579"/>
                  </a:lnTo>
                  <a:lnTo>
                    <a:pt x="779792" y="108713"/>
                  </a:lnTo>
                  <a:close/>
                  <a:moveTo>
                    <a:pt x="540012" y="108713"/>
                  </a:moveTo>
                  <a:lnTo>
                    <a:pt x="540012" y="173579"/>
                  </a:lnTo>
                  <a:lnTo>
                    <a:pt x="642547" y="173579"/>
                  </a:lnTo>
                  <a:lnTo>
                    <a:pt x="642547" y="108713"/>
                  </a:lnTo>
                  <a:close/>
                  <a:moveTo>
                    <a:pt x="1185395" y="95976"/>
                  </a:moveTo>
                  <a:cubicBezTo>
                    <a:pt x="1231377" y="119898"/>
                    <a:pt x="1269749" y="145230"/>
                    <a:pt x="1300510" y="171971"/>
                  </a:cubicBezTo>
                  <a:lnTo>
                    <a:pt x="1278264" y="197967"/>
                  </a:lnTo>
                  <a:cubicBezTo>
                    <a:pt x="1249318" y="171416"/>
                    <a:pt x="1212870" y="146109"/>
                    <a:pt x="1168922" y="122044"/>
                  </a:cubicBezTo>
                  <a:close/>
                  <a:moveTo>
                    <a:pt x="1074946" y="91940"/>
                  </a:moveTo>
                  <a:cubicBezTo>
                    <a:pt x="1084099" y="101312"/>
                    <a:pt x="1092362" y="107906"/>
                    <a:pt x="1099735" y="111721"/>
                  </a:cubicBezTo>
                  <a:cubicBezTo>
                    <a:pt x="1104411" y="114050"/>
                    <a:pt x="1106750" y="117207"/>
                    <a:pt x="1106750" y="121193"/>
                  </a:cubicBezTo>
                  <a:cubicBezTo>
                    <a:pt x="1106750" y="125180"/>
                    <a:pt x="1103783" y="127440"/>
                    <a:pt x="1097849" y="127973"/>
                  </a:cubicBezTo>
                  <a:cubicBezTo>
                    <a:pt x="1092934" y="128235"/>
                    <a:pt x="1085014" y="132964"/>
                    <a:pt x="1074089" y="142160"/>
                  </a:cubicBezTo>
                  <a:cubicBezTo>
                    <a:pt x="1044390" y="166221"/>
                    <a:pt x="1015310" y="187364"/>
                    <a:pt x="986849" y="205590"/>
                  </a:cubicBezTo>
                  <a:cubicBezTo>
                    <a:pt x="982315" y="194884"/>
                    <a:pt x="974683" y="185966"/>
                    <a:pt x="963953" y="178836"/>
                  </a:cubicBezTo>
                  <a:cubicBezTo>
                    <a:pt x="1015065" y="151504"/>
                    <a:pt x="1052062" y="122539"/>
                    <a:pt x="1074946" y="91940"/>
                  </a:cubicBezTo>
                  <a:close/>
                  <a:moveTo>
                    <a:pt x="256553" y="5829"/>
                  </a:moveTo>
                  <a:cubicBezTo>
                    <a:pt x="271312" y="8225"/>
                    <a:pt x="284497" y="9422"/>
                    <a:pt x="296108" y="9422"/>
                  </a:cubicBezTo>
                  <a:cubicBezTo>
                    <a:pt x="303342" y="9422"/>
                    <a:pt x="306959" y="11474"/>
                    <a:pt x="306959" y="15577"/>
                  </a:cubicBezTo>
                  <a:cubicBezTo>
                    <a:pt x="306959" y="19680"/>
                    <a:pt x="305693" y="22184"/>
                    <a:pt x="303159" y="23088"/>
                  </a:cubicBezTo>
                  <a:cubicBezTo>
                    <a:pt x="300625" y="23993"/>
                    <a:pt x="298906" y="25403"/>
                    <a:pt x="298001" y="27317"/>
                  </a:cubicBezTo>
                  <a:cubicBezTo>
                    <a:pt x="297096" y="29232"/>
                    <a:pt x="296644" y="31368"/>
                    <a:pt x="296644" y="33725"/>
                  </a:cubicBezTo>
                  <a:lnTo>
                    <a:pt x="296644" y="79838"/>
                  </a:lnTo>
                  <a:cubicBezTo>
                    <a:pt x="342111" y="79838"/>
                    <a:pt x="380535" y="78193"/>
                    <a:pt x="411915" y="74902"/>
                  </a:cubicBezTo>
                  <a:lnTo>
                    <a:pt x="411915" y="114993"/>
                  </a:lnTo>
                  <a:cubicBezTo>
                    <a:pt x="380145" y="112002"/>
                    <a:pt x="341721" y="110506"/>
                    <a:pt x="296644" y="110506"/>
                  </a:cubicBezTo>
                  <a:lnTo>
                    <a:pt x="296644" y="171778"/>
                  </a:lnTo>
                  <a:cubicBezTo>
                    <a:pt x="338173" y="171478"/>
                    <a:pt x="372410" y="169983"/>
                    <a:pt x="399357" y="167292"/>
                  </a:cubicBezTo>
                  <a:lnTo>
                    <a:pt x="399357" y="206933"/>
                  </a:lnTo>
                  <a:cubicBezTo>
                    <a:pt x="369620" y="203947"/>
                    <a:pt x="329288" y="202454"/>
                    <a:pt x="278363" y="202454"/>
                  </a:cubicBezTo>
                  <a:cubicBezTo>
                    <a:pt x="227438" y="202454"/>
                    <a:pt x="187275" y="203947"/>
                    <a:pt x="157877" y="206933"/>
                  </a:cubicBezTo>
                  <a:lnTo>
                    <a:pt x="157877" y="167292"/>
                  </a:lnTo>
                  <a:cubicBezTo>
                    <a:pt x="184804" y="170288"/>
                    <a:pt x="218741" y="171783"/>
                    <a:pt x="259689" y="171778"/>
                  </a:cubicBezTo>
                  <a:lnTo>
                    <a:pt x="259689" y="110506"/>
                  </a:lnTo>
                  <a:cubicBezTo>
                    <a:pt x="239058" y="110656"/>
                    <a:pt x="219511" y="111105"/>
                    <a:pt x="201048" y="111853"/>
                  </a:cubicBezTo>
                  <a:lnTo>
                    <a:pt x="161919" y="114209"/>
                  </a:lnTo>
                  <a:lnTo>
                    <a:pt x="165828" y="116457"/>
                  </a:lnTo>
                  <a:cubicBezTo>
                    <a:pt x="169914" y="118686"/>
                    <a:pt x="171957" y="121585"/>
                    <a:pt x="171957" y="125155"/>
                  </a:cubicBezTo>
                  <a:cubicBezTo>
                    <a:pt x="171957" y="128724"/>
                    <a:pt x="169683" y="131145"/>
                    <a:pt x="165135" y="132416"/>
                  </a:cubicBezTo>
                  <a:cubicBezTo>
                    <a:pt x="160586" y="133688"/>
                    <a:pt x="157010" y="135432"/>
                    <a:pt x="154405" y="137649"/>
                  </a:cubicBezTo>
                  <a:cubicBezTo>
                    <a:pt x="151800" y="139866"/>
                    <a:pt x="147504" y="145035"/>
                    <a:pt x="141517" y="153155"/>
                  </a:cubicBezTo>
                  <a:cubicBezTo>
                    <a:pt x="135531" y="161275"/>
                    <a:pt x="124911" y="176167"/>
                    <a:pt x="109656" y="197832"/>
                  </a:cubicBezTo>
                  <a:lnTo>
                    <a:pt x="62972" y="260132"/>
                  </a:lnTo>
                  <a:lnTo>
                    <a:pt x="152226" y="248474"/>
                  </a:lnTo>
                  <a:cubicBezTo>
                    <a:pt x="150730" y="257475"/>
                    <a:pt x="149983" y="263790"/>
                    <a:pt x="149983" y="267419"/>
                  </a:cubicBezTo>
                  <a:cubicBezTo>
                    <a:pt x="149983" y="271048"/>
                    <a:pt x="150280" y="275822"/>
                    <a:pt x="150876" y="281742"/>
                  </a:cubicBezTo>
                  <a:lnTo>
                    <a:pt x="64186" y="291665"/>
                  </a:lnTo>
                  <a:cubicBezTo>
                    <a:pt x="45093" y="294308"/>
                    <a:pt x="29620" y="297761"/>
                    <a:pt x="17766" y="302023"/>
                  </a:cubicBezTo>
                  <a:cubicBezTo>
                    <a:pt x="16166" y="289260"/>
                    <a:pt x="12787" y="277077"/>
                    <a:pt x="7629" y="265476"/>
                  </a:cubicBezTo>
                  <a:cubicBezTo>
                    <a:pt x="14187" y="263928"/>
                    <a:pt x="20795" y="261005"/>
                    <a:pt x="27453" y="256707"/>
                  </a:cubicBezTo>
                  <a:cubicBezTo>
                    <a:pt x="34111" y="252409"/>
                    <a:pt x="41295" y="244626"/>
                    <a:pt x="49006" y="233358"/>
                  </a:cubicBezTo>
                  <a:lnTo>
                    <a:pt x="90154" y="175986"/>
                  </a:lnTo>
                  <a:lnTo>
                    <a:pt x="47920" y="179129"/>
                  </a:lnTo>
                  <a:cubicBezTo>
                    <a:pt x="35666" y="179982"/>
                    <a:pt x="23443" y="182373"/>
                    <a:pt x="11251" y="186302"/>
                  </a:cubicBezTo>
                  <a:cubicBezTo>
                    <a:pt x="10094" y="172381"/>
                    <a:pt x="6343" y="159186"/>
                    <a:pt x="0" y="146718"/>
                  </a:cubicBezTo>
                  <a:cubicBezTo>
                    <a:pt x="18959" y="142622"/>
                    <a:pt x="45182" y="97752"/>
                    <a:pt x="78667" y="12108"/>
                  </a:cubicBezTo>
                  <a:cubicBezTo>
                    <a:pt x="90420" y="19533"/>
                    <a:pt x="100834" y="24235"/>
                    <a:pt x="109906" y="26214"/>
                  </a:cubicBezTo>
                  <a:cubicBezTo>
                    <a:pt x="118979" y="28193"/>
                    <a:pt x="123515" y="31481"/>
                    <a:pt x="123515" y="36079"/>
                  </a:cubicBezTo>
                  <a:cubicBezTo>
                    <a:pt x="123515" y="40677"/>
                    <a:pt x="121242" y="43675"/>
                    <a:pt x="116696" y="45073"/>
                  </a:cubicBezTo>
                  <a:cubicBezTo>
                    <a:pt x="112151" y="46471"/>
                    <a:pt x="108024" y="49299"/>
                    <a:pt x="104316" y="53556"/>
                  </a:cubicBezTo>
                  <a:cubicBezTo>
                    <a:pt x="100609" y="57814"/>
                    <a:pt x="94567" y="67307"/>
                    <a:pt x="86193" y="82035"/>
                  </a:cubicBezTo>
                  <a:cubicBezTo>
                    <a:pt x="77818" y="96763"/>
                    <a:pt x="64843" y="118605"/>
                    <a:pt x="47270" y="147561"/>
                  </a:cubicBezTo>
                  <a:lnTo>
                    <a:pt x="105813" y="145061"/>
                  </a:lnTo>
                  <a:cubicBezTo>
                    <a:pt x="118281" y="124844"/>
                    <a:pt x="126554" y="108035"/>
                    <a:pt x="130630" y="94633"/>
                  </a:cubicBezTo>
                  <a:lnTo>
                    <a:pt x="148911" y="106625"/>
                  </a:lnTo>
                  <a:lnTo>
                    <a:pt x="148911" y="74902"/>
                  </a:lnTo>
                  <a:cubicBezTo>
                    <a:pt x="181039" y="77898"/>
                    <a:pt x="217965" y="79391"/>
                    <a:pt x="259689" y="79381"/>
                  </a:cubicBezTo>
                  <a:lnTo>
                    <a:pt x="259689" y="70501"/>
                  </a:lnTo>
                  <a:cubicBezTo>
                    <a:pt x="259689" y="44365"/>
                    <a:pt x="258644" y="22807"/>
                    <a:pt x="256553" y="5829"/>
                  </a:cubicBezTo>
                  <a:close/>
                  <a:moveTo>
                    <a:pt x="637610" y="4036"/>
                  </a:moveTo>
                  <a:cubicBezTo>
                    <a:pt x="654184" y="6131"/>
                    <a:pt x="668864" y="7179"/>
                    <a:pt x="681651" y="7179"/>
                  </a:cubicBezTo>
                  <a:cubicBezTo>
                    <a:pt x="690081" y="7179"/>
                    <a:pt x="694296" y="9656"/>
                    <a:pt x="694296" y="14609"/>
                  </a:cubicBezTo>
                  <a:cubicBezTo>
                    <a:pt x="694296" y="19562"/>
                    <a:pt x="692575" y="22726"/>
                    <a:pt x="689135" y="24103"/>
                  </a:cubicBezTo>
                  <a:cubicBezTo>
                    <a:pt x="685694" y="25479"/>
                    <a:pt x="683302" y="27396"/>
                    <a:pt x="681959" y="29854"/>
                  </a:cubicBezTo>
                  <a:cubicBezTo>
                    <a:pt x="680616" y="32311"/>
                    <a:pt x="679944" y="34497"/>
                    <a:pt x="679944" y="36411"/>
                  </a:cubicBezTo>
                  <a:lnTo>
                    <a:pt x="679944" y="77145"/>
                  </a:lnTo>
                  <a:cubicBezTo>
                    <a:pt x="741499" y="77150"/>
                    <a:pt x="788296" y="75354"/>
                    <a:pt x="820333" y="71759"/>
                  </a:cubicBezTo>
                  <a:cubicBezTo>
                    <a:pt x="818238" y="87318"/>
                    <a:pt x="817190" y="105737"/>
                    <a:pt x="817190" y="127016"/>
                  </a:cubicBezTo>
                  <a:lnTo>
                    <a:pt x="817190" y="259325"/>
                  </a:lnTo>
                  <a:cubicBezTo>
                    <a:pt x="817190" y="280556"/>
                    <a:pt x="818685" y="303459"/>
                    <a:pt x="821676" y="328034"/>
                  </a:cubicBezTo>
                  <a:lnTo>
                    <a:pt x="779792" y="328034"/>
                  </a:lnTo>
                  <a:lnTo>
                    <a:pt x="779792" y="295744"/>
                  </a:lnTo>
                  <a:lnTo>
                    <a:pt x="679944" y="295744"/>
                  </a:lnTo>
                  <a:lnTo>
                    <a:pt x="679944" y="353958"/>
                  </a:lnTo>
                  <a:cubicBezTo>
                    <a:pt x="679944" y="363417"/>
                    <a:pt x="680723" y="369942"/>
                    <a:pt x="682280" y="373536"/>
                  </a:cubicBezTo>
                  <a:cubicBezTo>
                    <a:pt x="683837" y="377129"/>
                    <a:pt x="687442" y="379760"/>
                    <a:pt x="693092" y="381430"/>
                  </a:cubicBezTo>
                  <a:cubicBezTo>
                    <a:pt x="698743" y="383099"/>
                    <a:pt x="708660" y="383933"/>
                    <a:pt x="722842" y="383933"/>
                  </a:cubicBezTo>
                  <a:lnTo>
                    <a:pt x="793780" y="383483"/>
                  </a:lnTo>
                  <a:cubicBezTo>
                    <a:pt x="809858" y="383483"/>
                    <a:pt x="820680" y="378598"/>
                    <a:pt x="826245" y="368828"/>
                  </a:cubicBezTo>
                  <a:cubicBezTo>
                    <a:pt x="831810" y="359058"/>
                    <a:pt x="836326" y="342114"/>
                    <a:pt x="839793" y="317997"/>
                  </a:cubicBezTo>
                  <a:cubicBezTo>
                    <a:pt x="850675" y="326779"/>
                    <a:pt x="863474" y="333539"/>
                    <a:pt x="878190" y="338278"/>
                  </a:cubicBezTo>
                  <a:cubicBezTo>
                    <a:pt x="870656" y="369477"/>
                    <a:pt x="861216" y="390669"/>
                    <a:pt x="849869" y="401854"/>
                  </a:cubicBezTo>
                  <a:cubicBezTo>
                    <a:pt x="838522" y="413038"/>
                    <a:pt x="819952" y="418631"/>
                    <a:pt x="794158" y="418631"/>
                  </a:cubicBezTo>
                  <a:lnTo>
                    <a:pt x="723364" y="418188"/>
                  </a:lnTo>
                  <a:cubicBezTo>
                    <a:pt x="699094" y="418188"/>
                    <a:pt x="681310" y="416411"/>
                    <a:pt x="670011" y="412859"/>
                  </a:cubicBezTo>
                  <a:cubicBezTo>
                    <a:pt x="658712" y="409306"/>
                    <a:pt x="651310" y="402937"/>
                    <a:pt x="647804" y="393753"/>
                  </a:cubicBezTo>
                  <a:cubicBezTo>
                    <a:pt x="644299" y="384568"/>
                    <a:pt x="642547" y="370408"/>
                    <a:pt x="642547" y="351272"/>
                  </a:cubicBezTo>
                  <a:lnTo>
                    <a:pt x="642547" y="295744"/>
                  </a:lnTo>
                  <a:lnTo>
                    <a:pt x="540012" y="295744"/>
                  </a:lnTo>
                  <a:lnTo>
                    <a:pt x="540012" y="337006"/>
                  </a:lnTo>
                  <a:lnTo>
                    <a:pt x="499472" y="337006"/>
                  </a:lnTo>
                  <a:cubicBezTo>
                    <a:pt x="502758" y="312051"/>
                    <a:pt x="504401" y="287652"/>
                    <a:pt x="504401" y="263811"/>
                  </a:cubicBezTo>
                  <a:lnTo>
                    <a:pt x="504401" y="127016"/>
                  </a:lnTo>
                  <a:cubicBezTo>
                    <a:pt x="504401" y="107756"/>
                    <a:pt x="503355" y="89337"/>
                    <a:pt x="501265" y="71759"/>
                  </a:cubicBezTo>
                  <a:cubicBezTo>
                    <a:pt x="534674" y="75354"/>
                    <a:pt x="581768" y="77150"/>
                    <a:pt x="642547" y="77145"/>
                  </a:cubicBezTo>
                  <a:cubicBezTo>
                    <a:pt x="642547" y="47441"/>
                    <a:pt x="640901" y="23072"/>
                    <a:pt x="637610" y="4036"/>
                  </a:cubicBezTo>
                  <a:close/>
                  <a:moveTo>
                    <a:pt x="1125681" y="0"/>
                  </a:moveTo>
                  <a:cubicBezTo>
                    <a:pt x="1140145" y="19016"/>
                    <a:pt x="1152360" y="37109"/>
                    <a:pt x="1162328" y="54278"/>
                  </a:cubicBezTo>
                  <a:cubicBezTo>
                    <a:pt x="1234194" y="54278"/>
                    <a:pt x="1285489" y="53228"/>
                    <a:pt x="1316212" y="51128"/>
                  </a:cubicBezTo>
                  <a:lnTo>
                    <a:pt x="1316212" y="144589"/>
                  </a:lnTo>
                  <a:lnTo>
                    <a:pt x="1279257" y="144589"/>
                  </a:lnTo>
                  <a:lnTo>
                    <a:pt x="1279257" y="86289"/>
                  </a:lnTo>
                  <a:lnTo>
                    <a:pt x="992378" y="86289"/>
                  </a:lnTo>
                  <a:lnTo>
                    <a:pt x="992378" y="146832"/>
                  </a:lnTo>
                  <a:lnTo>
                    <a:pt x="956324" y="146832"/>
                  </a:lnTo>
                  <a:lnTo>
                    <a:pt x="956324" y="51128"/>
                  </a:lnTo>
                  <a:cubicBezTo>
                    <a:pt x="978065" y="53228"/>
                    <a:pt x="1034129" y="54278"/>
                    <a:pt x="1124516" y="54278"/>
                  </a:cubicBezTo>
                  <a:cubicBezTo>
                    <a:pt x="1117215" y="45586"/>
                    <a:pt x="1106752" y="32632"/>
                    <a:pt x="1093127" y="1541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2E0254ED-CB25-4C4F-95D9-7C91FE97134F}"/>
              </a:ext>
            </a:extLst>
          </p:cNvPr>
          <p:cNvSpPr txBox="1"/>
          <p:nvPr/>
        </p:nvSpPr>
        <p:spPr>
          <a:xfrm>
            <a:off x="2047456" y="-1696998"/>
            <a:ext cx="80970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由</a:t>
            </a:r>
            <a:r>
              <a:rPr lang="en-US" altLang="zh-CN" sz="6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PN</a:t>
            </a:r>
            <a:r>
              <a:rPr lang="zh-CN" altLang="en-US" sz="6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结</a:t>
            </a:r>
            <a:r>
              <a:rPr lang="zh-CN" altLang="en-US" sz="6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构成的二极管</a:t>
            </a:r>
          </a:p>
        </p:txBody>
      </p:sp>
    </p:spTree>
    <p:extLst>
      <p:ext uri="{BB962C8B-B14F-4D97-AF65-F5344CB8AC3E}">
        <p14:creationId xmlns:p14="http://schemas.microsoft.com/office/powerpoint/2010/main" val="1439738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4ECE78-C0AA-4C82-B7D7-8CEA1FAF438E}"/>
              </a:ext>
            </a:extLst>
          </p:cNvPr>
          <p:cNvSpPr txBox="1"/>
          <p:nvPr/>
        </p:nvSpPr>
        <p:spPr>
          <a:xfrm>
            <a:off x="8163683" y="-181877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111DFF0-16DC-4DDA-A6B1-3094A9B1DF92}"/>
              </a:ext>
            </a:extLst>
          </p:cNvPr>
          <p:cNvGrpSpPr/>
          <p:nvPr/>
        </p:nvGrpSpPr>
        <p:grpSpPr>
          <a:xfrm>
            <a:off x="1066782" y="-2331720"/>
            <a:ext cx="4239988" cy="1146962"/>
            <a:chOff x="3976006" y="1645194"/>
            <a:chExt cx="4239988" cy="1146962"/>
          </a:xfrm>
        </p:grpSpPr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BE5F9DF0-622D-4F51-9507-C80B721085E7}"/>
                </a:ext>
              </a:extLst>
            </p:cNvPr>
            <p:cNvSpPr/>
            <p:nvPr/>
          </p:nvSpPr>
          <p:spPr>
            <a:xfrm rot="16200000" flipV="1">
              <a:off x="5884663" y="460825"/>
              <a:ext cx="422674" cy="423998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54EAA6B-1818-479D-9E43-513FEA7FEF49}"/>
                </a:ext>
              </a:extLst>
            </p:cNvPr>
            <p:cNvSpPr txBox="1"/>
            <p:nvPr/>
          </p:nvSpPr>
          <p:spPr>
            <a:xfrm>
              <a:off x="5428621" y="1645194"/>
              <a:ext cx="1337286" cy="421324"/>
            </a:xfrm>
            <a:custGeom>
              <a:avLst/>
              <a:gdLst/>
              <a:ahLst/>
              <a:cxnLst/>
              <a:rect l="l" t="t" r="r" b="b"/>
              <a:pathLst>
                <a:path w="1337286" h="421324">
                  <a:moveTo>
                    <a:pt x="161641" y="314853"/>
                  </a:moveTo>
                  <a:cubicBezTo>
                    <a:pt x="161032" y="325421"/>
                    <a:pt x="162079" y="336789"/>
                    <a:pt x="164785" y="348958"/>
                  </a:cubicBezTo>
                  <a:cubicBezTo>
                    <a:pt x="92666" y="364202"/>
                    <a:pt x="43060" y="376066"/>
                    <a:pt x="15966" y="384548"/>
                  </a:cubicBezTo>
                  <a:cubicBezTo>
                    <a:pt x="14080" y="370608"/>
                    <a:pt x="9506" y="356340"/>
                    <a:pt x="2243" y="341743"/>
                  </a:cubicBezTo>
                  <a:cubicBezTo>
                    <a:pt x="50111" y="339437"/>
                    <a:pt x="103244" y="330474"/>
                    <a:pt x="161641" y="314853"/>
                  </a:cubicBezTo>
                  <a:close/>
                  <a:moveTo>
                    <a:pt x="1054722" y="290808"/>
                  </a:moveTo>
                  <a:lnTo>
                    <a:pt x="1054722" y="358366"/>
                  </a:lnTo>
                  <a:lnTo>
                    <a:pt x="1211534" y="358366"/>
                  </a:lnTo>
                  <a:lnTo>
                    <a:pt x="1211534" y="290808"/>
                  </a:lnTo>
                  <a:close/>
                  <a:moveTo>
                    <a:pt x="212326" y="272420"/>
                  </a:moveTo>
                  <a:lnTo>
                    <a:pt x="212326" y="352087"/>
                  </a:lnTo>
                  <a:lnTo>
                    <a:pt x="345357" y="352087"/>
                  </a:lnTo>
                  <a:lnTo>
                    <a:pt x="345357" y="272420"/>
                  </a:lnTo>
                  <a:close/>
                  <a:moveTo>
                    <a:pt x="174029" y="238608"/>
                  </a:moveTo>
                  <a:cubicBezTo>
                    <a:pt x="193560" y="241004"/>
                    <a:pt x="228703" y="242201"/>
                    <a:pt x="279460" y="242201"/>
                  </a:cubicBezTo>
                  <a:cubicBezTo>
                    <a:pt x="330216" y="242201"/>
                    <a:pt x="364948" y="241004"/>
                    <a:pt x="383655" y="238608"/>
                  </a:cubicBezTo>
                  <a:cubicBezTo>
                    <a:pt x="381564" y="255296"/>
                    <a:pt x="380519" y="273713"/>
                    <a:pt x="380519" y="293858"/>
                  </a:cubicBezTo>
                  <a:lnTo>
                    <a:pt x="380519" y="345443"/>
                  </a:lnTo>
                  <a:cubicBezTo>
                    <a:pt x="380519" y="363626"/>
                    <a:pt x="381714" y="386677"/>
                    <a:pt x="384105" y="414595"/>
                  </a:cubicBezTo>
                  <a:lnTo>
                    <a:pt x="345357" y="414595"/>
                  </a:lnTo>
                  <a:lnTo>
                    <a:pt x="345357" y="382755"/>
                  </a:lnTo>
                  <a:lnTo>
                    <a:pt x="212326" y="382755"/>
                  </a:lnTo>
                  <a:lnTo>
                    <a:pt x="212326" y="417738"/>
                  </a:lnTo>
                  <a:lnTo>
                    <a:pt x="172235" y="417738"/>
                  </a:lnTo>
                  <a:cubicBezTo>
                    <a:pt x="175222" y="393120"/>
                    <a:pt x="176715" y="367674"/>
                    <a:pt x="176715" y="341400"/>
                  </a:cubicBezTo>
                  <a:lnTo>
                    <a:pt x="176715" y="293858"/>
                  </a:lnTo>
                  <a:cubicBezTo>
                    <a:pt x="176715" y="276299"/>
                    <a:pt x="175819" y="257882"/>
                    <a:pt x="174029" y="238608"/>
                  </a:cubicBezTo>
                  <a:close/>
                  <a:moveTo>
                    <a:pt x="679944" y="204247"/>
                  </a:moveTo>
                  <a:lnTo>
                    <a:pt x="679944" y="264183"/>
                  </a:lnTo>
                  <a:lnTo>
                    <a:pt x="779792" y="264183"/>
                  </a:lnTo>
                  <a:lnTo>
                    <a:pt x="779792" y="204247"/>
                  </a:lnTo>
                  <a:close/>
                  <a:moveTo>
                    <a:pt x="540012" y="204247"/>
                  </a:moveTo>
                  <a:lnTo>
                    <a:pt x="540012" y="264183"/>
                  </a:lnTo>
                  <a:lnTo>
                    <a:pt x="642547" y="264183"/>
                  </a:lnTo>
                  <a:lnTo>
                    <a:pt x="642547" y="204247"/>
                  </a:lnTo>
                  <a:close/>
                  <a:moveTo>
                    <a:pt x="1135182" y="182716"/>
                  </a:moveTo>
                  <a:cubicBezTo>
                    <a:pt x="1095939" y="221263"/>
                    <a:pt x="1062094" y="246845"/>
                    <a:pt x="1033648" y="259461"/>
                  </a:cubicBezTo>
                  <a:cubicBezTo>
                    <a:pt x="1046359" y="259918"/>
                    <a:pt x="1077524" y="260147"/>
                    <a:pt x="1127142" y="260147"/>
                  </a:cubicBezTo>
                  <a:cubicBezTo>
                    <a:pt x="1176760" y="260147"/>
                    <a:pt x="1212516" y="259806"/>
                    <a:pt x="1234409" y="259125"/>
                  </a:cubicBezTo>
                  <a:cubicBezTo>
                    <a:pt x="1202881" y="245523"/>
                    <a:pt x="1169805" y="220053"/>
                    <a:pt x="1135182" y="182716"/>
                  </a:cubicBezTo>
                  <a:close/>
                  <a:moveTo>
                    <a:pt x="1128481" y="131409"/>
                  </a:moveTo>
                  <a:cubicBezTo>
                    <a:pt x="1140430" y="139048"/>
                    <a:pt x="1151372" y="145139"/>
                    <a:pt x="1161307" y="149683"/>
                  </a:cubicBezTo>
                  <a:cubicBezTo>
                    <a:pt x="1166798" y="151974"/>
                    <a:pt x="1169543" y="155031"/>
                    <a:pt x="1169543" y="158855"/>
                  </a:cubicBezTo>
                  <a:cubicBezTo>
                    <a:pt x="1169543" y="163999"/>
                    <a:pt x="1167304" y="166571"/>
                    <a:pt x="1162825" y="166571"/>
                  </a:cubicBezTo>
                  <a:cubicBezTo>
                    <a:pt x="1158346" y="166571"/>
                    <a:pt x="1155651" y="166409"/>
                    <a:pt x="1154742" y="166085"/>
                  </a:cubicBezTo>
                  <a:cubicBezTo>
                    <a:pt x="1201205" y="216539"/>
                    <a:pt x="1262053" y="249219"/>
                    <a:pt x="1337286" y="264126"/>
                  </a:cubicBezTo>
                  <a:cubicBezTo>
                    <a:pt x="1328247" y="275437"/>
                    <a:pt x="1321743" y="287469"/>
                    <a:pt x="1317776" y="300223"/>
                  </a:cubicBezTo>
                  <a:cubicBezTo>
                    <a:pt x="1287301" y="290436"/>
                    <a:pt x="1264741" y="280721"/>
                    <a:pt x="1250096" y="271077"/>
                  </a:cubicBezTo>
                  <a:cubicBezTo>
                    <a:pt x="1249620" y="278797"/>
                    <a:pt x="1249382" y="287138"/>
                    <a:pt x="1249382" y="296101"/>
                  </a:cubicBezTo>
                  <a:lnTo>
                    <a:pt x="1249382" y="384012"/>
                  </a:lnTo>
                  <a:cubicBezTo>
                    <a:pt x="1249382" y="392332"/>
                    <a:pt x="1250130" y="403274"/>
                    <a:pt x="1251625" y="416838"/>
                  </a:cubicBezTo>
                  <a:lnTo>
                    <a:pt x="1211534" y="416838"/>
                  </a:lnTo>
                  <a:lnTo>
                    <a:pt x="1211534" y="387684"/>
                  </a:lnTo>
                  <a:lnTo>
                    <a:pt x="1054722" y="387684"/>
                  </a:lnTo>
                  <a:lnTo>
                    <a:pt x="1054722" y="421324"/>
                  </a:lnTo>
                  <a:lnTo>
                    <a:pt x="1014631" y="421324"/>
                  </a:lnTo>
                  <a:cubicBezTo>
                    <a:pt x="1016727" y="403536"/>
                    <a:pt x="1017774" y="390949"/>
                    <a:pt x="1017774" y="383562"/>
                  </a:cubicBezTo>
                  <a:lnTo>
                    <a:pt x="1017774" y="293858"/>
                  </a:lnTo>
                  <a:cubicBezTo>
                    <a:pt x="1017774" y="285366"/>
                    <a:pt x="1017489" y="278220"/>
                    <a:pt x="1016917" y="272420"/>
                  </a:cubicBezTo>
                  <a:cubicBezTo>
                    <a:pt x="1001039" y="282992"/>
                    <a:pt x="979351" y="294056"/>
                    <a:pt x="951852" y="305609"/>
                  </a:cubicBezTo>
                  <a:cubicBezTo>
                    <a:pt x="947866" y="294460"/>
                    <a:pt x="940386" y="284152"/>
                    <a:pt x="929413" y="274684"/>
                  </a:cubicBezTo>
                  <a:cubicBezTo>
                    <a:pt x="974067" y="260806"/>
                    <a:pt x="1009788" y="244152"/>
                    <a:pt x="1036577" y="224721"/>
                  </a:cubicBezTo>
                  <a:cubicBezTo>
                    <a:pt x="1063366" y="205290"/>
                    <a:pt x="1083910" y="189015"/>
                    <a:pt x="1098210" y="175897"/>
                  </a:cubicBezTo>
                  <a:cubicBezTo>
                    <a:pt x="1112509" y="162778"/>
                    <a:pt x="1122599" y="147949"/>
                    <a:pt x="1128481" y="131409"/>
                  </a:cubicBezTo>
                  <a:close/>
                  <a:moveTo>
                    <a:pt x="679944" y="108713"/>
                  </a:moveTo>
                  <a:lnTo>
                    <a:pt x="679944" y="173579"/>
                  </a:lnTo>
                  <a:lnTo>
                    <a:pt x="779792" y="173579"/>
                  </a:lnTo>
                  <a:lnTo>
                    <a:pt x="779792" y="108713"/>
                  </a:lnTo>
                  <a:close/>
                  <a:moveTo>
                    <a:pt x="540012" y="108713"/>
                  </a:moveTo>
                  <a:lnTo>
                    <a:pt x="540012" y="173579"/>
                  </a:lnTo>
                  <a:lnTo>
                    <a:pt x="642547" y="173579"/>
                  </a:lnTo>
                  <a:lnTo>
                    <a:pt x="642547" y="108713"/>
                  </a:lnTo>
                  <a:close/>
                  <a:moveTo>
                    <a:pt x="1185395" y="95976"/>
                  </a:moveTo>
                  <a:cubicBezTo>
                    <a:pt x="1231377" y="119898"/>
                    <a:pt x="1269749" y="145230"/>
                    <a:pt x="1300510" y="171971"/>
                  </a:cubicBezTo>
                  <a:lnTo>
                    <a:pt x="1278264" y="197967"/>
                  </a:lnTo>
                  <a:cubicBezTo>
                    <a:pt x="1249318" y="171416"/>
                    <a:pt x="1212870" y="146109"/>
                    <a:pt x="1168922" y="122044"/>
                  </a:cubicBezTo>
                  <a:close/>
                  <a:moveTo>
                    <a:pt x="1074946" y="91940"/>
                  </a:moveTo>
                  <a:cubicBezTo>
                    <a:pt x="1084099" y="101312"/>
                    <a:pt x="1092362" y="107906"/>
                    <a:pt x="1099735" y="111721"/>
                  </a:cubicBezTo>
                  <a:cubicBezTo>
                    <a:pt x="1104411" y="114050"/>
                    <a:pt x="1106750" y="117207"/>
                    <a:pt x="1106750" y="121193"/>
                  </a:cubicBezTo>
                  <a:cubicBezTo>
                    <a:pt x="1106750" y="125180"/>
                    <a:pt x="1103783" y="127440"/>
                    <a:pt x="1097849" y="127973"/>
                  </a:cubicBezTo>
                  <a:cubicBezTo>
                    <a:pt x="1092934" y="128235"/>
                    <a:pt x="1085014" y="132964"/>
                    <a:pt x="1074089" y="142160"/>
                  </a:cubicBezTo>
                  <a:cubicBezTo>
                    <a:pt x="1044390" y="166221"/>
                    <a:pt x="1015310" y="187364"/>
                    <a:pt x="986849" y="205590"/>
                  </a:cubicBezTo>
                  <a:cubicBezTo>
                    <a:pt x="982315" y="194884"/>
                    <a:pt x="974683" y="185966"/>
                    <a:pt x="963953" y="178836"/>
                  </a:cubicBezTo>
                  <a:cubicBezTo>
                    <a:pt x="1015065" y="151504"/>
                    <a:pt x="1052062" y="122539"/>
                    <a:pt x="1074946" y="91940"/>
                  </a:cubicBezTo>
                  <a:close/>
                  <a:moveTo>
                    <a:pt x="256553" y="5829"/>
                  </a:moveTo>
                  <a:cubicBezTo>
                    <a:pt x="271312" y="8225"/>
                    <a:pt x="284497" y="9422"/>
                    <a:pt x="296108" y="9422"/>
                  </a:cubicBezTo>
                  <a:cubicBezTo>
                    <a:pt x="303342" y="9422"/>
                    <a:pt x="306959" y="11474"/>
                    <a:pt x="306959" y="15577"/>
                  </a:cubicBezTo>
                  <a:cubicBezTo>
                    <a:pt x="306959" y="19680"/>
                    <a:pt x="305693" y="22184"/>
                    <a:pt x="303159" y="23088"/>
                  </a:cubicBezTo>
                  <a:cubicBezTo>
                    <a:pt x="300625" y="23993"/>
                    <a:pt x="298906" y="25403"/>
                    <a:pt x="298001" y="27317"/>
                  </a:cubicBezTo>
                  <a:cubicBezTo>
                    <a:pt x="297096" y="29232"/>
                    <a:pt x="296644" y="31368"/>
                    <a:pt x="296644" y="33725"/>
                  </a:cubicBezTo>
                  <a:lnTo>
                    <a:pt x="296644" y="79838"/>
                  </a:lnTo>
                  <a:cubicBezTo>
                    <a:pt x="342111" y="79838"/>
                    <a:pt x="380535" y="78193"/>
                    <a:pt x="411915" y="74902"/>
                  </a:cubicBezTo>
                  <a:lnTo>
                    <a:pt x="411915" y="114993"/>
                  </a:lnTo>
                  <a:cubicBezTo>
                    <a:pt x="380145" y="112002"/>
                    <a:pt x="341721" y="110506"/>
                    <a:pt x="296644" y="110506"/>
                  </a:cubicBezTo>
                  <a:lnTo>
                    <a:pt x="296644" y="171778"/>
                  </a:lnTo>
                  <a:cubicBezTo>
                    <a:pt x="338173" y="171478"/>
                    <a:pt x="372410" y="169983"/>
                    <a:pt x="399357" y="167292"/>
                  </a:cubicBezTo>
                  <a:lnTo>
                    <a:pt x="399357" y="206933"/>
                  </a:lnTo>
                  <a:cubicBezTo>
                    <a:pt x="369620" y="203947"/>
                    <a:pt x="329288" y="202454"/>
                    <a:pt x="278363" y="202454"/>
                  </a:cubicBezTo>
                  <a:cubicBezTo>
                    <a:pt x="227438" y="202454"/>
                    <a:pt x="187275" y="203947"/>
                    <a:pt x="157877" y="206933"/>
                  </a:cubicBezTo>
                  <a:lnTo>
                    <a:pt x="157877" y="167292"/>
                  </a:lnTo>
                  <a:cubicBezTo>
                    <a:pt x="184804" y="170288"/>
                    <a:pt x="218741" y="171783"/>
                    <a:pt x="259689" y="171778"/>
                  </a:cubicBezTo>
                  <a:lnTo>
                    <a:pt x="259689" y="110506"/>
                  </a:lnTo>
                  <a:cubicBezTo>
                    <a:pt x="239058" y="110656"/>
                    <a:pt x="219511" y="111105"/>
                    <a:pt x="201048" y="111853"/>
                  </a:cubicBezTo>
                  <a:lnTo>
                    <a:pt x="161919" y="114209"/>
                  </a:lnTo>
                  <a:lnTo>
                    <a:pt x="165828" y="116457"/>
                  </a:lnTo>
                  <a:cubicBezTo>
                    <a:pt x="169914" y="118686"/>
                    <a:pt x="171957" y="121585"/>
                    <a:pt x="171957" y="125155"/>
                  </a:cubicBezTo>
                  <a:cubicBezTo>
                    <a:pt x="171957" y="128724"/>
                    <a:pt x="169683" y="131145"/>
                    <a:pt x="165135" y="132416"/>
                  </a:cubicBezTo>
                  <a:cubicBezTo>
                    <a:pt x="160586" y="133688"/>
                    <a:pt x="157010" y="135432"/>
                    <a:pt x="154405" y="137649"/>
                  </a:cubicBezTo>
                  <a:cubicBezTo>
                    <a:pt x="151800" y="139866"/>
                    <a:pt x="147504" y="145035"/>
                    <a:pt x="141517" y="153155"/>
                  </a:cubicBezTo>
                  <a:cubicBezTo>
                    <a:pt x="135531" y="161275"/>
                    <a:pt x="124911" y="176167"/>
                    <a:pt x="109656" y="197832"/>
                  </a:cubicBezTo>
                  <a:lnTo>
                    <a:pt x="62972" y="260132"/>
                  </a:lnTo>
                  <a:lnTo>
                    <a:pt x="152226" y="248474"/>
                  </a:lnTo>
                  <a:cubicBezTo>
                    <a:pt x="150730" y="257475"/>
                    <a:pt x="149983" y="263790"/>
                    <a:pt x="149983" y="267419"/>
                  </a:cubicBezTo>
                  <a:cubicBezTo>
                    <a:pt x="149983" y="271048"/>
                    <a:pt x="150280" y="275822"/>
                    <a:pt x="150876" y="281742"/>
                  </a:cubicBezTo>
                  <a:lnTo>
                    <a:pt x="64186" y="291665"/>
                  </a:lnTo>
                  <a:cubicBezTo>
                    <a:pt x="45093" y="294308"/>
                    <a:pt x="29620" y="297761"/>
                    <a:pt x="17766" y="302023"/>
                  </a:cubicBezTo>
                  <a:cubicBezTo>
                    <a:pt x="16166" y="289260"/>
                    <a:pt x="12787" y="277077"/>
                    <a:pt x="7629" y="265476"/>
                  </a:cubicBezTo>
                  <a:cubicBezTo>
                    <a:pt x="14187" y="263928"/>
                    <a:pt x="20795" y="261005"/>
                    <a:pt x="27453" y="256707"/>
                  </a:cubicBezTo>
                  <a:cubicBezTo>
                    <a:pt x="34111" y="252409"/>
                    <a:pt x="41295" y="244626"/>
                    <a:pt x="49006" y="233358"/>
                  </a:cubicBezTo>
                  <a:lnTo>
                    <a:pt x="90154" y="175986"/>
                  </a:lnTo>
                  <a:lnTo>
                    <a:pt x="47920" y="179129"/>
                  </a:lnTo>
                  <a:cubicBezTo>
                    <a:pt x="35666" y="179982"/>
                    <a:pt x="23443" y="182373"/>
                    <a:pt x="11251" y="186302"/>
                  </a:cubicBezTo>
                  <a:cubicBezTo>
                    <a:pt x="10094" y="172381"/>
                    <a:pt x="6343" y="159186"/>
                    <a:pt x="0" y="146718"/>
                  </a:cubicBezTo>
                  <a:cubicBezTo>
                    <a:pt x="18959" y="142622"/>
                    <a:pt x="45182" y="97752"/>
                    <a:pt x="78667" y="12108"/>
                  </a:cubicBezTo>
                  <a:cubicBezTo>
                    <a:pt x="90420" y="19533"/>
                    <a:pt x="100834" y="24235"/>
                    <a:pt x="109906" y="26214"/>
                  </a:cubicBezTo>
                  <a:cubicBezTo>
                    <a:pt x="118979" y="28193"/>
                    <a:pt x="123515" y="31481"/>
                    <a:pt x="123515" y="36079"/>
                  </a:cubicBezTo>
                  <a:cubicBezTo>
                    <a:pt x="123515" y="40677"/>
                    <a:pt x="121242" y="43675"/>
                    <a:pt x="116696" y="45073"/>
                  </a:cubicBezTo>
                  <a:cubicBezTo>
                    <a:pt x="112151" y="46471"/>
                    <a:pt x="108024" y="49299"/>
                    <a:pt x="104316" y="53556"/>
                  </a:cubicBezTo>
                  <a:cubicBezTo>
                    <a:pt x="100609" y="57814"/>
                    <a:pt x="94567" y="67307"/>
                    <a:pt x="86193" y="82035"/>
                  </a:cubicBezTo>
                  <a:cubicBezTo>
                    <a:pt x="77818" y="96763"/>
                    <a:pt x="64843" y="118605"/>
                    <a:pt x="47270" y="147561"/>
                  </a:cubicBezTo>
                  <a:lnTo>
                    <a:pt x="105813" y="145061"/>
                  </a:lnTo>
                  <a:cubicBezTo>
                    <a:pt x="118281" y="124844"/>
                    <a:pt x="126554" y="108035"/>
                    <a:pt x="130630" y="94633"/>
                  </a:cubicBezTo>
                  <a:lnTo>
                    <a:pt x="148911" y="106625"/>
                  </a:lnTo>
                  <a:lnTo>
                    <a:pt x="148911" y="74902"/>
                  </a:lnTo>
                  <a:cubicBezTo>
                    <a:pt x="181039" y="77898"/>
                    <a:pt x="217965" y="79391"/>
                    <a:pt x="259689" y="79381"/>
                  </a:cubicBezTo>
                  <a:lnTo>
                    <a:pt x="259689" y="70501"/>
                  </a:lnTo>
                  <a:cubicBezTo>
                    <a:pt x="259689" y="44365"/>
                    <a:pt x="258644" y="22807"/>
                    <a:pt x="256553" y="5829"/>
                  </a:cubicBezTo>
                  <a:close/>
                  <a:moveTo>
                    <a:pt x="637610" y="4036"/>
                  </a:moveTo>
                  <a:cubicBezTo>
                    <a:pt x="654184" y="6131"/>
                    <a:pt x="668864" y="7179"/>
                    <a:pt x="681651" y="7179"/>
                  </a:cubicBezTo>
                  <a:cubicBezTo>
                    <a:pt x="690081" y="7179"/>
                    <a:pt x="694296" y="9656"/>
                    <a:pt x="694296" y="14609"/>
                  </a:cubicBezTo>
                  <a:cubicBezTo>
                    <a:pt x="694296" y="19562"/>
                    <a:pt x="692575" y="22726"/>
                    <a:pt x="689135" y="24103"/>
                  </a:cubicBezTo>
                  <a:cubicBezTo>
                    <a:pt x="685694" y="25479"/>
                    <a:pt x="683302" y="27396"/>
                    <a:pt x="681959" y="29854"/>
                  </a:cubicBezTo>
                  <a:cubicBezTo>
                    <a:pt x="680616" y="32311"/>
                    <a:pt x="679944" y="34497"/>
                    <a:pt x="679944" y="36411"/>
                  </a:cubicBezTo>
                  <a:lnTo>
                    <a:pt x="679944" y="77145"/>
                  </a:lnTo>
                  <a:cubicBezTo>
                    <a:pt x="741499" y="77150"/>
                    <a:pt x="788296" y="75354"/>
                    <a:pt x="820333" y="71759"/>
                  </a:cubicBezTo>
                  <a:cubicBezTo>
                    <a:pt x="818238" y="87318"/>
                    <a:pt x="817190" y="105737"/>
                    <a:pt x="817190" y="127016"/>
                  </a:cubicBezTo>
                  <a:lnTo>
                    <a:pt x="817190" y="259325"/>
                  </a:lnTo>
                  <a:cubicBezTo>
                    <a:pt x="817190" y="280556"/>
                    <a:pt x="818685" y="303459"/>
                    <a:pt x="821676" y="328034"/>
                  </a:cubicBezTo>
                  <a:lnTo>
                    <a:pt x="779792" y="328034"/>
                  </a:lnTo>
                  <a:lnTo>
                    <a:pt x="779792" y="295744"/>
                  </a:lnTo>
                  <a:lnTo>
                    <a:pt x="679944" y="295744"/>
                  </a:lnTo>
                  <a:lnTo>
                    <a:pt x="679944" y="353958"/>
                  </a:lnTo>
                  <a:cubicBezTo>
                    <a:pt x="679944" y="363417"/>
                    <a:pt x="680723" y="369942"/>
                    <a:pt x="682280" y="373536"/>
                  </a:cubicBezTo>
                  <a:cubicBezTo>
                    <a:pt x="683837" y="377129"/>
                    <a:pt x="687442" y="379760"/>
                    <a:pt x="693092" y="381430"/>
                  </a:cubicBezTo>
                  <a:cubicBezTo>
                    <a:pt x="698743" y="383099"/>
                    <a:pt x="708660" y="383933"/>
                    <a:pt x="722842" y="383933"/>
                  </a:cubicBezTo>
                  <a:lnTo>
                    <a:pt x="793780" y="383483"/>
                  </a:lnTo>
                  <a:cubicBezTo>
                    <a:pt x="809858" y="383483"/>
                    <a:pt x="820680" y="378598"/>
                    <a:pt x="826245" y="368828"/>
                  </a:cubicBezTo>
                  <a:cubicBezTo>
                    <a:pt x="831810" y="359058"/>
                    <a:pt x="836326" y="342114"/>
                    <a:pt x="839793" y="317997"/>
                  </a:cubicBezTo>
                  <a:cubicBezTo>
                    <a:pt x="850675" y="326779"/>
                    <a:pt x="863474" y="333539"/>
                    <a:pt x="878190" y="338278"/>
                  </a:cubicBezTo>
                  <a:cubicBezTo>
                    <a:pt x="870656" y="369477"/>
                    <a:pt x="861216" y="390669"/>
                    <a:pt x="849869" y="401854"/>
                  </a:cubicBezTo>
                  <a:cubicBezTo>
                    <a:pt x="838522" y="413038"/>
                    <a:pt x="819952" y="418631"/>
                    <a:pt x="794158" y="418631"/>
                  </a:cubicBezTo>
                  <a:lnTo>
                    <a:pt x="723364" y="418188"/>
                  </a:lnTo>
                  <a:cubicBezTo>
                    <a:pt x="699094" y="418188"/>
                    <a:pt x="681310" y="416411"/>
                    <a:pt x="670011" y="412859"/>
                  </a:cubicBezTo>
                  <a:cubicBezTo>
                    <a:pt x="658712" y="409306"/>
                    <a:pt x="651310" y="402937"/>
                    <a:pt x="647804" y="393753"/>
                  </a:cubicBezTo>
                  <a:cubicBezTo>
                    <a:pt x="644299" y="384568"/>
                    <a:pt x="642547" y="370408"/>
                    <a:pt x="642547" y="351272"/>
                  </a:cubicBezTo>
                  <a:lnTo>
                    <a:pt x="642547" y="295744"/>
                  </a:lnTo>
                  <a:lnTo>
                    <a:pt x="540012" y="295744"/>
                  </a:lnTo>
                  <a:lnTo>
                    <a:pt x="540012" y="337006"/>
                  </a:lnTo>
                  <a:lnTo>
                    <a:pt x="499472" y="337006"/>
                  </a:lnTo>
                  <a:cubicBezTo>
                    <a:pt x="502758" y="312051"/>
                    <a:pt x="504401" y="287652"/>
                    <a:pt x="504401" y="263811"/>
                  </a:cubicBezTo>
                  <a:lnTo>
                    <a:pt x="504401" y="127016"/>
                  </a:lnTo>
                  <a:cubicBezTo>
                    <a:pt x="504401" y="107756"/>
                    <a:pt x="503355" y="89337"/>
                    <a:pt x="501265" y="71759"/>
                  </a:cubicBezTo>
                  <a:cubicBezTo>
                    <a:pt x="534674" y="75354"/>
                    <a:pt x="581768" y="77150"/>
                    <a:pt x="642547" y="77145"/>
                  </a:cubicBezTo>
                  <a:cubicBezTo>
                    <a:pt x="642547" y="47441"/>
                    <a:pt x="640901" y="23072"/>
                    <a:pt x="637610" y="4036"/>
                  </a:cubicBezTo>
                  <a:close/>
                  <a:moveTo>
                    <a:pt x="1125681" y="0"/>
                  </a:moveTo>
                  <a:cubicBezTo>
                    <a:pt x="1140145" y="19016"/>
                    <a:pt x="1152360" y="37109"/>
                    <a:pt x="1162328" y="54278"/>
                  </a:cubicBezTo>
                  <a:cubicBezTo>
                    <a:pt x="1234194" y="54278"/>
                    <a:pt x="1285489" y="53228"/>
                    <a:pt x="1316212" y="51128"/>
                  </a:cubicBezTo>
                  <a:lnTo>
                    <a:pt x="1316212" y="144589"/>
                  </a:lnTo>
                  <a:lnTo>
                    <a:pt x="1279257" y="144589"/>
                  </a:lnTo>
                  <a:lnTo>
                    <a:pt x="1279257" y="86289"/>
                  </a:lnTo>
                  <a:lnTo>
                    <a:pt x="992378" y="86289"/>
                  </a:lnTo>
                  <a:lnTo>
                    <a:pt x="992378" y="146832"/>
                  </a:lnTo>
                  <a:lnTo>
                    <a:pt x="956324" y="146832"/>
                  </a:lnTo>
                  <a:lnTo>
                    <a:pt x="956324" y="51128"/>
                  </a:lnTo>
                  <a:cubicBezTo>
                    <a:pt x="978065" y="53228"/>
                    <a:pt x="1034129" y="54278"/>
                    <a:pt x="1124516" y="54278"/>
                  </a:cubicBezTo>
                  <a:cubicBezTo>
                    <a:pt x="1117215" y="45586"/>
                    <a:pt x="1106752" y="32632"/>
                    <a:pt x="1093127" y="1541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596" name="组合 595">
            <a:extLst>
              <a:ext uri="{FF2B5EF4-FFF2-40B4-BE49-F238E27FC236}">
                <a16:creationId xmlns:a16="http://schemas.microsoft.com/office/drawing/2014/main" id="{6AFE9FAD-9E91-45BA-8631-9D9E83FCF212}"/>
              </a:ext>
            </a:extLst>
          </p:cNvPr>
          <p:cNvGrpSpPr/>
          <p:nvPr/>
        </p:nvGrpSpPr>
        <p:grpSpPr>
          <a:xfrm>
            <a:off x="6967455" y="7469471"/>
            <a:ext cx="837002" cy="2213160"/>
            <a:chOff x="4416441" y="1744875"/>
            <a:chExt cx="837002" cy="2213160"/>
          </a:xfrm>
        </p:grpSpPr>
        <p:sp>
          <p:nvSpPr>
            <p:cNvPr id="597" name="椭圆 596">
              <a:extLst>
                <a:ext uri="{FF2B5EF4-FFF2-40B4-BE49-F238E27FC236}">
                  <a16:creationId xmlns:a16="http://schemas.microsoft.com/office/drawing/2014/main" id="{F407AD0B-350E-4BF8-A005-4C6B9A4DC1E8}"/>
                </a:ext>
              </a:extLst>
            </p:cNvPr>
            <p:cNvSpPr/>
            <p:nvPr/>
          </p:nvSpPr>
          <p:spPr>
            <a:xfrm>
              <a:off x="4416441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8" name="椭圆 597">
              <a:extLst>
                <a:ext uri="{FF2B5EF4-FFF2-40B4-BE49-F238E27FC236}">
                  <a16:creationId xmlns:a16="http://schemas.microsoft.com/office/drawing/2014/main" id="{381598ED-F492-454A-9A80-0F2BC5C77934}"/>
                </a:ext>
              </a:extLst>
            </p:cNvPr>
            <p:cNvSpPr/>
            <p:nvPr/>
          </p:nvSpPr>
          <p:spPr>
            <a:xfrm>
              <a:off x="4416441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9" name="椭圆 598">
              <a:extLst>
                <a:ext uri="{FF2B5EF4-FFF2-40B4-BE49-F238E27FC236}">
                  <a16:creationId xmlns:a16="http://schemas.microsoft.com/office/drawing/2014/main" id="{2BD115D6-3E56-46F2-9F8B-1424DC0E391F}"/>
                </a:ext>
              </a:extLst>
            </p:cNvPr>
            <p:cNvSpPr/>
            <p:nvPr/>
          </p:nvSpPr>
          <p:spPr>
            <a:xfrm>
              <a:off x="4416441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0" name="椭圆 599">
              <a:extLst>
                <a:ext uri="{FF2B5EF4-FFF2-40B4-BE49-F238E27FC236}">
                  <a16:creationId xmlns:a16="http://schemas.microsoft.com/office/drawing/2014/main" id="{D253795C-4690-468B-A8CB-7F0D2555C46E}"/>
                </a:ext>
              </a:extLst>
            </p:cNvPr>
            <p:cNvSpPr/>
            <p:nvPr/>
          </p:nvSpPr>
          <p:spPr>
            <a:xfrm>
              <a:off x="4416441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1" name="椭圆 600">
              <a:extLst>
                <a:ext uri="{FF2B5EF4-FFF2-40B4-BE49-F238E27FC236}">
                  <a16:creationId xmlns:a16="http://schemas.microsoft.com/office/drawing/2014/main" id="{AD3903E1-62D4-4B3D-A295-FA4AC91E8E04}"/>
                </a:ext>
              </a:extLst>
            </p:cNvPr>
            <p:cNvSpPr/>
            <p:nvPr/>
          </p:nvSpPr>
          <p:spPr>
            <a:xfrm>
              <a:off x="4416441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2" name="椭圆 601">
              <a:extLst>
                <a:ext uri="{FF2B5EF4-FFF2-40B4-BE49-F238E27FC236}">
                  <a16:creationId xmlns:a16="http://schemas.microsoft.com/office/drawing/2014/main" id="{AEB01B6E-1E42-4638-883E-0603387612DE}"/>
                </a:ext>
              </a:extLst>
            </p:cNvPr>
            <p:cNvSpPr/>
            <p:nvPr/>
          </p:nvSpPr>
          <p:spPr>
            <a:xfrm>
              <a:off x="5146756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3" name="椭圆 602">
              <a:extLst>
                <a:ext uri="{FF2B5EF4-FFF2-40B4-BE49-F238E27FC236}">
                  <a16:creationId xmlns:a16="http://schemas.microsoft.com/office/drawing/2014/main" id="{08A342EB-05A3-4592-8CBA-12D2D86E72E9}"/>
                </a:ext>
              </a:extLst>
            </p:cNvPr>
            <p:cNvSpPr/>
            <p:nvPr/>
          </p:nvSpPr>
          <p:spPr>
            <a:xfrm>
              <a:off x="5146756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4" name="椭圆 603">
              <a:extLst>
                <a:ext uri="{FF2B5EF4-FFF2-40B4-BE49-F238E27FC236}">
                  <a16:creationId xmlns:a16="http://schemas.microsoft.com/office/drawing/2014/main" id="{3FF0D102-3975-435C-BAC9-5760621489A7}"/>
                </a:ext>
              </a:extLst>
            </p:cNvPr>
            <p:cNvSpPr/>
            <p:nvPr/>
          </p:nvSpPr>
          <p:spPr>
            <a:xfrm>
              <a:off x="5146756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5" name="椭圆 604">
              <a:extLst>
                <a:ext uri="{FF2B5EF4-FFF2-40B4-BE49-F238E27FC236}">
                  <a16:creationId xmlns:a16="http://schemas.microsoft.com/office/drawing/2014/main" id="{4FB8B4F0-CFCA-4506-9BB7-5CF214467605}"/>
                </a:ext>
              </a:extLst>
            </p:cNvPr>
            <p:cNvSpPr/>
            <p:nvPr/>
          </p:nvSpPr>
          <p:spPr>
            <a:xfrm>
              <a:off x="5146756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6" name="椭圆 605">
              <a:extLst>
                <a:ext uri="{FF2B5EF4-FFF2-40B4-BE49-F238E27FC236}">
                  <a16:creationId xmlns:a16="http://schemas.microsoft.com/office/drawing/2014/main" id="{A7EB3C88-619B-4BCD-91EB-905A8EAC809C}"/>
                </a:ext>
              </a:extLst>
            </p:cNvPr>
            <p:cNvSpPr/>
            <p:nvPr/>
          </p:nvSpPr>
          <p:spPr>
            <a:xfrm>
              <a:off x="5146756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07" name="组合 606">
            <a:extLst>
              <a:ext uri="{FF2B5EF4-FFF2-40B4-BE49-F238E27FC236}">
                <a16:creationId xmlns:a16="http://schemas.microsoft.com/office/drawing/2014/main" id="{A5E5D044-AE6C-40FA-8087-0D440405173B}"/>
              </a:ext>
            </a:extLst>
          </p:cNvPr>
          <p:cNvGrpSpPr/>
          <p:nvPr/>
        </p:nvGrpSpPr>
        <p:grpSpPr>
          <a:xfrm>
            <a:off x="6390787" y="7339355"/>
            <a:ext cx="4572278" cy="3591530"/>
            <a:chOff x="6390787" y="2062505"/>
            <a:chExt cx="4572278" cy="3591530"/>
          </a:xfrm>
        </p:grpSpPr>
        <p:sp>
          <p:nvSpPr>
            <p:cNvPr id="608" name="椭圆 607">
              <a:extLst>
                <a:ext uri="{FF2B5EF4-FFF2-40B4-BE49-F238E27FC236}">
                  <a16:creationId xmlns:a16="http://schemas.microsoft.com/office/drawing/2014/main" id="{D5ED2E38-B265-499A-BD8F-0C904D2B8619}"/>
                </a:ext>
              </a:extLst>
            </p:cNvPr>
            <p:cNvSpPr/>
            <p:nvPr/>
          </p:nvSpPr>
          <p:spPr>
            <a:xfrm>
              <a:off x="64555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09" name="直接连接符 608">
              <a:extLst>
                <a:ext uri="{FF2B5EF4-FFF2-40B4-BE49-F238E27FC236}">
                  <a16:creationId xmlns:a16="http://schemas.microsoft.com/office/drawing/2014/main" id="{8068346A-2D3E-4452-A18C-56032A2B873D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椭圆 609">
              <a:extLst>
                <a:ext uri="{FF2B5EF4-FFF2-40B4-BE49-F238E27FC236}">
                  <a16:creationId xmlns:a16="http://schemas.microsoft.com/office/drawing/2014/main" id="{98DACCB8-4D37-4781-97C6-8FBF5456A031}"/>
                </a:ext>
              </a:extLst>
            </p:cNvPr>
            <p:cNvSpPr/>
            <p:nvPr/>
          </p:nvSpPr>
          <p:spPr>
            <a:xfrm>
              <a:off x="64555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1" name="直接连接符 610">
              <a:extLst>
                <a:ext uri="{FF2B5EF4-FFF2-40B4-BE49-F238E27FC236}">
                  <a16:creationId xmlns:a16="http://schemas.microsoft.com/office/drawing/2014/main" id="{64EE3DF0-43C1-47BB-90F3-08A2FA0763C7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2" name="椭圆 611">
              <a:extLst>
                <a:ext uri="{FF2B5EF4-FFF2-40B4-BE49-F238E27FC236}">
                  <a16:creationId xmlns:a16="http://schemas.microsoft.com/office/drawing/2014/main" id="{C0319A50-9882-4FE2-A1D3-9D3CEC16FCC1}"/>
                </a:ext>
              </a:extLst>
            </p:cNvPr>
            <p:cNvSpPr/>
            <p:nvPr/>
          </p:nvSpPr>
          <p:spPr>
            <a:xfrm>
              <a:off x="64555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7068827E-26AC-4272-9F4F-95F3FAB8B75E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4" name="椭圆 613">
              <a:extLst>
                <a:ext uri="{FF2B5EF4-FFF2-40B4-BE49-F238E27FC236}">
                  <a16:creationId xmlns:a16="http://schemas.microsoft.com/office/drawing/2014/main" id="{81D3236C-2998-4748-9672-EF27A52D6E96}"/>
                </a:ext>
              </a:extLst>
            </p:cNvPr>
            <p:cNvSpPr/>
            <p:nvPr/>
          </p:nvSpPr>
          <p:spPr>
            <a:xfrm>
              <a:off x="64555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1E8D75D7-19C5-4C0F-8414-A82CC308AE31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6" name="椭圆 615">
              <a:extLst>
                <a:ext uri="{FF2B5EF4-FFF2-40B4-BE49-F238E27FC236}">
                  <a16:creationId xmlns:a16="http://schemas.microsoft.com/office/drawing/2014/main" id="{BD850847-0EB9-4FD3-8218-509CDF5DA499}"/>
                </a:ext>
              </a:extLst>
            </p:cNvPr>
            <p:cNvSpPr/>
            <p:nvPr/>
          </p:nvSpPr>
          <p:spPr>
            <a:xfrm>
              <a:off x="64555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7" name="直接连接符 616">
              <a:extLst>
                <a:ext uri="{FF2B5EF4-FFF2-40B4-BE49-F238E27FC236}">
                  <a16:creationId xmlns:a16="http://schemas.microsoft.com/office/drawing/2014/main" id="{1DBFBB3A-57CF-4867-92AB-5DB6868D72A4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8" name="椭圆 617">
              <a:extLst>
                <a:ext uri="{FF2B5EF4-FFF2-40B4-BE49-F238E27FC236}">
                  <a16:creationId xmlns:a16="http://schemas.microsoft.com/office/drawing/2014/main" id="{45BAA2BC-E9EB-41EF-A321-776C23CC7CB1}"/>
                </a:ext>
              </a:extLst>
            </p:cNvPr>
            <p:cNvSpPr/>
            <p:nvPr/>
          </p:nvSpPr>
          <p:spPr>
            <a:xfrm>
              <a:off x="719216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9" name="直接连接符 618">
              <a:extLst>
                <a:ext uri="{FF2B5EF4-FFF2-40B4-BE49-F238E27FC236}">
                  <a16:creationId xmlns:a16="http://schemas.microsoft.com/office/drawing/2014/main" id="{5427EF17-088E-459E-BABC-A8239B262FFD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椭圆 619">
              <a:extLst>
                <a:ext uri="{FF2B5EF4-FFF2-40B4-BE49-F238E27FC236}">
                  <a16:creationId xmlns:a16="http://schemas.microsoft.com/office/drawing/2014/main" id="{56EE4857-08C9-4C42-BC4A-AC67F8FE7310}"/>
                </a:ext>
              </a:extLst>
            </p:cNvPr>
            <p:cNvSpPr/>
            <p:nvPr/>
          </p:nvSpPr>
          <p:spPr>
            <a:xfrm>
              <a:off x="719216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21" name="直接连接符 620">
              <a:extLst>
                <a:ext uri="{FF2B5EF4-FFF2-40B4-BE49-F238E27FC236}">
                  <a16:creationId xmlns:a16="http://schemas.microsoft.com/office/drawing/2014/main" id="{28B7290E-72F4-4BBD-A5B9-88A24F5409D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2" name="椭圆 621">
              <a:extLst>
                <a:ext uri="{FF2B5EF4-FFF2-40B4-BE49-F238E27FC236}">
                  <a16:creationId xmlns:a16="http://schemas.microsoft.com/office/drawing/2014/main" id="{3F940704-78BE-4A7C-80FD-6DA0AAA40FA4}"/>
                </a:ext>
              </a:extLst>
            </p:cNvPr>
            <p:cNvSpPr/>
            <p:nvPr/>
          </p:nvSpPr>
          <p:spPr>
            <a:xfrm>
              <a:off x="719216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23" name="直接连接符 622">
              <a:extLst>
                <a:ext uri="{FF2B5EF4-FFF2-40B4-BE49-F238E27FC236}">
                  <a16:creationId xmlns:a16="http://schemas.microsoft.com/office/drawing/2014/main" id="{24034856-F54E-4C42-A35D-06453F0B9342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4" name="椭圆 623">
              <a:extLst>
                <a:ext uri="{FF2B5EF4-FFF2-40B4-BE49-F238E27FC236}">
                  <a16:creationId xmlns:a16="http://schemas.microsoft.com/office/drawing/2014/main" id="{C9E2619B-87D7-476C-B1D8-37B97A8E2BE2}"/>
                </a:ext>
              </a:extLst>
            </p:cNvPr>
            <p:cNvSpPr/>
            <p:nvPr/>
          </p:nvSpPr>
          <p:spPr>
            <a:xfrm>
              <a:off x="719216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25" name="直接连接符 624">
              <a:extLst>
                <a:ext uri="{FF2B5EF4-FFF2-40B4-BE49-F238E27FC236}">
                  <a16:creationId xmlns:a16="http://schemas.microsoft.com/office/drawing/2014/main" id="{E642E2D1-4C45-4972-B316-0B24ECA034E5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6" name="椭圆 625">
              <a:extLst>
                <a:ext uri="{FF2B5EF4-FFF2-40B4-BE49-F238E27FC236}">
                  <a16:creationId xmlns:a16="http://schemas.microsoft.com/office/drawing/2014/main" id="{E0B5C9A4-BEAC-4F4B-B2CF-871FBD53A9F0}"/>
                </a:ext>
              </a:extLst>
            </p:cNvPr>
            <p:cNvSpPr/>
            <p:nvPr/>
          </p:nvSpPr>
          <p:spPr>
            <a:xfrm>
              <a:off x="719216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27" name="直接连接符 626">
              <a:extLst>
                <a:ext uri="{FF2B5EF4-FFF2-40B4-BE49-F238E27FC236}">
                  <a16:creationId xmlns:a16="http://schemas.microsoft.com/office/drawing/2014/main" id="{B305E870-DEB6-4188-BE04-C8C90EA5BEBD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8" name="椭圆 627">
              <a:extLst>
                <a:ext uri="{FF2B5EF4-FFF2-40B4-BE49-F238E27FC236}">
                  <a16:creationId xmlns:a16="http://schemas.microsoft.com/office/drawing/2014/main" id="{17CE9734-F052-478D-AF81-18CE795BA385}"/>
                </a:ext>
              </a:extLst>
            </p:cNvPr>
            <p:cNvSpPr/>
            <p:nvPr/>
          </p:nvSpPr>
          <p:spPr>
            <a:xfrm>
              <a:off x="792874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29" name="直接连接符 628">
              <a:extLst>
                <a:ext uri="{FF2B5EF4-FFF2-40B4-BE49-F238E27FC236}">
                  <a16:creationId xmlns:a16="http://schemas.microsoft.com/office/drawing/2014/main" id="{AAF23604-5C47-42CA-BA13-0B725AB3C3F8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0" name="椭圆 629">
              <a:extLst>
                <a:ext uri="{FF2B5EF4-FFF2-40B4-BE49-F238E27FC236}">
                  <a16:creationId xmlns:a16="http://schemas.microsoft.com/office/drawing/2014/main" id="{25015F00-8624-46EC-972A-79832525A090}"/>
                </a:ext>
              </a:extLst>
            </p:cNvPr>
            <p:cNvSpPr/>
            <p:nvPr/>
          </p:nvSpPr>
          <p:spPr>
            <a:xfrm>
              <a:off x="792874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1" name="直接连接符 630">
              <a:extLst>
                <a:ext uri="{FF2B5EF4-FFF2-40B4-BE49-F238E27FC236}">
                  <a16:creationId xmlns:a16="http://schemas.microsoft.com/office/drawing/2014/main" id="{6291D6BF-D3BF-4DC2-8018-098FE70F09F7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6DF4143D-0517-464B-960C-02C2B424BE41}"/>
                </a:ext>
              </a:extLst>
            </p:cNvPr>
            <p:cNvSpPr/>
            <p:nvPr/>
          </p:nvSpPr>
          <p:spPr>
            <a:xfrm>
              <a:off x="792874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3" name="直接连接符 632">
              <a:extLst>
                <a:ext uri="{FF2B5EF4-FFF2-40B4-BE49-F238E27FC236}">
                  <a16:creationId xmlns:a16="http://schemas.microsoft.com/office/drawing/2014/main" id="{4FDB6544-43D3-4BF6-9848-C3592BF4C80B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4" name="椭圆 633">
              <a:extLst>
                <a:ext uri="{FF2B5EF4-FFF2-40B4-BE49-F238E27FC236}">
                  <a16:creationId xmlns:a16="http://schemas.microsoft.com/office/drawing/2014/main" id="{FBE6C163-AC43-4571-A52E-80E134DA881C}"/>
                </a:ext>
              </a:extLst>
            </p:cNvPr>
            <p:cNvSpPr/>
            <p:nvPr/>
          </p:nvSpPr>
          <p:spPr>
            <a:xfrm>
              <a:off x="792874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5" name="直接连接符 634">
              <a:extLst>
                <a:ext uri="{FF2B5EF4-FFF2-40B4-BE49-F238E27FC236}">
                  <a16:creationId xmlns:a16="http://schemas.microsoft.com/office/drawing/2014/main" id="{A9C1D825-9EC9-4AEE-A4D2-3D5A7D4B574B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6" name="椭圆 635">
              <a:extLst>
                <a:ext uri="{FF2B5EF4-FFF2-40B4-BE49-F238E27FC236}">
                  <a16:creationId xmlns:a16="http://schemas.microsoft.com/office/drawing/2014/main" id="{EECDD939-6A0C-4366-B24E-A710139E502C}"/>
                </a:ext>
              </a:extLst>
            </p:cNvPr>
            <p:cNvSpPr/>
            <p:nvPr/>
          </p:nvSpPr>
          <p:spPr>
            <a:xfrm>
              <a:off x="792874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7" name="直接连接符 636">
              <a:extLst>
                <a:ext uri="{FF2B5EF4-FFF2-40B4-BE49-F238E27FC236}">
                  <a16:creationId xmlns:a16="http://schemas.microsoft.com/office/drawing/2014/main" id="{48753C5C-B301-4DB8-952B-40211D2F86AB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8" name="椭圆 637">
              <a:extLst>
                <a:ext uri="{FF2B5EF4-FFF2-40B4-BE49-F238E27FC236}">
                  <a16:creationId xmlns:a16="http://schemas.microsoft.com/office/drawing/2014/main" id="{3A8FE090-3BCE-4B97-B178-5CFC51C85453}"/>
                </a:ext>
              </a:extLst>
            </p:cNvPr>
            <p:cNvSpPr/>
            <p:nvPr/>
          </p:nvSpPr>
          <p:spPr>
            <a:xfrm>
              <a:off x="8665327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9" name="直接连接符 638">
              <a:extLst>
                <a:ext uri="{FF2B5EF4-FFF2-40B4-BE49-F238E27FC236}">
                  <a16:creationId xmlns:a16="http://schemas.microsoft.com/office/drawing/2014/main" id="{48EFC0E0-E79C-4A59-9CE6-52902B559AF9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0" name="椭圆 639">
              <a:extLst>
                <a:ext uri="{FF2B5EF4-FFF2-40B4-BE49-F238E27FC236}">
                  <a16:creationId xmlns:a16="http://schemas.microsoft.com/office/drawing/2014/main" id="{D956A061-E695-414A-8BAD-51DD19123FF8}"/>
                </a:ext>
              </a:extLst>
            </p:cNvPr>
            <p:cNvSpPr/>
            <p:nvPr/>
          </p:nvSpPr>
          <p:spPr>
            <a:xfrm>
              <a:off x="8665327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D68262E1-B77F-4A0D-BDA3-9E8169DA1877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2" name="椭圆 641">
              <a:extLst>
                <a:ext uri="{FF2B5EF4-FFF2-40B4-BE49-F238E27FC236}">
                  <a16:creationId xmlns:a16="http://schemas.microsoft.com/office/drawing/2014/main" id="{AB3D993D-0F09-413F-B9CE-BF3D9EF5BF7C}"/>
                </a:ext>
              </a:extLst>
            </p:cNvPr>
            <p:cNvSpPr/>
            <p:nvPr/>
          </p:nvSpPr>
          <p:spPr>
            <a:xfrm>
              <a:off x="8665327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43" name="直接连接符 642">
              <a:extLst>
                <a:ext uri="{FF2B5EF4-FFF2-40B4-BE49-F238E27FC236}">
                  <a16:creationId xmlns:a16="http://schemas.microsoft.com/office/drawing/2014/main" id="{6F1218B9-B914-4C67-9CCE-C6BAC281FC10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4" name="椭圆 643">
              <a:extLst>
                <a:ext uri="{FF2B5EF4-FFF2-40B4-BE49-F238E27FC236}">
                  <a16:creationId xmlns:a16="http://schemas.microsoft.com/office/drawing/2014/main" id="{75270ADC-CA2C-4400-8256-E45AD6EA8E4A}"/>
                </a:ext>
              </a:extLst>
            </p:cNvPr>
            <p:cNvSpPr/>
            <p:nvPr/>
          </p:nvSpPr>
          <p:spPr>
            <a:xfrm>
              <a:off x="8665327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45" name="直接连接符 644">
              <a:extLst>
                <a:ext uri="{FF2B5EF4-FFF2-40B4-BE49-F238E27FC236}">
                  <a16:creationId xmlns:a16="http://schemas.microsoft.com/office/drawing/2014/main" id="{B6D85E79-66BF-4AFA-BD6F-636326B38B7E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6" name="椭圆 645">
              <a:extLst>
                <a:ext uri="{FF2B5EF4-FFF2-40B4-BE49-F238E27FC236}">
                  <a16:creationId xmlns:a16="http://schemas.microsoft.com/office/drawing/2014/main" id="{E7BE5E70-2ED6-48F4-B4CD-B2CAE9403B4B}"/>
                </a:ext>
              </a:extLst>
            </p:cNvPr>
            <p:cNvSpPr/>
            <p:nvPr/>
          </p:nvSpPr>
          <p:spPr>
            <a:xfrm>
              <a:off x="8665327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F07038B5-A6D6-4968-8FF0-26777CD3718B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椭圆 647">
              <a:extLst>
                <a:ext uri="{FF2B5EF4-FFF2-40B4-BE49-F238E27FC236}">
                  <a16:creationId xmlns:a16="http://schemas.microsoft.com/office/drawing/2014/main" id="{53107581-282E-47D4-8BB5-B2641B9E1470}"/>
                </a:ext>
              </a:extLst>
            </p:cNvPr>
            <p:cNvSpPr/>
            <p:nvPr/>
          </p:nvSpPr>
          <p:spPr>
            <a:xfrm>
              <a:off x="9401905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49" name="直接连接符 648">
              <a:extLst>
                <a:ext uri="{FF2B5EF4-FFF2-40B4-BE49-F238E27FC236}">
                  <a16:creationId xmlns:a16="http://schemas.microsoft.com/office/drawing/2014/main" id="{6F44E892-E6DE-4FFE-8F56-CE251D67B0D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0" name="椭圆 649">
              <a:extLst>
                <a:ext uri="{FF2B5EF4-FFF2-40B4-BE49-F238E27FC236}">
                  <a16:creationId xmlns:a16="http://schemas.microsoft.com/office/drawing/2014/main" id="{4478634E-134B-4ADC-A0E4-3C05885C930D}"/>
                </a:ext>
              </a:extLst>
            </p:cNvPr>
            <p:cNvSpPr/>
            <p:nvPr/>
          </p:nvSpPr>
          <p:spPr>
            <a:xfrm>
              <a:off x="9401905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51" name="直接连接符 650">
              <a:extLst>
                <a:ext uri="{FF2B5EF4-FFF2-40B4-BE49-F238E27FC236}">
                  <a16:creationId xmlns:a16="http://schemas.microsoft.com/office/drawing/2014/main" id="{B0686B78-3FE2-42CD-B5F5-3216B281C4D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2" name="椭圆 651">
              <a:extLst>
                <a:ext uri="{FF2B5EF4-FFF2-40B4-BE49-F238E27FC236}">
                  <a16:creationId xmlns:a16="http://schemas.microsoft.com/office/drawing/2014/main" id="{46001AFD-A97C-4787-B58E-4D0F4FE6F088}"/>
                </a:ext>
              </a:extLst>
            </p:cNvPr>
            <p:cNvSpPr/>
            <p:nvPr/>
          </p:nvSpPr>
          <p:spPr>
            <a:xfrm>
              <a:off x="9401905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53" name="直接连接符 652">
              <a:extLst>
                <a:ext uri="{FF2B5EF4-FFF2-40B4-BE49-F238E27FC236}">
                  <a16:creationId xmlns:a16="http://schemas.microsoft.com/office/drawing/2014/main" id="{9C031301-68DF-4BC7-8579-3F94BD862203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4" name="椭圆 653">
              <a:extLst>
                <a:ext uri="{FF2B5EF4-FFF2-40B4-BE49-F238E27FC236}">
                  <a16:creationId xmlns:a16="http://schemas.microsoft.com/office/drawing/2014/main" id="{E11DF450-1A15-4792-9469-AF97D54106D6}"/>
                </a:ext>
              </a:extLst>
            </p:cNvPr>
            <p:cNvSpPr/>
            <p:nvPr/>
          </p:nvSpPr>
          <p:spPr>
            <a:xfrm>
              <a:off x="9401905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55" name="直接连接符 654">
              <a:extLst>
                <a:ext uri="{FF2B5EF4-FFF2-40B4-BE49-F238E27FC236}">
                  <a16:creationId xmlns:a16="http://schemas.microsoft.com/office/drawing/2014/main" id="{26C5282C-298C-4350-AAE3-31C97C608C31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6" name="椭圆 655">
              <a:extLst>
                <a:ext uri="{FF2B5EF4-FFF2-40B4-BE49-F238E27FC236}">
                  <a16:creationId xmlns:a16="http://schemas.microsoft.com/office/drawing/2014/main" id="{DBF3A053-460F-4DAF-B224-3EDC573FBC1D}"/>
                </a:ext>
              </a:extLst>
            </p:cNvPr>
            <p:cNvSpPr/>
            <p:nvPr/>
          </p:nvSpPr>
          <p:spPr>
            <a:xfrm>
              <a:off x="9401905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57" name="直接连接符 656">
              <a:extLst>
                <a:ext uri="{FF2B5EF4-FFF2-40B4-BE49-F238E27FC236}">
                  <a16:creationId xmlns:a16="http://schemas.microsoft.com/office/drawing/2014/main" id="{2917656E-1B97-4834-8BC7-566AF21E508A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8" name="椭圆 657">
              <a:extLst>
                <a:ext uri="{FF2B5EF4-FFF2-40B4-BE49-F238E27FC236}">
                  <a16:creationId xmlns:a16="http://schemas.microsoft.com/office/drawing/2014/main" id="{EB37A8D0-EDB6-419C-B01E-266725E31951}"/>
                </a:ext>
              </a:extLst>
            </p:cNvPr>
            <p:cNvSpPr/>
            <p:nvPr/>
          </p:nvSpPr>
          <p:spPr>
            <a:xfrm>
              <a:off x="101384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59" name="直接连接符 658">
              <a:extLst>
                <a:ext uri="{FF2B5EF4-FFF2-40B4-BE49-F238E27FC236}">
                  <a16:creationId xmlns:a16="http://schemas.microsoft.com/office/drawing/2014/main" id="{1D252A4D-0FCC-443A-9ABB-8B9FF83B7CDB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0" name="椭圆 659">
              <a:extLst>
                <a:ext uri="{FF2B5EF4-FFF2-40B4-BE49-F238E27FC236}">
                  <a16:creationId xmlns:a16="http://schemas.microsoft.com/office/drawing/2014/main" id="{293D3CF1-F210-4EB4-921A-081EF2E4C982}"/>
                </a:ext>
              </a:extLst>
            </p:cNvPr>
            <p:cNvSpPr/>
            <p:nvPr/>
          </p:nvSpPr>
          <p:spPr>
            <a:xfrm>
              <a:off x="101384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61" name="直接连接符 660">
              <a:extLst>
                <a:ext uri="{FF2B5EF4-FFF2-40B4-BE49-F238E27FC236}">
                  <a16:creationId xmlns:a16="http://schemas.microsoft.com/office/drawing/2014/main" id="{CAC4AC0E-EE6F-409F-8301-51B7DD48DB04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2" name="椭圆 661">
              <a:extLst>
                <a:ext uri="{FF2B5EF4-FFF2-40B4-BE49-F238E27FC236}">
                  <a16:creationId xmlns:a16="http://schemas.microsoft.com/office/drawing/2014/main" id="{C207DABD-0017-46AB-BF18-066637D16F72}"/>
                </a:ext>
              </a:extLst>
            </p:cNvPr>
            <p:cNvSpPr/>
            <p:nvPr/>
          </p:nvSpPr>
          <p:spPr>
            <a:xfrm>
              <a:off x="101384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63" name="直接连接符 662">
              <a:extLst>
                <a:ext uri="{FF2B5EF4-FFF2-40B4-BE49-F238E27FC236}">
                  <a16:creationId xmlns:a16="http://schemas.microsoft.com/office/drawing/2014/main" id="{4C2B6D9C-126E-4D34-B04C-BADF33468983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4" name="椭圆 663">
              <a:extLst>
                <a:ext uri="{FF2B5EF4-FFF2-40B4-BE49-F238E27FC236}">
                  <a16:creationId xmlns:a16="http://schemas.microsoft.com/office/drawing/2014/main" id="{748ECE3C-08E9-4D81-A11E-700E78375C9A}"/>
                </a:ext>
              </a:extLst>
            </p:cNvPr>
            <p:cNvSpPr/>
            <p:nvPr/>
          </p:nvSpPr>
          <p:spPr>
            <a:xfrm>
              <a:off x="101384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65" name="直接连接符 664">
              <a:extLst>
                <a:ext uri="{FF2B5EF4-FFF2-40B4-BE49-F238E27FC236}">
                  <a16:creationId xmlns:a16="http://schemas.microsoft.com/office/drawing/2014/main" id="{A0B9B130-8622-4622-BEFF-E56B4FC4879D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6" name="椭圆 665">
              <a:extLst>
                <a:ext uri="{FF2B5EF4-FFF2-40B4-BE49-F238E27FC236}">
                  <a16:creationId xmlns:a16="http://schemas.microsoft.com/office/drawing/2014/main" id="{A5961981-9B4E-4A0E-8A3C-4A718D06D52D}"/>
                </a:ext>
              </a:extLst>
            </p:cNvPr>
            <p:cNvSpPr/>
            <p:nvPr/>
          </p:nvSpPr>
          <p:spPr>
            <a:xfrm>
              <a:off x="101384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67" name="直接连接符 666">
              <a:extLst>
                <a:ext uri="{FF2B5EF4-FFF2-40B4-BE49-F238E27FC236}">
                  <a16:creationId xmlns:a16="http://schemas.microsoft.com/office/drawing/2014/main" id="{41D586EA-9D64-4D42-9A27-72F2EDE32C8B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8" name="椭圆 667">
              <a:extLst>
                <a:ext uri="{FF2B5EF4-FFF2-40B4-BE49-F238E27FC236}">
                  <a16:creationId xmlns:a16="http://schemas.microsoft.com/office/drawing/2014/main" id="{5ADAE76F-934C-419F-9B96-20E1E8D42460}"/>
                </a:ext>
              </a:extLst>
            </p:cNvPr>
            <p:cNvSpPr/>
            <p:nvPr/>
          </p:nvSpPr>
          <p:spPr>
            <a:xfrm>
              <a:off x="8446573" y="217253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9" name="椭圆 668">
              <a:extLst>
                <a:ext uri="{FF2B5EF4-FFF2-40B4-BE49-F238E27FC236}">
                  <a16:creationId xmlns:a16="http://schemas.microsoft.com/office/drawing/2014/main" id="{B391BD0F-6376-41CA-BE77-1C8B14FD3298}"/>
                </a:ext>
              </a:extLst>
            </p:cNvPr>
            <p:cNvSpPr/>
            <p:nvPr/>
          </p:nvSpPr>
          <p:spPr>
            <a:xfrm>
              <a:off x="8446573" y="2699149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0" name="椭圆 669">
              <a:extLst>
                <a:ext uri="{FF2B5EF4-FFF2-40B4-BE49-F238E27FC236}">
                  <a16:creationId xmlns:a16="http://schemas.microsoft.com/office/drawing/2014/main" id="{81695C2C-7B6A-4869-BCCC-E34FCC93038D}"/>
                </a:ext>
              </a:extLst>
            </p:cNvPr>
            <p:cNvSpPr/>
            <p:nvPr/>
          </p:nvSpPr>
          <p:spPr>
            <a:xfrm>
              <a:off x="8446573" y="322576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1" name="椭圆 670">
              <a:extLst>
                <a:ext uri="{FF2B5EF4-FFF2-40B4-BE49-F238E27FC236}">
                  <a16:creationId xmlns:a16="http://schemas.microsoft.com/office/drawing/2014/main" id="{B09664FB-9192-4346-8E27-79B99E995E3C}"/>
                </a:ext>
              </a:extLst>
            </p:cNvPr>
            <p:cNvSpPr/>
            <p:nvPr/>
          </p:nvSpPr>
          <p:spPr>
            <a:xfrm>
              <a:off x="8446573" y="375238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2" name="椭圆 671">
              <a:extLst>
                <a:ext uri="{FF2B5EF4-FFF2-40B4-BE49-F238E27FC236}">
                  <a16:creationId xmlns:a16="http://schemas.microsoft.com/office/drawing/2014/main" id="{08991333-F5D0-4454-AD37-BEA52EC07651}"/>
                </a:ext>
              </a:extLst>
            </p:cNvPr>
            <p:cNvSpPr/>
            <p:nvPr/>
          </p:nvSpPr>
          <p:spPr>
            <a:xfrm>
              <a:off x="8446573" y="427900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3" name="椭圆 672">
              <a:extLst>
                <a:ext uri="{FF2B5EF4-FFF2-40B4-BE49-F238E27FC236}">
                  <a16:creationId xmlns:a16="http://schemas.microsoft.com/office/drawing/2014/main" id="{B4DEC01B-6222-44D4-BE7D-B435830F2AC3}"/>
                </a:ext>
              </a:extLst>
            </p:cNvPr>
            <p:cNvSpPr/>
            <p:nvPr/>
          </p:nvSpPr>
          <p:spPr>
            <a:xfrm>
              <a:off x="9162306" y="215481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4" name="椭圆 673">
              <a:extLst>
                <a:ext uri="{FF2B5EF4-FFF2-40B4-BE49-F238E27FC236}">
                  <a16:creationId xmlns:a16="http://schemas.microsoft.com/office/drawing/2014/main" id="{1D590268-6009-44E0-8253-5C46258D9C37}"/>
                </a:ext>
              </a:extLst>
            </p:cNvPr>
            <p:cNvSpPr/>
            <p:nvPr/>
          </p:nvSpPr>
          <p:spPr>
            <a:xfrm>
              <a:off x="9162306" y="268143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5" name="椭圆 674">
              <a:extLst>
                <a:ext uri="{FF2B5EF4-FFF2-40B4-BE49-F238E27FC236}">
                  <a16:creationId xmlns:a16="http://schemas.microsoft.com/office/drawing/2014/main" id="{B828D240-C88C-48F0-BEE7-90F297349027}"/>
                </a:ext>
              </a:extLst>
            </p:cNvPr>
            <p:cNvSpPr/>
            <p:nvPr/>
          </p:nvSpPr>
          <p:spPr>
            <a:xfrm>
              <a:off x="9162306" y="320805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6" name="椭圆 675">
              <a:extLst>
                <a:ext uri="{FF2B5EF4-FFF2-40B4-BE49-F238E27FC236}">
                  <a16:creationId xmlns:a16="http://schemas.microsoft.com/office/drawing/2014/main" id="{567C9D44-C6E1-4E5F-96E8-3BE52FBA2397}"/>
                </a:ext>
              </a:extLst>
            </p:cNvPr>
            <p:cNvSpPr/>
            <p:nvPr/>
          </p:nvSpPr>
          <p:spPr>
            <a:xfrm>
              <a:off x="9162306" y="373467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7" name="椭圆 676">
              <a:extLst>
                <a:ext uri="{FF2B5EF4-FFF2-40B4-BE49-F238E27FC236}">
                  <a16:creationId xmlns:a16="http://schemas.microsoft.com/office/drawing/2014/main" id="{174FB686-AEBC-468F-B719-FE8A765334ED}"/>
                </a:ext>
              </a:extLst>
            </p:cNvPr>
            <p:cNvSpPr/>
            <p:nvPr/>
          </p:nvSpPr>
          <p:spPr>
            <a:xfrm>
              <a:off x="9162306" y="42612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8" name="椭圆 677">
              <a:extLst>
                <a:ext uri="{FF2B5EF4-FFF2-40B4-BE49-F238E27FC236}">
                  <a16:creationId xmlns:a16="http://schemas.microsoft.com/office/drawing/2014/main" id="{796D6975-32E8-448A-9233-A209E9F13601}"/>
                </a:ext>
              </a:extLst>
            </p:cNvPr>
            <p:cNvSpPr/>
            <p:nvPr/>
          </p:nvSpPr>
          <p:spPr>
            <a:xfrm>
              <a:off x="10602905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9" name="椭圆 678">
              <a:extLst>
                <a:ext uri="{FF2B5EF4-FFF2-40B4-BE49-F238E27FC236}">
                  <a16:creationId xmlns:a16="http://schemas.microsoft.com/office/drawing/2014/main" id="{E892B534-8088-4A26-A79C-D52D854EF881}"/>
                </a:ext>
              </a:extLst>
            </p:cNvPr>
            <p:cNvSpPr/>
            <p:nvPr/>
          </p:nvSpPr>
          <p:spPr>
            <a:xfrm>
              <a:off x="10602905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0" name="椭圆 679">
              <a:extLst>
                <a:ext uri="{FF2B5EF4-FFF2-40B4-BE49-F238E27FC236}">
                  <a16:creationId xmlns:a16="http://schemas.microsoft.com/office/drawing/2014/main" id="{DB0E191A-04C8-49E0-A171-4A39AB1D0CAB}"/>
                </a:ext>
              </a:extLst>
            </p:cNvPr>
            <p:cNvSpPr/>
            <p:nvPr/>
          </p:nvSpPr>
          <p:spPr>
            <a:xfrm>
              <a:off x="10602905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1" name="椭圆 680">
              <a:extLst>
                <a:ext uri="{FF2B5EF4-FFF2-40B4-BE49-F238E27FC236}">
                  <a16:creationId xmlns:a16="http://schemas.microsoft.com/office/drawing/2014/main" id="{B4278639-C143-4FCC-87CE-E9B92B72AABF}"/>
                </a:ext>
              </a:extLst>
            </p:cNvPr>
            <p:cNvSpPr/>
            <p:nvPr/>
          </p:nvSpPr>
          <p:spPr>
            <a:xfrm>
              <a:off x="10602905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2" name="椭圆 681">
              <a:extLst>
                <a:ext uri="{FF2B5EF4-FFF2-40B4-BE49-F238E27FC236}">
                  <a16:creationId xmlns:a16="http://schemas.microsoft.com/office/drawing/2014/main" id="{FC3466FF-CDEE-40EC-B486-07DCDC24EF9A}"/>
                </a:ext>
              </a:extLst>
            </p:cNvPr>
            <p:cNvSpPr/>
            <p:nvPr/>
          </p:nvSpPr>
          <p:spPr>
            <a:xfrm>
              <a:off x="10602905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3" name="椭圆 682">
              <a:extLst>
                <a:ext uri="{FF2B5EF4-FFF2-40B4-BE49-F238E27FC236}">
                  <a16:creationId xmlns:a16="http://schemas.microsoft.com/office/drawing/2014/main" id="{05BEECA6-E0A3-4E54-8B9E-000CF61FA6E9}"/>
                </a:ext>
              </a:extLst>
            </p:cNvPr>
            <p:cNvSpPr/>
            <p:nvPr/>
          </p:nvSpPr>
          <p:spPr>
            <a:xfrm>
              <a:off x="9919281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4" name="椭圆 683">
              <a:extLst>
                <a:ext uri="{FF2B5EF4-FFF2-40B4-BE49-F238E27FC236}">
                  <a16:creationId xmlns:a16="http://schemas.microsoft.com/office/drawing/2014/main" id="{3B7D7537-48F1-4C74-B9EA-909320F49D90}"/>
                </a:ext>
              </a:extLst>
            </p:cNvPr>
            <p:cNvSpPr/>
            <p:nvPr/>
          </p:nvSpPr>
          <p:spPr>
            <a:xfrm>
              <a:off x="9919281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5" name="椭圆 684">
              <a:extLst>
                <a:ext uri="{FF2B5EF4-FFF2-40B4-BE49-F238E27FC236}">
                  <a16:creationId xmlns:a16="http://schemas.microsoft.com/office/drawing/2014/main" id="{0D799682-85C8-4426-BA59-ADDF874F6C23}"/>
                </a:ext>
              </a:extLst>
            </p:cNvPr>
            <p:cNvSpPr/>
            <p:nvPr/>
          </p:nvSpPr>
          <p:spPr>
            <a:xfrm>
              <a:off x="9919281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6" name="椭圆 685">
              <a:extLst>
                <a:ext uri="{FF2B5EF4-FFF2-40B4-BE49-F238E27FC236}">
                  <a16:creationId xmlns:a16="http://schemas.microsoft.com/office/drawing/2014/main" id="{C439DA00-AE40-4458-A9D9-AA0F3DFB82A7}"/>
                </a:ext>
              </a:extLst>
            </p:cNvPr>
            <p:cNvSpPr/>
            <p:nvPr/>
          </p:nvSpPr>
          <p:spPr>
            <a:xfrm>
              <a:off x="9919281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7" name="椭圆 686">
              <a:extLst>
                <a:ext uri="{FF2B5EF4-FFF2-40B4-BE49-F238E27FC236}">
                  <a16:creationId xmlns:a16="http://schemas.microsoft.com/office/drawing/2014/main" id="{7E6A8942-BE84-4830-987C-7D5658890BAC}"/>
                </a:ext>
              </a:extLst>
            </p:cNvPr>
            <p:cNvSpPr/>
            <p:nvPr/>
          </p:nvSpPr>
          <p:spPr>
            <a:xfrm>
              <a:off x="9919281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8" name="矩形 687">
              <a:extLst>
                <a:ext uri="{FF2B5EF4-FFF2-40B4-BE49-F238E27FC236}">
                  <a16:creationId xmlns:a16="http://schemas.microsoft.com/office/drawing/2014/main" id="{4EBF4AE5-BA34-4BA7-BCBC-5F36108BB770}"/>
                </a:ext>
              </a:extLst>
            </p:cNvPr>
            <p:cNvSpPr/>
            <p:nvPr/>
          </p:nvSpPr>
          <p:spPr>
            <a:xfrm>
              <a:off x="6390787" y="2062505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9" name="文本框 688">
              <a:extLst>
                <a:ext uri="{FF2B5EF4-FFF2-40B4-BE49-F238E27FC236}">
                  <a16:creationId xmlns:a16="http://schemas.microsoft.com/office/drawing/2014/main" id="{F830D083-D951-47AC-AF16-65707400C008}"/>
                </a:ext>
              </a:extLst>
            </p:cNvPr>
            <p:cNvSpPr txBox="1"/>
            <p:nvPr/>
          </p:nvSpPr>
          <p:spPr>
            <a:xfrm>
              <a:off x="7432939" y="5007704"/>
              <a:ext cx="2303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grpSp>
        <p:nvGrpSpPr>
          <p:cNvPr id="690" name="组合 689">
            <a:extLst>
              <a:ext uri="{FF2B5EF4-FFF2-40B4-BE49-F238E27FC236}">
                <a16:creationId xmlns:a16="http://schemas.microsoft.com/office/drawing/2014/main" id="{03CEFCA9-3581-4176-88EA-DCCCB9D15240}"/>
              </a:ext>
            </a:extLst>
          </p:cNvPr>
          <p:cNvGrpSpPr/>
          <p:nvPr/>
        </p:nvGrpSpPr>
        <p:grpSpPr>
          <a:xfrm>
            <a:off x="4599200" y="7431497"/>
            <a:ext cx="826757" cy="2213161"/>
            <a:chOff x="7343313" y="1726818"/>
            <a:chExt cx="826757" cy="2213161"/>
          </a:xfrm>
        </p:grpSpPr>
        <p:sp>
          <p:nvSpPr>
            <p:cNvPr id="691" name="椭圆 690">
              <a:extLst>
                <a:ext uri="{FF2B5EF4-FFF2-40B4-BE49-F238E27FC236}">
                  <a16:creationId xmlns:a16="http://schemas.microsoft.com/office/drawing/2014/main" id="{0019E65B-7205-4E09-A0F2-B97DDA33A41D}"/>
                </a:ext>
              </a:extLst>
            </p:cNvPr>
            <p:cNvSpPr/>
            <p:nvPr/>
          </p:nvSpPr>
          <p:spPr>
            <a:xfrm>
              <a:off x="734331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2" name="椭圆 691">
              <a:extLst>
                <a:ext uri="{FF2B5EF4-FFF2-40B4-BE49-F238E27FC236}">
                  <a16:creationId xmlns:a16="http://schemas.microsoft.com/office/drawing/2014/main" id="{46416CBA-86DF-401B-8B76-6524DC18241A}"/>
                </a:ext>
              </a:extLst>
            </p:cNvPr>
            <p:cNvSpPr/>
            <p:nvPr/>
          </p:nvSpPr>
          <p:spPr>
            <a:xfrm>
              <a:off x="734331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椭圆 692">
              <a:extLst>
                <a:ext uri="{FF2B5EF4-FFF2-40B4-BE49-F238E27FC236}">
                  <a16:creationId xmlns:a16="http://schemas.microsoft.com/office/drawing/2014/main" id="{19C354AB-976F-4F72-8B02-462A7EB2FCE5}"/>
                </a:ext>
              </a:extLst>
            </p:cNvPr>
            <p:cNvSpPr/>
            <p:nvPr/>
          </p:nvSpPr>
          <p:spPr>
            <a:xfrm>
              <a:off x="734331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椭圆 693">
              <a:extLst>
                <a:ext uri="{FF2B5EF4-FFF2-40B4-BE49-F238E27FC236}">
                  <a16:creationId xmlns:a16="http://schemas.microsoft.com/office/drawing/2014/main" id="{037963FE-F87D-4E83-8262-72D46674A2FD}"/>
                </a:ext>
              </a:extLst>
            </p:cNvPr>
            <p:cNvSpPr/>
            <p:nvPr/>
          </p:nvSpPr>
          <p:spPr>
            <a:xfrm>
              <a:off x="734331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5" name="椭圆 694">
              <a:extLst>
                <a:ext uri="{FF2B5EF4-FFF2-40B4-BE49-F238E27FC236}">
                  <a16:creationId xmlns:a16="http://schemas.microsoft.com/office/drawing/2014/main" id="{7401696E-A6FB-4B8F-904C-40B8E8A9013B}"/>
                </a:ext>
              </a:extLst>
            </p:cNvPr>
            <p:cNvSpPr/>
            <p:nvPr/>
          </p:nvSpPr>
          <p:spPr>
            <a:xfrm>
              <a:off x="734331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6" name="椭圆 695">
              <a:extLst>
                <a:ext uri="{FF2B5EF4-FFF2-40B4-BE49-F238E27FC236}">
                  <a16:creationId xmlns:a16="http://schemas.microsoft.com/office/drawing/2014/main" id="{D73F2731-485A-41CB-AFBA-C474AF25FCB2}"/>
                </a:ext>
              </a:extLst>
            </p:cNvPr>
            <p:cNvSpPr/>
            <p:nvPr/>
          </p:nvSpPr>
          <p:spPr>
            <a:xfrm>
              <a:off x="806338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7" name="椭圆 696">
              <a:extLst>
                <a:ext uri="{FF2B5EF4-FFF2-40B4-BE49-F238E27FC236}">
                  <a16:creationId xmlns:a16="http://schemas.microsoft.com/office/drawing/2014/main" id="{4C631586-61A5-4F8C-BC2B-7093B2101F3C}"/>
                </a:ext>
              </a:extLst>
            </p:cNvPr>
            <p:cNvSpPr/>
            <p:nvPr/>
          </p:nvSpPr>
          <p:spPr>
            <a:xfrm>
              <a:off x="806338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8" name="椭圆 697">
              <a:extLst>
                <a:ext uri="{FF2B5EF4-FFF2-40B4-BE49-F238E27FC236}">
                  <a16:creationId xmlns:a16="http://schemas.microsoft.com/office/drawing/2014/main" id="{515E4581-CD09-4589-9487-B0D6923DFC21}"/>
                </a:ext>
              </a:extLst>
            </p:cNvPr>
            <p:cNvSpPr/>
            <p:nvPr/>
          </p:nvSpPr>
          <p:spPr>
            <a:xfrm>
              <a:off x="806338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9" name="椭圆 698">
              <a:extLst>
                <a:ext uri="{FF2B5EF4-FFF2-40B4-BE49-F238E27FC236}">
                  <a16:creationId xmlns:a16="http://schemas.microsoft.com/office/drawing/2014/main" id="{8A0752B3-A606-43DC-B485-1C7ED1A5F439}"/>
                </a:ext>
              </a:extLst>
            </p:cNvPr>
            <p:cNvSpPr/>
            <p:nvPr/>
          </p:nvSpPr>
          <p:spPr>
            <a:xfrm>
              <a:off x="806338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0" name="椭圆 699">
              <a:extLst>
                <a:ext uri="{FF2B5EF4-FFF2-40B4-BE49-F238E27FC236}">
                  <a16:creationId xmlns:a16="http://schemas.microsoft.com/office/drawing/2014/main" id="{5FA41BB4-AC9E-4D85-9A90-7B5A3B57287B}"/>
                </a:ext>
              </a:extLst>
            </p:cNvPr>
            <p:cNvSpPr/>
            <p:nvPr/>
          </p:nvSpPr>
          <p:spPr>
            <a:xfrm>
              <a:off x="806338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01" name="组合 700">
            <a:extLst>
              <a:ext uri="{FF2B5EF4-FFF2-40B4-BE49-F238E27FC236}">
                <a16:creationId xmlns:a16="http://schemas.microsoft.com/office/drawing/2014/main" id="{1E603755-7B19-4CC4-B2CE-16F371EC2C98}"/>
              </a:ext>
            </a:extLst>
          </p:cNvPr>
          <p:cNvGrpSpPr/>
          <p:nvPr/>
        </p:nvGrpSpPr>
        <p:grpSpPr>
          <a:xfrm>
            <a:off x="922366" y="7339184"/>
            <a:ext cx="4572278" cy="3591873"/>
            <a:chOff x="922366" y="2062334"/>
            <a:chExt cx="4572278" cy="3591873"/>
          </a:xfrm>
        </p:grpSpPr>
        <p:sp>
          <p:nvSpPr>
            <p:cNvPr id="702" name="椭圆 701">
              <a:extLst>
                <a:ext uri="{FF2B5EF4-FFF2-40B4-BE49-F238E27FC236}">
                  <a16:creationId xmlns:a16="http://schemas.microsoft.com/office/drawing/2014/main" id="{786539E7-4F67-4D3C-9EC7-CFE43BB24E23}"/>
                </a:ext>
              </a:extLst>
            </p:cNvPr>
            <p:cNvSpPr/>
            <p:nvPr/>
          </p:nvSpPr>
          <p:spPr>
            <a:xfrm>
              <a:off x="4819711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3" name="直接连接符 702">
              <a:extLst>
                <a:ext uri="{FF2B5EF4-FFF2-40B4-BE49-F238E27FC236}">
                  <a16:creationId xmlns:a16="http://schemas.microsoft.com/office/drawing/2014/main" id="{84EEACFD-61A2-4556-8C5B-27E575F2B5A5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直接连接符 703">
              <a:extLst>
                <a:ext uri="{FF2B5EF4-FFF2-40B4-BE49-F238E27FC236}">
                  <a16:creationId xmlns:a16="http://schemas.microsoft.com/office/drawing/2014/main" id="{2C069DAA-C044-4559-BC10-BBD39CA529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5" name="椭圆 704">
              <a:extLst>
                <a:ext uri="{FF2B5EF4-FFF2-40B4-BE49-F238E27FC236}">
                  <a16:creationId xmlns:a16="http://schemas.microsoft.com/office/drawing/2014/main" id="{81A39A9C-69DF-4179-B31D-364780DDFD97}"/>
                </a:ext>
              </a:extLst>
            </p:cNvPr>
            <p:cNvSpPr/>
            <p:nvPr/>
          </p:nvSpPr>
          <p:spPr>
            <a:xfrm>
              <a:off x="4819711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6" name="直接连接符 705">
              <a:extLst>
                <a:ext uri="{FF2B5EF4-FFF2-40B4-BE49-F238E27FC236}">
                  <a16:creationId xmlns:a16="http://schemas.microsoft.com/office/drawing/2014/main" id="{A731F14F-11A4-412D-9B80-16A43CD65118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直接连接符 706">
              <a:extLst>
                <a:ext uri="{FF2B5EF4-FFF2-40B4-BE49-F238E27FC236}">
                  <a16:creationId xmlns:a16="http://schemas.microsoft.com/office/drawing/2014/main" id="{F731F332-B960-4926-A1D9-574FA2E9164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8" name="椭圆 707">
              <a:extLst>
                <a:ext uri="{FF2B5EF4-FFF2-40B4-BE49-F238E27FC236}">
                  <a16:creationId xmlns:a16="http://schemas.microsoft.com/office/drawing/2014/main" id="{9B5FFC85-0663-416A-9930-2EE8575D1F10}"/>
                </a:ext>
              </a:extLst>
            </p:cNvPr>
            <p:cNvSpPr/>
            <p:nvPr/>
          </p:nvSpPr>
          <p:spPr>
            <a:xfrm>
              <a:off x="4819711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9" name="直接连接符 708">
              <a:extLst>
                <a:ext uri="{FF2B5EF4-FFF2-40B4-BE49-F238E27FC236}">
                  <a16:creationId xmlns:a16="http://schemas.microsoft.com/office/drawing/2014/main" id="{D8BA9CE7-0ACD-425E-BA60-F3ED3B60EC00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直接连接符 709">
              <a:extLst>
                <a:ext uri="{FF2B5EF4-FFF2-40B4-BE49-F238E27FC236}">
                  <a16:creationId xmlns:a16="http://schemas.microsoft.com/office/drawing/2014/main" id="{AA51D448-2D64-4A3F-A405-206DFFD365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1" name="椭圆 710">
              <a:extLst>
                <a:ext uri="{FF2B5EF4-FFF2-40B4-BE49-F238E27FC236}">
                  <a16:creationId xmlns:a16="http://schemas.microsoft.com/office/drawing/2014/main" id="{9745D0D4-B5AD-45DE-98B2-943B337134EA}"/>
                </a:ext>
              </a:extLst>
            </p:cNvPr>
            <p:cNvSpPr/>
            <p:nvPr/>
          </p:nvSpPr>
          <p:spPr>
            <a:xfrm>
              <a:off x="4819711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12" name="直接连接符 711">
              <a:extLst>
                <a:ext uri="{FF2B5EF4-FFF2-40B4-BE49-F238E27FC236}">
                  <a16:creationId xmlns:a16="http://schemas.microsoft.com/office/drawing/2014/main" id="{7AA28076-1407-4923-82E2-C0557BAF6422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直接连接符 712">
              <a:extLst>
                <a:ext uri="{FF2B5EF4-FFF2-40B4-BE49-F238E27FC236}">
                  <a16:creationId xmlns:a16="http://schemas.microsoft.com/office/drawing/2014/main" id="{9136A4A8-C4BF-45B5-AE0E-DCBF50425EF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4" name="椭圆 713">
              <a:extLst>
                <a:ext uri="{FF2B5EF4-FFF2-40B4-BE49-F238E27FC236}">
                  <a16:creationId xmlns:a16="http://schemas.microsoft.com/office/drawing/2014/main" id="{49F89860-FC8B-4902-8C7E-8EC8A757E400}"/>
                </a:ext>
              </a:extLst>
            </p:cNvPr>
            <p:cNvSpPr/>
            <p:nvPr/>
          </p:nvSpPr>
          <p:spPr>
            <a:xfrm>
              <a:off x="4819711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15" name="直接连接符 714">
              <a:extLst>
                <a:ext uri="{FF2B5EF4-FFF2-40B4-BE49-F238E27FC236}">
                  <a16:creationId xmlns:a16="http://schemas.microsoft.com/office/drawing/2014/main" id="{6A989904-1082-488F-B693-B01FD6364FE2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直接连接符 715">
              <a:extLst>
                <a:ext uri="{FF2B5EF4-FFF2-40B4-BE49-F238E27FC236}">
                  <a16:creationId xmlns:a16="http://schemas.microsoft.com/office/drawing/2014/main" id="{849355C9-D48B-4C4B-8621-AF2777B4789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" name="椭圆 716">
              <a:extLst>
                <a:ext uri="{FF2B5EF4-FFF2-40B4-BE49-F238E27FC236}">
                  <a16:creationId xmlns:a16="http://schemas.microsoft.com/office/drawing/2014/main" id="{E344D49E-6994-40C5-A71F-9C2C5EC581EC}"/>
                </a:ext>
              </a:extLst>
            </p:cNvPr>
            <p:cNvSpPr/>
            <p:nvPr/>
          </p:nvSpPr>
          <p:spPr>
            <a:xfrm>
              <a:off x="2609975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18" name="直接连接符 717">
              <a:extLst>
                <a:ext uri="{FF2B5EF4-FFF2-40B4-BE49-F238E27FC236}">
                  <a16:creationId xmlns:a16="http://schemas.microsoft.com/office/drawing/2014/main" id="{23A167AC-A97D-4694-AFCF-A4E42AD81FBB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直接连接符 718">
              <a:extLst>
                <a:ext uri="{FF2B5EF4-FFF2-40B4-BE49-F238E27FC236}">
                  <a16:creationId xmlns:a16="http://schemas.microsoft.com/office/drawing/2014/main" id="{483B63BD-D416-4543-844D-1BCE2CBB4E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0" name="椭圆 719">
              <a:extLst>
                <a:ext uri="{FF2B5EF4-FFF2-40B4-BE49-F238E27FC236}">
                  <a16:creationId xmlns:a16="http://schemas.microsoft.com/office/drawing/2014/main" id="{93E08AF5-AD1A-4D69-A9F6-CA78BE7B288E}"/>
                </a:ext>
              </a:extLst>
            </p:cNvPr>
            <p:cNvSpPr/>
            <p:nvPr/>
          </p:nvSpPr>
          <p:spPr>
            <a:xfrm>
              <a:off x="2609975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21" name="直接连接符 720">
              <a:extLst>
                <a:ext uri="{FF2B5EF4-FFF2-40B4-BE49-F238E27FC236}">
                  <a16:creationId xmlns:a16="http://schemas.microsoft.com/office/drawing/2014/main" id="{1717BCD3-7A53-4570-9A20-6344643EC44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直接连接符 721">
              <a:extLst>
                <a:ext uri="{FF2B5EF4-FFF2-40B4-BE49-F238E27FC236}">
                  <a16:creationId xmlns:a16="http://schemas.microsoft.com/office/drawing/2014/main" id="{30AB9FEC-5C3A-4518-A31F-8026776CA4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3" name="椭圆 722">
              <a:extLst>
                <a:ext uri="{FF2B5EF4-FFF2-40B4-BE49-F238E27FC236}">
                  <a16:creationId xmlns:a16="http://schemas.microsoft.com/office/drawing/2014/main" id="{775E7066-6C14-4D1B-9FA0-0D979E178327}"/>
                </a:ext>
              </a:extLst>
            </p:cNvPr>
            <p:cNvSpPr/>
            <p:nvPr/>
          </p:nvSpPr>
          <p:spPr>
            <a:xfrm>
              <a:off x="2609975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24" name="直接连接符 723">
              <a:extLst>
                <a:ext uri="{FF2B5EF4-FFF2-40B4-BE49-F238E27FC236}">
                  <a16:creationId xmlns:a16="http://schemas.microsoft.com/office/drawing/2014/main" id="{4A85151C-1965-41FB-99F9-945A8985F933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直接连接符 724">
              <a:extLst>
                <a:ext uri="{FF2B5EF4-FFF2-40B4-BE49-F238E27FC236}">
                  <a16:creationId xmlns:a16="http://schemas.microsoft.com/office/drawing/2014/main" id="{57E09C1A-CAA4-42A4-B93B-3C572F950A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6" name="椭圆 725">
              <a:extLst>
                <a:ext uri="{FF2B5EF4-FFF2-40B4-BE49-F238E27FC236}">
                  <a16:creationId xmlns:a16="http://schemas.microsoft.com/office/drawing/2014/main" id="{BB5185AC-E337-45A8-8B42-8399654066F2}"/>
                </a:ext>
              </a:extLst>
            </p:cNvPr>
            <p:cNvSpPr/>
            <p:nvPr/>
          </p:nvSpPr>
          <p:spPr>
            <a:xfrm>
              <a:off x="2609975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27" name="直接连接符 726">
              <a:extLst>
                <a:ext uri="{FF2B5EF4-FFF2-40B4-BE49-F238E27FC236}">
                  <a16:creationId xmlns:a16="http://schemas.microsoft.com/office/drawing/2014/main" id="{75C86C81-558A-4F91-9C5F-2EE1C90395EA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>
              <a:extLst>
                <a:ext uri="{FF2B5EF4-FFF2-40B4-BE49-F238E27FC236}">
                  <a16:creationId xmlns:a16="http://schemas.microsoft.com/office/drawing/2014/main" id="{78178F75-50D5-4A39-9237-BCB04911D77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9" name="椭圆 728">
              <a:extLst>
                <a:ext uri="{FF2B5EF4-FFF2-40B4-BE49-F238E27FC236}">
                  <a16:creationId xmlns:a16="http://schemas.microsoft.com/office/drawing/2014/main" id="{3FFA0591-7930-49E0-8581-9BF9D97BF530}"/>
                </a:ext>
              </a:extLst>
            </p:cNvPr>
            <p:cNvSpPr/>
            <p:nvPr/>
          </p:nvSpPr>
          <p:spPr>
            <a:xfrm>
              <a:off x="2609975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30" name="直接连接符 729">
              <a:extLst>
                <a:ext uri="{FF2B5EF4-FFF2-40B4-BE49-F238E27FC236}">
                  <a16:creationId xmlns:a16="http://schemas.microsoft.com/office/drawing/2014/main" id="{B4B0D2D0-4229-4E5A-92E5-B81249F0786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直接连接符 730">
              <a:extLst>
                <a:ext uri="{FF2B5EF4-FFF2-40B4-BE49-F238E27FC236}">
                  <a16:creationId xmlns:a16="http://schemas.microsoft.com/office/drawing/2014/main" id="{F6DB7FEB-AC55-495A-A6DF-D7DD16BD97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2" name="椭圆 731">
              <a:extLst>
                <a:ext uri="{FF2B5EF4-FFF2-40B4-BE49-F238E27FC236}">
                  <a16:creationId xmlns:a16="http://schemas.microsoft.com/office/drawing/2014/main" id="{F9FDAD95-6038-46B8-AD90-396B7207537E}"/>
                </a:ext>
              </a:extLst>
            </p:cNvPr>
            <p:cNvSpPr/>
            <p:nvPr/>
          </p:nvSpPr>
          <p:spPr>
            <a:xfrm>
              <a:off x="1873396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33" name="直接连接符 732">
              <a:extLst>
                <a:ext uri="{FF2B5EF4-FFF2-40B4-BE49-F238E27FC236}">
                  <a16:creationId xmlns:a16="http://schemas.microsoft.com/office/drawing/2014/main" id="{E8570B1A-36B6-4A7D-AA1A-532F5A144978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直接连接符 733">
              <a:extLst>
                <a:ext uri="{FF2B5EF4-FFF2-40B4-BE49-F238E27FC236}">
                  <a16:creationId xmlns:a16="http://schemas.microsoft.com/office/drawing/2014/main" id="{9908B92A-E4FA-4AE7-9DD7-CF3217746A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5" name="椭圆 734">
              <a:extLst>
                <a:ext uri="{FF2B5EF4-FFF2-40B4-BE49-F238E27FC236}">
                  <a16:creationId xmlns:a16="http://schemas.microsoft.com/office/drawing/2014/main" id="{A26CF389-5074-4240-8C7F-B732EC137A04}"/>
                </a:ext>
              </a:extLst>
            </p:cNvPr>
            <p:cNvSpPr/>
            <p:nvPr/>
          </p:nvSpPr>
          <p:spPr>
            <a:xfrm>
              <a:off x="1873396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36" name="直接连接符 735">
              <a:extLst>
                <a:ext uri="{FF2B5EF4-FFF2-40B4-BE49-F238E27FC236}">
                  <a16:creationId xmlns:a16="http://schemas.microsoft.com/office/drawing/2014/main" id="{50600756-3A54-44A9-9F93-59196359CF3E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连接符 736">
              <a:extLst>
                <a:ext uri="{FF2B5EF4-FFF2-40B4-BE49-F238E27FC236}">
                  <a16:creationId xmlns:a16="http://schemas.microsoft.com/office/drawing/2014/main" id="{F40568CD-0E32-45C0-93F4-428423DB43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8" name="椭圆 737">
              <a:extLst>
                <a:ext uri="{FF2B5EF4-FFF2-40B4-BE49-F238E27FC236}">
                  <a16:creationId xmlns:a16="http://schemas.microsoft.com/office/drawing/2014/main" id="{1370C739-70CA-4B5C-81C2-2F0E08464272}"/>
                </a:ext>
              </a:extLst>
            </p:cNvPr>
            <p:cNvSpPr/>
            <p:nvPr/>
          </p:nvSpPr>
          <p:spPr>
            <a:xfrm>
              <a:off x="1873396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39" name="直接连接符 738">
              <a:extLst>
                <a:ext uri="{FF2B5EF4-FFF2-40B4-BE49-F238E27FC236}">
                  <a16:creationId xmlns:a16="http://schemas.microsoft.com/office/drawing/2014/main" id="{41EFC7FC-1C87-47EA-B384-8D11DB9A2DBC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连接符 739">
              <a:extLst>
                <a:ext uri="{FF2B5EF4-FFF2-40B4-BE49-F238E27FC236}">
                  <a16:creationId xmlns:a16="http://schemas.microsoft.com/office/drawing/2014/main" id="{EAC968D0-C598-4437-9C3D-DB5EFD1D7F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椭圆 740">
              <a:extLst>
                <a:ext uri="{FF2B5EF4-FFF2-40B4-BE49-F238E27FC236}">
                  <a16:creationId xmlns:a16="http://schemas.microsoft.com/office/drawing/2014/main" id="{D82BB4B9-7531-4C15-9210-DA4EAEB6BDF2}"/>
                </a:ext>
              </a:extLst>
            </p:cNvPr>
            <p:cNvSpPr/>
            <p:nvPr/>
          </p:nvSpPr>
          <p:spPr>
            <a:xfrm>
              <a:off x="1873396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42" name="直接连接符 741">
              <a:extLst>
                <a:ext uri="{FF2B5EF4-FFF2-40B4-BE49-F238E27FC236}">
                  <a16:creationId xmlns:a16="http://schemas.microsoft.com/office/drawing/2014/main" id="{93893C0E-C545-47DB-A30E-6303C99E6255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>
              <a:extLst>
                <a:ext uri="{FF2B5EF4-FFF2-40B4-BE49-F238E27FC236}">
                  <a16:creationId xmlns:a16="http://schemas.microsoft.com/office/drawing/2014/main" id="{FA112BE2-5C8A-4FAA-97CF-154B8312E9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4" name="椭圆 743">
              <a:extLst>
                <a:ext uri="{FF2B5EF4-FFF2-40B4-BE49-F238E27FC236}">
                  <a16:creationId xmlns:a16="http://schemas.microsoft.com/office/drawing/2014/main" id="{78907699-32BF-4986-8337-9C2AB6BC6AD0}"/>
                </a:ext>
              </a:extLst>
            </p:cNvPr>
            <p:cNvSpPr/>
            <p:nvPr/>
          </p:nvSpPr>
          <p:spPr>
            <a:xfrm>
              <a:off x="1873396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45" name="直接连接符 744">
              <a:extLst>
                <a:ext uri="{FF2B5EF4-FFF2-40B4-BE49-F238E27FC236}">
                  <a16:creationId xmlns:a16="http://schemas.microsoft.com/office/drawing/2014/main" id="{EC7FE4A6-D24F-4178-BC56-D914B5A496E3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>
              <a:extLst>
                <a:ext uri="{FF2B5EF4-FFF2-40B4-BE49-F238E27FC236}">
                  <a16:creationId xmlns:a16="http://schemas.microsoft.com/office/drawing/2014/main" id="{68AB96BF-6A10-4764-AF1A-62A7C11A52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7" name="椭圆 746">
              <a:extLst>
                <a:ext uri="{FF2B5EF4-FFF2-40B4-BE49-F238E27FC236}">
                  <a16:creationId xmlns:a16="http://schemas.microsoft.com/office/drawing/2014/main" id="{5221F652-68DC-4581-AFF7-58F0546C7413}"/>
                </a:ext>
              </a:extLst>
            </p:cNvPr>
            <p:cNvSpPr/>
            <p:nvPr/>
          </p:nvSpPr>
          <p:spPr>
            <a:xfrm>
              <a:off x="1136818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48" name="直接连接符 747">
              <a:extLst>
                <a:ext uri="{FF2B5EF4-FFF2-40B4-BE49-F238E27FC236}">
                  <a16:creationId xmlns:a16="http://schemas.microsoft.com/office/drawing/2014/main" id="{D90D9993-28A7-4B6F-B996-BCF13989DE4C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>
              <a:extLst>
                <a:ext uri="{FF2B5EF4-FFF2-40B4-BE49-F238E27FC236}">
                  <a16:creationId xmlns:a16="http://schemas.microsoft.com/office/drawing/2014/main" id="{9E6626C7-A46F-431C-851E-DA89B25AD3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0" name="椭圆 749">
              <a:extLst>
                <a:ext uri="{FF2B5EF4-FFF2-40B4-BE49-F238E27FC236}">
                  <a16:creationId xmlns:a16="http://schemas.microsoft.com/office/drawing/2014/main" id="{AB3D25BD-76DD-4528-8E5A-096ACF1EECF6}"/>
                </a:ext>
              </a:extLst>
            </p:cNvPr>
            <p:cNvSpPr/>
            <p:nvPr/>
          </p:nvSpPr>
          <p:spPr>
            <a:xfrm>
              <a:off x="1136818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51" name="直接连接符 750">
              <a:extLst>
                <a:ext uri="{FF2B5EF4-FFF2-40B4-BE49-F238E27FC236}">
                  <a16:creationId xmlns:a16="http://schemas.microsoft.com/office/drawing/2014/main" id="{9C14BE2B-DB46-46E0-8067-619746EE58F4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直接连接符 751">
              <a:extLst>
                <a:ext uri="{FF2B5EF4-FFF2-40B4-BE49-F238E27FC236}">
                  <a16:creationId xmlns:a16="http://schemas.microsoft.com/office/drawing/2014/main" id="{6B1309CC-A490-43FE-AE7A-890A33394C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3" name="椭圆 752">
              <a:extLst>
                <a:ext uri="{FF2B5EF4-FFF2-40B4-BE49-F238E27FC236}">
                  <a16:creationId xmlns:a16="http://schemas.microsoft.com/office/drawing/2014/main" id="{02F00E8F-6548-4F68-B990-6FFCCF092735}"/>
                </a:ext>
              </a:extLst>
            </p:cNvPr>
            <p:cNvSpPr/>
            <p:nvPr/>
          </p:nvSpPr>
          <p:spPr>
            <a:xfrm>
              <a:off x="1136818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54" name="直接连接符 753">
              <a:extLst>
                <a:ext uri="{FF2B5EF4-FFF2-40B4-BE49-F238E27FC236}">
                  <a16:creationId xmlns:a16="http://schemas.microsoft.com/office/drawing/2014/main" id="{2F8E7F3A-5280-4310-832D-01748CC1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直接连接符 754">
              <a:extLst>
                <a:ext uri="{FF2B5EF4-FFF2-40B4-BE49-F238E27FC236}">
                  <a16:creationId xmlns:a16="http://schemas.microsoft.com/office/drawing/2014/main" id="{664F0AE0-6199-49E0-896A-A4BB81B102D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6" name="椭圆 755">
              <a:extLst>
                <a:ext uri="{FF2B5EF4-FFF2-40B4-BE49-F238E27FC236}">
                  <a16:creationId xmlns:a16="http://schemas.microsoft.com/office/drawing/2014/main" id="{29EDDC57-6BE9-4F2F-85A5-C2AE9CD94E20}"/>
                </a:ext>
              </a:extLst>
            </p:cNvPr>
            <p:cNvSpPr/>
            <p:nvPr/>
          </p:nvSpPr>
          <p:spPr>
            <a:xfrm>
              <a:off x="1136818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57" name="直接连接符 756">
              <a:extLst>
                <a:ext uri="{FF2B5EF4-FFF2-40B4-BE49-F238E27FC236}">
                  <a16:creationId xmlns:a16="http://schemas.microsoft.com/office/drawing/2014/main" id="{4F662749-F69F-4E6C-A58E-2DD4B309D759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>
              <a:extLst>
                <a:ext uri="{FF2B5EF4-FFF2-40B4-BE49-F238E27FC236}">
                  <a16:creationId xmlns:a16="http://schemas.microsoft.com/office/drawing/2014/main" id="{C679328F-69C7-4C50-A296-12360382C8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9" name="椭圆 758">
              <a:extLst>
                <a:ext uri="{FF2B5EF4-FFF2-40B4-BE49-F238E27FC236}">
                  <a16:creationId xmlns:a16="http://schemas.microsoft.com/office/drawing/2014/main" id="{D4BF85BA-22DC-4807-895B-6A0E73640D4F}"/>
                </a:ext>
              </a:extLst>
            </p:cNvPr>
            <p:cNvSpPr/>
            <p:nvPr/>
          </p:nvSpPr>
          <p:spPr>
            <a:xfrm>
              <a:off x="1136818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0" name="直接连接符 759">
              <a:extLst>
                <a:ext uri="{FF2B5EF4-FFF2-40B4-BE49-F238E27FC236}">
                  <a16:creationId xmlns:a16="http://schemas.microsoft.com/office/drawing/2014/main" id="{B46BCEE5-1EF3-47C6-9B41-1C9DFE300AE7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>
              <a:extLst>
                <a:ext uri="{FF2B5EF4-FFF2-40B4-BE49-F238E27FC236}">
                  <a16:creationId xmlns:a16="http://schemas.microsoft.com/office/drawing/2014/main" id="{85850D2F-4B2F-49BE-BC2B-AC3DE0C1D6E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2" name="椭圆 761">
              <a:extLst>
                <a:ext uri="{FF2B5EF4-FFF2-40B4-BE49-F238E27FC236}">
                  <a16:creationId xmlns:a16="http://schemas.microsoft.com/office/drawing/2014/main" id="{BEDC2B7C-5CD8-42B8-A006-97604C3F2056}"/>
                </a:ext>
              </a:extLst>
            </p:cNvPr>
            <p:cNvSpPr/>
            <p:nvPr/>
          </p:nvSpPr>
          <p:spPr>
            <a:xfrm>
              <a:off x="4083133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3" name="直接连接符 762">
              <a:extLst>
                <a:ext uri="{FF2B5EF4-FFF2-40B4-BE49-F238E27FC236}">
                  <a16:creationId xmlns:a16="http://schemas.microsoft.com/office/drawing/2014/main" id="{62F6A81B-BB09-470C-BA8F-4058351B09CA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直接连接符 763">
              <a:extLst>
                <a:ext uri="{FF2B5EF4-FFF2-40B4-BE49-F238E27FC236}">
                  <a16:creationId xmlns:a16="http://schemas.microsoft.com/office/drawing/2014/main" id="{D24B9D45-0FEE-4B37-8A3B-3F4D2112A0A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5" name="椭圆 764">
              <a:extLst>
                <a:ext uri="{FF2B5EF4-FFF2-40B4-BE49-F238E27FC236}">
                  <a16:creationId xmlns:a16="http://schemas.microsoft.com/office/drawing/2014/main" id="{79753C81-80EC-4B81-87A5-4D1D67F64F1E}"/>
                </a:ext>
              </a:extLst>
            </p:cNvPr>
            <p:cNvSpPr/>
            <p:nvPr/>
          </p:nvSpPr>
          <p:spPr>
            <a:xfrm>
              <a:off x="4083133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6" name="直接连接符 765">
              <a:extLst>
                <a:ext uri="{FF2B5EF4-FFF2-40B4-BE49-F238E27FC236}">
                  <a16:creationId xmlns:a16="http://schemas.microsoft.com/office/drawing/2014/main" id="{43E1C6B9-22BB-456A-BAE3-3B9A6AE0F927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直接连接符 766">
              <a:extLst>
                <a:ext uri="{FF2B5EF4-FFF2-40B4-BE49-F238E27FC236}">
                  <a16:creationId xmlns:a16="http://schemas.microsoft.com/office/drawing/2014/main" id="{60D7E408-499A-4A92-8EB6-632D04EC2F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8" name="椭圆 767">
              <a:extLst>
                <a:ext uri="{FF2B5EF4-FFF2-40B4-BE49-F238E27FC236}">
                  <a16:creationId xmlns:a16="http://schemas.microsoft.com/office/drawing/2014/main" id="{4E82A2A1-5306-4E48-AA79-B434AE238B0D}"/>
                </a:ext>
              </a:extLst>
            </p:cNvPr>
            <p:cNvSpPr/>
            <p:nvPr/>
          </p:nvSpPr>
          <p:spPr>
            <a:xfrm>
              <a:off x="4083133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9" name="直接连接符 768">
              <a:extLst>
                <a:ext uri="{FF2B5EF4-FFF2-40B4-BE49-F238E27FC236}">
                  <a16:creationId xmlns:a16="http://schemas.microsoft.com/office/drawing/2014/main" id="{9C4C097F-14F8-44F7-BBAC-56218D9E08C3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连接符 769">
              <a:extLst>
                <a:ext uri="{FF2B5EF4-FFF2-40B4-BE49-F238E27FC236}">
                  <a16:creationId xmlns:a16="http://schemas.microsoft.com/office/drawing/2014/main" id="{6B20A9C1-C5A7-41AE-90D2-01D7984D21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1" name="椭圆 770">
              <a:extLst>
                <a:ext uri="{FF2B5EF4-FFF2-40B4-BE49-F238E27FC236}">
                  <a16:creationId xmlns:a16="http://schemas.microsoft.com/office/drawing/2014/main" id="{255F9FF0-9066-4C23-B8D1-5D65A3229BA7}"/>
                </a:ext>
              </a:extLst>
            </p:cNvPr>
            <p:cNvSpPr/>
            <p:nvPr/>
          </p:nvSpPr>
          <p:spPr>
            <a:xfrm>
              <a:off x="4083133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72" name="直接连接符 771">
              <a:extLst>
                <a:ext uri="{FF2B5EF4-FFF2-40B4-BE49-F238E27FC236}">
                  <a16:creationId xmlns:a16="http://schemas.microsoft.com/office/drawing/2014/main" id="{EB20FA59-2FDE-4777-97C2-B065E4EA517D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>
              <a:extLst>
                <a:ext uri="{FF2B5EF4-FFF2-40B4-BE49-F238E27FC236}">
                  <a16:creationId xmlns:a16="http://schemas.microsoft.com/office/drawing/2014/main" id="{859F5544-944D-4120-B612-9E24F90FAB7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4" name="椭圆 773">
              <a:extLst>
                <a:ext uri="{FF2B5EF4-FFF2-40B4-BE49-F238E27FC236}">
                  <a16:creationId xmlns:a16="http://schemas.microsoft.com/office/drawing/2014/main" id="{84179CB5-F914-4CC4-A46F-3BC5898543C6}"/>
                </a:ext>
              </a:extLst>
            </p:cNvPr>
            <p:cNvSpPr/>
            <p:nvPr/>
          </p:nvSpPr>
          <p:spPr>
            <a:xfrm>
              <a:off x="4083133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75" name="直接连接符 774">
              <a:extLst>
                <a:ext uri="{FF2B5EF4-FFF2-40B4-BE49-F238E27FC236}">
                  <a16:creationId xmlns:a16="http://schemas.microsoft.com/office/drawing/2014/main" id="{48017EBD-5938-4900-BCD8-91F85CE5D923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直接连接符 775">
              <a:extLst>
                <a:ext uri="{FF2B5EF4-FFF2-40B4-BE49-F238E27FC236}">
                  <a16:creationId xmlns:a16="http://schemas.microsoft.com/office/drawing/2014/main" id="{4D059DEC-8192-4D62-A480-CB3E46CCE9A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7" name="椭圆 776">
              <a:extLst>
                <a:ext uri="{FF2B5EF4-FFF2-40B4-BE49-F238E27FC236}">
                  <a16:creationId xmlns:a16="http://schemas.microsoft.com/office/drawing/2014/main" id="{4F56EAB3-BC24-4387-AA6D-B812549F1242}"/>
                </a:ext>
              </a:extLst>
            </p:cNvPr>
            <p:cNvSpPr/>
            <p:nvPr/>
          </p:nvSpPr>
          <p:spPr>
            <a:xfrm>
              <a:off x="3346554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78" name="直接连接符 777">
              <a:extLst>
                <a:ext uri="{FF2B5EF4-FFF2-40B4-BE49-F238E27FC236}">
                  <a16:creationId xmlns:a16="http://schemas.microsoft.com/office/drawing/2014/main" id="{9A48CF75-A6DB-4F75-ABD7-934A86B64C8A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直接连接符 778">
              <a:extLst>
                <a:ext uri="{FF2B5EF4-FFF2-40B4-BE49-F238E27FC236}">
                  <a16:creationId xmlns:a16="http://schemas.microsoft.com/office/drawing/2014/main" id="{1ED98150-569F-492B-A5C4-84F8C8CBF8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0" name="椭圆 779">
              <a:extLst>
                <a:ext uri="{FF2B5EF4-FFF2-40B4-BE49-F238E27FC236}">
                  <a16:creationId xmlns:a16="http://schemas.microsoft.com/office/drawing/2014/main" id="{C3C9EFDC-C6DA-467B-94F0-0FC22DB1D7BB}"/>
                </a:ext>
              </a:extLst>
            </p:cNvPr>
            <p:cNvSpPr/>
            <p:nvPr/>
          </p:nvSpPr>
          <p:spPr>
            <a:xfrm>
              <a:off x="3346554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81" name="直接连接符 780">
              <a:extLst>
                <a:ext uri="{FF2B5EF4-FFF2-40B4-BE49-F238E27FC236}">
                  <a16:creationId xmlns:a16="http://schemas.microsoft.com/office/drawing/2014/main" id="{A00548C3-859B-488E-89FA-D1FD834DB54F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直接连接符 781">
              <a:extLst>
                <a:ext uri="{FF2B5EF4-FFF2-40B4-BE49-F238E27FC236}">
                  <a16:creationId xmlns:a16="http://schemas.microsoft.com/office/drawing/2014/main" id="{6A3BF8B3-31DB-42E7-922C-DE6B0D9AED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3" name="椭圆 782">
              <a:extLst>
                <a:ext uri="{FF2B5EF4-FFF2-40B4-BE49-F238E27FC236}">
                  <a16:creationId xmlns:a16="http://schemas.microsoft.com/office/drawing/2014/main" id="{36559AE8-E75B-410F-A982-0A3BA15B3250}"/>
                </a:ext>
              </a:extLst>
            </p:cNvPr>
            <p:cNvSpPr/>
            <p:nvPr/>
          </p:nvSpPr>
          <p:spPr>
            <a:xfrm>
              <a:off x="3346554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84" name="直接连接符 783">
              <a:extLst>
                <a:ext uri="{FF2B5EF4-FFF2-40B4-BE49-F238E27FC236}">
                  <a16:creationId xmlns:a16="http://schemas.microsoft.com/office/drawing/2014/main" id="{364B4273-87EF-4FFC-917F-771FF96CA6E6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直接连接符 784">
              <a:extLst>
                <a:ext uri="{FF2B5EF4-FFF2-40B4-BE49-F238E27FC236}">
                  <a16:creationId xmlns:a16="http://schemas.microsoft.com/office/drawing/2014/main" id="{CCC71502-4A37-4720-BB15-E700301208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6" name="椭圆 785">
              <a:extLst>
                <a:ext uri="{FF2B5EF4-FFF2-40B4-BE49-F238E27FC236}">
                  <a16:creationId xmlns:a16="http://schemas.microsoft.com/office/drawing/2014/main" id="{96B0E0D4-DB0D-4A37-9359-B366F3665AD7}"/>
                </a:ext>
              </a:extLst>
            </p:cNvPr>
            <p:cNvSpPr/>
            <p:nvPr/>
          </p:nvSpPr>
          <p:spPr>
            <a:xfrm>
              <a:off x="3346554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87" name="直接连接符 786">
              <a:extLst>
                <a:ext uri="{FF2B5EF4-FFF2-40B4-BE49-F238E27FC236}">
                  <a16:creationId xmlns:a16="http://schemas.microsoft.com/office/drawing/2014/main" id="{FECF7971-2788-4B99-AC8C-E164F4878080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直接连接符 787">
              <a:extLst>
                <a:ext uri="{FF2B5EF4-FFF2-40B4-BE49-F238E27FC236}">
                  <a16:creationId xmlns:a16="http://schemas.microsoft.com/office/drawing/2014/main" id="{285E1293-E248-4623-9DD7-E7C3388B89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9" name="椭圆 788">
              <a:extLst>
                <a:ext uri="{FF2B5EF4-FFF2-40B4-BE49-F238E27FC236}">
                  <a16:creationId xmlns:a16="http://schemas.microsoft.com/office/drawing/2014/main" id="{BF544D5F-54CB-493B-A839-F9D526DEFDC8}"/>
                </a:ext>
              </a:extLst>
            </p:cNvPr>
            <p:cNvSpPr/>
            <p:nvPr/>
          </p:nvSpPr>
          <p:spPr>
            <a:xfrm>
              <a:off x="3346554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90" name="直接连接符 789">
              <a:extLst>
                <a:ext uri="{FF2B5EF4-FFF2-40B4-BE49-F238E27FC236}">
                  <a16:creationId xmlns:a16="http://schemas.microsoft.com/office/drawing/2014/main" id="{9B7CE7A9-98BF-4645-ABD4-81AAACE06DDB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直接连接符 790">
              <a:extLst>
                <a:ext uri="{FF2B5EF4-FFF2-40B4-BE49-F238E27FC236}">
                  <a16:creationId xmlns:a16="http://schemas.microsoft.com/office/drawing/2014/main" id="{8AB54119-0B7A-4E30-B5C5-70DE5433CF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2" name="矩形 791">
              <a:extLst>
                <a:ext uri="{FF2B5EF4-FFF2-40B4-BE49-F238E27FC236}">
                  <a16:creationId xmlns:a16="http://schemas.microsoft.com/office/drawing/2014/main" id="{BA7D31E2-0317-4C19-BB4B-523C94E1ECC5}"/>
                </a:ext>
              </a:extLst>
            </p:cNvPr>
            <p:cNvSpPr/>
            <p:nvPr/>
          </p:nvSpPr>
          <p:spPr>
            <a:xfrm>
              <a:off x="922366" y="2062334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3" name="椭圆 792">
              <a:extLst>
                <a:ext uri="{FF2B5EF4-FFF2-40B4-BE49-F238E27FC236}">
                  <a16:creationId xmlns:a16="http://schemas.microsoft.com/office/drawing/2014/main" id="{2DA89628-408C-4097-9351-F2CACAF15EE8}"/>
                </a:ext>
              </a:extLst>
            </p:cNvPr>
            <p:cNvSpPr/>
            <p:nvPr/>
          </p:nvSpPr>
          <p:spPr>
            <a:xfrm>
              <a:off x="3080089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4" name="椭圆 793">
              <a:extLst>
                <a:ext uri="{FF2B5EF4-FFF2-40B4-BE49-F238E27FC236}">
                  <a16:creationId xmlns:a16="http://schemas.microsoft.com/office/drawing/2014/main" id="{2F027728-8123-4D67-AEE6-24126AF874D7}"/>
                </a:ext>
              </a:extLst>
            </p:cNvPr>
            <p:cNvSpPr/>
            <p:nvPr/>
          </p:nvSpPr>
          <p:spPr>
            <a:xfrm>
              <a:off x="3080089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5" name="椭圆 794">
              <a:extLst>
                <a:ext uri="{FF2B5EF4-FFF2-40B4-BE49-F238E27FC236}">
                  <a16:creationId xmlns:a16="http://schemas.microsoft.com/office/drawing/2014/main" id="{9267ACBB-C3C1-4067-A699-6F2FD14B4ABC}"/>
                </a:ext>
              </a:extLst>
            </p:cNvPr>
            <p:cNvSpPr/>
            <p:nvPr/>
          </p:nvSpPr>
          <p:spPr>
            <a:xfrm>
              <a:off x="3080089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6" name="椭圆 795">
              <a:extLst>
                <a:ext uri="{FF2B5EF4-FFF2-40B4-BE49-F238E27FC236}">
                  <a16:creationId xmlns:a16="http://schemas.microsoft.com/office/drawing/2014/main" id="{B46EEFD8-3FB3-48C8-AE51-38EABC29EA64}"/>
                </a:ext>
              </a:extLst>
            </p:cNvPr>
            <p:cNvSpPr/>
            <p:nvPr/>
          </p:nvSpPr>
          <p:spPr>
            <a:xfrm>
              <a:off x="3080089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7" name="椭圆 796">
              <a:extLst>
                <a:ext uri="{FF2B5EF4-FFF2-40B4-BE49-F238E27FC236}">
                  <a16:creationId xmlns:a16="http://schemas.microsoft.com/office/drawing/2014/main" id="{1B157F8A-7EEA-40BF-90D5-FBFDB30252F7}"/>
                </a:ext>
              </a:extLst>
            </p:cNvPr>
            <p:cNvSpPr/>
            <p:nvPr/>
          </p:nvSpPr>
          <p:spPr>
            <a:xfrm>
              <a:off x="3080089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8" name="椭圆 797">
              <a:extLst>
                <a:ext uri="{FF2B5EF4-FFF2-40B4-BE49-F238E27FC236}">
                  <a16:creationId xmlns:a16="http://schemas.microsoft.com/office/drawing/2014/main" id="{579775B5-CF66-49C3-BE5E-88548A936B93}"/>
                </a:ext>
              </a:extLst>
            </p:cNvPr>
            <p:cNvSpPr/>
            <p:nvPr/>
          </p:nvSpPr>
          <p:spPr>
            <a:xfrm>
              <a:off x="3800160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9" name="椭圆 798">
              <a:extLst>
                <a:ext uri="{FF2B5EF4-FFF2-40B4-BE49-F238E27FC236}">
                  <a16:creationId xmlns:a16="http://schemas.microsoft.com/office/drawing/2014/main" id="{26ED6876-F3F6-4D41-98E9-FD93FD9CFFEF}"/>
                </a:ext>
              </a:extLst>
            </p:cNvPr>
            <p:cNvSpPr/>
            <p:nvPr/>
          </p:nvSpPr>
          <p:spPr>
            <a:xfrm>
              <a:off x="3800160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0" name="椭圆 799">
              <a:extLst>
                <a:ext uri="{FF2B5EF4-FFF2-40B4-BE49-F238E27FC236}">
                  <a16:creationId xmlns:a16="http://schemas.microsoft.com/office/drawing/2014/main" id="{37D6B042-FF2C-41FB-B174-2C9B34DA9E5A}"/>
                </a:ext>
              </a:extLst>
            </p:cNvPr>
            <p:cNvSpPr/>
            <p:nvPr/>
          </p:nvSpPr>
          <p:spPr>
            <a:xfrm>
              <a:off x="3800160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1" name="椭圆 800">
              <a:extLst>
                <a:ext uri="{FF2B5EF4-FFF2-40B4-BE49-F238E27FC236}">
                  <a16:creationId xmlns:a16="http://schemas.microsoft.com/office/drawing/2014/main" id="{A6728DDC-881C-4D08-AADD-62A957CDAA48}"/>
                </a:ext>
              </a:extLst>
            </p:cNvPr>
            <p:cNvSpPr/>
            <p:nvPr/>
          </p:nvSpPr>
          <p:spPr>
            <a:xfrm>
              <a:off x="3800160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2" name="椭圆 801">
              <a:extLst>
                <a:ext uri="{FF2B5EF4-FFF2-40B4-BE49-F238E27FC236}">
                  <a16:creationId xmlns:a16="http://schemas.microsoft.com/office/drawing/2014/main" id="{B6F07F4F-81F2-432C-A6F8-3488B7153087}"/>
                </a:ext>
              </a:extLst>
            </p:cNvPr>
            <p:cNvSpPr/>
            <p:nvPr/>
          </p:nvSpPr>
          <p:spPr>
            <a:xfrm>
              <a:off x="3800160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3" name="椭圆 802">
              <a:extLst>
                <a:ext uri="{FF2B5EF4-FFF2-40B4-BE49-F238E27FC236}">
                  <a16:creationId xmlns:a16="http://schemas.microsoft.com/office/drawing/2014/main" id="{D8A78251-E2BC-4EB0-BB09-BE3840E97222}"/>
                </a:ext>
              </a:extLst>
            </p:cNvPr>
            <p:cNvSpPr/>
            <p:nvPr/>
          </p:nvSpPr>
          <p:spPr>
            <a:xfrm>
              <a:off x="1657105" y="217456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4" name="椭圆 803">
              <a:extLst>
                <a:ext uri="{FF2B5EF4-FFF2-40B4-BE49-F238E27FC236}">
                  <a16:creationId xmlns:a16="http://schemas.microsoft.com/office/drawing/2014/main" id="{BB18119B-1F95-43D2-B0FC-570283F72438}"/>
                </a:ext>
              </a:extLst>
            </p:cNvPr>
            <p:cNvSpPr/>
            <p:nvPr/>
          </p:nvSpPr>
          <p:spPr>
            <a:xfrm>
              <a:off x="1657105" y="2701179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5" name="椭圆 804">
              <a:extLst>
                <a:ext uri="{FF2B5EF4-FFF2-40B4-BE49-F238E27FC236}">
                  <a16:creationId xmlns:a16="http://schemas.microsoft.com/office/drawing/2014/main" id="{B21EED34-685E-4BD0-836A-5E7BD13BC48A}"/>
                </a:ext>
              </a:extLst>
            </p:cNvPr>
            <p:cNvSpPr/>
            <p:nvPr/>
          </p:nvSpPr>
          <p:spPr>
            <a:xfrm>
              <a:off x="1657105" y="322779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6" name="椭圆 805">
              <a:extLst>
                <a:ext uri="{FF2B5EF4-FFF2-40B4-BE49-F238E27FC236}">
                  <a16:creationId xmlns:a16="http://schemas.microsoft.com/office/drawing/2014/main" id="{CBA6EFAB-F862-4CF2-8EFC-DF89891FACF0}"/>
                </a:ext>
              </a:extLst>
            </p:cNvPr>
            <p:cNvSpPr/>
            <p:nvPr/>
          </p:nvSpPr>
          <p:spPr>
            <a:xfrm>
              <a:off x="1657105" y="375441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7" name="椭圆 806">
              <a:extLst>
                <a:ext uri="{FF2B5EF4-FFF2-40B4-BE49-F238E27FC236}">
                  <a16:creationId xmlns:a16="http://schemas.microsoft.com/office/drawing/2014/main" id="{284C5033-070E-4A39-854B-2197E7F96E13}"/>
                </a:ext>
              </a:extLst>
            </p:cNvPr>
            <p:cNvSpPr/>
            <p:nvPr/>
          </p:nvSpPr>
          <p:spPr>
            <a:xfrm>
              <a:off x="1657105" y="428103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8" name="椭圆 807">
              <a:extLst>
                <a:ext uri="{FF2B5EF4-FFF2-40B4-BE49-F238E27FC236}">
                  <a16:creationId xmlns:a16="http://schemas.microsoft.com/office/drawing/2014/main" id="{60309163-90F3-43B3-90FF-3E15640AFD94}"/>
                </a:ext>
              </a:extLst>
            </p:cNvPr>
            <p:cNvSpPr/>
            <p:nvPr/>
          </p:nvSpPr>
          <p:spPr>
            <a:xfrm>
              <a:off x="2371809" y="21589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9" name="椭圆 808">
              <a:extLst>
                <a:ext uri="{FF2B5EF4-FFF2-40B4-BE49-F238E27FC236}">
                  <a16:creationId xmlns:a16="http://schemas.microsoft.com/office/drawing/2014/main" id="{795707A9-EAC7-4547-97D4-9266557B75E9}"/>
                </a:ext>
              </a:extLst>
            </p:cNvPr>
            <p:cNvSpPr/>
            <p:nvPr/>
          </p:nvSpPr>
          <p:spPr>
            <a:xfrm>
              <a:off x="2371809" y="26855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0" name="椭圆 809">
              <a:extLst>
                <a:ext uri="{FF2B5EF4-FFF2-40B4-BE49-F238E27FC236}">
                  <a16:creationId xmlns:a16="http://schemas.microsoft.com/office/drawing/2014/main" id="{5C2FED1B-1261-45A7-A1DA-3C5F09A96562}"/>
                </a:ext>
              </a:extLst>
            </p:cNvPr>
            <p:cNvSpPr/>
            <p:nvPr/>
          </p:nvSpPr>
          <p:spPr>
            <a:xfrm>
              <a:off x="2371809" y="32121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1" name="椭圆 810">
              <a:extLst>
                <a:ext uri="{FF2B5EF4-FFF2-40B4-BE49-F238E27FC236}">
                  <a16:creationId xmlns:a16="http://schemas.microsoft.com/office/drawing/2014/main" id="{D6D596F2-87B4-4F1B-B371-B49A4977850C}"/>
                </a:ext>
              </a:extLst>
            </p:cNvPr>
            <p:cNvSpPr/>
            <p:nvPr/>
          </p:nvSpPr>
          <p:spPr>
            <a:xfrm>
              <a:off x="2371809" y="37387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椭圆 811">
              <a:extLst>
                <a:ext uri="{FF2B5EF4-FFF2-40B4-BE49-F238E27FC236}">
                  <a16:creationId xmlns:a16="http://schemas.microsoft.com/office/drawing/2014/main" id="{52177307-2281-43CC-BD72-D0024D24D637}"/>
                </a:ext>
              </a:extLst>
            </p:cNvPr>
            <p:cNvSpPr/>
            <p:nvPr/>
          </p:nvSpPr>
          <p:spPr>
            <a:xfrm>
              <a:off x="2371809" y="42653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3" name="文本框 812">
              <a:extLst>
                <a:ext uri="{FF2B5EF4-FFF2-40B4-BE49-F238E27FC236}">
                  <a16:creationId xmlns:a16="http://schemas.microsoft.com/office/drawing/2014/main" id="{9763E7DA-B778-42CF-AAE5-D8750212112A}"/>
                </a:ext>
              </a:extLst>
            </p:cNvPr>
            <p:cNvSpPr txBox="1"/>
            <p:nvPr/>
          </p:nvSpPr>
          <p:spPr>
            <a:xfrm>
              <a:off x="2057787" y="5007876"/>
              <a:ext cx="2372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5301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7841941-F991-47D8-84E4-B873B84B0F4B}"/>
              </a:ext>
            </a:extLst>
          </p:cNvPr>
          <p:cNvGrpSpPr/>
          <p:nvPr/>
        </p:nvGrpSpPr>
        <p:grpSpPr>
          <a:xfrm>
            <a:off x="6967455" y="2192621"/>
            <a:ext cx="837002" cy="2213160"/>
            <a:chOff x="4416441" y="1744875"/>
            <a:chExt cx="837002" cy="2213160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5E899C1-2DE2-4CB2-9292-7299086C87EA}"/>
                </a:ext>
              </a:extLst>
            </p:cNvPr>
            <p:cNvSpPr/>
            <p:nvPr/>
          </p:nvSpPr>
          <p:spPr>
            <a:xfrm>
              <a:off x="4416441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DF8237AE-A493-43A8-B76C-22931880382B}"/>
                </a:ext>
              </a:extLst>
            </p:cNvPr>
            <p:cNvSpPr/>
            <p:nvPr/>
          </p:nvSpPr>
          <p:spPr>
            <a:xfrm>
              <a:off x="4416441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FD7D37E-AC55-4AEC-8E74-882205EB77F2}"/>
                </a:ext>
              </a:extLst>
            </p:cNvPr>
            <p:cNvSpPr/>
            <p:nvPr/>
          </p:nvSpPr>
          <p:spPr>
            <a:xfrm>
              <a:off x="4416441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318BBFC-5FAE-4E10-A73C-77B80809A2DE}"/>
                </a:ext>
              </a:extLst>
            </p:cNvPr>
            <p:cNvSpPr/>
            <p:nvPr/>
          </p:nvSpPr>
          <p:spPr>
            <a:xfrm>
              <a:off x="4416441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D42CC4E-DD56-45F3-B108-C8DD0AA62C15}"/>
                </a:ext>
              </a:extLst>
            </p:cNvPr>
            <p:cNvSpPr/>
            <p:nvPr/>
          </p:nvSpPr>
          <p:spPr>
            <a:xfrm>
              <a:off x="4416441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9502112-FD70-417C-AA62-54E177982D98}"/>
                </a:ext>
              </a:extLst>
            </p:cNvPr>
            <p:cNvSpPr/>
            <p:nvPr/>
          </p:nvSpPr>
          <p:spPr>
            <a:xfrm>
              <a:off x="5146756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D425DBD-3C66-4FDA-BC90-93E23CF11AA5}"/>
                </a:ext>
              </a:extLst>
            </p:cNvPr>
            <p:cNvSpPr/>
            <p:nvPr/>
          </p:nvSpPr>
          <p:spPr>
            <a:xfrm>
              <a:off x="5146756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75D35F0-D76E-4A1F-8036-3147EA1BF894}"/>
                </a:ext>
              </a:extLst>
            </p:cNvPr>
            <p:cNvSpPr/>
            <p:nvPr/>
          </p:nvSpPr>
          <p:spPr>
            <a:xfrm>
              <a:off x="5146756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0F65292A-79D8-49B1-B409-3ECFDBCD4F74}"/>
                </a:ext>
              </a:extLst>
            </p:cNvPr>
            <p:cNvSpPr/>
            <p:nvPr/>
          </p:nvSpPr>
          <p:spPr>
            <a:xfrm>
              <a:off x="5146756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60532AC3-3788-4A74-AE13-BB9E2F10FB6D}"/>
                </a:ext>
              </a:extLst>
            </p:cNvPr>
            <p:cNvSpPr/>
            <p:nvPr/>
          </p:nvSpPr>
          <p:spPr>
            <a:xfrm>
              <a:off x="5146756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FB61533-C593-4C9A-9E4C-D1E571459368}"/>
              </a:ext>
            </a:extLst>
          </p:cNvPr>
          <p:cNvGrpSpPr/>
          <p:nvPr/>
        </p:nvGrpSpPr>
        <p:grpSpPr>
          <a:xfrm>
            <a:off x="6390787" y="2062505"/>
            <a:ext cx="4572278" cy="3591530"/>
            <a:chOff x="6390787" y="2062505"/>
            <a:chExt cx="4572278" cy="3591530"/>
          </a:xfrm>
        </p:grpSpPr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1BC04B6C-94FE-475E-BEBC-290A9F3B18D0}"/>
                </a:ext>
              </a:extLst>
            </p:cNvPr>
            <p:cNvSpPr/>
            <p:nvPr/>
          </p:nvSpPr>
          <p:spPr>
            <a:xfrm>
              <a:off x="64555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A0690049-BDEA-4485-9811-1BA68175492A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0F7698F7-ED6A-4D53-9D3E-183FD02E47E3}"/>
                </a:ext>
              </a:extLst>
            </p:cNvPr>
            <p:cNvSpPr/>
            <p:nvPr/>
          </p:nvSpPr>
          <p:spPr>
            <a:xfrm>
              <a:off x="64555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E4800CC6-F5D1-453B-A0A2-D88650EA759C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5979F977-D98E-49BC-B77B-A9CD155D2091}"/>
                </a:ext>
              </a:extLst>
            </p:cNvPr>
            <p:cNvSpPr/>
            <p:nvPr/>
          </p:nvSpPr>
          <p:spPr>
            <a:xfrm>
              <a:off x="64555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36CC409D-8839-47EF-AA8A-CA6568E460D9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24E7169D-4596-424A-8E13-07C600A0BD66}"/>
                </a:ext>
              </a:extLst>
            </p:cNvPr>
            <p:cNvSpPr/>
            <p:nvPr/>
          </p:nvSpPr>
          <p:spPr>
            <a:xfrm>
              <a:off x="64555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FF5D067A-0AD4-4649-9991-CA87D8D77F3E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A1195459-9BFD-420A-AEF8-C02FFE698E57}"/>
                </a:ext>
              </a:extLst>
            </p:cNvPr>
            <p:cNvSpPr/>
            <p:nvPr/>
          </p:nvSpPr>
          <p:spPr>
            <a:xfrm>
              <a:off x="64555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883B60A8-4009-467E-8BD2-EB714089326E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DF5F65FD-5DA8-4145-BBB5-08F41268DB84}"/>
                </a:ext>
              </a:extLst>
            </p:cNvPr>
            <p:cNvSpPr/>
            <p:nvPr/>
          </p:nvSpPr>
          <p:spPr>
            <a:xfrm>
              <a:off x="719216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A0F1FEDE-E9AD-4C65-AD41-64E59639E292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C0DF657B-972B-45D7-9F13-2417BB1A9161}"/>
                </a:ext>
              </a:extLst>
            </p:cNvPr>
            <p:cNvSpPr/>
            <p:nvPr/>
          </p:nvSpPr>
          <p:spPr>
            <a:xfrm>
              <a:off x="719216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C5EB22F8-9EED-4E9D-82C3-A2E27AB58B59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2125CC66-7EBA-4082-86D5-D631BFF8CEC4}"/>
                </a:ext>
              </a:extLst>
            </p:cNvPr>
            <p:cNvSpPr/>
            <p:nvPr/>
          </p:nvSpPr>
          <p:spPr>
            <a:xfrm>
              <a:off x="719216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63CBF426-513A-49C9-85EC-0E2198F2441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F4B58D45-64F9-4E13-B43E-AD6EB62EF16C}"/>
                </a:ext>
              </a:extLst>
            </p:cNvPr>
            <p:cNvSpPr/>
            <p:nvPr/>
          </p:nvSpPr>
          <p:spPr>
            <a:xfrm>
              <a:off x="719216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D259C3AB-3C97-4AD0-9BB2-C843172136AF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9FF974E5-05BD-4A93-8003-B1D5ABA6F158}"/>
                </a:ext>
              </a:extLst>
            </p:cNvPr>
            <p:cNvSpPr/>
            <p:nvPr/>
          </p:nvSpPr>
          <p:spPr>
            <a:xfrm>
              <a:off x="719216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61A2A237-85C0-4DFD-A912-7FEF827EDF33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FB10667A-CAA4-4BC6-A5DC-554EFF35AA09}"/>
                </a:ext>
              </a:extLst>
            </p:cNvPr>
            <p:cNvSpPr/>
            <p:nvPr/>
          </p:nvSpPr>
          <p:spPr>
            <a:xfrm>
              <a:off x="792874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FB8D1918-D74C-4841-9030-AEA318E9C9D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54F2C186-C17C-4462-BFD1-E6194A72FEBF}"/>
                </a:ext>
              </a:extLst>
            </p:cNvPr>
            <p:cNvSpPr/>
            <p:nvPr/>
          </p:nvSpPr>
          <p:spPr>
            <a:xfrm>
              <a:off x="792874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F3DA6473-0184-4507-8575-14909DB45770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9A41F29A-85CA-4016-9C39-A92B0D61FCC7}"/>
                </a:ext>
              </a:extLst>
            </p:cNvPr>
            <p:cNvSpPr/>
            <p:nvPr/>
          </p:nvSpPr>
          <p:spPr>
            <a:xfrm>
              <a:off x="792874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6C1595EC-5FCA-490B-BFAE-9F6307C896A0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0E19F414-2AFE-4338-9F7F-724243CDBB97}"/>
                </a:ext>
              </a:extLst>
            </p:cNvPr>
            <p:cNvSpPr/>
            <p:nvPr/>
          </p:nvSpPr>
          <p:spPr>
            <a:xfrm>
              <a:off x="792874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17D73C33-A5B1-4FB4-999F-AD37C2FB265E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45E493F6-0CAD-4CFF-9380-0267FD6575BB}"/>
                </a:ext>
              </a:extLst>
            </p:cNvPr>
            <p:cNvSpPr/>
            <p:nvPr/>
          </p:nvSpPr>
          <p:spPr>
            <a:xfrm>
              <a:off x="792874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E1B03F0E-D021-4ABA-8BF5-2C3B947B8A6E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512B0CCE-879D-4D27-A5C5-8642A9FB7FE7}"/>
                </a:ext>
              </a:extLst>
            </p:cNvPr>
            <p:cNvSpPr/>
            <p:nvPr/>
          </p:nvSpPr>
          <p:spPr>
            <a:xfrm>
              <a:off x="8665327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6F0EF82-1609-4DD0-BE31-D96FBB3C6B51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8041B7BC-BF65-48EA-80EB-D8F97B3529E9}"/>
                </a:ext>
              </a:extLst>
            </p:cNvPr>
            <p:cNvSpPr/>
            <p:nvPr/>
          </p:nvSpPr>
          <p:spPr>
            <a:xfrm>
              <a:off x="8665327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BE930252-D483-4F3B-8F95-4C253878EFD0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CBBAF48A-B3D3-4CFA-BA1C-5F6FCB94C924}"/>
                </a:ext>
              </a:extLst>
            </p:cNvPr>
            <p:cNvSpPr/>
            <p:nvPr/>
          </p:nvSpPr>
          <p:spPr>
            <a:xfrm>
              <a:off x="8665327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413F4957-6E77-4E0D-84D0-F824955CEDF3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ADBBF098-56BB-4C0F-A1E5-9AE636430494}"/>
                </a:ext>
              </a:extLst>
            </p:cNvPr>
            <p:cNvSpPr/>
            <p:nvPr/>
          </p:nvSpPr>
          <p:spPr>
            <a:xfrm>
              <a:off x="8665327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6EDDE692-6B33-4145-88F0-0E4374509204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484B7035-4109-4A9D-B610-E0A6FD638BF4}"/>
                </a:ext>
              </a:extLst>
            </p:cNvPr>
            <p:cNvSpPr/>
            <p:nvPr/>
          </p:nvSpPr>
          <p:spPr>
            <a:xfrm>
              <a:off x="8665327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16E38D65-E4F1-40BF-B98D-B4478948C3D6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184986F6-21AE-4253-ACB4-BE8F4B3B9C2D}"/>
                </a:ext>
              </a:extLst>
            </p:cNvPr>
            <p:cNvSpPr/>
            <p:nvPr/>
          </p:nvSpPr>
          <p:spPr>
            <a:xfrm>
              <a:off x="9401905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0DD85C09-B010-460F-BD15-3DDF88DA6FBB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7E7FC5BD-0F93-45E0-A9F2-4786E1673508}"/>
                </a:ext>
              </a:extLst>
            </p:cNvPr>
            <p:cNvSpPr/>
            <p:nvPr/>
          </p:nvSpPr>
          <p:spPr>
            <a:xfrm>
              <a:off x="9401905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23DD317E-18DF-4DE5-B8A1-81A0B3031912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3DA61ABE-8034-4726-AE8F-110A42253DB7}"/>
                </a:ext>
              </a:extLst>
            </p:cNvPr>
            <p:cNvSpPr/>
            <p:nvPr/>
          </p:nvSpPr>
          <p:spPr>
            <a:xfrm>
              <a:off x="9401905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226385DB-6BAE-4B6F-AF8C-6565666443F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35CA36FC-AB5D-4463-8DEB-0B5086335A4A}"/>
                </a:ext>
              </a:extLst>
            </p:cNvPr>
            <p:cNvSpPr/>
            <p:nvPr/>
          </p:nvSpPr>
          <p:spPr>
            <a:xfrm>
              <a:off x="9401905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4E1F1B72-A460-4203-8740-8CEDC6C9EF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8D8CE665-9DA3-41F0-821F-BC1083E754B5}"/>
                </a:ext>
              </a:extLst>
            </p:cNvPr>
            <p:cNvSpPr/>
            <p:nvPr/>
          </p:nvSpPr>
          <p:spPr>
            <a:xfrm>
              <a:off x="9401905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BBEF83A2-30A7-4FE5-B80C-8DB3FE48225F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772C396B-DD56-4EBC-BED6-65C124E292E5}"/>
                </a:ext>
              </a:extLst>
            </p:cNvPr>
            <p:cNvSpPr/>
            <p:nvPr/>
          </p:nvSpPr>
          <p:spPr>
            <a:xfrm>
              <a:off x="101384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C5F65359-6FCD-4DFF-A511-0D23ED41653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0C06DF5A-156F-42BB-9261-25093FFA39B0}"/>
                </a:ext>
              </a:extLst>
            </p:cNvPr>
            <p:cNvSpPr/>
            <p:nvPr/>
          </p:nvSpPr>
          <p:spPr>
            <a:xfrm>
              <a:off x="101384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456C8B84-541C-4340-8630-7A84DF1AFF4D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8366BF89-EF22-4E3D-87B7-7C9F2B99DFD8}"/>
                </a:ext>
              </a:extLst>
            </p:cNvPr>
            <p:cNvSpPr/>
            <p:nvPr/>
          </p:nvSpPr>
          <p:spPr>
            <a:xfrm>
              <a:off x="101384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6B331A28-2A33-4FB8-A8B7-1BE9D0B86CA2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7CB8C291-46BE-4EEA-A79F-FEE2BD03E812}"/>
                </a:ext>
              </a:extLst>
            </p:cNvPr>
            <p:cNvSpPr/>
            <p:nvPr/>
          </p:nvSpPr>
          <p:spPr>
            <a:xfrm>
              <a:off x="101384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6C4A9619-EA26-47BF-A3FC-7426164E49B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5A80AB85-BAA0-4C25-8917-358A35096083}"/>
                </a:ext>
              </a:extLst>
            </p:cNvPr>
            <p:cNvSpPr/>
            <p:nvPr/>
          </p:nvSpPr>
          <p:spPr>
            <a:xfrm>
              <a:off x="101384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C1D8C933-BBA5-4EF6-A6B7-747BA2448303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2574DDC-6DE1-4B34-8A33-9C38E1A38628}"/>
                </a:ext>
              </a:extLst>
            </p:cNvPr>
            <p:cNvSpPr/>
            <p:nvPr/>
          </p:nvSpPr>
          <p:spPr>
            <a:xfrm>
              <a:off x="8446573" y="217253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79BCC59-60A9-4CE0-9D17-96872A97412A}"/>
                </a:ext>
              </a:extLst>
            </p:cNvPr>
            <p:cNvSpPr/>
            <p:nvPr/>
          </p:nvSpPr>
          <p:spPr>
            <a:xfrm>
              <a:off x="8446573" y="2699149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7204D2D3-C7EE-43A9-8AD5-1A97E7B4177B}"/>
                </a:ext>
              </a:extLst>
            </p:cNvPr>
            <p:cNvSpPr/>
            <p:nvPr/>
          </p:nvSpPr>
          <p:spPr>
            <a:xfrm>
              <a:off x="8446573" y="322576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933DEE26-413B-45CD-9673-1A4D22A83E85}"/>
                </a:ext>
              </a:extLst>
            </p:cNvPr>
            <p:cNvSpPr/>
            <p:nvPr/>
          </p:nvSpPr>
          <p:spPr>
            <a:xfrm>
              <a:off x="8446573" y="375238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870C2F0A-1986-49F0-BD58-80BC6397DA5E}"/>
                </a:ext>
              </a:extLst>
            </p:cNvPr>
            <p:cNvSpPr/>
            <p:nvPr/>
          </p:nvSpPr>
          <p:spPr>
            <a:xfrm>
              <a:off x="8446573" y="427900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C889998-9C0C-438E-B506-6AABD2DD3455}"/>
                </a:ext>
              </a:extLst>
            </p:cNvPr>
            <p:cNvSpPr/>
            <p:nvPr/>
          </p:nvSpPr>
          <p:spPr>
            <a:xfrm>
              <a:off x="9162306" y="215481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2DDF1AD-2CD9-45A4-B1D5-96EE7C26A987}"/>
                </a:ext>
              </a:extLst>
            </p:cNvPr>
            <p:cNvSpPr/>
            <p:nvPr/>
          </p:nvSpPr>
          <p:spPr>
            <a:xfrm>
              <a:off x="9162306" y="268143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21AF374-D567-4EBD-9AB0-D3EA78BA39E3}"/>
                </a:ext>
              </a:extLst>
            </p:cNvPr>
            <p:cNvSpPr/>
            <p:nvPr/>
          </p:nvSpPr>
          <p:spPr>
            <a:xfrm>
              <a:off x="9162306" y="320805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4452AD1-F7EB-45B0-84CB-596D604C2AF6}"/>
                </a:ext>
              </a:extLst>
            </p:cNvPr>
            <p:cNvSpPr/>
            <p:nvPr/>
          </p:nvSpPr>
          <p:spPr>
            <a:xfrm>
              <a:off x="9162306" y="373467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17FE3FD-E40E-4E82-9D7B-7162192ACEE3}"/>
                </a:ext>
              </a:extLst>
            </p:cNvPr>
            <p:cNvSpPr/>
            <p:nvPr/>
          </p:nvSpPr>
          <p:spPr>
            <a:xfrm>
              <a:off x="9162306" y="42612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105587E8-1F94-41EE-A367-4866F8014189}"/>
                </a:ext>
              </a:extLst>
            </p:cNvPr>
            <p:cNvSpPr/>
            <p:nvPr/>
          </p:nvSpPr>
          <p:spPr>
            <a:xfrm>
              <a:off x="10602905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49836119-7B8A-49FD-896A-1823747C600B}"/>
                </a:ext>
              </a:extLst>
            </p:cNvPr>
            <p:cNvSpPr/>
            <p:nvPr/>
          </p:nvSpPr>
          <p:spPr>
            <a:xfrm>
              <a:off x="10602905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A40D731-495E-40EC-93BC-6D06AA7171FC}"/>
                </a:ext>
              </a:extLst>
            </p:cNvPr>
            <p:cNvSpPr/>
            <p:nvPr/>
          </p:nvSpPr>
          <p:spPr>
            <a:xfrm>
              <a:off x="10602905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69CF0836-AF84-4D4C-99A2-17D244D2AC08}"/>
                </a:ext>
              </a:extLst>
            </p:cNvPr>
            <p:cNvSpPr/>
            <p:nvPr/>
          </p:nvSpPr>
          <p:spPr>
            <a:xfrm>
              <a:off x="10602905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FDB3CEE4-947A-4B4A-8CEA-9EC95B218AED}"/>
                </a:ext>
              </a:extLst>
            </p:cNvPr>
            <p:cNvSpPr/>
            <p:nvPr/>
          </p:nvSpPr>
          <p:spPr>
            <a:xfrm>
              <a:off x="10602905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5026E3E7-A8B8-4B96-8D4F-45662E0D20A3}"/>
                </a:ext>
              </a:extLst>
            </p:cNvPr>
            <p:cNvSpPr/>
            <p:nvPr/>
          </p:nvSpPr>
          <p:spPr>
            <a:xfrm>
              <a:off x="9919281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D34C1990-1714-4DB5-AF15-4A4FBECAA791}"/>
                </a:ext>
              </a:extLst>
            </p:cNvPr>
            <p:cNvSpPr/>
            <p:nvPr/>
          </p:nvSpPr>
          <p:spPr>
            <a:xfrm>
              <a:off x="9919281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1" name="椭圆 310">
              <a:extLst>
                <a:ext uri="{FF2B5EF4-FFF2-40B4-BE49-F238E27FC236}">
                  <a16:creationId xmlns:a16="http://schemas.microsoft.com/office/drawing/2014/main" id="{05BF4595-A05D-4614-976B-E74FB69DDFD1}"/>
                </a:ext>
              </a:extLst>
            </p:cNvPr>
            <p:cNvSpPr/>
            <p:nvPr/>
          </p:nvSpPr>
          <p:spPr>
            <a:xfrm>
              <a:off x="9919281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6656C5D9-13CE-403F-BE69-090E553DEC0D}"/>
                </a:ext>
              </a:extLst>
            </p:cNvPr>
            <p:cNvSpPr/>
            <p:nvPr/>
          </p:nvSpPr>
          <p:spPr>
            <a:xfrm>
              <a:off x="9919281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86404631-33AF-46CA-84E1-F1275AE482EB}"/>
                </a:ext>
              </a:extLst>
            </p:cNvPr>
            <p:cNvSpPr/>
            <p:nvPr/>
          </p:nvSpPr>
          <p:spPr>
            <a:xfrm>
              <a:off x="9919281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4B625DFC-C315-4A79-941B-D86CBFE7A71B}"/>
                </a:ext>
              </a:extLst>
            </p:cNvPr>
            <p:cNvSpPr/>
            <p:nvPr/>
          </p:nvSpPr>
          <p:spPr>
            <a:xfrm>
              <a:off x="6390787" y="2062505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B502DB9-1DFB-4A64-A07B-062E2DB0026A}"/>
                </a:ext>
              </a:extLst>
            </p:cNvPr>
            <p:cNvSpPr txBox="1"/>
            <p:nvPr/>
          </p:nvSpPr>
          <p:spPr>
            <a:xfrm>
              <a:off x="7432939" y="5007704"/>
              <a:ext cx="2303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079054B-AC25-443C-B567-B15906475E4C}"/>
              </a:ext>
            </a:extLst>
          </p:cNvPr>
          <p:cNvGrpSpPr/>
          <p:nvPr/>
        </p:nvGrpSpPr>
        <p:grpSpPr>
          <a:xfrm>
            <a:off x="4599200" y="2154647"/>
            <a:ext cx="826757" cy="2213161"/>
            <a:chOff x="7343313" y="1726818"/>
            <a:chExt cx="826757" cy="2213161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14A5F2C1-C5D1-46E1-8BA1-6C54AD662ADB}"/>
                </a:ext>
              </a:extLst>
            </p:cNvPr>
            <p:cNvSpPr/>
            <p:nvPr/>
          </p:nvSpPr>
          <p:spPr>
            <a:xfrm>
              <a:off x="734331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1014914C-D6AD-45CB-8680-2E80CED6D2C2}"/>
                </a:ext>
              </a:extLst>
            </p:cNvPr>
            <p:cNvSpPr/>
            <p:nvPr/>
          </p:nvSpPr>
          <p:spPr>
            <a:xfrm>
              <a:off x="734331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1D4908B9-C3ED-4DD9-9068-12F44FBA5F45}"/>
                </a:ext>
              </a:extLst>
            </p:cNvPr>
            <p:cNvSpPr/>
            <p:nvPr/>
          </p:nvSpPr>
          <p:spPr>
            <a:xfrm>
              <a:off x="734331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27B51756-4CE7-4CA1-9E2E-87859B135A80}"/>
                </a:ext>
              </a:extLst>
            </p:cNvPr>
            <p:cNvSpPr/>
            <p:nvPr/>
          </p:nvSpPr>
          <p:spPr>
            <a:xfrm>
              <a:off x="734331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3649CF8-33AC-47B8-BC30-AD81B053FD94}"/>
                </a:ext>
              </a:extLst>
            </p:cNvPr>
            <p:cNvSpPr/>
            <p:nvPr/>
          </p:nvSpPr>
          <p:spPr>
            <a:xfrm>
              <a:off x="734331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376BA5A2-F015-4B72-8F51-AD785A6395DB}"/>
                </a:ext>
              </a:extLst>
            </p:cNvPr>
            <p:cNvSpPr/>
            <p:nvPr/>
          </p:nvSpPr>
          <p:spPr>
            <a:xfrm>
              <a:off x="806338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C7BBACE8-D36F-4F1A-80FB-616E60811B34}"/>
                </a:ext>
              </a:extLst>
            </p:cNvPr>
            <p:cNvSpPr/>
            <p:nvPr/>
          </p:nvSpPr>
          <p:spPr>
            <a:xfrm>
              <a:off x="806338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65FFF022-9F52-4887-B79C-446BE846A6DB}"/>
                </a:ext>
              </a:extLst>
            </p:cNvPr>
            <p:cNvSpPr/>
            <p:nvPr/>
          </p:nvSpPr>
          <p:spPr>
            <a:xfrm>
              <a:off x="806338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9580BA7-7AB5-4C9C-AE1E-320C3594DEC5}"/>
                </a:ext>
              </a:extLst>
            </p:cNvPr>
            <p:cNvSpPr/>
            <p:nvPr/>
          </p:nvSpPr>
          <p:spPr>
            <a:xfrm>
              <a:off x="806338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20735098-B640-4BE6-83B0-098A38DA18C1}"/>
                </a:ext>
              </a:extLst>
            </p:cNvPr>
            <p:cNvSpPr/>
            <p:nvPr/>
          </p:nvSpPr>
          <p:spPr>
            <a:xfrm>
              <a:off x="806338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AC62E64-82C0-4986-9727-7C397740E42B}"/>
              </a:ext>
            </a:extLst>
          </p:cNvPr>
          <p:cNvGrpSpPr/>
          <p:nvPr/>
        </p:nvGrpSpPr>
        <p:grpSpPr>
          <a:xfrm>
            <a:off x="922366" y="2062334"/>
            <a:ext cx="4572278" cy="3591873"/>
            <a:chOff x="922366" y="2062334"/>
            <a:chExt cx="4572278" cy="3591873"/>
          </a:xfrm>
        </p:grpSpPr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8F5CA9A7-054E-4008-BF78-D615542EEA9C}"/>
                </a:ext>
              </a:extLst>
            </p:cNvPr>
            <p:cNvSpPr/>
            <p:nvPr/>
          </p:nvSpPr>
          <p:spPr>
            <a:xfrm>
              <a:off x="4819711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A2C18619-8C4C-4709-AA30-C218853CFC5B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898B3636-A98F-4A2C-BDE5-349B239FE1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椭圆 296">
              <a:extLst>
                <a:ext uri="{FF2B5EF4-FFF2-40B4-BE49-F238E27FC236}">
                  <a16:creationId xmlns:a16="http://schemas.microsoft.com/office/drawing/2014/main" id="{86D727FC-CA70-413F-8F87-FC80840F801F}"/>
                </a:ext>
              </a:extLst>
            </p:cNvPr>
            <p:cNvSpPr/>
            <p:nvPr/>
          </p:nvSpPr>
          <p:spPr>
            <a:xfrm>
              <a:off x="4819711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BD326278-F063-42A1-AEFC-6FFB2EECA7DB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C7CBBC3B-8EFD-4D68-84D9-3C591050DC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椭圆 293">
              <a:extLst>
                <a:ext uri="{FF2B5EF4-FFF2-40B4-BE49-F238E27FC236}">
                  <a16:creationId xmlns:a16="http://schemas.microsoft.com/office/drawing/2014/main" id="{D0B4D268-0AE6-4292-B8D4-09D9E7DF1A19}"/>
                </a:ext>
              </a:extLst>
            </p:cNvPr>
            <p:cNvSpPr/>
            <p:nvPr/>
          </p:nvSpPr>
          <p:spPr>
            <a:xfrm>
              <a:off x="4819711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86BF63D2-55EC-4329-811A-6DB56DFF3F69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1C0FCF02-8379-4AC6-9D5A-A02D220936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椭圆 290">
              <a:extLst>
                <a:ext uri="{FF2B5EF4-FFF2-40B4-BE49-F238E27FC236}">
                  <a16:creationId xmlns:a16="http://schemas.microsoft.com/office/drawing/2014/main" id="{3416E8C5-5B44-406A-ADF0-47AE3D73EEFE}"/>
                </a:ext>
              </a:extLst>
            </p:cNvPr>
            <p:cNvSpPr/>
            <p:nvPr/>
          </p:nvSpPr>
          <p:spPr>
            <a:xfrm>
              <a:off x="4819711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DE3A8C77-EE70-4B1F-AFAB-28B1746D5FA8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C5DE8749-28C3-4EE3-B4BB-786B176680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4C52EE87-D0E6-4F0D-8C76-1A1D08C4F08F}"/>
                </a:ext>
              </a:extLst>
            </p:cNvPr>
            <p:cNvSpPr/>
            <p:nvPr/>
          </p:nvSpPr>
          <p:spPr>
            <a:xfrm>
              <a:off x="4819711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77DE672A-4A2E-459B-B8A4-6986A5103242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B248085E-AFD1-4B56-961C-6AA9B76877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F25716F1-B99C-41EF-9300-E1434AD2593D}"/>
                </a:ext>
              </a:extLst>
            </p:cNvPr>
            <p:cNvSpPr/>
            <p:nvPr/>
          </p:nvSpPr>
          <p:spPr>
            <a:xfrm>
              <a:off x="2609975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A48E876C-6F8D-4EC4-9A47-80864C40E338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E7978E2E-289A-4F75-B333-F8F53C4E3E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5FC297E4-97F4-46E9-A325-7B399C6102D9}"/>
                </a:ext>
              </a:extLst>
            </p:cNvPr>
            <p:cNvSpPr/>
            <p:nvPr/>
          </p:nvSpPr>
          <p:spPr>
            <a:xfrm>
              <a:off x="2609975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DF36CFC7-E2DC-4420-A630-AE7AE827D438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4112BD94-09E3-4443-935B-8BA0E56E97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8374FFE4-F20A-44EE-82A0-1D3973CCD724}"/>
                </a:ext>
              </a:extLst>
            </p:cNvPr>
            <p:cNvSpPr/>
            <p:nvPr/>
          </p:nvSpPr>
          <p:spPr>
            <a:xfrm>
              <a:off x="2609975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8A029D05-1D94-4B88-9CB8-94F680FFF72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047AB3F7-50BF-4B0A-8A2F-77D375AD5EB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7453838C-C4C4-4F07-AE7C-623CB75F653A}"/>
                </a:ext>
              </a:extLst>
            </p:cNvPr>
            <p:cNvSpPr/>
            <p:nvPr/>
          </p:nvSpPr>
          <p:spPr>
            <a:xfrm>
              <a:off x="2609975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B8E2A5B6-55BA-4D40-A3F5-DBA176B41297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613AD1A2-2FC5-4B29-8E4F-F4F6A93C41F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BFF5F201-1B4E-4EF2-A968-1377BA438493}"/>
                </a:ext>
              </a:extLst>
            </p:cNvPr>
            <p:cNvSpPr/>
            <p:nvPr/>
          </p:nvSpPr>
          <p:spPr>
            <a:xfrm>
              <a:off x="2609975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B0BB8753-540C-4579-8556-9EF4BDB744FB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41E94993-5FEA-4195-A372-9ECAA3046AE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F07787C0-80FD-4C37-8631-4E2A2F153A17}"/>
                </a:ext>
              </a:extLst>
            </p:cNvPr>
            <p:cNvSpPr/>
            <p:nvPr/>
          </p:nvSpPr>
          <p:spPr>
            <a:xfrm>
              <a:off x="1873396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7C01A546-B2FF-494D-8F76-66B6DEB47F09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1467F4A8-28E4-4E6B-AFB1-A1017953BC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7117F8B9-7D36-42A6-8042-C3B17E3A6D90}"/>
                </a:ext>
              </a:extLst>
            </p:cNvPr>
            <p:cNvSpPr/>
            <p:nvPr/>
          </p:nvSpPr>
          <p:spPr>
            <a:xfrm>
              <a:off x="1873396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271C40B4-005C-4457-B648-4E6C3E4F2E9B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097A7FD5-20B4-4031-B5E1-E082EECBA7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857F4CE6-02EE-453D-B32A-BF8E286F08ED}"/>
                </a:ext>
              </a:extLst>
            </p:cNvPr>
            <p:cNvSpPr/>
            <p:nvPr/>
          </p:nvSpPr>
          <p:spPr>
            <a:xfrm>
              <a:off x="1873396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B8821ECA-7119-4385-9A89-E13F81BF3C95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28B7044D-95F8-4CC3-A0D9-BD9DC71E50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9F74972A-E9AA-4354-9201-5C87E91BE8E5}"/>
                </a:ext>
              </a:extLst>
            </p:cNvPr>
            <p:cNvSpPr/>
            <p:nvPr/>
          </p:nvSpPr>
          <p:spPr>
            <a:xfrm>
              <a:off x="1873396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601DB055-0D9D-47A8-8858-6FBEFFAFE55B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C7CA47DC-4823-411B-88DF-8162FA4E47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E70AC264-C241-4758-B9D7-ECF34C70FFE1}"/>
                </a:ext>
              </a:extLst>
            </p:cNvPr>
            <p:cNvSpPr/>
            <p:nvPr/>
          </p:nvSpPr>
          <p:spPr>
            <a:xfrm>
              <a:off x="1873396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B1F27598-F0F6-4201-8C41-64BC19C9E27F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50904540-A448-448F-A7C0-292797CF80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48B417D8-4A78-4F60-9E71-14163448D825}"/>
                </a:ext>
              </a:extLst>
            </p:cNvPr>
            <p:cNvSpPr/>
            <p:nvPr/>
          </p:nvSpPr>
          <p:spPr>
            <a:xfrm>
              <a:off x="1136818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5EFAAA5E-C716-455D-B0C0-B7E48089B7E7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25BDAD4-33EA-4FC0-86B3-E2FECF11D2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D0D68FF5-5C16-48EC-9121-25645DF3E0B4}"/>
                </a:ext>
              </a:extLst>
            </p:cNvPr>
            <p:cNvSpPr/>
            <p:nvPr/>
          </p:nvSpPr>
          <p:spPr>
            <a:xfrm>
              <a:off x="1136818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099BB4A0-C849-40F3-B5BF-358080F5BBF9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55780448-6BF2-4532-B134-D001FFFB86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AC5F2C41-74A3-4E41-BDD7-D4BF13C7FAB5}"/>
                </a:ext>
              </a:extLst>
            </p:cNvPr>
            <p:cNvSpPr/>
            <p:nvPr/>
          </p:nvSpPr>
          <p:spPr>
            <a:xfrm>
              <a:off x="1136818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22B3E289-7617-4367-9AE5-BFD395D492EA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5C16CC7E-FCEF-490C-AEFC-DF84ABE53C2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40B7C19A-D08A-46AA-BA27-AF5A045FBF7D}"/>
                </a:ext>
              </a:extLst>
            </p:cNvPr>
            <p:cNvSpPr/>
            <p:nvPr/>
          </p:nvSpPr>
          <p:spPr>
            <a:xfrm>
              <a:off x="1136818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A28BA6DB-B3D1-4E68-9A7E-B85B081316C9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3CA41D85-CBB1-4DBA-B340-DE946EDB97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704F1109-E045-4AB1-8082-D33DFCFF0D49}"/>
                </a:ext>
              </a:extLst>
            </p:cNvPr>
            <p:cNvSpPr/>
            <p:nvPr/>
          </p:nvSpPr>
          <p:spPr>
            <a:xfrm>
              <a:off x="1136818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E64FD892-9D8C-4EA4-A9F4-DC48A4339C6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5734E245-2AA8-4758-ADCC-18126BF4DA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9B42DCBF-91BB-42DF-BFA8-2F816ABC2A28}"/>
                </a:ext>
              </a:extLst>
            </p:cNvPr>
            <p:cNvSpPr/>
            <p:nvPr/>
          </p:nvSpPr>
          <p:spPr>
            <a:xfrm>
              <a:off x="4083133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FA4B5768-D980-4871-8C66-57068F914DB9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FEC3314-776F-471C-AB36-C0D6E75C32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C154E02C-98A6-41EF-9786-607FC28504BB}"/>
                </a:ext>
              </a:extLst>
            </p:cNvPr>
            <p:cNvSpPr/>
            <p:nvPr/>
          </p:nvSpPr>
          <p:spPr>
            <a:xfrm>
              <a:off x="4083133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6672D30C-8066-45DC-855F-F5DF0E665B1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BC368ED6-B85A-462F-9953-BDEC2112DF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8D13E8D9-64CA-4A42-855E-ED32F4CE046B}"/>
                </a:ext>
              </a:extLst>
            </p:cNvPr>
            <p:cNvSpPr/>
            <p:nvPr/>
          </p:nvSpPr>
          <p:spPr>
            <a:xfrm>
              <a:off x="4083133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242DE613-8C6A-4001-84C4-415E9C757279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5B68060-B27B-4817-A824-236083E34F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2DF46E4B-79AE-4D25-822C-D8B88C10AD1E}"/>
                </a:ext>
              </a:extLst>
            </p:cNvPr>
            <p:cNvSpPr/>
            <p:nvPr/>
          </p:nvSpPr>
          <p:spPr>
            <a:xfrm>
              <a:off x="4083133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519B3AEF-3026-4AFF-AA64-768ECC0063C5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9AA23218-80A5-4DEE-82F0-E221FD9B699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FA8641DC-D5BF-43B5-A6D6-6552DF989268}"/>
                </a:ext>
              </a:extLst>
            </p:cNvPr>
            <p:cNvSpPr/>
            <p:nvPr/>
          </p:nvSpPr>
          <p:spPr>
            <a:xfrm>
              <a:off x="4083133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6842D3F5-AFB4-4691-B7D7-1A68A73A747C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E0EE5B42-9361-466C-8D4D-0F060C12F0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1C81F5E1-F140-430D-9CA9-3E7F1B804EBB}"/>
                </a:ext>
              </a:extLst>
            </p:cNvPr>
            <p:cNvSpPr/>
            <p:nvPr/>
          </p:nvSpPr>
          <p:spPr>
            <a:xfrm>
              <a:off x="3346554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321D4DF5-3C17-44DB-9510-3DB736D9E737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7867DF0A-4160-4121-84EB-B13DE903F7F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C8482F5F-D15E-45EC-A377-836C7AE4BE60}"/>
                </a:ext>
              </a:extLst>
            </p:cNvPr>
            <p:cNvSpPr/>
            <p:nvPr/>
          </p:nvSpPr>
          <p:spPr>
            <a:xfrm>
              <a:off x="3346554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37B253CC-05BD-49DA-A2BA-6FA1481193C3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B82367A0-B657-43D4-9D3E-C518566ABA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5A03669C-FBEA-4D21-BE0B-61A3315A1D48}"/>
                </a:ext>
              </a:extLst>
            </p:cNvPr>
            <p:cNvSpPr/>
            <p:nvPr/>
          </p:nvSpPr>
          <p:spPr>
            <a:xfrm>
              <a:off x="3346554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D8A8BD85-DF3B-4A55-9B4C-AA01E9AE7FED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FF65CAF3-A04C-4694-B71F-251CCAC130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B6A3248B-4DEA-4CB1-9E4E-43BC41371DAD}"/>
                </a:ext>
              </a:extLst>
            </p:cNvPr>
            <p:cNvSpPr/>
            <p:nvPr/>
          </p:nvSpPr>
          <p:spPr>
            <a:xfrm>
              <a:off x="3346554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84CED549-E09F-4B7D-BA45-6DCF4A714756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30C5F621-AE5D-4CD1-AC6B-A383D25C3AE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50CA22DA-DF4D-44DF-873E-D2DEDA9B64C5}"/>
                </a:ext>
              </a:extLst>
            </p:cNvPr>
            <p:cNvSpPr/>
            <p:nvPr/>
          </p:nvSpPr>
          <p:spPr>
            <a:xfrm>
              <a:off x="3346554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F3214E86-3FA6-46C7-A47D-0AF3D5EA2BFC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1EA8C35F-132F-43BC-94A2-BAA60C3132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F457D0B-6A9E-4B4E-AD3A-04CBDF4AD475}"/>
                </a:ext>
              </a:extLst>
            </p:cNvPr>
            <p:cNvSpPr/>
            <p:nvPr/>
          </p:nvSpPr>
          <p:spPr>
            <a:xfrm>
              <a:off x="922366" y="2062334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250638AF-08AF-4D88-B4BF-D915BB2C7F39}"/>
                </a:ext>
              </a:extLst>
            </p:cNvPr>
            <p:cNvSpPr/>
            <p:nvPr/>
          </p:nvSpPr>
          <p:spPr>
            <a:xfrm>
              <a:off x="3080089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6299DB30-F351-41DA-94EF-A93493FFB68E}"/>
                </a:ext>
              </a:extLst>
            </p:cNvPr>
            <p:cNvSpPr/>
            <p:nvPr/>
          </p:nvSpPr>
          <p:spPr>
            <a:xfrm>
              <a:off x="3080089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BA6C18F-06E4-4E82-A3BE-38803E7B164A}"/>
                </a:ext>
              </a:extLst>
            </p:cNvPr>
            <p:cNvSpPr/>
            <p:nvPr/>
          </p:nvSpPr>
          <p:spPr>
            <a:xfrm>
              <a:off x="3080089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39608A45-ABE1-4A2A-8C92-15248DB6CC1C}"/>
                </a:ext>
              </a:extLst>
            </p:cNvPr>
            <p:cNvSpPr/>
            <p:nvPr/>
          </p:nvSpPr>
          <p:spPr>
            <a:xfrm>
              <a:off x="3080089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96D9927-179A-41A7-B547-AB2CFA8515BE}"/>
                </a:ext>
              </a:extLst>
            </p:cNvPr>
            <p:cNvSpPr/>
            <p:nvPr/>
          </p:nvSpPr>
          <p:spPr>
            <a:xfrm>
              <a:off x="3080089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15EE8F7C-553B-4686-B1D6-9518F7DB8552}"/>
                </a:ext>
              </a:extLst>
            </p:cNvPr>
            <p:cNvSpPr/>
            <p:nvPr/>
          </p:nvSpPr>
          <p:spPr>
            <a:xfrm>
              <a:off x="3800160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C4775868-4B9D-4656-8012-11CB65ECDF71}"/>
                </a:ext>
              </a:extLst>
            </p:cNvPr>
            <p:cNvSpPr/>
            <p:nvPr/>
          </p:nvSpPr>
          <p:spPr>
            <a:xfrm>
              <a:off x="3800160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62153B16-4130-42A3-974C-E97E61DE8BE2}"/>
                </a:ext>
              </a:extLst>
            </p:cNvPr>
            <p:cNvSpPr/>
            <p:nvPr/>
          </p:nvSpPr>
          <p:spPr>
            <a:xfrm>
              <a:off x="3800160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AAB37550-87C1-44FF-8493-87A1235E0AC5}"/>
                </a:ext>
              </a:extLst>
            </p:cNvPr>
            <p:cNvSpPr/>
            <p:nvPr/>
          </p:nvSpPr>
          <p:spPr>
            <a:xfrm>
              <a:off x="3800160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474256D-411F-42AC-A849-032DE549F4F8}"/>
                </a:ext>
              </a:extLst>
            </p:cNvPr>
            <p:cNvSpPr/>
            <p:nvPr/>
          </p:nvSpPr>
          <p:spPr>
            <a:xfrm>
              <a:off x="3800160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3F0D45A-2681-49B4-BBEE-54673891451B}"/>
                </a:ext>
              </a:extLst>
            </p:cNvPr>
            <p:cNvSpPr/>
            <p:nvPr/>
          </p:nvSpPr>
          <p:spPr>
            <a:xfrm>
              <a:off x="1657105" y="217456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EEB4C99-48C3-40DD-B64A-86774568CD2C}"/>
                </a:ext>
              </a:extLst>
            </p:cNvPr>
            <p:cNvSpPr/>
            <p:nvPr/>
          </p:nvSpPr>
          <p:spPr>
            <a:xfrm>
              <a:off x="1657105" y="2701179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B23E635C-43C4-4E13-BF00-8986052B2FBE}"/>
                </a:ext>
              </a:extLst>
            </p:cNvPr>
            <p:cNvSpPr/>
            <p:nvPr/>
          </p:nvSpPr>
          <p:spPr>
            <a:xfrm>
              <a:off x="1657105" y="322779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96CDA699-C0A6-4D7D-81B7-29651189C13B}"/>
                </a:ext>
              </a:extLst>
            </p:cNvPr>
            <p:cNvSpPr/>
            <p:nvPr/>
          </p:nvSpPr>
          <p:spPr>
            <a:xfrm>
              <a:off x="1657105" y="375441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D01834D7-A7DF-4B15-98B1-4C5225114FFE}"/>
                </a:ext>
              </a:extLst>
            </p:cNvPr>
            <p:cNvSpPr/>
            <p:nvPr/>
          </p:nvSpPr>
          <p:spPr>
            <a:xfrm>
              <a:off x="1657105" y="428103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36A64FD0-41F7-4AEF-9B6F-76BCA1573866}"/>
                </a:ext>
              </a:extLst>
            </p:cNvPr>
            <p:cNvSpPr/>
            <p:nvPr/>
          </p:nvSpPr>
          <p:spPr>
            <a:xfrm>
              <a:off x="2371809" y="21589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5" name="椭圆 304">
              <a:extLst>
                <a:ext uri="{FF2B5EF4-FFF2-40B4-BE49-F238E27FC236}">
                  <a16:creationId xmlns:a16="http://schemas.microsoft.com/office/drawing/2014/main" id="{A6587C73-320D-466A-BC62-7EE4C2149D0A}"/>
                </a:ext>
              </a:extLst>
            </p:cNvPr>
            <p:cNvSpPr/>
            <p:nvPr/>
          </p:nvSpPr>
          <p:spPr>
            <a:xfrm>
              <a:off x="2371809" y="26855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7FEDF309-88F9-4293-B2B2-0D956E527758}"/>
                </a:ext>
              </a:extLst>
            </p:cNvPr>
            <p:cNvSpPr/>
            <p:nvPr/>
          </p:nvSpPr>
          <p:spPr>
            <a:xfrm>
              <a:off x="2371809" y="32121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7" name="椭圆 306">
              <a:extLst>
                <a:ext uri="{FF2B5EF4-FFF2-40B4-BE49-F238E27FC236}">
                  <a16:creationId xmlns:a16="http://schemas.microsoft.com/office/drawing/2014/main" id="{545D0909-8759-4B57-BD90-922A6661CF22}"/>
                </a:ext>
              </a:extLst>
            </p:cNvPr>
            <p:cNvSpPr/>
            <p:nvPr/>
          </p:nvSpPr>
          <p:spPr>
            <a:xfrm>
              <a:off x="2371809" y="37387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58A9D0C0-7A1F-4F9B-86E3-AD9D967FA757}"/>
                </a:ext>
              </a:extLst>
            </p:cNvPr>
            <p:cNvSpPr/>
            <p:nvPr/>
          </p:nvSpPr>
          <p:spPr>
            <a:xfrm>
              <a:off x="2371809" y="42653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9ED875B2-8DF4-4C19-887D-4235EAB7EC86}"/>
                </a:ext>
              </a:extLst>
            </p:cNvPr>
            <p:cNvSpPr txBox="1"/>
            <p:nvPr/>
          </p:nvSpPr>
          <p:spPr>
            <a:xfrm>
              <a:off x="2057787" y="5007876"/>
              <a:ext cx="2372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4727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EB74D66B-8C40-4672-99E5-878B71A4AB65}"/>
              </a:ext>
            </a:extLst>
          </p:cNvPr>
          <p:cNvGrpSpPr/>
          <p:nvPr/>
        </p:nvGrpSpPr>
        <p:grpSpPr>
          <a:xfrm>
            <a:off x="6082023" y="2062505"/>
            <a:ext cx="4572278" cy="3591530"/>
            <a:chOff x="6390787" y="2062505"/>
            <a:chExt cx="4572278" cy="3591530"/>
          </a:xfrm>
        </p:grpSpPr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1D06A9B2-A0A8-4530-8487-9A9BB72FFD1D}"/>
                </a:ext>
              </a:extLst>
            </p:cNvPr>
            <p:cNvSpPr/>
            <p:nvPr/>
          </p:nvSpPr>
          <p:spPr>
            <a:xfrm>
              <a:off x="64555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2FE02E8-3C83-4099-99ED-93C8F0768798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E357154D-8EAE-4130-A60B-04069A5AE1EF}"/>
                </a:ext>
              </a:extLst>
            </p:cNvPr>
            <p:cNvSpPr/>
            <p:nvPr/>
          </p:nvSpPr>
          <p:spPr>
            <a:xfrm>
              <a:off x="64555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3D20CB4B-0BB7-4CD9-9AF7-56760AA312DD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AF99D751-4421-4C12-889A-461AC62DAF77}"/>
                </a:ext>
              </a:extLst>
            </p:cNvPr>
            <p:cNvSpPr/>
            <p:nvPr/>
          </p:nvSpPr>
          <p:spPr>
            <a:xfrm>
              <a:off x="64555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112AACDE-EC0D-45AC-8877-BADB3774AE2B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6C790B0B-BF8E-4DDA-88B1-7AF728EFAB79}"/>
                </a:ext>
              </a:extLst>
            </p:cNvPr>
            <p:cNvSpPr/>
            <p:nvPr/>
          </p:nvSpPr>
          <p:spPr>
            <a:xfrm>
              <a:off x="64555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18A15910-1BB0-46C4-A52F-FE44CBA2F937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46904A3B-DABA-40B3-BCB6-4312B88C8A02}"/>
                </a:ext>
              </a:extLst>
            </p:cNvPr>
            <p:cNvSpPr/>
            <p:nvPr/>
          </p:nvSpPr>
          <p:spPr>
            <a:xfrm>
              <a:off x="64555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3376F9D3-28B4-4DE3-9B37-D3792FD46BA0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A6F303E8-48CD-40FF-B978-34B66553D70D}"/>
                </a:ext>
              </a:extLst>
            </p:cNvPr>
            <p:cNvSpPr/>
            <p:nvPr/>
          </p:nvSpPr>
          <p:spPr>
            <a:xfrm>
              <a:off x="719216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E56BDBF0-9ABE-4662-A2D3-CF3EB653C4C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1EF57DB7-4D21-48EB-911B-BDA7793D878A}"/>
                </a:ext>
              </a:extLst>
            </p:cNvPr>
            <p:cNvSpPr/>
            <p:nvPr/>
          </p:nvSpPr>
          <p:spPr>
            <a:xfrm>
              <a:off x="719216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1C5B842C-6F9B-429B-A682-38743BC41BE8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6C667F52-7662-4FF2-B3A2-D660B866D68A}"/>
                </a:ext>
              </a:extLst>
            </p:cNvPr>
            <p:cNvSpPr/>
            <p:nvPr/>
          </p:nvSpPr>
          <p:spPr>
            <a:xfrm>
              <a:off x="719216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05269CBA-C409-4881-9968-ACAC4B35347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8E729625-F252-43EA-A4EB-508F8A649187}"/>
                </a:ext>
              </a:extLst>
            </p:cNvPr>
            <p:cNvSpPr/>
            <p:nvPr/>
          </p:nvSpPr>
          <p:spPr>
            <a:xfrm>
              <a:off x="719216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A36C45D7-E74C-489E-BA9C-09832D6C79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B32BB048-6963-4A0C-B2DB-F8D038A684F0}"/>
                </a:ext>
              </a:extLst>
            </p:cNvPr>
            <p:cNvSpPr/>
            <p:nvPr/>
          </p:nvSpPr>
          <p:spPr>
            <a:xfrm>
              <a:off x="719216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0AD3FFA0-6D7F-41AA-9584-119B01CF1361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9CA28AF3-05E3-4400-8B59-376D4808FE30}"/>
                </a:ext>
              </a:extLst>
            </p:cNvPr>
            <p:cNvSpPr/>
            <p:nvPr/>
          </p:nvSpPr>
          <p:spPr>
            <a:xfrm>
              <a:off x="792874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A5B43BB4-4541-42B8-8E8F-D8789BA3F637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252A74B8-658E-4BAE-8169-3A8C0366A20F}"/>
                </a:ext>
              </a:extLst>
            </p:cNvPr>
            <p:cNvSpPr/>
            <p:nvPr/>
          </p:nvSpPr>
          <p:spPr>
            <a:xfrm>
              <a:off x="792874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7AD281CE-4BF5-4EFB-A8C6-4FDA96FC1889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椭圆 328">
              <a:extLst>
                <a:ext uri="{FF2B5EF4-FFF2-40B4-BE49-F238E27FC236}">
                  <a16:creationId xmlns:a16="http://schemas.microsoft.com/office/drawing/2014/main" id="{FB3B34A8-7394-458E-B138-DBED5595BDB0}"/>
                </a:ext>
              </a:extLst>
            </p:cNvPr>
            <p:cNvSpPr/>
            <p:nvPr/>
          </p:nvSpPr>
          <p:spPr>
            <a:xfrm>
              <a:off x="792874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BD540178-CC0B-4C7A-9854-8D5CDA0303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4980E62B-23BD-4839-AA1F-50C5FC199386}"/>
                </a:ext>
              </a:extLst>
            </p:cNvPr>
            <p:cNvSpPr/>
            <p:nvPr/>
          </p:nvSpPr>
          <p:spPr>
            <a:xfrm>
              <a:off x="792874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DC89CD6D-B364-476B-AC6F-27AC620DD0A1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0A422879-9DF7-4386-A1EB-DBA7856DD4F1}"/>
                </a:ext>
              </a:extLst>
            </p:cNvPr>
            <p:cNvSpPr/>
            <p:nvPr/>
          </p:nvSpPr>
          <p:spPr>
            <a:xfrm>
              <a:off x="792874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53F1C802-D382-4D1B-85D6-C53DCEF4BCBC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A8F042B3-B0A5-4AF6-BA4B-72254FD77C13}"/>
                </a:ext>
              </a:extLst>
            </p:cNvPr>
            <p:cNvSpPr/>
            <p:nvPr/>
          </p:nvSpPr>
          <p:spPr>
            <a:xfrm>
              <a:off x="8665327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393EF4D6-A197-4B09-8EC5-844AC9803A52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05556768-61C1-4A09-A9B9-CB3BEA0BEC23}"/>
                </a:ext>
              </a:extLst>
            </p:cNvPr>
            <p:cNvSpPr/>
            <p:nvPr/>
          </p:nvSpPr>
          <p:spPr>
            <a:xfrm>
              <a:off x="8665327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5DD72E3F-05EE-4FA5-9FEB-B539932F30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椭圆 338">
              <a:extLst>
                <a:ext uri="{FF2B5EF4-FFF2-40B4-BE49-F238E27FC236}">
                  <a16:creationId xmlns:a16="http://schemas.microsoft.com/office/drawing/2014/main" id="{B391463C-1890-449F-9F86-18DDEE8D5E4E}"/>
                </a:ext>
              </a:extLst>
            </p:cNvPr>
            <p:cNvSpPr/>
            <p:nvPr/>
          </p:nvSpPr>
          <p:spPr>
            <a:xfrm>
              <a:off x="8665327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2B2DE00B-8864-4106-AA99-84CD85E1C728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A1A173DF-997B-4473-8C63-6C806FB151D8}"/>
                </a:ext>
              </a:extLst>
            </p:cNvPr>
            <p:cNvSpPr/>
            <p:nvPr/>
          </p:nvSpPr>
          <p:spPr>
            <a:xfrm>
              <a:off x="8665327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68BE4FF6-C266-44E1-B1E4-4BD203FACD83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BE8512C5-343F-45E1-A76B-CD68CA794B4E}"/>
                </a:ext>
              </a:extLst>
            </p:cNvPr>
            <p:cNvSpPr/>
            <p:nvPr/>
          </p:nvSpPr>
          <p:spPr>
            <a:xfrm>
              <a:off x="8665327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485EFA2E-BE5B-4719-BF98-D9288420834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622FE5AE-A677-4886-928C-180091FAAAD3}"/>
                </a:ext>
              </a:extLst>
            </p:cNvPr>
            <p:cNvSpPr/>
            <p:nvPr/>
          </p:nvSpPr>
          <p:spPr>
            <a:xfrm>
              <a:off x="9401905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4D0F0B6D-2DEB-43A3-9A94-5C339FC68B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D085B814-C423-408F-B6B4-BBE1E050D157}"/>
                </a:ext>
              </a:extLst>
            </p:cNvPr>
            <p:cNvSpPr/>
            <p:nvPr/>
          </p:nvSpPr>
          <p:spPr>
            <a:xfrm>
              <a:off x="9401905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60602CBE-B045-43AB-B166-2445956CE2C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22E168CA-EA0A-4A46-B6AF-5CFAC88AF58F}"/>
                </a:ext>
              </a:extLst>
            </p:cNvPr>
            <p:cNvSpPr/>
            <p:nvPr/>
          </p:nvSpPr>
          <p:spPr>
            <a:xfrm>
              <a:off x="9401905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CAAD3036-6288-42F9-9056-B316DC87F0F3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3C78F536-7516-4FCE-85CB-CB61E6F586D4}"/>
                </a:ext>
              </a:extLst>
            </p:cNvPr>
            <p:cNvSpPr/>
            <p:nvPr/>
          </p:nvSpPr>
          <p:spPr>
            <a:xfrm>
              <a:off x="9401905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FD5A4A25-3152-4973-8CE5-CB86BC20CC4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66B36E3E-D577-44F8-8610-34BAD29605D7}"/>
                </a:ext>
              </a:extLst>
            </p:cNvPr>
            <p:cNvSpPr/>
            <p:nvPr/>
          </p:nvSpPr>
          <p:spPr>
            <a:xfrm>
              <a:off x="9401905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350189D6-CB37-4ABC-B04C-BD1C0940F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2A91A3B3-D36B-4491-9DCD-94E858E99D5B}"/>
                </a:ext>
              </a:extLst>
            </p:cNvPr>
            <p:cNvSpPr/>
            <p:nvPr/>
          </p:nvSpPr>
          <p:spPr>
            <a:xfrm>
              <a:off x="101384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D1A54F1E-F8BE-4C7A-9FF8-FC02347D3317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604D10A3-5986-4E2A-A21B-EBEA3006E5AC}"/>
                </a:ext>
              </a:extLst>
            </p:cNvPr>
            <p:cNvSpPr/>
            <p:nvPr/>
          </p:nvSpPr>
          <p:spPr>
            <a:xfrm>
              <a:off x="101384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E4BBAC92-D90C-444B-A5B6-75DEC23F80E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F882B208-830C-4868-B562-4045D7958190}"/>
                </a:ext>
              </a:extLst>
            </p:cNvPr>
            <p:cNvSpPr/>
            <p:nvPr/>
          </p:nvSpPr>
          <p:spPr>
            <a:xfrm>
              <a:off x="101384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83AF6135-AFEB-4515-9477-F84FE603D2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8F3EA544-3916-4DD9-9EB2-F04D178CF254}"/>
                </a:ext>
              </a:extLst>
            </p:cNvPr>
            <p:cNvSpPr/>
            <p:nvPr/>
          </p:nvSpPr>
          <p:spPr>
            <a:xfrm>
              <a:off x="101384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9974EC8C-BD3F-4E45-B039-C6ED26B6F3B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AEC9B004-02FF-4744-9B0D-D86F03853A5C}"/>
                </a:ext>
              </a:extLst>
            </p:cNvPr>
            <p:cNvSpPr/>
            <p:nvPr/>
          </p:nvSpPr>
          <p:spPr>
            <a:xfrm>
              <a:off x="101384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D88DCF74-743A-4F5F-8A55-AAFB51B9BB2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BB375216-BEC1-4280-9E94-C113FEF1CEC3}"/>
                </a:ext>
              </a:extLst>
            </p:cNvPr>
            <p:cNvSpPr/>
            <p:nvPr/>
          </p:nvSpPr>
          <p:spPr>
            <a:xfrm>
              <a:off x="8446573" y="217253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AC88F9CC-298B-4A81-90A0-E03ADA21BC32}"/>
                </a:ext>
              </a:extLst>
            </p:cNvPr>
            <p:cNvSpPr/>
            <p:nvPr/>
          </p:nvSpPr>
          <p:spPr>
            <a:xfrm>
              <a:off x="8446573" y="2699149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96D98E92-FF75-4C2D-9306-298982EB8D05}"/>
                </a:ext>
              </a:extLst>
            </p:cNvPr>
            <p:cNvSpPr/>
            <p:nvPr/>
          </p:nvSpPr>
          <p:spPr>
            <a:xfrm>
              <a:off x="8446573" y="322576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474601AB-B7E8-42F0-8A07-45A707E714B8}"/>
                </a:ext>
              </a:extLst>
            </p:cNvPr>
            <p:cNvSpPr/>
            <p:nvPr/>
          </p:nvSpPr>
          <p:spPr>
            <a:xfrm>
              <a:off x="8446573" y="375238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7631D859-D41B-40C7-99CE-32F0E80A92D0}"/>
                </a:ext>
              </a:extLst>
            </p:cNvPr>
            <p:cNvSpPr/>
            <p:nvPr/>
          </p:nvSpPr>
          <p:spPr>
            <a:xfrm>
              <a:off x="8446573" y="427900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A5282EE0-A9B3-4A7A-B1BC-FF0AFA3C0485}"/>
                </a:ext>
              </a:extLst>
            </p:cNvPr>
            <p:cNvSpPr/>
            <p:nvPr/>
          </p:nvSpPr>
          <p:spPr>
            <a:xfrm>
              <a:off x="9162306" y="215481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87C6B4B0-E871-4714-911F-F980C3F4FCC6}"/>
                </a:ext>
              </a:extLst>
            </p:cNvPr>
            <p:cNvSpPr/>
            <p:nvPr/>
          </p:nvSpPr>
          <p:spPr>
            <a:xfrm>
              <a:off x="9162306" y="268143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132F689F-13D6-454D-A7B2-257BF60E9D5A}"/>
                </a:ext>
              </a:extLst>
            </p:cNvPr>
            <p:cNvSpPr/>
            <p:nvPr/>
          </p:nvSpPr>
          <p:spPr>
            <a:xfrm>
              <a:off x="9162306" y="320805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8C35F3C9-F00C-4AE4-BA7C-31598BA887DA}"/>
                </a:ext>
              </a:extLst>
            </p:cNvPr>
            <p:cNvSpPr/>
            <p:nvPr/>
          </p:nvSpPr>
          <p:spPr>
            <a:xfrm>
              <a:off x="9162306" y="373467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89E5CC6E-BE52-48C1-A1A9-20493393EA27}"/>
                </a:ext>
              </a:extLst>
            </p:cNvPr>
            <p:cNvSpPr/>
            <p:nvPr/>
          </p:nvSpPr>
          <p:spPr>
            <a:xfrm>
              <a:off x="9162306" y="42612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85503E4F-6100-4C9B-992F-212ACDEB9847}"/>
                </a:ext>
              </a:extLst>
            </p:cNvPr>
            <p:cNvSpPr/>
            <p:nvPr/>
          </p:nvSpPr>
          <p:spPr>
            <a:xfrm>
              <a:off x="10602905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BB6FBD96-57E6-4374-8DDC-7335924B9834}"/>
                </a:ext>
              </a:extLst>
            </p:cNvPr>
            <p:cNvSpPr/>
            <p:nvPr/>
          </p:nvSpPr>
          <p:spPr>
            <a:xfrm>
              <a:off x="10602905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31434899-D061-473F-A311-B6218064A9B9}"/>
                </a:ext>
              </a:extLst>
            </p:cNvPr>
            <p:cNvSpPr/>
            <p:nvPr/>
          </p:nvSpPr>
          <p:spPr>
            <a:xfrm>
              <a:off x="10602905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11EDFA1B-A56B-4100-A673-9F2DA8A055C3}"/>
                </a:ext>
              </a:extLst>
            </p:cNvPr>
            <p:cNvSpPr/>
            <p:nvPr/>
          </p:nvSpPr>
          <p:spPr>
            <a:xfrm>
              <a:off x="10602905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4CE4ED42-9290-45F4-8D0E-BE9D9C096DEA}"/>
                </a:ext>
              </a:extLst>
            </p:cNvPr>
            <p:cNvSpPr/>
            <p:nvPr/>
          </p:nvSpPr>
          <p:spPr>
            <a:xfrm>
              <a:off x="10602905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0E471A09-C581-4121-BD8D-530BE68ED5AD}"/>
                </a:ext>
              </a:extLst>
            </p:cNvPr>
            <p:cNvSpPr/>
            <p:nvPr/>
          </p:nvSpPr>
          <p:spPr>
            <a:xfrm>
              <a:off x="9919281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3C2055E6-868C-4D38-9EBF-B01029DFDE0F}"/>
                </a:ext>
              </a:extLst>
            </p:cNvPr>
            <p:cNvSpPr/>
            <p:nvPr/>
          </p:nvSpPr>
          <p:spPr>
            <a:xfrm>
              <a:off x="9919281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27C25520-1855-4FE6-A22E-D133B7A99E6A}"/>
                </a:ext>
              </a:extLst>
            </p:cNvPr>
            <p:cNvSpPr/>
            <p:nvPr/>
          </p:nvSpPr>
          <p:spPr>
            <a:xfrm>
              <a:off x="9919281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C77F6946-263B-43C0-8072-650A42EDB9CD}"/>
                </a:ext>
              </a:extLst>
            </p:cNvPr>
            <p:cNvSpPr/>
            <p:nvPr/>
          </p:nvSpPr>
          <p:spPr>
            <a:xfrm>
              <a:off x="9919281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6B501FC1-E587-4C2E-A771-FE9AF99EBB24}"/>
                </a:ext>
              </a:extLst>
            </p:cNvPr>
            <p:cNvSpPr/>
            <p:nvPr/>
          </p:nvSpPr>
          <p:spPr>
            <a:xfrm>
              <a:off x="9919281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4FBEBB2-182C-4899-824D-CAF04A6F296F}"/>
                </a:ext>
              </a:extLst>
            </p:cNvPr>
            <p:cNvSpPr/>
            <p:nvPr/>
          </p:nvSpPr>
          <p:spPr>
            <a:xfrm>
              <a:off x="6390787" y="2062505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D7F78157-37DF-4AE5-BA01-DC1ECC7AE89F}"/>
                </a:ext>
              </a:extLst>
            </p:cNvPr>
            <p:cNvSpPr txBox="1"/>
            <p:nvPr/>
          </p:nvSpPr>
          <p:spPr>
            <a:xfrm>
              <a:off x="7432939" y="5007704"/>
              <a:ext cx="2303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grpSp>
        <p:nvGrpSpPr>
          <p:cNvPr id="398" name="组合 397">
            <a:extLst>
              <a:ext uri="{FF2B5EF4-FFF2-40B4-BE49-F238E27FC236}">
                <a16:creationId xmlns:a16="http://schemas.microsoft.com/office/drawing/2014/main" id="{B01B0109-85C7-4FDD-BEAD-34838EBF89E9}"/>
              </a:ext>
            </a:extLst>
          </p:cNvPr>
          <p:cNvGrpSpPr/>
          <p:nvPr/>
        </p:nvGrpSpPr>
        <p:grpSpPr>
          <a:xfrm>
            <a:off x="1523722" y="2062334"/>
            <a:ext cx="4572278" cy="3591873"/>
            <a:chOff x="922366" y="2062334"/>
            <a:chExt cx="4572278" cy="3591873"/>
          </a:xfrm>
        </p:grpSpPr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A5EE4EC4-6827-4040-AA34-DA1C1E52D2E3}"/>
                </a:ext>
              </a:extLst>
            </p:cNvPr>
            <p:cNvSpPr/>
            <p:nvPr/>
          </p:nvSpPr>
          <p:spPr>
            <a:xfrm>
              <a:off x="4819711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BCE24FBE-0778-4508-872D-22C70D97FA1C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0C67EBEF-85C8-4DD4-A789-3DE2922BC7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1312DE62-713F-45E6-B09B-2229F17B3751}"/>
                </a:ext>
              </a:extLst>
            </p:cNvPr>
            <p:cNvSpPr/>
            <p:nvPr/>
          </p:nvSpPr>
          <p:spPr>
            <a:xfrm>
              <a:off x="4819711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80AE5AD5-A9CB-4649-BEB2-FB02F8E2DA09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DDEF51D1-193B-44FB-9484-11000599C0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5" name="椭圆 404">
              <a:extLst>
                <a:ext uri="{FF2B5EF4-FFF2-40B4-BE49-F238E27FC236}">
                  <a16:creationId xmlns:a16="http://schemas.microsoft.com/office/drawing/2014/main" id="{80DDDC1E-4400-4103-83A1-85FA1017C697}"/>
                </a:ext>
              </a:extLst>
            </p:cNvPr>
            <p:cNvSpPr/>
            <p:nvPr/>
          </p:nvSpPr>
          <p:spPr>
            <a:xfrm>
              <a:off x="4819711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CBFAE977-30DD-4CDB-981B-850925881D68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D08423FF-938E-42CB-A244-F78582463A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F1151AF0-85D1-4F17-98CC-856847CEDD3D}"/>
                </a:ext>
              </a:extLst>
            </p:cNvPr>
            <p:cNvSpPr/>
            <p:nvPr/>
          </p:nvSpPr>
          <p:spPr>
            <a:xfrm>
              <a:off x="4819711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261260F1-FD0E-43E6-9D06-19D5686938E5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076FC1A7-227A-445C-92EF-19343BDBE8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573EC5F4-089D-4C83-89CB-0EDC1A21900D}"/>
                </a:ext>
              </a:extLst>
            </p:cNvPr>
            <p:cNvSpPr/>
            <p:nvPr/>
          </p:nvSpPr>
          <p:spPr>
            <a:xfrm>
              <a:off x="4819711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9529928D-16B2-42C7-A42E-E91C140F0C73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EFB95EBC-16FF-4E7F-B1CA-9CC2F595E3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CCE813B0-7D0A-43AF-B67F-FF61C9F8B624}"/>
                </a:ext>
              </a:extLst>
            </p:cNvPr>
            <p:cNvSpPr/>
            <p:nvPr/>
          </p:nvSpPr>
          <p:spPr>
            <a:xfrm>
              <a:off x="2609975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C346A701-D001-4F94-8094-81F70260742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1E71AD12-5410-447A-A860-147194659E1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D192567B-D2FA-4ADF-9C4D-0813C4C80513}"/>
                </a:ext>
              </a:extLst>
            </p:cNvPr>
            <p:cNvSpPr/>
            <p:nvPr/>
          </p:nvSpPr>
          <p:spPr>
            <a:xfrm>
              <a:off x="2609975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813C0338-A88B-480A-9CFF-62D8EE01C17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9BB811D7-ACC0-4764-A221-283EA8B63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E3C427E7-E6DF-47C1-B95C-987F232EB9EA}"/>
                </a:ext>
              </a:extLst>
            </p:cNvPr>
            <p:cNvSpPr/>
            <p:nvPr/>
          </p:nvSpPr>
          <p:spPr>
            <a:xfrm>
              <a:off x="2609975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E71CF22E-DF1E-43CD-954A-3A2228E57E3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6093002B-3428-4370-94EC-A51BF983AD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54E2D38E-A56C-4FA9-BE95-4A4B1DEB1B7D}"/>
                </a:ext>
              </a:extLst>
            </p:cNvPr>
            <p:cNvSpPr/>
            <p:nvPr/>
          </p:nvSpPr>
          <p:spPr>
            <a:xfrm>
              <a:off x="2609975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C5FD1A30-FB84-432A-B742-5E9D495A67CF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209E719B-5281-4102-9993-FDA0A70E44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07F54171-A85A-43B2-88AE-68FE687CD833}"/>
                </a:ext>
              </a:extLst>
            </p:cNvPr>
            <p:cNvSpPr/>
            <p:nvPr/>
          </p:nvSpPr>
          <p:spPr>
            <a:xfrm>
              <a:off x="2609975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770A40A6-9BFC-4205-9CC1-5322AF77321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14D213E1-F90F-4A3B-850A-24FE21D541D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BED7082D-E489-497A-8CFA-A06D81413C86}"/>
                </a:ext>
              </a:extLst>
            </p:cNvPr>
            <p:cNvSpPr/>
            <p:nvPr/>
          </p:nvSpPr>
          <p:spPr>
            <a:xfrm>
              <a:off x="1873396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E9BC646-32CE-45C1-9B9B-D5245BDDC8EB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A97B30A4-2ADF-4027-899A-B418CD55D2D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CA7BB6B7-420C-4BC6-A78E-D531FBAF464A}"/>
                </a:ext>
              </a:extLst>
            </p:cNvPr>
            <p:cNvSpPr/>
            <p:nvPr/>
          </p:nvSpPr>
          <p:spPr>
            <a:xfrm>
              <a:off x="1873396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6B776C0B-826A-4D45-8A57-3DFCBB8F23E1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8AB98E3D-9E4E-4DBA-9513-66891B0544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5BE9A42F-6F16-4B3E-8A00-7728879665B9}"/>
                </a:ext>
              </a:extLst>
            </p:cNvPr>
            <p:cNvSpPr/>
            <p:nvPr/>
          </p:nvSpPr>
          <p:spPr>
            <a:xfrm>
              <a:off x="1873396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D610F762-1581-4103-8218-7A56796E2C2E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7486FE5B-AB34-46DF-82F9-EF02B57031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FB28DE81-2396-4975-9718-E680084286B9}"/>
                </a:ext>
              </a:extLst>
            </p:cNvPr>
            <p:cNvSpPr/>
            <p:nvPr/>
          </p:nvSpPr>
          <p:spPr>
            <a:xfrm>
              <a:off x="1873396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06113F6B-EEC8-4849-80CD-B3A0E2B791A5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FB7324B8-F832-4E0D-BAC4-60937624D71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81218DAE-135E-4547-ABC9-6C1A455A0A46}"/>
                </a:ext>
              </a:extLst>
            </p:cNvPr>
            <p:cNvSpPr/>
            <p:nvPr/>
          </p:nvSpPr>
          <p:spPr>
            <a:xfrm>
              <a:off x="1873396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927D4421-6E42-4AA4-93B4-197D6B62757C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ED067B23-73D8-457D-84E9-D148C0A207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F70247AC-A586-4CEF-9E87-24B1FFF6E24B}"/>
                </a:ext>
              </a:extLst>
            </p:cNvPr>
            <p:cNvSpPr/>
            <p:nvPr/>
          </p:nvSpPr>
          <p:spPr>
            <a:xfrm>
              <a:off x="1136818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E92512DF-83AB-44FF-B44A-09C697AA0B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34824396-0A17-47A1-BE77-534633FA7B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FA6FE9E7-B057-4370-B4AD-4CBA2D788C72}"/>
                </a:ext>
              </a:extLst>
            </p:cNvPr>
            <p:cNvSpPr/>
            <p:nvPr/>
          </p:nvSpPr>
          <p:spPr>
            <a:xfrm>
              <a:off x="1136818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43C77E04-6926-4961-A371-C3AB7BB7E07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23EEC849-F670-48C0-AF45-E9C4C2C7F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66371753-8D81-4C94-86C0-501650ADCA59}"/>
                </a:ext>
              </a:extLst>
            </p:cNvPr>
            <p:cNvSpPr/>
            <p:nvPr/>
          </p:nvSpPr>
          <p:spPr>
            <a:xfrm>
              <a:off x="1136818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0D9637D7-9D02-4159-94E8-55B7F9985C0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C6ED3F4D-22D0-4CBD-992C-D1B92C0DEC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椭圆 452">
              <a:extLst>
                <a:ext uri="{FF2B5EF4-FFF2-40B4-BE49-F238E27FC236}">
                  <a16:creationId xmlns:a16="http://schemas.microsoft.com/office/drawing/2014/main" id="{0E027B24-07E0-4949-86AF-90B02B71BAA6}"/>
                </a:ext>
              </a:extLst>
            </p:cNvPr>
            <p:cNvSpPr/>
            <p:nvPr/>
          </p:nvSpPr>
          <p:spPr>
            <a:xfrm>
              <a:off x="1136818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033A9059-0A35-468B-B0F0-317FCDFAA70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8824E804-9601-4892-A50B-A68F386A27F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ADC240EB-17C2-42F0-BA9A-C6603AD63846}"/>
                </a:ext>
              </a:extLst>
            </p:cNvPr>
            <p:cNvSpPr/>
            <p:nvPr/>
          </p:nvSpPr>
          <p:spPr>
            <a:xfrm>
              <a:off x="1136818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CD7E6B53-63E1-4F45-8D37-DC98B855C68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95731112-9966-41BB-B26D-5F1DC18795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5A158C67-E911-4432-BAE3-58A5BFF9A532}"/>
                </a:ext>
              </a:extLst>
            </p:cNvPr>
            <p:cNvSpPr/>
            <p:nvPr/>
          </p:nvSpPr>
          <p:spPr>
            <a:xfrm>
              <a:off x="4083133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5E91ECDE-4DAF-4179-9509-6EB9D754B072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CB857F3E-9A9A-4C28-B3A9-7619A40CC3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D0B91BA1-E457-4FE9-B64A-CFADA6B4B6F6}"/>
                </a:ext>
              </a:extLst>
            </p:cNvPr>
            <p:cNvSpPr/>
            <p:nvPr/>
          </p:nvSpPr>
          <p:spPr>
            <a:xfrm>
              <a:off x="4083133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15F2E34D-6DBC-42BF-A685-F4C66D8507C9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3400A0D0-6B00-426D-B0FB-623DCDA9A1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EAE83D5E-5F9A-41B0-9469-BFBC6EBCA935}"/>
                </a:ext>
              </a:extLst>
            </p:cNvPr>
            <p:cNvSpPr/>
            <p:nvPr/>
          </p:nvSpPr>
          <p:spPr>
            <a:xfrm>
              <a:off x="4083133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0666782F-12BF-476C-BEA6-AB29F6C0556A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51555A87-3276-4375-A63B-328C802BE52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A20E8501-8FC0-4D64-B1C3-D32D688197C8}"/>
                </a:ext>
              </a:extLst>
            </p:cNvPr>
            <p:cNvSpPr/>
            <p:nvPr/>
          </p:nvSpPr>
          <p:spPr>
            <a:xfrm>
              <a:off x="4083133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6E55A44F-6CF7-4A92-A83C-7DD5B0DD730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D673F8D1-C20A-4CFE-A569-34ECADF02F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A12898AA-BC67-4BFB-8B24-0B5E28F2E523}"/>
                </a:ext>
              </a:extLst>
            </p:cNvPr>
            <p:cNvSpPr/>
            <p:nvPr/>
          </p:nvSpPr>
          <p:spPr>
            <a:xfrm>
              <a:off x="4083133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500A18E4-1412-47A7-83E5-72840BB69C01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B5EBE75C-4F26-49DC-8DED-34CEC8975F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椭圆 473">
              <a:extLst>
                <a:ext uri="{FF2B5EF4-FFF2-40B4-BE49-F238E27FC236}">
                  <a16:creationId xmlns:a16="http://schemas.microsoft.com/office/drawing/2014/main" id="{5F53E8A5-507C-4EF6-90A3-AAEA4440F8A7}"/>
                </a:ext>
              </a:extLst>
            </p:cNvPr>
            <p:cNvSpPr/>
            <p:nvPr/>
          </p:nvSpPr>
          <p:spPr>
            <a:xfrm>
              <a:off x="3346554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FB64B38E-CB94-4764-A989-88FA52F8B35F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0FA218B3-E198-4A11-B9EA-6C4E757B1F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70B654F0-8469-4EBB-8CC6-0FC21923740A}"/>
                </a:ext>
              </a:extLst>
            </p:cNvPr>
            <p:cNvSpPr/>
            <p:nvPr/>
          </p:nvSpPr>
          <p:spPr>
            <a:xfrm>
              <a:off x="3346554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FED3B6F2-095E-4686-909B-8C4C0DB9DC69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2223AC0C-B365-4820-8A89-87670FB309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BA3ED691-E259-4E13-80B7-2CA7E791DB93}"/>
                </a:ext>
              </a:extLst>
            </p:cNvPr>
            <p:cNvSpPr/>
            <p:nvPr/>
          </p:nvSpPr>
          <p:spPr>
            <a:xfrm>
              <a:off x="3346554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BE5A59C7-357D-468B-B5A8-AA8E2D98677A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45C5B1AB-7BF3-499E-A698-2A65EC8F556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F8AD0780-7E27-4010-8D74-B29DB8107895}"/>
                </a:ext>
              </a:extLst>
            </p:cNvPr>
            <p:cNvSpPr/>
            <p:nvPr/>
          </p:nvSpPr>
          <p:spPr>
            <a:xfrm>
              <a:off x="3346554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DDA86052-AAE8-4181-9C90-A33D8C6DE1FB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7DE39D03-AC28-46FB-9029-ED93D63AF0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220BDF25-35BC-465E-A220-7005EBB9A604}"/>
                </a:ext>
              </a:extLst>
            </p:cNvPr>
            <p:cNvSpPr/>
            <p:nvPr/>
          </p:nvSpPr>
          <p:spPr>
            <a:xfrm>
              <a:off x="3346554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BAB80EAF-1865-4967-8F91-ECA868C2C811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7F30ECC6-9BB2-4096-8699-49CCFB410E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C0739311-8F00-49DF-8B09-FA49D1011A4A}"/>
                </a:ext>
              </a:extLst>
            </p:cNvPr>
            <p:cNvSpPr/>
            <p:nvPr/>
          </p:nvSpPr>
          <p:spPr>
            <a:xfrm>
              <a:off x="922366" y="2062334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0" name="椭圆 489">
              <a:extLst>
                <a:ext uri="{FF2B5EF4-FFF2-40B4-BE49-F238E27FC236}">
                  <a16:creationId xmlns:a16="http://schemas.microsoft.com/office/drawing/2014/main" id="{D666872F-A3FE-444C-AE32-298008B14053}"/>
                </a:ext>
              </a:extLst>
            </p:cNvPr>
            <p:cNvSpPr/>
            <p:nvPr/>
          </p:nvSpPr>
          <p:spPr>
            <a:xfrm>
              <a:off x="3080089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7AE89000-CFD4-41B0-A27E-1672A60D06C8}"/>
                </a:ext>
              </a:extLst>
            </p:cNvPr>
            <p:cNvSpPr/>
            <p:nvPr/>
          </p:nvSpPr>
          <p:spPr>
            <a:xfrm>
              <a:off x="3080089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4A958C78-EFE4-454B-A8A7-55E040F9E5F1}"/>
                </a:ext>
              </a:extLst>
            </p:cNvPr>
            <p:cNvSpPr/>
            <p:nvPr/>
          </p:nvSpPr>
          <p:spPr>
            <a:xfrm>
              <a:off x="3080089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C6F4B5F7-4421-49FC-862A-1031A13333C3}"/>
                </a:ext>
              </a:extLst>
            </p:cNvPr>
            <p:cNvSpPr/>
            <p:nvPr/>
          </p:nvSpPr>
          <p:spPr>
            <a:xfrm>
              <a:off x="3080089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C8C642CE-E744-402A-B862-03FD36456F99}"/>
                </a:ext>
              </a:extLst>
            </p:cNvPr>
            <p:cNvSpPr/>
            <p:nvPr/>
          </p:nvSpPr>
          <p:spPr>
            <a:xfrm>
              <a:off x="3080089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606A4782-47BF-4F72-833D-CD19803542E4}"/>
                </a:ext>
              </a:extLst>
            </p:cNvPr>
            <p:cNvSpPr/>
            <p:nvPr/>
          </p:nvSpPr>
          <p:spPr>
            <a:xfrm>
              <a:off x="3800160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7D0AE76D-E586-47C0-A0A2-DD45E3B75CAF}"/>
                </a:ext>
              </a:extLst>
            </p:cNvPr>
            <p:cNvSpPr/>
            <p:nvPr/>
          </p:nvSpPr>
          <p:spPr>
            <a:xfrm>
              <a:off x="3800160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0590DC22-D734-4A2C-8DFE-66903A89E721}"/>
                </a:ext>
              </a:extLst>
            </p:cNvPr>
            <p:cNvSpPr/>
            <p:nvPr/>
          </p:nvSpPr>
          <p:spPr>
            <a:xfrm>
              <a:off x="3800160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4079130F-0044-461A-A3BB-D896EECF1CA8}"/>
                </a:ext>
              </a:extLst>
            </p:cNvPr>
            <p:cNvSpPr/>
            <p:nvPr/>
          </p:nvSpPr>
          <p:spPr>
            <a:xfrm>
              <a:off x="3800160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4EA30058-4623-4D1E-A6DB-164C36AC0381}"/>
                </a:ext>
              </a:extLst>
            </p:cNvPr>
            <p:cNvSpPr/>
            <p:nvPr/>
          </p:nvSpPr>
          <p:spPr>
            <a:xfrm>
              <a:off x="3800160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D0AD9234-ABFA-47D3-9022-B315362D422D}"/>
                </a:ext>
              </a:extLst>
            </p:cNvPr>
            <p:cNvSpPr/>
            <p:nvPr/>
          </p:nvSpPr>
          <p:spPr>
            <a:xfrm>
              <a:off x="1657105" y="217456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B0F30E17-8FF1-4AB4-8F51-0C261B9267F2}"/>
                </a:ext>
              </a:extLst>
            </p:cNvPr>
            <p:cNvSpPr/>
            <p:nvPr/>
          </p:nvSpPr>
          <p:spPr>
            <a:xfrm>
              <a:off x="1657105" y="2701179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09494603-97CA-4285-9E57-4E7984613F56}"/>
                </a:ext>
              </a:extLst>
            </p:cNvPr>
            <p:cNvSpPr/>
            <p:nvPr/>
          </p:nvSpPr>
          <p:spPr>
            <a:xfrm>
              <a:off x="1657105" y="322779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7561638B-32D1-4B3D-ADF0-4F02B3D29989}"/>
                </a:ext>
              </a:extLst>
            </p:cNvPr>
            <p:cNvSpPr/>
            <p:nvPr/>
          </p:nvSpPr>
          <p:spPr>
            <a:xfrm>
              <a:off x="1657105" y="375441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B26C4E01-FA2B-4841-A2AB-423055D94699}"/>
                </a:ext>
              </a:extLst>
            </p:cNvPr>
            <p:cNvSpPr/>
            <p:nvPr/>
          </p:nvSpPr>
          <p:spPr>
            <a:xfrm>
              <a:off x="1657105" y="428103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1A2D78D7-D59D-4AF2-B2F7-38540BA61698}"/>
                </a:ext>
              </a:extLst>
            </p:cNvPr>
            <p:cNvSpPr/>
            <p:nvPr/>
          </p:nvSpPr>
          <p:spPr>
            <a:xfrm>
              <a:off x="2371809" y="21589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1AE3A885-DBF3-48A3-AE59-E3F4E4F3AD74}"/>
                </a:ext>
              </a:extLst>
            </p:cNvPr>
            <p:cNvSpPr/>
            <p:nvPr/>
          </p:nvSpPr>
          <p:spPr>
            <a:xfrm>
              <a:off x="2371809" y="26855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96615854-B4D7-4B6A-8F5E-BEA4D01A0BC9}"/>
                </a:ext>
              </a:extLst>
            </p:cNvPr>
            <p:cNvSpPr/>
            <p:nvPr/>
          </p:nvSpPr>
          <p:spPr>
            <a:xfrm>
              <a:off x="2371809" y="32121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53A3F500-9581-4C1B-83E8-1145A9354381}"/>
                </a:ext>
              </a:extLst>
            </p:cNvPr>
            <p:cNvSpPr/>
            <p:nvPr/>
          </p:nvSpPr>
          <p:spPr>
            <a:xfrm>
              <a:off x="2371809" y="37387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B91B7DA3-0E74-42F7-9422-1D3E63FA9CA6}"/>
                </a:ext>
              </a:extLst>
            </p:cNvPr>
            <p:cNvSpPr/>
            <p:nvPr/>
          </p:nvSpPr>
          <p:spPr>
            <a:xfrm>
              <a:off x="2371809" y="42653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0" name="文本框 509">
              <a:extLst>
                <a:ext uri="{FF2B5EF4-FFF2-40B4-BE49-F238E27FC236}">
                  <a16:creationId xmlns:a16="http://schemas.microsoft.com/office/drawing/2014/main" id="{C4FB299A-DFFA-4708-8124-1497D626E84D}"/>
                </a:ext>
              </a:extLst>
            </p:cNvPr>
            <p:cNvSpPr txBox="1"/>
            <p:nvPr/>
          </p:nvSpPr>
          <p:spPr>
            <a:xfrm>
              <a:off x="2057787" y="5007876"/>
              <a:ext cx="2372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3F4A840-B849-4088-BEF0-1DA1DFB7173F}"/>
              </a:ext>
            </a:extLst>
          </p:cNvPr>
          <p:cNvSpPr/>
          <p:nvPr/>
        </p:nvSpPr>
        <p:spPr>
          <a:xfrm>
            <a:off x="6027313" y="2071859"/>
            <a:ext cx="106114" cy="27573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7" name="组合 386">
            <a:extLst>
              <a:ext uri="{FF2B5EF4-FFF2-40B4-BE49-F238E27FC236}">
                <a16:creationId xmlns:a16="http://schemas.microsoft.com/office/drawing/2014/main" id="{10E93FDD-7436-4D39-BDD9-284A5FE1F927}"/>
              </a:ext>
            </a:extLst>
          </p:cNvPr>
          <p:cNvGrpSpPr/>
          <p:nvPr/>
        </p:nvGrpSpPr>
        <p:grpSpPr>
          <a:xfrm>
            <a:off x="5200556" y="2154647"/>
            <a:ext cx="826757" cy="2213161"/>
            <a:chOff x="7343313" y="1726818"/>
            <a:chExt cx="826757" cy="2213161"/>
          </a:xfrm>
        </p:grpSpPr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83C44672-0969-4C1A-8914-F29243704102}"/>
                </a:ext>
              </a:extLst>
            </p:cNvPr>
            <p:cNvSpPr/>
            <p:nvPr/>
          </p:nvSpPr>
          <p:spPr>
            <a:xfrm>
              <a:off x="734331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4C5B301F-B5F2-468D-B4FD-4B3F06315AEE}"/>
                </a:ext>
              </a:extLst>
            </p:cNvPr>
            <p:cNvSpPr/>
            <p:nvPr/>
          </p:nvSpPr>
          <p:spPr>
            <a:xfrm>
              <a:off x="734331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9A60C453-9039-4D3F-93F6-E52FF788B5E0}"/>
                </a:ext>
              </a:extLst>
            </p:cNvPr>
            <p:cNvSpPr/>
            <p:nvPr/>
          </p:nvSpPr>
          <p:spPr>
            <a:xfrm>
              <a:off x="734331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237D9087-4618-4859-9507-6B624A877D3B}"/>
                </a:ext>
              </a:extLst>
            </p:cNvPr>
            <p:cNvSpPr/>
            <p:nvPr/>
          </p:nvSpPr>
          <p:spPr>
            <a:xfrm>
              <a:off x="734331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2" name="椭圆 391">
              <a:extLst>
                <a:ext uri="{FF2B5EF4-FFF2-40B4-BE49-F238E27FC236}">
                  <a16:creationId xmlns:a16="http://schemas.microsoft.com/office/drawing/2014/main" id="{D6CEB4B2-F9DC-428B-B6A0-AD55E4E4398C}"/>
                </a:ext>
              </a:extLst>
            </p:cNvPr>
            <p:cNvSpPr/>
            <p:nvPr/>
          </p:nvSpPr>
          <p:spPr>
            <a:xfrm>
              <a:off x="734331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101C2C89-68AF-4632-83E3-37FE4E18678F}"/>
                </a:ext>
              </a:extLst>
            </p:cNvPr>
            <p:cNvSpPr/>
            <p:nvPr/>
          </p:nvSpPr>
          <p:spPr>
            <a:xfrm>
              <a:off x="806338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4" name="椭圆 393">
              <a:extLst>
                <a:ext uri="{FF2B5EF4-FFF2-40B4-BE49-F238E27FC236}">
                  <a16:creationId xmlns:a16="http://schemas.microsoft.com/office/drawing/2014/main" id="{6CCB7022-EDB9-47F1-9247-3E7C17D4B46B}"/>
                </a:ext>
              </a:extLst>
            </p:cNvPr>
            <p:cNvSpPr/>
            <p:nvPr/>
          </p:nvSpPr>
          <p:spPr>
            <a:xfrm>
              <a:off x="806338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5" name="椭圆 394">
              <a:extLst>
                <a:ext uri="{FF2B5EF4-FFF2-40B4-BE49-F238E27FC236}">
                  <a16:creationId xmlns:a16="http://schemas.microsoft.com/office/drawing/2014/main" id="{96FBA9A3-B9C5-4E09-9E8B-22C2CF4B806B}"/>
                </a:ext>
              </a:extLst>
            </p:cNvPr>
            <p:cNvSpPr/>
            <p:nvPr/>
          </p:nvSpPr>
          <p:spPr>
            <a:xfrm>
              <a:off x="806338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CB64833E-0267-4A10-939B-10644D4F9FCE}"/>
                </a:ext>
              </a:extLst>
            </p:cNvPr>
            <p:cNvSpPr/>
            <p:nvPr/>
          </p:nvSpPr>
          <p:spPr>
            <a:xfrm>
              <a:off x="806338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5456A3D5-39E2-4E44-A7B8-CA82FD446989}"/>
                </a:ext>
              </a:extLst>
            </p:cNvPr>
            <p:cNvSpPr/>
            <p:nvPr/>
          </p:nvSpPr>
          <p:spPr>
            <a:xfrm>
              <a:off x="806338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EE83A96F-9FBF-4F52-B280-73BD0681379A}"/>
              </a:ext>
            </a:extLst>
          </p:cNvPr>
          <p:cNvGrpSpPr/>
          <p:nvPr/>
        </p:nvGrpSpPr>
        <p:grpSpPr>
          <a:xfrm>
            <a:off x="6658691" y="2192621"/>
            <a:ext cx="837002" cy="2213160"/>
            <a:chOff x="4416441" y="1744875"/>
            <a:chExt cx="837002" cy="2213160"/>
          </a:xfrm>
        </p:grpSpPr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7F3F0ED6-BFF3-483E-8882-168029157768}"/>
                </a:ext>
              </a:extLst>
            </p:cNvPr>
            <p:cNvSpPr/>
            <p:nvPr/>
          </p:nvSpPr>
          <p:spPr>
            <a:xfrm>
              <a:off x="4416441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B1F07C6C-EFB5-49D6-8C75-99473F551E6F}"/>
                </a:ext>
              </a:extLst>
            </p:cNvPr>
            <p:cNvSpPr/>
            <p:nvPr/>
          </p:nvSpPr>
          <p:spPr>
            <a:xfrm>
              <a:off x="4416441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6C265FEB-F935-4F01-AA45-B608BFE921BD}"/>
                </a:ext>
              </a:extLst>
            </p:cNvPr>
            <p:cNvSpPr/>
            <p:nvPr/>
          </p:nvSpPr>
          <p:spPr>
            <a:xfrm>
              <a:off x="4416441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C8E666DE-58D4-4C97-8F4D-9AFBB270ED5F}"/>
                </a:ext>
              </a:extLst>
            </p:cNvPr>
            <p:cNvSpPr/>
            <p:nvPr/>
          </p:nvSpPr>
          <p:spPr>
            <a:xfrm>
              <a:off x="4416441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84CB5E0E-58BB-462B-9D24-377550B4A68C}"/>
                </a:ext>
              </a:extLst>
            </p:cNvPr>
            <p:cNvSpPr/>
            <p:nvPr/>
          </p:nvSpPr>
          <p:spPr>
            <a:xfrm>
              <a:off x="4416441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7A8A5F9E-4B53-48A6-94B8-573822E67F02}"/>
                </a:ext>
              </a:extLst>
            </p:cNvPr>
            <p:cNvSpPr/>
            <p:nvPr/>
          </p:nvSpPr>
          <p:spPr>
            <a:xfrm>
              <a:off x="5146756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D5678A5E-B5F4-4E3F-810E-BB85D985A0DB}"/>
                </a:ext>
              </a:extLst>
            </p:cNvPr>
            <p:cNvSpPr/>
            <p:nvPr/>
          </p:nvSpPr>
          <p:spPr>
            <a:xfrm>
              <a:off x="5146756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9B60A713-51E3-4D81-9FB2-B3B85500E7C1}"/>
                </a:ext>
              </a:extLst>
            </p:cNvPr>
            <p:cNvSpPr/>
            <p:nvPr/>
          </p:nvSpPr>
          <p:spPr>
            <a:xfrm>
              <a:off x="5146756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6E2FFF4C-9251-456B-8D15-9B9C00CDA1D3}"/>
                </a:ext>
              </a:extLst>
            </p:cNvPr>
            <p:cNvSpPr/>
            <p:nvPr/>
          </p:nvSpPr>
          <p:spPr>
            <a:xfrm>
              <a:off x="5146756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BBDF01DC-BCA6-4033-835A-E581FA3902DC}"/>
                </a:ext>
              </a:extLst>
            </p:cNvPr>
            <p:cNvSpPr/>
            <p:nvPr/>
          </p:nvSpPr>
          <p:spPr>
            <a:xfrm>
              <a:off x="5146756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4137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EB74D66B-8C40-4672-99E5-878B71A4AB65}"/>
              </a:ext>
            </a:extLst>
          </p:cNvPr>
          <p:cNvGrpSpPr/>
          <p:nvPr/>
        </p:nvGrpSpPr>
        <p:grpSpPr>
          <a:xfrm>
            <a:off x="6082023" y="2062505"/>
            <a:ext cx="4572278" cy="3591530"/>
            <a:chOff x="6390787" y="2062505"/>
            <a:chExt cx="4572278" cy="3591530"/>
          </a:xfrm>
        </p:grpSpPr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1D06A9B2-A0A8-4530-8487-9A9BB72FFD1D}"/>
                </a:ext>
              </a:extLst>
            </p:cNvPr>
            <p:cNvSpPr/>
            <p:nvPr/>
          </p:nvSpPr>
          <p:spPr>
            <a:xfrm>
              <a:off x="64555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2FE02E8-3C83-4099-99ED-93C8F0768798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E357154D-8EAE-4130-A60B-04069A5AE1EF}"/>
                </a:ext>
              </a:extLst>
            </p:cNvPr>
            <p:cNvSpPr/>
            <p:nvPr/>
          </p:nvSpPr>
          <p:spPr>
            <a:xfrm>
              <a:off x="64555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3D20CB4B-0BB7-4CD9-9AF7-56760AA312DD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AF99D751-4421-4C12-889A-461AC62DAF77}"/>
                </a:ext>
              </a:extLst>
            </p:cNvPr>
            <p:cNvSpPr/>
            <p:nvPr/>
          </p:nvSpPr>
          <p:spPr>
            <a:xfrm>
              <a:off x="64555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112AACDE-EC0D-45AC-8877-BADB3774AE2B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6C790B0B-BF8E-4DDA-88B1-7AF728EFAB79}"/>
                </a:ext>
              </a:extLst>
            </p:cNvPr>
            <p:cNvSpPr/>
            <p:nvPr/>
          </p:nvSpPr>
          <p:spPr>
            <a:xfrm>
              <a:off x="64555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18A15910-1BB0-46C4-A52F-FE44CBA2F937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46904A3B-DABA-40B3-BCB6-4312B88C8A02}"/>
                </a:ext>
              </a:extLst>
            </p:cNvPr>
            <p:cNvSpPr/>
            <p:nvPr/>
          </p:nvSpPr>
          <p:spPr>
            <a:xfrm>
              <a:off x="64555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3376F9D3-28B4-4DE3-9B37-D3792FD46BA0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A6F303E8-48CD-40FF-B978-34B66553D70D}"/>
                </a:ext>
              </a:extLst>
            </p:cNvPr>
            <p:cNvSpPr/>
            <p:nvPr/>
          </p:nvSpPr>
          <p:spPr>
            <a:xfrm>
              <a:off x="719216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E56BDBF0-9ABE-4662-A2D3-CF3EB653C4C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1EF57DB7-4D21-48EB-911B-BDA7793D878A}"/>
                </a:ext>
              </a:extLst>
            </p:cNvPr>
            <p:cNvSpPr/>
            <p:nvPr/>
          </p:nvSpPr>
          <p:spPr>
            <a:xfrm>
              <a:off x="719216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1C5B842C-6F9B-429B-A682-38743BC41BE8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6C667F52-7662-4FF2-B3A2-D660B866D68A}"/>
                </a:ext>
              </a:extLst>
            </p:cNvPr>
            <p:cNvSpPr/>
            <p:nvPr/>
          </p:nvSpPr>
          <p:spPr>
            <a:xfrm>
              <a:off x="719216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05269CBA-C409-4881-9968-ACAC4B35347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8E729625-F252-43EA-A4EB-508F8A649187}"/>
                </a:ext>
              </a:extLst>
            </p:cNvPr>
            <p:cNvSpPr/>
            <p:nvPr/>
          </p:nvSpPr>
          <p:spPr>
            <a:xfrm>
              <a:off x="719216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A36C45D7-E74C-489E-BA9C-09832D6C79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B32BB048-6963-4A0C-B2DB-F8D038A684F0}"/>
                </a:ext>
              </a:extLst>
            </p:cNvPr>
            <p:cNvSpPr/>
            <p:nvPr/>
          </p:nvSpPr>
          <p:spPr>
            <a:xfrm>
              <a:off x="719216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0AD3FFA0-6D7F-41AA-9584-119B01CF1361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9CA28AF3-05E3-4400-8B59-376D4808FE30}"/>
                </a:ext>
              </a:extLst>
            </p:cNvPr>
            <p:cNvSpPr/>
            <p:nvPr/>
          </p:nvSpPr>
          <p:spPr>
            <a:xfrm>
              <a:off x="792874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A5B43BB4-4541-42B8-8E8F-D8789BA3F637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252A74B8-658E-4BAE-8169-3A8C0366A20F}"/>
                </a:ext>
              </a:extLst>
            </p:cNvPr>
            <p:cNvSpPr/>
            <p:nvPr/>
          </p:nvSpPr>
          <p:spPr>
            <a:xfrm>
              <a:off x="792874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7AD281CE-4BF5-4EFB-A8C6-4FDA96FC1889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椭圆 328">
              <a:extLst>
                <a:ext uri="{FF2B5EF4-FFF2-40B4-BE49-F238E27FC236}">
                  <a16:creationId xmlns:a16="http://schemas.microsoft.com/office/drawing/2014/main" id="{FB3B34A8-7394-458E-B138-DBED5595BDB0}"/>
                </a:ext>
              </a:extLst>
            </p:cNvPr>
            <p:cNvSpPr/>
            <p:nvPr/>
          </p:nvSpPr>
          <p:spPr>
            <a:xfrm>
              <a:off x="792874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BD540178-CC0B-4C7A-9854-8D5CDA0303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4980E62B-23BD-4839-AA1F-50C5FC199386}"/>
                </a:ext>
              </a:extLst>
            </p:cNvPr>
            <p:cNvSpPr/>
            <p:nvPr/>
          </p:nvSpPr>
          <p:spPr>
            <a:xfrm>
              <a:off x="792874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DC89CD6D-B364-476B-AC6F-27AC620DD0A1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0A422879-9DF7-4386-A1EB-DBA7856DD4F1}"/>
                </a:ext>
              </a:extLst>
            </p:cNvPr>
            <p:cNvSpPr/>
            <p:nvPr/>
          </p:nvSpPr>
          <p:spPr>
            <a:xfrm>
              <a:off x="792874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53F1C802-D382-4D1B-85D6-C53DCEF4BCBC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A8F042B3-B0A5-4AF6-BA4B-72254FD77C13}"/>
                </a:ext>
              </a:extLst>
            </p:cNvPr>
            <p:cNvSpPr/>
            <p:nvPr/>
          </p:nvSpPr>
          <p:spPr>
            <a:xfrm>
              <a:off x="8665327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393EF4D6-A197-4B09-8EC5-844AC9803A52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05556768-61C1-4A09-A9B9-CB3BEA0BEC23}"/>
                </a:ext>
              </a:extLst>
            </p:cNvPr>
            <p:cNvSpPr/>
            <p:nvPr/>
          </p:nvSpPr>
          <p:spPr>
            <a:xfrm>
              <a:off x="8665327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5DD72E3F-05EE-4FA5-9FEB-B539932F30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椭圆 338">
              <a:extLst>
                <a:ext uri="{FF2B5EF4-FFF2-40B4-BE49-F238E27FC236}">
                  <a16:creationId xmlns:a16="http://schemas.microsoft.com/office/drawing/2014/main" id="{B391463C-1890-449F-9F86-18DDEE8D5E4E}"/>
                </a:ext>
              </a:extLst>
            </p:cNvPr>
            <p:cNvSpPr/>
            <p:nvPr/>
          </p:nvSpPr>
          <p:spPr>
            <a:xfrm>
              <a:off x="8665327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2B2DE00B-8864-4106-AA99-84CD85E1C728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A1A173DF-997B-4473-8C63-6C806FB151D8}"/>
                </a:ext>
              </a:extLst>
            </p:cNvPr>
            <p:cNvSpPr/>
            <p:nvPr/>
          </p:nvSpPr>
          <p:spPr>
            <a:xfrm>
              <a:off x="8665327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68BE4FF6-C266-44E1-B1E4-4BD203FACD83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BE8512C5-343F-45E1-A76B-CD68CA794B4E}"/>
                </a:ext>
              </a:extLst>
            </p:cNvPr>
            <p:cNvSpPr/>
            <p:nvPr/>
          </p:nvSpPr>
          <p:spPr>
            <a:xfrm>
              <a:off x="8665327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485EFA2E-BE5B-4719-BF98-D9288420834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622FE5AE-A677-4886-928C-180091FAAAD3}"/>
                </a:ext>
              </a:extLst>
            </p:cNvPr>
            <p:cNvSpPr/>
            <p:nvPr/>
          </p:nvSpPr>
          <p:spPr>
            <a:xfrm>
              <a:off x="9401905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4D0F0B6D-2DEB-43A3-9A94-5C339FC68B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D085B814-C423-408F-B6B4-BBE1E050D157}"/>
                </a:ext>
              </a:extLst>
            </p:cNvPr>
            <p:cNvSpPr/>
            <p:nvPr/>
          </p:nvSpPr>
          <p:spPr>
            <a:xfrm>
              <a:off x="9401905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60602CBE-B045-43AB-B166-2445956CE2C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22E168CA-EA0A-4A46-B6AF-5CFAC88AF58F}"/>
                </a:ext>
              </a:extLst>
            </p:cNvPr>
            <p:cNvSpPr/>
            <p:nvPr/>
          </p:nvSpPr>
          <p:spPr>
            <a:xfrm>
              <a:off x="9401905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CAAD3036-6288-42F9-9056-B316DC87F0F3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3C78F536-7516-4FCE-85CB-CB61E6F586D4}"/>
                </a:ext>
              </a:extLst>
            </p:cNvPr>
            <p:cNvSpPr/>
            <p:nvPr/>
          </p:nvSpPr>
          <p:spPr>
            <a:xfrm>
              <a:off x="9401905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FD5A4A25-3152-4973-8CE5-CB86BC20CC4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66B36E3E-D577-44F8-8610-34BAD29605D7}"/>
                </a:ext>
              </a:extLst>
            </p:cNvPr>
            <p:cNvSpPr/>
            <p:nvPr/>
          </p:nvSpPr>
          <p:spPr>
            <a:xfrm>
              <a:off x="9401905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350189D6-CB37-4ABC-B04C-BD1C0940F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2A91A3B3-D36B-4491-9DCD-94E858E99D5B}"/>
                </a:ext>
              </a:extLst>
            </p:cNvPr>
            <p:cNvSpPr/>
            <p:nvPr/>
          </p:nvSpPr>
          <p:spPr>
            <a:xfrm>
              <a:off x="101384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D1A54F1E-F8BE-4C7A-9FF8-FC02347D3317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604D10A3-5986-4E2A-A21B-EBEA3006E5AC}"/>
                </a:ext>
              </a:extLst>
            </p:cNvPr>
            <p:cNvSpPr/>
            <p:nvPr/>
          </p:nvSpPr>
          <p:spPr>
            <a:xfrm>
              <a:off x="101384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E4BBAC92-D90C-444B-A5B6-75DEC23F80E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F882B208-830C-4868-B562-4045D7958190}"/>
                </a:ext>
              </a:extLst>
            </p:cNvPr>
            <p:cNvSpPr/>
            <p:nvPr/>
          </p:nvSpPr>
          <p:spPr>
            <a:xfrm>
              <a:off x="101384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83AF6135-AFEB-4515-9477-F84FE603D2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8F3EA544-3916-4DD9-9EB2-F04D178CF254}"/>
                </a:ext>
              </a:extLst>
            </p:cNvPr>
            <p:cNvSpPr/>
            <p:nvPr/>
          </p:nvSpPr>
          <p:spPr>
            <a:xfrm>
              <a:off x="101384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9974EC8C-BD3F-4E45-B039-C6ED26B6F3B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AEC9B004-02FF-4744-9B0D-D86F03853A5C}"/>
                </a:ext>
              </a:extLst>
            </p:cNvPr>
            <p:cNvSpPr/>
            <p:nvPr/>
          </p:nvSpPr>
          <p:spPr>
            <a:xfrm>
              <a:off x="101384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D88DCF74-743A-4F5F-8A55-AAFB51B9BB2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BB375216-BEC1-4280-9E94-C113FEF1CEC3}"/>
                </a:ext>
              </a:extLst>
            </p:cNvPr>
            <p:cNvSpPr/>
            <p:nvPr/>
          </p:nvSpPr>
          <p:spPr>
            <a:xfrm>
              <a:off x="8446573" y="217253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AC88F9CC-298B-4A81-90A0-E03ADA21BC32}"/>
                </a:ext>
              </a:extLst>
            </p:cNvPr>
            <p:cNvSpPr/>
            <p:nvPr/>
          </p:nvSpPr>
          <p:spPr>
            <a:xfrm>
              <a:off x="8446573" y="2699149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96D98E92-FF75-4C2D-9306-298982EB8D05}"/>
                </a:ext>
              </a:extLst>
            </p:cNvPr>
            <p:cNvSpPr/>
            <p:nvPr/>
          </p:nvSpPr>
          <p:spPr>
            <a:xfrm>
              <a:off x="8446573" y="322576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474601AB-B7E8-42F0-8A07-45A707E714B8}"/>
                </a:ext>
              </a:extLst>
            </p:cNvPr>
            <p:cNvSpPr/>
            <p:nvPr/>
          </p:nvSpPr>
          <p:spPr>
            <a:xfrm>
              <a:off x="8446573" y="375238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7631D859-D41B-40C7-99CE-32F0E80A92D0}"/>
                </a:ext>
              </a:extLst>
            </p:cNvPr>
            <p:cNvSpPr/>
            <p:nvPr/>
          </p:nvSpPr>
          <p:spPr>
            <a:xfrm>
              <a:off x="8446573" y="427900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A5282EE0-A9B3-4A7A-B1BC-FF0AFA3C0485}"/>
                </a:ext>
              </a:extLst>
            </p:cNvPr>
            <p:cNvSpPr/>
            <p:nvPr/>
          </p:nvSpPr>
          <p:spPr>
            <a:xfrm>
              <a:off x="9162306" y="215481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87C6B4B0-E871-4714-911F-F980C3F4FCC6}"/>
                </a:ext>
              </a:extLst>
            </p:cNvPr>
            <p:cNvSpPr/>
            <p:nvPr/>
          </p:nvSpPr>
          <p:spPr>
            <a:xfrm>
              <a:off x="9162306" y="268143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132F689F-13D6-454D-A7B2-257BF60E9D5A}"/>
                </a:ext>
              </a:extLst>
            </p:cNvPr>
            <p:cNvSpPr/>
            <p:nvPr/>
          </p:nvSpPr>
          <p:spPr>
            <a:xfrm>
              <a:off x="9162306" y="320805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8C35F3C9-F00C-4AE4-BA7C-31598BA887DA}"/>
                </a:ext>
              </a:extLst>
            </p:cNvPr>
            <p:cNvSpPr/>
            <p:nvPr/>
          </p:nvSpPr>
          <p:spPr>
            <a:xfrm>
              <a:off x="9162306" y="373467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89E5CC6E-BE52-48C1-A1A9-20493393EA27}"/>
                </a:ext>
              </a:extLst>
            </p:cNvPr>
            <p:cNvSpPr/>
            <p:nvPr/>
          </p:nvSpPr>
          <p:spPr>
            <a:xfrm>
              <a:off x="9162306" y="42612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85503E4F-6100-4C9B-992F-212ACDEB9847}"/>
                </a:ext>
              </a:extLst>
            </p:cNvPr>
            <p:cNvSpPr/>
            <p:nvPr/>
          </p:nvSpPr>
          <p:spPr>
            <a:xfrm>
              <a:off x="10602905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BB6FBD96-57E6-4374-8DDC-7335924B9834}"/>
                </a:ext>
              </a:extLst>
            </p:cNvPr>
            <p:cNvSpPr/>
            <p:nvPr/>
          </p:nvSpPr>
          <p:spPr>
            <a:xfrm>
              <a:off x="10602905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31434899-D061-473F-A311-B6218064A9B9}"/>
                </a:ext>
              </a:extLst>
            </p:cNvPr>
            <p:cNvSpPr/>
            <p:nvPr/>
          </p:nvSpPr>
          <p:spPr>
            <a:xfrm>
              <a:off x="10602905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11EDFA1B-A56B-4100-A673-9F2DA8A055C3}"/>
                </a:ext>
              </a:extLst>
            </p:cNvPr>
            <p:cNvSpPr/>
            <p:nvPr/>
          </p:nvSpPr>
          <p:spPr>
            <a:xfrm>
              <a:off x="10602905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4CE4ED42-9290-45F4-8D0E-BE9D9C096DEA}"/>
                </a:ext>
              </a:extLst>
            </p:cNvPr>
            <p:cNvSpPr/>
            <p:nvPr/>
          </p:nvSpPr>
          <p:spPr>
            <a:xfrm>
              <a:off x="10602905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0E471A09-C581-4121-BD8D-530BE68ED5AD}"/>
                </a:ext>
              </a:extLst>
            </p:cNvPr>
            <p:cNvSpPr/>
            <p:nvPr/>
          </p:nvSpPr>
          <p:spPr>
            <a:xfrm>
              <a:off x="9919281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3C2055E6-868C-4D38-9EBF-B01029DFDE0F}"/>
                </a:ext>
              </a:extLst>
            </p:cNvPr>
            <p:cNvSpPr/>
            <p:nvPr/>
          </p:nvSpPr>
          <p:spPr>
            <a:xfrm>
              <a:off x="9919281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27C25520-1855-4FE6-A22E-D133B7A99E6A}"/>
                </a:ext>
              </a:extLst>
            </p:cNvPr>
            <p:cNvSpPr/>
            <p:nvPr/>
          </p:nvSpPr>
          <p:spPr>
            <a:xfrm>
              <a:off x="9919281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C77F6946-263B-43C0-8072-650A42EDB9CD}"/>
                </a:ext>
              </a:extLst>
            </p:cNvPr>
            <p:cNvSpPr/>
            <p:nvPr/>
          </p:nvSpPr>
          <p:spPr>
            <a:xfrm>
              <a:off x="9919281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6B501FC1-E587-4C2E-A771-FE9AF99EBB24}"/>
                </a:ext>
              </a:extLst>
            </p:cNvPr>
            <p:cNvSpPr/>
            <p:nvPr/>
          </p:nvSpPr>
          <p:spPr>
            <a:xfrm>
              <a:off x="9919281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4FBEBB2-182C-4899-824D-CAF04A6F296F}"/>
                </a:ext>
              </a:extLst>
            </p:cNvPr>
            <p:cNvSpPr/>
            <p:nvPr/>
          </p:nvSpPr>
          <p:spPr>
            <a:xfrm>
              <a:off x="6390787" y="2062505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D7F78157-37DF-4AE5-BA01-DC1ECC7AE89F}"/>
                </a:ext>
              </a:extLst>
            </p:cNvPr>
            <p:cNvSpPr txBox="1"/>
            <p:nvPr/>
          </p:nvSpPr>
          <p:spPr>
            <a:xfrm>
              <a:off x="7432939" y="5007704"/>
              <a:ext cx="2303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grpSp>
        <p:nvGrpSpPr>
          <p:cNvPr id="398" name="组合 397">
            <a:extLst>
              <a:ext uri="{FF2B5EF4-FFF2-40B4-BE49-F238E27FC236}">
                <a16:creationId xmlns:a16="http://schemas.microsoft.com/office/drawing/2014/main" id="{B01B0109-85C7-4FDD-BEAD-34838EBF89E9}"/>
              </a:ext>
            </a:extLst>
          </p:cNvPr>
          <p:cNvGrpSpPr/>
          <p:nvPr/>
        </p:nvGrpSpPr>
        <p:grpSpPr>
          <a:xfrm>
            <a:off x="1523722" y="2062334"/>
            <a:ext cx="4572278" cy="3591873"/>
            <a:chOff x="922366" y="2062334"/>
            <a:chExt cx="4572278" cy="3591873"/>
          </a:xfrm>
        </p:grpSpPr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A5EE4EC4-6827-4040-AA34-DA1C1E52D2E3}"/>
                </a:ext>
              </a:extLst>
            </p:cNvPr>
            <p:cNvSpPr/>
            <p:nvPr/>
          </p:nvSpPr>
          <p:spPr>
            <a:xfrm>
              <a:off x="4819711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BCE24FBE-0778-4508-872D-22C70D97FA1C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0C67EBEF-85C8-4DD4-A789-3DE2922BC7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1312DE62-713F-45E6-B09B-2229F17B3751}"/>
                </a:ext>
              </a:extLst>
            </p:cNvPr>
            <p:cNvSpPr/>
            <p:nvPr/>
          </p:nvSpPr>
          <p:spPr>
            <a:xfrm>
              <a:off x="4819711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80AE5AD5-A9CB-4649-BEB2-FB02F8E2DA09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DDEF51D1-193B-44FB-9484-11000599C0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5" name="椭圆 404">
              <a:extLst>
                <a:ext uri="{FF2B5EF4-FFF2-40B4-BE49-F238E27FC236}">
                  <a16:creationId xmlns:a16="http://schemas.microsoft.com/office/drawing/2014/main" id="{80DDDC1E-4400-4103-83A1-85FA1017C697}"/>
                </a:ext>
              </a:extLst>
            </p:cNvPr>
            <p:cNvSpPr/>
            <p:nvPr/>
          </p:nvSpPr>
          <p:spPr>
            <a:xfrm>
              <a:off x="4819711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CBFAE977-30DD-4CDB-981B-850925881D68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D08423FF-938E-42CB-A244-F78582463A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F1151AF0-85D1-4F17-98CC-856847CEDD3D}"/>
                </a:ext>
              </a:extLst>
            </p:cNvPr>
            <p:cNvSpPr/>
            <p:nvPr/>
          </p:nvSpPr>
          <p:spPr>
            <a:xfrm>
              <a:off x="4819711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261260F1-FD0E-43E6-9D06-19D5686938E5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076FC1A7-227A-445C-92EF-19343BDBE8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573EC5F4-089D-4C83-89CB-0EDC1A21900D}"/>
                </a:ext>
              </a:extLst>
            </p:cNvPr>
            <p:cNvSpPr/>
            <p:nvPr/>
          </p:nvSpPr>
          <p:spPr>
            <a:xfrm>
              <a:off x="4819711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9529928D-16B2-42C7-A42E-E91C140F0C73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EFB95EBC-16FF-4E7F-B1CA-9CC2F595E3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CCE813B0-7D0A-43AF-B67F-FF61C9F8B624}"/>
                </a:ext>
              </a:extLst>
            </p:cNvPr>
            <p:cNvSpPr/>
            <p:nvPr/>
          </p:nvSpPr>
          <p:spPr>
            <a:xfrm>
              <a:off x="2609975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C346A701-D001-4F94-8094-81F70260742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1E71AD12-5410-447A-A860-147194659E1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D192567B-D2FA-4ADF-9C4D-0813C4C80513}"/>
                </a:ext>
              </a:extLst>
            </p:cNvPr>
            <p:cNvSpPr/>
            <p:nvPr/>
          </p:nvSpPr>
          <p:spPr>
            <a:xfrm>
              <a:off x="2609975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813C0338-A88B-480A-9CFF-62D8EE01C17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9BB811D7-ACC0-4764-A221-283EA8B63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E3C427E7-E6DF-47C1-B95C-987F232EB9EA}"/>
                </a:ext>
              </a:extLst>
            </p:cNvPr>
            <p:cNvSpPr/>
            <p:nvPr/>
          </p:nvSpPr>
          <p:spPr>
            <a:xfrm>
              <a:off x="2609975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E71CF22E-DF1E-43CD-954A-3A2228E57E3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6093002B-3428-4370-94EC-A51BF983AD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54E2D38E-A56C-4FA9-BE95-4A4B1DEB1B7D}"/>
                </a:ext>
              </a:extLst>
            </p:cNvPr>
            <p:cNvSpPr/>
            <p:nvPr/>
          </p:nvSpPr>
          <p:spPr>
            <a:xfrm>
              <a:off x="2609975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C5FD1A30-FB84-432A-B742-5E9D495A67CF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209E719B-5281-4102-9993-FDA0A70E44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07F54171-A85A-43B2-88AE-68FE687CD833}"/>
                </a:ext>
              </a:extLst>
            </p:cNvPr>
            <p:cNvSpPr/>
            <p:nvPr/>
          </p:nvSpPr>
          <p:spPr>
            <a:xfrm>
              <a:off x="2609975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770A40A6-9BFC-4205-9CC1-5322AF77321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14D213E1-F90F-4A3B-850A-24FE21D541D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BED7082D-E489-497A-8CFA-A06D81413C86}"/>
                </a:ext>
              </a:extLst>
            </p:cNvPr>
            <p:cNvSpPr/>
            <p:nvPr/>
          </p:nvSpPr>
          <p:spPr>
            <a:xfrm>
              <a:off x="1873396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E9BC646-32CE-45C1-9B9B-D5245BDDC8EB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A97B30A4-2ADF-4027-899A-B418CD55D2D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CA7BB6B7-420C-4BC6-A78E-D531FBAF464A}"/>
                </a:ext>
              </a:extLst>
            </p:cNvPr>
            <p:cNvSpPr/>
            <p:nvPr/>
          </p:nvSpPr>
          <p:spPr>
            <a:xfrm>
              <a:off x="1873396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6B776C0B-826A-4D45-8A57-3DFCBB8F23E1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8AB98E3D-9E4E-4DBA-9513-66891B0544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5BE9A42F-6F16-4B3E-8A00-7728879665B9}"/>
                </a:ext>
              </a:extLst>
            </p:cNvPr>
            <p:cNvSpPr/>
            <p:nvPr/>
          </p:nvSpPr>
          <p:spPr>
            <a:xfrm>
              <a:off x="1873396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D610F762-1581-4103-8218-7A56796E2C2E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7486FE5B-AB34-46DF-82F9-EF02B57031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FB28DE81-2396-4975-9718-E680084286B9}"/>
                </a:ext>
              </a:extLst>
            </p:cNvPr>
            <p:cNvSpPr/>
            <p:nvPr/>
          </p:nvSpPr>
          <p:spPr>
            <a:xfrm>
              <a:off x="1873396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06113F6B-EEC8-4849-80CD-B3A0E2B791A5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FB7324B8-F832-4E0D-BAC4-60937624D71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81218DAE-135E-4547-ABC9-6C1A455A0A46}"/>
                </a:ext>
              </a:extLst>
            </p:cNvPr>
            <p:cNvSpPr/>
            <p:nvPr/>
          </p:nvSpPr>
          <p:spPr>
            <a:xfrm>
              <a:off x="1873396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927D4421-6E42-4AA4-93B4-197D6B62757C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ED067B23-73D8-457D-84E9-D148C0A207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F70247AC-A586-4CEF-9E87-24B1FFF6E24B}"/>
                </a:ext>
              </a:extLst>
            </p:cNvPr>
            <p:cNvSpPr/>
            <p:nvPr/>
          </p:nvSpPr>
          <p:spPr>
            <a:xfrm>
              <a:off x="1136818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E92512DF-83AB-44FF-B44A-09C697AA0B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34824396-0A17-47A1-BE77-534633FA7B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FA6FE9E7-B057-4370-B4AD-4CBA2D788C72}"/>
                </a:ext>
              </a:extLst>
            </p:cNvPr>
            <p:cNvSpPr/>
            <p:nvPr/>
          </p:nvSpPr>
          <p:spPr>
            <a:xfrm>
              <a:off x="1136818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43C77E04-6926-4961-A371-C3AB7BB7E07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23EEC849-F670-48C0-AF45-E9C4C2C7F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66371753-8D81-4C94-86C0-501650ADCA59}"/>
                </a:ext>
              </a:extLst>
            </p:cNvPr>
            <p:cNvSpPr/>
            <p:nvPr/>
          </p:nvSpPr>
          <p:spPr>
            <a:xfrm>
              <a:off x="1136818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0D9637D7-9D02-4159-94E8-55B7F9985C0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C6ED3F4D-22D0-4CBD-992C-D1B92C0DEC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椭圆 452">
              <a:extLst>
                <a:ext uri="{FF2B5EF4-FFF2-40B4-BE49-F238E27FC236}">
                  <a16:creationId xmlns:a16="http://schemas.microsoft.com/office/drawing/2014/main" id="{0E027B24-07E0-4949-86AF-90B02B71BAA6}"/>
                </a:ext>
              </a:extLst>
            </p:cNvPr>
            <p:cNvSpPr/>
            <p:nvPr/>
          </p:nvSpPr>
          <p:spPr>
            <a:xfrm>
              <a:off x="1136818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033A9059-0A35-468B-B0F0-317FCDFAA70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8824E804-9601-4892-A50B-A68F386A27F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ADC240EB-17C2-42F0-BA9A-C6603AD63846}"/>
                </a:ext>
              </a:extLst>
            </p:cNvPr>
            <p:cNvSpPr/>
            <p:nvPr/>
          </p:nvSpPr>
          <p:spPr>
            <a:xfrm>
              <a:off x="1136818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CD7E6B53-63E1-4F45-8D37-DC98B855C68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95731112-9966-41BB-B26D-5F1DC18795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5A158C67-E911-4432-BAE3-58A5BFF9A532}"/>
                </a:ext>
              </a:extLst>
            </p:cNvPr>
            <p:cNvSpPr/>
            <p:nvPr/>
          </p:nvSpPr>
          <p:spPr>
            <a:xfrm>
              <a:off x="4083133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5E91ECDE-4DAF-4179-9509-6EB9D754B072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CB857F3E-9A9A-4C28-B3A9-7619A40CC3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D0B91BA1-E457-4FE9-B64A-CFADA6B4B6F6}"/>
                </a:ext>
              </a:extLst>
            </p:cNvPr>
            <p:cNvSpPr/>
            <p:nvPr/>
          </p:nvSpPr>
          <p:spPr>
            <a:xfrm>
              <a:off x="4083133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15F2E34D-6DBC-42BF-A685-F4C66D8507C9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3400A0D0-6B00-426D-B0FB-623DCDA9A1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EAE83D5E-5F9A-41B0-9469-BFBC6EBCA935}"/>
                </a:ext>
              </a:extLst>
            </p:cNvPr>
            <p:cNvSpPr/>
            <p:nvPr/>
          </p:nvSpPr>
          <p:spPr>
            <a:xfrm>
              <a:off x="4083133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0666782F-12BF-476C-BEA6-AB29F6C0556A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51555A87-3276-4375-A63B-328C802BE52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A20E8501-8FC0-4D64-B1C3-D32D688197C8}"/>
                </a:ext>
              </a:extLst>
            </p:cNvPr>
            <p:cNvSpPr/>
            <p:nvPr/>
          </p:nvSpPr>
          <p:spPr>
            <a:xfrm>
              <a:off x="4083133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6E55A44F-6CF7-4A92-A83C-7DD5B0DD730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D673F8D1-C20A-4CFE-A569-34ECADF02F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A12898AA-BC67-4BFB-8B24-0B5E28F2E523}"/>
                </a:ext>
              </a:extLst>
            </p:cNvPr>
            <p:cNvSpPr/>
            <p:nvPr/>
          </p:nvSpPr>
          <p:spPr>
            <a:xfrm>
              <a:off x="4083133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500A18E4-1412-47A7-83E5-72840BB69C01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B5EBE75C-4F26-49DC-8DED-34CEC8975F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椭圆 473">
              <a:extLst>
                <a:ext uri="{FF2B5EF4-FFF2-40B4-BE49-F238E27FC236}">
                  <a16:creationId xmlns:a16="http://schemas.microsoft.com/office/drawing/2014/main" id="{5F53E8A5-507C-4EF6-90A3-AAEA4440F8A7}"/>
                </a:ext>
              </a:extLst>
            </p:cNvPr>
            <p:cNvSpPr/>
            <p:nvPr/>
          </p:nvSpPr>
          <p:spPr>
            <a:xfrm>
              <a:off x="3346554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FB64B38E-CB94-4764-A989-88FA52F8B35F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0FA218B3-E198-4A11-B9EA-6C4E757B1F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70B654F0-8469-4EBB-8CC6-0FC21923740A}"/>
                </a:ext>
              </a:extLst>
            </p:cNvPr>
            <p:cNvSpPr/>
            <p:nvPr/>
          </p:nvSpPr>
          <p:spPr>
            <a:xfrm>
              <a:off x="3346554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FED3B6F2-095E-4686-909B-8C4C0DB9DC69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2223AC0C-B365-4820-8A89-87670FB309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BA3ED691-E259-4E13-80B7-2CA7E791DB93}"/>
                </a:ext>
              </a:extLst>
            </p:cNvPr>
            <p:cNvSpPr/>
            <p:nvPr/>
          </p:nvSpPr>
          <p:spPr>
            <a:xfrm>
              <a:off x="3346554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BE5A59C7-357D-468B-B5A8-AA8E2D98677A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45C5B1AB-7BF3-499E-A698-2A65EC8F556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F8AD0780-7E27-4010-8D74-B29DB8107895}"/>
                </a:ext>
              </a:extLst>
            </p:cNvPr>
            <p:cNvSpPr/>
            <p:nvPr/>
          </p:nvSpPr>
          <p:spPr>
            <a:xfrm>
              <a:off x="3346554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DDA86052-AAE8-4181-9C90-A33D8C6DE1FB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7DE39D03-AC28-46FB-9029-ED93D63AF0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220BDF25-35BC-465E-A220-7005EBB9A604}"/>
                </a:ext>
              </a:extLst>
            </p:cNvPr>
            <p:cNvSpPr/>
            <p:nvPr/>
          </p:nvSpPr>
          <p:spPr>
            <a:xfrm>
              <a:off x="3346554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BAB80EAF-1865-4967-8F91-ECA868C2C811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7F30ECC6-9BB2-4096-8699-49CCFB410E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C0739311-8F00-49DF-8B09-FA49D1011A4A}"/>
                </a:ext>
              </a:extLst>
            </p:cNvPr>
            <p:cNvSpPr/>
            <p:nvPr/>
          </p:nvSpPr>
          <p:spPr>
            <a:xfrm>
              <a:off x="922366" y="2062334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0" name="椭圆 489">
              <a:extLst>
                <a:ext uri="{FF2B5EF4-FFF2-40B4-BE49-F238E27FC236}">
                  <a16:creationId xmlns:a16="http://schemas.microsoft.com/office/drawing/2014/main" id="{D666872F-A3FE-444C-AE32-298008B14053}"/>
                </a:ext>
              </a:extLst>
            </p:cNvPr>
            <p:cNvSpPr/>
            <p:nvPr/>
          </p:nvSpPr>
          <p:spPr>
            <a:xfrm>
              <a:off x="3080089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7AE89000-CFD4-41B0-A27E-1672A60D06C8}"/>
                </a:ext>
              </a:extLst>
            </p:cNvPr>
            <p:cNvSpPr/>
            <p:nvPr/>
          </p:nvSpPr>
          <p:spPr>
            <a:xfrm>
              <a:off x="3080089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4A958C78-EFE4-454B-A8A7-55E040F9E5F1}"/>
                </a:ext>
              </a:extLst>
            </p:cNvPr>
            <p:cNvSpPr/>
            <p:nvPr/>
          </p:nvSpPr>
          <p:spPr>
            <a:xfrm>
              <a:off x="3080089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C6F4B5F7-4421-49FC-862A-1031A13333C3}"/>
                </a:ext>
              </a:extLst>
            </p:cNvPr>
            <p:cNvSpPr/>
            <p:nvPr/>
          </p:nvSpPr>
          <p:spPr>
            <a:xfrm>
              <a:off x="3080089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C8C642CE-E744-402A-B862-03FD36456F99}"/>
                </a:ext>
              </a:extLst>
            </p:cNvPr>
            <p:cNvSpPr/>
            <p:nvPr/>
          </p:nvSpPr>
          <p:spPr>
            <a:xfrm>
              <a:off x="3080089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606A4782-47BF-4F72-833D-CD19803542E4}"/>
                </a:ext>
              </a:extLst>
            </p:cNvPr>
            <p:cNvSpPr/>
            <p:nvPr/>
          </p:nvSpPr>
          <p:spPr>
            <a:xfrm>
              <a:off x="3800160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7D0AE76D-E586-47C0-A0A2-DD45E3B75CAF}"/>
                </a:ext>
              </a:extLst>
            </p:cNvPr>
            <p:cNvSpPr/>
            <p:nvPr/>
          </p:nvSpPr>
          <p:spPr>
            <a:xfrm>
              <a:off x="3800160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0590DC22-D734-4A2C-8DFE-66903A89E721}"/>
                </a:ext>
              </a:extLst>
            </p:cNvPr>
            <p:cNvSpPr/>
            <p:nvPr/>
          </p:nvSpPr>
          <p:spPr>
            <a:xfrm>
              <a:off x="3800160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4079130F-0044-461A-A3BB-D896EECF1CA8}"/>
                </a:ext>
              </a:extLst>
            </p:cNvPr>
            <p:cNvSpPr/>
            <p:nvPr/>
          </p:nvSpPr>
          <p:spPr>
            <a:xfrm>
              <a:off x="3800160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4EA30058-4623-4D1E-A6DB-164C36AC0381}"/>
                </a:ext>
              </a:extLst>
            </p:cNvPr>
            <p:cNvSpPr/>
            <p:nvPr/>
          </p:nvSpPr>
          <p:spPr>
            <a:xfrm>
              <a:off x="3800160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D0AD9234-ABFA-47D3-9022-B315362D422D}"/>
                </a:ext>
              </a:extLst>
            </p:cNvPr>
            <p:cNvSpPr/>
            <p:nvPr/>
          </p:nvSpPr>
          <p:spPr>
            <a:xfrm>
              <a:off x="1657105" y="217456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B0F30E17-8FF1-4AB4-8F51-0C261B9267F2}"/>
                </a:ext>
              </a:extLst>
            </p:cNvPr>
            <p:cNvSpPr/>
            <p:nvPr/>
          </p:nvSpPr>
          <p:spPr>
            <a:xfrm>
              <a:off x="1657105" y="2701179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09494603-97CA-4285-9E57-4E7984613F56}"/>
                </a:ext>
              </a:extLst>
            </p:cNvPr>
            <p:cNvSpPr/>
            <p:nvPr/>
          </p:nvSpPr>
          <p:spPr>
            <a:xfrm>
              <a:off x="1657105" y="322779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7561638B-32D1-4B3D-ADF0-4F02B3D29989}"/>
                </a:ext>
              </a:extLst>
            </p:cNvPr>
            <p:cNvSpPr/>
            <p:nvPr/>
          </p:nvSpPr>
          <p:spPr>
            <a:xfrm>
              <a:off x="1657105" y="375441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B26C4E01-FA2B-4841-A2AB-423055D94699}"/>
                </a:ext>
              </a:extLst>
            </p:cNvPr>
            <p:cNvSpPr/>
            <p:nvPr/>
          </p:nvSpPr>
          <p:spPr>
            <a:xfrm>
              <a:off x="1657105" y="428103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1A2D78D7-D59D-4AF2-B2F7-38540BA61698}"/>
                </a:ext>
              </a:extLst>
            </p:cNvPr>
            <p:cNvSpPr/>
            <p:nvPr/>
          </p:nvSpPr>
          <p:spPr>
            <a:xfrm>
              <a:off x="2371809" y="21589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1AE3A885-DBF3-48A3-AE59-E3F4E4F3AD74}"/>
                </a:ext>
              </a:extLst>
            </p:cNvPr>
            <p:cNvSpPr/>
            <p:nvPr/>
          </p:nvSpPr>
          <p:spPr>
            <a:xfrm>
              <a:off x="2371809" y="26855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96615854-B4D7-4B6A-8F5E-BEA4D01A0BC9}"/>
                </a:ext>
              </a:extLst>
            </p:cNvPr>
            <p:cNvSpPr/>
            <p:nvPr/>
          </p:nvSpPr>
          <p:spPr>
            <a:xfrm>
              <a:off x="2371809" y="32121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53A3F500-9581-4C1B-83E8-1145A9354381}"/>
                </a:ext>
              </a:extLst>
            </p:cNvPr>
            <p:cNvSpPr/>
            <p:nvPr/>
          </p:nvSpPr>
          <p:spPr>
            <a:xfrm>
              <a:off x="2371809" y="37387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B91B7DA3-0E74-42F7-9422-1D3E63FA9CA6}"/>
                </a:ext>
              </a:extLst>
            </p:cNvPr>
            <p:cNvSpPr/>
            <p:nvPr/>
          </p:nvSpPr>
          <p:spPr>
            <a:xfrm>
              <a:off x="2371809" y="42653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0" name="文本框 509">
              <a:extLst>
                <a:ext uri="{FF2B5EF4-FFF2-40B4-BE49-F238E27FC236}">
                  <a16:creationId xmlns:a16="http://schemas.microsoft.com/office/drawing/2014/main" id="{C4FB299A-DFFA-4708-8124-1497D626E84D}"/>
                </a:ext>
              </a:extLst>
            </p:cNvPr>
            <p:cNvSpPr txBox="1"/>
            <p:nvPr/>
          </p:nvSpPr>
          <p:spPr>
            <a:xfrm>
              <a:off x="2057787" y="5007876"/>
              <a:ext cx="2372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3F4A840-B849-4088-BEF0-1DA1DFB7173F}"/>
              </a:ext>
            </a:extLst>
          </p:cNvPr>
          <p:cNvSpPr/>
          <p:nvPr/>
        </p:nvSpPr>
        <p:spPr>
          <a:xfrm>
            <a:off x="6027313" y="2071859"/>
            <a:ext cx="106114" cy="27573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7" name="组合 386">
            <a:extLst>
              <a:ext uri="{FF2B5EF4-FFF2-40B4-BE49-F238E27FC236}">
                <a16:creationId xmlns:a16="http://schemas.microsoft.com/office/drawing/2014/main" id="{10E93FDD-7436-4D39-BDD9-284A5FE1F927}"/>
              </a:ext>
            </a:extLst>
          </p:cNvPr>
          <p:cNvGrpSpPr/>
          <p:nvPr/>
        </p:nvGrpSpPr>
        <p:grpSpPr>
          <a:xfrm>
            <a:off x="5938443" y="2186600"/>
            <a:ext cx="826757" cy="2213161"/>
            <a:chOff x="7343313" y="1726818"/>
            <a:chExt cx="826757" cy="2213161"/>
          </a:xfrm>
        </p:grpSpPr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83C44672-0969-4C1A-8914-F29243704102}"/>
                </a:ext>
              </a:extLst>
            </p:cNvPr>
            <p:cNvSpPr/>
            <p:nvPr/>
          </p:nvSpPr>
          <p:spPr>
            <a:xfrm>
              <a:off x="734331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4C5B301F-B5F2-468D-B4FD-4B3F06315AEE}"/>
                </a:ext>
              </a:extLst>
            </p:cNvPr>
            <p:cNvSpPr/>
            <p:nvPr/>
          </p:nvSpPr>
          <p:spPr>
            <a:xfrm>
              <a:off x="734331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9A60C453-9039-4D3F-93F6-E52FF788B5E0}"/>
                </a:ext>
              </a:extLst>
            </p:cNvPr>
            <p:cNvSpPr/>
            <p:nvPr/>
          </p:nvSpPr>
          <p:spPr>
            <a:xfrm>
              <a:off x="734331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237D9087-4618-4859-9507-6B624A877D3B}"/>
                </a:ext>
              </a:extLst>
            </p:cNvPr>
            <p:cNvSpPr/>
            <p:nvPr/>
          </p:nvSpPr>
          <p:spPr>
            <a:xfrm>
              <a:off x="734331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2" name="椭圆 391">
              <a:extLst>
                <a:ext uri="{FF2B5EF4-FFF2-40B4-BE49-F238E27FC236}">
                  <a16:creationId xmlns:a16="http://schemas.microsoft.com/office/drawing/2014/main" id="{D6CEB4B2-F9DC-428B-B6A0-AD55E4E4398C}"/>
                </a:ext>
              </a:extLst>
            </p:cNvPr>
            <p:cNvSpPr/>
            <p:nvPr/>
          </p:nvSpPr>
          <p:spPr>
            <a:xfrm>
              <a:off x="734331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101C2C89-68AF-4632-83E3-37FE4E18678F}"/>
                </a:ext>
              </a:extLst>
            </p:cNvPr>
            <p:cNvSpPr/>
            <p:nvPr/>
          </p:nvSpPr>
          <p:spPr>
            <a:xfrm>
              <a:off x="8063383" y="17268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4" name="椭圆 393">
              <a:extLst>
                <a:ext uri="{FF2B5EF4-FFF2-40B4-BE49-F238E27FC236}">
                  <a16:creationId xmlns:a16="http://schemas.microsoft.com/office/drawing/2014/main" id="{6CCB7022-EDB9-47F1-9247-3E7C17D4B46B}"/>
                </a:ext>
              </a:extLst>
            </p:cNvPr>
            <p:cNvSpPr/>
            <p:nvPr/>
          </p:nvSpPr>
          <p:spPr>
            <a:xfrm>
              <a:off x="8063383" y="22534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5" name="椭圆 394">
              <a:extLst>
                <a:ext uri="{FF2B5EF4-FFF2-40B4-BE49-F238E27FC236}">
                  <a16:creationId xmlns:a16="http://schemas.microsoft.com/office/drawing/2014/main" id="{96FBA9A3-B9C5-4E09-9E8B-22C2CF4B806B}"/>
                </a:ext>
              </a:extLst>
            </p:cNvPr>
            <p:cNvSpPr/>
            <p:nvPr/>
          </p:nvSpPr>
          <p:spPr>
            <a:xfrm>
              <a:off x="8063383" y="27800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CB64833E-0267-4A10-939B-10644D4F9FCE}"/>
                </a:ext>
              </a:extLst>
            </p:cNvPr>
            <p:cNvSpPr/>
            <p:nvPr/>
          </p:nvSpPr>
          <p:spPr>
            <a:xfrm>
              <a:off x="8063383" y="33066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5456A3D5-39E2-4E44-A7B8-CA82FD446989}"/>
                </a:ext>
              </a:extLst>
            </p:cNvPr>
            <p:cNvSpPr/>
            <p:nvPr/>
          </p:nvSpPr>
          <p:spPr>
            <a:xfrm>
              <a:off x="8063383" y="38332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EE83A96F-9FBF-4F52-B280-73BD0681379A}"/>
              </a:ext>
            </a:extLst>
          </p:cNvPr>
          <p:cNvGrpSpPr/>
          <p:nvPr/>
        </p:nvGrpSpPr>
        <p:grpSpPr>
          <a:xfrm>
            <a:off x="5933066" y="2178980"/>
            <a:ext cx="837002" cy="2213160"/>
            <a:chOff x="4416441" y="1744875"/>
            <a:chExt cx="837002" cy="2213160"/>
          </a:xfrm>
        </p:grpSpPr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7F3F0ED6-BFF3-483E-8882-168029157768}"/>
                </a:ext>
              </a:extLst>
            </p:cNvPr>
            <p:cNvSpPr/>
            <p:nvPr/>
          </p:nvSpPr>
          <p:spPr>
            <a:xfrm>
              <a:off x="4416441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B1F07C6C-EFB5-49D6-8C75-99473F551E6F}"/>
                </a:ext>
              </a:extLst>
            </p:cNvPr>
            <p:cNvSpPr/>
            <p:nvPr/>
          </p:nvSpPr>
          <p:spPr>
            <a:xfrm>
              <a:off x="4416441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6C265FEB-F935-4F01-AA45-B608BFE921BD}"/>
                </a:ext>
              </a:extLst>
            </p:cNvPr>
            <p:cNvSpPr/>
            <p:nvPr/>
          </p:nvSpPr>
          <p:spPr>
            <a:xfrm>
              <a:off x="4416441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C8E666DE-58D4-4C97-8F4D-9AFBB270ED5F}"/>
                </a:ext>
              </a:extLst>
            </p:cNvPr>
            <p:cNvSpPr/>
            <p:nvPr/>
          </p:nvSpPr>
          <p:spPr>
            <a:xfrm>
              <a:off x="4416441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84CB5E0E-58BB-462B-9D24-377550B4A68C}"/>
                </a:ext>
              </a:extLst>
            </p:cNvPr>
            <p:cNvSpPr/>
            <p:nvPr/>
          </p:nvSpPr>
          <p:spPr>
            <a:xfrm>
              <a:off x="4416441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7A8A5F9E-4B53-48A6-94B8-573822E67F02}"/>
                </a:ext>
              </a:extLst>
            </p:cNvPr>
            <p:cNvSpPr/>
            <p:nvPr/>
          </p:nvSpPr>
          <p:spPr>
            <a:xfrm>
              <a:off x="5146756" y="174487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D5678A5E-B5F4-4E3F-810E-BB85D985A0DB}"/>
                </a:ext>
              </a:extLst>
            </p:cNvPr>
            <p:cNvSpPr/>
            <p:nvPr/>
          </p:nvSpPr>
          <p:spPr>
            <a:xfrm>
              <a:off x="5146756" y="22714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9B60A713-51E3-4D81-9FB2-B3B85500E7C1}"/>
                </a:ext>
              </a:extLst>
            </p:cNvPr>
            <p:cNvSpPr/>
            <p:nvPr/>
          </p:nvSpPr>
          <p:spPr>
            <a:xfrm>
              <a:off x="5146756" y="279811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6E2FFF4C-9251-456B-8D15-9B9C00CDA1D3}"/>
                </a:ext>
              </a:extLst>
            </p:cNvPr>
            <p:cNvSpPr/>
            <p:nvPr/>
          </p:nvSpPr>
          <p:spPr>
            <a:xfrm>
              <a:off x="5146756" y="3324730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BBDF01DC-BCA6-4033-835A-E581FA3902DC}"/>
                </a:ext>
              </a:extLst>
            </p:cNvPr>
            <p:cNvSpPr/>
            <p:nvPr/>
          </p:nvSpPr>
          <p:spPr>
            <a:xfrm>
              <a:off x="5146756" y="38513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502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EB74D66B-8C40-4672-99E5-878B71A4AB65}"/>
              </a:ext>
            </a:extLst>
          </p:cNvPr>
          <p:cNvGrpSpPr/>
          <p:nvPr/>
        </p:nvGrpSpPr>
        <p:grpSpPr>
          <a:xfrm>
            <a:off x="6082023" y="2062505"/>
            <a:ext cx="4572278" cy="3591530"/>
            <a:chOff x="6390787" y="2062505"/>
            <a:chExt cx="4572278" cy="3591530"/>
          </a:xfrm>
        </p:grpSpPr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1D06A9B2-A0A8-4530-8487-9A9BB72FFD1D}"/>
                </a:ext>
              </a:extLst>
            </p:cNvPr>
            <p:cNvSpPr/>
            <p:nvPr/>
          </p:nvSpPr>
          <p:spPr>
            <a:xfrm>
              <a:off x="64555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2FE02E8-3C83-4099-99ED-93C8F0768798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E357154D-8EAE-4130-A60B-04069A5AE1EF}"/>
                </a:ext>
              </a:extLst>
            </p:cNvPr>
            <p:cNvSpPr/>
            <p:nvPr/>
          </p:nvSpPr>
          <p:spPr>
            <a:xfrm>
              <a:off x="64555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3D20CB4B-0BB7-4CD9-9AF7-56760AA312DD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AF99D751-4421-4C12-889A-461AC62DAF77}"/>
                </a:ext>
              </a:extLst>
            </p:cNvPr>
            <p:cNvSpPr/>
            <p:nvPr/>
          </p:nvSpPr>
          <p:spPr>
            <a:xfrm>
              <a:off x="64555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112AACDE-EC0D-45AC-8877-BADB3774AE2B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6C790B0B-BF8E-4DDA-88B1-7AF728EFAB79}"/>
                </a:ext>
              </a:extLst>
            </p:cNvPr>
            <p:cNvSpPr/>
            <p:nvPr/>
          </p:nvSpPr>
          <p:spPr>
            <a:xfrm>
              <a:off x="64555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18A15910-1BB0-46C4-A52F-FE44CBA2F937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46904A3B-DABA-40B3-BCB6-4312B88C8A02}"/>
                </a:ext>
              </a:extLst>
            </p:cNvPr>
            <p:cNvSpPr/>
            <p:nvPr/>
          </p:nvSpPr>
          <p:spPr>
            <a:xfrm>
              <a:off x="64555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3376F9D3-28B4-4DE3-9B37-D3792FD46BA0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A6F303E8-48CD-40FF-B978-34B66553D70D}"/>
                </a:ext>
              </a:extLst>
            </p:cNvPr>
            <p:cNvSpPr/>
            <p:nvPr/>
          </p:nvSpPr>
          <p:spPr>
            <a:xfrm>
              <a:off x="719216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E56BDBF0-9ABE-4662-A2D3-CF3EB653C4C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1EF57DB7-4D21-48EB-911B-BDA7793D878A}"/>
                </a:ext>
              </a:extLst>
            </p:cNvPr>
            <p:cNvSpPr/>
            <p:nvPr/>
          </p:nvSpPr>
          <p:spPr>
            <a:xfrm>
              <a:off x="719216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1C5B842C-6F9B-429B-A682-38743BC41BE8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6C667F52-7662-4FF2-B3A2-D660B866D68A}"/>
                </a:ext>
              </a:extLst>
            </p:cNvPr>
            <p:cNvSpPr/>
            <p:nvPr/>
          </p:nvSpPr>
          <p:spPr>
            <a:xfrm>
              <a:off x="719216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05269CBA-C409-4881-9968-ACAC4B35347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8E729625-F252-43EA-A4EB-508F8A649187}"/>
                </a:ext>
              </a:extLst>
            </p:cNvPr>
            <p:cNvSpPr/>
            <p:nvPr/>
          </p:nvSpPr>
          <p:spPr>
            <a:xfrm>
              <a:off x="719216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A36C45D7-E74C-489E-BA9C-09832D6C79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B32BB048-6963-4A0C-B2DB-F8D038A684F0}"/>
                </a:ext>
              </a:extLst>
            </p:cNvPr>
            <p:cNvSpPr/>
            <p:nvPr/>
          </p:nvSpPr>
          <p:spPr>
            <a:xfrm>
              <a:off x="719216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0AD3FFA0-6D7F-41AA-9584-119B01CF1361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9CA28AF3-05E3-4400-8B59-376D4808FE30}"/>
                </a:ext>
              </a:extLst>
            </p:cNvPr>
            <p:cNvSpPr/>
            <p:nvPr/>
          </p:nvSpPr>
          <p:spPr>
            <a:xfrm>
              <a:off x="792874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A5B43BB4-4541-42B8-8E8F-D8789BA3F637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252A74B8-658E-4BAE-8169-3A8C0366A20F}"/>
                </a:ext>
              </a:extLst>
            </p:cNvPr>
            <p:cNvSpPr/>
            <p:nvPr/>
          </p:nvSpPr>
          <p:spPr>
            <a:xfrm>
              <a:off x="792874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7AD281CE-4BF5-4EFB-A8C6-4FDA96FC1889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椭圆 328">
              <a:extLst>
                <a:ext uri="{FF2B5EF4-FFF2-40B4-BE49-F238E27FC236}">
                  <a16:creationId xmlns:a16="http://schemas.microsoft.com/office/drawing/2014/main" id="{FB3B34A8-7394-458E-B138-DBED5595BDB0}"/>
                </a:ext>
              </a:extLst>
            </p:cNvPr>
            <p:cNvSpPr/>
            <p:nvPr/>
          </p:nvSpPr>
          <p:spPr>
            <a:xfrm>
              <a:off x="792874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BD540178-CC0B-4C7A-9854-8D5CDA0303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4980E62B-23BD-4839-AA1F-50C5FC199386}"/>
                </a:ext>
              </a:extLst>
            </p:cNvPr>
            <p:cNvSpPr/>
            <p:nvPr/>
          </p:nvSpPr>
          <p:spPr>
            <a:xfrm>
              <a:off x="792874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DC89CD6D-B364-476B-AC6F-27AC620DD0A1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0A422879-9DF7-4386-A1EB-DBA7856DD4F1}"/>
                </a:ext>
              </a:extLst>
            </p:cNvPr>
            <p:cNvSpPr/>
            <p:nvPr/>
          </p:nvSpPr>
          <p:spPr>
            <a:xfrm>
              <a:off x="792874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53F1C802-D382-4D1B-85D6-C53DCEF4BCBC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A8F042B3-B0A5-4AF6-BA4B-72254FD77C13}"/>
                </a:ext>
              </a:extLst>
            </p:cNvPr>
            <p:cNvSpPr/>
            <p:nvPr/>
          </p:nvSpPr>
          <p:spPr>
            <a:xfrm>
              <a:off x="8665327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393EF4D6-A197-4B09-8EC5-844AC9803A52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05556768-61C1-4A09-A9B9-CB3BEA0BEC23}"/>
                </a:ext>
              </a:extLst>
            </p:cNvPr>
            <p:cNvSpPr/>
            <p:nvPr/>
          </p:nvSpPr>
          <p:spPr>
            <a:xfrm>
              <a:off x="8665327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5DD72E3F-05EE-4FA5-9FEB-B539932F30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椭圆 338">
              <a:extLst>
                <a:ext uri="{FF2B5EF4-FFF2-40B4-BE49-F238E27FC236}">
                  <a16:creationId xmlns:a16="http://schemas.microsoft.com/office/drawing/2014/main" id="{B391463C-1890-449F-9F86-18DDEE8D5E4E}"/>
                </a:ext>
              </a:extLst>
            </p:cNvPr>
            <p:cNvSpPr/>
            <p:nvPr/>
          </p:nvSpPr>
          <p:spPr>
            <a:xfrm>
              <a:off x="8665327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2B2DE00B-8864-4106-AA99-84CD85E1C728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A1A173DF-997B-4473-8C63-6C806FB151D8}"/>
                </a:ext>
              </a:extLst>
            </p:cNvPr>
            <p:cNvSpPr/>
            <p:nvPr/>
          </p:nvSpPr>
          <p:spPr>
            <a:xfrm>
              <a:off x="8665327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68BE4FF6-C266-44E1-B1E4-4BD203FACD83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BE8512C5-343F-45E1-A76B-CD68CA794B4E}"/>
                </a:ext>
              </a:extLst>
            </p:cNvPr>
            <p:cNvSpPr/>
            <p:nvPr/>
          </p:nvSpPr>
          <p:spPr>
            <a:xfrm>
              <a:off x="8665327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485EFA2E-BE5B-4719-BF98-D9288420834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622FE5AE-A677-4886-928C-180091FAAAD3}"/>
                </a:ext>
              </a:extLst>
            </p:cNvPr>
            <p:cNvSpPr/>
            <p:nvPr/>
          </p:nvSpPr>
          <p:spPr>
            <a:xfrm>
              <a:off x="9401905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4D0F0B6D-2DEB-43A3-9A94-5C339FC68B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D085B814-C423-408F-B6B4-BBE1E050D157}"/>
                </a:ext>
              </a:extLst>
            </p:cNvPr>
            <p:cNvSpPr/>
            <p:nvPr/>
          </p:nvSpPr>
          <p:spPr>
            <a:xfrm>
              <a:off x="9401905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60602CBE-B045-43AB-B166-2445956CE2C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22E168CA-EA0A-4A46-B6AF-5CFAC88AF58F}"/>
                </a:ext>
              </a:extLst>
            </p:cNvPr>
            <p:cNvSpPr/>
            <p:nvPr/>
          </p:nvSpPr>
          <p:spPr>
            <a:xfrm>
              <a:off x="9401905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CAAD3036-6288-42F9-9056-B316DC87F0F3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3C78F536-7516-4FCE-85CB-CB61E6F586D4}"/>
                </a:ext>
              </a:extLst>
            </p:cNvPr>
            <p:cNvSpPr/>
            <p:nvPr/>
          </p:nvSpPr>
          <p:spPr>
            <a:xfrm>
              <a:off x="9401905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FD5A4A25-3152-4973-8CE5-CB86BC20CC4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66B36E3E-D577-44F8-8610-34BAD29605D7}"/>
                </a:ext>
              </a:extLst>
            </p:cNvPr>
            <p:cNvSpPr/>
            <p:nvPr/>
          </p:nvSpPr>
          <p:spPr>
            <a:xfrm>
              <a:off x="9401905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350189D6-CB37-4ABC-B04C-BD1C0940F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2A91A3B3-D36B-4491-9DCD-94E858E99D5B}"/>
                </a:ext>
              </a:extLst>
            </p:cNvPr>
            <p:cNvSpPr/>
            <p:nvPr/>
          </p:nvSpPr>
          <p:spPr>
            <a:xfrm>
              <a:off x="101384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D1A54F1E-F8BE-4C7A-9FF8-FC02347D3317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604D10A3-5986-4E2A-A21B-EBEA3006E5AC}"/>
                </a:ext>
              </a:extLst>
            </p:cNvPr>
            <p:cNvSpPr/>
            <p:nvPr/>
          </p:nvSpPr>
          <p:spPr>
            <a:xfrm>
              <a:off x="101384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E4BBAC92-D90C-444B-A5B6-75DEC23F80E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F882B208-830C-4868-B562-4045D7958190}"/>
                </a:ext>
              </a:extLst>
            </p:cNvPr>
            <p:cNvSpPr/>
            <p:nvPr/>
          </p:nvSpPr>
          <p:spPr>
            <a:xfrm>
              <a:off x="101384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83AF6135-AFEB-4515-9477-F84FE603D2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8F3EA544-3916-4DD9-9EB2-F04D178CF254}"/>
                </a:ext>
              </a:extLst>
            </p:cNvPr>
            <p:cNvSpPr/>
            <p:nvPr/>
          </p:nvSpPr>
          <p:spPr>
            <a:xfrm>
              <a:off x="101384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9974EC8C-BD3F-4E45-B039-C6ED26B6F3B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AEC9B004-02FF-4744-9B0D-D86F03853A5C}"/>
                </a:ext>
              </a:extLst>
            </p:cNvPr>
            <p:cNvSpPr/>
            <p:nvPr/>
          </p:nvSpPr>
          <p:spPr>
            <a:xfrm>
              <a:off x="101384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D88DCF74-743A-4F5F-8A55-AAFB51B9BB2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BB375216-BEC1-4280-9E94-C113FEF1CEC3}"/>
                </a:ext>
              </a:extLst>
            </p:cNvPr>
            <p:cNvSpPr/>
            <p:nvPr/>
          </p:nvSpPr>
          <p:spPr>
            <a:xfrm>
              <a:off x="8446573" y="217253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AC88F9CC-298B-4A81-90A0-E03ADA21BC32}"/>
                </a:ext>
              </a:extLst>
            </p:cNvPr>
            <p:cNvSpPr/>
            <p:nvPr/>
          </p:nvSpPr>
          <p:spPr>
            <a:xfrm>
              <a:off x="8446573" y="2699149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96D98E92-FF75-4C2D-9306-298982EB8D05}"/>
                </a:ext>
              </a:extLst>
            </p:cNvPr>
            <p:cNvSpPr/>
            <p:nvPr/>
          </p:nvSpPr>
          <p:spPr>
            <a:xfrm>
              <a:off x="8446573" y="322576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474601AB-B7E8-42F0-8A07-45A707E714B8}"/>
                </a:ext>
              </a:extLst>
            </p:cNvPr>
            <p:cNvSpPr/>
            <p:nvPr/>
          </p:nvSpPr>
          <p:spPr>
            <a:xfrm>
              <a:off x="8446573" y="375238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7631D859-D41B-40C7-99CE-32F0E80A92D0}"/>
                </a:ext>
              </a:extLst>
            </p:cNvPr>
            <p:cNvSpPr/>
            <p:nvPr/>
          </p:nvSpPr>
          <p:spPr>
            <a:xfrm>
              <a:off x="8446573" y="427900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A5282EE0-A9B3-4A7A-B1BC-FF0AFA3C0485}"/>
                </a:ext>
              </a:extLst>
            </p:cNvPr>
            <p:cNvSpPr/>
            <p:nvPr/>
          </p:nvSpPr>
          <p:spPr>
            <a:xfrm>
              <a:off x="9162306" y="215481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87C6B4B0-E871-4714-911F-F980C3F4FCC6}"/>
                </a:ext>
              </a:extLst>
            </p:cNvPr>
            <p:cNvSpPr/>
            <p:nvPr/>
          </p:nvSpPr>
          <p:spPr>
            <a:xfrm>
              <a:off x="9162306" y="268143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132F689F-13D6-454D-A7B2-257BF60E9D5A}"/>
                </a:ext>
              </a:extLst>
            </p:cNvPr>
            <p:cNvSpPr/>
            <p:nvPr/>
          </p:nvSpPr>
          <p:spPr>
            <a:xfrm>
              <a:off x="9162306" y="320805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8C35F3C9-F00C-4AE4-BA7C-31598BA887DA}"/>
                </a:ext>
              </a:extLst>
            </p:cNvPr>
            <p:cNvSpPr/>
            <p:nvPr/>
          </p:nvSpPr>
          <p:spPr>
            <a:xfrm>
              <a:off x="9162306" y="373467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89E5CC6E-BE52-48C1-A1A9-20493393EA27}"/>
                </a:ext>
              </a:extLst>
            </p:cNvPr>
            <p:cNvSpPr/>
            <p:nvPr/>
          </p:nvSpPr>
          <p:spPr>
            <a:xfrm>
              <a:off x="9162306" y="42612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85503E4F-6100-4C9B-992F-212ACDEB9847}"/>
                </a:ext>
              </a:extLst>
            </p:cNvPr>
            <p:cNvSpPr/>
            <p:nvPr/>
          </p:nvSpPr>
          <p:spPr>
            <a:xfrm>
              <a:off x="10602905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BB6FBD96-57E6-4374-8DDC-7335924B9834}"/>
                </a:ext>
              </a:extLst>
            </p:cNvPr>
            <p:cNvSpPr/>
            <p:nvPr/>
          </p:nvSpPr>
          <p:spPr>
            <a:xfrm>
              <a:off x="10602905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31434899-D061-473F-A311-B6218064A9B9}"/>
                </a:ext>
              </a:extLst>
            </p:cNvPr>
            <p:cNvSpPr/>
            <p:nvPr/>
          </p:nvSpPr>
          <p:spPr>
            <a:xfrm>
              <a:off x="10602905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11EDFA1B-A56B-4100-A673-9F2DA8A055C3}"/>
                </a:ext>
              </a:extLst>
            </p:cNvPr>
            <p:cNvSpPr/>
            <p:nvPr/>
          </p:nvSpPr>
          <p:spPr>
            <a:xfrm>
              <a:off x="10602905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4CE4ED42-9290-45F4-8D0E-BE9D9C096DEA}"/>
                </a:ext>
              </a:extLst>
            </p:cNvPr>
            <p:cNvSpPr/>
            <p:nvPr/>
          </p:nvSpPr>
          <p:spPr>
            <a:xfrm>
              <a:off x="10602905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0E471A09-C581-4121-BD8D-530BE68ED5AD}"/>
                </a:ext>
              </a:extLst>
            </p:cNvPr>
            <p:cNvSpPr/>
            <p:nvPr/>
          </p:nvSpPr>
          <p:spPr>
            <a:xfrm>
              <a:off x="9919281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3C2055E6-868C-4D38-9EBF-B01029DFDE0F}"/>
                </a:ext>
              </a:extLst>
            </p:cNvPr>
            <p:cNvSpPr/>
            <p:nvPr/>
          </p:nvSpPr>
          <p:spPr>
            <a:xfrm>
              <a:off x="9919281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27C25520-1855-4FE6-A22E-D133B7A99E6A}"/>
                </a:ext>
              </a:extLst>
            </p:cNvPr>
            <p:cNvSpPr/>
            <p:nvPr/>
          </p:nvSpPr>
          <p:spPr>
            <a:xfrm>
              <a:off x="9919281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C77F6946-263B-43C0-8072-650A42EDB9CD}"/>
                </a:ext>
              </a:extLst>
            </p:cNvPr>
            <p:cNvSpPr/>
            <p:nvPr/>
          </p:nvSpPr>
          <p:spPr>
            <a:xfrm>
              <a:off x="9919281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6B501FC1-E587-4C2E-A771-FE9AF99EBB24}"/>
                </a:ext>
              </a:extLst>
            </p:cNvPr>
            <p:cNvSpPr/>
            <p:nvPr/>
          </p:nvSpPr>
          <p:spPr>
            <a:xfrm>
              <a:off x="9919281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4FBEBB2-182C-4899-824D-CAF04A6F296F}"/>
                </a:ext>
              </a:extLst>
            </p:cNvPr>
            <p:cNvSpPr/>
            <p:nvPr/>
          </p:nvSpPr>
          <p:spPr>
            <a:xfrm>
              <a:off x="6390787" y="2062505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D7F78157-37DF-4AE5-BA01-DC1ECC7AE89F}"/>
                </a:ext>
              </a:extLst>
            </p:cNvPr>
            <p:cNvSpPr txBox="1"/>
            <p:nvPr/>
          </p:nvSpPr>
          <p:spPr>
            <a:xfrm>
              <a:off x="7432939" y="5007704"/>
              <a:ext cx="2303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grpSp>
        <p:nvGrpSpPr>
          <p:cNvPr id="398" name="组合 397">
            <a:extLst>
              <a:ext uri="{FF2B5EF4-FFF2-40B4-BE49-F238E27FC236}">
                <a16:creationId xmlns:a16="http://schemas.microsoft.com/office/drawing/2014/main" id="{B01B0109-85C7-4FDD-BEAD-34838EBF89E9}"/>
              </a:ext>
            </a:extLst>
          </p:cNvPr>
          <p:cNvGrpSpPr/>
          <p:nvPr/>
        </p:nvGrpSpPr>
        <p:grpSpPr>
          <a:xfrm>
            <a:off x="1523722" y="2062334"/>
            <a:ext cx="4572278" cy="3591873"/>
            <a:chOff x="922366" y="2062334"/>
            <a:chExt cx="4572278" cy="3591873"/>
          </a:xfrm>
        </p:grpSpPr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A5EE4EC4-6827-4040-AA34-DA1C1E52D2E3}"/>
                </a:ext>
              </a:extLst>
            </p:cNvPr>
            <p:cNvSpPr/>
            <p:nvPr/>
          </p:nvSpPr>
          <p:spPr>
            <a:xfrm>
              <a:off x="4819711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BCE24FBE-0778-4508-872D-22C70D97FA1C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0C67EBEF-85C8-4DD4-A789-3DE2922BC7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1312DE62-713F-45E6-B09B-2229F17B3751}"/>
                </a:ext>
              </a:extLst>
            </p:cNvPr>
            <p:cNvSpPr/>
            <p:nvPr/>
          </p:nvSpPr>
          <p:spPr>
            <a:xfrm>
              <a:off x="4819711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80AE5AD5-A9CB-4649-BEB2-FB02F8E2DA09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DDEF51D1-193B-44FB-9484-11000599C0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5" name="椭圆 404">
              <a:extLst>
                <a:ext uri="{FF2B5EF4-FFF2-40B4-BE49-F238E27FC236}">
                  <a16:creationId xmlns:a16="http://schemas.microsoft.com/office/drawing/2014/main" id="{80DDDC1E-4400-4103-83A1-85FA1017C697}"/>
                </a:ext>
              </a:extLst>
            </p:cNvPr>
            <p:cNvSpPr/>
            <p:nvPr/>
          </p:nvSpPr>
          <p:spPr>
            <a:xfrm>
              <a:off x="4819711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CBFAE977-30DD-4CDB-981B-850925881D68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D08423FF-938E-42CB-A244-F78582463A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F1151AF0-85D1-4F17-98CC-856847CEDD3D}"/>
                </a:ext>
              </a:extLst>
            </p:cNvPr>
            <p:cNvSpPr/>
            <p:nvPr/>
          </p:nvSpPr>
          <p:spPr>
            <a:xfrm>
              <a:off x="4819711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261260F1-FD0E-43E6-9D06-19D5686938E5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076FC1A7-227A-445C-92EF-19343BDBE8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573EC5F4-089D-4C83-89CB-0EDC1A21900D}"/>
                </a:ext>
              </a:extLst>
            </p:cNvPr>
            <p:cNvSpPr/>
            <p:nvPr/>
          </p:nvSpPr>
          <p:spPr>
            <a:xfrm>
              <a:off x="4819711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9529928D-16B2-42C7-A42E-E91C140F0C73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EFB95EBC-16FF-4E7F-B1CA-9CC2F595E3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CCE813B0-7D0A-43AF-B67F-FF61C9F8B624}"/>
                </a:ext>
              </a:extLst>
            </p:cNvPr>
            <p:cNvSpPr/>
            <p:nvPr/>
          </p:nvSpPr>
          <p:spPr>
            <a:xfrm>
              <a:off x="2609975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C346A701-D001-4F94-8094-81F70260742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1E71AD12-5410-447A-A860-147194659E1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D192567B-D2FA-4ADF-9C4D-0813C4C80513}"/>
                </a:ext>
              </a:extLst>
            </p:cNvPr>
            <p:cNvSpPr/>
            <p:nvPr/>
          </p:nvSpPr>
          <p:spPr>
            <a:xfrm>
              <a:off x="2609975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813C0338-A88B-480A-9CFF-62D8EE01C17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9BB811D7-ACC0-4764-A221-283EA8B63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E3C427E7-E6DF-47C1-B95C-987F232EB9EA}"/>
                </a:ext>
              </a:extLst>
            </p:cNvPr>
            <p:cNvSpPr/>
            <p:nvPr/>
          </p:nvSpPr>
          <p:spPr>
            <a:xfrm>
              <a:off x="2609975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E71CF22E-DF1E-43CD-954A-3A2228E57E3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6093002B-3428-4370-94EC-A51BF983AD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54E2D38E-A56C-4FA9-BE95-4A4B1DEB1B7D}"/>
                </a:ext>
              </a:extLst>
            </p:cNvPr>
            <p:cNvSpPr/>
            <p:nvPr/>
          </p:nvSpPr>
          <p:spPr>
            <a:xfrm>
              <a:off x="2609975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C5FD1A30-FB84-432A-B742-5E9D495A67CF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209E719B-5281-4102-9993-FDA0A70E44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07F54171-A85A-43B2-88AE-68FE687CD833}"/>
                </a:ext>
              </a:extLst>
            </p:cNvPr>
            <p:cNvSpPr/>
            <p:nvPr/>
          </p:nvSpPr>
          <p:spPr>
            <a:xfrm>
              <a:off x="2609975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770A40A6-9BFC-4205-9CC1-5322AF77321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14D213E1-F90F-4A3B-850A-24FE21D541D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BED7082D-E489-497A-8CFA-A06D81413C86}"/>
                </a:ext>
              </a:extLst>
            </p:cNvPr>
            <p:cNvSpPr/>
            <p:nvPr/>
          </p:nvSpPr>
          <p:spPr>
            <a:xfrm>
              <a:off x="1873396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E9BC646-32CE-45C1-9B9B-D5245BDDC8EB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A97B30A4-2ADF-4027-899A-B418CD55D2D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CA7BB6B7-420C-4BC6-A78E-D531FBAF464A}"/>
                </a:ext>
              </a:extLst>
            </p:cNvPr>
            <p:cNvSpPr/>
            <p:nvPr/>
          </p:nvSpPr>
          <p:spPr>
            <a:xfrm>
              <a:off x="1873396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6B776C0B-826A-4D45-8A57-3DFCBB8F23E1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8AB98E3D-9E4E-4DBA-9513-66891B0544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5BE9A42F-6F16-4B3E-8A00-7728879665B9}"/>
                </a:ext>
              </a:extLst>
            </p:cNvPr>
            <p:cNvSpPr/>
            <p:nvPr/>
          </p:nvSpPr>
          <p:spPr>
            <a:xfrm>
              <a:off x="1873396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D610F762-1581-4103-8218-7A56796E2C2E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7486FE5B-AB34-46DF-82F9-EF02B57031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FB28DE81-2396-4975-9718-E680084286B9}"/>
                </a:ext>
              </a:extLst>
            </p:cNvPr>
            <p:cNvSpPr/>
            <p:nvPr/>
          </p:nvSpPr>
          <p:spPr>
            <a:xfrm>
              <a:off x="1873396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06113F6B-EEC8-4849-80CD-B3A0E2B791A5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FB7324B8-F832-4E0D-BAC4-60937624D71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81218DAE-135E-4547-ABC9-6C1A455A0A46}"/>
                </a:ext>
              </a:extLst>
            </p:cNvPr>
            <p:cNvSpPr/>
            <p:nvPr/>
          </p:nvSpPr>
          <p:spPr>
            <a:xfrm>
              <a:off x="1873396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927D4421-6E42-4AA4-93B4-197D6B62757C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ED067B23-73D8-457D-84E9-D148C0A207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F70247AC-A586-4CEF-9E87-24B1FFF6E24B}"/>
                </a:ext>
              </a:extLst>
            </p:cNvPr>
            <p:cNvSpPr/>
            <p:nvPr/>
          </p:nvSpPr>
          <p:spPr>
            <a:xfrm>
              <a:off x="1136818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E92512DF-83AB-44FF-B44A-09C697AA0B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34824396-0A17-47A1-BE77-534633FA7B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FA6FE9E7-B057-4370-B4AD-4CBA2D788C72}"/>
                </a:ext>
              </a:extLst>
            </p:cNvPr>
            <p:cNvSpPr/>
            <p:nvPr/>
          </p:nvSpPr>
          <p:spPr>
            <a:xfrm>
              <a:off x="1136818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43C77E04-6926-4961-A371-C3AB7BB7E07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23EEC849-F670-48C0-AF45-E9C4C2C7F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66371753-8D81-4C94-86C0-501650ADCA59}"/>
                </a:ext>
              </a:extLst>
            </p:cNvPr>
            <p:cNvSpPr/>
            <p:nvPr/>
          </p:nvSpPr>
          <p:spPr>
            <a:xfrm>
              <a:off x="1136818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0D9637D7-9D02-4159-94E8-55B7F9985C0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C6ED3F4D-22D0-4CBD-992C-D1B92C0DEC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椭圆 452">
              <a:extLst>
                <a:ext uri="{FF2B5EF4-FFF2-40B4-BE49-F238E27FC236}">
                  <a16:creationId xmlns:a16="http://schemas.microsoft.com/office/drawing/2014/main" id="{0E027B24-07E0-4949-86AF-90B02B71BAA6}"/>
                </a:ext>
              </a:extLst>
            </p:cNvPr>
            <p:cNvSpPr/>
            <p:nvPr/>
          </p:nvSpPr>
          <p:spPr>
            <a:xfrm>
              <a:off x="1136818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033A9059-0A35-468B-B0F0-317FCDFAA70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8824E804-9601-4892-A50B-A68F386A27F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ADC240EB-17C2-42F0-BA9A-C6603AD63846}"/>
                </a:ext>
              </a:extLst>
            </p:cNvPr>
            <p:cNvSpPr/>
            <p:nvPr/>
          </p:nvSpPr>
          <p:spPr>
            <a:xfrm>
              <a:off x="1136818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CD7E6B53-63E1-4F45-8D37-DC98B855C68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95731112-9966-41BB-B26D-5F1DC18795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5A158C67-E911-4432-BAE3-58A5BFF9A532}"/>
                </a:ext>
              </a:extLst>
            </p:cNvPr>
            <p:cNvSpPr/>
            <p:nvPr/>
          </p:nvSpPr>
          <p:spPr>
            <a:xfrm>
              <a:off x="4083133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5E91ECDE-4DAF-4179-9509-6EB9D754B072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CB857F3E-9A9A-4C28-B3A9-7619A40CC3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D0B91BA1-E457-4FE9-B64A-CFADA6B4B6F6}"/>
                </a:ext>
              </a:extLst>
            </p:cNvPr>
            <p:cNvSpPr/>
            <p:nvPr/>
          </p:nvSpPr>
          <p:spPr>
            <a:xfrm>
              <a:off x="4083133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15F2E34D-6DBC-42BF-A685-F4C66D8507C9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3400A0D0-6B00-426D-B0FB-623DCDA9A1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EAE83D5E-5F9A-41B0-9469-BFBC6EBCA935}"/>
                </a:ext>
              </a:extLst>
            </p:cNvPr>
            <p:cNvSpPr/>
            <p:nvPr/>
          </p:nvSpPr>
          <p:spPr>
            <a:xfrm>
              <a:off x="4083133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0666782F-12BF-476C-BEA6-AB29F6C0556A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51555A87-3276-4375-A63B-328C802BE52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A20E8501-8FC0-4D64-B1C3-D32D688197C8}"/>
                </a:ext>
              </a:extLst>
            </p:cNvPr>
            <p:cNvSpPr/>
            <p:nvPr/>
          </p:nvSpPr>
          <p:spPr>
            <a:xfrm>
              <a:off x="4083133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6E55A44F-6CF7-4A92-A83C-7DD5B0DD730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D673F8D1-C20A-4CFE-A569-34ECADF02F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A12898AA-BC67-4BFB-8B24-0B5E28F2E523}"/>
                </a:ext>
              </a:extLst>
            </p:cNvPr>
            <p:cNvSpPr/>
            <p:nvPr/>
          </p:nvSpPr>
          <p:spPr>
            <a:xfrm>
              <a:off x="4083133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500A18E4-1412-47A7-83E5-72840BB69C01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B5EBE75C-4F26-49DC-8DED-34CEC8975F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椭圆 473">
              <a:extLst>
                <a:ext uri="{FF2B5EF4-FFF2-40B4-BE49-F238E27FC236}">
                  <a16:creationId xmlns:a16="http://schemas.microsoft.com/office/drawing/2014/main" id="{5F53E8A5-507C-4EF6-90A3-AAEA4440F8A7}"/>
                </a:ext>
              </a:extLst>
            </p:cNvPr>
            <p:cNvSpPr/>
            <p:nvPr/>
          </p:nvSpPr>
          <p:spPr>
            <a:xfrm>
              <a:off x="3346554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FB64B38E-CB94-4764-A989-88FA52F8B35F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0FA218B3-E198-4A11-B9EA-6C4E757B1F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70B654F0-8469-4EBB-8CC6-0FC21923740A}"/>
                </a:ext>
              </a:extLst>
            </p:cNvPr>
            <p:cNvSpPr/>
            <p:nvPr/>
          </p:nvSpPr>
          <p:spPr>
            <a:xfrm>
              <a:off x="3346554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FED3B6F2-095E-4686-909B-8C4C0DB9DC69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2223AC0C-B365-4820-8A89-87670FB309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BA3ED691-E259-4E13-80B7-2CA7E791DB93}"/>
                </a:ext>
              </a:extLst>
            </p:cNvPr>
            <p:cNvSpPr/>
            <p:nvPr/>
          </p:nvSpPr>
          <p:spPr>
            <a:xfrm>
              <a:off x="3346554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BE5A59C7-357D-468B-B5A8-AA8E2D98677A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45C5B1AB-7BF3-499E-A698-2A65EC8F556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F8AD0780-7E27-4010-8D74-B29DB8107895}"/>
                </a:ext>
              </a:extLst>
            </p:cNvPr>
            <p:cNvSpPr/>
            <p:nvPr/>
          </p:nvSpPr>
          <p:spPr>
            <a:xfrm>
              <a:off x="3346554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DDA86052-AAE8-4181-9C90-A33D8C6DE1FB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7DE39D03-AC28-46FB-9029-ED93D63AF0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220BDF25-35BC-465E-A220-7005EBB9A604}"/>
                </a:ext>
              </a:extLst>
            </p:cNvPr>
            <p:cNvSpPr/>
            <p:nvPr/>
          </p:nvSpPr>
          <p:spPr>
            <a:xfrm>
              <a:off x="3346554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BAB80EAF-1865-4967-8F91-ECA868C2C811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7F30ECC6-9BB2-4096-8699-49CCFB410E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C0739311-8F00-49DF-8B09-FA49D1011A4A}"/>
                </a:ext>
              </a:extLst>
            </p:cNvPr>
            <p:cNvSpPr/>
            <p:nvPr/>
          </p:nvSpPr>
          <p:spPr>
            <a:xfrm>
              <a:off x="922366" y="2062334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0" name="椭圆 489">
              <a:extLst>
                <a:ext uri="{FF2B5EF4-FFF2-40B4-BE49-F238E27FC236}">
                  <a16:creationId xmlns:a16="http://schemas.microsoft.com/office/drawing/2014/main" id="{D666872F-A3FE-444C-AE32-298008B14053}"/>
                </a:ext>
              </a:extLst>
            </p:cNvPr>
            <p:cNvSpPr/>
            <p:nvPr/>
          </p:nvSpPr>
          <p:spPr>
            <a:xfrm>
              <a:off x="3080089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7AE89000-CFD4-41B0-A27E-1672A60D06C8}"/>
                </a:ext>
              </a:extLst>
            </p:cNvPr>
            <p:cNvSpPr/>
            <p:nvPr/>
          </p:nvSpPr>
          <p:spPr>
            <a:xfrm>
              <a:off x="3080089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4A958C78-EFE4-454B-A8A7-55E040F9E5F1}"/>
                </a:ext>
              </a:extLst>
            </p:cNvPr>
            <p:cNvSpPr/>
            <p:nvPr/>
          </p:nvSpPr>
          <p:spPr>
            <a:xfrm>
              <a:off x="3080089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C6F4B5F7-4421-49FC-862A-1031A13333C3}"/>
                </a:ext>
              </a:extLst>
            </p:cNvPr>
            <p:cNvSpPr/>
            <p:nvPr/>
          </p:nvSpPr>
          <p:spPr>
            <a:xfrm>
              <a:off x="3080089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C8C642CE-E744-402A-B862-03FD36456F99}"/>
                </a:ext>
              </a:extLst>
            </p:cNvPr>
            <p:cNvSpPr/>
            <p:nvPr/>
          </p:nvSpPr>
          <p:spPr>
            <a:xfrm>
              <a:off x="3080089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606A4782-47BF-4F72-833D-CD19803542E4}"/>
                </a:ext>
              </a:extLst>
            </p:cNvPr>
            <p:cNvSpPr/>
            <p:nvPr/>
          </p:nvSpPr>
          <p:spPr>
            <a:xfrm>
              <a:off x="3800160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7D0AE76D-E586-47C0-A0A2-DD45E3B75CAF}"/>
                </a:ext>
              </a:extLst>
            </p:cNvPr>
            <p:cNvSpPr/>
            <p:nvPr/>
          </p:nvSpPr>
          <p:spPr>
            <a:xfrm>
              <a:off x="3800160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0590DC22-D734-4A2C-8DFE-66903A89E721}"/>
                </a:ext>
              </a:extLst>
            </p:cNvPr>
            <p:cNvSpPr/>
            <p:nvPr/>
          </p:nvSpPr>
          <p:spPr>
            <a:xfrm>
              <a:off x="3800160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4079130F-0044-461A-A3BB-D896EECF1CA8}"/>
                </a:ext>
              </a:extLst>
            </p:cNvPr>
            <p:cNvSpPr/>
            <p:nvPr/>
          </p:nvSpPr>
          <p:spPr>
            <a:xfrm>
              <a:off x="3800160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4EA30058-4623-4D1E-A6DB-164C36AC0381}"/>
                </a:ext>
              </a:extLst>
            </p:cNvPr>
            <p:cNvSpPr/>
            <p:nvPr/>
          </p:nvSpPr>
          <p:spPr>
            <a:xfrm>
              <a:off x="3800160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D0AD9234-ABFA-47D3-9022-B315362D422D}"/>
                </a:ext>
              </a:extLst>
            </p:cNvPr>
            <p:cNvSpPr/>
            <p:nvPr/>
          </p:nvSpPr>
          <p:spPr>
            <a:xfrm>
              <a:off x="1657105" y="217456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B0F30E17-8FF1-4AB4-8F51-0C261B9267F2}"/>
                </a:ext>
              </a:extLst>
            </p:cNvPr>
            <p:cNvSpPr/>
            <p:nvPr/>
          </p:nvSpPr>
          <p:spPr>
            <a:xfrm>
              <a:off x="1657105" y="2701179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09494603-97CA-4285-9E57-4E7984613F56}"/>
                </a:ext>
              </a:extLst>
            </p:cNvPr>
            <p:cNvSpPr/>
            <p:nvPr/>
          </p:nvSpPr>
          <p:spPr>
            <a:xfrm>
              <a:off x="1657105" y="322779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7561638B-32D1-4B3D-ADF0-4F02B3D29989}"/>
                </a:ext>
              </a:extLst>
            </p:cNvPr>
            <p:cNvSpPr/>
            <p:nvPr/>
          </p:nvSpPr>
          <p:spPr>
            <a:xfrm>
              <a:off x="1657105" y="375441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B26C4E01-FA2B-4841-A2AB-423055D94699}"/>
                </a:ext>
              </a:extLst>
            </p:cNvPr>
            <p:cNvSpPr/>
            <p:nvPr/>
          </p:nvSpPr>
          <p:spPr>
            <a:xfrm>
              <a:off x="1657105" y="428103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1A2D78D7-D59D-4AF2-B2F7-38540BA61698}"/>
                </a:ext>
              </a:extLst>
            </p:cNvPr>
            <p:cNvSpPr/>
            <p:nvPr/>
          </p:nvSpPr>
          <p:spPr>
            <a:xfrm>
              <a:off x="2371809" y="21589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1AE3A885-DBF3-48A3-AE59-E3F4E4F3AD74}"/>
                </a:ext>
              </a:extLst>
            </p:cNvPr>
            <p:cNvSpPr/>
            <p:nvPr/>
          </p:nvSpPr>
          <p:spPr>
            <a:xfrm>
              <a:off x="2371809" y="26855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96615854-B4D7-4B6A-8F5E-BEA4D01A0BC9}"/>
                </a:ext>
              </a:extLst>
            </p:cNvPr>
            <p:cNvSpPr/>
            <p:nvPr/>
          </p:nvSpPr>
          <p:spPr>
            <a:xfrm>
              <a:off x="2371809" y="32121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53A3F500-9581-4C1B-83E8-1145A9354381}"/>
                </a:ext>
              </a:extLst>
            </p:cNvPr>
            <p:cNvSpPr/>
            <p:nvPr/>
          </p:nvSpPr>
          <p:spPr>
            <a:xfrm>
              <a:off x="2371809" y="37387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B91B7DA3-0E74-42F7-9422-1D3E63FA9CA6}"/>
                </a:ext>
              </a:extLst>
            </p:cNvPr>
            <p:cNvSpPr/>
            <p:nvPr/>
          </p:nvSpPr>
          <p:spPr>
            <a:xfrm>
              <a:off x="2371809" y="42653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0" name="文本框 509">
              <a:extLst>
                <a:ext uri="{FF2B5EF4-FFF2-40B4-BE49-F238E27FC236}">
                  <a16:creationId xmlns:a16="http://schemas.microsoft.com/office/drawing/2014/main" id="{C4FB299A-DFFA-4708-8124-1497D626E84D}"/>
                </a:ext>
              </a:extLst>
            </p:cNvPr>
            <p:cNvSpPr txBox="1"/>
            <p:nvPr/>
          </p:nvSpPr>
          <p:spPr>
            <a:xfrm>
              <a:off x="2057787" y="5007876"/>
              <a:ext cx="2372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3F4A840-B849-4088-BEF0-1DA1DFB7173F}"/>
              </a:ext>
            </a:extLst>
          </p:cNvPr>
          <p:cNvSpPr/>
          <p:nvPr/>
        </p:nvSpPr>
        <p:spPr>
          <a:xfrm>
            <a:off x="6027313" y="2071859"/>
            <a:ext cx="106114" cy="27573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5CC93741-6549-4F25-BCAE-27CA72A7D059}"/>
              </a:ext>
            </a:extLst>
          </p:cNvPr>
          <p:cNvCxnSpPr>
            <a:cxnSpLocks/>
          </p:cNvCxnSpPr>
          <p:nvPr/>
        </p:nvCxnSpPr>
        <p:spPr>
          <a:xfrm>
            <a:off x="4585414" y="1742603"/>
            <a:ext cx="1" cy="3077495"/>
          </a:xfrm>
          <a:prstGeom prst="line">
            <a:avLst/>
          </a:prstGeom>
          <a:ln w="25400">
            <a:solidFill>
              <a:srgbClr val="2DC8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553D34EE-72AB-4AE5-9806-DE958F1D4D02}"/>
              </a:ext>
            </a:extLst>
          </p:cNvPr>
          <p:cNvCxnSpPr>
            <a:cxnSpLocks/>
          </p:cNvCxnSpPr>
          <p:nvPr/>
        </p:nvCxnSpPr>
        <p:spPr>
          <a:xfrm>
            <a:off x="7455394" y="1751680"/>
            <a:ext cx="1" cy="3077495"/>
          </a:xfrm>
          <a:prstGeom prst="line">
            <a:avLst/>
          </a:prstGeom>
          <a:ln w="25400">
            <a:solidFill>
              <a:srgbClr val="2DC8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箭头: 左 224">
            <a:extLst>
              <a:ext uri="{FF2B5EF4-FFF2-40B4-BE49-F238E27FC236}">
                <a16:creationId xmlns:a16="http://schemas.microsoft.com/office/drawing/2014/main" id="{935428F9-951F-4347-9C26-9956FAF8EAC2}"/>
              </a:ext>
            </a:extLst>
          </p:cNvPr>
          <p:cNvSpPr/>
          <p:nvPr/>
        </p:nvSpPr>
        <p:spPr>
          <a:xfrm flipH="1">
            <a:off x="5266893" y="3191761"/>
            <a:ext cx="1479394" cy="466024"/>
          </a:xfrm>
          <a:prstGeom prst="leftArrow">
            <a:avLst/>
          </a:prstGeom>
          <a:solidFill>
            <a:srgbClr val="2DC8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CCA6E001-8473-45B1-8A56-3FAC8863F4C1}"/>
              </a:ext>
            </a:extLst>
          </p:cNvPr>
          <p:cNvSpPr txBox="1"/>
          <p:nvPr/>
        </p:nvSpPr>
        <p:spPr>
          <a:xfrm>
            <a:off x="5265406" y="4950550"/>
            <a:ext cx="1426464" cy="277672"/>
          </a:xfrm>
          <a:custGeom>
            <a:avLst/>
            <a:gdLst/>
            <a:ahLst/>
            <a:cxnLst/>
            <a:rect l="l" t="t" r="r" b="b"/>
            <a:pathLst>
              <a:path w="1426464" h="277672">
                <a:moveTo>
                  <a:pt x="689763" y="94488"/>
                </a:moveTo>
                <a:cubicBezTo>
                  <a:pt x="669849" y="98552"/>
                  <a:pt x="653390" y="100888"/>
                  <a:pt x="640385" y="101498"/>
                </a:cubicBezTo>
                <a:cubicBezTo>
                  <a:pt x="645871" y="130759"/>
                  <a:pt x="650240" y="155956"/>
                  <a:pt x="653491" y="177088"/>
                </a:cubicBezTo>
                <a:cubicBezTo>
                  <a:pt x="662229" y="176479"/>
                  <a:pt x="674218" y="174752"/>
                  <a:pt x="689458" y="171907"/>
                </a:cubicBezTo>
                <a:lnTo>
                  <a:pt x="689763" y="138988"/>
                </a:lnTo>
                <a:cubicBezTo>
                  <a:pt x="682854" y="140004"/>
                  <a:pt x="677571" y="140512"/>
                  <a:pt x="673913" y="140512"/>
                </a:cubicBezTo>
                <a:cubicBezTo>
                  <a:pt x="670255" y="140512"/>
                  <a:pt x="667106" y="140055"/>
                  <a:pt x="664464" y="139141"/>
                </a:cubicBezTo>
                <a:cubicBezTo>
                  <a:pt x="661823" y="138226"/>
                  <a:pt x="660502" y="137058"/>
                  <a:pt x="660502" y="135636"/>
                </a:cubicBezTo>
                <a:cubicBezTo>
                  <a:pt x="660502" y="134213"/>
                  <a:pt x="662127" y="133299"/>
                  <a:pt x="665379" y="132892"/>
                </a:cubicBezTo>
                <a:cubicBezTo>
                  <a:pt x="672084" y="132080"/>
                  <a:pt x="680212" y="130352"/>
                  <a:pt x="689763" y="127711"/>
                </a:cubicBezTo>
                <a:close/>
                <a:moveTo>
                  <a:pt x="464820" y="90220"/>
                </a:moveTo>
                <a:lnTo>
                  <a:pt x="436779" y="93573"/>
                </a:lnTo>
                <a:cubicBezTo>
                  <a:pt x="436779" y="104749"/>
                  <a:pt x="436677" y="113284"/>
                  <a:pt x="436474" y="119176"/>
                </a:cubicBezTo>
                <a:cubicBezTo>
                  <a:pt x="446431" y="117348"/>
                  <a:pt x="452171" y="116382"/>
                  <a:pt x="453695" y="116281"/>
                </a:cubicBezTo>
                <a:cubicBezTo>
                  <a:pt x="455219" y="116179"/>
                  <a:pt x="456591" y="115468"/>
                  <a:pt x="457810" y="114147"/>
                </a:cubicBezTo>
                <a:cubicBezTo>
                  <a:pt x="459029" y="112826"/>
                  <a:pt x="460096" y="110134"/>
                  <a:pt x="461010" y="106070"/>
                </a:cubicBezTo>
                <a:cubicBezTo>
                  <a:pt x="461925" y="102006"/>
                  <a:pt x="463195" y="96723"/>
                  <a:pt x="464820" y="90220"/>
                </a:cubicBezTo>
                <a:close/>
                <a:moveTo>
                  <a:pt x="751637" y="86258"/>
                </a:moveTo>
                <a:cubicBezTo>
                  <a:pt x="739039" y="86258"/>
                  <a:pt x="723392" y="87985"/>
                  <a:pt x="704698" y="91440"/>
                </a:cubicBezTo>
                <a:cubicBezTo>
                  <a:pt x="704698" y="98552"/>
                  <a:pt x="704495" y="109220"/>
                  <a:pt x="704088" y="123444"/>
                </a:cubicBezTo>
                <a:cubicBezTo>
                  <a:pt x="714451" y="120396"/>
                  <a:pt x="721360" y="118872"/>
                  <a:pt x="724815" y="118872"/>
                </a:cubicBezTo>
                <a:cubicBezTo>
                  <a:pt x="728269" y="118872"/>
                  <a:pt x="731317" y="119481"/>
                  <a:pt x="733959" y="120700"/>
                </a:cubicBezTo>
                <a:cubicBezTo>
                  <a:pt x="736600" y="121920"/>
                  <a:pt x="737921" y="123545"/>
                  <a:pt x="737921" y="125577"/>
                </a:cubicBezTo>
                <a:cubicBezTo>
                  <a:pt x="737921" y="127609"/>
                  <a:pt x="736143" y="129235"/>
                  <a:pt x="732587" y="130454"/>
                </a:cubicBezTo>
                <a:cubicBezTo>
                  <a:pt x="729031" y="131673"/>
                  <a:pt x="719430" y="133705"/>
                  <a:pt x="703783" y="136550"/>
                </a:cubicBezTo>
                <a:cubicBezTo>
                  <a:pt x="703783" y="148336"/>
                  <a:pt x="703580" y="159410"/>
                  <a:pt x="703174" y="169773"/>
                </a:cubicBezTo>
                <a:cubicBezTo>
                  <a:pt x="716382" y="167335"/>
                  <a:pt x="725323" y="166116"/>
                  <a:pt x="729996" y="166116"/>
                </a:cubicBezTo>
                <a:cubicBezTo>
                  <a:pt x="734670" y="166116"/>
                  <a:pt x="737921" y="166624"/>
                  <a:pt x="739750" y="167640"/>
                </a:cubicBezTo>
                <a:cubicBezTo>
                  <a:pt x="741579" y="168656"/>
                  <a:pt x="742899" y="169164"/>
                  <a:pt x="743712" y="169164"/>
                </a:cubicBezTo>
                <a:cubicBezTo>
                  <a:pt x="746963" y="169164"/>
                  <a:pt x="750773" y="158597"/>
                  <a:pt x="755142" y="137464"/>
                </a:cubicBezTo>
                <a:cubicBezTo>
                  <a:pt x="759511" y="116332"/>
                  <a:pt x="761695" y="103124"/>
                  <a:pt x="761695" y="97840"/>
                </a:cubicBezTo>
                <a:cubicBezTo>
                  <a:pt x="761695" y="92557"/>
                  <a:pt x="761086" y="89306"/>
                  <a:pt x="759867" y="88087"/>
                </a:cubicBezTo>
                <a:cubicBezTo>
                  <a:pt x="758647" y="86868"/>
                  <a:pt x="755904" y="86258"/>
                  <a:pt x="751637" y="86258"/>
                </a:cubicBezTo>
                <a:close/>
                <a:moveTo>
                  <a:pt x="1351636" y="64008"/>
                </a:moveTo>
                <a:cubicBezTo>
                  <a:pt x="1354786" y="64008"/>
                  <a:pt x="1359256" y="65887"/>
                  <a:pt x="1365047" y="69646"/>
                </a:cubicBezTo>
                <a:cubicBezTo>
                  <a:pt x="1370838" y="73406"/>
                  <a:pt x="1373734" y="77216"/>
                  <a:pt x="1373734" y="81076"/>
                </a:cubicBezTo>
                <a:cubicBezTo>
                  <a:pt x="1373734" y="83312"/>
                  <a:pt x="1372819" y="85191"/>
                  <a:pt x="1370991" y="86715"/>
                </a:cubicBezTo>
                <a:cubicBezTo>
                  <a:pt x="1369162" y="88239"/>
                  <a:pt x="1364793" y="96113"/>
                  <a:pt x="1357884" y="110337"/>
                </a:cubicBezTo>
                <a:cubicBezTo>
                  <a:pt x="1354836" y="117449"/>
                  <a:pt x="1350366" y="125679"/>
                  <a:pt x="1344473" y="135026"/>
                </a:cubicBezTo>
                <a:cubicBezTo>
                  <a:pt x="1364387" y="152298"/>
                  <a:pt x="1376121" y="164388"/>
                  <a:pt x="1379677" y="171297"/>
                </a:cubicBezTo>
                <a:cubicBezTo>
                  <a:pt x="1383233" y="178206"/>
                  <a:pt x="1385011" y="185623"/>
                  <a:pt x="1385011" y="193548"/>
                </a:cubicBezTo>
                <a:cubicBezTo>
                  <a:pt x="1385011" y="198831"/>
                  <a:pt x="1383538" y="201472"/>
                  <a:pt x="1380592" y="201472"/>
                </a:cubicBezTo>
                <a:cubicBezTo>
                  <a:pt x="1377645" y="201472"/>
                  <a:pt x="1373632" y="198120"/>
                  <a:pt x="1368552" y="191414"/>
                </a:cubicBezTo>
                <a:cubicBezTo>
                  <a:pt x="1355954" y="174142"/>
                  <a:pt x="1344778" y="160324"/>
                  <a:pt x="1335024" y="149961"/>
                </a:cubicBezTo>
                <a:cubicBezTo>
                  <a:pt x="1323645" y="165608"/>
                  <a:pt x="1310691" y="178155"/>
                  <a:pt x="1296162" y="187604"/>
                </a:cubicBezTo>
                <a:cubicBezTo>
                  <a:pt x="1281633" y="197053"/>
                  <a:pt x="1271829" y="201777"/>
                  <a:pt x="1266749" y="201777"/>
                </a:cubicBezTo>
                <a:cubicBezTo>
                  <a:pt x="1265123" y="201777"/>
                  <a:pt x="1264311" y="201269"/>
                  <a:pt x="1264311" y="200253"/>
                </a:cubicBezTo>
                <a:cubicBezTo>
                  <a:pt x="1264311" y="199237"/>
                  <a:pt x="1265327" y="197916"/>
                  <a:pt x="1267359" y="196291"/>
                </a:cubicBezTo>
                <a:cubicBezTo>
                  <a:pt x="1290727" y="178816"/>
                  <a:pt x="1309624" y="159715"/>
                  <a:pt x="1324051" y="138988"/>
                </a:cubicBezTo>
                <a:cubicBezTo>
                  <a:pt x="1312875" y="127000"/>
                  <a:pt x="1298855" y="113588"/>
                  <a:pt x="1281989" y="98755"/>
                </a:cubicBezTo>
                <a:cubicBezTo>
                  <a:pt x="1279144" y="96113"/>
                  <a:pt x="1277722" y="93827"/>
                  <a:pt x="1277722" y="91897"/>
                </a:cubicBezTo>
                <a:cubicBezTo>
                  <a:pt x="1277722" y="89966"/>
                  <a:pt x="1278535" y="89001"/>
                  <a:pt x="1280160" y="89001"/>
                </a:cubicBezTo>
                <a:cubicBezTo>
                  <a:pt x="1281786" y="89001"/>
                  <a:pt x="1283462" y="89357"/>
                  <a:pt x="1285189" y="90068"/>
                </a:cubicBezTo>
                <a:cubicBezTo>
                  <a:pt x="1286917" y="90779"/>
                  <a:pt x="1292962" y="94894"/>
                  <a:pt x="1303325" y="102412"/>
                </a:cubicBezTo>
                <a:cubicBezTo>
                  <a:pt x="1313688" y="109931"/>
                  <a:pt x="1323544" y="117551"/>
                  <a:pt x="1332891" y="125272"/>
                </a:cubicBezTo>
                <a:cubicBezTo>
                  <a:pt x="1343051" y="105156"/>
                  <a:pt x="1348131" y="89509"/>
                  <a:pt x="1348131" y="78333"/>
                </a:cubicBezTo>
                <a:cubicBezTo>
                  <a:pt x="1348131" y="76098"/>
                  <a:pt x="1347928" y="74218"/>
                  <a:pt x="1347521" y="72694"/>
                </a:cubicBezTo>
                <a:cubicBezTo>
                  <a:pt x="1347115" y="71170"/>
                  <a:pt x="1346911" y="69799"/>
                  <a:pt x="1346911" y="68580"/>
                </a:cubicBezTo>
                <a:cubicBezTo>
                  <a:pt x="1346911" y="65532"/>
                  <a:pt x="1348486" y="64008"/>
                  <a:pt x="1351636" y="64008"/>
                </a:cubicBezTo>
                <a:close/>
                <a:moveTo>
                  <a:pt x="340919" y="59131"/>
                </a:moveTo>
                <a:cubicBezTo>
                  <a:pt x="344069" y="59131"/>
                  <a:pt x="348082" y="60706"/>
                  <a:pt x="352959" y="63855"/>
                </a:cubicBezTo>
                <a:cubicBezTo>
                  <a:pt x="357835" y="67005"/>
                  <a:pt x="360274" y="69596"/>
                  <a:pt x="360274" y="71628"/>
                </a:cubicBezTo>
                <a:cubicBezTo>
                  <a:pt x="360274" y="73660"/>
                  <a:pt x="358293" y="76047"/>
                  <a:pt x="354330" y="78790"/>
                </a:cubicBezTo>
                <a:cubicBezTo>
                  <a:pt x="350368" y="81534"/>
                  <a:pt x="346507" y="86258"/>
                  <a:pt x="342748" y="92964"/>
                </a:cubicBezTo>
                <a:cubicBezTo>
                  <a:pt x="338989" y="99669"/>
                  <a:pt x="332232" y="113995"/>
                  <a:pt x="322479" y="135940"/>
                </a:cubicBezTo>
                <a:cubicBezTo>
                  <a:pt x="330810" y="132080"/>
                  <a:pt x="336347" y="130149"/>
                  <a:pt x="339090" y="130149"/>
                </a:cubicBezTo>
                <a:cubicBezTo>
                  <a:pt x="341833" y="130149"/>
                  <a:pt x="345745" y="131622"/>
                  <a:pt x="350825" y="134569"/>
                </a:cubicBezTo>
                <a:cubicBezTo>
                  <a:pt x="355905" y="137515"/>
                  <a:pt x="358445" y="139954"/>
                  <a:pt x="358445" y="141884"/>
                </a:cubicBezTo>
                <a:cubicBezTo>
                  <a:pt x="358445" y="143814"/>
                  <a:pt x="356718" y="146608"/>
                  <a:pt x="353263" y="150266"/>
                </a:cubicBezTo>
                <a:cubicBezTo>
                  <a:pt x="351638" y="152298"/>
                  <a:pt x="349555" y="156972"/>
                  <a:pt x="347015" y="164287"/>
                </a:cubicBezTo>
                <a:cubicBezTo>
                  <a:pt x="344475" y="171602"/>
                  <a:pt x="340868" y="181356"/>
                  <a:pt x="336195" y="193548"/>
                </a:cubicBezTo>
                <a:cubicBezTo>
                  <a:pt x="343510" y="197815"/>
                  <a:pt x="357124" y="205282"/>
                  <a:pt x="377038" y="215950"/>
                </a:cubicBezTo>
                <a:cubicBezTo>
                  <a:pt x="396951" y="226618"/>
                  <a:pt x="413106" y="234492"/>
                  <a:pt x="425501" y="239572"/>
                </a:cubicBezTo>
                <a:cubicBezTo>
                  <a:pt x="437896" y="244652"/>
                  <a:pt x="449377" y="248005"/>
                  <a:pt x="459943" y="249631"/>
                </a:cubicBezTo>
                <a:cubicBezTo>
                  <a:pt x="470510" y="251256"/>
                  <a:pt x="487020" y="252628"/>
                  <a:pt x="509473" y="253746"/>
                </a:cubicBezTo>
                <a:cubicBezTo>
                  <a:pt x="531927" y="254863"/>
                  <a:pt x="543154" y="256844"/>
                  <a:pt x="543154" y="259689"/>
                </a:cubicBezTo>
                <a:cubicBezTo>
                  <a:pt x="543154" y="260908"/>
                  <a:pt x="540715" y="262331"/>
                  <a:pt x="535839" y="263956"/>
                </a:cubicBezTo>
                <a:cubicBezTo>
                  <a:pt x="530962" y="265582"/>
                  <a:pt x="519837" y="268274"/>
                  <a:pt x="502463" y="272034"/>
                </a:cubicBezTo>
                <a:cubicBezTo>
                  <a:pt x="485089" y="275793"/>
                  <a:pt x="473964" y="277672"/>
                  <a:pt x="469087" y="277672"/>
                </a:cubicBezTo>
                <a:cubicBezTo>
                  <a:pt x="464211" y="277672"/>
                  <a:pt x="460197" y="277114"/>
                  <a:pt x="457048" y="275996"/>
                </a:cubicBezTo>
                <a:cubicBezTo>
                  <a:pt x="453898" y="274878"/>
                  <a:pt x="436728" y="265328"/>
                  <a:pt x="405537" y="247345"/>
                </a:cubicBezTo>
                <a:cubicBezTo>
                  <a:pt x="374345" y="229362"/>
                  <a:pt x="349606" y="214376"/>
                  <a:pt x="331318" y="202387"/>
                </a:cubicBezTo>
                <a:cubicBezTo>
                  <a:pt x="321767" y="219049"/>
                  <a:pt x="310388" y="231698"/>
                  <a:pt x="297180" y="240334"/>
                </a:cubicBezTo>
                <a:cubicBezTo>
                  <a:pt x="283972" y="248970"/>
                  <a:pt x="275235" y="253288"/>
                  <a:pt x="270967" y="253288"/>
                </a:cubicBezTo>
                <a:cubicBezTo>
                  <a:pt x="269748" y="253288"/>
                  <a:pt x="269139" y="252882"/>
                  <a:pt x="269139" y="252069"/>
                </a:cubicBezTo>
                <a:cubicBezTo>
                  <a:pt x="269139" y="250240"/>
                  <a:pt x="272491" y="247192"/>
                  <a:pt x="279197" y="242925"/>
                </a:cubicBezTo>
                <a:cubicBezTo>
                  <a:pt x="292811" y="233781"/>
                  <a:pt x="306121" y="217830"/>
                  <a:pt x="319126" y="195072"/>
                </a:cubicBezTo>
                <a:cubicBezTo>
                  <a:pt x="308356" y="187756"/>
                  <a:pt x="297282" y="183896"/>
                  <a:pt x="285903" y="183489"/>
                </a:cubicBezTo>
                <a:cubicBezTo>
                  <a:pt x="277775" y="182880"/>
                  <a:pt x="273711" y="181457"/>
                  <a:pt x="273711" y="179222"/>
                </a:cubicBezTo>
                <a:cubicBezTo>
                  <a:pt x="273711" y="177800"/>
                  <a:pt x="275539" y="176631"/>
                  <a:pt x="279197" y="175717"/>
                </a:cubicBezTo>
                <a:cubicBezTo>
                  <a:pt x="282855" y="174802"/>
                  <a:pt x="286309" y="174345"/>
                  <a:pt x="289560" y="174345"/>
                </a:cubicBezTo>
                <a:cubicBezTo>
                  <a:pt x="298095" y="174345"/>
                  <a:pt x="309372" y="178206"/>
                  <a:pt x="323393" y="185928"/>
                </a:cubicBezTo>
                <a:cubicBezTo>
                  <a:pt x="327051" y="178612"/>
                  <a:pt x="329845" y="171500"/>
                  <a:pt x="331775" y="164592"/>
                </a:cubicBezTo>
                <a:cubicBezTo>
                  <a:pt x="333705" y="157683"/>
                  <a:pt x="334671" y="152146"/>
                  <a:pt x="334671" y="147980"/>
                </a:cubicBezTo>
                <a:cubicBezTo>
                  <a:pt x="334671" y="143814"/>
                  <a:pt x="333451" y="141732"/>
                  <a:pt x="331013" y="141732"/>
                </a:cubicBezTo>
                <a:cubicBezTo>
                  <a:pt x="326136" y="141732"/>
                  <a:pt x="320142" y="143662"/>
                  <a:pt x="313030" y="147523"/>
                </a:cubicBezTo>
                <a:cubicBezTo>
                  <a:pt x="310591" y="148945"/>
                  <a:pt x="308712" y="149656"/>
                  <a:pt x="307391" y="149656"/>
                </a:cubicBezTo>
                <a:cubicBezTo>
                  <a:pt x="306070" y="149656"/>
                  <a:pt x="304902" y="148742"/>
                  <a:pt x="303886" y="146913"/>
                </a:cubicBezTo>
                <a:cubicBezTo>
                  <a:pt x="302870" y="145084"/>
                  <a:pt x="302362" y="143459"/>
                  <a:pt x="302362" y="142036"/>
                </a:cubicBezTo>
                <a:cubicBezTo>
                  <a:pt x="302362" y="140614"/>
                  <a:pt x="304191" y="138277"/>
                  <a:pt x="307848" y="135026"/>
                </a:cubicBezTo>
                <a:cubicBezTo>
                  <a:pt x="311506" y="131775"/>
                  <a:pt x="314401" y="128320"/>
                  <a:pt x="316535" y="124663"/>
                </a:cubicBezTo>
                <a:cubicBezTo>
                  <a:pt x="318669" y="121005"/>
                  <a:pt x="321615" y="113538"/>
                  <a:pt x="325374" y="102260"/>
                </a:cubicBezTo>
                <a:cubicBezTo>
                  <a:pt x="329133" y="90982"/>
                  <a:pt x="331013" y="84734"/>
                  <a:pt x="331013" y="83515"/>
                </a:cubicBezTo>
                <a:cubicBezTo>
                  <a:pt x="331013" y="82296"/>
                  <a:pt x="330149" y="81686"/>
                  <a:pt x="328422" y="81686"/>
                </a:cubicBezTo>
                <a:cubicBezTo>
                  <a:pt x="326695" y="81686"/>
                  <a:pt x="323901" y="82651"/>
                  <a:pt x="320040" y="84582"/>
                </a:cubicBezTo>
                <a:cubicBezTo>
                  <a:pt x="316179" y="86512"/>
                  <a:pt x="312217" y="87477"/>
                  <a:pt x="308153" y="87477"/>
                </a:cubicBezTo>
                <a:cubicBezTo>
                  <a:pt x="304089" y="87477"/>
                  <a:pt x="300533" y="86715"/>
                  <a:pt x="297485" y="85191"/>
                </a:cubicBezTo>
                <a:cubicBezTo>
                  <a:pt x="294437" y="83667"/>
                  <a:pt x="292913" y="82296"/>
                  <a:pt x="292913" y="81076"/>
                </a:cubicBezTo>
                <a:cubicBezTo>
                  <a:pt x="292913" y="79857"/>
                  <a:pt x="295199" y="78994"/>
                  <a:pt x="299771" y="78486"/>
                </a:cubicBezTo>
                <a:cubicBezTo>
                  <a:pt x="304343" y="77978"/>
                  <a:pt x="309982" y="76149"/>
                  <a:pt x="316687" y="72999"/>
                </a:cubicBezTo>
                <a:cubicBezTo>
                  <a:pt x="323393" y="69850"/>
                  <a:pt x="328321" y="66751"/>
                  <a:pt x="331470" y="63703"/>
                </a:cubicBezTo>
                <a:cubicBezTo>
                  <a:pt x="334620" y="60655"/>
                  <a:pt x="337769" y="59131"/>
                  <a:pt x="340919" y="59131"/>
                </a:cubicBezTo>
                <a:close/>
                <a:moveTo>
                  <a:pt x="461163" y="58826"/>
                </a:moveTo>
                <a:cubicBezTo>
                  <a:pt x="456083" y="58826"/>
                  <a:pt x="448259" y="60350"/>
                  <a:pt x="437693" y="63398"/>
                </a:cubicBezTo>
                <a:lnTo>
                  <a:pt x="437083" y="85648"/>
                </a:lnTo>
                <a:cubicBezTo>
                  <a:pt x="449885" y="83616"/>
                  <a:pt x="459842" y="81788"/>
                  <a:pt x="466954" y="80162"/>
                </a:cubicBezTo>
                <a:cubicBezTo>
                  <a:pt x="468173" y="73863"/>
                  <a:pt x="468783" y="68732"/>
                  <a:pt x="468783" y="64770"/>
                </a:cubicBezTo>
                <a:cubicBezTo>
                  <a:pt x="468783" y="60807"/>
                  <a:pt x="466243" y="58826"/>
                  <a:pt x="461163" y="58826"/>
                </a:cubicBezTo>
                <a:close/>
                <a:moveTo>
                  <a:pt x="1071829" y="31699"/>
                </a:moveTo>
                <a:cubicBezTo>
                  <a:pt x="1074573" y="31699"/>
                  <a:pt x="1079094" y="34137"/>
                  <a:pt x="1085393" y="39014"/>
                </a:cubicBezTo>
                <a:cubicBezTo>
                  <a:pt x="1091692" y="43891"/>
                  <a:pt x="1094842" y="47396"/>
                  <a:pt x="1094842" y="49530"/>
                </a:cubicBezTo>
                <a:cubicBezTo>
                  <a:pt x="1094842" y="51663"/>
                  <a:pt x="1093521" y="53644"/>
                  <a:pt x="1090879" y="55473"/>
                </a:cubicBezTo>
                <a:cubicBezTo>
                  <a:pt x="1084377" y="59740"/>
                  <a:pt x="1079399" y="63398"/>
                  <a:pt x="1075944" y="66446"/>
                </a:cubicBezTo>
                <a:cubicBezTo>
                  <a:pt x="1072490" y="69494"/>
                  <a:pt x="1064209" y="77825"/>
                  <a:pt x="1051103" y="91440"/>
                </a:cubicBezTo>
                <a:cubicBezTo>
                  <a:pt x="1037997" y="105054"/>
                  <a:pt x="1027989" y="115722"/>
                  <a:pt x="1021080" y="123444"/>
                </a:cubicBezTo>
                <a:cubicBezTo>
                  <a:pt x="1032866" y="122021"/>
                  <a:pt x="1046836" y="119837"/>
                  <a:pt x="1062990" y="116890"/>
                </a:cubicBezTo>
                <a:cubicBezTo>
                  <a:pt x="1079145" y="113944"/>
                  <a:pt x="1089305" y="111810"/>
                  <a:pt x="1093470" y="110490"/>
                </a:cubicBezTo>
                <a:cubicBezTo>
                  <a:pt x="1097636" y="109169"/>
                  <a:pt x="1101090" y="108508"/>
                  <a:pt x="1103833" y="108508"/>
                </a:cubicBezTo>
                <a:cubicBezTo>
                  <a:pt x="1106577" y="108508"/>
                  <a:pt x="1112520" y="110896"/>
                  <a:pt x="1121664" y="115671"/>
                </a:cubicBezTo>
                <a:cubicBezTo>
                  <a:pt x="1130808" y="120446"/>
                  <a:pt x="1135380" y="124206"/>
                  <a:pt x="1135380" y="126949"/>
                </a:cubicBezTo>
                <a:cubicBezTo>
                  <a:pt x="1135380" y="129692"/>
                  <a:pt x="1133958" y="132384"/>
                  <a:pt x="1131113" y="135026"/>
                </a:cubicBezTo>
                <a:cubicBezTo>
                  <a:pt x="1128268" y="137668"/>
                  <a:pt x="1125881" y="142087"/>
                  <a:pt x="1123950" y="148285"/>
                </a:cubicBezTo>
                <a:cubicBezTo>
                  <a:pt x="1122020" y="154482"/>
                  <a:pt x="1120547" y="161340"/>
                  <a:pt x="1119531" y="168859"/>
                </a:cubicBezTo>
                <a:cubicBezTo>
                  <a:pt x="1116076" y="193649"/>
                  <a:pt x="1111453" y="213258"/>
                  <a:pt x="1105662" y="227685"/>
                </a:cubicBezTo>
                <a:cubicBezTo>
                  <a:pt x="1099871" y="242112"/>
                  <a:pt x="1092556" y="252882"/>
                  <a:pt x="1083717" y="259994"/>
                </a:cubicBezTo>
                <a:cubicBezTo>
                  <a:pt x="1074877" y="267106"/>
                  <a:pt x="1068426" y="270662"/>
                  <a:pt x="1064362" y="270662"/>
                </a:cubicBezTo>
                <a:cubicBezTo>
                  <a:pt x="1061314" y="270662"/>
                  <a:pt x="1059180" y="268528"/>
                  <a:pt x="1057961" y="264261"/>
                </a:cubicBezTo>
                <a:cubicBezTo>
                  <a:pt x="1056742" y="259994"/>
                  <a:pt x="1054710" y="255066"/>
                  <a:pt x="1051865" y="249478"/>
                </a:cubicBezTo>
                <a:cubicBezTo>
                  <a:pt x="1049020" y="243890"/>
                  <a:pt x="1046379" y="239420"/>
                  <a:pt x="1043940" y="236067"/>
                </a:cubicBezTo>
                <a:cubicBezTo>
                  <a:pt x="1041502" y="232714"/>
                  <a:pt x="1040283" y="230530"/>
                  <a:pt x="1040283" y="229514"/>
                </a:cubicBezTo>
                <a:cubicBezTo>
                  <a:pt x="1040283" y="228498"/>
                  <a:pt x="1040740" y="227990"/>
                  <a:pt x="1041654" y="227990"/>
                </a:cubicBezTo>
                <a:cubicBezTo>
                  <a:pt x="1042569" y="227990"/>
                  <a:pt x="1043940" y="228498"/>
                  <a:pt x="1045769" y="229514"/>
                </a:cubicBezTo>
                <a:cubicBezTo>
                  <a:pt x="1055319" y="234391"/>
                  <a:pt x="1062635" y="236829"/>
                  <a:pt x="1067715" y="236829"/>
                </a:cubicBezTo>
                <a:cubicBezTo>
                  <a:pt x="1071575" y="236829"/>
                  <a:pt x="1075538" y="234899"/>
                  <a:pt x="1079602" y="231038"/>
                </a:cubicBezTo>
                <a:cubicBezTo>
                  <a:pt x="1083666" y="227177"/>
                  <a:pt x="1087882" y="220167"/>
                  <a:pt x="1092251" y="210007"/>
                </a:cubicBezTo>
                <a:cubicBezTo>
                  <a:pt x="1096620" y="199847"/>
                  <a:pt x="1100125" y="188010"/>
                  <a:pt x="1102767" y="174498"/>
                </a:cubicBezTo>
                <a:cubicBezTo>
                  <a:pt x="1105408" y="160985"/>
                  <a:pt x="1106729" y="148844"/>
                  <a:pt x="1106729" y="138074"/>
                </a:cubicBezTo>
                <a:cubicBezTo>
                  <a:pt x="1106729" y="132181"/>
                  <a:pt x="1105459" y="128270"/>
                  <a:pt x="1102919" y="126339"/>
                </a:cubicBezTo>
                <a:cubicBezTo>
                  <a:pt x="1100379" y="124409"/>
                  <a:pt x="1096620" y="123444"/>
                  <a:pt x="1091641" y="123444"/>
                </a:cubicBezTo>
                <a:cubicBezTo>
                  <a:pt x="1086663" y="123444"/>
                  <a:pt x="1082751" y="123545"/>
                  <a:pt x="1079907" y="123748"/>
                </a:cubicBezTo>
                <a:cubicBezTo>
                  <a:pt x="1085799" y="129032"/>
                  <a:pt x="1088746" y="132588"/>
                  <a:pt x="1088746" y="134416"/>
                </a:cubicBezTo>
                <a:cubicBezTo>
                  <a:pt x="1088746" y="136245"/>
                  <a:pt x="1087628" y="138582"/>
                  <a:pt x="1085393" y="141427"/>
                </a:cubicBezTo>
                <a:cubicBezTo>
                  <a:pt x="1083158" y="144272"/>
                  <a:pt x="1077875" y="152552"/>
                  <a:pt x="1069543" y="166268"/>
                </a:cubicBezTo>
                <a:cubicBezTo>
                  <a:pt x="1061212" y="179984"/>
                  <a:pt x="1051052" y="192379"/>
                  <a:pt x="1039063" y="203454"/>
                </a:cubicBezTo>
                <a:cubicBezTo>
                  <a:pt x="1027075" y="214528"/>
                  <a:pt x="1014527" y="223113"/>
                  <a:pt x="1001421" y="229209"/>
                </a:cubicBezTo>
                <a:cubicBezTo>
                  <a:pt x="988314" y="235305"/>
                  <a:pt x="979323" y="238353"/>
                  <a:pt x="974446" y="238353"/>
                </a:cubicBezTo>
                <a:cubicBezTo>
                  <a:pt x="972617" y="238353"/>
                  <a:pt x="971703" y="237744"/>
                  <a:pt x="971703" y="236524"/>
                </a:cubicBezTo>
                <a:cubicBezTo>
                  <a:pt x="971703" y="235305"/>
                  <a:pt x="973836" y="233578"/>
                  <a:pt x="978103" y="231343"/>
                </a:cubicBezTo>
                <a:cubicBezTo>
                  <a:pt x="1005535" y="217525"/>
                  <a:pt x="1027684" y="198780"/>
                  <a:pt x="1044550" y="175107"/>
                </a:cubicBezTo>
                <a:cubicBezTo>
                  <a:pt x="1061415" y="151434"/>
                  <a:pt x="1069848" y="134721"/>
                  <a:pt x="1069848" y="124968"/>
                </a:cubicBezTo>
                <a:cubicBezTo>
                  <a:pt x="1062736" y="125780"/>
                  <a:pt x="1053795" y="127000"/>
                  <a:pt x="1043026" y="128625"/>
                </a:cubicBezTo>
                <a:cubicBezTo>
                  <a:pt x="1046887" y="131470"/>
                  <a:pt x="1048817" y="133908"/>
                  <a:pt x="1048817" y="135940"/>
                </a:cubicBezTo>
                <a:cubicBezTo>
                  <a:pt x="1048817" y="136956"/>
                  <a:pt x="1047649" y="138633"/>
                  <a:pt x="1045312" y="140970"/>
                </a:cubicBezTo>
                <a:cubicBezTo>
                  <a:pt x="1042975" y="143306"/>
                  <a:pt x="1038708" y="148386"/>
                  <a:pt x="1032510" y="156210"/>
                </a:cubicBezTo>
                <a:cubicBezTo>
                  <a:pt x="1026313" y="164033"/>
                  <a:pt x="1018032" y="171958"/>
                  <a:pt x="1007669" y="179984"/>
                </a:cubicBezTo>
                <a:cubicBezTo>
                  <a:pt x="997306" y="188010"/>
                  <a:pt x="987095" y="194614"/>
                  <a:pt x="977037" y="199796"/>
                </a:cubicBezTo>
                <a:cubicBezTo>
                  <a:pt x="966978" y="204978"/>
                  <a:pt x="960323" y="207568"/>
                  <a:pt x="957072" y="207568"/>
                </a:cubicBezTo>
                <a:cubicBezTo>
                  <a:pt x="955447" y="207568"/>
                  <a:pt x="954634" y="206959"/>
                  <a:pt x="954634" y="205740"/>
                </a:cubicBezTo>
                <a:cubicBezTo>
                  <a:pt x="954634" y="204520"/>
                  <a:pt x="956564" y="202793"/>
                  <a:pt x="960425" y="200558"/>
                </a:cubicBezTo>
                <a:cubicBezTo>
                  <a:pt x="974852" y="192633"/>
                  <a:pt x="989889" y="180746"/>
                  <a:pt x="1005535" y="164896"/>
                </a:cubicBezTo>
                <a:cubicBezTo>
                  <a:pt x="1021182" y="149047"/>
                  <a:pt x="1029513" y="137668"/>
                  <a:pt x="1030529" y="130759"/>
                </a:cubicBezTo>
                <a:cubicBezTo>
                  <a:pt x="1020369" y="132994"/>
                  <a:pt x="1012901" y="135534"/>
                  <a:pt x="1008126" y="138379"/>
                </a:cubicBezTo>
                <a:cubicBezTo>
                  <a:pt x="1003351" y="141224"/>
                  <a:pt x="1000049" y="142646"/>
                  <a:pt x="998220" y="142646"/>
                </a:cubicBezTo>
                <a:cubicBezTo>
                  <a:pt x="995375" y="142646"/>
                  <a:pt x="993953" y="140360"/>
                  <a:pt x="993953" y="135788"/>
                </a:cubicBezTo>
                <a:cubicBezTo>
                  <a:pt x="993953" y="131216"/>
                  <a:pt x="994817" y="128066"/>
                  <a:pt x="996544" y="126339"/>
                </a:cubicBezTo>
                <a:cubicBezTo>
                  <a:pt x="998271" y="124612"/>
                  <a:pt x="1001065" y="122936"/>
                  <a:pt x="1004926" y="121310"/>
                </a:cubicBezTo>
                <a:cubicBezTo>
                  <a:pt x="1010819" y="118872"/>
                  <a:pt x="1021385" y="107696"/>
                  <a:pt x="1036625" y="87782"/>
                </a:cubicBezTo>
                <a:cubicBezTo>
                  <a:pt x="1051865" y="67868"/>
                  <a:pt x="1059485" y="56896"/>
                  <a:pt x="1059485" y="54864"/>
                </a:cubicBezTo>
                <a:cubicBezTo>
                  <a:pt x="1059485" y="54660"/>
                  <a:pt x="1059282" y="54559"/>
                  <a:pt x="1058875" y="54559"/>
                </a:cubicBezTo>
                <a:cubicBezTo>
                  <a:pt x="1058469" y="54559"/>
                  <a:pt x="1057656" y="54762"/>
                  <a:pt x="1056437" y="55168"/>
                </a:cubicBezTo>
                <a:cubicBezTo>
                  <a:pt x="1034695" y="63500"/>
                  <a:pt x="1020064" y="67665"/>
                  <a:pt x="1012546" y="67665"/>
                </a:cubicBezTo>
                <a:cubicBezTo>
                  <a:pt x="1008279" y="67665"/>
                  <a:pt x="1003656" y="66446"/>
                  <a:pt x="998677" y="64008"/>
                </a:cubicBezTo>
                <a:cubicBezTo>
                  <a:pt x="993699" y="61569"/>
                  <a:pt x="991210" y="59232"/>
                  <a:pt x="991210" y="56997"/>
                </a:cubicBezTo>
                <a:cubicBezTo>
                  <a:pt x="991210" y="54152"/>
                  <a:pt x="995325" y="52730"/>
                  <a:pt x="1003554" y="52730"/>
                </a:cubicBezTo>
                <a:cubicBezTo>
                  <a:pt x="1011784" y="52730"/>
                  <a:pt x="1021487" y="51206"/>
                  <a:pt x="1032663" y="48158"/>
                </a:cubicBezTo>
                <a:cubicBezTo>
                  <a:pt x="1043839" y="45110"/>
                  <a:pt x="1052475" y="41605"/>
                  <a:pt x="1058571" y="37642"/>
                </a:cubicBezTo>
                <a:cubicBezTo>
                  <a:pt x="1064667" y="33680"/>
                  <a:pt x="1069086" y="31699"/>
                  <a:pt x="1071829" y="31699"/>
                </a:cubicBezTo>
                <a:close/>
                <a:moveTo>
                  <a:pt x="1378763" y="26517"/>
                </a:moveTo>
                <a:cubicBezTo>
                  <a:pt x="1387399" y="26517"/>
                  <a:pt x="1393597" y="27838"/>
                  <a:pt x="1397356" y="30480"/>
                </a:cubicBezTo>
                <a:cubicBezTo>
                  <a:pt x="1401115" y="33121"/>
                  <a:pt x="1402995" y="35560"/>
                  <a:pt x="1402995" y="37795"/>
                </a:cubicBezTo>
                <a:cubicBezTo>
                  <a:pt x="1402995" y="39827"/>
                  <a:pt x="1401471" y="41503"/>
                  <a:pt x="1398423" y="42824"/>
                </a:cubicBezTo>
                <a:cubicBezTo>
                  <a:pt x="1395375" y="44145"/>
                  <a:pt x="1375004" y="46380"/>
                  <a:pt x="1337310" y="49530"/>
                </a:cubicBezTo>
                <a:cubicBezTo>
                  <a:pt x="1299617" y="52679"/>
                  <a:pt x="1274471" y="54254"/>
                  <a:pt x="1261872" y="54254"/>
                </a:cubicBezTo>
                <a:cubicBezTo>
                  <a:pt x="1258011" y="54254"/>
                  <a:pt x="1254659" y="54152"/>
                  <a:pt x="1251814" y="53949"/>
                </a:cubicBezTo>
                <a:cubicBezTo>
                  <a:pt x="1251814" y="79756"/>
                  <a:pt x="1249782" y="138988"/>
                  <a:pt x="1245718" y="231648"/>
                </a:cubicBezTo>
                <a:cubicBezTo>
                  <a:pt x="1309319" y="226364"/>
                  <a:pt x="1353515" y="221691"/>
                  <a:pt x="1378306" y="217627"/>
                </a:cubicBezTo>
                <a:cubicBezTo>
                  <a:pt x="1381964" y="217017"/>
                  <a:pt x="1385621" y="216712"/>
                  <a:pt x="1389279" y="216712"/>
                </a:cubicBezTo>
                <a:cubicBezTo>
                  <a:pt x="1400658" y="216712"/>
                  <a:pt x="1409700" y="218998"/>
                  <a:pt x="1416406" y="223570"/>
                </a:cubicBezTo>
                <a:cubicBezTo>
                  <a:pt x="1423111" y="228142"/>
                  <a:pt x="1426464" y="232156"/>
                  <a:pt x="1426464" y="235610"/>
                </a:cubicBezTo>
                <a:cubicBezTo>
                  <a:pt x="1426464" y="239064"/>
                  <a:pt x="1422603" y="240792"/>
                  <a:pt x="1414882" y="240792"/>
                </a:cubicBezTo>
                <a:cubicBezTo>
                  <a:pt x="1412240" y="240792"/>
                  <a:pt x="1409294" y="240588"/>
                  <a:pt x="1406043" y="240182"/>
                </a:cubicBezTo>
                <a:cubicBezTo>
                  <a:pt x="1394054" y="238556"/>
                  <a:pt x="1379677" y="237744"/>
                  <a:pt x="1362914" y="237744"/>
                </a:cubicBezTo>
                <a:cubicBezTo>
                  <a:pt x="1346149" y="237744"/>
                  <a:pt x="1327455" y="238455"/>
                  <a:pt x="1306830" y="239877"/>
                </a:cubicBezTo>
                <a:cubicBezTo>
                  <a:pt x="1286206" y="241300"/>
                  <a:pt x="1271423" y="242824"/>
                  <a:pt x="1262482" y="244449"/>
                </a:cubicBezTo>
                <a:cubicBezTo>
                  <a:pt x="1253541" y="246075"/>
                  <a:pt x="1246023" y="249021"/>
                  <a:pt x="1239927" y="253288"/>
                </a:cubicBezTo>
                <a:cubicBezTo>
                  <a:pt x="1236066" y="255930"/>
                  <a:pt x="1232916" y="257251"/>
                  <a:pt x="1230478" y="257251"/>
                </a:cubicBezTo>
                <a:cubicBezTo>
                  <a:pt x="1228039" y="257251"/>
                  <a:pt x="1225449" y="254812"/>
                  <a:pt x="1222705" y="249936"/>
                </a:cubicBezTo>
                <a:cubicBezTo>
                  <a:pt x="1219962" y="245059"/>
                  <a:pt x="1218591" y="241300"/>
                  <a:pt x="1218591" y="238658"/>
                </a:cubicBezTo>
                <a:cubicBezTo>
                  <a:pt x="1218591" y="236016"/>
                  <a:pt x="1220013" y="233019"/>
                  <a:pt x="1222858" y="229666"/>
                </a:cubicBezTo>
                <a:cubicBezTo>
                  <a:pt x="1225703" y="226314"/>
                  <a:pt x="1227938" y="219405"/>
                  <a:pt x="1229564" y="208940"/>
                </a:cubicBezTo>
                <a:cubicBezTo>
                  <a:pt x="1231189" y="198475"/>
                  <a:pt x="1232561" y="179679"/>
                  <a:pt x="1233678" y="152552"/>
                </a:cubicBezTo>
                <a:cubicBezTo>
                  <a:pt x="1234796" y="125425"/>
                  <a:pt x="1235355" y="105359"/>
                  <a:pt x="1235355" y="92354"/>
                </a:cubicBezTo>
                <a:cubicBezTo>
                  <a:pt x="1235355" y="70002"/>
                  <a:pt x="1233831" y="56438"/>
                  <a:pt x="1230783" y="51663"/>
                </a:cubicBezTo>
                <a:cubicBezTo>
                  <a:pt x="1227735" y="46888"/>
                  <a:pt x="1226211" y="43281"/>
                  <a:pt x="1226211" y="40843"/>
                </a:cubicBezTo>
                <a:cubicBezTo>
                  <a:pt x="1226211" y="38404"/>
                  <a:pt x="1228344" y="37185"/>
                  <a:pt x="1232611" y="37185"/>
                </a:cubicBezTo>
                <a:cubicBezTo>
                  <a:pt x="1236879" y="37185"/>
                  <a:pt x="1244803" y="39522"/>
                  <a:pt x="1256386" y="44196"/>
                </a:cubicBezTo>
                <a:cubicBezTo>
                  <a:pt x="1271829" y="43383"/>
                  <a:pt x="1288898" y="41452"/>
                  <a:pt x="1307592" y="38404"/>
                </a:cubicBezTo>
                <a:cubicBezTo>
                  <a:pt x="1326287" y="35356"/>
                  <a:pt x="1342339" y="32105"/>
                  <a:pt x="1355751" y="28651"/>
                </a:cubicBezTo>
                <a:cubicBezTo>
                  <a:pt x="1362456" y="27228"/>
                  <a:pt x="1370127" y="26517"/>
                  <a:pt x="1378763" y="26517"/>
                </a:cubicBezTo>
                <a:close/>
                <a:moveTo>
                  <a:pt x="931012" y="19202"/>
                </a:moveTo>
                <a:cubicBezTo>
                  <a:pt x="934771" y="19202"/>
                  <a:pt x="940715" y="21132"/>
                  <a:pt x="948843" y="24993"/>
                </a:cubicBezTo>
                <a:cubicBezTo>
                  <a:pt x="956971" y="28854"/>
                  <a:pt x="961035" y="32613"/>
                  <a:pt x="961035" y="36271"/>
                </a:cubicBezTo>
                <a:cubicBezTo>
                  <a:pt x="961035" y="37693"/>
                  <a:pt x="960628" y="39827"/>
                  <a:pt x="959815" y="42672"/>
                </a:cubicBezTo>
                <a:cubicBezTo>
                  <a:pt x="956158" y="54254"/>
                  <a:pt x="953719" y="72644"/>
                  <a:pt x="952500" y="97840"/>
                </a:cubicBezTo>
                <a:cubicBezTo>
                  <a:pt x="962457" y="94183"/>
                  <a:pt x="970280" y="92354"/>
                  <a:pt x="975970" y="92354"/>
                </a:cubicBezTo>
                <a:cubicBezTo>
                  <a:pt x="984098" y="92354"/>
                  <a:pt x="988162" y="93980"/>
                  <a:pt x="988162" y="97231"/>
                </a:cubicBezTo>
                <a:cubicBezTo>
                  <a:pt x="988162" y="99263"/>
                  <a:pt x="986435" y="101244"/>
                  <a:pt x="982980" y="103174"/>
                </a:cubicBezTo>
                <a:cubicBezTo>
                  <a:pt x="979526" y="105105"/>
                  <a:pt x="969163" y="108813"/>
                  <a:pt x="951891" y="114300"/>
                </a:cubicBezTo>
                <a:lnTo>
                  <a:pt x="949757" y="164287"/>
                </a:lnTo>
                <a:cubicBezTo>
                  <a:pt x="970280" y="153111"/>
                  <a:pt x="981558" y="147523"/>
                  <a:pt x="983590" y="147523"/>
                </a:cubicBezTo>
                <a:cubicBezTo>
                  <a:pt x="985622" y="147523"/>
                  <a:pt x="987044" y="147828"/>
                  <a:pt x="987857" y="148437"/>
                </a:cubicBezTo>
                <a:cubicBezTo>
                  <a:pt x="988670" y="149047"/>
                  <a:pt x="989076" y="149555"/>
                  <a:pt x="989076" y="149961"/>
                </a:cubicBezTo>
                <a:cubicBezTo>
                  <a:pt x="989076" y="151384"/>
                  <a:pt x="984809" y="154787"/>
                  <a:pt x="976275" y="160172"/>
                </a:cubicBezTo>
                <a:cubicBezTo>
                  <a:pt x="967740" y="165557"/>
                  <a:pt x="956209" y="173482"/>
                  <a:pt x="941680" y="183946"/>
                </a:cubicBezTo>
                <a:cubicBezTo>
                  <a:pt x="927151" y="194411"/>
                  <a:pt x="918312" y="201218"/>
                  <a:pt x="915162" y="204368"/>
                </a:cubicBezTo>
                <a:cubicBezTo>
                  <a:pt x="912013" y="207518"/>
                  <a:pt x="908914" y="209092"/>
                  <a:pt x="905866" y="209092"/>
                </a:cubicBezTo>
                <a:cubicBezTo>
                  <a:pt x="902818" y="209092"/>
                  <a:pt x="898703" y="207060"/>
                  <a:pt x="893521" y="202996"/>
                </a:cubicBezTo>
                <a:cubicBezTo>
                  <a:pt x="888340" y="198932"/>
                  <a:pt x="885749" y="195834"/>
                  <a:pt x="885749" y="193700"/>
                </a:cubicBezTo>
                <a:cubicBezTo>
                  <a:pt x="885749" y="191566"/>
                  <a:pt x="887629" y="190296"/>
                  <a:pt x="891388" y="189890"/>
                </a:cubicBezTo>
                <a:cubicBezTo>
                  <a:pt x="895147" y="189484"/>
                  <a:pt x="901040" y="187604"/>
                  <a:pt x="909066" y="184251"/>
                </a:cubicBezTo>
                <a:cubicBezTo>
                  <a:pt x="917093" y="180898"/>
                  <a:pt x="925881" y="176784"/>
                  <a:pt x="935431" y="171907"/>
                </a:cubicBezTo>
                <a:lnTo>
                  <a:pt x="936955" y="117957"/>
                </a:lnTo>
                <a:cubicBezTo>
                  <a:pt x="925576" y="120396"/>
                  <a:pt x="918109" y="121615"/>
                  <a:pt x="914553" y="121615"/>
                </a:cubicBezTo>
                <a:cubicBezTo>
                  <a:pt x="910997" y="121615"/>
                  <a:pt x="907949" y="120954"/>
                  <a:pt x="905409" y="119634"/>
                </a:cubicBezTo>
                <a:cubicBezTo>
                  <a:pt x="902869" y="118313"/>
                  <a:pt x="901599" y="116738"/>
                  <a:pt x="901599" y="114909"/>
                </a:cubicBezTo>
                <a:cubicBezTo>
                  <a:pt x="901599" y="113080"/>
                  <a:pt x="903631" y="111963"/>
                  <a:pt x="907695" y="111556"/>
                </a:cubicBezTo>
                <a:cubicBezTo>
                  <a:pt x="913994" y="110744"/>
                  <a:pt x="923849" y="107899"/>
                  <a:pt x="937260" y="103022"/>
                </a:cubicBezTo>
                <a:cubicBezTo>
                  <a:pt x="937667" y="93675"/>
                  <a:pt x="937870" y="83870"/>
                  <a:pt x="937870" y="73609"/>
                </a:cubicBezTo>
                <a:cubicBezTo>
                  <a:pt x="937870" y="63347"/>
                  <a:pt x="937108" y="54356"/>
                  <a:pt x="935584" y="46634"/>
                </a:cubicBezTo>
                <a:cubicBezTo>
                  <a:pt x="934060" y="38912"/>
                  <a:pt x="931977" y="33528"/>
                  <a:pt x="929335" y="30480"/>
                </a:cubicBezTo>
                <a:cubicBezTo>
                  <a:pt x="926694" y="27432"/>
                  <a:pt x="925373" y="25095"/>
                  <a:pt x="925373" y="23469"/>
                </a:cubicBezTo>
                <a:cubicBezTo>
                  <a:pt x="925373" y="20624"/>
                  <a:pt x="927253" y="19202"/>
                  <a:pt x="931012" y="19202"/>
                </a:cubicBezTo>
                <a:close/>
                <a:moveTo>
                  <a:pt x="682295" y="17678"/>
                </a:moveTo>
                <a:cubicBezTo>
                  <a:pt x="685038" y="17678"/>
                  <a:pt x="690474" y="19253"/>
                  <a:pt x="698602" y="22402"/>
                </a:cubicBezTo>
                <a:cubicBezTo>
                  <a:pt x="706730" y="25552"/>
                  <a:pt x="710794" y="29768"/>
                  <a:pt x="710794" y="35052"/>
                </a:cubicBezTo>
                <a:cubicBezTo>
                  <a:pt x="710794" y="37084"/>
                  <a:pt x="710184" y="40132"/>
                  <a:pt x="708965" y="44196"/>
                </a:cubicBezTo>
                <a:cubicBezTo>
                  <a:pt x="706730" y="51511"/>
                  <a:pt x="705307" y="64312"/>
                  <a:pt x="704698" y="82600"/>
                </a:cubicBezTo>
                <a:cubicBezTo>
                  <a:pt x="732739" y="77927"/>
                  <a:pt x="749199" y="74777"/>
                  <a:pt x="754075" y="73152"/>
                </a:cubicBezTo>
                <a:cubicBezTo>
                  <a:pt x="759155" y="70916"/>
                  <a:pt x="762965" y="69799"/>
                  <a:pt x="765505" y="69799"/>
                </a:cubicBezTo>
                <a:cubicBezTo>
                  <a:pt x="768045" y="69799"/>
                  <a:pt x="773938" y="72390"/>
                  <a:pt x="783184" y="77571"/>
                </a:cubicBezTo>
                <a:cubicBezTo>
                  <a:pt x="792429" y="82753"/>
                  <a:pt x="797052" y="86969"/>
                  <a:pt x="797052" y="90220"/>
                </a:cubicBezTo>
                <a:cubicBezTo>
                  <a:pt x="797052" y="92456"/>
                  <a:pt x="795477" y="94792"/>
                  <a:pt x="792328" y="97231"/>
                </a:cubicBezTo>
                <a:cubicBezTo>
                  <a:pt x="789178" y="99669"/>
                  <a:pt x="786435" y="103174"/>
                  <a:pt x="784098" y="107746"/>
                </a:cubicBezTo>
                <a:cubicBezTo>
                  <a:pt x="781761" y="112318"/>
                  <a:pt x="779780" y="117805"/>
                  <a:pt x="778155" y="124206"/>
                </a:cubicBezTo>
                <a:cubicBezTo>
                  <a:pt x="776529" y="130606"/>
                  <a:pt x="773786" y="139649"/>
                  <a:pt x="769925" y="151333"/>
                </a:cubicBezTo>
                <a:cubicBezTo>
                  <a:pt x="766064" y="163017"/>
                  <a:pt x="762203" y="171246"/>
                  <a:pt x="758343" y="176022"/>
                </a:cubicBezTo>
                <a:cubicBezTo>
                  <a:pt x="754482" y="180797"/>
                  <a:pt x="751485" y="183184"/>
                  <a:pt x="749351" y="183184"/>
                </a:cubicBezTo>
                <a:cubicBezTo>
                  <a:pt x="747217" y="183184"/>
                  <a:pt x="745389" y="181914"/>
                  <a:pt x="743865" y="179374"/>
                </a:cubicBezTo>
                <a:cubicBezTo>
                  <a:pt x="742341" y="176834"/>
                  <a:pt x="739851" y="175564"/>
                  <a:pt x="736397" y="175564"/>
                </a:cubicBezTo>
                <a:cubicBezTo>
                  <a:pt x="732943" y="175564"/>
                  <a:pt x="721868" y="176885"/>
                  <a:pt x="703174" y="179527"/>
                </a:cubicBezTo>
                <a:cubicBezTo>
                  <a:pt x="702971" y="192125"/>
                  <a:pt x="703275" y="202031"/>
                  <a:pt x="704088" y="209245"/>
                </a:cubicBezTo>
                <a:cubicBezTo>
                  <a:pt x="704901" y="216458"/>
                  <a:pt x="706527" y="221843"/>
                  <a:pt x="708965" y="225399"/>
                </a:cubicBezTo>
                <a:cubicBezTo>
                  <a:pt x="711403" y="228955"/>
                  <a:pt x="716737" y="231800"/>
                  <a:pt x="724967" y="233934"/>
                </a:cubicBezTo>
                <a:cubicBezTo>
                  <a:pt x="733197" y="236067"/>
                  <a:pt x="742595" y="237134"/>
                  <a:pt x="753161" y="237134"/>
                </a:cubicBezTo>
                <a:cubicBezTo>
                  <a:pt x="763727" y="237134"/>
                  <a:pt x="773938" y="236321"/>
                  <a:pt x="783793" y="234696"/>
                </a:cubicBezTo>
                <a:cubicBezTo>
                  <a:pt x="793649" y="233070"/>
                  <a:pt x="799897" y="230987"/>
                  <a:pt x="802539" y="228447"/>
                </a:cubicBezTo>
                <a:cubicBezTo>
                  <a:pt x="805180" y="225907"/>
                  <a:pt x="807517" y="222402"/>
                  <a:pt x="809549" y="217932"/>
                </a:cubicBezTo>
                <a:cubicBezTo>
                  <a:pt x="811581" y="213461"/>
                  <a:pt x="814223" y="203200"/>
                  <a:pt x="817474" y="187147"/>
                </a:cubicBezTo>
                <a:cubicBezTo>
                  <a:pt x="818287" y="183083"/>
                  <a:pt x="819404" y="181051"/>
                  <a:pt x="820827" y="181051"/>
                </a:cubicBezTo>
                <a:cubicBezTo>
                  <a:pt x="822249" y="181051"/>
                  <a:pt x="823214" y="183642"/>
                  <a:pt x="823722" y="188823"/>
                </a:cubicBezTo>
                <a:cubicBezTo>
                  <a:pt x="824230" y="194005"/>
                  <a:pt x="825551" y="200710"/>
                  <a:pt x="827685" y="208940"/>
                </a:cubicBezTo>
                <a:cubicBezTo>
                  <a:pt x="829818" y="217170"/>
                  <a:pt x="831596" y="222554"/>
                  <a:pt x="833019" y="225094"/>
                </a:cubicBezTo>
                <a:cubicBezTo>
                  <a:pt x="834441" y="227634"/>
                  <a:pt x="835152" y="229819"/>
                  <a:pt x="835152" y="231648"/>
                </a:cubicBezTo>
                <a:cubicBezTo>
                  <a:pt x="835152" y="237337"/>
                  <a:pt x="827685" y="242976"/>
                  <a:pt x="812749" y="248564"/>
                </a:cubicBezTo>
                <a:cubicBezTo>
                  <a:pt x="797814" y="254152"/>
                  <a:pt x="780593" y="256946"/>
                  <a:pt x="761086" y="256946"/>
                </a:cubicBezTo>
                <a:cubicBezTo>
                  <a:pt x="747065" y="256946"/>
                  <a:pt x="735178" y="255422"/>
                  <a:pt x="725424" y="252374"/>
                </a:cubicBezTo>
                <a:cubicBezTo>
                  <a:pt x="715671" y="249326"/>
                  <a:pt x="708051" y="245211"/>
                  <a:pt x="702564" y="240030"/>
                </a:cubicBezTo>
                <a:cubicBezTo>
                  <a:pt x="697078" y="234848"/>
                  <a:pt x="693471" y="227990"/>
                  <a:pt x="691744" y="219456"/>
                </a:cubicBezTo>
                <a:cubicBezTo>
                  <a:pt x="690017" y="210921"/>
                  <a:pt x="689255" y="198221"/>
                  <a:pt x="689458" y="181356"/>
                </a:cubicBezTo>
                <a:cubicBezTo>
                  <a:pt x="673405" y="183794"/>
                  <a:pt x="661518" y="185216"/>
                  <a:pt x="653796" y="185623"/>
                </a:cubicBezTo>
                <a:cubicBezTo>
                  <a:pt x="653593" y="190906"/>
                  <a:pt x="652069" y="193548"/>
                  <a:pt x="649224" y="193548"/>
                </a:cubicBezTo>
                <a:cubicBezTo>
                  <a:pt x="647599" y="193548"/>
                  <a:pt x="645973" y="192125"/>
                  <a:pt x="644347" y="189280"/>
                </a:cubicBezTo>
                <a:cubicBezTo>
                  <a:pt x="642722" y="186436"/>
                  <a:pt x="641503" y="183083"/>
                  <a:pt x="640690" y="179222"/>
                </a:cubicBezTo>
                <a:cubicBezTo>
                  <a:pt x="636016" y="157683"/>
                  <a:pt x="631546" y="139598"/>
                  <a:pt x="627279" y="124968"/>
                </a:cubicBezTo>
                <a:cubicBezTo>
                  <a:pt x="623011" y="110337"/>
                  <a:pt x="619557" y="101752"/>
                  <a:pt x="616915" y="99212"/>
                </a:cubicBezTo>
                <a:cubicBezTo>
                  <a:pt x="614274" y="96672"/>
                  <a:pt x="612953" y="94284"/>
                  <a:pt x="612953" y="92049"/>
                </a:cubicBezTo>
                <a:cubicBezTo>
                  <a:pt x="612953" y="89814"/>
                  <a:pt x="614782" y="88696"/>
                  <a:pt x="618439" y="88696"/>
                </a:cubicBezTo>
                <a:cubicBezTo>
                  <a:pt x="622097" y="88696"/>
                  <a:pt x="627583" y="90322"/>
                  <a:pt x="634899" y="93573"/>
                </a:cubicBezTo>
                <a:cubicBezTo>
                  <a:pt x="655015" y="90728"/>
                  <a:pt x="673303" y="87884"/>
                  <a:pt x="689763" y="85039"/>
                </a:cubicBezTo>
                <a:cubicBezTo>
                  <a:pt x="689559" y="60655"/>
                  <a:pt x="687578" y="44653"/>
                  <a:pt x="683819" y="37033"/>
                </a:cubicBezTo>
                <a:cubicBezTo>
                  <a:pt x="680060" y="29413"/>
                  <a:pt x="678180" y="24282"/>
                  <a:pt x="678180" y="21640"/>
                </a:cubicBezTo>
                <a:cubicBezTo>
                  <a:pt x="678180" y="18999"/>
                  <a:pt x="679552" y="17678"/>
                  <a:pt x="682295" y="17678"/>
                </a:cubicBezTo>
                <a:close/>
                <a:moveTo>
                  <a:pt x="75895" y="9144"/>
                </a:moveTo>
                <a:cubicBezTo>
                  <a:pt x="79756" y="9144"/>
                  <a:pt x="85395" y="10718"/>
                  <a:pt x="92812" y="13868"/>
                </a:cubicBezTo>
                <a:cubicBezTo>
                  <a:pt x="100229" y="17018"/>
                  <a:pt x="103937" y="20726"/>
                  <a:pt x="103937" y="24993"/>
                </a:cubicBezTo>
                <a:cubicBezTo>
                  <a:pt x="103937" y="26619"/>
                  <a:pt x="103226" y="28956"/>
                  <a:pt x="101803" y="32004"/>
                </a:cubicBezTo>
                <a:cubicBezTo>
                  <a:pt x="100381" y="35052"/>
                  <a:pt x="98451" y="48768"/>
                  <a:pt x="96012" y="73152"/>
                </a:cubicBezTo>
                <a:cubicBezTo>
                  <a:pt x="122835" y="69494"/>
                  <a:pt x="138887" y="66649"/>
                  <a:pt x="144171" y="64617"/>
                </a:cubicBezTo>
                <a:cubicBezTo>
                  <a:pt x="149454" y="62585"/>
                  <a:pt x="153721" y="61569"/>
                  <a:pt x="156972" y="61569"/>
                </a:cubicBezTo>
                <a:cubicBezTo>
                  <a:pt x="160223" y="61569"/>
                  <a:pt x="165811" y="63804"/>
                  <a:pt x="173736" y="68275"/>
                </a:cubicBezTo>
                <a:cubicBezTo>
                  <a:pt x="181661" y="72745"/>
                  <a:pt x="185623" y="76454"/>
                  <a:pt x="185623" y="79400"/>
                </a:cubicBezTo>
                <a:cubicBezTo>
                  <a:pt x="185623" y="82346"/>
                  <a:pt x="184506" y="85090"/>
                  <a:pt x="182271" y="87630"/>
                </a:cubicBezTo>
                <a:cubicBezTo>
                  <a:pt x="180035" y="90170"/>
                  <a:pt x="178918" y="97282"/>
                  <a:pt x="178918" y="108966"/>
                </a:cubicBezTo>
                <a:cubicBezTo>
                  <a:pt x="178918" y="120650"/>
                  <a:pt x="179731" y="137871"/>
                  <a:pt x="181356" y="160629"/>
                </a:cubicBezTo>
                <a:lnTo>
                  <a:pt x="185623" y="220370"/>
                </a:lnTo>
                <a:cubicBezTo>
                  <a:pt x="185623" y="233172"/>
                  <a:pt x="183388" y="244602"/>
                  <a:pt x="178918" y="254660"/>
                </a:cubicBezTo>
                <a:cubicBezTo>
                  <a:pt x="174447" y="264718"/>
                  <a:pt x="170587" y="269748"/>
                  <a:pt x="167335" y="269748"/>
                </a:cubicBezTo>
                <a:cubicBezTo>
                  <a:pt x="165507" y="269748"/>
                  <a:pt x="163271" y="268020"/>
                  <a:pt x="160630" y="264566"/>
                </a:cubicBezTo>
                <a:cubicBezTo>
                  <a:pt x="153924" y="255625"/>
                  <a:pt x="146203" y="247497"/>
                  <a:pt x="137465" y="240182"/>
                </a:cubicBezTo>
                <a:cubicBezTo>
                  <a:pt x="131775" y="235305"/>
                  <a:pt x="128931" y="232410"/>
                  <a:pt x="128931" y="231495"/>
                </a:cubicBezTo>
                <a:cubicBezTo>
                  <a:pt x="128931" y="230581"/>
                  <a:pt x="129591" y="230124"/>
                  <a:pt x="130912" y="230124"/>
                </a:cubicBezTo>
                <a:cubicBezTo>
                  <a:pt x="132233" y="230124"/>
                  <a:pt x="135484" y="230581"/>
                  <a:pt x="140665" y="231495"/>
                </a:cubicBezTo>
                <a:cubicBezTo>
                  <a:pt x="145847" y="232410"/>
                  <a:pt x="150571" y="232867"/>
                  <a:pt x="154839" y="232867"/>
                </a:cubicBezTo>
                <a:cubicBezTo>
                  <a:pt x="159106" y="232867"/>
                  <a:pt x="161951" y="231140"/>
                  <a:pt x="163373" y="227685"/>
                </a:cubicBezTo>
                <a:cubicBezTo>
                  <a:pt x="164795" y="224231"/>
                  <a:pt x="165507" y="211175"/>
                  <a:pt x="165507" y="188518"/>
                </a:cubicBezTo>
                <a:cubicBezTo>
                  <a:pt x="165507" y="165862"/>
                  <a:pt x="164897" y="145745"/>
                  <a:pt x="163678" y="128168"/>
                </a:cubicBezTo>
                <a:cubicBezTo>
                  <a:pt x="162459" y="110591"/>
                  <a:pt x="161239" y="98704"/>
                  <a:pt x="160020" y="92506"/>
                </a:cubicBezTo>
                <a:cubicBezTo>
                  <a:pt x="158801" y="86309"/>
                  <a:pt x="157125" y="82194"/>
                  <a:pt x="154991" y="80162"/>
                </a:cubicBezTo>
                <a:cubicBezTo>
                  <a:pt x="152857" y="78130"/>
                  <a:pt x="149809" y="77114"/>
                  <a:pt x="145847" y="77114"/>
                </a:cubicBezTo>
                <a:cubicBezTo>
                  <a:pt x="141885" y="77114"/>
                  <a:pt x="137363" y="77520"/>
                  <a:pt x="132283" y="78333"/>
                </a:cubicBezTo>
                <a:lnTo>
                  <a:pt x="95098" y="82905"/>
                </a:lnTo>
                <a:cubicBezTo>
                  <a:pt x="93472" y="95504"/>
                  <a:pt x="90729" y="107289"/>
                  <a:pt x="86868" y="118262"/>
                </a:cubicBezTo>
                <a:cubicBezTo>
                  <a:pt x="108814" y="126593"/>
                  <a:pt x="123597" y="134518"/>
                  <a:pt x="131217" y="142036"/>
                </a:cubicBezTo>
                <a:cubicBezTo>
                  <a:pt x="138837" y="149555"/>
                  <a:pt x="142647" y="157886"/>
                  <a:pt x="142647" y="167030"/>
                </a:cubicBezTo>
                <a:cubicBezTo>
                  <a:pt x="142647" y="173126"/>
                  <a:pt x="140615" y="176174"/>
                  <a:pt x="136551" y="176174"/>
                </a:cubicBezTo>
                <a:cubicBezTo>
                  <a:pt x="133909" y="176174"/>
                  <a:pt x="131166" y="174752"/>
                  <a:pt x="128321" y="171907"/>
                </a:cubicBezTo>
                <a:lnTo>
                  <a:pt x="85344" y="122529"/>
                </a:lnTo>
                <a:cubicBezTo>
                  <a:pt x="80874" y="133908"/>
                  <a:pt x="74829" y="144475"/>
                  <a:pt x="67209" y="154228"/>
                </a:cubicBezTo>
                <a:cubicBezTo>
                  <a:pt x="59589" y="163982"/>
                  <a:pt x="51715" y="171907"/>
                  <a:pt x="43587" y="178003"/>
                </a:cubicBezTo>
                <a:cubicBezTo>
                  <a:pt x="35459" y="184099"/>
                  <a:pt x="30277" y="187147"/>
                  <a:pt x="28042" y="187147"/>
                </a:cubicBezTo>
                <a:cubicBezTo>
                  <a:pt x="27432" y="187147"/>
                  <a:pt x="27127" y="186690"/>
                  <a:pt x="27127" y="185775"/>
                </a:cubicBezTo>
                <a:cubicBezTo>
                  <a:pt x="27127" y="184861"/>
                  <a:pt x="28550" y="182676"/>
                  <a:pt x="31395" y="179222"/>
                </a:cubicBezTo>
                <a:cubicBezTo>
                  <a:pt x="44806" y="164795"/>
                  <a:pt x="54966" y="150114"/>
                  <a:pt x="61875" y="135178"/>
                </a:cubicBezTo>
                <a:cubicBezTo>
                  <a:pt x="68783" y="120243"/>
                  <a:pt x="73559" y="103632"/>
                  <a:pt x="76200" y="85344"/>
                </a:cubicBezTo>
                <a:cubicBezTo>
                  <a:pt x="47752" y="88595"/>
                  <a:pt x="30379" y="90525"/>
                  <a:pt x="24079" y="91135"/>
                </a:cubicBezTo>
                <a:cubicBezTo>
                  <a:pt x="24283" y="135026"/>
                  <a:pt x="23470" y="171958"/>
                  <a:pt x="21641" y="201930"/>
                </a:cubicBezTo>
                <a:cubicBezTo>
                  <a:pt x="19812" y="231902"/>
                  <a:pt x="16155" y="246888"/>
                  <a:pt x="10668" y="246888"/>
                </a:cubicBezTo>
                <a:cubicBezTo>
                  <a:pt x="8230" y="246888"/>
                  <a:pt x="5842" y="243992"/>
                  <a:pt x="3505" y="238201"/>
                </a:cubicBezTo>
                <a:cubicBezTo>
                  <a:pt x="1169" y="232410"/>
                  <a:pt x="0" y="227787"/>
                  <a:pt x="0" y="224332"/>
                </a:cubicBezTo>
                <a:cubicBezTo>
                  <a:pt x="0" y="220878"/>
                  <a:pt x="1016" y="215392"/>
                  <a:pt x="3048" y="207873"/>
                </a:cubicBezTo>
                <a:cubicBezTo>
                  <a:pt x="5080" y="200355"/>
                  <a:pt x="6807" y="189331"/>
                  <a:pt x="8230" y="174802"/>
                </a:cubicBezTo>
                <a:cubicBezTo>
                  <a:pt x="9652" y="160274"/>
                  <a:pt x="10363" y="145999"/>
                  <a:pt x="10363" y="131978"/>
                </a:cubicBezTo>
                <a:cubicBezTo>
                  <a:pt x="10363" y="107594"/>
                  <a:pt x="8433" y="93065"/>
                  <a:pt x="4572" y="88392"/>
                </a:cubicBezTo>
                <a:cubicBezTo>
                  <a:pt x="1727" y="85140"/>
                  <a:pt x="305" y="82499"/>
                  <a:pt x="305" y="80467"/>
                </a:cubicBezTo>
                <a:cubicBezTo>
                  <a:pt x="305" y="78435"/>
                  <a:pt x="2032" y="77419"/>
                  <a:pt x="5487" y="77419"/>
                </a:cubicBezTo>
                <a:cubicBezTo>
                  <a:pt x="8941" y="77419"/>
                  <a:pt x="14224" y="78841"/>
                  <a:pt x="21336" y="81686"/>
                </a:cubicBezTo>
                <a:cubicBezTo>
                  <a:pt x="43282" y="79857"/>
                  <a:pt x="61976" y="77927"/>
                  <a:pt x="77419" y="75895"/>
                </a:cubicBezTo>
                <a:cubicBezTo>
                  <a:pt x="78639" y="64516"/>
                  <a:pt x="79248" y="53543"/>
                  <a:pt x="79248" y="42976"/>
                </a:cubicBezTo>
                <a:cubicBezTo>
                  <a:pt x="79248" y="32410"/>
                  <a:pt x="77724" y="25349"/>
                  <a:pt x="74676" y="21793"/>
                </a:cubicBezTo>
                <a:cubicBezTo>
                  <a:pt x="71628" y="18237"/>
                  <a:pt x="70104" y="15240"/>
                  <a:pt x="70104" y="12801"/>
                </a:cubicBezTo>
                <a:cubicBezTo>
                  <a:pt x="70104" y="10363"/>
                  <a:pt x="72035" y="9144"/>
                  <a:pt x="75895" y="9144"/>
                </a:cubicBezTo>
                <a:close/>
                <a:moveTo>
                  <a:pt x="418033" y="0"/>
                </a:moveTo>
                <a:cubicBezTo>
                  <a:pt x="420777" y="0"/>
                  <a:pt x="425501" y="1473"/>
                  <a:pt x="432207" y="4419"/>
                </a:cubicBezTo>
                <a:cubicBezTo>
                  <a:pt x="438912" y="7366"/>
                  <a:pt x="442265" y="10871"/>
                  <a:pt x="442265" y="14935"/>
                </a:cubicBezTo>
                <a:cubicBezTo>
                  <a:pt x="442265" y="16560"/>
                  <a:pt x="441757" y="19456"/>
                  <a:pt x="440741" y="23622"/>
                </a:cubicBezTo>
                <a:cubicBezTo>
                  <a:pt x="439725" y="27787"/>
                  <a:pt x="438811" y="38201"/>
                  <a:pt x="437998" y="54864"/>
                </a:cubicBezTo>
                <a:cubicBezTo>
                  <a:pt x="450596" y="52019"/>
                  <a:pt x="460147" y="48971"/>
                  <a:pt x="466649" y="45720"/>
                </a:cubicBezTo>
                <a:cubicBezTo>
                  <a:pt x="468478" y="44704"/>
                  <a:pt x="470561" y="44196"/>
                  <a:pt x="472897" y="44196"/>
                </a:cubicBezTo>
                <a:cubicBezTo>
                  <a:pt x="475234" y="44196"/>
                  <a:pt x="479400" y="46177"/>
                  <a:pt x="485394" y="50139"/>
                </a:cubicBezTo>
                <a:cubicBezTo>
                  <a:pt x="491389" y="54102"/>
                  <a:pt x="494386" y="57099"/>
                  <a:pt x="494386" y="59131"/>
                </a:cubicBezTo>
                <a:cubicBezTo>
                  <a:pt x="494386" y="60350"/>
                  <a:pt x="492963" y="62280"/>
                  <a:pt x="490119" y="64922"/>
                </a:cubicBezTo>
                <a:cubicBezTo>
                  <a:pt x="487274" y="67564"/>
                  <a:pt x="484531" y="71628"/>
                  <a:pt x="481889" y="77114"/>
                </a:cubicBezTo>
                <a:cubicBezTo>
                  <a:pt x="494691" y="74269"/>
                  <a:pt x="504089" y="72847"/>
                  <a:pt x="510083" y="72847"/>
                </a:cubicBezTo>
                <a:cubicBezTo>
                  <a:pt x="516078" y="72847"/>
                  <a:pt x="521259" y="74218"/>
                  <a:pt x="525628" y="76962"/>
                </a:cubicBezTo>
                <a:cubicBezTo>
                  <a:pt x="529997" y="79705"/>
                  <a:pt x="532181" y="81991"/>
                  <a:pt x="532181" y="83820"/>
                </a:cubicBezTo>
                <a:cubicBezTo>
                  <a:pt x="532181" y="87071"/>
                  <a:pt x="527406" y="88696"/>
                  <a:pt x="517855" y="88696"/>
                </a:cubicBezTo>
                <a:lnTo>
                  <a:pt x="501701" y="88087"/>
                </a:lnTo>
                <a:cubicBezTo>
                  <a:pt x="494995" y="88087"/>
                  <a:pt x="486867" y="88392"/>
                  <a:pt x="477317" y="89001"/>
                </a:cubicBezTo>
                <a:cubicBezTo>
                  <a:pt x="474269" y="98348"/>
                  <a:pt x="472745" y="104749"/>
                  <a:pt x="472745" y="108204"/>
                </a:cubicBezTo>
                <a:cubicBezTo>
                  <a:pt x="472745" y="110236"/>
                  <a:pt x="474218" y="112064"/>
                  <a:pt x="477165" y="113690"/>
                </a:cubicBezTo>
                <a:cubicBezTo>
                  <a:pt x="480111" y="115316"/>
                  <a:pt x="481584" y="116840"/>
                  <a:pt x="481584" y="118262"/>
                </a:cubicBezTo>
                <a:cubicBezTo>
                  <a:pt x="481584" y="120904"/>
                  <a:pt x="478943" y="122326"/>
                  <a:pt x="473659" y="122529"/>
                </a:cubicBezTo>
                <a:cubicBezTo>
                  <a:pt x="463296" y="122936"/>
                  <a:pt x="450901" y="124358"/>
                  <a:pt x="436474" y="126796"/>
                </a:cubicBezTo>
                <a:lnTo>
                  <a:pt x="435864" y="145389"/>
                </a:lnTo>
                <a:cubicBezTo>
                  <a:pt x="448463" y="142748"/>
                  <a:pt x="456845" y="141427"/>
                  <a:pt x="461010" y="141427"/>
                </a:cubicBezTo>
                <a:cubicBezTo>
                  <a:pt x="465176" y="141427"/>
                  <a:pt x="468833" y="142138"/>
                  <a:pt x="471983" y="143560"/>
                </a:cubicBezTo>
                <a:cubicBezTo>
                  <a:pt x="475133" y="144983"/>
                  <a:pt x="476707" y="146507"/>
                  <a:pt x="476707" y="148132"/>
                </a:cubicBezTo>
                <a:cubicBezTo>
                  <a:pt x="476707" y="151180"/>
                  <a:pt x="472339" y="152908"/>
                  <a:pt x="463601" y="153314"/>
                </a:cubicBezTo>
                <a:cubicBezTo>
                  <a:pt x="454863" y="153720"/>
                  <a:pt x="445516" y="154635"/>
                  <a:pt x="435559" y="156057"/>
                </a:cubicBezTo>
                <a:lnTo>
                  <a:pt x="434950" y="178917"/>
                </a:lnTo>
                <a:cubicBezTo>
                  <a:pt x="451206" y="176682"/>
                  <a:pt x="462483" y="174802"/>
                  <a:pt x="468783" y="173278"/>
                </a:cubicBezTo>
                <a:cubicBezTo>
                  <a:pt x="475082" y="171754"/>
                  <a:pt x="480517" y="170992"/>
                  <a:pt x="485089" y="170992"/>
                </a:cubicBezTo>
                <a:cubicBezTo>
                  <a:pt x="489661" y="170992"/>
                  <a:pt x="493979" y="172161"/>
                  <a:pt x="498043" y="174498"/>
                </a:cubicBezTo>
                <a:cubicBezTo>
                  <a:pt x="502107" y="176834"/>
                  <a:pt x="504139" y="179120"/>
                  <a:pt x="504139" y="181356"/>
                </a:cubicBezTo>
                <a:cubicBezTo>
                  <a:pt x="504139" y="184404"/>
                  <a:pt x="501295" y="185928"/>
                  <a:pt x="495605" y="185928"/>
                </a:cubicBezTo>
                <a:cubicBezTo>
                  <a:pt x="494386" y="185928"/>
                  <a:pt x="493065" y="185826"/>
                  <a:pt x="491643" y="185623"/>
                </a:cubicBezTo>
                <a:cubicBezTo>
                  <a:pt x="486766" y="185216"/>
                  <a:pt x="479654" y="185013"/>
                  <a:pt x="470307" y="185013"/>
                </a:cubicBezTo>
                <a:cubicBezTo>
                  <a:pt x="460959" y="185013"/>
                  <a:pt x="449072" y="185826"/>
                  <a:pt x="434645" y="187452"/>
                </a:cubicBezTo>
                <a:cubicBezTo>
                  <a:pt x="433629" y="209397"/>
                  <a:pt x="432511" y="223215"/>
                  <a:pt x="431292" y="228904"/>
                </a:cubicBezTo>
                <a:cubicBezTo>
                  <a:pt x="430073" y="234594"/>
                  <a:pt x="428346" y="237439"/>
                  <a:pt x="426111" y="237439"/>
                </a:cubicBezTo>
                <a:cubicBezTo>
                  <a:pt x="422047" y="237439"/>
                  <a:pt x="420015" y="230428"/>
                  <a:pt x="420015" y="216408"/>
                </a:cubicBezTo>
                <a:cubicBezTo>
                  <a:pt x="420015" y="211124"/>
                  <a:pt x="420319" y="202082"/>
                  <a:pt x="420929" y="189280"/>
                </a:cubicBezTo>
                <a:cubicBezTo>
                  <a:pt x="407721" y="191109"/>
                  <a:pt x="398018" y="192786"/>
                  <a:pt x="391821" y="194310"/>
                </a:cubicBezTo>
                <a:cubicBezTo>
                  <a:pt x="385623" y="195834"/>
                  <a:pt x="380797" y="196596"/>
                  <a:pt x="377343" y="196596"/>
                </a:cubicBezTo>
                <a:cubicBezTo>
                  <a:pt x="373888" y="196596"/>
                  <a:pt x="370332" y="195580"/>
                  <a:pt x="366675" y="193548"/>
                </a:cubicBezTo>
                <a:cubicBezTo>
                  <a:pt x="363017" y="191516"/>
                  <a:pt x="361188" y="189992"/>
                  <a:pt x="361188" y="188976"/>
                </a:cubicBezTo>
                <a:cubicBezTo>
                  <a:pt x="361188" y="187147"/>
                  <a:pt x="365455" y="185978"/>
                  <a:pt x="373990" y="185470"/>
                </a:cubicBezTo>
                <a:cubicBezTo>
                  <a:pt x="382524" y="184962"/>
                  <a:pt x="398171" y="183388"/>
                  <a:pt x="420929" y="180746"/>
                </a:cubicBezTo>
                <a:lnTo>
                  <a:pt x="421843" y="158496"/>
                </a:lnTo>
                <a:cubicBezTo>
                  <a:pt x="415747" y="159512"/>
                  <a:pt x="410058" y="160680"/>
                  <a:pt x="404775" y="162001"/>
                </a:cubicBezTo>
                <a:cubicBezTo>
                  <a:pt x="399491" y="163322"/>
                  <a:pt x="395478" y="163982"/>
                  <a:pt x="392735" y="163982"/>
                </a:cubicBezTo>
                <a:cubicBezTo>
                  <a:pt x="389992" y="163982"/>
                  <a:pt x="387655" y="163423"/>
                  <a:pt x="385725" y="162306"/>
                </a:cubicBezTo>
                <a:cubicBezTo>
                  <a:pt x="383794" y="161188"/>
                  <a:pt x="382829" y="160121"/>
                  <a:pt x="382829" y="159105"/>
                </a:cubicBezTo>
                <a:cubicBezTo>
                  <a:pt x="382829" y="156870"/>
                  <a:pt x="385877" y="155346"/>
                  <a:pt x="391973" y="154533"/>
                </a:cubicBezTo>
                <a:cubicBezTo>
                  <a:pt x="398069" y="153720"/>
                  <a:pt x="408127" y="151688"/>
                  <a:pt x="422148" y="148437"/>
                </a:cubicBezTo>
                <a:lnTo>
                  <a:pt x="422758" y="128930"/>
                </a:lnTo>
                <a:cubicBezTo>
                  <a:pt x="416662" y="129946"/>
                  <a:pt x="410464" y="131165"/>
                  <a:pt x="404165" y="132588"/>
                </a:cubicBezTo>
                <a:cubicBezTo>
                  <a:pt x="397866" y="134010"/>
                  <a:pt x="393141" y="134721"/>
                  <a:pt x="389992" y="134721"/>
                </a:cubicBezTo>
                <a:cubicBezTo>
                  <a:pt x="386842" y="134721"/>
                  <a:pt x="383947" y="134061"/>
                  <a:pt x="381305" y="132740"/>
                </a:cubicBezTo>
                <a:cubicBezTo>
                  <a:pt x="378663" y="131419"/>
                  <a:pt x="377343" y="130098"/>
                  <a:pt x="377343" y="128778"/>
                </a:cubicBezTo>
                <a:cubicBezTo>
                  <a:pt x="377343" y="127457"/>
                  <a:pt x="380035" y="126542"/>
                  <a:pt x="385420" y="126034"/>
                </a:cubicBezTo>
                <a:cubicBezTo>
                  <a:pt x="390805" y="125526"/>
                  <a:pt x="403251" y="123850"/>
                  <a:pt x="422758" y="121005"/>
                </a:cubicBezTo>
                <a:cubicBezTo>
                  <a:pt x="422961" y="115925"/>
                  <a:pt x="423063" y="107696"/>
                  <a:pt x="423063" y="96316"/>
                </a:cubicBezTo>
                <a:cubicBezTo>
                  <a:pt x="417983" y="96926"/>
                  <a:pt x="408940" y="98653"/>
                  <a:pt x="395935" y="101498"/>
                </a:cubicBezTo>
                <a:cubicBezTo>
                  <a:pt x="382931" y="104343"/>
                  <a:pt x="374701" y="105765"/>
                  <a:pt x="371247" y="105765"/>
                </a:cubicBezTo>
                <a:cubicBezTo>
                  <a:pt x="367792" y="105765"/>
                  <a:pt x="363931" y="105105"/>
                  <a:pt x="359664" y="103784"/>
                </a:cubicBezTo>
                <a:cubicBezTo>
                  <a:pt x="355397" y="102463"/>
                  <a:pt x="353263" y="101295"/>
                  <a:pt x="353263" y="100279"/>
                </a:cubicBezTo>
                <a:cubicBezTo>
                  <a:pt x="353263" y="99263"/>
                  <a:pt x="353975" y="98501"/>
                  <a:pt x="355397" y="97993"/>
                </a:cubicBezTo>
                <a:cubicBezTo>
                  <a:pt x="356819" y="97485"/>
                  <a:pt x="360375" y="96824"/>
                  <a:pt x="366065" y="96012"/>
                </a:cubicBezTo>
                <a:lnTo>
                  <a:pt x="423063" y="88087"/>
                </a:lnTo>
                <a:lnTo>
                  <a:pt x="423063" y="66751"/>
                </a:lnTo>
                <a:cubicBezTo>
                  <a:pt x="408026" y="70408"/>
                  <a:pt x="398831" y="72237"/>
                  <a:pt x="395478" y="72237"/>
                </a:cubicBezTo>
                <a:cubicBezTo>
                  <a:pt x="392125" y="72237"/>
                  <a:pt x="388874" y="71424"/>
                  <a:pt x="385725" y="69799"/>
                </a:cubicBezTo>
                <a:cubicBezTo>
                  <a:pt x="382575" y="68173"/>
                  <a:pt x="381000" y="66700"/>
                  <a:pt x="381000" y="65379"/>
                </a:cubicBezTo>
                <a:cubicBezTo>
                  <a:pt x="381000" y="64058"/>
                  <a:pt x="383235" y="63195"/>
                  <a:pt x="387706" y="62788"/>
                </a:cubicBezTo>
                <a:cubicBezTo>
                  <a:pt x="401523" y="61366"/>
                  <a:pt x="413207" y="59740"/>
                  <a:pt x="422758" y="57912"/>
                </a:cubicBezTo>
                <a:cubicBezTo>
                  <a:pt x="422351" y="41046"/>
                  <a:pt x="421793" y="29921"/>
                  <a:pt x="421081" y="24536"/>
                </a:cubicBezTo>
                <a:cubicBezTo>
                  <a:pt x="420370" y="19151"/>
                  <a:pt x="418897" y="14935"/>
                  <a:pt x="416662" y="11887"/>
                </a:cubicBezTo>
                <a:cubicBezTo>
                  <a:pt x="414833" y="8432"/>
                  <a:pt x="413919" y="5588"/>
                  <a:pt x="413919" y="3352"/>
                </a:cubicBezTo>
                <a:cubicBezTo>
                  <a:pt x="413919" y="1117"/>
                  <a:pt x="415290" y="0"/>
                  <a:pt x="418033" y="0"/>
                </a:cubicBezTo>
                <a:close/>
              </a:path>
            </a:pathLst>
          </a:custGeom>
          <a:solidFill>
            <a:srgbClr val="2DC8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1A240808-564F-4C8F-861B-289FEEDA245D}"/>
              </a:ext>
            </a:extLst>
          </p:cNvPr>
          <p:cNvGrpSpPr/>
          <p:nvPr/>
        </p:nvGrpSpPr>
        <p:grpSpPr>
          <a:xfrm>
            <a:off x="6401064" y="1620037"/>
            <a:ext cx="757768" cy="415085"/>
            <a:chOff x="4789465" y="1193676"/>
            <a:chExt cx="757768" cy="415085"/>
          </a:xfrm>
        </p:grpSpPr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4E81029D-2FF3-4896-88B2-322695CB6B43}"/>
                </a:ext>
              </a:extLst>
            </p:cNvPr>
            <p:cNvSpPr txBox="1"/>
            <p:nvPr/>
          </p:nvSpPr>
          <p:spPr>
            <a:xfrm>
              <a:off x="4789465" y="1193676"/>
              <a:ext cx="757768" cy="246954"/>
            </a:xfrm>
            <a:custGeom>
              <a:avLst/>
              <a:gdLst/>
              <a:ahLst/>
              <a:cxnLst/>
              <a:rect l="l" t="t" r="r" b="b"/>
              <a:pathLst>
                <a:path w="1249985" h="407366">
                  <a:moveTo>
                    <a:pt x="154534" y="307696"/>
                  </a:moveTo>
                  <a:cubicBezTo>
                    <a:pt x="162154" y="307696"/>
                    <a:pt x="177851" y="312878"/>
                    <a:pt x="201625" y="323241"/>
                  </a:cubicBezTo>
                  <a:cubicBezTo>
                    <a:pt x="225400" y="333604"/>
                    <a:pt x="240868" y="344424"/>
                    <a:pt x="248031" y="355702"/>
                  </a:cubicBezTo>
                  <a:cubicBezTo>
                    <a:pt x="255194" y="366980"/>
                    <a:pt x="258775" y="377419"/>
                    <a:pt x="258775" y="387020"/>
                  </a:cubicBezTo>
                  <a:cubicBezTo>
                    <a:pt x="258775" y="396621"/>
                    <a:pt x="255880" y="401422"/>
                    <a:pt x="250089" y="401422"/>
                  </a:cubicBezTo>
                  <a:cubicBezTo>
                    <a:pt x="247345" y="401422"/>
                    <a:pt x="243764" y="400127"/>
                    <a:pt x="239344" y="397536"/>
                  </a:cubicBezTo>
                  <a:cubicBezTo>
                    <a:pt x="234925" y="394945"/>
                    <a:pt x="229057" y="389840"/>
                    <a:pt x="221742" y="382220"/>
                  </a:cubicBezTo>
                  <a:lnTo>
                    <a:pt x="195682" y="356159"/>
                  </a:lnTo>
                  <a:cubicBezTo>
                    <a:pt x="185928" y="346406"/>
                    <a:pt x="176327" y="337185"/>
                    <a:pt x="166878" y="328499"/>
                  </a:cubicBezTo>
                  <a:cubicBezTo>
                    <a:pt x="157429" y="319812"/>
                    <a:pt x="152324" y="314859"/>
                    <a:pt x="151562" y="313640"/>
                  </a:cubicBezTo>
                  <a:cubicBezTo>
                    <a:pt x="150800" y="312420"/>
                    <a:pt x="150419" y="311125"/>
                    <a:pt x="150419" y="309753"/>
                  </a:cubicBezTo>
                  <a:cubicBezTo>
                    <a:pt x="150419" y="308382"/>
                    <a:pt x="151791" y="307696"/>
                    <a:pt x="154534" y="307696"/>
                  </a:cubicBezTo>
                  <a:close/>
                  <a:moveTo>
                    <a:pt x="1070305" y="225400"/>
                  </a:moveTo>
                  <a:cubicBezTo>
                    <a:pt x="1066648" y="225400"/>
                    <a:pt x="1060933" y="226162"/>
                    <a:pt x="1053160" y="227686"/>
                  </a:cubicBezTo>
                  <a:cubicBezTo>
                    <a:pt x="1045388" y="229210"/>
                    <a:pt x="1036930" y="229972"/>
                    <a:pt x="1027786" y="229972"/>
                  </a:cubicBezTo>
                  <a:cubicBezTo>
                    <a:pt x="1030529" y="246126"/>
                    <a:pt x="1031901" y="260604"/>
                    <a:pt x="1031901" y="273406"/>
                  </a:cubicBezTo>
                  <a:cubicBezTo>
                    <a:pt x="1052322" y="272187"/>
                    <a:pt x="1064743" y="267234"/>
                    <a:pt x="1069162" y="258547"/>
                  </a:cubicBezTo>
                  <a:cubicBezTo>
                    <a:pt x="1073582" y="249860"/>
                    <a:pt x="1075792" y="242164"/>
                    <a:pt x="1075792" y="235458"/>
                  </a:cubicBezTo>
                  <a:cubicBezTo>
                    <a:pt x="1075792" y="228753"/>
                    <a:pt x="1073963" y="225400"/>
                    <a:pt x="1070305" y="225400"/>
                  </a:cubicBezTo>
                  <a:close/>
                  <a:moveTo>
                    <a:pt x="1079678" y="206198"/>
                  </a:moveTo>
                  <a:cubicBezTo>
                    <a:pt x="1083793" y="206198"/>
                    <a:pt x="1090879" y="208941"/>
                    <a:pt x="1100938" y="214427"/>
                  </a:cubicBezTo>
                  <a:cubicBezTo>
                    <a:pt x="1110996" y="219914"/>
                    <a:pt x="1116025" y="224486"/>
                    <a:pt x="1116025" y="228143"/>
                  </a:cubicBezTo>
                  <a:cubicBezTo>
                    <a:pt x="1116025" y="231801"/>
                    <a:pt x="1114044" y="234925"/>
                    <a:pt x="1110082" y="237516"/>
                  </a:cubicBezTo>
                  <a:cubicBezTo>
                    <a:pt x="1106119" y="240107"/>
                    <a:pt x="1102157" y="244069"/>
                    <a:pt x="1098195" y="249403"/>
                  </a:cubicBezTo>
                  <a:cubicBezTo>
                    <a:pt x="1094232" y="254737"/>
                    <a:pt x="1092251" y="258699"/>
                    <a:pt x="1092251" y="261290"/>
                  </a:cubicBezTo>
                  <a:cubicBezTo>
                    <a:pt x="1092251" y="263881"/>
                    <a:pt x="1093013" y="266015"/>
                    <a:pt x="1094537" y="267691"/>
                  </a:cubicBezTo>
                  <a:cubicBezTo>
                    <a:pt x="1096061" y="269367"/>
                    <a:pt x="1096823" y="271272"/>
                    <a:pt x="1096823" y="273406"/>
                  </a:cubicBezTo>
                  <a:cubicBezTo>
                    <a:pt x="1096823" y="278283"/>
                    <a:pt x="1093013" y="280874"/>
                    <a:pt x="1085393" y="281178"/>
                  </a:cubicBezTo>
                  <a:cubicBezTo>
                    <a:pt x="1077773" y="281483"/>
                    <a:pt x="1059790" y="283312"/>
                    <a:pt x="1031443" y="286665"/>
                  </a:cubicBezTo>
                  <a:cubicBezTo>
                    <a:pt x="1030529" y="298247"/>
                    <a:pt x="1027786" y="304038"/>
                    <a:pt x="1023214" y="304038"/>
                  </a:cubicBezTo>
                  <a:cubicBezTo>
                    <a:pt x="1018642" y="304038"/>
                    <a:pt x="1015746" y="296418"/>
                    <a:pt x="1014527" y="281178"/>
                  </a:cubicBezTo>
                  <a:cubicBezTo>
                    <a:pt x="1012089" y="252222"/>
                    <a:pt x="1008583" y="234392"/>
                    <a:pt x="1004011" y="227686"/>
                  </a:cubicBezTo>
                  <a:cubicBezTo>
                    <a:pt x="1001573" y="223724"/>
                    <a:pt x="1000354" y="220676"/>
                    <a:pt x="1000354" y="218542"/>
                  </a:cubicBezTo>
                  <a:cubicBezTo>
                    <a:pt x="1000354" y="216408"/>
                    <a:pt x="1001802" y="215342"/>
                    <a:pt x="1004697" y="215342"/>
                  </a:cubicBezTo>
                  <a:cubicBezTo>
                    <a:pt x="1007593" y="215342"/>
                    <a:pt x="1012546" y="216866"/>
                    <a:pt x="1019556" y="219914"/>
                  </a:cubicBezTo>
                  <a:cubicBezTo>
                    <a:pt x="1028700" y="219914"/>
                    <a:pt x="1037844" y="218923"/>
                    <a:pt x="1046988" y="216942"/>
                  </a:cubicBezTo>
                  <a:cubicBezTo>
                    <a:pt x="1056132" y="214961"/>
                    <a:pt x="1062838" y="212675"/>
                    <a:pt x="1067105" y="210084"/>
                  </a:cubicBezTo>
                  <a:cubicBezTo>
                    <a:pt x="1071372" y="207493"/>
                    <a:pt x="1075563" y="206198"/>
                    <a:pt x="1079678" y="206198"/>
                  </a:cubicBezTo>
                  <a:close/>
                  <a:moveTo>
                    <a:pt x="126645" y="187910"/>
                  </a:moveTo>
                  <a:cubicBezTo>
                    <a:pt x="130912" y="187910"/>
                    <a:pt x="137541" y="190119"/>
                    <a:pt x="146533" y="194539"/>
                  </a:cubicBezTo>
                  <a:cubicBezTo>
                    <a:pt x="155524" y="198959"/>
                    <a:pt x="160020" y="203759"/>
                    <a:pt x="160020" y="208941"/>
                  </a:cubicBezTo>
                  <a:cubicBezTo>
                    <a:pt x="160020" y="211074"/>
                    <a:pt x="158953" y="214732"/>
                    <a:pt x="156820" y="219914"/>
                  </a:cubicBezTo>
                  <a:cubicBezTo>
                    <a:pt x="154686" y="225095"/>
                    <a:pt x="152476" y="237973"/>
                    <a:pt x="150190" y="258547"/>
                  </a:cubicBezTo>
                  <a:cubicBezTo>
                    <a:pt x="147904" y="279121"/>
                    <a:pt x="140970" y="299695"/>
                    <a:pt x="129388" y="320269"/>
                  </a:cubicBezTo>
                  <a:cubicBezTo>
                    <a:pt x="117805" y="340843"/>
                    <a:pt x="102946" y="357683"/>
                    <a:pt x="84811" y="370790"/>
                  </a:cubicBezTo>
                  <a:cubicBezTo>
                    <a:pt x="66675" y="383896"/>
                    <a:pt x="49835" y="393269"/>
                    <a:pt x="34290" y="398907"/>
                  </a:cubicBezTo>
                  <a:cubicBezTo>
                    <a:pt x="18745" y="404546"/>
                    <a:pt x="8687" y="407366"/>
                    <a:pt x="4115" y="407366"/>
                  </a:cubicBezTo>
                  <a:cubicBezTo>
                    <a:pt x="1372" y="407366"/>
                    <a:pt x="0" y="406451"/>
                    <a:pt x="0" y="404623"/>
                  </a:cubicBezTo>
                  <a:cubicBezTo>
                    <a:pt x="0" y="402794"/>
                    <a:pt x="3201" y="400355"/>
                    <a:pt x="9601" y="397307"/>
                  </a:cubicBezTo>
                  <a:cubicBezTo>
                    <a:pt x="33681" y="386334"/>
                    <a:pt x="55855" y="371094"/>
                    <a:pt x="76124" y="351587"/>
                  </a:cubicBezTo>
                  <a:cubicBezTo>
                    <a:pt x="96393" y="332080"/>
                    <a:pt x="109957" y="311811"/>
                    <a:pt x="116815" y="290780"/>
                  </a:cubicBezTo>
                  <a:cubicBezTo>
                    <a:pt x="123673" y="269748"/>
                    <a:pt x="127102" y="251460"/>
                    <a:pt x="127102" y="235916"/>
                  </a:cubicBezTo>
                  <a:cubicBezTo>
                    <a:pt x="127102" y="220371"/>
                    <a:pt x="125959" y="210084"/>
                    <a:pt x="123673" y="205055"/>
                  </a:cubicBezTo>
                  <a:cubicBezTo>
                    <a:pt x="121387" y="200025"/>
                    <a:pt x="120244" y="195911"/>
                    <a:pt x="120244" y="192710"/>
                  </a:cubicBezTo>
                  <a:cubicBezTo>
                    <a:pt x="120244" y="189510"/>
                    <a:pt x="122377" y="187910"/>
                    <a:pt x="126645" y="187910"/>
                  </a:cubicBezTo>
                  <a:close/>
                  <a:moveTo>
                    <a:pt x="1211123" y="139446"/>
                  </a:moveTo>
                  <a:cubicBezTo>
                    <a:pt x="1220267" y="139446"/>
                    <a:pt x="1229030" y="141504"/>
                    <a:pt x="1237412" y="145619"/>
                  </a:cubicBezTo>
                  <a:cubicBezTo>
                    <a:pt x="1245794" y="149733"/>
                    <a:pt x="1249985" y="153924"/>
                    <a:pt x="1249985" y="158192"/>
                  </a:cubicBezTo>
                  <a:cubicBezTo>
                    <a:pt x="1249985" y="162459"/>
                    <a:pt x="1247851" y="165507"/>
                    <a:pt x="1243584" y="167336"/>
                  </a:cubicBezTo>
                  <a:cubicBezTo>
                    <a:pt x="1239317" y="169164"/>
                    <a:pt x="1233145" y="169622"/>
                    <a:pt x="1225068" y="168707"/>
                  </a:cubicBezTo>
                  <a:cubicBezTo>
                    <a:pt x="1216990" y="167793"/>
                    <a:pt x="1206780" y="167336"/>
                    <a:pt x="1194435" y="167336"/>
                  </a:cubicBezTo>
                  <a:cubicBezTo>
                    <a:pt x="1182091" y="167336"/>
                    <a:pt x="1166013" y="168098"/>
                    <a:pt x="1146201" y="169622"/>
                  </a:cubicBezTo>
                  <a:cubicBezTo>
                    <a:pt x="1159612" y="178156"/>
                    <a:pt x="1166317" y="186538"/>
                    <a:pt x="1166317" y="194768"/>
                  </a:cubicBezTo>
                  <a:cubicBezTo>
                    <a:pt x="1166317" y="198120"/>
                    <a:pt x="1165784" y="201778"/>
                    <a:pt x="1164717" y="205740"/>
                  </a:cubicBezTo>
                  <a:cubicBezTo>
                    <a:pt x="1163650" y="209703"/>
                    <a:pt x="1163117" y="218466"/>
                    <a:pt x="1163117" y="232029"/>
                  </a:cubicBezTo>
                  <a:cubicBezTo>
                    <a:pt x="1163117" y="245593"/>
                    <a:pt x="1164108" y="266167"/>
                    <a:pt x="1166089" y="293751"/>
                  </a:cubicBezTo>
                  <a:cubicBezTo>
                    <a:pt x="1168070" y="321336"/>
                    <a:pt x="1169061" y="336195"/>
                    <a:pt x="1169061" y="338328"/>
                  </a:cubicBezTo>
                  <a:cubicBezTo>
                    <a:pt x="1169061" y="355397"/>
                    <a:pt x="1164794" y="370942"/>
                    <a:pt x="1156259" y="384963"/>
                  </a:cubicBezTo>
                  <a:cubicBezTo>
                    <a:pt x="1147725" y="398984"/>
                    <a:pt x="1140714" y="405994"/>
                    <a:pt x="1135228" y="405994"/>
                  </a:cubicBezTo>
                  <a:cubicBezTo>
                    <a:pt x="1131265" y="405994"/>
                    <a:pt x="1126998" y="402184"/>
                    <a:pt x="1122426" y="394564"/>
                  </a:cubicBezTo>
                  <a:cubicBezTo>
                    <a:pt x="1116635" y="384201"/>
                    <a:pt x="1108405" y="373685"/>
                    <a:pt x="1097737" y="363017"/>
                  </a:cubicBezTo>
                  <a:cubicBezTo>
                    <a:pt x="1087069" y="352349"/>
                    <a:pt x="1081735" y="346253"/>
                    <a:pt x="1081735" y="344729"/>
                  </a:cubicBezTo>
                  <a:cubicBezTo>
                    <a:pt x="1081735" y="343205"/>
                    <a:pt x="1083107" y="342443"/>
                    <a:pt x="1085850" y="342443"/>
                  </a:cubicBezTo>
                  <a:cubicBezTo>
                    <a:pt x="1088593" y="342443"/>
                    <a:pt x="1094461" y="344120"/>
                    <a:pt x="1103452" y="347472"/>
                  </a:cubicBezTo>
                  <a:cubicBezTo>
                    <a:pt x="1112444" y="350825"/>
                    <a:pt x="1119454" y="352502"/>
                    <a:pt x="1124484" y="352502"/>
                  </a:cubicBezTo>
                  <a:cubicBezTo>
                    <a:pt x="1129513" y="352502"/>
                    <a:pt x="1133247" y="350978"/>
                    <a:pt x="1135685" y="347930"/>
                  </a:cubicBezTo>
                  <a:cubicBezTo>
                    <a:pt x="1138123" y="344882"/>
                    <a:pt x="1139800" y="333528"/>
                    <a:pt x="1140714" y="313868"/>
                  </a:cubicBezTo>
                  <a:cubicBezTo>
                    <a:pt x="1141629" y="294209"/>
                    <a:pt x="1142086" y="278359"/>
                    <a:pt x="1142086" y="266319"/>
                  </a:cubicBezTo>
                  <a:cubicBezTo>
                    <a:pt x="1142086" y="254280"/>
                    <a:pt x="1141095" y="238506"/>
                    <a:pt x="1139114" y="218999"/>
                  </a:cubicBezTo>
                  <a:cubicBezTo>
                    <a:pt x="1137133" y="199492"/>
                    <a:pt x="1133704" y="183490"/>
                    <a:pt x="1128827" y="170993"/>
                  </a:cubicBezTo>
                  <a:cubicBezTo>
                    <a:pt x="1090422" y="174041"/>
                    <a:pt x="1064819" y="177089"/>
                    <a:pt x="1052017" y="180137"/>
                  </a:cubicBezTo>
                  <a:cubicBezTo>
                    <a:pt x="1042873" y="182271"/>
                    <a:pt x="1035634" y="183338"/>
                    <a:pt x="1030300" y="183338"/>
                  </a:cubicBezTo>
                  <a:cubicBezTo>
                    <a:pt x="1024966" y="183338"/>
                    <a:pt x="1019328" y="181509"/>
                    <a:pt x="1013384" y="177851"/>
                  </a:cubicBezTo>
                  <a:cubicBezTo>
                    <a:pt x="1007440" y="174194"/>
                    <a:pt x="1004469" y="171450"/>
                    <a:pt x="1004469" y="169622"/>
                  </a:cubicBezTo>
                  <a:cubicBezTo>
                    <a:pt x="1004469" y="167793"/>
                    <a:pt x="1010565" y="166878"/>
                    <a:pt x="1022757" y="166878"/>
                  </a:cubicBezTo>
                  <a:cubicBezTo>
                    <a:pt x="1023976" y="166878"/>
                    <a:pt x="1047293" y="163907"/>
                    <a:pt x="1092708" y="157963"/>
                  </a:cubicBezTo>
                  <a:cubicBezTo>
                    <a:pt x="1138123" y="152019"/>
                    <a:pt x="1170127" y="146609"/>
                    <a:pt x="1188720" y="141732"/>
                  </a:cubicBezTo>
                  <a:cubicBezTo>
                    <a:pt x="1194512" y="140208"/>
                    <a:pt x="1201979" y="139446"/>
                    <a:pt x="1211123" y="139446"/>
                  </a:cubicBezTo>
                  <a:close/>
                  <a:moveTo>
                    <a:pt x="572872" y="132588"/>
                  </a:moveTo>
                  <a:cubicBezTo>
                    <a:pt x="543001" y="138684"/>
                    <a:pt x="518313" y="142190"/>
                    <a:pt x="498805" y="143104"/>
                  </a:cubicBezTo>
                  <a:cubicBezTo>
                    <a:pt x="507035" y="186995"/>
                    <a:pt x="513588" y="224790"/>
                    <a:pt x="518465" y="256490"/>
                  </a:cubicBezTo>
                  <a:cubicBezTo>
                    <a:pt x="531571" y="255575"/>
                    <a:pt x="549555" y="252984"/>
                    <a:pt x="572415" y="248717"/>
                  </a:cubicBezTo>
                  <a:lnTo>
                    <a:pt x="572872" y="199340"/>
                  </a:lnTo>
                  <a:cubicBezTo>
                    <a:pt x="562509" y="200864"/>
                    <a:pt x="554584" y="201626"/>
                    <a:pt x="549097" y="201626"/>
                  </a:cubicBezTo>
                  <a:cubicBezTo>
                    <a:pt x="543611" y="201626"/>
                    <a:pt x="538887" y="200940"/>
                    <a:pt x="534924" y="199568"/>
                  </a:cubicBezTo>
                  <a:cubicBezTo>
                    <a:pt x="530962" y="198197"/>
                    <a:pt x="528981" y="196444"/>
                    <a:pt x="528981" y="194310"/>
                  </a:cubicBezTo>
                  <a:cubicBezTo>
                    <a:pt x="528981" y="192177"/>
                    <a:pt x="531419" y="190805"/>
                    <a:pt x="536296" y="190196"/>
                  </a:cubicBezTo>
                  <a:cubicBezTo>
                    <a:pt x="546354" y="188976"/>
                    <a:pt x="558546" y="186386"/>
                    <a:pt x="572872" y="182423"/>
                  </a:cubicBezTo>
                  <a:close/>
                  <a:moveTo>
                    <a:pt x="976579" y="123444"/>
                  </a:moveTo>
                  <a:cubicBezTo>
                    <a:pt x="980847" y="123444"/>
                    <a:pt x="986104" y="127178"/>
                    <a:pt x="992353" y="134646"/>
                  </a:cubicBezTo>
                  <a:cubicBezTo>
                    <a:pt x="998601" y="142113"/>
                    <a:pt x="1001725" y="147295"/>
                    <a:pt x="1001725" y="150191"/>
                  </a:cubicBezTo>
                  <a:cubicBezTo>
                    <a:pt x="1001725" y="153086"/>
                    <a:pt x="999973" y="155906"/>
                    <a:pt x="996468" y="158649"/>
                  </a:cubicBezTo>
                  <a:cubicBezTo>
                    <a:pt x="992962" y="161392"/>
                    <a:pt x="981151" y="172974"/>
                    <a:pt x="961035" y="193396"/>
                  </a:cubicBezTo>
                  <a:cubicBezTo>
                    <a:pt x="965302" y="196139"/>
                    <a:pt x="967435" y="207569"/>
                    <a:pt x="967435" y="227686"/>
                  </a:cubicBezTo>
                  <a:cubicBezTo>
                    <a:pt x="967435" y="319431"/>
                    <a:pt x="962406" y="365303"/>
                    <a:pt x="952348" y="365303"/>
                  </a:cubicBezTo>
                  <a:cubicBezTo>
                    <a:pt x="949300" y="365303"/>
                    <a:pt x="945566" y="360655"/>
                    <a:pt x="941146" y="351359"/>
                  </a:cubicBezTo>
                  <a:cubicBezTo>
                    <a:pt x="936727" y="342062"/>
                    <a:pt x="934517" y="334899"/>
                    <a:pt x="934517" y="329870"/>
                  </a:cubicBezTo>
                  <a:cubicBezTo>
                    <a:pt x="934517" y="324841"/>
                    <a:pt x="936193" y="318669"/>
                    <a:pt x="939546" y="311354"/>
                  </a:cubicBezTo>
                  <a:cubicBezTo>
                    <a:pt x="946252" y="299466"/>
                    <a:pt x="949605" y="271272"/>
                    <a:pt x="949605" y="226772"/>
                  </a:cubicBezTo>
                  <a:cubicBezTo>
                    <a:pt x="949605" y="217932"/>
                    <a:pt x="949147" y="211074"/>
                    <a:pt x="948233" y="206198"/>
                  </a:cubicBezTo>
                  <a:cubicBezTo>
                    <a:pt x="922325" y="230886"/>
                    <a:pt x="901370" y="247574"/>
                    <a:pt x="885368" y="256261"/>
                  </a:cubicBezTo>
                  <a:cubicBezTo>
                    <a:pt x="869366" y="264948"/>
                    <a:pt x="858927" y="269291"/>
                    <a:pt x="854050" y="269291"/>
                  </a:cubicBezTo>
                  <a:cubicBezTo>
                    <a:pt x="852221" y="269291"/>
                    <a:pt x="851307" y="268453"/>
                    <a:pt x="851307" y="266777"/>
                  </a:cubicBezTo>
                  <a:cubicBezTo>
                    <a:pt x="851307" y="265100"/>
                    <a:pt x="853440" y="262738"/>
                    <a:pt x="857707" y="259690"/>
                  </a:cubicBezTo>
                  <a:cubicBezTo>
                    <a:pt x="891235" y="234087"/>
                    <a:pt x="918058" y="209779"/>
                    <a:pt x="938175" y="186767"/>
                  </a:cubicBezTo>
                  <a:cubicBezTo>
                    <a:pt x="958291" y="163754"/>
                    <a:pt x="968655" y="147447"/>
                    <a:pt x="969264" y="137846"/>
                  </a:cubicBezTo>
                  <a:cubicBezTo>
                    <a:pt x="969874" y="128245"/>
                    <a:pt x="972312" y="123444"/>
                    <a:pt x="976579" y="123444"/>
                  </a:cubicBezTo>
                  <a:close/>
                  <a:moveTo>
                    <a:pt x="665683" y="120244"/>
                  </a:moveTo>
                  <a:cubicBezTo>
                    <a:pt x="646786" y="120244"/>
                    <a:pt x="623316" y="122835"/>
                    <a:pt x="595275" y="128016"/>
                  </a:cubicBezTo>
                  <a:cubicBezTo>
                    <a:pt x="595275" y="138684"/>
                    <a:pt x="594970" y="154686"/>
                    <a:pt x="594360" y="176022"/>
                  </a:cubicBezTo>
                  <a:cubicBezTo>
                    <a:pt x="609905" y="171450"/>
                    <a:pt x="620268" y="169164"/>
                    <a:pt x="625450" y="169164"/>
                  </a:cubicBezTo>
                  <a:cubicBezTo>
                    <a:pt x="630631" y="169164"/>
                    <a:pt x="635203" y="170079"/>
                    <a:pt x="639166" y="171908"/>
                  </a:cubicBezTo>
                  <a:cubicBezTo>
                    <a:pt x="643128" y="173736"/>
                    <a:pt x="645109" y="176175"/>
                    <a:pt x="645109" y="179223"/>
                  </a:cubicBezTo>
                  <a:cubicBezTo>
                    <a:pt x="645109" y="182271"/>
                    <a:pt x="642442" y="184709"/>
                    <a:pt x="637108" y="186538"/>
                  </a:cubicBezTo>
                  <a:cubicBezTo>
                    <a:pt x="631774" y="188367"/>
                    <a:pt x="617373" y="191415"/>
                    <a:pt x="593903" y="195682"/>
                  </a:cubicBezTo>
                  <a:cubicBezTo>
                    <a:pt x="593903" y="213360"/>
                    <a:pt x="593598" y="229972"/>
                    <a:pt x="592989" y="245517"/>
                  </a:cubicBezTo>
                  <a:cubicBezTo>
                    <a:pt x="612801" y="241859"/>
                    <a:pt x="626212" y="240030"/>
                    <a:pt x="633222" y="240030"/>
                  </a:cubicBezTo>
                  <a:cubicBezTo>
                    <a:pt x="640233" y="240030"/>
                    <a:pt x="645109" y="240792"/>
                    <a:pt x="647853" y="242316"/>
                  </a:cubicBezTo>
                  <a:cubicBezTo>
                    <a:pt x="650596" y="243840"/>
                    <a:pt x="652577" y="244602"/>
                    <a:pt x="653796" y="244602"/>
                  </a:cubicBezTo>
                  <a:cubicBezTo>
                    <a:pt x="658673" y="244602"/>
                    <a:pt x="664388" y="228753"/>
                    <a:pt x="670941" y="197054"/>
                  </a:cubicBezTo>
                  <a:cubicBezTo>
                    <a:pt x="677494" y="165354"/>
                    <a:pt x="680771" y="145542"/>
                    <a:pt x="680771" y="137618"/>
                  </a:cubicBezTo>
                  <a:cubicBezTo>
                    <a:pt x="680771" y="129693"/>
                    <a:pt x="679857" y="124816"/>
                    <a:pt x="678028" y="122987"/>
                  </a:cubicBezTo>
                  <a:cubicBezTo>
                    <a:pt x="676199" y="121158"/>
                    <a:pt x="672084" y="120244"/>
                    <a:pt x="665683" y="120244"/>
                  </a:cubicBezTo>
                  <a:close/>
                  <a:moveTo>
                    <a:pt x="561670" y="17374"/>
                  </a:moveTo>
                  <a:cubicBezTo>
                    <a:pt x="565785" y="17374"/>
                    <a:pt x="573939" y="19736"/>
                    <a:pt x="586131" y="24461"/>
                  </a:cubicBezTo>
                  <a:cubicBezTo>
                    <a:pt x="598323" y="29185"/>
                    <a:pt x="604419" y="35510"/>
                    <a:pt x="604419" y="43434"/>
                  </a:cubicBezTo>
                  <a:cubicBezTo>
                    <a:pt x="604419" y="46482"/>
                    <a:pt x="603504" y="51054"/>
                    <a:pt x="601675" y="57150"/>
                  </a:cubicBezTo>
                  <a:cubicBezTo>
                    <a:pt x="598323" y="68123"/>
                    <a:pt x="596189" y="87326"/>
                    <a:pt x="595275" y="114758"/>
                  </a:cubicBezTo>
                  <a:cubicBezTo>
                    <a:pt x="637337" y="107747"/>
                    <a:pt x="662026" y="103023"/>
                    <a:pt x="669341" y="100584"/>
                  </a:cubicBezTo>
                  <a:cubicBezTo>
                    <a:pt x="676961" y="97232"/>
                    <a:pt x="682676" y="95555"/>
                    <a:pt x="686486" y="95555"/>
                  </a:cubicBezTo>
                  <a:cubicBezTo>
                    <a:pt x="690296" y="95555"/>
                    <a:pt x="699135" y="99441"/>
                    <a:pt x="713004" y="107214"/>
                  </a:cubicBezTo>
                  <a:cubicBezTo>
                    <a:pt x="726872" y="114986"/>
                    <a:pt x="733806" y="121311"/>
                    <a:pt x="733806" y="126188"/>
                  </a:cubicBezTo>
                  <a:cubicBezTo>
                    <a:pt x="733806" y="129540"/>
                    <a:pt x="731444" y="133046"/>
                    <a:pt x="726720" y="136703"/>
                  </a:cubicBezTo>
                  <a:cubicBezTo>
                    <a:pt x="721995" y="140361"/>
                    <a:pt x="717880" y="145619"/>
                    <a:pt x="714375" y="152477"/>
                  </a:cubicBezTo>
                  <a:cubicBezTo>
                    <a:pt x="710870" y="159335"/>
                    <a:pt x="707898" y="167564"/>
                    <a:pt x="705460" y="177165"/>
                  </a:cubicBezTo>
                  <a:cubicBezTo>
                    <a:pt x="703021" y="186767"/>
                    <a:pt x="698907" y="200330"/>
                    <a:pt x="693115" y="217856"/>
                  </a:cubicBezTo>
                  <a:cubicBezTo>
                    <a:pt x="687324" y="235382"/>
                    <a:pt x="681533" y="247727"/>
                    <a:pt x="675742" y="254889"/>
                  </a:cubicBezTo>
                  <a:cubicBezTo>
                    <a:pt x="669951" y="262052"/>
                    <a:pt x="665455" y="265634"/>
                    <a:pt x="662254" y="265634"/>
                  </a:cubicBezTo>
                  <a:cubicBezTo>
                    <a:pt x="659054" y="265634"/>
                    <a:pt x="656311" y="263729"/>
                    <a:pt x="654025" y="259919"/>
                  </a:cubicBezTo>
                  <a:cubicBezTo>
                    <a:pt x="651739" y="256109"/>
                    <a:pt x="648005" y="254204"/>
                    <a:pt x="642823" y="254204"/>
                  </a:cubicBezTo>
                  <a:cubicBezTo>
                    <a:pt x="637642" y="254204"/>
                    <a:pt x="621030" y="256185"/>
                    <a:pt x="592989" y="260147"/>
                  </a:cubicBezTo>
                  <a:cubicBezTo>
                    <a:pt x="592684" y="279045"/>
                    <a:pt x="593141" y="293904"/>
                    <a:pt x="594360" y="304724"/>
                  </a:cubicBezTo>
                  <a:cubicBezTo>
                    <a:pt x="595579" y="315545"/>
                    <a:pt x="598018" y="323622"/>
                    <a:pt x="601675" y="328956"/>
                  </a:cubicBezTo>
                  <a:cubicBezTo>
                    <a:pt x="605333" y="334290"/>
                    <a:pt x="613334" y="338557"/>
                    <a:pt x="625678" y="341757"/>
                  </a:cubicBezTo>
                  <a:cubicBezTo>
                    <a:pt x="638023" y="344958"/>
                    <a:pt x="652120" y="346558"/>
                    <a:pt x="667969" y="346558"/>
                  </a:cubicBezTo>
                  <a:cubicBezTo>
                    <a:pt x="683819" y="346558"/>
                    <a:pt x="699135" y="345339"/>
                    <a:pt x="713918" y="342900"/>
                  </a:cubicBezTo>
                  <a:cubicBezTo>
                    <a:pt x="728701" y="340462"/>
                    <a:pt x="738073" y="337338"/>
                    <a:pt x="742036" y="333528"/>
                  </a:cubicBezTo>
                  <a:cubicBezTo>
                    <a:pt x="745998" y="329718"/>
                    <a:pt x="749503" y="324460"/>
                    <a:pt x="752551" y="317754"/>
                  </a:cubicBezTo>
                  <a:cubicBezTo>
                    <a:pt x="755599" y="311049"/>
                    <a:pt x="759562" y="295656"/>
                    <a:pt x="764439" y="271577"/>
                  </a:cubicBezTo>
                  <a:cubicBezTo>
                    <a:pt x="765658" y="265481"/>
                    <a:pt x="767334" y="262433"/>
                    <a:pt x="769468" y="262433"/>
                  </a:cubicBezTo>
                  <a:cubicBezTo>
                    <a:pt x="771601" y="262433"/>
                    <a:pt x="773049" y="266319"/>
                    <a:pt x="773811" y="274092"/>
                  </a:cubicBezTo>
                  <a:cubicBezTo>
                    <a:pt x="774573" y="281864"/>
                    <a:pt x="776554" y="291923"/>
                    <a:pt x="779755" y="304267"/>
                  </a:cubicBezTo>
                  <a:cubicBezTo>
                    <a:pt x="782955" y="316611"/>
                    <a:pt x="785622" y="324689"/>
                    <a:pt x="787756" y="328499"/>
                  </a:cubicBezTo>
                  <a:cubicBezTo>
                    <a:pt x="789889" y="332309"/>
                    <a:pt x="790956" y="335585"/>
                    <a:pt x="790956" y="338328"/>
                  </a:cubicBezTo>
                  <a:cubicBezTo>
                    <a:pt x="790956" y="346863"/>
                    <a:pt x="779755" y="355321"/>
                    <a:pt x="757352" y="363703"/>
                  </a:cubicBezTo>
                  <a:cubicBezTo>
                    <a:pt x="734949" y="372085"/>
                    <a:pt x="709117" y="376276"/>
                    <a:pt x="679857" y="376276"/>
                  </a:cubicBezTo>
                  <a:cubicBezTo>
                    <a:pt x="658825" y="376276"/>
                    <a:pt x="640995" y="373990"/>
                    <a:pt x="626364" y="369418"/>
                  </a:cubicBezTo>
                  <a:cubicBezTo>
                    <a:pt x="611734" y="364846"/>
                    <a:pt x="600304" y="358674"/>
                    <a:pt x="592074" y="350901"/>
                  </a:cubicBezTo>
                  <a:cubicBezTo>
                    <a:pt x="583845" y="343129"/>
                    <a:pt x="578434" y="332842"/>
                    <a:pt x="575844" y="320040"/>
                  </a:cubicBezTo>
                  <a:cubicBezTo>
                    <a:pt x="573253" y="307239"/>
                    <a:pt x="572110" y="288189"/>
                    <a:pt x="572415" y="262890"/>
                  </a:cubicBezTo>
                  <a:cubicBezTo>
                    <a:pt x="548335" y="266548"/>
                    <a:pt x="530505" y="268682"/>
                    <a:pt x="518922" y="269291"/>
                  </a:cubicBezTo>
                  <a:cubicBezTo>
                    <a:pt x="518617" y="277216"/>
                    <a:pt x="516331" y="281178"/>
                    <a:pt x="512064" y="281178"/>
                  </a:cubicBezTo>
                  <a:cubicBezTo>
                    <a:pt x="509626" y="281178"/>
                    <a:pt x="507188" y="279045"/>
                    <a:pt x="504749" y="274778"/>
                  </a:cubicBezTo>
                  <a:cubicBezTo>
                    <a:pt x="502311" y="270510"/>
                    <a:pt x="500482" y="265481"/>
                    <a:pt x="499263" y="259690"/>
                  </a:cubicBezTo>
                  <a:cubicBezTo>
                    <a:pt x="492252" y="227381"/>
                    <a:pt x="485547" y="200254"/>
                    <a:pt x="479146" y="178308"/>
                  </a:cubicBezTo>
                  <a:cubicBezTo>
                    <a:pt x="472745" y="156363"/>
                    <a:pt x="467563" y="143485"/>
                    <a:pt x="463601" y="139675"/>
                  </a:cubicBezTo>
                  <a:cubicBezTo>
                    <a:pt x="459639" y="135865"/>
                    <a:pt x="457657" y="132284"/>
                    <a:pt x="457657" y="128931"/>
                  </a:cubicBezTo>
                  <a:cubicBezTo>
                    <a:pt x="457657" y="125578"/>
                    <a:pt x="460401" y="123902"/>
                    <a:pt x="465887" y="123902"/>
                  </a:cubicBezTo>
                  <a:cubicBezTo>
                    <a:pt x="471373" y="123902"/>
                    <a:pt x="479603" y="126340"/>
                    <a:pt x="490576" y="131217"/>
                  </a:cubicBezTo>
                  <a:cubicBezTo>
                    <a:pt x="520751" y="126950"/>
                    <a:pt x="548183" y="122682"/>
                    <a:pt x="572872" y="118415"/>
                  </a:cubicBezTo>
                  <a:cubicBezTo>
                    <a:pt x="572567" y="81839"/>
                    <a:pt x="569595" y="57836"/>
                    <a:pt x="563956" y="46406"/>
                  </a:cubicBezTo>
                  <a:cubicBezTo>
                    <a:pt x="558318" y="34976"/>
                    <a:pt x="555498" y="27280"/>
                    <a:pt x="555498" y="23318"/>
                  </a:cubicBezTo>
                  <a:cubicBezTo>
                    <a:pt x="555498" y="19355"/>
                    <a:pt x="557556" y="17374"/>
                    <a:pt x="561670" y="17374"/>
                  </a:cubicBezTo>
                  <a:close/>
                  <a:moveTo>
                    <a:pt x="1107567" y="3201"/>
                  </a:moveTo>
                  <a:cubicBezTo>
                    <a:pt x="1112901" y="3201"/>
                    <a:pt x="1120140" y="5487"/>
                    <a:pt x="1129284" y="10059"/>
                  </a:cubicBezTo>
                  <a:cubicBezTo>
                    <a:pt x="1138428" y="14631"/>
                    <a:pt x="1143000" y="19355"/>
                    <a:pt x="1143000" y="24232"/>
                  </a:cubicBezTo>
                  <a:cubicBezTo>
                    <a:pt x="1143000" y="26975"/>
                    <a:pt x="1141476" y="30785"/>
                    <a:pt x="1138428" y="35662"/>
                  </a:cubicBezTo>
                  <a:cubicBezTo>
                    <a:pt x="1135380" y="40539"/>
                    <a:pt x="1130503" y="49835"/>
                    <a:pt x="1123798" y="63551"/>
                  </a:cubicBezTo>
                  <a:cubicBezTo>
                    <a:pt x="1129894" y="62942"/>
                    <a:pt x="1139114" y="61570"/>
                    <a:pt x="1151458" y="59436"/>
                  </a:cubicBezTo>
                  <a:cubicBezTo>
                    <a:pt x="1163803" y="57303"/>
                    <a:pt x="1174242" y="56236"/>
                    <a:pt x="1182777" y="56236"/>
                  </a:cubicBezTo>
                  <a:cubicBezTo>
                    <a:pt x="1191311" y="56236"/>
                    <a:pt x="1198398" y="58065"/>
                    <a:pt x="1204037" y="61722"/>
                  </a:cubicBezTo>
                  <a:cubicBezTo>
                    <a:pt x="1209675" y="65380"/>
                    <a:pt x="1212495" y="68885"/>
                    <a:pt x="1212495" y="72238"/>
                  </a:cubicBezTo>
                  <a:cubicBezTo>
                    <a:pt x="1212495" y="75591"/>
                    <a:pt x="1210742" y="78105"/>
                    <a:pt x="1207237" y="79782"/>
                  </a:cubicBezTo>
                  <a:cubicBezTo>
                    <a:pt x="1203732" y="81458"/>
                    <a:pt x="1198321" y="81915"/>
                    <a:pt x="1191006" y="81153"/>
                  </a:cubicBezTo>
                  <a:cubicBezTo>
                    <a:pt x="1183691" y="80391"/>
                    <a:pt x="1173480" y="80010"/>
                    <a:pt x="1160374" y="80010"/>
                  </a:cubicBezTo>
                  <a:cubicBezTo>
                    <a:pt x="1147267" y="80010"/>
                    <a:pt x="1132485" y="80620"/>
                    <a:pt x="1116025" y="81839"/>
                  </a:cubicBezTo>
                  <a:cubicBezTo>
                    <a:pt x="1108710" y="99822"/>
                    <a:pt x="1101014" y="114224"/>
                    <a:pt x="1092937" y="125045"/>
                  </a:cubicBezTo>
                  <a:cubicBezTo>
                    <a:pt x="1084860" y="135865"/>
                    <a:pt x="1079145" y="141275"/>
                    <a:pt x="1075792" y="141275"/>
                  </a:cubicBezTo>
                  <a:cubicBezTo>
                    <a:pt x="1074573" y="141275"/>
                    <a:pt x="1073963" y="140285"/>
                    <a:pt x="1073963" y="138303"/>
                  </a:cubicBezTo>
                  <a:cubicBezTo>
                    <a:pt x="1073963" y="136322"/>
                    <a:pt x="1074877" y="133350"/>
                    <a:pt x="1076706" y="129388"/>
                  </a:cubicBezTo>
                  <a:cubicBezTo>
                    <a:pt x="1084326" y="112929"/>
                    <a:pt x="1089965" y="97689"/>
                    <a:pt x="1093623" y="83668"/>
                  </a:cubicBezTo>
                  <a:cubicBezTo>
                    <a:pt x="1076249" y="84582"/>
                    <a:pt x="1052932" y="86716"/>
                    <a:pt x="1023671" y="90069"/>
                  </a:cubicBezTo>
                  <a:cubicBezTo>
                    <a:pt x="1023976" y="93726"/>
                    <a:pt x="1024128" y="100432"/>
                    <a:pt x="1024128" y="110186"/>
                  </a:cubicBezTo>
                  <a:cubicBezTo>
                    <a:pt x="1024128" y="123597"/>
                    <a:pt x="1021690" y="130302"/>
                    <a:pt x="1016813" y="130302"/>
                  </a:cubicBezTo>
                  <a:cubicBezTo>
                    <a:pt x="1011936" y="130302"/>
                    <a:pt x="1009041" y="126188"/>
                    <a:pt x="1008126" y="117958"/>
                  </a:cubicBezTo>
                  <a:lnTo>
                    <a:pt x="1004926" y="92355"/>
                  </a:lnTo>
                  <a:cubicBezTo>
                    <a:pt x="988467" y="94184"/>
                    <a:pt x="974217" y="96470"/>
                    <a:pt x="962178" y="99213"/>
                  </a:cubicBezTo>
                  <a:cubicBezTo>
                    <a:pt x="950138" y="101956"/>
                    <a:pt x="941223" y="103328"/>
                    <a:pt x="935431" y="103328"/>
                  </a:cubicBezTo>
                  <a:cubicBezTo>
                    <a:pt x="929640" y="103328"/>
                    <a:pt x="923620" y="100889"/>
                    <a:pt x="917372" y="96012"/>
                  </a:cubicBezTo>
                  <a:cubicBezTo>
                    <a:pt x="911124" y="91136"/>
                    <a:pt x="907999" y="87630"/>
                    <a:pt x="907999" y="85497"/>
                  </a:cubicBezTo>
                  <a:cubicBezTo>
                    <a:pt x="907999" y="83058"/>
                    <a:pt x="911276" y="82068"/>
                    <a:pt x="917829" y="82525"/>
                  </a:cubicBezTo>
                  <a:cubicBezTo>
                    <a:pt x="924382" y="82982"/>
                    <a:pt x="929945" y="83211"/>
                    <a:pt x="934517" y="83211"/>
                  </a:cubicBezTo>
                  <a:cubicBezTo>
                    <a:pt x="948843" y="83211"/>
                    <a:pt x="971703" y="81534"/>
                    <a:pt x="1003097" y="78182"/>
                  </a:cubicBezTo>
                  <a:cubicBezTo>
                    <a:pt x="1000049" y="57760"/>
                    <a:pt x="996239" y="44806"/>
                    <a:pt x="991667" y="39320"/>
                  </a:cubicBezTo>
                  <a:cubicBezTo>
                    <a:pt x="987095" y="33833"/>
                    <a:pt x="984809" y="29718"/>
                    <a:pt x="984809" y="26975"/>
                  </a:cubicBezTo>
                  <a:cubicBezTo>
                    <a:pt x="984809" y="24232"/>
                    <a:pt x="987095" y="22860"/>
                    <a:pt x="991667" y="22860"/>
                  </a:cubicBezTo>
                  <a:cubicBezTo>
                    <a:pt x="996239" y="22860"/>
                    <a:pt x="1003173" y="24461"/>
                    <a:pt x="1012470" y="27661"/>
                  </a:cubicBezTo>
                  <a:cubicBezTo>
                    <a:pt x="1021766" y="30861"/>
                    <a:pt x="1026414" y="35814"/>
                    <a:pt x="1026414" y="42520"/>
                  </a:cubicBezTo>
                  <a:cubicBezTo>
                    <a:pt x="1026414" y="44654"/>
                    <a:pt x="1025957" y="47397"/>
                    <a:pt x="1025043" y="50750"/>
                  </a:cubicBezTo>
                  <a:cubicBezTo>
                    <a:pt x="1024128" y="54102"/>
                    <a:pt x="1023671" y="62484"/>
                    <a:pt x="1023671" y="75896"/>
                  </a:cubicBezTo>
                  <a:cubicBezTo>
                    <a:pt x="1039216" y="74372"/>
                    <a:pt x="1063905" y="71476"/>
                    <a:pt x="1097737" y="67209"/>
                  </a:cubicBezTo>
                  <a:cubicBezTo>
                    <a:pt x="1102309" y="48311"/>
                    <a:pt x="1104595" y="34443"/>
                    <a:pt x="1104595" y="25604"/>
                  </a:cubicBezTo>
                  <a:cubicBezTo>
                    <a:pt x="1104595" y="20727"/>
                    <a:pt x="1103757" y="17222"/>
                    <a:pt x="1102081" y="15088"/>
                  </a:cubicBezTo>
                  <a:cubicBezTo>
                    <a:pt x="1100404" y="12954"/>
                    <a:pt x="1099566" y="10440"/>
                    <a:pt x="1099566" y="7544"/>
                  </a:cubicBezTo>
                  <a:cubicBezTo>
                    <a:pt x="1099566" y="4649"/>
                    <a:pt x="1102233" y="3201"/>
                    <a:pt x="1107567" y="3201"/>
                  </a:cubicBezTo>
                  <a:close/>
                  <a:moveTo>
                    <a:pt x="114757" y="0"/>
                  </a:moveTo>
                  <a:cubicBezTo>
                    <a:pt x="119025" y="0"/>
                    <a:pt x="126264" y="2896"/>
                    <a:pt x="136474" y="8687"/>
                  </a:cubicBezTo>
                  <a:cubicBezTo>
                    <a:pt x="146685" y="14478"/>
                    <a:pt x="151791" y="19660"/>
                    <a:pt x="151791" y="24232"/>
                  </a:cubicBezTo>
                  <a:cubicBezTo>
                    <a:pt x="151791" y="26975"/>
                    <a:pt x="149886" y="29718"/>
                    <a:pt x="146076" y="32462"/>
                  </a:cubicBezTo>
                  <a:cubicBezTo>
                    <a:pt x="142266" y="35205"/>
                    <a:pt x="130759" y="47092"/>
                    <a:pt x="111557" y="68123"/>
                  </a:cubicBezTo>
                  <a:cubicBezTo>
                    <a:pt x="120091" y="69342"/>
                    <a:pt x="132588" y="67895"/>
                    <a:pt x="149047" y="63780"/>
                  </a:cubicBezTo>
                  <a:cubicBezTo>
                    <a:pt x="165507" y="59665"/>
                    <a:pt x="177013" y="55245"/>
                    <a:pt x="183566" y="50521"/>
                  </a:cubicBezTo>
                  <a:cubicBezTo>
                    <a:pt x="190119" y="45797"/>
                    <a:pt x="195072" y="43434"/>
                    <a:pt x="198425" y="43434"/>
                  </a:cubicBezTo>
                  <a:cubicBezTo>
                    <a:pt x="201778" y="43434"/>
                    <a:pt x="208179" y="46711"/>
                    <a:pt x="217627" y="53264"/>
                  </a:cubicBezTo>
                  <a:cubicBezTo>
                    <a:pt x="227076" y="59817"/>
                    <a:pt x="231801" y="64618"/>
                    <a:pt x="231801" y="67666"/>
                  </a:cubicBezTo>
                  <a:cubicBezTo>
                    <a:pt x="231801" y="70714"/>
                    <a:pt x="227838" y="74219"/>
                    <a:pt x="219913" y="78182"/>
                  </a:cubicBezTo>
                  <a:cubicBezTo>
                    <a:pt x="203759" y="85497"/>
                    <a:pt x="178003" y="107138"/>
                    <a:pt x="142647" y="143104"/>
                  </a:cubicBezTo>
                  <a:cubicBezTo>
                    <a:pt x="168250" y="137618"/>
                    <a:pt x="184709" y="133960"/>
                    <a:pt x="192024" y="132131"/>
                  </a:cubicBezTo>
                  <a:cubicBezTo>
                    <a:pt x="199339" y="130302"/>
                    <a:pt x="205740" y="129388"/>
                    <a:pt x="211227" y="129388"/>
                  </a:cubicBezTo>
                  <a:cubicBezTo>
                    <a:pt x="216713" y="129388"/>
                    <a:pt x="224485" y="132055"/>
                    <a:pt x="234544" y="137389"/>
                  </a:cubicBezTo>
                  <a:cubicBezTo>
                    <a:pt x="244602" y="142723"/>
                    <a:pt x="249631" y="147371"/>
                    <a:pt x="249631" y="151334"/>
                  </a:cubicBezTo>
                  <a:cubicBezTo>
                    <a:pt x="249631" y="155296"/>
                    <a:pt x="248336" y="159030"/>
                    <a:pt x="245745" y="162535"/>
                  </a:cubicBezTo>
                  <a:cubicBezTo>
                    <a:pt x="243154" y="166040"/>
                    <a:pt x="241326" y="169545"/>
                    <a:pt x="240259" y="173051"/>
                  </a:cubicBezTo>
                  <a:cubicBezTo>
                    <a:pt x="239192" y="176556"/>
                    <a:pt x="238659" y="182271"/>
                    <a:pt x="238659" y="190196"/>
                  </a:cubicBezTo>
                  <a:lnTo>
                    <a:pt x="239573" y="240488"/>
                  </a:lnTo>
                  <a:cubicBezTo>
                    <a:pt x="239573" y="265176"/>
                    <a:pt x="237897" y="282779"/>
                    <a:pt x="234544" y="293294"/>
                  </a:cubicBezTo>
                  <a:cubicBezTo>
                    <a:pt x="231191" y="303810"/>
                    <a:pt x="227838" y="309068"/>
                    <a:pt x="224485" y="309068"/>
                  </a:cubicBezTo>
                  <a:cubicBezTo>
                    <a:pt x="221133" y="309068"/>
                    <a:pt x="217094" y="305867"/>
                    <a:pt x="212370" y="299466"/>
                  </a:cubicBezTo>
                  <a:cubicBezTo>
                    <a:pt x="207645" y="293066"/>
                    <a:pt x="205283" y="287503"/>
                    <a:pt x="205283" y="282779"/>
                  </a:cubicBezTo>
                  <a:cubicBezTo>
                    <a:pt x="205283" y="278054"/>
                    <a:pt x="206350" y="271882"/>
                    <a:pt x="208483" y="264262"/>
                  </a:cubicBezTo>
                  <a:cubicBezTo>
                    <a:pt x="210617" y="256642"/>
                    <a:pt x="211684" y="244221"/>
                    <a:pt x="211684" y="227000"/>
                  </a:cubicBezTo>
                  <a:cubicBezTo>
                    <a:pt x="211684" y="209779"/>
                    <a:pt x="211303" y="194615"/>
                    <a:pt x="210541" y="181509"/>
                  </a:cubicBezTo>
                  <a:cubicBezTo>
                    <a:pt x="209779" y="168402"/>
                    <a:pt x="209017" y="160401"/>
                    <a:pt x="208255" y="157506"/>
                  </a:cubicBezTo>
                  <a:cubicBezTo>
                    <a:pt x="207493" y="154610"/>
                    <a:pt x="205664" y="152629"/>
                    <a:pt x="202768" y="151562"/>
                  </a:cubicBezTo>
                  <a:cubicBezTo>
                    <a:pt x="199873" y="150495"/>
                    <a:pt x="195072" y="149962"/>
                    <a:pt x="188367" y="149962"/>
                  </a:cubicBezTo>
                  <a:cubicBezTo>
                    <a:pt x="171298" y="149962"/>
                    <a:pt x="152934" y="152400"/>
                    <a:pt x="133274" y="157277"/>
                  </a:cubicBezTo>
                  <a:cubicBezTo>
                    <a:pt x="113614" y="162154"/>
                    <a:pt x="94183" y="164745"/>
                    <a:pt x="74981" y="165050"/>
                  </a:cubicBezTo>
                  <a:cubicBezTo>
                    <a:pt x="76200" y="168098"/>
                    <a:pt x="76810" y="177394"/>
                    <a:pt x="76810" y="192939"/>
                  </a:cubicBezTo>
                  <a:cubicBezTo>
                    <a:pt x="76810" y="208484"/>
                    <a:pt x="75972" y="227838"/>
                    <a:pt x="74295" y="251003"/>
                  </a:cubicBezTo>
                  <a:cubicBezTo>
                    <a:pt x="72619" y="274168"/>
                    <a:pt x="69952" y="289637"/>
                    <a:pt x="66294" y="297409"/>
                  </a:cubicBezTo>
                  <a:cubicBezTo>
                    <a:pt x="62637" y="305181"/>
                    <a:pt x="59436" y="309068"/>
                    <a:pt x="56693" y="309068"/>
                  </a:cubicBezTo>
                  <a:cubicBezTo>
                    <a:pt x="53950" y="309068"/>
                    <a:pt x="50978" y="305867"/>
                    <a:pt x="47778" y="299466"/>
                  </a:cubicBezTo>
                  <a:cubicBezTo>
                    <a:pt x="44577" y="293066"/>
                    <a:pt x="42977" y="287655"/>
                    <a:pt x="42977" y="283236"/>
                  </a:cubicBezTo>
                  <a:cubicBezTo>
                    <a:pt x="42977" y="278816"/>
                    <a:pt x="44196" y="272034"/>
                    <a:pt x="46635" y="262890"/>
                  </a:cubicBezTo>
                  <a:cubicBezTo>
                    <a:pt x="51816" y="244298"/>
                    <a:pt x="54407" y="225248"/>
                    <a:pt x="54407" y="205740"/>
                  </a:cubicBezTo>
                  <a:cubicBezTo>
                    <a:pt x="54407" y="186233"/>
                    <a:pt x="51969" y="172212"/>
                    <a:pt x="47092" y="163678"/>
                  </a:cubicBezTo>
                  <a:cubicBezTo>
                    <a:pt x="44653" y="159716"/>
                    <a:pt x="43434" y="156668"/>
                    <a:pt x="43434" y="154534"/>
                  </a:cubicBezTo>
                  <a:cubicBezTo>
                    <a:pt x="43434" y="152400"/>
                    <a:pt x="45034" y="151334"/>
                    <a:pt x="48235" y="151334"/>
                  </a:cubicBezTo>
                  <a:cubicBezTo>
                    <a:pt x="51435" y="151334"/>
                    <a:pt x="56083" y="152248"/>
                    <a:pt x="62179" y="154077"/>
                  </a:cubicBezTo>
                  <a:cubicBezTo>
                    <a:pt x="76810" y="154686"/>
                    <a:pt x="96469" y="152400"/>
                    <a:pt x="121158" y="147219"/>
                  </a:cubicBezTo>
                  <a:cubicBezTo>
                    <a:pt x="126340" y="141428"/>
                    <a:pt x="135865" y="129845"/>
                    <a:pt x="149733" y="112472"/>
                  </a:cubicBezTo>
                  <a:cubicBezTo>
                    <a:pt x="163602" y="95098"/>
                    <a:pt x="171831" y="84963"/>
                    <a:pt x="174422" y="82068"/>
                  </a:cubicBezTo>
                  <a:cubicBezTo>
                    <a:pt x="177013" y="79172"/>
                    <a:pt x="178308" y="77039"/>
                    <a:pt x="178308" y="75667"/>
                  </a:cubicBezTo>
                  <a:cubicBezTo>
                    <a:pt x="178308" y="74295"/>
                    <a:pt x="177241" y="73610"/>
                    <a:pt x="175108" y="73610"/>
                  </a:cubicBezTo>
                  <a:cubicBezTo>
                    <a:pt x="172974" y="73610"/>
                    <a:pt x="165507" y="74905"/>
                    <a:pt x="152705" y="77496"/>
                  </a:cubicBezTo>
                  <a:cubicBezTo>
                    <a:pt x="139903" y="80087"/>
                    <a:pt x="130150" y="81382"/>
                    <a:pt x="123444" y="81382"/>
                  </a:cubicBezTo>
                  <a:cubicBezTo>
                    <a:pt x="116739" y="81382"/>
                    <a:pt x="110338" y="79858"/>
                    <a:pt x="104242" y="76810"/>
                  </a:cubicBezTo>
                  <a:cubicBezTo>
                    <a:pt x="85649" y="97232"/>
                    <a:pt x="67971" y="112929"/>
                    <a:pt x="51207" y="123902"/>
                  </a:cubicBezTo>
                  <a:cubicBezTo>
                    <a:pt x="34443" y="134874"/>
                    <a:pt x="23927" y="140361"/>
                    <a:pt x="19660" y="140361"/>
                  </a:cubicBezTo>
                  <a:cubicBezTo>
                    <a:pt x="17831" y="140361"/>
                    <a:pt x="16917" y="139523"/>
                    <a:pt x="16917" y="137846"/>
                  </a:cubicBezTo>
                  <a:cubicBezTo>
                    <a:pt x="16917" y="136170"/>
                    <a:pt x="18745" y="133808"/>
                    <a:pt x="22403" y="130760"/>
                  </a:cubicBezTo>
                  <a:cubicBezTo>
                    <a:pt x="46177" y="111557"/>
                    <a:pt x="66599" y="90297"/>
                    <a:pt x="83668" y="66980"/>
                  </a:cubicBezTo>
                  <a:cubicBezTo>
                    <a:pt x="100737" y="43663"/>
                    <a:pt x="109271" y="26366"/>
                    <a:pt x="109271" y="15088"/>
                  </a:cubicBezTo>
                  <a:cubicBezTo>
                    <a:pt x="109271" y="13564"/>
                    <a:pt x="109119" y="12040"/>
                    <a:pt x="108814" y="10516"/>
                  </a:cubicBezTo>
                  <a:cubicBezTo>
                    <a:pt x="108509" y="8992"/>
                    <a:pt x="108357" y="7468"/>
                    <a:pt x="108357" y="5944"/>
                  </a:cubicBezTo>
                  <a:cubicBezTo>
                    <a:pt x="108357" y="1982"/>
                    <a:pt x="110490" y="0"/>
                    <a:pt x="11475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2677DEC1-8C5A-44B4-B061-FD4E6CBFE9C5}"/>
                </a:ext>
              </a:extLst>
            </p:cNvPr>
            <p:cNvCxnSpPr/>
            <p:nvPr/>
          </p:nvCxnSpPr>
          <p:spPr>
            <a:xfrm flipV="1">
              <a:off x="5110530" y="1465505"/>
              <a:ext cx="0" cy="143256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3A121CF9-CB85-4A8C-BCB1-96EDB73CDDB8}"/>
              </a:ext>
            </a:extLst>
          </p:cNvPr>
          <p:cNvGrpSpPr/>
          <p:nvPr/>
        </p:nvGrpSpPr>
        <p:grpSpPr>
          <a:xfrm>
            <a:off x="4885543" y="1638895"/>
            <a:ext cx="795186" cy="397352"/>
            <a:chOff x="6484511" y="1211409"/>
            <a:chExt cx="795186" cy="397352"/>
          </a:xfrm>
        </p:grpSpPr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653CC4E3-E4F8-418E-80E8-DBFD9A24E31B}"/>
                </a:ext>
              </a:extLst>
            </p:cNvPr>
            <p:cNvSpPr txBox="1"/>
            <p:nvPr/>
          </p:nvSpPr>
          <p:spPr>
            <a:xfrm>
              <a:off x="6484511" y="1211409"/>
              <a:ext cx="795186" cy="244182"/>
            </a:xfrm>
            <a:custGeom>
              <a:avLst/>
              <a:gdLst/>
              <a:ahLst/>
              <a:cxnLst/>
              <a:rect l="l" t="t" r="r" b="b"/>
              <a:pathLst>
                <a:path w="1311707" h="402793">
                  <a:moveTo>
                    <a:pt x="1132027" y="222199"/>
                  </a:moveTo>
                  <a:cubicBezTo>
                    <a:pt x="1128370" y="222199"/>
                    <a:pt x="1122655" y="222961"/>
                    <a:pt x="1114882" y="224485"/>
                  </a:cubicBezTo>
                  <a:cubicBezTo>
                    <a:pt x="1107110" y="226009"/>
                    <a:pt x="1098652" y="226771"/>
                    <a:pt x="1089508" y="226771"/>
                  </a:cubicBezTo>
                  <a:cubicBezTo>
                    <a:pt x="1092251" y="242925"/>
                    <a:pt x="1093623" y="257403"/>
                    <a:pt x="1093623" y="270205"/>
                  </a:cubicBezTo>
                  <a:cubicBezTo>
                    <a:pt x="1114044" y="268986"/>
                    <a:pt x="1126465" y="264033"/>
                    <a:pt x="1130884" y="255346"/>
                  </a:cubicBezTo>
                  <a:cubicBezTo>
                    <a:pt x="1135304" y="246659"/>
                    <a:pt x="1137514" y="238963"/>
                    <a:pt x="1137514" y="232257"/>
                  </a:cubicBezTo>
                  <a:cubicBezTo>
                    <a:pt x="1137514" y="225552"/>
                    <a:pt x="1135685" y="222199"/>
                    <a:pt x="1132027" y="222199"/>
                  </a:cubicBezTo>
                  <a:close/>
                  <a:moveTo>
                    <a:pt x="1141400" y="202997"/>
                  </a:moveTo>
                  <a:cubicBezTo>
                    <a:pt x="1145515" y="202997"/>
                    <a:pt x="1152601" y="205740"/>
                    <a:pt x="1162660" y="211226"/>
                  </a:cubicBezTo>
                  <a:cubicBezTo>
                    <a:pt x="1172718" y="216713"/>
                    <a:pt x="1177747" y="221285"/>
                    <a:pt x="1177747" y="224942"/>
                  </a:cubicBezTo>
                  <a:cubicBezTo>
                    <a:pt x="1177747" y="228600"/>
                    <a:pt x="1175766" y="231724"/>
                    <a:pt x="1171804" y="234315"/>
                  </a:cubicBezTo>
                  <a:cubicBezTo>
                    <a:pt x="1167841" y="236906"/>
                    <a:pt x="1163879" y="240868"/>
                    <a:pt x="1159917" y="246202"/>
                  </a:cubicBezTo>
                  <a:cubicBezTo>
                    <a:pt x="1155954" y="251536"/>
                    <a:pt x="1153973" y="255498"/>
                    <a:pt x="1153973" y="258089"/>
                  </a:cubicBezTo>
                  <a:cubicBezTo>
                    <a:pt x="1153973" y="260680"/>
                    <a:pt x="1154735" y="262814"/>
                    <a:pt x="1156259" y="264490"/>
                  </a:cubicBezTo>
                  <a:cubicBezTo>
                    <a:pt x="1157783" y="266166"/>
                    <a:pt x="1158545" y="268071"/>
                    <a:pt x="1158545" y="270205"/>
                  </a:cubicBezTo>
                  <a:cubicBezTo>
                    <a:pt x="1158545" y="275082"/>
                    <a:pt x="1154735" y="277673"/>
                    <a:pt x="1147115" y="277977"/>
                  </a:cubicBezTo>
                  <a:cubicBezTo>
                    <a:pt x="1139495" y="278282"/>
                    <a:pt x="1121512" y="280111"/>
                    <a:pt x="1093165" y="283464"/>
                  </a:cubicBezTo>
                  <a:cubicBezTo>
                    <a:pt x="1092251" y="295046"/>
                    <a:pt x="1089508" y="300837"/>
                    <a:pt x="1084936" y="300837"/>
                  </a:cubicBezTo>
                  <a:cubicBezTo>
                    <a:pt x="1080364" y="300837"/>
                    <a:pt x="1077468" y="293217"/>
                    <a:pt x="1076249" y="277977"/>
                  </a:cubicBezTo>
                  <a:cubicBezTo>
                    <a:pt x="1073811" y="249021"/>
                    <a:pt x="1070305" y="231191"/>
                    <a:pt x="1065733" y="224485"/>
                  </a:cubicBezTo>
                  <a:cubicBezTo>
                    <a:pt x="1063295" y="220523"/>
                    <a:pt x="1062076" y="217475"/>
                    <a:pt x="1062076" y="215341"/>
                  </a:cubicBezTo>
                  <a:cubicBezTo>
                    <a:pt x="1062076" y="213207"/>
                    <a:pt x="1063524" y="212141"/>
                    <a:pt x="1066419" y="212141"/>
                  </a:cubicBezTo>
                  <a:cubicBezTo>
                    <a:pt x="1069315" y="212141"/>
                    <a:pt x="1074268" y="213665"/>
                    <a:pt x="1081278" y="216713"/>
                  </a:cubicBezTo>
                  <a:cubicBezTo>
                    <a:pt x="1090422" y="216713"/>
                    <a:pt x="1099566" y="215722"/>
                    <a:pt x="1108710" y="213741"/>
                  </a:cubicBezTo>
                  <a:cubicBezTo>
                    <a:pt x="1117854" y="211760"/>
                    <a:pt x="1124560" y="209474"/>
                    <a:pt x="1128827" y="206883"/>
                  </a:cubicBezTo>
                  <a:cubicBezTo>
                    <a:pt x="1133094" y="204292"/>
                    <a:pt x="1137285" y="202997"/>
                    <a:pt x="1141400" y="202997"/>
                  </a:cubicBezTo>
                  <a:close/>
                  <a:moveTo>
                    <a:pt x="1272845" y="136245"/>
                  </a:moveTo>
                  <a:cubicBezTo>
                    <a:pt x="1281989" y="136245"/>
                    <a:pt x="1290752" y="138303"/>
                    <a:pt x="1299134" y="142418"/>
                  </a:cubicBezTo>
                  <a:cubicBezTo>
                    <a:pt x="1307516" y="146532"/>
                    <a:pt x="1311707" y="150723"/>
                    <a:pt x="1311707" y="154991"/>
                  </a:cubicBezTo>
                  <a:cubicBezTo>
                    <a:pt x="1311707" y="159258"/>
                    <a:pt x="1309573" y="162306"/>
                    <a:pt x="1305306" y="164135"/>
                  </a:cubicBezTo>
                  <a:cubicBezTo>
                    <a:pt x="1301039" y="165963"/>
                    <a:pt x="1294867" y="166421"/>
                    <a:pt x="1286790" y="165506"/>
                  </a:cubicBezTo>
                  <a:cubicBezTo>
                    <a:pt x="1278712" y="164592"/>
                    <a:pt x="1268502" y="164135"/>
                    <a:pt x="1256157" y="164135"/>
                  </a:cubicBezTo>
                  <a:cubicBezTo>
                    <a:pt x="1243813" y="164135"/>
                    <a:pt x="1227735" y="164897"/>
                    <a:pt x="1207923" y="166421"/>
                  </a:cubicBezTo>
                  <a:cubicBezTo>
                    <a:pt x="1221334" y="174955"/>
                    <a:pt x="1228039" y="183337"/>
                    <a:pt x="1228039" y="191567"/>
                  </a:cubicBezTo>
                  <a:cubicBezTo>
                    <a:pt x="1228039" y="194919"/>
                    <a:pt x="1227506" y="198577"/>
                    <a:pt x="1226439" y="202539"/>
                  </a:cubicBezTo>
                  <a:cubicBezTo>
                    <a:pt x="1225372" y="206502"/>
                    <a:pt x="1224839" y="215265"/>
                    <a:pt x="1224839" y="228828"/>
                  </a:cubicBezTo>
                  <a:cubicBezTo>
                    <a:pt x="1224839" y="242392"/>
                    <a:pt x="1225830" y="262966"/>
                    <a:pt x="1227811" y="290550"/>
                  </a:cubicBezTo>
                  <a:cubicBezTo>
                    <a:pt x="1229792" y="318135"/>
                    <a:pt x="1230783" y="332994"/>
                    <a:pt x="1230783" y="335127"/>
                  </a:cubicBezTo>
                  <a:cubicBezTo>
                    <a:pt x="1230783" y="352196"/>
                    <a:pt x="1226516" y="367741"/>
                    <a:pt x="1217981" y="381762"/>
                  </a:cubicBezTo>
                  <a:cubicBezTo>
                    <a:pt x="1209447" y="395783"/>
                    <a:pt x="1202436" y="402793"/>
                    <a:pt x="1196950" y="402793"/>
                  </a:cubicBezTo>
                  <a:cubicBezTo>
                    <a:pt x="1192987" y="402793"/>
                    <a:pt x="1188720" y="398983"/>
                    <a:pt x="1184148" y="391363"/>
                  </a:cubicBezTo>
                  <a:cubicBezTo>
                    <a:pt x="1178357" y="381000"/>
                    <a:pt x="1170127" y="370484"/>
                    <a:pt x="1159459" y="359816"/>
                  </a:cubicBezTo>
                  <a:cubicBezTo>
                    <a:pt x="1148791" y="349148"/>
                    <a:pt x="1143457" y="343052"/>
                    <a:pt x="1143457" y="341528"/>
                  </a:cubicBezTo>
                  <a:cubicBezTo>
                    <a:pt x="1143457" y="340004"/>
                    <a:pt x="1144829" y="339242"/>
                    <a:pt x="1147572" y="339242"/>
                  </a:cubicBezTo>
                  <a:cubicBezTo>
                    <a:pt x="1150315" y="339242"/>
                    <a:pt x="1156183" y="340919"/>
                    <a:pt x="1165174" y="344271"/>
                  </a:cubicBezTo>
                  <a:cubicBezTo>
                    <a:pt x="1174166" y="347624"/>
                    <a:pt x="1181176" y="349301"/>
                    <a:pt x="1186206" y="349301"/>
                  </a:cubicBezTo>
                  <a:cubicBezTo>
                    <a:pt x="1191235" y="349301"/>
                    <a:pt x="1194969" y="347777"/>
                    <a:pt x="1197407" y="344729"/>
                  </a:cubicBezTo>
                  <a:cubicBezTo>
                    <a:pt x="1199845" y="341681"/>
                    <a:pt x="1201522" y="330327"/>
                    <a:pt x="1202436" y="310667"/>
                  </a:cubicBezTo>
                  <a:cubicBezTo>
                    <a:pt x="1203351" y="291008"/>
                    <a:pt x="1203808" y="275158"/>
                    <a:pt x="1203808" y="263118"/>
                  </a:cubicBezTo>
                  <a:cubicBezTo>
                    <a:pt x="1203808" y="251079"/>
                    <a:pt x="1202817" y="235305"/>
                    <a:pt x="1200836" y="215798"/>
                  </a:cubicBezTo>
                  <a:cubicBezTo>
                    <a:pt x="1198855" y="196291"/>
                    <a:pt x="1195426" y="180289"/>
                    <a:pt x="1190549" y="167792"/>
                  </a:cubicBezTo>
                  <a:cubicBezTo>
                    <a:pt x="1152144" y="170840"/>
                    <a:pt x="1126541" y="173888"/>
                    <a:pt x="1113739" y="176936"/>
                  </a:cubicBezTo>
                  <a:cubicBezTo>
                    <a:pt x="1104595" y="179070"/>
                    <a:pt x="1097356" y="180137"/>
                    <a:pt x="1092022" y="180137"/>
                  </a:cubicBezTo>
                  <a:cubicBezTo>
                    <a:pt x="1086688" y="180137"/>
                    <a:pt x="1081050" y="178308"/>
                    <a:pt x="1075106" y="174650"/>
                  </a:cubicBezTo>
                  <a:cubicBezTo>
                    <a:pt x="1069162" y="170993"/>
                    <a:pt x="1066191" y="168249"/>
                    <a:pt x="1066191" y="166421"/>
                  </a:cubicBezTo>
                  <a:cubicBezTo>
                    <a:pt x="1066191" y="164592"/>
                    <a:pt x="1072287" y="163677"/>
                    <a:pt x="1084479" y="163677"/>
                  </a:cubicBezTo>
                  <a:cubicBezTo>
                    <a:pt x="1085698" y="163677"/>
                    <a:pt x="1109015" y="160706"/>
                    <a:pt x="1154430" y="154762"/>
                  </a:cubicBezTo>
                  <a:cubicBezTo>
                    <a:pt x="1199845" y="148818"/>
                    <a:pt x="1231849" y="143408"/>
                    <a:pt x="1250442" y="138531"/>
                  </a:cubicBezTo>
                  <a:cubicBezTo>
                    <a:pt x="1256234" y="137007"/>
                    <a:pt x="1263701" y="136245"/>
                    <a:pt x="1272845" y="136245"/>
                  </a:cubicBezTo>
                  <a:close/>
                  <a:moveTo>
                    <a:pt x="634594" y="129387"/>
                  </a:moveTo>
                  <a:cubicBezTo>
                    <a:pt x="604723" y="135483"/>
                    <a:pt x="580035" y="138989"/>
                    <a:pt x="560527" y="139903"/>
                  </a:cubicBezTo>
                  <a:cubicBezTo>
                    <a:pt x="568757" y="183794"/>
                    <a:pt x="575310" y="221589"/>
                    <a:pt x="580187" y="253289"/>
                  </a:cubicBezTo>
                  <a:cubicBezTo>
                    <a:pt x="593293" y="252374"/>
                    <a:pt x="611277" y="249783"/>
                    <a:pt x="634137" y="245516"/>
                  </a:cubicBezTo>
                  <a:lnTo>
                    <a:pt x="634594" y="196139"/>
                  </a:lnTo>
                  <a:cubicBezTo>
                    <a:pt x="624231" y="197663"/>
                    <a:pt x="616306" y="198425"/>
                    <a:pt x="610819" y="198425"/>
                  </a:cubicBezTo>
                  <a:cubicBezTo>
                    <a:pt x="605333" y="198425"/>
                    <a:pt x="600609" y="197739"/>
                    <a:pt x="596646" y="196367"/>
                  </a:cubicBezTo>
                  <a:cubicBezTo>
                    <a:pt x="592684" y="194996"/>
                    <a:pt x="590703" y="193243"/>
                    <a:pt x="590703" y="191109"/>
                  </a:cubicBezTo>
                  <a:cubicBezTo>
                    <a:pt x="590703" y="188976"/>
                    <a:pt x="593141" y="187604"/>
                    <a:pt x="598018" y="186995"/>
                  </a:cubicBezTo>
                  <a:cubicBezTo>
                    <a:pt x="608076" y="185775"/>
                    <a:pt x="620268" y="183185"/>
                    <a:pt x="634594" y="179222"/>
                  </a:cubicBezTo>
                  <a:close/>
                  <a:moveTo>
                    <a:pt x="1038301" y="120243"/>
                  </a:moveTo>
                  <a:cubicBezTo>
                    <a:pt x="1042569" y="120243"/>
                    <a:pt x="1047826" y="123977"/>
                    <a:pt x="1054075" y="131445"/>
                  </a:cubicBezTo>
                  <a:cubicBezTo>
                    <a:pt x="1060323" y="138912"/>
                    <a:pt x="1063447" y="144094"/>
                    <a:pt x="1063447" y="146990"/>
                  </a:cubicBezTo>
                  <a:cubicBezTo>
                    <a:pt x="1063447" y="149885"/>
                    <a:pt x="1061695" y="152705"/>
                    <a:pt x="1058190" y="155448"/>
                  </a:cubicBezTo>
                  <a:cubicBezTo>
                    <a:pt x="1054684" y="158191"/>
                    <a:pt x="1042873" y="169773"/>
                    <a:pt x="1022757" y="190195"/>
                  </a:cubicBezTo>
                  <a:cubicBezTo>
                    <a:pt x="1027024" y="192938"/>
                    <a:pt x="1029157" y="204368"/>
                    <a:pt x="1029157" y="224485"/>
                  </a:cubicBezTo>
                  <a:cubicBezTo>
                    <a:pt x="1029157" y="316230"/>
                    <a:pt x="1024128" y="362102"/>
                    <a:pt x="1014070" y="362102"/>
                  </a:cubicBezTo>
                  <a:cubicBezTo>
                    <a:pt x="1011022" y="362102"/>
                    <a:pt x="1007288" y="357454"/>
                    <a:pt x="1002868" y="348158"/>
                  </a:cubicBezTo>
                  <a:cubicBezTo>
                    <a:pt x="998449" y="338861"/>
                    <a:pt x="996239" y="331698"/>
                    <a:pt x="996239" y="326669"/>
                  </a:cubicBezTo>
                  <a:cubicBezTo>
                    <a:pt x="996239" y="321640"/>
                    <a:pt x="997915" y="315468"/>
                    <a:pt x="1001268" y="308153"/>
                  </a:cubicBezTo>
                  <a:cubicBezTo>
                    <a:pt x="1007974" y="296265"/>
                    <a:pt x="1011327" y="268071"/>
                    <a:pt x="1011327" y="223571"/>
                  </a:cubicBezTo>
                  <a:cubicBezTo>
                    <a:pt x="1011327" y="214731"/>
                    <a:pt x="1010869" y="207873"/>
                    <a:pt x="1009955" y="202997"/>
                  </a:cubicBezTo>
                  <a:cubicBezTo>
                    <a:pt x="984047" y="227685"/>
                    <a:pt x="963092" y="244373"/>
                    <a:pt x="947090" y="253060"/>
                  </a:cubicBezTo>
                  <a:cubicBezTo>
                    <a:pt x="931088" y="261747"/>
                    <a:pt x="920649" y="266090"/>
                    <a:pt x="915772" y="266090"/>
                  </a:cubicBezTo>
                  <a:cubicBezTo>
                    <a:pt x="913943" y="266090"/>
                    <a:pt x="913029" y="265252"/>
                    <a:pt x="913029" y="263576"/>
                  </a:cubicBezTo>
                  <a:cubicBezTo>
                    <a:pt x="913029" y="261899"/>
                    <a:pt x="915162" y="259537"/>
                    <a:pt x="919429" y="256489"/>
                  </a:cubicBezTo>
                  <a:cubicBezTo>
                    <a:pt x="952957" y="230886"/>
                    <a:pt x="979780" y="206578"/>
                    <a:pt x="999897" y="183566"/>
                  </a:cubicBezTo>
                  <a:cubicBezTo>
                    <a:pt x="1020013" y="160553"/>
                    <a:pt x="1030377" y="144246"/>
                    <a:pt x="1030986" y="134645"/>
                  </a:cubicBezTo>
                  <a:cubicBezTo>
                    <a:pt x="1031596" y="125044"/>
                    <a:pt x="1034034" y="120243"/>
                    <a:pt x="1038301" y="120243"/>
                  </a:cubicBezTo>
                  <a:close/>
                  <a:moveTo>
                    <a:pt x="727405" y="117043"/>
                  </a:moveTo>
                  <a:cubicBezTo>
                    <a:pt x="708508" y="117043"/>
                    <a:pt x="685038" y="119634"/>
                    <a:pt x="656997" y="124815"/>
                  </a:cubicBezTo>
                  <a:cubicBezTo>
                    <a:pt x="656997" y="135483"/>
                    <a:pt x="656692" y="151485"/>
                    <a:pt x="656082" y="172821"/>
                  </a:cubicBezTo>
                  <a:cubicBezTo>
                    <a:pt x="671627" y="168249"/>
                    <a:pt x="681990" y="165963"/>
                    <a:pt x="687172" y="165963"/>
                  </a:cubicBezTo>
                  <a:cubicBezTo>
                    <a:pt x="692353" y="165963"/>
                    <a:pt x="696925" y="166878"/>
                    <a:pt x="700888" y="168707"/>
                  </a:cubicBezTo>
                  <a:cubicBezTo>
                    <a:pt x="704850" y="170535"/>
                    <a:pt x="706831" y="172974"/>
                    <a:pt x="706831" y="176022"/>
                  </a:cubicBezTo>
                  <a:cubicBezTo>
                    <a:pt x="706831" y="179070"/>
                    <a:pt x="704164" y="181508"/>
                    <a:pt x="698830" y="183337"/>
                  </a:cubicBezTo>
                  <a:cubicBezTo>
                    <a:pt x="693496" y="185166"/>
                    <a:pt x="679095" y="188214"/>
                    <a:pt x="655625" y="192481"/>
                  </a:cubicBezTo>
                  <a:cubicBezTo>
                    <a:pt x="655625" y="210159"/>
                    <a:pt x="655320" y="226771"/>
                    <a:pt x="654711" y="242316"/>
                  </a:cubicBezTo>
                  <a:cubicBezTo>
                    <a:pt x="674523" y="238658"/>
                    <a:pt x="687934" y="236829"/>
                    <a:pt x="694944" y="236829"/>
                  </a:cubicBezTo>
                  <a:cubicBezTo>
                    <a:pt x="701955" y="236829"/>
                    <a:pt x="706831" y="237591"/>
                    <a:pt x="709575" y="239115"/>
                  </a:cubicBezTo>
                  <a:cubicBezTo>
                    <a:pt x="712318" y="240639"/>
                    <a:pt x="714299" y="241401"/>
                    <a:pt x="715518" y="241401"/>
                  </a:cubicBezTo>
                  <a:cubicBezTo>
                    <a:pt x="720395" y="241401"/>
                    <a:pt x="726110" y="225552"/>
                    <a:pt x="732663" y="193853"/>
                  </a:cubicBezTo>
                  <a:cubicBezTo>
                    <a:pt x="739216" y="162153"/>
                    <a:pt x="742493" y="142341"/>
                    <a:pt x="742493" y="134417"/>
                  </a:cubicBezTo>
                  <a:cubicBezTo>
                    <a:pt x="742493" y="126492"/>
                    <a:pt x="741579" y="121615"/>
                    <a:pt x="739750" y="119786"/>
                  </a:cubicBezTo>
                  <a:cubicBezTo>
                    <a:pt x="737921" y="117957"/>
                    <a:pt x="733806" y="117043"/>
                    <a:pt x="727405" y="117043"/>
                  </a:cubicBezTo>
                  <a:close/>
                  <a:moveTo>
                    <a:pt x="288493" y="50749"/>
                  </a:moveTo>
                  <a:cubicBezTo>
                    <a:pt x="299161" y="50749"/>
                    <a:pt x="306858" y="52121"/>
                    <a:pt x="311582" y="54864"/>
                  </a:cubicBezTo>
                  <a:cubicBezTo>
                    <a:pt x="316306" y="57607"/>
                    <a:pt x="318669" y="60807"/>
                    <a:pt x="318669" y="64465"/>
                  </a:cubicBezTo>
                  <a:cubicBezTo>
                    <a:pt x="318669" y="68123"/>
                    <a:pt x="314554" y="71628"/>
                    <a:pt x="306324" y="74981"/>
                  </a:cubicBezTo>
                  <a:cubicBezTo>
                    <a:pt x="298095" y="78333"/>
                    <a:pt x="266548" y="84582"/>
                    <a:pt x="211684" y="93726"/>
                  </a:cubicBezTo>
                  <a:cubicBezTo>
                    <a:pt x="218085" y="97079"/>
                    <a:pt x="222809" y="100127"/>
                    <a:pt x="225857" y="102870"/>
                  </a:cubicBezTo>
                  <a:cubicBezTo>
                    <a:pt x="228905" y="105613"/>
                    <a:pt x="230429" y="108432"/>
                    <a:pt x="230429" y="111328"/>
                  </a:cubicBezTo>
                  <a:cubicBezTo>
                    <a:pt x="230429" y="114224"/>
                    <a:pt x="229819" y="117500"/>
                    <a:pt x="228600" y="121158"/>
                  </a:cubicBezTo>
                  <a:cubicBezTo>
                    <a:pt x="225552" y="133959"/>
                    <a:pt x="223723" y="157124"/>
                    <a:pt x="223114" y="190652"/>
                  </a:cubicBezTo>
                  <a:cubicBezTo>
                    <a:pt x="259690" y="177241"/>
                    <a:pt x="284836" y="170535"/>
                    <a:pt x="298552" y="170535"/>
                  </a:cubicBezTo>
                  <a:cubicBezTo>
                    <a:pt x="305257" y="170535"/>
                    <a:pt x="311506" y="171983"/>
                    <a:pt x="317297" y="174879"/>
                  </a:cubicBezTo>
                  <a:cubicBezTo>
                    <a:pt x="323088" y="177774"/>
                    <a:pt x="325984" y="180899"/>
                    <a:pt x="325984" y="184251"/>
                  </a:cubicBezTo>
                  <a:cubicBezTo>
                    <a:pt x="325984" y="187604"/>
                    <a:pt x="324003" y="190271"/>
                    <a:pt x="320040" y="192252"/>
                  </a:cubicBezTo>
                  <a:cubicBezTo>
                    <a:pt x="316078" y="194234"/>
                    <a:pt x="303429" y="197053"/>
                    <a:pt x="282093" y="200711"/>
                  </a:cubicBezTo>
                  <a:cubicBezTo>
                    <a:pt x="260757" y="204368"/>
                    <a:pt x="246507" y="206197"/>
                    <a:pt x="239344" y="206197"/>
                  </a:cubicBezTo>
                  <a:cubicBezTo>
                    <a:pt x="232182" y="206197"/>
                    <a:pt x="226619" y="206045"/>
                    <a:pt x="222657" y="205740"/>
                  </a:cubicBezTo>
                  <a:lnTo>
                    <a:pt x="219913" y="302666"/>
                  </a:lnTo>
                  <a:cubicBezTo>
                    <a:pt x="292456" y="294132"/>
                    <a:pt x="336347" y="289865"/>
                    <a:pt x="351587" y="289865"/>
                  </a:cubicBezTo>
                  <a:cubicBezTo>
                    <a:pt x="363169" y="289865"/>
                    <a:pt x="374295" y="292836"/>
                    <a:pt x="384963" y="298780"/>
                  </a:cubicBezTo>
                  <a:cubicBezTo>
                    <a:pt x="395631" y="304724"/>
                    <a:pt x="400965" y="310591"/>
                    <a:pt x="400965" y="316382"/>
                  </a:cubicBezTo>
                  <a:cubicBezTo>
                    <a:pt x="400965" y="320040"/>
                    <a:pt x="399060" y="322859"/>
                    <a:pt x="395250" y="324840"/>
                  </a:cubicBezTo>
                  <a:cubicBezTo>
                    <a:pt x="391440" y="326822"/>
                    <a:pt x="386487" y="327507"/>
                    <a:pt x="380391" y="326898"/>
                  </a:cubicBezTo>
                  <a:cubicBezTo>
                    <a:pt x="347472" y="322935"/>
                    <a:pt x="311049" y="320954"/>
                    <a:pt x="271120" y="320954"/>
                  </a:cubicBezTo>
                  <a:cubicBezTo>
                    <a:pt x="231191" y="320954"/>
                    <a:pt x="188290" y="324383"/>
                    <a:pt x="142418" y="331241"/>
                  </a:cubicBezTo>
                  <a:cubicBezTo>
                    <a:pt x="96546" y="338099"/>
                    <a:pt x="68504" y="342900"/>
                    <a:pt x="58293" y="345643"/>
                  </a:cubicBezTo>
                  <a:cubicBezTo>
                    <a:pt x="48082" y="348386"/>
                    <a:pt x="40310" y="349758"/>
                    <a:pt x="34976" y="349758"/>
                  </a:cubicBezTo>
                  <a:cubicBezTo>
                    <a:pt x="29642" y="349758"/>
                    <a:pt x="22479" y="347396"/>
                    <a:pt x="13488" y="342671"/>
                  </a:cubicBezTo>
                  <a:cubicBezTo>
                    <a:pt x="4496" y="337947"/>
                    <a:pt x="0" y="334289"/>
                    <a:pt x="0" y="331698"/>
                  </a:cubicBezTo>
                  <a:cubicBezTo>
                    <a:pt x="0" y="329108"/>
                    <a:pt x="5487" y="327660"/>
                    <a:pt x="16459" y="327355"/>
                  </a:cubicBezTo>
                  <a:cubicBezTo>
                    <a:pt x="32309" y="327355"/>
                    <a:pt x="60960" y="324155"/>
                    <a:pt x="102413" y="317754"/>
                  </a:cubicBezTo>
                  <a:cubicBezTo>
                    <a:pt x="101803" y="267157"/>
                    <a:pt x="100356" y="232562"/>
                    <a:pt x="98070" y="213969"/>
                  </a:cubicBezTo>
                  <a:cubicBezTo>
                    <a:pt x="95784" y="195377"/>
                    <a:pt x="91440" y="182423"/>
                    <a:pt x="85039" y="175107"/>
                  </a:cubicBezTo>
                  <a:cubicBezTo>
                    <a:pt x="81991" y="171145"/>
                    <a:pt x="80467" y="167792"/>
                    <a:pt x="80467" y="165049"/>
                  </a:cubicBezTo>
                  <a:cubicBezTo>
                    <a:pt x="80467" y="160782"/>
                    <a:pt x="83058" y="158648"/>
                    <a:pt x="88240" y="158648"/>
                  </a:cubicBezTo>
                  <a:cubicBezTo>
                    <a:pt x="93421" y="158648"/>
                    <a:pt x="99365" y="160553"/>
                    <a:pt x="106071" y="164363"/>
                  </a:cubicBezTo>
                  <a:cubicBezTo>
                    <a:pt x="112776" y="168173"/>
                    <a:pt x="117958" y="171602"/>
                    <a:pt x="121615" y="174650"/>
                  </a:cubicBezTo>
                  <a:cubicBezTo>
                    <a:pt x="125273" y="177698"/>
                    <a:pt x="127102" y="180899"/>
                    <a:pt x="127102" y="184251"/>
                  </a:cubicBezTo>
                  <a:cubicBezTo>
                    <a:pt x="127102" y="187604"/>
                    <a:pt x="126797" y="190805"/>
                    <a:pt x="126187" y="193853"/>
                  </a:cubicBezTo>
                  <a:cubicBezTo>
                    <a:pt x="124968" y="198729"/>
                    <a:pt x="124511" y="239115"/>
                    <a:pt x="124816" y="315011"/>
                  </a:cubicBezTo>
                  <a:cubicBezTo>
                    <a:pt x="148895" y="311048"/>
                    <a:pt x="172669" y="307848"/>
                    <a:pt x="196139" y="305409"/>
                  </a:cubicBezTo>
                  <a:cubicBezTo>
                    <a:pt x="197663" y="249631"/>
                    <a:pt x="198425" y="203454"/>
                    <a:pt x="198425" y="166878"/>
                  </a:cubicBezTo>
                  <a:cubicBezTo>
                    <a:pt x="198425" y="130302"/>
                    <a:pt x="195834" y="107137"/>
                    <a:pt x="190653" y="97383"/>
                  </a:cubicBezTo>
                  <a:cubicBezTo>
                    <a:pt x="169926" y="100431"/>
                    <a:pt x="154000" y="101955"/>
                    <a:pt x="142875" y="101955"/>
                  </a:cubicBezTo>
                  <a:cubicBezTo>
                    <a:pt x="131750" y="101955"/>
                    <a:pt x="123063" y="100279"/>
                    <a:pt x="116815" y="96926"/>
                  </a:cubicBezTo>
                  <a:cubicBezTo>
                    <a:pt x="110566" y="93573"/>
                    <a:pt x="107442" y="91059"/>
                    <a:pt x="107442" y="89382"/>
                  </a:cubicBezTo>
                  <a:cubicBezTo>
                    <a:pt x="107442" y="87706"/>
                    <a:pt x="110338" y="86563"/>
                    <a:pt x="116129" y="85953"/>
                  </a:cubicBezTo>
                  <a:cubicBezTo>
                    <a:pt x="135941" y="83210"/>
                    <a:pt x="160935" y="78562"/>
                    <a:pt x="191110" y="72009"/>
                  </a:cubicBezTo>
                  <a:cubicBezTo>
                    <a:pt x="221285" y="65456"/>
                    <a:pt x="244755" y="59436"/>
                    <a:pt x="261519" y="53949"/>
                  </a:cubicBezTo>
                  <a:cubicBezTo>
                    <a:pt x="268834" y="51816"/>
                    <a:pt x="277825" y="50749"/>
                    <a:pt x="288493" y="50749"/>
                  </a:cubicBezTo>
                  <a:close/>
                  <a:moveTo>
                    <a:pt x="623392" y="14173"/>
                  </a:moveTo>
                  <a:cubicBezTo>
                    <a:pt x="627507" y="14173"/>
                    <a:pt x="635661" y="16535"/>
                    <a:pt x="647853" y="21260"/>
                  </a:cubicBezTo>
                  <a:cubicBezTo>
                    <a:pt x="660045" y="25984"/>
                    <a:pt x="666141" y="32309"/>
                    <a:pt x="666141" y="40233"/>
                  </a:cubicBezTo>
                  <a:cubicBezTo>
                    <a:pt x="666141" y="43281"/>
                    <a:pt x="665226" y="47853"/>
                    <a:pt x="663397" y="53949"/>
                  </a:cubicBezTo>
                  <a:cubicBezTo>
                    <a:pt x="660045" y="64922"/>
                    <a:pt x="657911" y="84125"/>
                    <a:pt x="656997" y="111557"/>
                  </a:cubicBezTo>
                  <a:cubicBezTo>
                    <a:pt x="699059" y="104546"/>
                    <a:pt x="723748" y="99822"/>
                    <a:pt x="731063" y="97383"/>
                  </a:cubicBezTo>
                  <a:cubicBezTo>
                    <a:pt x="738683" y="94031"/>
                    <a:pt x="744398" y="92354"/>
                    <a:pt x="748208" y="92354"/>
                  </a:cubicBezTo>
                  <a:cubicBezTo>
                    <a:pt x="752018" y="92354"/>
                    <a:pt x="760857" y="96240"/>
                    <a:pt x="774726" y="104013"/>
                  </a:cubicBezTo>
                  <a:cubicBezTo>
                    <a:pt x="788594" y="111785"/>
                    <a:pt x="795528" y="118110"/>
                    <a:pt x="795528" y="122987"/>
                  </a:cubicBezTo>
                  <a:cubicBezTo>
                    <a:pt x="795528" y="126339"/>
                    <a:pt x="793166" y="129845"/>
                    <a:pt x="788442" y="133502"/>
                  </a:cubicBezTo>
                  <a:cubicBezTo>
                    <a:pt x="783717" y="137160"/>
                    <a:pt x="779602" y="142418"/>
                    <a:pt x="776097" y="149276"/>
                  </a:cubicBezTo>
                  <a:cubicBezTo>
                    <a:pt x="772592" y="156134"/>
                    <a:pt x="769620" y="164363"/>
                    <a:pt x="767182" y="173964"/>
                  </a:cubicBezTo>
                  <a:cubicBezTo>
                    <a:pt x="764743" y="183566"/>
                    <a:pt x="760629" y="197129"/>
                    <a:pt x="754837" y="214655"/>
                  </a:cubicBezTo>
                  <a:cubicBezTo>
                    <a:pt x="749046" y="232181"/>
                    <a:pt x="743255" y="244526"/>
                    <a:pt x="737464" y="251688"/>
                  </a:cubicBezTo>
                  <a:cubicBezTo>
                    <a:pt x="731673" y="258851"/>
                    <a:pt x="727177" y="262433"/>
                    <a:pt x="723976" y="262433"/>
                  </a:cubicBezTo>
                  <a:cubicBezTo>
                    <a:pt x="720776" y="262433"/>
                    <a:pt x="718033" y="260528"/>
                    <a:pt x="715747" y="256718"/>
                  </a:cubicBezTo>
                  <a:cubicBezTo>
                    <a:pt x="713461" y="252908"/>
                    <a:pt x="709727" y="251003"/>
                    <a:pt x="704545" y="251003"/>
                  </a:cubicBezTo>
                  <a:cubicBezTo>
                    <a:pt x="699364" y="251003"/>
                    <a:pt x="682752" y="252984"/>
                    <a:pt x="654711" y="256946"/>
                  </a:cubicBezTo>
                  <a:cubicBezTo>
                    <a:pt x="654406" y="275844"/>
                    <a:pt x="654863" y="290703"/>
                    <a:pt x="656082" y="301523"/>
                  </a:cubicBezTo>
                  <a:cubicBezTo>
                    <a:pt x="657301" y="312344"/>
                    <a:pt x="659740" y="320421"/>
                    <a:pt x="663397" y="325755"/>
                  </a:cubicBezTo>
                  <a:cubicBezTo>
                    <a:pt x="667055" y="331089"/>
                    <a:pt x="675056" y="335356"/>
                    <a:pt x="687400" y="338556"/>
                  </a:cubicBezTo>
                  <a:cubicBezTo>
                    <a:pt x="699745" y="341757"/>
                    <a:pt x="713842" y="343357"/>
                    <a:pt x="729691" y="343357"/>
                  </a:cubicBezTo>
                  <a:cubicBezTo>
                    <a:pt x="745541" y="343357"/>
                    <a:pt x="760857" y="342138"/>
                    <a:pt x="775640" y="339699"/>
                  </a:cubicBezTo>
                  <a:cubicBezTo>
                    <a:pt x="790423" y="337261"/>
                    <a:pt x="799795" y="334137"/>
                    <a:pt x="803758" y="330327"/>
                  </a:cubicBezTo>
                  <a:cubicBezTo>
                    <a:pt x="807720" y="326517"/>
                    <a:pt x="811225" y="321259"/>
                    <a:pt x="814273" y="314553"/>
                  </a:cubicBezTo>
                  <a:cubicBezTo>
                    <a:pt x="817321" y="307848"/>
                    <a:pt x="821284" y="292455"/>
                    <a:pt x="826161" y="268376"/>
                  </a:cubicBezTo>
                  <a:cubicBezTo>
                    <a:pt x="827380" y="262280"/>
                    <a:pt x="829056" y="259232"/>
                    <a:pt x="831190" y="259232"/>
                  </a:cubicBezTo>
                  <a:cubicBezTo>
                    <a:pt x="833323" y="259232"/>
                    <a:pt x="834771" y="263118"/>
                    <a:pt x="835533" y="270891"/>
                  </a:cubicBezTo>
                  <a:cubicBezTo>
                    <a:pt x="836295" y="278663"/>
                    <a:pt x="838276" y="288722"/>
                    <a:pt x="841477" y="301066"/>
                  </a:cubicBezTo>
                  <a:cubicBezTo>
                    <a:pt x="844677" y="313410"/>
                    <a:pt x="847344" y="321488"/>
                    <a:pt x="849478" y="325298"/>
                  </a:cubicBezTo>
                  <a:cubicBezTo>
                    <a:pt x="851611" y="329108"/>
                    <a:pt x="852678" y="332384"/>
                    <a:pt x="852678" y="335127"/>
                  </a:cubicBezTo>
                  <a:cubicBezTo>
                    <a:pt x="852678" y="343662"/>
                    <a:pt x="841477" y="352120"/>
                    <a:pt x="819074" y="360502"/>
                  </a:cubicBezTo>
                  <a:cubicBezTo>
                    <a:pt x="796671" y="368884"/>
                    <a:pt x="770839" y="373075"/>
                    <a:pt x="741579" y="373075"/>
                  </a:cubicBezTo>
                  <a:cubicBezTo>
                    <a:pt x="720547" y="373075"/>
                    <a:pt x="702717" y="370789"/>
                    <a:pt x="688086" y="366217"/>
                  </a:cubicBezTo>
                  <a:cubicBezTo>
                    <a:pt x="673456" y="361645"/>
                    <a:pt x="662026" y="355473"/>
                    <a:pt x="653796" y="347700"/>
                  </a:cubicBezTo>
                  <a:cubicBezTo>
                    <a:pt x="645567" y="339928"/>
                    <a:pt x="640156" y="329641"/>
                    <a:pt x="637566" y="316839"/>
                  </a:cubicBezTo>
                  <a:cubicBezTo>
                    <a:pt x="634975" y="304038"/>
                    <a:pt x="633832" y="284988"/>
                    <a:pt x="634137" y="259689"/>
                  </a:cubicBezTo>
                  <a:cubicBezTo>
                    <a:pt x="610057" y="263347"/>
                    <a:pt x="592227" y="265481"/>
                    <a:pt x="580644" y="266090"/>
                  </a:cubicBezTo>
                  <a:cubicBezTo>
                    <a:pt x="580339" y="274015"/>
                    <a:pt x="578053" y="277977"/>
                    <a:pt x="573786" y="277977"/>
                  </a:cubicBezTo>
                  <a:cubicBezTo>
                    <a:pt x="571348" y="277977"/>
                    <a:pt x="568909" y="275844"/>
                    <a:pt x="566471" y="271577"/>
                  </a:cubicBezTo>
                  <a:cubicBezTo>
                    <a:pt x="564033" y="267309"/>
                    <a:pt x="562204" y="262280"/>
                    <a:pt x="560985" y="256489"/>
                  </a:cubicBezTo>
                  <a:cubicBezTo>
                    <a:pt x="553974" y="224180"/>
                    <a:pt x="547269" y="197053"/>
                    <a:pt x="540868" y="175107"/>
                  </a:cubicBezTo>
                  <a:cubicBezTo>
                    <a:pt x="534467" y="153162"/>
                    <a:pt x="529285" y="140284"/>
                    <a:pt x="525323" y="136474"/>
                  </a:cubicBezTo>
                  <a:cubicBezTo>
                    <a:pt x="521361" y="132664"/>
                    <a:pt x="519379" y="129083"/>
                    <a:pt x="519379" y="125730"/>
                  </a:cubicBezTo>
                  <a:cubicBezTo>
                    <a:pt x="519379" y="122377"/>
                    <a:pt x="522123" y="120701"/>
                    <a:pt x="527609" y="120701"/>
                  </a:cubicBezTo>
                  <a:cubicBezTo>
                    <a:pt x="533095" y="120701"/>
                    <a:pt x="541325" y="123139"/>
                    <a:pt x="552298" y="128016"/>
                  </a:cubicBezTo>
                  <a:cubicBezTo>
                    <a:pt x="582473" y="123749"/>
                    <a:pt x="609905" y="119481"/>
                    <a:pt x="634594" y="115214"/>
                  </a:cubicBezTo>
                  <a:cubicBezTo>
                    <a:pt x="634289" y="78638"/>
                    <a:pt x="631317" y="54635"/>
                    <a:pt x="625678" y="43205"/>
                  </a:cubicBezTo>
                  <a:cubicBezTo>
                    <a:pt x="620040" y="31775"/>
                    <a:pt x="617220" y="24079"/>
                    <a:pt x="617220" y="20117"/>
                  </a:cubicBezTo>
                  <a:cubicBezTo>
                    <a:pt x="617220" y="16154"/>
                    <a:pt x="619278" y="14173"/>
                    <a:pt x="623392" y="14173"/>
                  </a:cubicBezTo>
                  <a:close/>
                  <a:moveTo>
                    <a:pt x="1169289" y="0"/>
                  </a:moveTo>
                  <a:cubicBezTo>
                    <a:pt x="1174623" y="0"/>
                    <a:pt x="1181862" y="2286"/>
                    <a:pt x="1191006" y="6858"/>
                  </a:cubicBezTo>
                  <a:cubicBezTo>
                    <a:pt x="1200150" y="11430"/>
                    <a:pt x="1204722" y="16154"/>
                    <a:pt x="1204722" y="21031"/>
                  </a:cubicBezTo>
                  <a:cubicBezTo>
                    <a:pt x="1204722" y="23774"/>
                    <a:pt x="1203198" y="27584"/>
                    <a:pt x="1200150" y="32461"/>
                  </a:cubicBezTo>
                  <a:cubicBezTo>
                    <a:pt x="1197102" y="37338"/>
                    <a:pt x="1192225" y="46634"/>
                    <a:pt x="1185520" y="60350"/>
                  </a:cubicBezTo>
                  <a:cubicBezTo>
                    <a:pt x="1191616" y="59741"/>
                    <a:pt x="1200836" y="58369"/>
                    <a:pt x="1213180" y="56235"/>
                  </a:cubicBezTo>
                  <a:cubicBezTo>
                    <a:pt x="1225525" y="54102"/>
                    <a:pt x="1235964" y="53035"/>
                    <a:pt x="1244499" y="53035"/>
                  </a:cubicBezTo>
                  <a:cubicBezTo>
                    <a:pt x="1253033" y="53035"/>
                    <a:pt x="1260120" y="54864"/>
                    <a:pt x="1265759" y="58521"/>
                  </a:cubicBezTo>
                  <a:cubicBezTo>
                    <a:pt x="1271397" y="62179"/>
                    <a:pt x="1274217" y="65684"/>
                    <a:pt x="1274217" y="69037"/>
                  </a:cubicBezTo>
                  <a:cubicBezTo>
                    <a:pt x="1274217" y="72390"/>
                    <a:pt x="1272464" y="74904"/>
                    <a:pt x="1268959" y="76581"/>
                  </a:cubicBezTo>
                  <a:cubicBezTo>
                    <a:pt x="1265454" y="78257"/>
                    <a:pt x="1260043" y="78714"/>
                    <a:pt x="1252728" y="77952"/>
                  </a:cubicBezTo>
                  <a:cubicBezTo>
                    <a:pt x="1245413" y="77190"/>
                    <a:pt x="1235202" y="76809"/>
                    <a:pt x="1222096" y="76809"/>
                  </a:cubicBezTo>
                  <a:cubicBezTo>
                    <a:pt x="1208989" y="76809"/>
                    <a:pt x="1194207" y="77419"/>
                    <a:pt x="1177747" y="78638"/>
                  </a:cubicBezTo>
                  <a:cubicBezTo>
                    <a:pt x="1170432" y="96621"/>
                    <a:pt x="1162736" y="111023"/>
                    <a:pt x="1154659" y="121844"/>
                  </a:cubicBezTo>
                  <a:cubicBezTo>
                    <a:pt x="1146582" y="132664"/>
                    <a:pt x="1140867" y="138074"/>
                    <a:pt x="1137514" y="138074"/>
                  </a:cubicBezTo>
                  <a:cubicBezTo>
                    <a:pt x="1136295" y="138074"/>
                    <a:pt x="1135685" y="137084"/>
                    <a:pt x="1135685" y="135102"/>
                  </a:cubicBezTo>
                  <a:cubicBezTo>
                    <a:pt x="1135685" y="133121"/>
                    <a:pt x="1136599" y="130149"/>
                    <a:pt x="1138428" y="126187"/>
                  </a:cubicBezTo>
                  <a:cubicBezTo>
                    <a:pt x="1146048" y="109728"/>
                    <a:pt x="1151687" y="94488"/>
                    <a:pt x="1155345" y="80467"/>
                  </a:cubicBezTo>
                  <a:cubicBezTo>
                    <a:pt x="1137971" y="81381"/>
                    <a:pt x="1114654" y="83515"/>
                    <a:pt x="1085393" y="86868"/>
                  </a:cubicBezTo>
                  <a:cubicBezTo>
                    <a:pt x="1085698" y="90525"/>
                    <a:pt x="1085850" y="97231"/>
                    <a:pt x="1085850" y="106985"/>
                  </a:cubicBezTo>
                  <a:cubicBezTo>
                    <a:pt x="1085850" y="120396"/>
                    <a:pt x="1083412" y="127101"/>
                    <a:pt x="1078535" y="127101"/>
                  </a:cubicBezTo>
                  <a:cubicBezTo>
                    <a:pt x="1073658" y="127101"/>
                    <a:pt x="1070763" y="122987"/>
                    <a:pt x="1069848" y="114757"/>
                  </a:cubicBezTo>
                  <a:lnTo>
                    <a:pt x="1066648" y="89154"/>
                  </a:lnTo>
                  <a:cubicBezTo>
                    <a:pt x="1050189" y="90983"/>
                    <a:pt x="1035939" y="93269"/>
                    <a:pt x="1023900" y="96012"/>
                  </a:cubicBezTo>
                  <a:cubicBezTo>
                    <a:pt x="1011860" y="98755"/>
                    <a:pt x="1002945" y="100127"/>
                    <a:pt x="997153" y="100127"/>
                  </a:cubicBezTo>
                  <a:cubicBezTo>
                    <a:pt x="991362" y="100127"/>
                    <a:pt x="985342" y="97688"/>
                    <a:pt x="979094" y="92811"/>
                  </a:cubicBezTo>
                  <a:cubicBezTo>
                    <a:pt x="972846" y="87935"/>
                    <a:pt x="969721" y="84429"/>
                    <a:pt x="969721" y="82296"/>
                  </a:cubicBezTo>
                  <a:cubicBezTo>
                    <a:pt x="969721" y="79857"/>
                    <a:pt x="972998" y="78867"/>
                    <a:pt x="979551" y="79324"/>
                  </a:cubicBezTo>
                  <a:cubicBezTo>
                    <a:pt x="986104" y="79781"/>
                    <a:pt x="991667" y="80010"/>
                    <a:pt x="996239" y="80010"/>
                  </a:cubicBezTo>
                  <a:cubicBezTo>
                    <a:pt x="1010565" y="80010"/>
                    <a:pt x="1033425" y="78333"/>
                    <a:pt x="1064819" y="74981"/>
                  </a:cubicBezTo>
                  <a:cubicBezTo>
                    <a:pt x="1061771" y="54559"/>
                    <a:pt x="1057961" y="41605"/>
                    <a:pt x="1053389" y="36119"/>
                  </a:cubicBezTo>
                  <a:cubicBezTo>
                    <a:pt x="1048817" y="30632"/>
                    <a:pt x="1046531" y="26517"/>
                    <a:pt x="1046531" y="23774"/>
                  </a:cubicBezTo>
                  <a:cubicBezTo>
                    <a:pt x="1046531" y="21031"/>
                    <a:pt x="1048817" y="19659"/>
                    <a:pt x="1053389" y="19659"/>
                  </a:cubicBezTo>
                  <a:cubicBezTo>
                    <a:pt x="1057961" y="19659"/>
                    <a:pt x="1064895" y="21260"/>
                    <a:pt x="1074192" y="24460"/>
                  </a:cubicBezTo>
                  <a:cubicBezTo>
                    <a:pt x="1083488" y="27660"/>
                    <a:pt x="1088136" y="32613"/>
                    <a:pt x="1088136" y="39319"/>
                  </a:cubicBezTo>
                  <a:cubicBezTo>
                    <a:pt x="1088136" y="41453"/>
                    <a:pt x="1087679" y="44196"/>
                    <a:pt x="1086765" y="47549"/>
                  </a:cubicBezTo>
                  <a:cubicBezTo>
                    <a:pt x="1085850" y="50901"/>
                    <a:pt x="1085393" y="59283"/>
                    <a:pt x="1085393" y="72695"/>
                  </a:cubicBezTo>
                  <a:cubicBezTo>
                    <a:pt x="1100938" y="71171"/>
                    <a:pt x="1125627" y="68275"/>
                    <a:pt x="1159459" y="64008"/>
                  </a:cubicBezTo>
                  <a:cubicBezTo>
                    <a:pt x="1164031" y="45110"/>
                    <a:pt x="1166317" y="31242"/>
                    <a:pt x="1166317" y="22403"/>
                  </a:cubicBezTo>
                  <a:cubicBezTo>
                    <a:pt x="1166317" y="17526"/>
                    <a:pt x="1165479" y="14021"/>
                    <a:pt x="1163803" y="11887"/>
                  </a:cubicBezTo>
                  <a:cubicBezTo>
                    <a:pt x="1162126" y="9753"/>
                    <a:pt x="1161288" y="7239"/>
                    <a:pt x="1161288" y="4343"/>
                  </a:cubicBezTo>
                  <a:cubicBezTo>
                    <a:pt x="1161288" y="1448"/>
                    <a:pt x="1163955" y="0"/>
                    <a:pt x="1169289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4EBDBBBA-8BD5-48A6-822A-EDFA50D4071E}"/>
                </a:ext>
              </a:extLst>
            </p:cNvPr>
            <p:cNvCxnSpPr/>
            <p:nvPr/>
          </p:nvCxnSpPr>
          <p:spPr>
            <a:xfrm flipV="1">
              <a:off x="6864374" y="1465505"/>
              <a:ext cx="0" cy="143256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矩形 258">
            <a:extLst>
              <a:ext uri="{FF2B5EF4-FFF2-40B4-BE49-F238E27FC236}">
                <a16:creationId xmlns:a16="http://schemas.microsoft.com/office/drawing/2014/main" id="{4306153F-C9CC-4C79-88BD-39A6DA229949}"/>
              </a:ext>
            </a:extLst>
          </p:cNvPr>
          <p:cNvSpPr/>
          <p:nvPr/>
        </p:nvSpPr>
        <p:spPr>
          <a:xfrm>
            <a:off x="6340198" y="7164645"/>
            <a:ext cx="112072" cy="192737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9512A607-56E0-49D4-B46B-9FB5B3CEDB33}"/>
              </a:ext>
            </a:extLst>
          </p:cNvPr>
          <p:cNvSpPr/>
          <p:nvPr/>
        </p:nvSpPr>
        <p:spPr>
          <a:xfrm>
            <a:off x="2668583" y="7310459"/>
            <a:ext cx="2706265" cy="1313186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E2BC720C-1AA6-44C6-B9AF-10276BD7555B}"/>
              </a:ext>
            </a:extLst>
          </p:cNvPr>
          <p:cNvSpPr/>
          <p:nvPr/>
        </p:nvSpPr>
        <p:spPr>
          <a:xfrm>
            <a:off x="5375140" y="7310459"/>
            <a:ext cx="720860" cy="1313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B2233B55-D535-4437-8B20-FBAC5D37C761}"/>
              </a:ext>
            </a:extLst>
          </p:cNvPr>
          <p:cNvSpPr/>
          <p:nvPr/>
        </p:nvSpPr>
        <p:spPr>
          <a:xfrm>
            <a:off x="6095999" y="7310459"/>
            <a:ext cx="720858" cy="13131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573ED41A-6C7E-44F1-BE11-723E3929A963}"/>
              </a:ext>
            </a:extLst>
          </p:cNvPr>
          <p:cNvSpPr/>
          <p:nvPr/>
        </p:nvSpPr>
        <p:spPr>
          <a:xfrm>
            <a:off x="6816857" y="7310459"/>
            <a:ext cx="2706561" cy="1313186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4" name="右大括号 263">
            <a:extLst>
              <a:ext uri="{FF2B5EF4-FFF2-40B4-BE49-F238E27FC236}">
                <a16:creationId xmlns:a16="http://schemas.microsoft.com/office/drawing/2014/main" id="{ADDC177A-B15C-452B-93A9-79AD93615924}"/>
              </a:ext>
            </a:extLst>
          </p:cNvPr>
          <p:cNvSpPr/>
          <p:nvPr/>
        </p:nvSpPr>
        <p:spPr>
          <a:xfrm rot="16200000">
            <a:off x="5681323" y="6886195"/>
            <a:ext cx="93839" cy="70679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右大括号 264">
            <a:extLst>
              <a:ext uri="{FF2B5EF4-FFF2-40B4-BE49-F238E27FC236}">
                <a16:creationId xmlns:a16="http://schemas.microsoft.com/office/drawing/2014/main" id="{E02B5C56-EEA6-4D4D-8464-17294EC81FCF}"/>
              </a:ext>
            </a:extLst>
          </p:cNvPr>
          <p:cNvSpPr/>
          <p:nvPr/>
        </p:nvSpPr>
        <p:spPr>
          <a:xfrm rot="16200000">
            <a:off x="6406782" y="6886196"/>
            <a:ext cx="93843" cy="706791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E6A946B7-FF6E-445A-AF76-112C1085F28E}"/>
              </a:ext>
            </a:extLst>
          </p:cNvPr>
          <p:cNvSpPr txBox="1"/>
          <p:nvPr/>
        </p:nvSpPr>
        <p:spPr>
          <a:xfrm>
            <a:off x="6340198" y="6995249"/>
            <a:ext cx="190891" cy="123622"/>
          </a:xfrm>
          <a:custGeom>
            <a:avLst/>
            <a:gdLst/>
            <a:ahLst/>
            <a:cxnLst/>
            <a:rect l="l" t="t" r="r" b="b"/>
            <a:pathLst>
              <a:path w="105493" h="68318">
                <a:moveTo>
                  <a:pt x="0" y="36667"/>
                </a:moveTo>
                <a:lnTo>
                  <a:pt x="24252" y="36667"/>
                </a:lnTo>
                <a:lnTo>
                  <a:pt x="24252" y="43341"/>
                </a:lnTo>
                <a:lnTo>
                  <a:pt x="0" y="43341"/>
                </a:lnTo>
                <a:close/>
                <a:moveTo>
                  <a:pt x="72848" y="7516"/>
                </a:moveTo>
                <a:cubicBezTo>
                  <a:pt x="66019" y="7516"/>
                  <a:pt x="60207" y="9954"/>
                  <a:pt x="55414" y="14828"/>
                </a:cubicBezTo>
                <a:cubicBezTo>
                  <a:pt x="50621" y="19703"/>
                  <a:pt x="48224" y="25670"/>
                  <a:pt x="48224" y="32729"/>
                </a:cubicBezTo>
                <a:cubicBezTo>
                  <a:pt x="48224" y="39875"/>
                  <a:pt x="50665" y="45794"/>
                  <a:pt x="55547" y="50485"/>
                </a:cubicBezTo>
                <a:cubicBezTo>
                  <a:pt x="60428" y="55176"/>
                  <a:pt x="66224" y="57522"/>
                  <a:pt x="72933" y="57522"/>
                </a:cubicBezTo>
                <a:cubicBezTo>
                  <a:pt x="77425" y="57522"/>
                  <a:pt x="81457" y="56568"/>
                  <a:pt x="85027" y="54660"/>
                </a:cubicBezTo>
                <a:lnTo>
                  <a:pt x="71570" y="37003"/>
                </a:lnTo>
                <a:lnTo>
                  <a:pt x="80174" y="37003"/>
                </a:lnTo>
                <a:lnTo>
                  <a:pt x="90663" y="50541"/>
                </a:lnTo>
                <a:cubicBezTo>
                  <a:pt x="95258" y="45752"/>
                  <a:pt x="97556" y="39730"/>
                  <a:pt x="97556" y="32477"/>
                </a:cubicBezTo>
                <a:cubicBezTo>
                  <a:pt x="97556" y="25487"/>
                  <a:pt x="95116" y="19579"/>
                  <a:pt x="90236" y="14754"/>
                </a:cubicBezTo>
                <a:cubicBezTo>
                  <a:pt x="85357" y="9929"/>
                  <a:pt x="79561" y="7516"/>
                  <a:pt x="72848" y="7516"/>
                </a:cubicBezTo>
                <a:close/>
                <a:moveTo>
                  <a:pt x="72848" y="0"/>
                </a:moveTo>
                <a:cubicBezTo>
                  <a:pt x="78773" y="0"/>
                  <a:pt x="84258" y="1442"/>
                  <a:pt x="89304" y="4325"/>
                </a:cubicBezTo>
                <a:cubicBezTo>
                  <a:pt x="94350" y="7208"/>
                  <a:pt x="98310" y="11150"/>
                  <a:pt x="101183" y="16150"/>
                </a:cubicBezTo>
                <a:cubicBezTo>
                  <a:pt x="104057" y="21151"/>
                  <a:pt x="105493" y="26593"/>
                  <a:pt x="105493" y="32477"/>
                </a:cubicBezTo>
                <a:cubicBezTo>
                  <a:pt x="105493" y="41970"/>
                  <a:pt x="102046" y="49884"/>
                  <a:pt x="95150" y="56219"/>
                </a:cubicBezTo>
                <a:lnTo>
                  <a:pt x="104064" y="68318"/>
                </a:lnTo>
                <a:lnTo>
                  <a:pt x="95375" y="68318"/>
                </a:lnTo>
                <a:lnTo>
                  <a:pt x="89455" y="60497"/>
                </a:lnTo>
                <a:cubicBezTo>
                  <a:pt x="84769" y="63524"/>
                  <a:pt x="79401" y="65038"/>
                  <a:pt x="73353" y="65038"/>
                </a:cubicBezTo>
                <a:cubicBezTo>
                  <a:pt x="63976" y="65038"/>
                  <a:pt x="56107" y="61914"/>
                  <a:pt x="49745" y="55667"/>
                </a:cubicBezTo>
                <a:cubicBezTo>
                  <a:pt x="43384" y="49421"/>
                  <a:pt x="40203" y="41774"/>
                  <a:pt x="40203" y="32729"/>
                </a:cubicBezTo>
                <a:cubicBezTo>
                  <a:pt x="40203" y="23513"/>
                  <a:pt x="43282" y="15755"/>
                  <a:pt x="49439" y="9453"/>
                </a:cubicBezTo>
                <a:cubicBezTo>
                  <a:pt x="55597" y="3151"/>
                  <a:pt x="63400" y="0"/>
                  <a:pt x="728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7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86337D14-F341-4FCE-963E-98C04828AA9B}"/>
              </a:ext>
            </a:extLst>
          </p:cNvPr>
          <p:cNvSpPr txBox="1"/>
          <p:nvPr/>
        </p:nvSpPr>
        <p:spPr>
          <a:xfrm>
            <a:off x="5617388" y="6993607"/>
            <a:ext cx="221708" cy="123622"/>
          </a:xfrm>
          <a:custGeom>
            <a:avLst/>
            <a:gdLst/>
            <a:ahLst/>
            <a:cxnLst/>
            <a:rect l="l" t="t" r="r" b="b"/>
            <a:pathLst>
              <a:path w="122524" h="68318">
                <a:moveTo>
                  <a:pt x="17997" y="11101"/>
                </a:moveTo>
                <a:lnTo>
                  <a:pt x="25261" y="11101"/>
                </a:lnTo>
                <a:lnTo>
                  <a:pt x="25261" y="28846"/>
                </a:lnTo>
                <a:lnTo>
                  <a:pt x="43257" y="28846"/>
                </a:lnTo>
                <a:lnTo>
                  <a:pt x="43257" y="36108"/>
                </a:lnTo>
                <a:lnTo>
                  <a:pt x="25261" y="36108"/>
                </a:lnTo>
                <a:lnTo>
                  <a:pt x="25261" y="53938"/>
                </a:lnTo>
                <a:lnTo>
                  <a:pt x="17997" y="53938"/>
                </a:lnTo>
                <a:lnTo>
                  <a:pt x="17997" y="36108"/>
                </a:lnTo>
                <a:lnTo>
                  <a:pt x="0" y="36108"/>
                </a:lnTo>
                <a:lnTo>
                  <a:pt x="0" y="28846"/>
                </a:lnTo>
                <a:lnTo>
                  <a:pt x="17997" y="28846"/>
                </a:lnTo>
                <a:close/>
                <a:moveTo>
                  <a:pt x="89879" y="7516"/>
                </a:moveTo>
                <a:cubicBezTo>
                  <a:pt x="83050" y="7516"/>
                  <a:pt x="77238" y="9954"/>
                  <a:pt x="72445" y="14828"/>
                </a:cubicBezTo>
                <a:cubicBezTo>
                  <a:pt x="67652" y="19703"/>
                  <a:pt x="65255" y="25670"/>
                  <a:pt x="65255" y="32729"/>
                </a:cubicBezTo>
                <a:cubicBezTo>
                  <a:pt x="65255" y="39875"/>
                  <a:pt x="67696" y="45794"/>
                  <a:pt x="72578" y="50485"/>
                </a:cubicBezTo>
                <a:cubicBezTo>
                  <a:pt x="77459" y="55176"/>
                  <a:pt x="83255" y="57522"/>
                  <a:pt x="89964" y="57522"/>
                </a:cubicBezTo>
                <a:cubicBezTo>
                  <a:pt x="94456" y="57522"/>
                  <a:pt x="98488" y="56568"/>
                  <a:pt x="102058" y="54660"/>
                </a:cubicBezTo>
                <a:lnTo>
                  <a:pt x="88601" y="37003"/>
                </a:lnTo>
                <a:lnTo>
                  <a:pt x="97205" y="37003"/>
                </a:lnTo>
                <a:lnTo>
                  <a:pt x="107694" y="50541"/>
                </a:lnTo>
                <a:cubicBezTo>
                  <a:pt x="112289" y="45752"/>
                  <a:pt x="114587" y="39730"/>
                  <a:pt x="114587" y="32477"/>
                </a:cubicBezTo>
                <a:cubicBezTo>
                  <a:pt x="114587" y="25487"/>
                  <a:pt x="112147" y="19579"/>
                  <a:pt x="107267" y="14754"/>
                </a:cubicBezTo>
                <a:cubicBezTo>
                  <a:pt x="102388" y="9929"/>
                  <a:pt x="96592" y="7516"/>
                  <a:pt x="89879" y="7516"/>
                </a:cubicBezTo>
                <a:close/>
                <a:moveTo>
                  <a:pt x="89879" y="0"/>
                </a:moveTo>
                <a:cubicBezTo>
                  <a:pt x="95804" y="0"/>
                  <a:pt x="101289" y="1442"/>
                  <a:pt x="106335" y="4325"/>
                </a:cubicBezTo>
                <a:cubicBezTo>
                  <a:pt x="111381" y="7208"/>
                  <a:pt x="115341" y="11150"/>
                  <a:pt x="118214" y="16150"/>
                </a:cubicBezTo>
                <a:cubicBezTo>
                  <a:pt x="121088" y="21151"/>
                  <a:pt x="122524" y="26593"/>
                  <a:pt x="122524" y="32477"/>
                </a:cubicBezTo>
                <a:cubicBezTo>
                  <a:pt x="122524" y="41970"/>
                  <a:pt x="119077" y="49884"/>
                  <a:pt x="112181" y="56219"/>
                </a:cubicBezTo>
                <a:lnTo>
                  <a:pt x="121095" y="68318"/>
                </a:lnTo>
                <a:lnTo>
                  <a:pt x="112406" y="68318"/>
                </a:lnTo>
                <a:lnTo>
                  <a:pt x="106486" y="60497"/>
                </a:lnTo>
                <a:cubicBezTo>
                  <a:pt x="101800" y="63524"/>
                  <a:pt x="96432" y="65038"/>
                  <a:pt x="90384" y="65038"/>
                </a:cubicBezTo>
                <a:cubicBezTo>
                  <a:pt x="81007" y="65038"/>
                  <a:pt x="73138" y="61914"/>
                  <a:pt x="66776" y="55667"/>
                </a:cubicBezTo>
                <a:cubicBezTo>
                  <a:pt x="60415" y="49421"/>
                  <a:pt x="57234" y="41774"/>
                  <a:pt x="57234" y="32729"/>
                </a:cubicBezTo>
                <a:cubicBezTo>
                  <a:pt x="57234" y="23513"/>
                  <a:pt x="60313" y="15755"/>
                  <a:pt x="66470" y="9453"/>
                </a:cubicBezTo>
                <a:cubicBezTo>
                  <a:pt x="72628" y="3151"/>
                  <a:pt x="80431" y="0"/>
                  <a:pt x="8987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7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57D953F6-D9B2-4CB8-BD62-767A2D27097D}"/>
              </a:ext>
            </a:extLst>
          </p:cNvPr>
          <p:cNvSpPr txBox="1"/>
          <p:nvPr/>
        </p:nvSpPr>
        <p:spPr>
          <a:xfrm>
            <a:off x="3667662" y="7770831"/>
            <a:ext cx="508519" cy="27147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3B4DBB5D-3CE7-4481-BB58-BB50FEFD91AC}"/>
              </a:ext>
            </a:extLst>
          </p:cNvPr>
          <p:cNvSpPr txBox="1"/>
          <p:nvPr/>
        </p:nvSpPr>
        <p:spPr>
          <a:xfrm>
            <a:off x="8165370" y="7766092"/>
            <a:ext cx="457140" cy="271477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332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animBg="1"/>
      <p:bldP spid="2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25FBE40E-D81B-4A85-B153-FE89297A4829}"/>
              </a:ext>
            </a:extLst>
          </p:cNvPr>
          <p:cNvGrpSpPr/>
          <p:nvPr/>
        </p:nvGrpSpPr>
        <p:grpSpPr>
          <a:xfrm>
            <a:off x="2253448" y="1218957"/>
            <a:ext cx="7685101" cy="1476853"/>
            <a:chOff x="2253448" y="1218957"/>
            <a:chExt cx="7685101" cy="1476853"/>
          </a:xfrm>
        </p:grpSpPr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9BF9DFAF-463C-4D1B-9F68-0D37CF2704C2}"/>
                </a:ext>
              </a:extLst>
            </p:cNvPr>
            <p:cNvSpPr/>
            <p:nvPr/>
          </p:nvSpPr>
          <p:spPr>
            <a:xfrm rot="10800000" flipH="1">
              <a:off x="6452270" y="1382635"/>
              <a:ext cx="3486279" cy="1313175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3" name="任意多边形: 形状 252">
              <a:extLst>
                <a:ext uri="{FF2B5EF4-FFF2-40B4-BE49-F238E27FC236}">
                  <a16:creationId xmlns:a16="http://schemas.microsoft.com/office/drawing/2014/main" id="{0E538549-1BE8-4DDB-8CCB-102ACB5956E4}"/>
                </a:ext>
              </a:extLst>
            </p:cNvPr>
            <p:cNvSpPr/>
            <p:nvPr/>
          </p:nvSpPr>
          <p:spPr>
            <a:xfrm rot="10800000">
              <a:off x="2253448" y="1388012"/>
              <a:ext cx="3529168" cy="1307798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7F7CC34F-6458-4A80-97F4-9D4F16C28E1A}"/>
                </a:ext>
              </a:extLst>
            </p:cNvPr>
            <p:cNvGrpSpPr/>
            <p:nvPr/>
          </p:nvGrpSpPr>
          <p:grpSpPr>
            <a:xfrm rot="10800000" flipH="1" flipV="1">
              <a:off x="5760488" y="1218957"/>
              <a:ext cx="715431" cy="322947"/>
              <a:chOff x="2915443" y="4344145"/>
              <a:chExt cx="509929" cy="230183"/>
            </a:xfrm>
          </p:grpSpPr>
          <p:grpSp>
            <p:nvGrpSpPr>
              <p:cNvPr id="255" name="组合 254">
                <a:extLst>
                  <a:ext uri="{FF2B5EF4-FFF2-40B4-BE49-F238E27FC236}">
                    <a16:creationId xmlns:a16="http://schemas.microsoft.com/office/drawing/2014/main" id="{884171CF-A676-4CD0-B31B-7B8CA15C0C41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8" name="直接连接符 257">
                  <a:extLst>
                    <a:ext uri="{FF2B5EF4-FFF2-40B4-BE49-F238E27FC236}">
                      <a16:creationId xmlns:a16="http://schemas.microsoft.com/office/drawing/2014/main" id="{519834CA-5259-45B1-9C1B-37B54D637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接连接符 258">
                  <a:extLst>
                    <a:ext uri="{FF2B5EF4-FFF2-40B4-BE49-F238E27FC236}">
                      <a16:creationId xmlns:a16="http://schemas.microsoft.com/office/drawing/2014/main" id="{260C945F-D174-415C-BD57-5F51520D6E3A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接连接符 259">
                  <a:extLst>
                    <a:ext uri="{FF2B5EF4-FFF2-40B4-BE49-F238E27FC236}">
                      <a16:creationId xmlns:a16="http://schemas.microsoft.com/office/drawing/2014/main" id="{40441FAA-6148-48B4-979B-640A984C58C4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直接连接符 260">
                  <a:extLst>
                    <a:ext uri="{FF2B5EF4-FFF2-40B4-BE49-F238E27FC236}">
                      <a16:creationId xmlns:a16="http://schemas.microsoft.com/office/drawing/2014/main" id="{CD26CC2D-CBEB-41F0-A3B0-D71A063C71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直接连接符 261">
                  <a:extLst>
                    <a:ext uri="{FF2B5EF4-FFF2-40B4-BE49-F238E27FC236}">
                      <a16:creationId xmlns:a16="http://schemas.microsoft.com/office/drawing/2014/main" id="{F8107FBE-C336-471E-B1B5-3B9B3611A4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直接连接符 262">
                  <a:extLst>
                    <a:ext uri="{FF2B5EF4-FFF2-40B4-BE49-F238E27FC236}">
                      <a16:creationId xmlns:a16="http://schemas.microsoft.com/office/drawing/2014/main" id="{32DA824B-E934-41C8-85F2-53983B4E3844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F32DD211-BCD3-4939-889F-18E8D2D10C2D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969C0A52-9E41-4E38-A950-49F72323056D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EB74D66B-8C40-4672-99E5-878B71A4AB65}"/>
              </a:ext>
            </a:extLst>
          </p:cNvPr>
          <p:cNvGrpSpPr/>
          <p:nvPr/>
        </p:nvGrpSpPr>
        <p:grpSpPr>
          <a:xfrm>
            <a:off x="12613023" y="2062505"/>
            <a:ext cx="4572278" cy="3591530"/>
            <a:chOff x="6390787" y="2062505"/>
            <a:chExt cx="4572278" cy="3591530"/>
          </a:xfrm>
        </p:grpSpPr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1D06A9B2-A0A8-4530-8487-9A9BB72FFD1D}"/>
                </a:ext>
              </a:extLst>
            </p:cNvPr>
            <p:cNvSpPr/>
            <p:nvPr/>
          </p:nvSpPr>
          <p:spPr>
            <a:xfrm>
              <a:off x="64555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2FE02E8-3C83-4099-99ED-93C8F0768798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E357154D-8EAE-4130-A60B-04069A5AE1EF}"/>
                </a:ext>
              </a:extLst>
            </p:cNvPr>
            <p:cNvSpPr/>
            <p:nvPr/>
          </p:nvSpPr>
          <p:spPr>
            <a:xfrm>
              <a:off x="64555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3D20CB4B-0BB7-4CD9-9AF7-56760AA312DD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AF99D751-4421-4C12-889A-461AC62DAF77}"/>
                </a:ext>
              </a:extLst>
            </p:cNvPr>
            <p:cNvSpPr/>
            <p:nvPr/>
          </p:nvSpPr>
          <p:spPr>
            <a:xfrm>
              <a:off x="64555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112AACDE-EC0D-45AC-8877-BADB3774AE2B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6C790B0B-BF8E-4DDA-88B1-7AF728EFAB79}"/>
                </a:ext>
              </a:extLst>
            </p:cNvPr>
            <p:cNvSpPr/>
            <p:nvPr/>
          </p:nvSpPr>
          <p:spPr>
            <a:xfrm>
              <a:off x="64555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18A15910-1BB0-46C4-A52F-FE44CBA2F937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46904A3B-DABA-40B3-BCB6-4312B88C8A02}"/>
                </a:ext>
              </a:extLst>
            </p:cNvPr>
            <p:cNvSpPr/>
            <p:nvPr/>
          </p:nvSpPr>
          <p:spPr>
            <a:xfrm>
              <a:off x="64555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3376F9D3-28B4-4DE3-9B37-D3792FD46BA0}"/>
                </a:ext>
              </a:extLst>
            </p:cNvPr>
            <p:cNvCxnSpPr>
              <a:cxnSpLocks/>
            </p:cNvCxnSpPr>
            <p:nvPr/>
          </p:nvCxnSpPr>
          <p:spPr>
            <a:xfrm>
              <a:off x="65477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A6F303E8-48CD-40FF-B978-34B66553D70D}"/>
                </a:ext>
              </a:extLst>
            </p:cNvPr>
            <p:cNvSpPr/>
            <p:nvPr/>
          </p:nvSpPr>
          <p:spPr>
            <a:xfrm>
              <a:off x="719216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E56BDBF0-9ABE-4662-A2D3-CF3EB653C4C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1EF57DB7-4D21-48EB-911B-BDA7793D878A}"/>
                </a:ext>
              </a:extLst>
            </p:cNvPr>
            <p:cNvSpPr/>
            <p:nvPr/>
          </p:nvSpPr>
          <p:spPr>
            <a:xfrm>
              <a:off x="719216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1C5B842C-6F9B-429B-A682-38743BC41BE8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6C667F52-7662-4FF2-B3A2-D660B866D68A}"/>
                </a:ext>
              </a:extLst>
            </p:cNvPr>
            <p:cNvSpPr/>
            <p:nvPr/>
          </p:nvSpPr>
          <p:spPr>
            <a:xfrm>
              <a:off x="719216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05269CBA-C409-4881-9968-ACAC4B35347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8E729625-F252-43EA-A4EB-508F8A649187}"/>
                </a:ext>
              </a:extLst>
            </p:cNvPr>
            <p:cNvSpPr/>
            <p:nvPr/>
          </p:nvSpPr>
          <p:spPr>
            <a:xfrm>
              <a:off x="719216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A36C45D7-E74C-489E-BA9C-09832D6C798E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B32BB048-6963-4A0C-B2DB-F8D038A684F0}"/>
                </a:ext>
              </a:extLst>
            </p:cNvPr>
            <p:cNvSpPr/>
            <p:nvPr/>
          </p:nvSpPr>
          <p:spPr>
            <a:xfrm>
              <a:off x="719216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0AD3FFA0-6D7F-41AA-9584-119B01CF1361}"/>
                </a:ext>
              </a:extLst>
            </p:cNvPr>
            <p:cNvCxnSpPr>
              <a:cxnSpLocks/>
            </p:cNvCxnSpPr>
            <p:nvPr/>
          </p:nvCxnSpPr>
          <p:spPr>
            <a:xfrm>
              <a:off x="728428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9CA28AF3-05E3-4400-8B59-376D4808FE30}"/>
                </a:ext>
              </a:extLst>
            </p:cNvPr>
            <p:cNvSpPr/>
            <p:nvPr/>
          </p:nvSpPr>
          <p:spPr>
            <a:xfrm>
              <a:off x="7928748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A5B43BB4-4541-42B8-8E8F-D8789BA3F637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252A74B8-658E-4BAE-8169-3A8C0366A20F}"/>
                </a:ext>
              </a:extLst>
            </p:cNvPr>
            <p:cNvSpPr/>
            <p:nvPr/>
          </p:nvSpPr>
          <p:spPr>
            <a:xfrm>
              <a:off x="7928748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7AD281CE-4BF5-4EFB-A8C6-4FDA96FC1889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椭圆 328">
              <a:extLst>
                <a:ext uri="{FF2B5EF4-FFF2-40B4-BE49-F238E27FC236}">
                  <a16:creationId xmlns:a16="http://schemas.microsoft.com/office/drawing/2014/main" id="{FB3B34A8-7394-458E-B138-DBED5595BDB0}"/>
                </a:ext>
              </a:extLst>
            </p:cNvPr>
            <p:cNvSpPr/>
            <p:nvPr/>
          </p:nvSpPr>
          <p:spPr>
            <a:xfrm>
              <a:off x="7928748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BD540178-CC0B-4C7A-9854-8D5CDA0303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4980E62B-23BD-4839-AA1F-50C5FC199386}"/>
                </a:ext>
              </a:extLst>
            </p:cNvPr>
            <p:cNvSpPr/>
            <p:nvPr/>
          </p:nvSpPr>
          <p:spPr>
            <a:xfrm>
              <a:off x="7928748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DC89CD6D-B364-476B-AC6F-27AC620DD0A1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0A422879-9DF7-4386-A1EB-DBA7856DD4F1}"/>
                </a:ext>
              </a:extLst>
            </p:cNvPr>
            <p:cNvSpPr/>
            <p:nvPr/>
          </p:nvSpPr>
          <p:spPr>
            <a:xfrm>
              <a:off x="7928748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53F1C802-D382-4D1B-85D6-C53DCEF4BCBC}"/>
                </a:ext>
              </a:extLst>
            </p:cNvPr>
            <p:cNvCxnSpPr>
              <a:cxnSpLocks/>
            </p:cNvCxnSpPr>
            <p:nvPr/>
          </p:nvCxnSpPr>
          <p:spPr>
            <a:xfrm>
              <a:off x="8020865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A8F042B3-B0A5-4AF6-BA4B-72254FD77C13}"/>
                </a:ext>
              </a:extLst>
            </p:cNvPr>
            <p:cNvSpPr/>
            <p:nvPr/>
          </p:nvSpPr>
          <p:spPr>
            <a:xfrm>
              <a:off x="8665327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393EF4D6-A197-4B09-8EC5-844AC9803A52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05556768-61C1-4A09-A9B9-CB3BEA0BEC23}"/>
                </a:ext>
              </a:extLst>
            </p:cNvPr>
            <p:cNvSpPr/>
            <p:nvPr/>
          </p:nvSpPr>
          <p:spPr>
            <a:xfrm>
              <a:off x="8665327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5DD72E3F-05EE-4FA5-9FEB-B539932F30F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椭圆 338">
              <a:extLst>
                <a:ext uri="{FF2B5EF4-FFF2-40B4-BE49-F238E27FC236}">
                  <a16:creationId xmlns:a16="http://schemas.microsoft.com/office/drawing/2014/main" id="{B391463C-1890-449F-9F86-18DDEE8D5E4E}"/>
                </a:ext>
              </a:extLst>
            </p:cNvPr>
            <p:cNvSpPr/>
            <p:nvPr/>
          </p:nvSpPr>
          <p:spPr>
            <a:xfrm>
              <a:off x="8665327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2B2DE00B-8864-4106-AA99-84CD85E1C728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A1A173DF-997B-4473-8C63-6C806FB151D8}"/>
                </a:ext>
              </a:extLst>
            </p:cNvPr>
            <p:cNvSpPr/>
            <p:nvPr/>
          </p:nvSpPr>
          <p:spPr>
            <a:xfrm>
              <a:off x="8665327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68BE4FF6-C266-44E1-B1E4-4BD203FACD83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BE8512C5-343F-45E1-A76B-CD68CA794B4E}"/>
                </a:ext>
              </a:extLst>
            </p:cNvPr>
            <p:cNvSpPr/>
            <p:nvPr/>
          </p:nvSpPr>
          <p:spPr>
            <a:xfrm>
              <a:off x="8665327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485EFA2E-BE5B-4719-BF98-D9288420834D}"/>
                </a:ext>
              </a:extLst>
            </p:cNvPr>
            <p:cNvCxnSpPr>
              <a:cxnSpLocks/>
            </p:cNvCxnSpPr>
            <p:nvPr/>
          </p:nvCxnSpPr>
          <p:spPr>
            <a:xfrm>
              <a:off x="8757444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622FE5AE-A677-4886-928C-180091FAAAD3}"/>
                </a:ext>
              </a:extLst>
            </p:cNvPr>
            <p:cNvSpPr/>
            <p:nvPr/>
          </p:nvSpPr>
          <p:spPr>
            <a:xfrm>
              <a:off x="9401905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4D0F0B6D-2DEB-43A3-9A94-5C339FC68B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D085B814-C423-408F-B6B4-BBE1E050D157}"/>
                </a:ext>
              </a:extLst>
            </p:cNvPr>
            <p:cNvSpPr/>
            <p:nvPr/>
          </p:nvSpPr>
          <p:spPr>
            <a:xfrm>
              <a:off x="9401905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60602CBE-B045-43AB-B166-2445956CE2C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22E168CA-EA0A-4A46-B6AF-5CFAC88AF58F}"/>
                </a:ext>
              </a:extLst>
            </p:cNvPr>
            <p:cNvSpPr/>
            <p:nvPr/>
          </p:nvSpPr>
          <p:spPr>
            <a:xfrm>
              <a:off x="9401905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CAAD3036-6288-42F9-9056-B316DC87F0F3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3C78F536-7516-4FCE-85CB-CB61E6F586D4}"/>
                </a:ext>
              </a:extLst>
            </p:cNvPr>
            <p:cNvSpPr/>
            <p:nvPr/>
          </p:nvSpPr>
          <p:spPr>
            <a:xfrm>
              <a:off x="9401905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FD5A4A25-3152-4973-8CE5-CB86BC20CC4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66B36E3E-D577-44F8-8610-34BAD29605D7}"/>
                </a:ext>
              </a:extLst>
            </p:cNvPr>
            <p:cNvSpPr/>
            <p:nvPr/>
          </p:nvSpPr>
          <p:spPr>
            <a:xfrm>
              <a:off x="9401905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350189D6-CB37-4ABC-B04C-BD1C0940F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022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2A91A3B3-D36B-4491-9DCD-94E858E99D5B}"/>
                </a:ext>
              </a:extLst>
            </p:cNvPr>
            <p:cNvSpPr/>
            <p:nvPr/>
          </p:nvSpPr>
          <p:spPr>
            <a:xfrm>
              <a:off x="10138490" y="218677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D1A54F1E-F8BE-4C7A-9FF8-FC02347D3317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40026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604D10A3-5986-4E2A-A21B-EBEA3006E5AC}"/>
                </a:ext>
              </a:extLst>
            </p:cNvPr>
            <p:cNvSpPr/>
            <p:nvPr/>
          </p:nvSpPr>
          <p:spPr>
            <a:xfrm>
              <a:off x="10138490" y="270549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E4BBAC92-D90C-444B-A5B6-75DEC23F80E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291898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F882B208-830C-4868-B562-4045D7958190}"/>
                </a:ext>
              </a:extLst>
            </p:cNvPr>
            <p:cNvSpPr/>
            <p:nvPr/>
          </p:nvSpPr>
          <p:spPr>
            <a:xfrm>
              <a:off x="10138490" y="322421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83AF6135-AFEB-4515-9477-F84FE603D2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43770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8F3EA544-3916-4DD9-9EB2-F04D178CF254}"/>
                </a:ext>
              </a:extLst>
            </p:cNvPr>
            <p:cNvSpPr/>
            <p:nvPr/>
          </p:nvSpPr>
          <p:spPr>
            <a:xfrm>
              <a:off x="10138490" y="374293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9974EC8C-BD3F-4E45-B039-C6ED26B6F3B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395642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AEC9B004-02FF-4744-9B0D-D86F03853A5C}"/>
                </a:ext>
              </a:extLst>
            </p:cNvPr>
            <p:cNvSpPr/>
            <p:nvPr/>
          </p:nvSpPr>
          <p:spPr>
            <a:xfrm>
              <a:off x="10138490" y="4261654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D88DCF74-743A-4F5F-8A55-AAFB51B9BB2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607" y="447514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BB375216-BEC1-4280-9E94-C113FEF1CEC3}"/>
                </a:ext>
              </a:extLst>
            </p:cNvPr>
            <p:cNvSpPr/>
            <p:nvPr/>
          </p:nvSpPr>
          <p:spPr>
            <a:xfrm>
              <a:off x="8446573" y="217253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AC88F9CC-298B-4A81-90A0-E03ADA21BC32}"/>
                </a:ext>
              </a:extLst>
            </p:cNvPr>
            <p:cNvSpPr/>
            <p:nvPr/>
          </p:nvSpPr>
          <p:spPr>
            <a:xfrm>
              <a:off x="8446573" y="2699149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96D98E92-FF75-4C2D-9306-298982EB8D05}"/>
                </a:ext>
              </a:extLst>
            </p:cNvPr>
            <p:cNvSpPr/>
            <p:nvPr/>
          </p:nvSpPr>
          <p:spPr>
            <a:xfrm>
              <a:off x="8446573" y="322576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474601AB-B7E8-42F0-8A07-45A707E714B8}"/>
                </a:ext>
              </a:extLst>
            </p:cNvPr>
            <p:cNvSpPr/>
            <p:nvPr/>
          </p:nvSpPr>
          <p:spPr>
            <a:xfrm>
              <a:off x="8446573" y="375238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7631D859-D41B-40C7-99CE-32F0E80A92D0}"/>
                </a:ext>
              </a:extLst>
            </p:cNvPr>
            <p:cNvSpPr/>
            <p:nvPr/>
          </p:nvSpPr>
          <p:spPr>
            <a:xfrm>
              <a:off x="8446573" y="427900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A5282EE0-A9B3-4A7A-B1BC-FF0AFA3C0485}"/>
                </a:ext>
              </a:extLst>
            </p:cNvPr>
            <p:cNvSpPr/>
            <p:nvPr/>
          </p:nvSpPr>
          <p:spPr>
            <a:xfrm>
              <a:off x="9162306" y="215481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87C6B4B0-E871-4714-911F-F980C3F4FCC6}"/>
                </a:ext>
              </a:extLst>
            </p:cNvPr>
            <p:cNvSpPr/>
            <p:nvPr/>
          </p:nvSpPr>
          <p:spPr>
            <a:xfrm>
              <a:off x="9162306" y="2681437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132F689F-13D6-454D-A7B2-257BF60E9D5A}"/>
                </a:ext>
              </a:extLst>
            </p:cNvPr>
            <p:cNvSpPr/>
            <p:nvPr/>
          </p:nvSpPr>
          <p:spPr>
            <a:xfrm>
              <a:off x="9162306" y="320805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8C35F3C9-F00C-4AE4-BA7C-31598BA887DA}"/>
                </a:ext>
              </a:extLst>
            </p:cNvPr>
            <p:cNvSpPr/>
            <p:nvPr/>
          </p:nvSpPr>
          <p:spPr>
            <a:xfrm>
              <a:off x="9162306" y="373467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89E5CC6E-BE52-48C1-A1A9-20493393EA27}"/>
                </a:ext>
              </a:extLst>
            </p:cNvPr>
            <p:cNvSpPr/>
            <p:nvPr/>
          </p:nvSpPr>
          <p:spPr>
            <a:xfrm>
              <a:off x="9162306" y="426129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85503E4F-6100-4C9B-992F-212ACDEB9847}"/>
                </a:ext>
              </a:extLst>
            </p:cNvPr>
            <p:cNvSpPr/>
            <p:nvPr/>
          </p:nvSpPr>
          <p:spPr>
            <a:xfrm>
              <a:off x="10602905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BB6FBD96-57E6-4374-8DDC-7335924B9834}"/>
                </a:ext>
              </a:extLst>
            </p:cNvPr>
            <p:cNvSpPr/>
            <p:nvPr/>
          </p:nvSpPr>
          <p:spPr>
            <a:xfrm>
              <a:off x="10602905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31434899-D061-473F-A311-B6218064A9B9}"/>
                </a:ext>
              </a:extLst>
            </p:cNvPr>
            <p:cNvSpPr/>
            <p:nvPr/>
          </p:nvSpPr>
          <p:spPr>
            <a:xfrm>
              <a:off x="10602905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11EDFA1B-A56B-4100-A673-9F2DA8A055C3}"/>
                </a:ext>
              </a:extLst>
            </p:cNvPr>
            <p:cNvSpPr/>
            <p:nvPr/>
          </p:nvSpPr>
          <p:spPr>
            <a:xfrm>
              <a:off x="10602905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4CE4ED42-9290-45F4-8D0E-BE9D9C096DEA}"/>
                </a:ext>
              </a:extLst>
            </p:cNvPr>
            <p:cNvSpPr/>
            <p:nvPr/>
          </p:nvSpPr>
          <p:spPr>
            <a:xfrm>
              <a:off x="10602905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0E471A09-C581-4121-BD8D-530BE68ED5AD}"/>
                </a:ext>
              </a:extLst>
            </p:cNvPr>
            <p:cNvSpPr/>
            <p:nvPr/>
          </p:nvSpPr>
          <p:spPr>
            <a:xfrm>
              <a:off x="9919281" y="2154648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3C2055E6-868C-4D38-9EBF-B01029DFDE0F}"/>
                </a:ext>
              </a:extLst>
            </p:cNvPr>
            <p:cNvSpPr/>
            <p:nvPr/>
          </p:nvSpPr>
          <p:spPr>
            <a:xfrm>
              <a:off x="9919281" y="2681265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27C25520-1855-4FE6-A22E-D133B7A99E6A}"/>
                </a:ext>
              </a:extLst>
            </p:cNvPr>
            <p:cNvSpPr/>
            <p:nvPr/>
          </p:nvSpPr>
          <p:spPr>
            <a:xfrm>
              <a:off x="9919281" y="3207883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C77F6946-263B-43C0-8072-650A42EDB9CD}"/>
                </a:ext>
              </a:extLst>
            </p:cNvPr>
            <p:cNvSpPr/>
            <p:nvPr/>
          </p:nvSpPr>
          <p:spPr>
            <a:xfrm>
              <a:off x="9919281" y="3734502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6B501FC1-E587-4C2E-A771-FE9AF99EBB24}"/>
                </a:ext>
              </a:extLst>
            </p:cNvPr>
            <p:cNvSpPr/>
            <p:nvPr/>
          </p:nvSpPr>
          <p:spPr>
            <a:xfrm>
              <a:off x="9919281" y="4261121"/>
              <a:ext cx="106687" cy="1066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4FBEBB2-182C-4899-824D-CAF04A6F296F}"/>
                </a:ext>
              </a:extLst>
            </p:cNvPr>
            <p:cNvSpPr/>
            <p:nvPr/>
          </p:nvSpPr>
          <p:spPr>
            <a:xfrm>
              <a:off x="6390787" y="2062505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D7F78157-37DF-4AE5-BA01-DC1ECC7AE89F}"/>
                </a:ext>
              </a:extLst>
            </p:cNvPr>
            <p:cNvSpPr txBox="1"/>
            <p:nvPr/>
          </p:nvSpPr>
          <p:spPr>
            <a:xfrm>
              <a:off x="7432939" y="5007704"/>
              <a:ext cx="2303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grpSp>
        <p:nvGrpSpPr>
          <p:cNvPr id="398" name="组合 397">
            <a:extLst>
              <a:ext uri="{FF2B5EF4-FFF2-40B4-BE49-F238E27FC236}">
                <a16:creationId xmlns:a16="http://schemas.microsoft.com/office/drawing/2014/main" id="{B01B0109-85C7-4FDD-BEAD-34838EBF89E9}"/>
              </a:ext>
            </a:extLst>
          </p:cNvPr>
          <p:cNvGrpSpPr/>
          <p:nvPr/>
        </p:nvGrpSpPr>
        <p:grpSpPr>
          <a:xfrm>
            <a:off x="-5024561" y="2062334"/>
            <a:ext cx="4572278" cy="3591873"/>
            <a:chOff x="922366" y="2062334"/>
            <a:chExt cx="4572278" cy="3591873"/>
          </a:xfrm>
        </p:grpSpPr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A5EE4EC4-6827-4040-AA34-DA1C1E52D2E3}"/>
                </a:ext>
              </a:extLst>
            </p:cNvPr>
            <p:cNvSpPr/>
            <p:nvPr/>
          </p:nvSpPr>
          <p:spPr>
            <a:xfrm>
              <a:off x="4819711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BCE24FBE-0778-4508-872D-22C70D97FA1C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0C67EBEF-85C8-4DD4-A789-3DE2922BC7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1312DE62-713F-45E6-B09B-2229F17B3751}"/>
                </a:ext>
              </a:extLst>
            </p:cNvPr>
            <p:cNvSpPr/>
            <p:nvPr/>
          </p:nvSpPr>
          <p:spPr>
            <a:xfrm>
              <a:off x="4819711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80AE5AD5-A9CB-4649-BEB2-FB02F8E2DA09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DDEF51D1-193B-44FB-9484-11000599C0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5" name="椭圆 404">
              <a:extLst>
                <a:ext uri="{FF2B5EF4-FFF2-40B4-BE49-F238E27FC236}">
                  <a16:creationId xmlns:a16="http://schemas.microsoft.com/office/drawing/2014/main" id="{80DDDC1E-4400-4103-83A1-85FA1017C697}"/>
                </a:ext>
              </a:extLst>
            </p:cNvPr>
            <p:cNvSpPr/>
            <p:nvPr/>
          </p:nvSpPr>
          <p:spPr>
            <a:xfrm>
              <a:off x="4819711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CBFAE977-30DD-4CDB-981B-850925881D68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D08423FF-938E-42CB-A244-F78582463A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F1151AF0-85D1-4F17-98CC-856847CEDD3D}"/>
                </a:ext>
              </a:extLst>
            </p:cNvPr>
            <p:cNvSpPr/>
            <p:nvPr/>
          </p:nvSpPr>
          <p:spPr>
            <a:xfrm>
              <a:off x="4819711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261260F1-FD0E-43E6-9D06-19D5686938E5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076FC1A7-227A-445C-92EF-19343BDBE8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573EC5F4-089D-4C83-89CB-0EDC1A21900D}"/>
                </a:ext>
              </a:extLst>
            </p:cNvPr>
            <p:cNvSpPr/>
            <p:nvPr/>
          </p:nvSpPr>
          <p:spPr>
            <a:xfrm>
              <a:off x="4819711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9529928D-16B2-42C7-A42E-E91C140F0C73}"/>
                </a:ext>
              </a:extLst>
            </p:cNvPr>
            <p:cNvCxnSpPr>
              <a:cxnSpLocks/>
            </p:cNvCxnSpPr>
            <p:nvPr/>
          </p:nvCxnSpPr>
          <p:spPr>
            <a:xfrm>
              <a:off x="4911828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EFB95EBC-16FF-4E7F-B1CA-9CC2F595E3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11828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CCE813B0-7D0A-43AF-B67F-FF61C9F8B624}"/>
                </a:ext>
              </a:extLst>
            </p:cNvPr>
            <p:cNvSpPr/>
            <p:nvPr/>
          </p:nvSpPr>
          <p:spPr>
            <a:xfrm>
              <a:off x="2609975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C346A701-D001-4F94-8094-81F70260742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1E71AD12-5410-447A-A860-147194659E1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D192567B-D2FA-4ADF-9C4D-0813C4C80513}"/>
                </a:ext>
              </a:extLst>
            </p:cNvPr>
            <p:cNvSpPr/>
            <p:nvPr/>
          </p:nvSpPr>
          <p:spPr>
            <a:xfrm>
              <a:off x="2609975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813C0338-A88B-480A-9CFF-62D8EE01C17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9BB811D7-ACC0-4764-A221-283EA8B63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E3C427E7-E6DF-47C1-B95C-987F232EB9EA}"/>
                </a:ext>
              </a:extLst>
            </p:cNvPr>
            <p:cNvSpPr/>
            <p:nvPr/>
          </p:nvSpPr>
          <p:spPr>
            <a:xfrm>
              <a:off x="2609975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E71CF22E-DF1E-43CD-954A-3A2228E57E34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6093002B-3428-4370-94EC-A51BF983AD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54E2D38E-A56C-4FA9-BE95-4A4B1DEB1B7D}"/>
                </a:ext>
              </a:extLst>
            </p:cNvPr>
            <p:cNvSpPr/>
            <p:nvPr/>
          </p:nvSpPr>
          <p:spPr>
            <a:xfrm>
              <a:off x="2609975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C5FD1A30-FB84-432A-B742-5E9D495A67CF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209E719B-5281-4102-9993-FDA0A70E44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07F54171-A85A-43B2-88AE-68FE687CD833}"/>
                </a:ext>
              </a:extLst>
            </p:cNvPr>
            <p:cNvSpPr/>
            <p:nvPr/>
          </p:nvSpPr>
          <p:spPr>
            <a:xfrm>
              <a:off x="2609975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770A40A6-9BFC-4205-9CC1-5322AF773212}"/>
                </a:ext>
              </a:extLst>
            </p:cNvPr>
            <p:cNvCxnSpPr>
              <a:cxnSpLocks/>
            </p:cNvCxnSpPr>
            <p:nvPr/>
          </p:nvCxnSpPr>
          <p:spPr>
            <a:xfrm>
              <a:off x="2702092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14D213E1-F90F-4A3B-850A-24FE21D541D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02092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BED7082D-E489-497A-8CFA-A06D81413C86}"/>
                </a:ext>
              </a:extLst>
            </p:cNvPr>
            <p:cNvSpPr/>
            <p:nvPr/>
          </p:nvSpPr>
          <p:spPr>
            <a:xfrm>
              <a:off x="1873396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E9BC646-32CE-45C1-9B9B-D5245BDDC8EB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A97B30A4-2ADF-4027-899A-B418CD55D2D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CA7BB6B7-420C-4BC6-A78E-D531FBAF464A}"/>
                </a:ext>
              </a:extLst>
            </p:cNvPr>
            <p:cNvSpPr/>
            <p:nvPr/>
          </p:nvSpPr>
          <p:spPr>
            <a:xfrm>
              <a:off x="1873396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6B776C0B-826A-4D45-8A57-3DFCBB8F23E1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8AB98E3D-9E4E-4DBA-9513-66891B0544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5BE9A42F-6F16-4B3E-8A00-7728879665B9}"/>
                </a:ext>
              </a:extLst>
            </p:cNvPr>
            <p:cNvSpPr/>
            <p:nvPr/>
          </p:nvSpPr>
          <p:spPr>
            <a:xfrm>
              <a:off x="1873396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D610F762-1581-4103-8218-7A56796E2C2E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7486FE5B-AB34-46DF-82F9-EF02B57031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8" name="椭圆 437">
              <a:extLst>
                <a:ext uri="{FF2B5EF4-FFF2-40B4-BE49-F238E27FC236}">
                  <a16:creationId xmlns:a16="http://schemas.microsoft.com/office/drawing/2014/main" id="{FB28DE81-2396-4975-9718-E680084286B9}"/>
                </a:ext>
              </a:extLst>
            </p:cNvPr>
            <p:cNvSpPr/>
            <p:nvPr/>
          </p:nvSpPr>
          <p:spPr>
            <a:xfrm>
              <a:off x="1873396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06113F6B-EEC8-4849-80CD-B3A0E2B791A5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FB7324B8-F832-4E0D-BAC4-60937624D71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81218DAE-135E-4547-ABC9-6C1A455A0A46}"/>
                </a:ext>
              </a:extLst>
            </p:cNvPr>
            <p:cNvSpPr/>
            <p:nvPr/>
          </p:nvSpPr>
          <p:spPr>
            <a:xfrm>
              <a:off x="1873396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927D4421-6E42-4AA4-93B4-197D6B62757C}"/>
                </a:ext>
              </a:extLst>
            </p:cNvPr>
            <p:cNvCxnSpPr>
              <a:cxnSpLocks/>
            </p:cNvCxnSpPr>
            <p:nvPr/>
          </p:nvCxnSpPr>
          <p:spPr>
            <a:xfrm>
              <a:off x="1965513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ED067B23-73D8-457D-84E9-D148C0A207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5513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F70247AC-A586-4CEF-9E87-24B1FFF6E24B}"/>
                </a:ext>
              </a:extLst>
            </p:cNvPr>
            <p:cNvSpPr/>
            <p:nvPr/>
          </p:nvSpPr>
          <p:spPr>
            <a:xfrm>
              <a:off x="1136818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E92512DF-83AB-44FF-B44A-09C697AA0B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34824396-0A17-47A1-BE77-534633FA7B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FA6FE9E7-B057-4370-B4AD-4CBA2D788C72}"/>
                </a:ext>
              </a:extLst>
            </p:cNvPr>
            <p:cNvSpPr/>
            <p:nvPr/>
          </p:nvSpPr>
          <p:spPr>
            <a:xfrm>
              <a:off x="1136818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43C77E04-6926-4961-A371-C3AB7BB7E07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23EEC849-F670-48C0-AF45-E9C4C2C7FD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66371753-8D81-4C94-86C0-501650ADCA59}"/>
                </a:ext>
              </a:extLst>
            </p:cNvPr>
            <p:cNvSpPr/>
            <p:nvPr/>
          </p:nvSpPr>
          <p:spPr>
            <a:xfrm>
              <a:off x="1136818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0D9637D7-9D02-4159-94E8-55B7F9985C05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C6ED3F4D-22D0-4CBD-992C-D1B92C0DEC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椭圆 452">
              <a:extLst>
                <a:ext uri="{FF2B5EF4-FFF2-40B4-BE49-F238E27FC236}">
                  <a16:creationId xmlns:a16="http://schemas.microsoft.com/office/drawing/2014/main" id="{0E027B24-07E0-4949-86AF-90B02B71BAA6}"/>
                </a:ext>
              </a:extLst>
            </p:cNvPr>
            <p:cNvSpPr/>
            <p:nvPr/>
          </p:nvSpPr>
          <p:spPr>
            <a:xfrm>
              <a:off x="1136818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033A9059-0A35-468B-B0F0-317FCDFAA70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8824E804-9601-4892-A50B-A68F386A27F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ADC240EB-17C2-42F0-BA9A-C6603AD63846}"/>
                </a:ext>
              </a:extLst>
            </p:cNvPr>
            <p:cNvSpPr/>
            <p:nvPr/>
          </p:nvSpPr>
          <p:spPr>
            <a:xfrm>
              <a:off x="1136818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CD7E6B53-63E1-4F45-8D37-DC98B855C688}"/>
                </a:ext>
              </a:extLst>
            </p:cNvPr>
            <p:cNvCxnSpPr>
              <a:cxnSpLocks/>
            </p:cNvCxnSpPr>
            <p:nvPr/>
          </p:nvCxnSpPr>
          <p:spPr>
            <a:xfrm>
              <a:off x="1228935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95731112-9966-41BB-B26D-5F1DC18795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28935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5A158C67-E911-4432-BAE3-58A5BFF9A532}"/>
                </a:ext>
              </a:extLst>
            </p:cNvPr>
            <p:cNvSpPr/>
            <p:nvPr/>
          </p:nvSpPr>
          <p:spPr>
            <a:xfrm>
              <a:off x="4083133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5E91ECDE-4DAF-4179-9509-6EB9D754B072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CB857F3E-9A9A-4C28-B3A9-7619A40CC3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D0B91BA1-E457-4FE9-B64A-CFADA6B4B6F6}"/>
                </a:ext>
              </a:extLst>
            </p:cNvPr>
            <p:cNvSpPr/>
            <p:nvPr/>
          </p:nvSpPr>
          <p:spPr>
            <a:xfrm>
              <a:off x="4083133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15F2E34D-6DBC-42BF-A685-F4C66D8507C9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3400A0D0-6B00-426D-B0FB-623DCDA9A1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EAE83D5E-5F9A-41B0-9469-BFBC6EBCA935}"/>
                </a:ext>
              </a:extLst>
            </p:cNvPr>
            <p:cNvSpPr/>
            <p:nvPr/>
          </p:nvSpPr>
          <p:spPr>
            <a:xfrm>
              <a:off x="4083133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0666782F-12BF-476C-BEA6-AB29F6C0556A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51555A87-3276-4375-A63B-328C802BE52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A20E8501-8FC0-4D64-B1C3-D32D688197C8}"/>
                </a:ext>
              </a:extLst>
            </p:cNvPr>
            <p:cNvSpPr/>
            <p:nvPr/>
          </p:nvSpPr>
          <p:spPr>
            <a:xfrm>
              <a:off x="4083133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6E55A44F-6CF7-4A92-A83C-7DD5B0DD730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D673F8D1-C20A-4CFE-A569-34ECADF02F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A12898AA-BC67-4BFB-8B24-0B5E28F2E523}"/>
                </a:ext>
              </a:extLst>
            </p:cNvPr>
            <p:cNvSpPr/>
            <p:nvPr/>
          </p:nvSpPr>
          <p:spPr>
            <a:xfrm>
              <a:off x="4083133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500A18E4-1412-47A7-83E5-72840BB69C01}"/>
                </a:ext>
              </a:extLst>
            </p:cNvPr>
            <p:cNvCxnSpPr>
              <a:cxnSpLocks/>
            </p:cNvCxnSpPr>
            <p:nvPr/>
          </p:nvCxnSpPr>
          <p:spPr>
            <a:xfrm>
              <a:off x="4175250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B5EBE75C-4F26-49DC-8DED-34CEC8975F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75250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椭圆 473">
              <a:extLst>
                <a:ext uri="{FF2B5EF4-FFF2-40B4-BE49-F238E27FC236}">
                  <a16:creationId xmlns:a16="http://schemas.microsoft.com/office/drawing/2014/main" id="{5F53E8A5-507C-4EF6-90A3-AAEA4440F8A7}"/>
                </a:ext>
              </a:extLst>
            </p:cNvPr>
            <p:cNvSpPr/>
            <p:nvPr/>
          </p:nvSpPr>
          <p:spPr>
            <a:xfrm>
              <a:off x="3346554" y="2186600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FB64B38E-CB94-4764-A989-88FA52F8B35F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400094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0FA218B3-E198-4A11-B9EA-6C4E757B1F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40009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70B654F0-8469-4EBB-8CC6-0FC21923740A}"/>
                </a:ext>
              </a:extLst>
            </p:cNvPr>
            <p:cNvSpPr/>
            <p:nvPr/>
          </p:nvSpPr>
          <p:spPr>
            <a:xfrm>
              <a:off x="3346554" y="2705321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FED3B6F2-095E-4686-909B-8C4C0DB9DC69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2918815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2223AC0C-B365-4820-8A89-87670FB309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291881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BA3ED691-E259-4E13-80B7-2CA7E791DB93}"/>
                </a:ext>
              </a:extLst>
            </p:cNvPr>
            <p:cNvSpPr/>
            <p:nvPr/>
          </p:nvSpPr>
          <p:spPr>
            <a:xfrm>
              <a:off x="3346554" y="3224042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BE5A59C7-357D-468B-B5A8-AA8E2D98677A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437536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45C5B1AB-7BF3-499E-A698-2A65EC8F556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437538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F8AD0780-7E27-4010-8D74-B29DB8107895}"/>
                </a:ext>
              </a:extLst>
            </p:cNvPr>
            <p:cNvSpPr/>
            <p:nvPr/>
          </p:nvSpPr>
          <p:spPr>
            <a:xfrm>
              <a:off x="3346554" y="374276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DDA86052-AAE8-4181-9C90-A33D8C6DE1FB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395625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7DE39D03-AC28-46FB-9029-ED93D63AF0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395625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220BDF25-35BC-465E-A220-7005EBB9A604}"/>
                </a:ext>
              </a:extLst>
            </p:cNvPr>
            <p:cNvSpPr/>
            <p:nvPr/>
          </p:nvSpPr>
          <p:spPr>
            <a:xfrm>
              <a:off x="3346554" y="4261483"/>
              <a:ext cx="426988" cy="426988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BAB80EAF-1865-4967-8F91-ECA868C2C811}"/>
                </a:ext>
              </a:extLst>
            </p:cNvPr>
            <p:cNvCxnSpPr>
              <a:cxnSpLocks/>
            </p:cNvCxnSpPr>
            <p:nvPr/>
          </p:nvCxnSpPr>
          <p:spPr>
            <a:xfrm>
              <a:off x="3438671" y="4474977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7F30ECC6-9BB2-4096-8699-49CCFB410E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38671" y="4474979"/>
              <a:ext cx="24275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C0739311-8F00-49DF-8B09-FA49D1011A4A}"/>
                </a:ext>
              </a:extLst>
            </p:cNvPr>
            <p:cNvSpPr/>
            <p:nvPr/>
          </p:nvSpPr>
          <p:spPr>
            <a:xfrm>
              <a:off x="922366" y="2062334"/>
              <a:ext cx="4572278" cy="2776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0" name="椭圆 489">
              <a:extLst>
                <a:ext uri="{FF2B5EF4-FFF2-40B4-BE49-F238E27FC236}">
                  <a16:creationId xmlns:a16="http://schemas.microsoft.com/office/drawing/2014/main" id="{D666872F-A3FE-444C-AE32-298008B14053}"/>
                </a:ext>
              </a:extLst>
            </p:cNvPr>
            <p:cNvSpPr/>
            <p:nvPr/>
          </p:nvSpPr>
          <p:spPr>
            <a:xfrm>
              <a:off x="3080089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7AE89000-CFD4-41B0-A27E-1672A60D06C8}"/>
                </a:ext>
              </a:extLst>
            </p:cNvPr>
            <p:cNvSpPr/>
            <p:nvPr/>
          </p:nvSpPr>
          <p:spPr>
            <a:xfrm>
              <a:off x="3080089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4A958C78-EFE4-454B-A8A7-55E040F9E5F1}"/>
                </a:ext>
              </a:extLst>
            </p:cNvPr>
            <p:cNvSpPr/>
            <p:nvPr/>
          </p:nvSpPr>
          <p:spPr>
            <a:xfrm>
              <a:off x="3080089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C6F4B5F7-4421-49FC-862A-1031A13333C3}"/>
                </a:ext>
              </a:extLst>
            </p:cNvPr>
            <p:cNvSpPr/>
            <p:nvPr/>
          </p:nvSpPr>
          <p:spPr>
            <a:xfrm>
              <a:off x="3080089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C8C642CE-E744-402A-B862-03FD36456F99}"/>
                </a:ext>
              </a:extLst>
            </p:cNvPr>
            <p:cNvSpPr/>
            <p:nvPr/>
          </p:nvSpPr>
          <p:spPr>
            <a:xfrm>
              <a:off x="3080089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606A4782-47BF-4F72-833D-CD19803542E4}"/>
                </a:ext>
              </a:extLst>
            </p:cNvPr>
            <p:cNvSpPr/>
            <p:nvPr/>
          </p:nvSpPr>
          <p:spPr>
            <a:xfrm>
              <a:off x="3800160" y="2154647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7D0AE76D-E586-47C0-A0A2-DD45E3B75CAF}"/>
                </a:ext>
              </a:extLst>
            </p:cNvPr>
            <p:cNvSpPr/>
            <p:nvPr/>
          </p:nvSpPr>
          <p:spPr>
            <a:xfrm>
              <a:off x="3800160" y="268126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7" name="椭圆 496">
              <a:extLst>
                <a:ext uri="{FF2B5EF4-FFF2-40B4-BE49-F238E27FC236}">
                  <a16:creationId xmlns:a16="http://schemas.microsoft.com/office/drawing/2014/main" id="{0590DC22-D734-4A2C-8DFE-66903A89E721}"/>
                </a:ext>
              </a:extLst>
            </p:cNvPr>
            <p:cNvSpPr/>
            <p:nvPr/>
          </p:nvSpPr>
          <p:spPr>
            <a:xfrm>
              <a:off x="3800160" y="3207884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8" name="椭圆 497">
              <a:extLst>
                <a:ext uri="{FF2B5EF4-FFF2-40B4-BE49-F238E27FC236}">
                  <a16:creationId xmlns:a16="http://schemas.microsoft.com/office/drawing/2014/main" id="{4079130F-0044-461A-A3BB-D896EECF1CA8}"/>
                </a:ext>
              </a:extLst>
            </p:cNvPr>
            <p:cNvSpPr/>
            <p:nvPr/>
          </p:nvSpPr>
          <p:spPr>
            <a:xfrm>
              <a:off x="3800160" y="373450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4EA30058-4623-4D1E-A6DB-164C36AC0381}"/>
                </a:ext>
              </a:extLst>
            </p:cNvPr>
            <p:cNvSpPr/>
            <p:nvPr/>
          </p:nvSpPr>
          <p:spPr>
            <a:xfrm>
              <a:off x="3800160" y="426112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D0AD9234-ABFA-47D3-9022-B315362D422D}"/>
                </a:ext>
              </a:extLst>
            </p:cNvPr>
            <p:cNvSpPr/>
            <p:nvPr/>
          </p:nvSpPr>
          <p:spPr>
            <a:xfrm>
              <a:off x="1657105" y="2174561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B0F30E17-8FF1-4AB4-8F51-0C261B9267F2}"/>
                </a:ext>
              </a:extLst>
            </p:cNvPr>
            <p:cNvSpPr/>
            <p:nvPr/>
          </p:nvSpPr>
          <p:spPr>
            <a:xfrm>
              <a:off x="1657105" y="2701179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09494603-97CA-4285-9E57-4E7984613F56}"/>
                </a:ext>
              </a:extLst>
            </p:cNvPr>
            <p:cNvSpPr/>
            <p:nvPr/>
          </p:nvSpPr>
          <p:spPr>
            <a:xfrm>
              <a:off x="1657105" y="322779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7561638B-32D1-4B3D-ADF0-4F02B3D29989}"/>
                </a:ext>
              </a:extLst>
            </p:cNvPr>
            <p:cNvSpPr/>
            <p:nvPr/>
          </p:nvSpPr>
          <p:spPr>
            <a:xfrm>
              <a:off x="1657105" y="375441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B26C4E01-FA2B-4841-A2AB-423055D94699}"/>
                </a:ext>
              </a:extLst>
            </p:cNvPr>
            <p:cNvSpPr/>
            <p:nvPr/>
          </p:nvSpPr>
          <p:spPr>
            <a:xfrm>
              <a:off x="1657105" y="428103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1A2D78D7-D59D-4AF2-B2F7-38540BA61698}"/>
                </a:ext>
              </a:extLst>
            </p:cNvPr>
            <p:cNvSpPr/>
            <p:nvPr/>
          </p:nvSpPr>
          <p:spPr>
            <a:xfrm>
              <a:off x="2371809" y="2158918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1AE3A885-DBF3-48A3-AE59-E3F4E4F3AD74}"/>
                </a:ext>
              </a:extLst>
            </p:cNvPr>
            <p:cNvSpPr/>
            <p:nvPr/>
          </p:nvSpPr>
          <p:spPr>
            <a:xfrm>
              <a:off x="2371809" y="2685536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96615854-B4D7-4B6A-8F5E-BEA4D01A0BC9}"/>
                </a:ext>
              </a:extLst>
            </p:cNvPr>
            <p:cNvSpPr/>
            <p:nvPr/>
          </p:nvSpPr>
          <p:spPr>
            <a:xfrm>
              <a:off x="2371809" y="3212155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53A3F500-9581-4C1B-83E8-1145A9354381}"/>
                </a:ext>
              </a:extLst>
            </p:cNvPr>
            <p:cNvSpPr/>
            <p:nvPr/>
          </p:nvSpPr>
          <p:spPr>
            <a:xfrm>
              <a:off x="2371809" y="3738773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B91B7DA3-0E74-42F7-9422-1D3E63FA9CA6}"/>
                </a:ext>
              </a:extLst>
            </p:cNvPr>
            <p:cNvSpPr/>
            <p:nvPr/>
          </p:nvSpPr>
          <p:spPr>
            <a:xfrm>
              <a:off x="2371809" y="4265392"/>
              <a:ext cx="106687" cy="106687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0" name="文本框 509">
              <a:extLst>
                <a:ext uri="{FF2B5EF4-FFF2-40B4-BE49-F238E27FC236}">
                  <a16:creationId xmlns:a16="http://schemas.microsoft.com/office/drawing/2014/main" id="{C4FB299A-DFFA-4708-8124-1497D626E84D}"/>
                </a:ext>
              </a:extLst>
            </p:cNvPr>
            <p:cNvSpPr txBox="1"/>
            <p:nvPr/>
          </p:nvSpPr>
          <p:spPr>
            <a:xfrm>
              <a:off x="2057787" y="5007876"/>
              <a:ext cx="2372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型半导体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3F4A840-B849-4088-BEF0-1DA1DFB7173F}"/>
              </a:ext>
            </a:extLst>
          </p:cNvPr>
          <p:cNvSpPr/>
          <p:nvPr/>
        </p:nvSpPr>
        <p:spPr>
          <a:xfrm>
            <a:off x="6027313" y="2071859"/>
            <a:ext cx="106114" cy="27573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5CC93741-6549-4F25-BCAE-27CA72A7D059}"/>
              </a:ext>
            </a:extLst>
          </p:cNvPr>
          <p:cNvCxnSpPr>
            <a:cxnSpLocks/>
          </p:cNvCxnSpPr>
          <p:nvPr/>
        </p:nvCxnSpPr>
        <p:spPr>
          <a:xfrm>
            <a:off x="-719939" y="-3979771"/>
            <a:ext cx="1" cy="3077495"/>
          </a:xfrm>
          <a:prstGeom prst="line">
            <a:avLst/>
          </a:prstGeom>
          <a:ln w="25400">
            <a:solidFill>
              <a:srgbClr val="2DC8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553D34EE-72AB-4AE5-9806-DE958F1D4D02}"/>
              </a:ext>
            </a:extLst>
          </p:cNvPr>
          <p:cNvCxnSpPr>
            <a:cxnSpLocks/>
          </p:cNvCxnSpPr>
          <p:nvPr/>
        </p:nvCxnSpPr>
        <p:spPr>
          <a:xfrm>
            <a:off x="13588892" y="-3734720"/>
            <a:ext cx="1" cy="3077495"/>
          </a:xfrm>
          <a:prstGeom prst="line">
            <a:avLst/>
          </a:prstGeom>
          <a:ln w="25400">
            <a:solidFill>
              <a:srgbClr val="2DC8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箭头: 左 224">
            <a:extLst>
              <a:ext uri="{FF2B5EF4-FFF2-40B4-BE49-F238E27FC236}">
                <a16:creationId xmlns:a16="http://schemas.microsoft.com/office/drawing/2014/main" id="{935428F9-951F-4347-9C26-9956FAF8EAC2}"/>
              </a:ext>
            </a:extLst>
          </p:cNvPr>
          <p:cNvSpPr/>
          <p:nvPr/>
        </p:nvSpPr>
        <p:spPr>
          <a:xfrm flipH="1">
            <a:off x="-1863794" y="7803434"/>
            <a:ext cx="1479394" cy="466024"/>
          </a:xfrm>
          <a:prstGeom prst="leftArrow">
            <a:avLst/>
          </a:prstGeom>
          <a:solidFill>
            <a:srgbClr val="2DC8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CCA6E001-8473-45B1-8A56-3FAC8863F4C1}"/>
              </a:ext>
            </a:extLst>
          </p:cNvPr>
          <p:cNvSpPr txBox="1"/>
          <p:nvPr/>
        </p:nvSpPr>
        <p:spPr>
          <a:xfrm>
            <a:off x="12677826" y="7819375"/>
            <a:ext cx="1426464" cy="277672"/>
          </a:xfrm>
          <a:custGeom>
            <a:avLst/>
            <a:gdLst/>
            <a:ahLst/>
            <a:cxnLst/>
            <a:rect l="l" t="t" r="r" b="b"/>
            <a:pathLst>
              <a:path w="1426464" h="277672">
                <a:moveTo>
                  <a:pt x="689763" y="94488"/>
                </a:moveTo>
                <a:cubicBezTo>
                  <a:pt x="669849" y="98552"/>
                  <a:pt x="653390" y="100888"/>
                  <a:pt x="640385" y="101498"/>
                </a:cubicBezTo>
                <a:cubicBezTo>
                  <a:pt x="645871" y="130759"/>
                  <a:pt x="650240" y="155956"/>
                  <a:pt x="653491" y="177088"/>
                </a:cubicBezTo>
                <a:cubicBezTo>
                  <a:pt x="662229" y="176479"/>
                  <a:pt x="674218" y="174752"/>
                  <a:pt x="689458" y="171907"/>
                </a:cubicBezTo>
                <a:lnTo>
                  <a:pt x="689763" y="138988"/>
                </a:lnTo>
                <a:cubicBezTo>
                  <a:pt x="682854" y="140004"/>
                  <a:pt x="677571" y="140512"/>
                  <a:pt x="673913" y="140512"/>
                </a:cubicBezTo>
                <a:cubicBezTo>
                  <a:pt x="670255" y="140512"/>
                  <a:pt x="667106" y="140055"/>
                  <a:pt x="664464" y="139141"/>
                </a:cubicBezTo>
                <a:cubicBezTo>
                  <a:pt x="661823" y="138226"/>
                  <a:pt x="660502" y="137058"/>
                  <a:pt x="660502" y="135636"/>
                </a:cubicBezTo>
                <a:cubicBezTo>
                  <a:pt x="660502" y="134213"/>
                  <a:pt x="662127" y="133299"/>
                  <a:pt x="665379" y="132892"/>
                </a:cubicBezTo>
                <a:cubicBezTo>
                  <a:pt x="672084" y="132080"/>
                  <a:pt x="680212" y="130352"/>
                  <a:pt x="689763" y="127711"/>
                </a:cubicBezTo>
                <a:close/>
                <a:moveTo>
                  <a:pt x="464820" y="90220"/>
                </a:moveTo>
                <a:lnTo>
                  <a:pt x="436779" y="93573"/>
                </a:lnTo>
                <a:cubicBezTo>
                  <a:pt x="436779" y="104749"/>
                  <a:pt x="436677" y="113284"/>
                  <a:pt x="436474" y="119176"/>
                </a:cubicBezTo>
                <a:cubicBezTo>
                  <a:pt x="446431" y="117348"/>
                  <a:pt x="452171" y="116382"/>
                  <a:pt x="453695" y="116281"/>
                </a:cubicBezTo>
                <a:cubicBezTo>
                  <a:pt x="455219" y="116179"/>
                  <a:pt x="456591" y="115468"/>
                  <a:pt x="457810" y="114147"/>
                </a:cubicBezTo>
                <a:cubicBezTo>
                  <a:pt x="459029" y="112826"/>
                  <a:pt x="460096" y="110134"/>
                  <a:pt x="461010" y="106070"/>
                </a:cubicBezTo>
                <a:cubicBezTo>
                  <a:pt x="461925" y="102006"/>
                  <a:pt x="463195" y="96723"/>
                  <a:pt x="464820" y="90220"/>
                </a:cubicBezTo>
                <a:close/>
                <a:moveTo>
                  <a:pt x="751637" y="86258"/>
                </a:moveTo>
                <a:cubicBezTo>
                  <a:pt x="739039" y="86258"/>
                  <a:pt x="723392" y="87985"/>
                  <a:pt x="704698" y="91440"/>
                </a:cubicBezTo>
                <a:cubicBezTo>
                  <a:pt x="704698" y="98552"/>
                  <a:pt x="704495" y="109220"/>
                  <a:pt x="704088" y="123444"/>
                </a:cubicBezTo>
                <a:cubicBezTo>
                  <a:pt x="714451" y="120396"/>
                  <a:pt x="721360" y="118872"/>
                  <a:pt x="724815" y="118872"/>
                </a:cubicBezTo>
                <a:cubicBezTo>
                  <a:pt x="728269" y="118872"/>
                  <a:pt x="731317" y="119481"/>
                  <a:pt x="733959" y="120700"/>
                </a:cubicBezTo>
                <a:cubicBezTo>
                  <a:pt x="736600" y="121920"/>
                  <a:pt x="737921" y="123545"/>
                  <a:pt x="737921" y="125577"/>
                </a:cubicBezTo>
                <a:cubicBezTo>
                  <a:pt x="737921" y="127609"/>
                  <a:pt x="736143" y="129235"/>
                  <a:pt x="732587" y="130454"/>
                </a:cubicBezTo>
                <a:cubicBezTo>
                  <a:pt x="729031" y="131673"/>
                  <a:pt x="719430" y="133705"/>
                  <a:pt x="703783" y="136550"/>
                </a:cubicBezTo>
                <a:cubicBezTo>
                  <a:pt x="703783" y="148336"/>
                  <a:pt x="703580" y="159410"/>
                  <a:pt x="703174" y="169773"/>
                </a:cubicBezTo>
                <a:cubicBezTo>
                  <a:pt x="716382" y="167335"/>
                  <a:pt x="725323" y="166116"/>
                  <a:pt x="729996" y="166116"/>
                </a:cubicBezTo>
                <a:cubicBezTo>
                  <a:pt x="734670" y="166116"/>
                  <a:pt x="737921" y="166624"/>
                  <a:pt x="739750" y="167640"/>
                </a:cubicBezTo>
                <a:cubicBezTo>
                  <a:pt x="741579" y="168656"/>
                  <a:pt x="742899" y="169164"/>
                  <a:pt x="743712" y="169164"/>
                </a:cubicBezTo>
                <a:cubicBezTo>
                  <a:pt x="746963" y="169164"/>
                  <a:pt x="750773" y="158597"/>
                  <a:pt x="755142" y="137464"/>
                </a:cubicBezTo>
                <a:cubicBezTo>
                  <a:pt x="759511" y="116332"/>
                  <a:pt x="761695" y="103124"/>
                  <a:pt x="761695" y="97840"/>
                </a:cubicBezTo>
                <a:cubicBezTo>
                  <a:pt x="761695" y="92557"/>
                  <a:pt x="761086" y="89306"/>
                  <a:pt x="759867" y="88087"/>
                </a:cubicBezTo>
                <a:cubicBezTo>
                  <a:pt x="758647" y="86868"/>
                  <a:pt x="755904" y="86258"/>
                  <a:pt x="751637" y="86258"/>
                </a:cubicBezTo>
                <a:close/>
                <a:moveTo>
                  <a:pt x="1351636" y="64008"/>
                </a:moveTo>
                <a:cubicBezTo>
                  <a:pt x="1354786" y="64008"/>
                  <a:pt x="1359256" y="65887"/>
                  <a:pt x="1365047" y="69646"/>
                </a:cubicBezTo>
                <a:cubicBezTo>
                  <a:pt x="1370838" y="73406"/>
                  <a:pt x="1373734" y="77216"/>
                  <a:pt x="1373734" y="81076"/>
                </a:cubicBezTo>
                <a:cubicBezTo>
                  <a:pt x="1373734" y="83312"/>
                  <a:pt x="1372819" y="85191"/>
                  <a:pt x="1370991" y="86715"/>
                </a:cubicBezTo>
                <a:cubicBezTo>
                  <a:pt x="1369162" y="88239"/>
                  <a:pt x="1364793" y="96113"/>
                  <a:pt x="1357884" y="110337"/>
                </a:cubicBezTo>
                <a:cubicBezTo>
                  <a:pt x="1354836" y="117449"/>
                  <a:pt x="1350366" y="125679"/>
                  <a:pt x="1344473" y="135026"/>
                </a:cubicBezTo>
                <a:cubicBezTo>
                  <a:pt x="1364387" y="152298"/>
                  <a:pt x="1376121" y="164388"/>
                  <a:pt x="1379677" y="171297"/>
                </a:cubicBezTo>
                <a:cubicBezTo>
                  <a:pt x="1383233" y="178206"/>
                  <a:pt x="1385011" y="185623"/>
                  <a:pt x="1385011" y="193548"/>
                </a:cubicBezTo>
                <a:cubicBezTo>
                  <a:pt x="1385011" y="198831"/>
                  <a:pt x="1383538" y="201472"/>
                  <a:pt x="1380592" y="201472"/>
                </a:cubicBezTo>
                <a:cubicBezTo>
                  <a:pt x="1377645" y="201472"/>
                  <a:pt x="1373632" y="198120"/>
                  <a:pt x="1368552" y="191414"/>
                </a:cubicBezTo>
                <a:cubicBezTo>
                  <a:pt x="1355954" y="174142"/>
                  <a:pt x="1344778" y="160324"/>
                  <a:pt x="1335024" y="149961"/>
                </a:cubicBezTo>
                <a:cubicBezTo>
                  <a:pt x="1323645" y="165608"/>
                  <a:pt x="1310691" y="178155"/>
                  <a:pt x="1296162" y="187604"/>
                </a:cubicBezTo>
                <a:cubicBezTo>
                  <a:pt x="1281633" y="197053"/>
                  <a:pt x="1271829" y="201777"/>
                  <a:pt x="1266749" y="201777"/>
                </a:cubicBezTo>
                <a:cubicBezTo>
                  <a:pt x="1265123" y="201777"/>
                  <a:pt x="1264311" y="201269"/>
                  <a:pt x="1264311" y="200253"/>
                </a:cubicBezTo>
                <a:cubicBezTo>
                  <a:pt x="1264311" y="199237"/>
                  <a:pt x="1265327" y="197916"/>
                  <a:pt x="1267359" y="196291"/>
                </a:cubicBezTo>
                <a:cubicBezTo>
                  <a:pt x="1290727" y="178816"/>
                  <a:pt x="1309624" y="159715"/>
                  <a:pt x="1324051" y="138988"/>
                </a:cubicBezTo>
                <a:cubicBezTo>
                  <a:pt x="1312875" y="127000"/>
                  <a:pt x="1298855" y="113588"/>
                  <a:pt x="1281989" y="98755"/>
                </a:cubicBezTo>
                <a:cubicBezTo>
                  <a:pt x="1279144" y="96113"/>
                  <a:pt x="1277722" y="93827"/>
                  <a:pt x="1277722" y="91897"/>
                </a:cubicBezTo>
                <a:cubicBezTo>
                  <a:pt x="1277722" y="89966"/>
                  <a:pt x="1278535" y="89001"/>
                  <a:pt x="1280160" y="89001"/>
                </a:cubicBezTo>
                <a:cubicBezTo>
                  <a:pt x="1281786" y="89001"/>
                  <a:pt x="1283462" y="89357"/>
                  <a:pt x="1285189" y="90068"/>
                </a:cubicBezTo>
                <a:cubicBezTo>
                  <a:pt x="1286917" y="90779"/>
                  <a:pt x="1292962" y="94894"/>
                  <a:pt x="1303325" y="102412"/>
                </a:cubicBezTo>
                <a:cubicBezTo>
                  <a:pt x="1313688" y="109931"/>
                  <a:pt x="1323544" y="117551"/>
                  <a:pt x="1332891" y="125272"/>
                </a:cubicBezTo>
                <a:cubicBezTo>
                  <a:pt x="1343051" y="105156"/>
                  <a:pt x="1348131" y="89509"/>
                  <a:pt x="1348131" y="78333"/>
                </a:cubicBezTo>
                <a:cubicBezTo>
                  <a:pt x="1348131" y="76098"/>
                  <a:pt x="1347928" y="74218"/>
                  <a:pt x="1347521" y="72694"/>
                </a:cubicBezTo>
                <a:cubicBezTo>
                  <a:pt x="1347115" y="71170"/>
                  <a:pt x="1346911" y="69799"/>
                  <a:pt x="1346911" y="68580"/>
                </a:cubicBezTo>
                <a:cubicBezTo>
                  <a:pt x="1346911" y="65532"/>
                  <a:pt x="1348486" y="64008"/>
                  <a:pt x="1351636" y="64008"/>
                </a:cubicBezTo>
                <a:close/>
                <a:moveTo>
                  <a:pt x="340919" y="59131"/>
                </a:moveTo>
                <a:cubicBezTo>
                  <a:pt x="344069" y="59131"/>
                  <a:pt x="348082" y="60706"/>
                  <a:pt x="352959" y="63855"/>
                </a:cubicBezTo>
                <a:cubicBezTo>
                  <a:pt x="357835" y="67005"/>
                  <a:pt x="360274" y="69596"/>
                  <a:pt x="360274" y="71628"/>
                </a:cubicBezTo>
                <a:cubicBezTo>
                  <a:pt x="360274" y="73660"/>
                  <a:pt x="358293" y="76047"/>
                  <a:pt x="354330" y="78790"/>
                </a:cubicBezTo>
                <a:cubicBezTo>
                  <a:pt x="350368" y="81534"/>
                  <a:pt x="346507" y="86258"/>
                  <a:pt x="342748" y="92964"/>
                </a:cubicBezTo>
                <a:cubicBezTo>
                  <a:pt x="338989" y="99669"/>
                  <a:pt x="332232" y="113995"/>
                  <a:pt x="322479" y="135940"/>
                </a:cubicBezTo>
                <a:cubicBezTo>
                  <a:pt x="330810" y="132080"/>
                  <a:pt x="336347" y="130149"/>
                  <a:pt x="339090" y="130149"/>
                </a:cubicBezTo>
                <a:cubicBezTo>
                  <a:pt x="341833" y="130149"/>
                  <a:pt x="345745" y="131622"/>
                  <a:pt x="350825" y="134569"/>
                </a:cubicBezTo>
                <a:cubicBezTo>
                  <a:pt x="355905" y="137515"/>
                  <a:pt x="358445" y="139954"/>
                  <a:pt x="358445" y="141884"/>
                </a:cubicBezTo>
                <a:cubicBezTo>
                  <a:pt x="358445" y="143814"/>
                  <a:pt x="356718" y="146608"/>
                  <a:pt x="353263" y="150266"/>
                </a:cubicBezTo>
                <a:cubicBezTo>
                  <a:pt x="351638" y="152298"/>
                  <a:pt x="349555" y="156972"/>
                  <a:pt x="347015" y="164287"/>
                </a:cubicBezTo>
                <a:cubicBezTo>
                  <a:pt x="344475" y="171602"/>
                  <a:pt x="340868" y="181356"/>
                  <a:pt x="336195" y="193548"/>
                </a:cubicBezTo>
                <a:cubicBezTo>
                  <a:pt x="343510" y="197815"/>
                  <a:pt x="357124" y="205282"/>
                  <a:pt x="377038" y="215950"/>
                </a:cubicBezTo>
                <a:cubicBezTo>
                  <a:pt x="396951" y="226618"/>
                  <a:pt x="413106" y="234492"/>
                  <a:pt x="425501" y="239572"/>
                </a:cubicBezTo>
                <a:cubicBezTo>
                  <a:pt x="437896" y="244652"/>
                  <a:pt x="449377" y="248005"/>
                  <a:pt x="459943" y="249631"/>
                </a:cubicBezTo>
                <a:cubicBezTo>
                  <a:pt x="470510" y="251256"/>
                  <a:pt x="487020" y="252628"/>
                  <a:pt x="509473" y="253746"/>
                </a:cubicBezTo>
                <a:cubicBezTo>
                  <a:pt x="531927" y="254863"/>
                  <a:pt x="543154" y="256844"/>
                  <a:pt x="543154" y="259689"/>
                </a:cubicBezTo>
                <a:cubicBezTo>
                  <a:pt x="543154" y="260908"/>
                  <a:pt x="540715" y="262331"/>
                  <a:pt x="535839" y="263956"/>
                </a:cubicBezTo>
                <a:cubicBezTo>
                  <a:pt x="530962" y="265582"/>
                  <a:pt x="519837" y="268274"/>
                  <a:pt x="502463" y="272034"/>
                </a:cubicBezTo>
                <a:cubicBezTo>
                  <a:pt x="485089" y="275793"/>
                  <a:pt x="473964" y="277672"/>
                  <a:pt x="469087" y="277672"/>
                </a:cubicBezTo>
                <a:cubicBezTo>
                  <a:pt x="464211" y="277672"/>
                  <a:pt x="460197" y="277114"/>
                  <a:pt x="457048" y="275996"/>
                </a:cubicBezTo>
                <a:cubicBezTo>
                  <a:pt x="453898" y="274878"/>
                  <a:pt x="436728" y="265328"/>
                  <a:pt x="405537" y="247345"/>
                </a:cubicBezTo>
                <a:cubicBezTo>
                  <a:pt x="374345" y="229362"/>
                  <a:pt x="349606" y="214376"/>
                  <a:pt x="331318" y="202387"/>
                </a:cubicBezTo>
                <a:cubicBezTo>
                  <a:pt x="321767" y="219049"/>
                  <a:pt x="310388" y="231698"/>
                  <a:pt x="297180" y="240334"/>
                </a:cubicBezTo>
                <a:cubicBezTo>
                  <a:pt x="283972" y="248970"/>
                  <a:pt x="275235" y="253288"/>
                  <a:pt x="270967" y="253288"/>
                </a:cubicBezTo>
                <a:cubicBezTo>
                  <a:pt x="269748" y="253288"/>
                  <a:pt x="269139" y="252882"/>
                  <a:pt x="269139" y="252069"/>
                </a:cubicBezTo>
                <a:cubicBezTo>
                  <a:pt x="269139" y="250240"/>
                  <a:pt x="272491" y="247192"/>
                  <a:pt x="279197" y="242925"/>
                </a:cubicBezTo>
                <a:cubicBezTo>
                  <a:pt x="292811" y="233781"/>
                  <a:pt x="306121" y="217830"/>
                  <a:pt x="319126" y="195072"/>
                </a:cubicBezTo>
                <a:cubicBezTo>
                  <a:pt x="308356" y="187756"/>
                  <a:pt x="297282" y="183896"/>
                  <a:pt x="285903" y="183489"/>
                </a:cubicBezTo>
                <a:cubicBezTo>
                  <a:pt x="277775" y="182880"/>
                  <a:pt x="273711" y="181457"/>
                  <a:pt x="273711" y="179222"/>
                </a:cubicBezTo>
                <a:cubicBezTo>
                  <a:pt x="273711" y="177800"/>
                  <a:pt x="275539" y="176631"/>
                  <a:pt x="279197" y="175717"/>
                </a:cubicBezTo>
                <a:cubicBezTo>
                  <a:pt x="282855" y="174802"/>
                  <a:pt x="286309" y="174345"/>
                  <a:pt x="289560" y="174345"/>
                </a:cubicBezTo>
                <a:cubicBezTo>
                  <a:pt x="298095" y="174345"/>
                  <a:pt x="309372" y="178206"/>
                  <a:pt x="323393" y="185928"/>
                </a:cubicBezTo>
                <a:cubicBezTo>
                  <a:pt x="327051" y="178612"/>
                  <a:pt x="329845" y="171500"/>
                  <a:pt x="331775" y="164592"/>
                </a:cubicBezTo>
                <a:cubicBezTo>
                  <a:pt x="333705" y="157683"/>
                  <a:pt x="334671" y="152146"/>
                  <a:pt x="334671" y="147980"/>
                </a:cubicBezTo>
                <a:cubicBezTo>
                  <a:pt x="334671" y="143814"/>
                  <a:pt x="333451" y="141732"/>
                  <a:pt x="331013" y="141732"/>
                </a:cubicBezTo>
                <a:cubicBezTo>
                  <a:pt x="326136" y="141732"/>
                  <a:pt x="320142" y="143662"/>
                  <a:pt x="313030" y="147523"/>
                </a:cubicBezTo>
                <a:cubicBezTo>
                  <a:pt x="310591" y="148945"/>
                  <a:pt x="308712" y="149656"/>
                  <a:pt x="307391" y="149656"/>
                </a:cubicBezTo>
                <a:cubicBezTo>
                  <a:pt x="306070" y="149656"/>
                  <a:pt x="304902" y="148742"/>
                  <a:pt x="303886" y="146913"/>
                </a:cubicBezTo>
                <a:cubicBezTo>
                  <a:pt x="302870" y="145084"/>
                  <a:pt x="302362" y="143459"/>
                  <a:pt x="302362" y="142036"/>
                </a:cubicBezTo>
                <a:cubicBezTo>
                  <a:pt x="302362" y="140614"/>
                  <a:pt x="304191" y="138277"/>
                  <a:pt x="307848" y="135026"/>
                </a:cubicBezTo>
                <a:cubicBezTo>
                  <a:pt x="311506" y="131775"/>
                  <a:pt x="314401" y="128320"/>
                  <a:pt x="316535" y="124663"/>
                </a:cubicBezTo>
                <a:cubicBezTo>
                  <a:pt x="318669" y="121005"/>
                  <a:pt x="321615" y="113538"/>
                  <a:pt x="325374" y="102260"/>
                </a:cubicBezTo>
                <a:cubicBezTo>
                  <a:pt x="329133" y="90982"/>
                  <a:pt x="331013" y="84734"/>
                  <a:pt x="331013" y="83515"/>
                </a:cubicBezTo>
                <a:cubicBezTo>
                  <a:pt x="331013" y="82296"/>
                  <a:pt x="330149" y="81686"/>
                  <a:pt x="328422" y="81686"/>
                </a:cubicBezTo>
                <a:cubicBezTo>
                  <a:pt x="326695" y="81686"/>
                  <a:pt x="323901" y="82651"/>
                  <a:pt x="320040" y="84582"/>
                </a:cubicBezTo>
                <a:cubicBezTo>
                  <a:pt x="316179" y="86512"/>
                  <a:pt x="312217" y="87477"/>
                  <a:pt x="308153" y="87477"/>
                </a:cubicBezTo>
                <a:cubicBezTo>
                  <a:pt x="304089" y="87477"/>
                  <a:pt x="300533" y="86715"/>
                  <a:pt x="297485" y="85191"/>
                </a:cubicBezTo>
                <a:cubicBezTo>
                  <a:pt x="294437" y="83667"/>
                  <a:pt x="292913" y="82296"/>
                  <a:pt x="292913" y="81076"/>
                </a:cubicBezTo>
                <a:cubicBezTo>
                  <a:pt x="292913" y="79857"/>
                  <a:pt x="295199" y="78994"/>
                  <a:pt x="299771" y="78486"/>
                </a:cubicBezTo>
                <a:cubicBezTo>
                  <a:pt x="304343" y="77978"/>
                  <a:pt x="309982" y="76149"/>
                  <a:pt x="316687" y="72999"/>
                </a:cubicBezTo>
                <a:cubicBezTo>
                  <a:pt x="323393" y="69850"/>
                  <a:pt x="328321" y="66751"/>
                  <a:pt x="331470" y="63703"/>
                </a:cubicBezTo>
                <a:cubicBezTo>
                  <a:pt x="334620" y="60655"/>
                  <a:pt x="337769" y="59131"/>
                  <a:pt x="340919" y="59131"/>
                </a:cubicBezTo>
                <a:close/>
                <a:moveTo>
                  <a:pt x="461163" y="58826"/>
                </a:moveTo>
                <a:cubicBezTo>
                  <a:pt x="456083" y="58826"/>
                  <a:pt x="448259" y="60350"/>
                  <a:pt x="437693" y="63398"/>
                </a:cubicBezTo>
                <a:lnTo>
                  <a:pt x="437083" y="85648"/>
                </a:lnTo>
                <a:cubicBezTo>
                  <a:pt x="449885" y="83616"/>
                  <a:pt x="459842" y="81788"/>
                  <a:pt x="466954" y="80162"/>
                </a:cubicBezTo>
                <a:cubicBezTo>
                  <a:pt x="468173" y="73863"/>
                  <a:pt x="468783" y="68732"/>
                  <a:pt x="468783" y="64770"/>
                </a:cubicBezTo>
                <a:cubicBezTo>
                  <a:pt x="468783" y="60807"/>
                  <a:pt x="466243" y="58826"/>
                  <a:pt x="461163" y="58826"/>
                </a:cubicBezTo>
                <a:close/>
                <a:moveTo>
                  <a:pt x="1071829" y="31699"/>
                </a:moveTo>
                <a:cubicBezTo>
                  <a:pt x="1074573" y="31699"/>
                  <a:pt x="1079094" y="34137"/>
                  <a:pt x="1085393" y="39014"/>
                </a:cubicBezTo>
                <a:cubicBezTo>
                  <a:pt x="1091692" y="43891"/>
                  <a:pt x="1094842" y="47396"/>
                  <a:pt x="1094842" y="49530"/>
                </a:cubicBezTo>
                <a:cubicBezTo>
                  <a:pt x="1094842" y="51663"/>
                  <a:pt x="1093521" y="53644"/>
                  <a:pt x="1090879" y="55473"/>
                </a:cubicBezTo>
                <a:cubicBezTo>
                  <a:pt x="1084377" y="59740"/>
                  <a:pt x="1079399" y="63398"/>
                  <a:pt x="1075944" y="66446"/>
                </a:cubicBezTo>
                <a:cubicBezTo>
                  <a:pt x="1072490" y="69494"/>
                  <a:pt x="1064209" y="77825"/>
                  <a:pt x="1051103" y="91440"/>
                </a:cubicBezTo>
                <a:cubicBezTo>
                  <a:pt x="1037997" y="105054"/>
                  <a:pt x="1027989" y="115722"/>
                  <a:pt x="1021080" y="123444"/>
                </a:cubicBezTo>
                <a:cubicBezTo>
                  <a:pt x="1032866" y="122021"/>
                  <a:pt x="1046836" y="119837"/>
                  <a:pt x="1062990" y="116890"/>
                </a:cubicBezTo>
                <a:cubicBezTo>
                  <a:pt x="1079145" y="113944"/>
                  <a:pt x="1089305" y="111810"/>
                  <a:pt x="1093470" y="110490"/>
                </a:cubicBezTo>
                <a:cubicBezTo>
                  <a:pt x="1097636" y="109169"/>
                  <a:pt x="1101090" y="108508"/>
                  <a:pt x="1103833" y="108508"/>
                </a:cubicBezTo>
                <a:cubicBezTo>
                  <a:pt x="1106577" y="108508"/>
                  <a:pt x="1112520" y="110896"/>
                  <a:pt x="1121664" y="115671"/>
                </a:cubicBezTo>
                <a:cubicBezTo>
                  <a:pt x="1130808" y="120446"/>
                  <a:pt x="1135380" y="124206"/>
                  <a:pt x="1135380" y="126949"/>
                </a:cubicBezTo>
                <a:cubicBezTo>
                  <a:pt x="1135380" y="129692"/>
                  <a:pt x="1133958" y="132384"/>
                  <a:pt x="1131113" y="135026"/>
                </a:cubicBezTo>
                <a:cubicBezTo>
                  <a:pt x="1128268" y="137668"/>
                  <a:pt x="1125881" y="142087"/>
                  <a:pt x="1123950" y="148285"/>
                </a:cubicBezTo>
                <a:cubicBezTo>
                  <a:pt x="1122020" y="154482"/>
                  <a:pt x="1120547" y="161340"/>
                  <a:pt x="1119531" y="168859"/>
                </a:cubicBezTo>
                <a:cubicBezTo>
                  <a:pt x="1116076" y="193649"/>
                  <a:pt x="1111453" y="213258"/>
                  <a:pt x="1105662" y="227685"/>
                </a:cubicBezTo>
                <a:cubicBezTo>
                  <a:pt x="1099871" y="242112"/>
                  <a:pt x="1092556" y="252882"/>
                  <a:pt x="1083717" y="259994"/>
                </a:cubicBezTo>
                <a:cubicBezTo>
                  <a:pt x="1074877" y="267106"/>
                  <a:pt x="1068426" y="270662"/>
                  <a:pt x="1064362" y="270662"/>
                </a:cubicBezTo>
                <a:cubicBezTo>
                  <a:pt x="1061314" y="270662"/>
                  <a:pt x="1059180" y="268528"/>
                  <a:pt x="1057961" y="264261"/>
                </a:cubicBezTo>
                <a:cubicBezTo>
                  <a:pt x="1056742" y="259994"/>
                  <a:pt x="1054710" y="255066"/>
                  <a:pt x="1051865" y="249478"/>
                </a:cubicBezTo>
                <a:cubicBezTo>
                  <a:pt x="1049020" y="243890"/>
                  <a:pt x="1046379" y="239420"/>
                  <a:pt x="1043940" y="236067"/>
                </a:cubicBezTo>
                <a:cubicBezTo>
                  <a:pt x="1041502" y="232714"/>
                  <a:pt x="1040283" y="230530"/>
                  <a:pt x="1040283" y="229514"/>
                </a:cubicBezTo>
                <a:cubicBezTo>
                  <a:pt x="1040283" y="228498"/>
                  <a:pt x="1040740" y="227990"/>
                  <a:pt x="1041654" y="227990"/>
                </a:cubicBezTo>
                <a:cubicBezTo>
                  <a:pt x="1042569" y="227990"/>
                  <a:pt x="1043940" y="228498"/>
                  <a:pt x="1045769" y="229514"/>
                </a:cubicBezTo>
                <a:cubicBezTo>
                  <a:pt x="1055319" y="234391"/>
                  <a:pt x="1062635" y="236829"/>
                  <a:pt x="1067715" y="236829"/>
                </a:cubicBezTo>
                <a:cubicBezTo>
                  <a:pt x="1071575" y="236829"/>
                  <a:pt x="1075538" y="234899"/>
                  <a:pt x="1079602" y="231038"/>
                </a:cubicBezTo>
                <a:cubicBezTo>
                  <a:pt x="1083666" y="227177"/>
                  <a:pt x="1087882" y="220167"/>
                  <a:pt x="1092251" y="210007"/>
                </a:cubicBezTo>
                <a:cubicBezTo>
                  <a:pt x="1096620" y="199847"/>
                  <a:pt x="1100125" y="188010"/>
                  <a:pt x="1102767" y="174498"/>
                </a:cubicBezTo>
                <a:cubicBezTo>
                  <a:pt x="1105408" y="160985"/>
                  <a:pt x="1106729" y="148844"/>
                  <a:pt x="1106729" y="138074"/>
                </a:cubicBezTo>
                <a:cubicBezTo>
                  <a:pt x="1106729" y="132181"/>
                  <a:pt x="1105459" y="128270"/>
                  <a:pt x="1102919" y="126339"/>
                </a:cubicBezTo>
                <a:cubicBezTo>
                  <a:pt x="1100379" y="124409"/>
                  <a:pt x="1096620" y="123444"/>
                  <a:pt x="1091641" y="123444"/>
                </a:cubicBezTo>
                <a:cubicBezTo>
                  <a:pt x="1086663" y="123444"/>
                  <a:pt x="1082751" y="123545"/>
                  <a:pt x="1079907" y="123748"/>
                </a:cubicBezTo>
                <a:cubicBezTo>
                  <a:pt x="1085799" y="129032"/>
                  <a:pt x="1088746" y="132588"/>
                  <a:pt x="1088746" y="134416"/>
                </a:cubicBezTo>
                <a:cubicBezTo>
                  <a:pt x="1088746" y="136245"/>
                  <a:pt x="1087628" y="138582"/>
                  <a:pt x="1085393" y="141427"/>
                </a:cubicBezTo>
                <a:cubicBezTo>
                  <a:pt x="1083158" y="144272"/>
                  <a:pt x="1077875" y="152552"/>
                  <a:pt x="1069543" y="166268"/>
                </a:cubicBezTo>
                <a:cubicBezTo>
                  <a:pt x="1061212" y="179984"/>
                  <a:pt x="1051052" y="192379"/>
                  <a:pt x="1039063" y="203454"/>
                </a:cubicBezTo>
                <a:cubicBezTo>
                  <a:pt x="1027075" y="214528"/>
                  <a:pt x="1014527" y="223113"/>
                  <a:pt x="1001421" y="229209"/>
                </a:cubicBezTo>
                <a:cubicBezTo>
                  <a:pt x="988314" y="235305"/>
                  <a:pt x="979323" y="238353"/>
                  <a:pt x="974446" y="238353"/>
                </a:cubicBezTo>
                <a:cubicBezTo>
                  <a:pt x="972617" y="238353"/>
                  <a:pt x="971703" y="237744"/>
                  <a:pt x="971703" y="236524"/>
                </a:cubicBezTo>
                <a:cubicBezTo>
                  <a:pt x="971703" y="235305"/>
                  <a:pt x="973836" y="233578"/>
                  <a:pt x="978103" y="231343"/>
                </a:cubicBezTo>
                <a:cubicBezTo>
                  <a:pt x="1005535" y="217525"/>
                  <a:pt x="1027684" y="198780"/>
                  <a:pt x="1044550" y="175107"/>
                </a:cubicBezTo>
                <a:cubicBezTo>
                  <a:pt x="1061415" y="151434"/>
                  <a:pt x="1069848" y="134721"/>
                  <a:pt x="1069848" y="124968"/>
                </a:cubicBezTo>
                <a:cubicBezTo>
                  <a:pt x="1062736" y="125780"/>
                  <a:pt x="1053795" y="127000"/>
                  <a:pt x="1043026" y="128625"/>
                </a:cubicBezTo>
                <a:cubicBezTo>
                  <a:pt x="1046887" y="131470"/>
                  <a:pt x="1048817" y="133908"/>
                  <a:pt x="1048817" y="135940"/>
                </a:cubicBezTo>
                <a:cubicBezTo>
                  <a:pt x="1048817" y="136956"/>
                  <a:pt x="1047649" y="138633"/>
                  <a:pt x="1045312" y="140970"/>
                </a:cubicBezTo>
                <a:cubicBezTo>
                  <a:pt x="1042975" y="143306"/>
                  <a:pt x="1038708" y="148386"/>
                  <a:pt x="1032510" y="156210"/>
                </a:cubicBezTo>
                <a:cubicBezTo>
                  <a:pt x="1026313" y="164033"/>
                  <a:pt x="1018032" y="171958"/>
                  <a:pt x="1007669" y="179984"/>
                </a:cubicBezTo>
                <a:cubicBezTo>
                  <a:pt x="997306" y="188010"/>
                  <a:pt x="987095" y="194614"/>
                  <a:pt x="977037" y="199796"/>
                </a:cubicBezTo>
                <a:cubicBezTo>
                  <a:pt x="966978" y="204978"/>
                  <a:pt x="960323" y="207568"/>
                  <a:pt x="957072" y="207568"/>
                </a:cubicBezTo>
                <a:cubicBezTo>
                  <a:pt x="955447" y="207568"/>
                  <a:pt x="954634" y="206959"/>
                  <a:pt x="954634" y="205740"/>
                </a:cubicBezTo>
                <a:cubicBezTo>
                  <a:pt x="954634" y="204520"/>
                  <a:pt x="956564" y="202793"/>
                  <a:pt x="960425" y="200558"/>
                </a:cubicBezTo>
                <a:cubicBezTo>
                  <a:pt x="974852" y="192633"/>
                  <a:pt x="989889" y="180746"/>
                  <a:pt x="1005535" y="164896"/>
                </a:cubicBezTo>
                <a:cubicBezTo>
                  <a:pt x="1021182" y="149047"/>
                  <a:pt x="1029513" y="137668"/>
                  <a:pt x="1030529" y="130759"/>
                </a:cubicBezTo>
                <a:cubicBezTo>
                  <a:pt x="1020369" y="132994"/>
                  <a:pt x="1012901" y="135534"/>
                  <a:pt x="1008126" y="138379"/>
                </a:cubicBezTo>
                <a:cubicBezTo>
                  <a:pt x="1003351" y="141224"/>
                  <a:pt x="1000049" y="142646"/>
                  <a:pt x="998220" y="142646"/>
                </a:cubicBezTo>
                <a:cubicBezTo>
                  <a:pt x="995375" y="142646"/>
                  <a:pt x="993953" y="140360"/>
                  <a:pt x="993953" y="135788"/>
                </a:cubicBezTo>
                <a:cubicBezTo>
                  <a:pt x="993953" y="131216"/>
                  <a:pt x="994817" y="128066"/>
                  <a:pt x="996544" y="126339"/>
                </a:cubicBezTo>
                <a:cubicBezTo>
                  <a:pt x="998271" y="124612"/>
                  <a:pt x="1001065" y="122936"/>
                  <a:pt x="1004926" y="121310"/>
                </a:cubicBezTo>
                <a:cubicBezTo>
                  <a:pt x="1010819" y="118872"/>
                  <a:pt x="1021385" y="107696"/>
                  <a:pt x="1036625" y="87782"/>
                </a:cubicBezTo>
                <a:cubicBezTo>
                  <a:pt x="1051865" y="67868"/>
                  <a:pt x="1059485" y="56896"/>
                  <a:pt x="1059485" y="54864"/>
                </a:cubicBezTo>
                <a:cubicBezTo>
                  <a:pt x="1059485" y="54660"/>
                  <a:pt x="1059282" y="54559"/>
                  <a:pt x="1058875" y="54559"/>
                </a:cubicBezTo>
                <a:cubicBezTo>
                  <a:pt x="1058469" y="54559"/>
                  <a:pt x="1057656" y="54762"/>
                  <a:pt x="1056437" y="55168"/>
                </a:cubicBezTo>
                <a:cubicBezTo>
                  <a:pt x="1034695" y="63500"/>
                  <a:pt x="1020064" y="67665"/>
                  <a:pt x="1012546" y="67665"/>
                </a:cubicBezTo>
                <a:cubicBezTo>
                  <a:pt x="1008279" y="67665"/>
                  <a:pt x="1003656" y="66446"/>
                  <a:pt x="998677" y="64008"/>
                </a:cubicBezTo>
                <a:cubicBezTo>
                  <a:pt x="993699" y="61569"/>
                  <a:pt x="991210" y="59232"/>
                  <a:pt x="991210" y="56997"/>
                </a:cubicBezTo>
                <a:cubicBezTo>
                  <a:pt x="991210" y="54152"/>
                  <a:pt x="995325" y="52730"/>
                  <a:pt x="1003554" y="52730"/>
                </a:cubicBezTo>
                <a:cubicBezTo>
                  <a:pt x="1011784" y="52730"/>
                  <a:pt x="1021487" y="51206"/>
                  <a:pt x="1032663" y="48158"/>
                </a:cubicBezTo>
                <a:cubicBezTo>
                  <a:pt x="1043839" y="45110"/>
                  <a:pt x="1052475" y="41605"/>
                  <a:pt x="1058571" y="37642"/>
                </a:cubicBezTo>
                <a:cubicBezTo>
                  <a:pt x="1064667" y="33680"/>
                  <a:pt x="1069086" y="31699"/>
                  <a:pt x="1071829" y="31699"/>
                </a:cubicBezTo>
                <a:close/>
                <a:moveTo>
                  <a:pt x="1378763" y="26517"/>
                </a:moveTo>
                <a:cubicBezTo>
                  <a:pt x="1387399" y="26517"/>
                  <a:pt x="1393597" y="27838"/>
                  <a:pt x="1397356" y="30480"/>
                </a:cubicBezTo>
                <a:cubicBezTo>
                  <a:pt x="1401115" y="33121"/>
                  <a:pt x="1402995" y="35560"/>
                  <a:pt x="1402995" y="37795"/>
                </a:cubicBezTo>
                <a:cubicBezTo>
                  <a:pt x="1402995" y="39827"/>
                  <a:pt x="1401471" y="41503"/>
                  <a:pt x="1398423" y="42824"/>
                </a:cubicBezTo>
                <a:cubicBezTo>
                  <a:pt x="1395375" y="44145"/>
                  <a:pt x="1375004" y="46380"/>
                  <a:pt x="1337310" y="49530"/>
                </a:cubicBezTo>
                <a:cubicBezTo>
                  <a:pt x="1299617" y="52679"/>
                  <a:pt x="1274471" y="54254"/>
                  <a:pt x="1261872" y="54254"/>
                </a:cubicBezTo>
                <a:cubicBezTo>
                  <a:pt x="1258011" y="54254"/>
                  <a:pt x="1254659" y="54152"/>
                  <a:pt x="1251814" y="53949"/>
                </a:cubicBezTo>
                <a:cubicBezTo>
                  <a:pt x="1251814" y="79756"/>
                  <a:pt x="1249782" y="138988"/>
                  <a:pt x="1245718" y="231648"/>
                </a:cubicBezTo>
                <a:cubicBezTo>
                  <a:pt x="1309319" y="226364"/>
                  <a:pt x="1353515" y="221691"/>
                  <a:pt x="1378306" y="217627"/>
                </a:cubicBezTo>
                <a:cubicBezTo>
                  <a:pt x="1381964" y="217017"/>
                  <a:pt x="1385621" y="216712"/>
                  <a:pt x="1389279" y="216712"/>
                </a:cubicBezTo>
                <a:cubicBezTo>
                  <a:pt x="1400658" y="216712"/>
                  <a:pt x="1409700" y="218998"/>
                  <a:pt x="1416406" y="223570"/>
                </a:cubicBezTo>
                <a:cubicBezTo>
                  <a:pt x="1423111" y="228142"/>
                  <a:pt x="1426464" y="232156"/>
                  <a:pt x="1426464" y="235610"/>
                </a:cubicBezTo>
                <a:cubicBezTo>
                  <a:pt x="1426464" y="239064"/>
                  <a:pt x="1422603" y="240792"/>
                  <a:pt x="1414882" y="240792"/>
                </a:cubicBezTo>
                <a:cubicBezTo>
                  <a:pt x="1412240" y="240792"/>
                  <a:pt x="1409294" y="240588"/>
                  <a:pt x="1406043" y="240182"/>
                </a:cubicBezTo>
                <a:cubicBezTo>
                  <a:pt x="1394054" y="238556"/>
                  <a:pt x="1379677" y="237744"/>
                  <a:pt x="1362914" y="237744"/>
                </a:cubicBezTo>
                <a:cubicBezTo>
                  <a:pt x="1346149" y="237744"/>
                  <a:pt x="1327455" y="238455"/>
                  <a:pt x="1306830" y="239877"/>
                </a:cubicBezTo>
                <a:cubicBezTo>
                  <a:pt x="1286206" y="241300"/>
                  <a:pt x="1271423" y="242824"/>
                  <a:pt x="1262482" y="244449"/>
                </a:cubicBezTo>
                <a:cubicBezTo>
                  <a:pt x="1253541" y="246075"/>
                  <a:pt x="1246023" y="249021"/>
                  <a:pt x="1239927" y="253288"/>
                </a:cubicBezTo>
                <a:cubicBezTo>
                  <a:pt x="1236066" y="255930"/>
                  <a:pt x="1232916" y="257251"/>
                  <a:pt x="1230478" y="257251"/>
                </a:cubicBezTo>
                <a:cubicBezTo>
                  <a:pt x="1228039" y="257251"/>
                  <a:pt x="1225449" y="254812"/>
                  <a:pt x="1222705" y="249936"/>
                </a:cubicBezTo>
                <a:cubicBezTo>
                  <a:pt x="1219962" y="245059"/>
                  <a:pt x="1218591" y="241300"/>
                  <a:pt x="1218591" y="238658"/>
                </a:cubicBezTo>
                <a:cubicBezTo>
                  <a:pt x="1218591" y="236016"/>
                  <a:pt x="1220013" y="233019"/>
                  <a:pt x="1222858" y="229666"/>
                </a:cubicBezTo>
                <a:cubicBezTo>
                  <a:pt x="1225703" y="226314"/>
                  <a:pt x="1227938" y="219405"/>
                  <a:pt x="1229564" y="208940"/>
                </a:cubicBezTo>
                <a:cubicBezTo>
                  <a:pt x="1231189" y="198475"/>
                  <a:pt x="1232561" y="179679"/>
                  <a:pt x="1233678" y="152552"/>
                </a:cubicBezTo>
                <a:cubicBezTo>
                  <a:pt x="1234796" y="125425"/>
                  <a:pt x="1235355" y="105359"/>
                  <a:pt x="1235355" y="92354"/>
                </a:cubicBezTo>
                <a:cubicBezTo>
                  <a:pt x="1235355" y="70002"/>
                  <a:pt x="1233831" y="56438"/>
                  <a:pt x="1230783" y="51663"/>
                </a:cubicBezTo>
                <a:cubicBezTo>
                  <a:pt x="1227735" y="46888"/>
                  <a:pt x="1226211" y="43281"/>
                  <a:pt x="1226211" y="40843"/>
                </a:cubicBezTo>
                <a:cubicBezTo>
                  <a:pt x="1226211" y="38404"/>
                  <a:pt x="1228344" y="37185"/>
                  <a:pt x="1232611" y="37185"/>
                </a:cubicBezTo>
                <a:cubicBezTo>
                  <a:pt x="1236879" y="37185"/>
                  <a:pt x="1244803" y="39522"/>
                  <a:pt x="1256386" y="44196"/>
                </a:cubicBezTo>
                <a:cubicBezTo>
                  <a:pt x="1271829" y="43383"/>
                  <a:pt x="1288898" y="41452"/>
                  <a:pt x="1307592" y="38404"/>
                </a:cubicBezTo>
                <a:cubicBezTo>
                  <a:pt x="1326287" y="35356"/>
                  <a:pt x="1342339" y="32105"/>
                  <a:pt x="1355751" y="28651"/>
                </a:cubicBezTo>
                <a:cubicBezTo>
                  <a:pt x="1362456" y="27228"/>
                  <a:pt x="1370127" y="26517"/>
                  <a:pt x="1378763" y="26517"/>
                </a:cubicBezTo>
                <a:close/>
                <a:moveTo>
                  <a:pt x="931012" y="19202"/>
                </a:moveTo>
                <a:cubicBezTo>
                  <a:pt x="934771" y="19202"/>
                  <a:pt x="940715" y="21132"/>
                  <a:pt x="948843" y="24993"/>
                </a:cubicBezTo>
                <a:cubicBezTo>
                  <a:pt x="956971" y="28854"/>
                  <a:pt x="961035" y="32613"/>
                  <a:pt x="961035" y="36271"/>
                </a:cubicBezTo>
                <a:cubicBezTo>
                  <a:pt x="961035" y="37693"/>
                  <a:pt x="960628" y="39827"/>
                  <a:pt x="959815" y="42672"/>
                </a:cubicBezTo>
                <a:cubicBezTo>
                  <a:pt x="956158" y="54254"/>
                  <a:pt x="953719" y="72644"/>
                  <a:pt x="952500" y="97840"/>
                </a:cubicBezTo>
                <a:cubicBezTo>
                  <a:pt x="962457" y="94183"/>
                  <a:pt x="970280" y="92354"/>
                  <a:pt x="975970" y="92354"/>
                </a:cubicBezTo>
                <a:cubicBezTo>
                  <a:pt x="984098" y="92354"/>
                  <a:pt x="988162" y="93980"/>
                  <a:pt x="988162" y="97231"/>
                </a:cubicBezTo>
                <a:cubicBezTo>
                  <a:pt x="988162" y="99263"/>
                  <a:pt x="986435" y="101244"/>
                  <a:pt x="982980" y="103174"/>
                </a:cubicBezTo>
                <a:cubicBezTo>
                  <a:pt x="979526" y="105105"/>
                  <a:pt x="969163" y="108813"/>
                  <a:pt x="951891" y="114300"/>
                </a:cubicBezTo>
                <a:lnTo>
                  <a:pt x="949757" y="164287"/>
                </a:lnTo>
                <a:cubicBezTo>
                  <a:pt x="970280" y="153111"/>
                  <a:pt x="981558" y="147523"/>
                  <a:pt x="983590" y="147523"/>
                </a:cubicBezTo>
                <a:cubicBezTo>
                  <a:pt x="985622" y="147523"/>
                  <a:pt x="987044" y="147828"/>
                  <a:pt x="987857" y="148437"/>
                </a:cubicBezTo>
                <a:cubicBezTo>
                  <a:pt x="988670" y="149047"/>
                  <a:pt x="989076" y="149555"/>
                  <a:pt x="989076" y="149961"/>
                </a:cubicBezTo>
                <a:cubicBezTo>
                  <a:pt x="989076" y="151384"/>
                  <a:pt x="984809" y="154787"/>
                  <a:pt x="976275" y="160172"/>
                </a:cubicBezTo>
                <a:cubicBezTo>
                  <a:pt x="967740" y="165557"/>
                  <a:pt x="956209" y="173482"/>
                  <a:pt x="941680" y="183946"/>
                </a:cubicBezTo>
                <a:cubicBezTo>
                  <a:pt x="927151" y="194411"/>
                  <a:pt x="918312" y="201218"/>
                  <a:pt x="915162" y="204368"/>
                </a:cubicBezTo>
                <a:cubicBezTo>
                  <a:pt x="912013" y="207518"/>
                  <a:pt x="908914" y="209092"/>
                  <a:pt x="905866" y="209092"/>
                </a:cubicBezTo>
                <a:cubicBezTo>
                  <a:pt x="902818" y="209092"/>
                  <a:pt x="898703" y="207060"/>
                  <a:pt x="893521" y="202996"/>
                </a:cubicBezTo>
                <a:cubicBezTo>
                  <a:pt x="888340" y="198932"/>
                  <a:pt x="885749" y="195834"/>
                  <a:pt x="885749" y="193700"/>
                </a:cubicBezTo>
                <a:cubicBezTo>
                  <a:pt x="885749" y="191566"/>
                  <a:pt x="887629" y="190296"/>
                  <a:pt x="891388" y="189890"/>
                </a:cubicBezTo>
                <a:cubicBezTo>
                  <a:pt x="895147" y="189484"/>
                  <a:pt x="901040" y="187604"/>
                  <a:pt x="909066" y="184251"/>
                </a:cubicBezTo>
                <a:cubicBezTo>
                  <a:pt x="917093" y="180898"/>
                  <a:pt x="925881" y="176784"/>
                  <a:pt x="935431" y="171907"/>
                </a:cubicBezTo>
                <a:lnTo>
                  <a:pt x="936955" y="117957"/>
                </a:lnTo>
                <a:cubicBezTo>
                  <a:pt x="925576" y="120396"/>
                  <a:pt x="918109" y="121615"/>
                  <a:pt x="914553" y="121615"/>
                </a:cubicBezTo>
                <a:cubicBezTo>
                  <a:pt x="910997" y="121615"/>
                  <a:pt x="907949" y="120954"/>
                  <a:pt x="905409" y="119634"/>
                </a:cubicBezTo>
                <a:cubicBezTo>
                  <a:pt x="902869" y="118313"/>
                  <a:pt x="901599" y="116738"/>
                  <a:pt x="901599" y="114909"/>
                </a:cubicBezTo>
                <a:cubicBezTo>
                  <a:pt x="901599" y="113080"/>
                  <a:pt x="903631" y="111963"/>
                  <a:pt x="907695" y="111556"/>
                </a:cubicBezTo>
                <a:cubicBezTo>
                  <a:pt x="913994" y="110744"/>
                  <a:pt x="923849" y="107899"/>
                  <a:pt x="937260" y="103022"/>
                </a:cubicBezTo>
                <a:cubicBezTo>
                  <a:pt x="937667" y="93675"/>
                  <a:pt x="937870" y="83870"/>
                  <a:pt x="937870" y="73609"/>
                </a:cubicBezTo>
                <a:cubicBezTo>
                  <a:pt x="937870" y="63347"/>
                  <a:pt x="937108" y="54356"/>
                  <a:pt x="935584" y="46634"/>
                </a:cubicBezTo>
                <a:cubicBezTo>
                  <a:pt x="934060" y="38912"/>
                  <a:pt x="931977" y="33528"/>
                  <a:pt x="929335" y="30480"/>
                </a:cubicBezTo>
                <a:cubicBezTo>
                  <a:pt x="926694" y="27432"/>
                  <a:pt x="925373" y="25095"/>
                  <a:pt x="925373" y="23469"/>
                </a:cubicBezTo>
                <a:cubicBezTo>
                  <a:pt x="925373" y="20624"/>
                  <a:pt x="927253" y="19202"/>
                  <a:pt x="931012" y="19202"/>
                </a:cubicBezTo>
                <a:close/>
                <a:moveTo>
                  <a:pt x="682295" y="17678"/>
                </a:moveTo>
                <a:cubicBezTo>
                  <a:pt x="685038" y="17678"/>
                  <a:pt x="690474" y="19253"/>
                  <a:pt x="698602" y="22402"/>
                </a:cubicBezTo>
                <a:cubicBezTo>
                  <a:pt x="706730" y="25552"/>
                  <a:pt x="710794" y="29768"/>
                  <a:pt x="710794" y="35052"/>
                </a:cubicBezTo>
                <a:cubicBezTo>
                  <a:pt x="710794" y="37084"/>
                  <a:pt x="710184" y="40132"/>
                  <a:pt x="708965" y="44196"/>
                </a:cubicBezTo>
                <a:cubicBezTo>
                  <a:pt x="706730" y="51511"/>
                  <a:pt x="705307" y="64312"/>
                  <a:pt x="704698" y="82600"/>
                </a:cubicBezTo>
                <a:cubicBezTo>
                  <a:pt x="732739" y="77927"/>
                  <a:pt x="749199" y="74777"/>
                  <a:pt x="754075" y="73152"/>
                </a:cubicBezTo>
                <a:cubicBezTo>
                  <a:pt x="759155" y="70916"/>
                  <a:pt x="762965" y="69799"/>
                  <a:pt x="765505" y="69799"/>
                </a:cubicBezTo>
                <a:cubicBezTo>
                  <a:pt x="768045" y="69799"/>
                  <a:pt x="773938" y="72390"/>
                  <a:pt x="783184" y="77571"/>
                </a:cubicBezTo>
                <a:cubicBezTo>
                  <a:pt x="792429" y="82753"/>
                  <a:pt x="797052" y="86969"/>
                  <a:pt x="797052" y="90220"/>
                </a:cubicBezTo>
                <a:cubicBezTo>
                  <a:pt x="797052" y="92456"/>
                  <a:pt x="795477" y="94792"/>
                  <a:pt x="792328" y="97231"/>
                </a:cubicBezTo>
                <a:cubicBezTo>
                  <a:pt x="789178" y="99669"/>
                  <a:pt x="786435" y="103174"/>
                  <a:pt x="784098" y="107746"/>
                </a:cubicBezTo>
                <a:cubicBezTo>
                  <a:pt x="781761" y="112318"/>
                  <a:pt x="779780" y="117805"/>
                  <a:pt x="778155" y="124206"/>
                </a:cubicBezTo>
                <a:cubicBezTo>
                  <a:pt x="776529" y="130606"/>
                  <a:pt x="773786" y="139649"/>
                  <a:pt x="769925" y="151333"/>
                </a:cubicBezTo>
                <a:cubicBezTo>
                  <a:pt x="766064" y="163017"/>
                  <a:pt x="762203" y="171246"/>
                  <a:pt x="758343" y="176022"/>
                </a:cubicBezTo>
                <a:cubicBezTo>
                  <a:pt x="754482" y="180797"/>
                  <a:pt x="751485" y="183184"/>
                  <a:pt x="749351" y="183184"/>
                </a:cubicBezTo>
                <a:cubicBezTo>
                  <a:pt x="747217" y="183184"/>
                  <a:pt x="745389" y="181914"/>
                  <a:pt x="743865" y="179374"/>
                </a:cubicBezTo>
                <a:cubicBezTo>
                  <a:pt x="742341" y="176834"/>
                  <a:pt x="739851" y="175564"/>
                  <a:pt x="736397" y="175564"/>
                </a:cubicBezTo>
                <a:cubicBezTo>
                  <a:pt x="732943" y="175564"/>
                  <a:pt x="721868" y="176885"/>
                  <a:pt x="703174" y="179527"/>
                </a:cubicBezTo>
                <a:cubicBezTo>
                  <a:pt x="702971" y="192125"/>
                  <a:pt x="703275" y="202031"/>
                  <a:pt x="704088" y="209245"/>
                </a:cubicBezTo>
                <a:cubicBezTo>
                  <a:pt x="704901" y="216458"/>
                  <a:pt x="706527" y="221843"/>
                  <a:pt x="708965" y="225399"/>
                </a:cubicBezTo>
                <a:cubicBezTo>
                  <a:pt x="711403" y="228955"/>
                  <a:pt x="716737" y="231800"/>
                  <a:pt x="724967" y="233934"/>
                </a:cubicBezTo>
                <a:cubicBezTo>
                  <a:pt x="733197" y="236067"/>
                  <a:pt x="742595" y="237134"/>
                  <a:pt x="753161" y="237134"/>
                </a:cubicBezTo>
                <a:cubicBezTo>
                  <a:pt x="763727" y="237134"/>
                  <a:pt x="773938" y="236321"/>
                  <a:pt x="783793" y="234696"/>
                </a:cubicBezTo>
                <a:cubicBezTo>
                  <a:pt x="793649" y="233070"/>
                  <a:pt x="799897" y="230987"/>
                  <a:pt x="802539" y="228447"/>
                </a:cubicBezTo>
                <a:cubicBezTo>
                  <a:pt x="805180" y="225907"/>
                  <a:pt x="807517" y="222402"/>
                  <a:pt x="809549" y="217932"/>
                </a:cubicBezTo>
                <a:cubicBezTo>
                  <a:pt x="811581" y="213461"/>
                  <a:pt x="814223" y="203200"/>
                  <a:pt x="817474" y="187147"/>
                </a:cubicBezTo>
                <a:cubicBezTo>
                  <a:pt x="818287" y="183083"/>
                  <a:pt x="819404" y="181051"/>
                  <a:pt x="820827" y="181051"/>
                </a:cubicBezTo>
                <a:cubicBezTo>
                  <a:pt x="822249" y="181051"/>
                  <a:pt x="823214" y="183642"/>
                  <a:pt x="823722" y="188823"/>
                </a:cubicBezTo>
                <a:cubicBezTo>
                  <a:pt x="824230" y="194005"/>
                  <a:pt x="825551" y="200710"/>
                  <a:pt x="827685" y="208940"/>
                </a:cubicBezTo>
                <a:cubicBezTo>
                  <a:pt x="829818" y="217170"/>
                  <a:pt x="831596" y="222554"/>
                  <a:pt x="833019" y="225094"/>
                </a:cubicBezTo>
                <a:cubicBezTo>
                  <a:pt x="834441" y="227634"/>
                  <a:pt x="835152" y="229819"/>
                  <a:pt x="835152" y="231648"/>
                </a:cubicBezTo>
                <a:cubicBezTo>
                  <a:pt x="835152" y="237337"/>
                  <a:pt x="827685" y="242976"/>
                  <a:pt x="812749" y="248564"/>
                </a:cubicBezTo>
                <a:cubicBezTo>
                  <a:pt x="797814" y="254152"/>
                  <a:pt x="780593" y="256946"/>
                  <a:pt x="761086" y="256946"/>
                </a:cubicBezTo>
                <a:cubicBezTo>
                  <a:pt x="747065" y="256946"/>
                  <a:pt x="735178" y="255422"/>
                  <a:pt x="725424" y="252374"/>
                </a:cubicBezTo>
                <a:cubicBezTo>
                  <a:pt x="715671" y="249326"/>
                  <a:pt x="708051" y="245211"/>
                  <a:pt x="702564" y="240030"/>
                </a:cubicBezTo>
                <a:cubicBezTo>
                  <a:pt x="697078" y="234848"/>
                  <a:pt x="693471" y="227990"/>
                  <a:pt x="691744" y="219456"/>
                </a:cubicBezTo>
                <a:cubicBezTo>
                  <a:pt x="690017" y="210921"/>
                  <a:pt x="689255" y="198221"/>
                  <a:pt x="689458" y="181356"/>
                </a:cubicBezTo>
                <a:cubicBezTo>
                  <a:pt x="673405" y="183794"/>
                  <a:pt x="661518" y="185216"/>
                  <a:pt x="653796" y="185623"/>
                </a:cubicBezTo>
                <a:cubicBezTo>
                  <a:pt x="653593" y="190906"/>
                  <a:pt x="652069" y="193548"/>
                  <a:pt x="649224" y="193548"/>
                </a:cubicBezTo>
                <a:cubicBezTo>
                  <a:pt x="647599" y="193548"/>
                  <a:pt x="645973" y="192125"/>
                  <a:pt x="644347" y="189280"/>
                </a:cubicBezTo>
                <a:cubicBezTo>
                  <a:pt x="642722" y="186436"/>
                  <a:pt x="641503" y="183083"/>
                  <a:pt x="640690" y="179222"/>
                </a:cubicBezTo>
                <a:cubicBezTo>
                  <a:pt x="636016" y="157683"/>
                  <a:pt x="631546" y="139598"/>
                  <a:pt x="627279" y="124968"/>
                </a:cubicBezTo>
                <a:cubicBezTo>
                  <a:pt x="623011" y="110337"/>
                  <a:pt x="619557" y="101752"/>
                  <a:pt x="616915" y="99212"/>
                </a:cubicBezTo>
                <a:cubicBezTo>
                  <a:pt x="614274" y="96672"/>
                  <a:pt x="612953" y="94284"/>
                  <a:pt x="612953" y="92049"/>
                </a:cubicBezTo>
                <a:cubicBezTo>
                  <a:pt x="612953" y="89814"/>
                  <a:pt x="614782" y="88696"/>
                  <a:pt x="618439" y="88696"/>
                </a:cubicBezTo>
                <a:cubicBezTo>
                  <a:pt x="622097" y="88696"/>
                  <a:pt x="627583" y="90322"/>
                  <a:pt x="634899" y="93573"/>
                </a:cubicBezTo>
                <a:cubicBezTo>
                  <a:pt x="655015" y="90728"/>
                  <a:pt x="673303" y="87884"/>
                  <a:pt x="689763" y="85039"/>
                </a:cubicBezTo>
                <a:cubicBezTo>
                  <a:pt x="689559" y="60655"/>
                  <a:pt x="687578" y="44653"/>
                  <a:pt x="683819" y="37033"/>
                </a:cubicBezTo>
                <a:cubicBezTo>
                  <a:pt x="680060" y="29413"/>
                  <a:pt x="678180" y="24282"/>
                  <a:pt x="678180" y="21640"/>
                </a:cubicBezTo>
                <a:cubicBezTo>
                  <a:pt x="678180" y="18999"/>
                  <a:pt x="679552" y="17678"/>
                  <a:pt x="682295" y="17678"/>
                </a:cubicBezTo>
                <a:close/>
                <a:moveTo>
                  <a:pt x="75895" y="9144"/>
                </a:moveTo>
                <a:cubicBezTo>
                  <a:pt x="79756" y="9144"/>
                  <a:pt x="85395" y="10718"/>
                  <a:pt x="92812" y="13868"/>
                </a:cubicBezTo>
                <a:cubicBezTo>
                  <a:pt x="100229" y="17018"/>
                  <a:pt x="103937" y="20726"/>
                  <a:pt x="103937" y="24993"/>
                </a:cubicBezTo>
                <a:cubicBezTo>
                  <a:pt x="103937" y="26619"/>
                  <a:pt x="103226" y="28956"/>
                  <a:pt x="101803" y="32004"/>
                </a:cubicBezTo>
                <a:cubicBezTo>
                  <a:pt x="100381" y="35052"/>
                  <a:pt x="98451" y="48768"/>
                  <a:pt x="96012" y="73152"/>
                </a:cubicBezTo>
                <a:cubicBezTo>
                  <a:pt x="122835" y="69494"/>
                  <a:pt x="138887" y="66649"/>
                  <a:pt x="144171" y="64617"/>
                </a:cubicBezTo>
                <a:cubicBezTo>
                  <a:pt x="149454" y="62585"/>
                  <a:pt x="153721" y="61569"/>
                  <a:pt x="156972" y="61569"/>
                </a:cubicBezTo>
                <a:cubicBezTo>
                  <a:pt x="160223" y="61569"/>
                  <a:pt x="165811" y="63804"/>
                  <a:pt x="173736" y="68275"/>
                </a:cubicBezTo>
                <a:cubicBezTo>
                  <a:pt x="181661" y="72745"/>
                  <a:pt x="185623" y="76454"/>
                  <a:pt x="185623" y="79400"/>
                </a:cubicBezTo>
                <a:cubicBezTo>
                  <a:pt x="185623" y="82346"/>
                  <a:pt x="184506" y="85090"/>
                  <a:pt x="182271" y="87630"/>
                </a:cubicBezTo>
                <a:cubicBezTo>
                  <a:pt x="180035" y="90170"/>
                  <a:pt x="178918" y="97282"/>
                  <a:pt x="178918" y="108966"/>
                </a:cubicBezTo>
                <a:cubicBezTo>
                  <a:pt x="178918" y="120650"/>
                  <a:pt x="179731" y="137871"/>
                  <a:pt x="181356" y="160629"/>
                </a:cubicBezTo>
                <a:lnTo>
                  <a:pt x="185623" y="220370"/>
                </a:lnTo>
                <a:cubicBezTo>
                  <a:pt x="185623" y="233172"/>
                  <a:pt x="183388" y="244602"/>
                  <a:pt x="178918" y="254660"/>
                </a:cubicBezTo>
                <a:cubicBezTo>
                  <a:pt x="174447" y="264718"/>
                  <a:pt x="170587" y="269748"/>
                  <a:pt x="167335" y="269748"/>
                </a:cubicBezTo>
                <a:cubicBezTo>
                  <a:pt x="165507" y="269748"/>
                  <a:pt x="163271" y="268020"/>
                  <a:pt x="160630" y="264566"/>
                </a:cubicBezTo>
                <a:cubicBezTo>
                  <a:pt x="153924" y="255625"/>
                  <a:pt x="146203" y="247497"/>
                  <a:pt x="137465" y="240182"/>
                </a:cubicBezTo>
                <a:cubicBezTo>
                  <a:pt x="131775" y="235305"/>
                  <a:pt x="128931" y="232410"/>
                  <a:pt x="128931" y="231495"/>
                </a:cubicBezTo>
                <a:cubicBezTo>
                  <a:pt x="128931" y="230581"/>
                  <a:pt x="129591" y="230124"/>
                  <a:pt x="130912" y="230124"/>
                </a:cubicBezTo>
                <a:cubicBezTo>
                  <a:pt x="132233" y="230124"/>
                  <a:pt x="135484" y="230581"/>
                  <a:pt x="140665" y="231495"/>
                </a:cubicBezTo>
                <a:cubicBezTo>
                  <a:pt x="145847" y="232410"/>
                  <a:pt x="150571" y="232867"/>
                  <a:pt x="154839" y="232867"/>
                </a:cubicBezTo>
                <a:cubicBezTo>
                  <a:pt x="159106" y="232867"/>
                  <a:pt x="161951" y="231140"/>
                  <a:pt x="163373" y="227685"/>
                </a:cubicBezTo>
                <a:cubicBezTo>
                  <a:pt x="164795" y="224231"/>
                  <a:pt x="165507" y="211175"/>
                  <a:pt x="165507" y="188518"/>
                </a:cubicBezTo>
                <a:cubicBezTo>
                  <a:pt x="165507" y="165862"/>
                  <a:pt x="164897" y="145745"/>
                  <a:pt x="163678" y="128168"/>
                </a:cubicBezTo>
                <a:cubicBezTo>
                  <a:pt x="162459" y="110591"/>
                  <a:pt x="161239" y="98704"/>
                  <a:pt x="160020" y="92506"/>
                </a:cubicBezTo>
                <a:cubicBezTo>
                  <a:pt x="158801" y="86309"/>
                  <a:pt x="157125" y="82194"/>
                  <a:pt x="154991" y="80162"/>
                </a:cubicBezTo>
                <a:cubicBezTo>
                  <a:pt x="152857" y="78130"/>
                  <a:pt x="149809" y="77114"/>
                  <a:pt x="145847" y="77114"/>
                </a:cubicBezTo>
                <a:cubicBezTo>
                  <a:pt x="141885" y="77114"/>
                  <a:pt x="137363" y="77520"/>
                  <a:pt x="132283" y="78333"/>
                </a:cubicBezTo>
                <a:lnTo>
                  <a:pt x="95098" y="82905"/>
                </a:lnTo>
                <a:cubicBezTo>
                  <a:pt x="93472" y="95504"/>
                  <a:pt x="90729" y="107289"/>
                  <a:pt x="86868" y="118262"/>
                </a:cubicBezTo>
                <a:cubicBezTo>
                  <a:pt x="108814" y="126593"/>
                  <a:pt x="123597" y="134518"/>
                  <a:pt x="131217" y="142036"/>
                </a:cubicBezTo>
                <a:cubicBezTo>
                  <a:pt x="138837" y="149555"/>
                  <a:pt x="142647" y="157886"/>
                  <a:pt x="142647" y="167030"/>
                </a:cubicBezTo>
                <a:cubicBezTo>
                  <a:pt x="142647" y="173126"/>
                  <a:pt x="140615" y="176174"/>
                  <a:pt x="136551" y="176174"/>
                </a:cubicBezTo>
                <a:cubicBezTo>
                  <a:pt x="133909" y="176174"/>
                  <a:pt x="131166" y="174752"/>
                  <a:pt x="128321" y="171907"/>
                </a:cubicBezTo>
                <a:lnTo>
                  <a:pt x="85344" y="122529"/>
                </a:lnTo>
                <a:cubicBezTo>
                  <a:pt x="80874" y="133908"/>
                  <a:pt x="74829" y="144475"/>
                  <a:pt x="67209" y="154228"/>
                </a:cubicBezTo>
                <a:cubicBezTo>
                  <a:pt x="59589" y="163982"/>
                  <a:pt x="51715" y="171907"/>
                  <a:pt x="43587" y="178003"/>
                </a:cubicBezTo>
                <a:cubicBezTo>
                  <a:pt x="35459" y="184099"/>
                  <a:pt x="30277" y="187147"/>
                  <a:pt x="28042" y="187147"/>
                </a:cubicBezTo>
                <a:cubicBezTo>
                  <a:pt x="27432" y="187147"/>
                  <a:pt x="27127" y="186690"/>
                  <a:pt x="27127" y="185775"/>
                </a:cubicBezTo>
                <a:cubicBezTo>
                  <a:pt x="27127" y="184861"/>
                  <a:pt x="28550" y="182676"/>
                  <a:pt x="31395" y="179222"/>
                </a:cubicBezTo>
                <a:cubicBezTo>
                  <a:pt x="44806" y="164795"/>
                  <a:pt x="54966" y="150114"/>
                  <a:pt x="61875" y="135178"/>
                </a:cubicBezTo>
                <a:cubicBezTo>
                  <a:pt x="68783" y="120243"/>
                  <a:pt x="73559" y="103632"/>
                  <a:pt x="76200" y="85344"/>
                </a:cubicBezTo>
                <a:cubicBezTo>
                  <a:pt x="47752" y="88595"/>
                  <a:pt x="30379" y="90525"/>
                  <a:pt x="24079" y="91135"/>
                </a:cubicBezTo>
                <a:cubicBezTo>
                  <a:pt x="24283" y="135026"/>
                  <a:pt x="23470" y="171958"/>
                  <a:pt x="21641" y="201930"/>
                </a:cubicBezTo>
                <a:cubicBezTo>
                  <a:pt x="19812" y="231902"/>
                  <a:pt x="16155" y="246888"/>
                  <a:pt x="10668" y="246888"/>
                </a:cubicBezTo>
                <a:cubicBezTo>
                  <a:pt x="8230" y="246888"/>
                  <a:pt x="5842" y="243992"/>
                  <a:pt x="3505" y="238201"/>
                </a:cubicBezTo>
                <a:cubicBezTo>
                  <a:pt x="1169" y="232410"/>
                  <a:pt x="0" y="227787"/>
                  <a:pt x="0" y="224332"/>
                </a:cubicBezTo>
                <a:cubicBezTo>
                  <a:pt x="0" y="220878"/>
                  <a:pt x="1016" y="215392"/>
                  <a:pt x="3048" y="207873"/>
                </a:cubicBezTo>
                <a:cubicBezTo>
                  <a:pt x="5080" y="200355"/>
                  <a:pt x="6807" y="189331"/>
                  <a:pt x="8230" y="174802"/>
                </a:cubicBezTo>
                <a:cubicBezTo>
                  <a:pt x="9652" y="160274"/>
                  <a:pt x="10363" y="145999"/>
                  <a:pt x="10363" y="131978"/>
                </a:cubicBezTo>
                <a:cubicBezTo>
                  <a:pt x="10363" y="107594"/>
                  <a:pt x="8433" y="93065"/>
                  <a:pt x="4572" y="88392"/>
                </a:cubicBezTo>
                <a:cubicBezTo>
                  <a:pt x="1727" y="85140"/>
                  <a:pt x="305" y="82499"/>
                  <a:pt x="305" y="80467"/>
                </a:cubicBezTo>
                <a:cubicBezTo>
                  <a:pt x="305" y="78435"/>
                  <a:pt x="2032" y="77419"/>
                  <a:pt x="5487" y="77419"/>
                </a:cubicBezTo>
                <a:cubicBezTo>
                  <a:pt x="8941" y="77419"/>
                  <a:pt x="14224" y="78841"/>
                  <a:pt x="21336" y="81686"/>
                </a:cubicBezTo>
                <a:cubicBezTo>
                  <a:pt x="43282" y="79857"/>
                  <a:pt x="61976" y="77927"/>
                  <a:pt x="77419" y="75895"/>
                </a:cubicBezTo>
                <a:cubicBezTo>
                  <a:pt x="78639" y="64516"/>
                  <a:pt x="79248" y="53543"/>
                  <a:pt x="79248" y="42976"/>
                </a:cubicBezTo>
                <a:cubicBezTo>
                  <a:pt x="79248" y="32410"/>
                  <a:pt x="77724" y="25349"/>
                  <a:pt x="74676" y="21793"/>
                </a:cubicBezTo>
                <a:cubicBezTo>
                  <a:pt x="71628" y="18237"/>
                  <a:pt x="70104" y="15240"/>
                  <a:pt x="70104" y="12801"/>
                </a:cubicBezTo>
                <a:cubicBezTo>
                  <a:pt x="70104" y="10363"/>
                  <a:pt x="72035" y="9144"/>
                  <a:pt x="75895" y="9144"/>
                </a:cubicBezTo>
                <a:close/>
                <a:moveTo>
                  <a:pt x="418033" y="0"/>
                </a:moveTo>
                <a:cubicBezTo>
                  <a:pt x="420777" y="0"/>
                  <a:pt x="425501" y="1473"/>
                  <a:pt x="432207" y="4419"/>
                </a:cubicBezTo>
                <a:cubicBezTo>
                  <a:pt x="438912" y="7366"/>
                  <a:pt x="442265" y="10871"/>
                  <a:pt x="442265" y="14935"/>
                </a:cubicBezTo>
                <a:cubicBezTo>
                  <a:pt x="442265" y="16560"/>
                  <a:pt x="441757" y="19456"/>
                  <a:pt x="440741" y="23622"/>
                </a:cubicBezTo>
                <a:cubicBezTo>
                  <a:pt x="439725" y="27787"/>
                  <a:pt x="438811" y="38201"/>
                  <a:pt x="437998" y="54864"/>
                </a:cubicBezTo>
                <a:cubicBezTo>
                  <a:pt x="450596" y="52019"/>
                  <a:pt x="460147" y="48971"/>
                  <a:pt x="466649" y="45720"/>
                </a:cubicBezTo>
                <a:cubicBezTo>
                  <a:pt x="468478" y="44704"/>
                  <a:pt x="470561" y="44196"/>
                  <a:pt x="472897" y="44196"/>
                </a:cubicBezTo>
                <a:cubicBezTo>
                  <a:pt x="475234" y="44196"/>
                  <a:pt x="479400" y="46177"/>
                  <a:pt x="485394" y="50139"/>
                </a:cubicBezTo>
                <a:cubicBezTo>
                  <a:pt x="491389" y="54102"/>
                  <a:pt x="494386" y="57099"/>
                  <a:pt x="494386" y="59131"/>
                </a:cubicBezTo>
                <a:cubicBezTo>
                  <a:pt x="494386" y="60350"/>
                  <a:pt x="492963" y="62280"/>
                  <a:pt x="490119" y="64922"/>
                </a:cubicBezTo>
                <a:cubicBezTo>
                  <a:pt x="487274" y="67564"/>
                  <a:pt x="484531" y="71628"/>
                  <a:pt x="481889" y="77114"/>
                </a:cubicBezTo>
                <a:cubicBezTo>
                  <a:pt x="494691" y="74269"/>
                  <a:pt x="504089" y="72847"/>
                  <a:pt x="510083" y="72847"/>
                </a:cubicBezTo>
                <a:cubicBezTo>
                  <a:pt x="516078" y="72847"/>
                  <a:pt x="521259" y="74218"/>
                  <a:pt x="525628" y="76962"/>
                </a:cubicBezTo>
                <a:cubicBezTo>
                  <a:pt x="529997" y="79705"/>
                  <a:pt x="532181" y="81991"/>
                  <a:pt x="532181" y="83820"/>
                </a:cubicBezTo>
                <a:cubicBezTo>
                  <a:pt x="532181" y="87071"/>
                  <a:pt x="527406" y="88696"/>
                  <a:pt x="517855" y="88696"/>
                </a:cubicBezTo>
                <a:lnTo>
                  <a:pt x="501701" y="88087"/>
                </a:lnTo>
                <a:cubicBezTo>
                  <a:pt x="494995" y="88087"/>
                  <a:pt x="486867" y="88392"/>
                  <a:pt x="477317" y="89001"/>
                </a:cubicBezTo>
                <a:cubicBezTo>
                  <a:pt x="474269" y="98348"/>
                  <a:pt x="472745" y="104749"/>
                  <a:pt x="472745" y="108204"/>
                </a:cubicBezTo>
                <a:cubicBezTo>
                  <a:pt x="472745" y="110236"/>
                  <a:pt x="474218" y="112064"/>
                  <a:pt x="477165" y="113690"/>
                </a:cubicBezTo>
                <a:cubicBezTo>
                  <a:pt x="480111" y="115316"/>
                  <a:pt x="481584" y="116840"/>
                  <a:pt x="481584" y="118262"/>
                </a:cubicBezTo>
                <a:cubicBezTo>
                  <a:pt x="481584" y="120904"/>
                  <a:pt x="478943" y="122326"/>
                  <a:pt x="473659" y="122529"/>
                </a:cubicBezTo>
                <a:cubicBezTo>
                  <a:pt x="463296" y="122936"/>
                  <a:pt x="450901" y="124358"/>
                  <a:pt x="436474" y="126796"/>
                </a:cubicBezTo>
                <a:lnTo>
                  <a:pt x="435864" y="145389"/>
                </a:lnTo>
                <a:cubicBezTo>
                  <a:pt x="448463" y="142748"/>
                  <a:pt x="456845" y="141427"/>
                  <a:pt x="461010" y="141427"/>
                </a:cubicBezTo>
                <a:cubicBezTo>
                  <a:pt x="465176" y="141427"/>
                  <a:pt x="468833" y="142138"/>
                  <a:pt x="471983" y="143560"/>
                </a:cubicBezTo>
                <a:cubicBezTo>
                  <a:pt x="475133" y="144983"/>
                  <a:pt x="476707" y="146507"/>
                  <a:pt x="476707" y="148132"/>
                </a:cubicBezTo>
                <a:cubicBezTo>
                  <a:pt x="476707" y="151180"/>
                  <a:pt x="472339" y="152908"/>
                  <a:pt x="463601" y="153314"/>
                </a:cubicBezTo>
                <a:cubicBezTo>
                  <a:pt x="454863" y="153720"/>
                  <a:pt x="445516" y="154635"/>
                  <a:pt x="435559" y="156057"/>
                </a:cubicBezTo>
                <a:lnTo>
                  <a:pt x="434950" y="178917"/>
                </a:lnTo>
                <a:cubicBezTo>
                  <a:pt x="451206" y="176682"/>
                  <a:pt x="462483" y="174802"/>
                  <a:pt x="468783" y="173278"/>
                </a:cubicBezTo>
                <a:cubicBezTo>
                  <a:pt x="475082" y="171754"/>
                  <a:pt x="480517" y="170992"/>
                  <a:pt x="485089" y="170992"/>
                </a:cubicBezTo>
                <a:cubicBezTo>
                  <a:pt x="489661" y="170992"/>
                  <a:pt x="493979" y="172161"/>
                  <a:pt x="498043" y="174498"/>
                </a:cubicBezTo>
                <a:cubicBezTo>
                  <a:pt x="502107" y="176834"/>
                  <a:pt x="504139" y="179120"/>
                  <a:pt x="504139" y="181356"/>
                </a:cubicBezTo>
                <a:cubicBezTo>
                  <a:pt x="504139" y="184404"/>
                  <a:pt x="501295" y="185928"/>
                  <a:pt x="495605" y="185928"/>
                </a:cubicBezTo>
                <a:cubicBezTo>
                  <a:pt x="494386" y="185928"/>
                  <a:pt x="493065" y="185826"/>
                  <a:pt x="491643" y="185623"/>
                </a:cubicBezTo>
                <a:cubicBezTo>
                  <a:pt x="486766" y="185216"/>
                  <a:pt x="479654" y="185013"/>
                  <a:pt x="470307" y="185013"/>
                </a:cubicBezTo>
                <a:cubicBezTo>
                  <a:pt x="460959" y="185013"/>
                  <a:pt x="449072" y="185826"/>
                  <a:pt x="434645" y="187452"/>
                </a:cubicBezTo>
                <a:cubicBezTo>
                  <a:pt x="433629" y="209397"/>
                  <a:pt x="432511" y="223215"/>
                  <a:pt x="431292" y="228904"/>
                </a:cubicBezTo>
                <a:cubicBezTo>
                  <a:pt x="430073" y="234594"/>
                  <a:pt x="428346" y="237439"/>
                  <a:pt x="426111" y="237439"/>
                </a:cubicBezTo>
                <a:cubicBezTo>
                  <a:pt x="422047" y="237439"/>
                  <a:pt x="420015" y="230428"/>
                  <a:pt x="420015" y="216408"/>
                </a:cubicBezTo>
                <a:cubicBezTo>
                  <a:pt x="420015" y="211124"/>
                  <a:pt x="420319" y="202082"/>
                  <a:pt x="420929" y="189280"/>
                </a:cubicBezTo>
                <a:cubicBezTo>
                  <a:pt x="407721" y="191109"/>
                  <a:pt x="398018" y="192786"/>
                  <a:pt x="391821" y="194310"/>
                </a:cubicBezTo>
                <a:cubicBezTo>
                  <a:pt x="385623" y="195834"/>
                  <a:pt x="380797" y="196596"/>
                  <a:pt x="377343" y="196596"/>
                </a:cubicBezTo>
                <a:cubicBezTo>
                  <a:pt x="373888" y="196596"/>
                  <a:pt x="370332" y="195580"/>
                  <a:pt x="366675" y="193548"/>
                </a:cubicBezTo>
                <a:cubicBezTo>
                  <a:pt x="363017" y="191516"/>
                  <a:pt x="361188" y="189992"/>
                  <a:pt x="361188" y="188976"/>
                </a:cubicBezTo>
                <a:cubicBezTo>
                  <a:pt x="361188" y="187147"/>
                  <a:pt x="365455" y="185978"/>
                  <a:pt x="373990" y="185470"/>
                </a:cubicBezTo>
                <a:cubicBezTo>
                  <a:pt x="382524" y="184962"/>
                  <a:pt x="398171" y="183388"/>
                  <a:pt x="420929" y="180746"/>
                </a:cubicBezTo>
                <a:lnTo>
                  <a:pt x="421843" y="158496"/>
                </a:lnTo>
                <a:cubicBezTo>
                  <a:pt x="415747" y="159512"/>
                  <a:pt x="410058" y="160680"/>
                  <a:pt x="404775" y="162001"/>
                </a:cubicBezTo>
                <a:cubicBezTo>
                  <a:pt x="399491" y="163322"/>
                  <a:pt x="395478" y="163982"/>
                  <a:pt x="392735" y="163982"/>
                </a:cubicBezTo>
                <a:cubicBezTo>
                  <a:pt x="389992" y="163982"/>
                  <a:pt x="387655" y="163423"/>
                  <a:pt x="385725" y="162306"/>
                </a:cubicBezTo>
                <a:cubicBezTo>
                  <a:pt x="383794" y="161188"/>
                  <a:pt x="382829" y="160121"/>
                  <a:pt x="382829" y="159105"/>
                </a:cubicBezTo>
                <a:cubicBezTo>
                  <a:pt x="382829" y="156870"/>
                  <a:pt x="385877" y="155346"/>
                  <a:pt x="391973" y="154533"/>
                </a:cubicBezTo>
                <a:cubicBezTo>
                  <a:pt x="398069" y="153720"/>
                  <a:pt x="408127" y="151688"/>
                  <a:pt x="422148" y="148437"/>
                </a:cubicBezTo>
                <a:lnTo>
                  <a:pt x="422758" y="128930"/>
                </a:lnTo>
                <a:cubicBezTo>
                  <a:pt x="416662" y="129946"/>
                  <a:pt x="410464" y="131165"/>
                  <a:pt x="404165" y="132588"/>
                </a:cubicBezTo>
                <a:cubicBezTo>
                  <a:pt x="397866" y="134010"/>
                  <a:pt x="393141" y="134721"/>
                  <a:pt x="389992" y="134721"/>
                </a:cubicBezTo>
                <a:cubicBezTo>
                  <a:pt x="386842" y="134721"/>
                  <a:pt x="383947" y="134061"/>
                  <a:pt x="381305" y="132740"/>
                </a:cubicBezTo>
                <a:cubicBezTo>
                  <a:pt x="378663" y="131419"/>
                  <a:pt x="377343" y="130098"/>
                  <a:pt x="377343" y="128778"/>
                </a:cubicBezTo>
                <a:cubicBezTo>
                  <a:pt x="377343" y="127457"/>
                  <a:pt x="380035" y="126542"/>
                  <a:pt x="385420" y="126034"/>
                </a:cubicBezTo>
                <a:cubicBezTo>
                  <a:pt x="390805" y="125526"/>
                  <a:pt x="403251" y="123850"/>
                  <a:pt x="422758" y="121005"/>
                </a:cubicBezTo>
                <a:cubicBezTo>
                  <a:pt x="422961" y="115925"/>
                  <a:pt x="423063" y="107696"/>
                  <a:pt x="423063" y="96316"/>
                </a:cubicBezTo>
                <a:cubicBezTo>
                  <a:pt x="417983" y="96926"/>
                  <a:pt x="408940" y="98653"/>
                  <a:pt x="395935" y="101498"/>
                </a:cubicBezTo>
                <a:cubicBezTo>
                  <a:pt x="382931" y="104343"/>
                  <a:pt x="374701" y="105765"/>
                  <a:pt x="371247" y="105765"/>
                </a:cubicBezTo>
                <a:cubicBezTo>
                  <a:pt x="367792" y="105765"/>
                  <a:pt x="363931" y="105105"/>
                  <a:pt x="359664" y="103784"/>
                </a:cubicBezTo>
                <a:cubicBezTo>
                  <a:pt x="355397" y="102463"/>
                  <a:pt x="353263" y="101295"/>
                  <a:pt x="353263" y="100279"/>
                </a:cubicBezTo>
                <a:cubicBezTo>
                  <a:pt x="353263" y="99263"/>
                  <a:pt x="353975" y="98501"/>
                  <a:pt x="355397" y="97993"/>
                </a:cubicBezTo>
                <a:cubicBezTo>
                  <a:pt x="356819" y="97485"/>
                  <a:pt x="360375" y="96824"/>
                  <a:pt x="366065" y="96012"/>
                </a:cubicBezTo>
                <a:lnTo>
                  <a:pt x="423063" y="88087"/>
                </a:lnTo>
                <a:lnTo>
                  <a:pt x="423063" y="66751"/>
                </a:lnTo>
                <a:cubicBezTo>
                  <a:pt x="408026" y="70408"/>
                  <a:pt x="398831" y="72237"/>
                  <a:pt x="395478" y="72237"/>
                </a:cubicBezTo>
                <a:cubicBezTo>
                  <a:pt x="392125" y="72237"/>
                  <a:pt x="388874" y="71424"/>
                  <a:pt x="385725" y="69799"/>
                </a:cubicBezTo>
                <a:cubicBezTo>
                  <a:pt x="382575" y="68173"/>
                  <a:pt x="381000" y="66700"/>
                  <a:pt x="381000" y="65379"/>
                </a:cubicBezTo>
                <a:cubicBezTo>
                  <a:pt x="381000" y="64058"/>
                  <a:pt x="383235" y="63195"/>
                  <a:pt x="387706" y="62788"/>
                </a:cubicBezTo>
                <a:cubicBezTo>
                  <a:pt x="401523" y="61366"/>
                  <a:pt x="413207" y="59740"/>
                  <a:pt x="422758" y="57912"/>
                </a:cubicBezTo>
                <a:cubicBezTo>
                  <a:pt x="422351" y="41046"/>
                  <a:pt x="421793" y="29921"/>
                  <a:pt x="421081" y="24536"/>
                </a:cubicBezTo>
                <a:cubicBezTo>
                  <a:pt x="420370" y="19151"/>
                  <a:pt x="418897" y="14935"/>
                  <a:pt x="416662" y="11887"/>
                </a:cubicBezTo>
                <a:cubicBezTo>
                  <a:pt x="414833" y="8432"/>
                  <a:pt x="413919" y="5588"/>
                  <a:pt x="413919" y="3352"/>
                </a:cubicBezTo>
                <a:cubicBezTo>
                  <a:pt x="413919" y="1117"/>
                  <a:pt x="415290" y="0"/>
                  <a:pt x="418033" y="0"/>
                </a:cubicBezTo>
                <a:close/>
              </a:path>
            </a:pathLst>
          </a:custGeom>
          <a:solidFill>
            <a:srgbClr val="2DC8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1A240808-564F-4C8F-861B-289FEEDA245D}"/>
              </a:ext>
            </a:extLst>
          </p:cNvPr>
          <p:cNvGrpSpPr/>
          <p:nvPr/>
        </p:nvGrpSpPr>
        <p:grpSpPr>
          <a:xfrm>
            <a:off x="10730205" y="-1230122"/>
            <a:ext cx="757768" cy="415085"/>
            <a:chOff x="4789465" y="1193676"/>
            <a:chExt cx="757768" cy="415085"/>
          </a:xfrm>
        </p:grpSpPr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4E81029D-2FF3-4896-88B2-322695CB6B43}"/>
                </a:ext>
              </a:extLst>
            </p:cNvPr>
            <p:cNvSpPr txBox="1"/>
            <p:nvPr/>
          </p:nvSpPr>
          <p:spPr>
            <a:xfrm>
              <a:off x="4789465" y="1193676"/>
              <a:ext cx="757768" cy="246954"/>
            </a:xfrm>
            <a:custGeom>
              <a:avLst/>
              <a:gdLst/>
              <a:ahLst/>
              <a:cxnLst/>
              <a:rect l="l" t="t" r="r" b="b"/>
              <a:pathLst>
                <a:path w="1249985" h="407366">
                  <a:moveTo>
                    <a:pt x="154534" y="307696"/>
                  </a:moveTo>
                  <a:cubicBezTo>
                    <a:pt x="162154" y="307696"/>
                    <a:pt x="177851" y="312878"/>
                    <a:pt x="201625" y="323241"/>
                  </a:cubicBezTo>
                  <a:cubicBezTo>
                    <a:pt x="225400" y="333604"/>
                    <a:pt x="240868" y="344424"/>
                    <a:pt x="248031" y="355702"/>
                  </a:cubicBezTo>
                  <a:cubicBezTo>
                    <a:pt x="255194" y="366980"/>
                    <a:pt x="258775" y="377419"/>
                    <a:pt x="258775" y="387020"/>
                  </a:cubicBezTo>
                  <a:cubicBezTo>
                    <a:pt x="258775" y="396621"/>
                    <a:pt x="255880" y="401422"/>
                    <a:pt x="250089" y="401422"/>
                  </a:cubicBezTo>
                  <a:cubicBezTo>
                    <a:pt x="247345" y="401422"/>
                    <a:pt x="243764" y="400127"/>
                    <a:pt x="239344" y="397536"/>
                  </a:cubicBezTo>
                  <a:cubicBezTo>
                    <a:pt x="234925" y="394945"/>
                    <a:pt x="229057" y="389840"/>
                    <a:pt x="221742" y="382220"/>
                  </a:cubicBezTo>
                  <a:lnTo>
                    <a:pt x="195682" y="356159"/>
                  </a:lnTo>
                  <a:cubicBezTo>
                    <a:pt x="185928" y="346406"/>
                    <a:pt x="176327" y="337185"/>
                    <a:pt x="166878" y="328499"/>
                  </a:cubicBezTo>
                  <a:cubicBezTo>
                    <a:pt x="157429" y="319812"/>
                    <a:pt x="152324" y="314859"/>
                    <a:pt x="151562" y="313640"/>
                  </a:cubicBezTo>
                  <a:cubicBezTo>
                    <a:pt x="150800" y="312420"/>
                    <a:pt x="150419" y="311125"/>
                    <a:pt x="150419" y="309753"/>
                  </a:cubicBezTo>
                  <a:cubicBezTo>
                    <a:pt x="150419" y="308382"/>
                    <a:pt x="151791" y="307696"/>
                    <a:pt x="154534" y="307696"/>
                  </a:cubicBezTo>
                  <a:close/>
                  <a:moveTo>
                    <a:pt x="1070305" y="225400"/>
                  </a:moveTo>
                  <a:cubicBezTo>
                    <a:pt x="1066648" y="225400"/>
                    <a:pt x="1060933" y="226162"/>
                    <a:pt x="1053160" y="227686"/>
                  </a:cubicBezTo>
                  <a:cubicBezTo>
                    <a:pt x="1045388" y="229210"/>
                    <a:pt x="1036930" y="229972"/>
                    <a:pt x="1027786" y="229972"/>
                  </a:cubicBezTo>
                  <a:cubicBezTo>
                    <a:pt x="1030529" y="246126"/>
                    <a:pt x="1031901" y="260604"/>
                    <a:pt x="1031901" y="273406"/>
                  </a:cubicBezTo>
                  <a:cubicBezTo>
                    <a:pt x="1052322" y="272187"/>
                    <a:pt x="1064743" y="267234"/>
                    <a:pt x="1069162" y="258547"/>
                  </a:cubicBezTo>
                  <a:cubicBezTo>
                    <a:pt x="1073582" y="249860"/>
                    <a:pt x="1075792" y="242164"/>
                    <a:pt x="1075792" y="235458"/>
                  </a:cubicBezTo>
                  <a:cubicBezTo>
                    <a:pt x="1075792" y="228753"/>
                    <a:pt x="1073963" y="225400"/>
                    <a:pt x="1070305" y="225400"/>
                  </a:cubicBezTo>
                  <a:close/>
                  <a:moveTo>
                    <a:pt x="1079678" y="206198"/>
                  </a:moveTo>
                  <a:cubicBezTo>
                    <a:pt x="1083793" y="206198"/>
                    <a:pt x="1090879" y="208941"/>
                    <a:pt x="1100938" y="214427"/>
                  </a:cubicBezTo>
                  <a:cubicBezTo>
                    <a:pt x="1110996" y="219914"/>
                    <a:pt x="1116025" y="224486"/>
                    <a:pt x="1116025" y="228143"/>
                  </a:cubicBezTo>
                  <a:cubicBezTo>
                    <a:pt x="1116025" y="231801"/>
                    <a:pt x="1114044" y="234925"/>
                    <a:pt x="1110082" y="237516"/>
                  </a:cubicBezTo>
                  <a:cubicBezTo>
                    <a:pt x="1106119" y="240107"/>
                    <a:pt x="1102157" y="244069"/>
                    <a:pt x="1098195" y="249403"/>
                  </a:cubicBezTo>
                  <a:cubicBezTo>
                    <a:pt x="1094232" y="254737"/>
                    <a:pt x="1092251" y="258699"/>
                    <a:pt x="1092251" y="261290"/>
                  </a:cubicBezTo>
                  <a:cubicBezTo>
                    <a:pt x="1092251" y="263881"/>
                    <a:pt x="1093013" y="266015"/>
                    <a:pt x="1094537" y="267691"/>
                  </a:cubicBezTo>
                  <a:cubicBezTo>
                    <a:pt x="1096061" y="269367"/>
                    <a:pt x="1096823" y="271272"/>
                    <a:pt x="1096823" y="273406"/>
                  </a:cubicBezTo>
                  <a:cubicBezTo>
                    <a:pt x="1096823" y="278283"/>
                    <a:pt x="1093013" y="280874"/>
                    <a:pt x="1085393" y="281178"/>
                  </a:cubicBezTo>
                  <a:cubicBezTo>
                    <a:pt x="1077773" y="281483"/>
                    <a:pt x="1059790" y="283312"/>
                    <a:pt x="1031443" y="286665"/>
                  </a:cubicBezTo>
                  <a:cubicBezTo>
                    <a:pt x="1030529" y="298247"/>
                    <a:pt x="1027786" y="304038"/>
                    <a:pt x="1023214" y="304038"/>
                  </a:cubicBezTo>
                  <a:cubicBezTo>
                    <a:pt x="1018642" y="304038"/>
                    <a:pt x="1015746" y="296418"/>
                    <a:pt x="1014527" y="281178"/>
                  </a:cubicBezTo>
                  <a:cubicBezTo>
                    <a:pt x="1012089" y="252222"/>
                    <a:pt x="1008583" y="234392"/>
                    <a:pt x="1004011" y="227686"/>
                  </a:cubicBezTo>
                  <a:cubicBezTo>
                    <a:pt x="1001573" y="223724"/>
                    <a:pt x="1000354" y="220676"/>
                    <a:pt x="1000354" y="218542"/>
                  </a:cubicBezTo>
                  <a:cubicBezTo>
                    <a:pt x="1000354" y="216408"/>
                    <a:pt x="1001802" y="215342"/>
                    <a:pt x="1004697" y="215342"/>
                  </a:cubicBezTo>
                  <a:cubicBezTo>
                    <a:pt x="1007593" y="215342"/>
                    <a:pt x="1012546" y="216866"/>
                    <a:pt x="1019556" y="219914"/>
                  </a:cubicBezTo>
                  <a:cubicBezTo>
                    <a:pt x="1028700" y="219914"/>
                    <a:pt x="1037844" y="218923"/>
                    <a:pt x="1046988" y="216942"/>
                  </a:cubicBezTo>
                  <a:cubicBezTo>
                    <a:pt x="1056132" y="214961"/>
                    <a:pt x="1062838" y="212675"/>
                    <a:pt x="1067105" y="210084"/>
                  </a:cubicBezTo>
                  <a:cubicBezTo>
                    <a:pt x="1071372" y="207493"/>
                    <a:pt x="1075563" y="206198"/>
                    <a:pt x="1079678" y="206198"/>
                  </a:cubicBezTo>
                  <a:close/>
                  <a:moveTo>
                    <a:pt x="126645" y="187910"/>
                  </a:moveTo>
                  <a:cubicBezTo>
                    <a:pt x="130912" y="187910"/>
                    <a:pt x="137541" y="190119"/>
                    <a:pt x="146533" y="194539"/>
                  </a:cubicBezTo>
                  <a:cubicBezTo>
                    <a:pt x="155524" y="198959"/>
                    <a:pt x="160020" y="203759"/>
                    <a:pt x="160020" y="208941"/>
                  </a:cubicBezTo>
                  <a:cubicBezTo>
                    <a:pt x="160020" y="211074"/>
                    <a:pt x="158953" y="214732"/>
                    <a:pt x="156820" y="219914"/>
                  </a:cubicBezTo>
                  <a:cubicBezTo>
                    <a:pt x="154686" y="225095"/>
                    <a:pt x="152476" y="237973"/>
                    <a:pt x="150190" y="258547"/>
                  </a:cubicBezTo>
                  <a:cubicBezTo>
                    <a:pt x="147904" y="279121"/>
                    <a:pt x="140970" y="299695"/>
                    <a:pt x="129388" y="320269"/>
                  </a:cubicBezTo>
                  <a:cubicBezTo>
                    <a:pt x="117805" y="340843"/>
                    <a:pt x="102946" y="357683"/>
                    <a:pt x="84811" y="370790"/>
                  </a:cubicBezTo>
                  <a:cubicBezTo>
                    <a:pt x="66675" y="383896"/>
                    <a:pt x="49835" y="393269"/>
                    <a:pt x="34290" y="398907"/>
                  </a:cubicBezTo>
                  <a:cubicBezTo>
                    <a:pt x="18745" y="404546"/>
                    <a:pt x="8687" y="407366"/>
                    <a:pt x="4115" y="407366"/>
                  </a:cubicBezTo>
                  <a:cubicBezTo>
                    <a:pt x="1372" y="407366"/>
                    <a:pt x="0" y="406451"/>
                    <a:pt x="0" y="404623"/>
                  </a:cubicBezTo>
                  <a:cubicBezTo>
                    <a:pt x="0" y="402794"/>
                    <a:pt x="3201" y="400355"/>
                    <a:pt x="9601" y="397307"/>
                  </a:cubicBezTo>
                  <a:cubicBezTo>
                    <a:pt x="33681" y="386334"/>
                    <a:pt x="55855" y="371094"/>
                    <a:pt x="76124" y="351587"/>
                  </a:cubicBezTo>
                  <a:cubicBezTo>
                    <a:pt x="96393" y="332080"/>
                    <a:pt x="109957" y="311811"/>
                    <a:pt x="116815" y="290780"/>
                  </a:cubicBezTo>
                  <a:cubicBezTo>
                    <a:pt x="123673" y="269748"/>
                    <a:pt x="127102" y="251460"/>
                    <a:pt x="127102" y="235916"/>
                  </a:cubicBezTo>
                  <a:cubicBezTo>
                    <a:pt x="127102" y="220371"/>
                    <a:pt x="125959" y="210084"/>
                    <a:pt x="123673" y="205055"/>
                  </a:cubicBezTo>
                  <a:cubicBezTo>
                    <a:pt x="121387" y="200025"/>
                    <a:pt x="120244" y="195911"/>
                    <a:pt x="120244" y="192710"/>
                  </a:cubicBezTo>
                  <a:cubicBezTo>
                    <a:pt x="120244" y="189510"/>
                    <a:pt x="122377" y="187910"/>
                    <a:pt x="126645" y="187910"/>
                  </a:cubicBezTo>
                  <a:close/>
                  <a:moveTo>
                    <a:pt x="1211123" y="139446"/>
                  </a:moveTo>
                  <a:cubicBezTo>
                    <a:pt x="1220267" y="139446"/>
                    <a:pt x="1229030" y="141504"/>
                    <a:pt x="1237412" y="145619"/>
                  </a:cubicBezTo>
                  <a:cubicBezTo>
                    <a:pt x="1245794" y="149733"/>
                    <a:pt x="1249985" y="153924"/>
                    <a:pt x="1249985" y="158192"/>
                  </a:cubicBezTo>
                  <a:cubicBezTo>
                    <a:pt x="1249985" y="162459"/>
                    <a:pt x="1247851" y="165507"/>
                    <a:pt x="1243584" y="167336"/>
                  </a:cubicBezTo>
                  <a:cubicBezTo>
                    <a:pt x="1239317" y="169164"/>
                    <a:pt x="1233145" y="169622"/>
                    <a:pt x="1225068" y="168707"/>
                  </a:cubicBezTo>
                  <a:cubicBezTo>
                    <a:pt x="1216990" y="167793"/>
                    <a:pt x="1206780" y="167336"/>
                    <a:pt x="1194435" y="167336"/>
                  </a:cubicBezTo>
                  <a:cubicBezTo>
                    <a:pt x="1182091" y="167336"/>
                    <a:pt x="1166013" y="168098"/>
                    <a:pt x="1146201" y="169622"/>
                  </a:cubicBezTo>
                  <a:cubicBezTo>
                    <a:pt x="1159612" y="178156"/>
                    <a:pt x="1166317" y="186538"/>
                    <a:pt x="1166317" y="194768"/>
                  </a:cubicBezTo>
                  <a:cubicBezTo>
                    <a:pt x="1166317" y="198120"/>
                    <a:pt x="1165784" y="201778"/>
                    <a:pt x="1164717" y="205740"/>
                  </a:cubicBezTo>
                  <a:cubicBezTo>
                    <a:pt x="1163650" y="209703"/>
                    <a:pt x="1163117" y="218466"/>
                    <a:pt x="1163117" y="232029"/>
                  </a:cubicBezTo>
                  <a:cubicBezTo>
                    <a:pt x="1163117" y="245593"/>
                    <a:pt x="1164108" y="266167"/>
                    <a:pt x="1166089" y="293751"/>
                  </a:cubicBezTo>
                  <a:cubicBezTo>
                    <a:pt x="1168070" y="321336"/>
                    <a:pt x="1169061" y="336195"/>
                    <a:pt x="1169061" y="338328"/>
                  </a:cubicBezTo>
                  <a:cubicBezTo>
                    <a:pt x="1169061" y="355397"/>
                    <a:pt x="1164794" y="370942"/>
                    <a:pt x="1156259" y="384963"/>
                  </a:cubicBezTo>
                  <a:cubicBezTo>
                    <a:pt x="1147725" y="398984"/>
                    <a:pt x="1140714" y="405994"/>
                    <a:pt x="1135228" y="405994"/>
                  </a:cubicBezTo>
                  <a:cubicBezTo>
                    <a:pt x="1131265" y="405994"/>
                    <a:pt x="1126998" y="402184"/>
                    <a:pt x="1122426" y="394564"/>
                  </a:cubicBezTo>
                  <a:cubicBezTo>
                    <a:pt x="1116635" y="384201"/>
                    <a:pt x="1108405" y="373685"/>
                    <a:pt x="1097737" y="363017"/>
                  </a:cubicBezTo>
                  <a:cubicBezTo>
                    <a:pt x="1087069" y="352349"/>
                    <a:pt x="1081735" y="346253"/>
                    <a:pt x="1081735" y="344729"/>
                  </a:cubicBezTo>
                  <a:cubicBezTo>
                    <a:pt x="1081735" y="343205"/>
                    <a:pt x="1083107" y="342443"/>
                    <a:pt x="1085850" y="342443"/>
                  </a:cubicBezTo>
                  <a:cubicBezTo>
                    <a:pt x="1088593" y="342443"/>
                    <a:pt x="1094461" y="344120"/>
                    <a:pt x="1103452" y="347472"/>
                  </a:cubicBezTo>
                  <a:cubicBezTo>
                    <a:pt x="1112444" y="350825"/>
                    <a:pt x="1119454" y="352502"/>
                    <a:pt x="1124484" y="352502"/>
                  </a:cubicBezTo>
                  <a:cubicBezTo>
                    <a:pt x="1129513" y="352502"/>
                    <a:pt x="1133247" y="350978"/>
                    <a:pt x="1135685" y="347930"/>
                  </a:cubicBezTo>
                  <a:cubicBezTo>
                    <a:pt x="1138123" y="344882"/>
                    <a:pt x="1139800" y="333528"/>
                    <a:pt x="1140714" y="313868"/>
                  </a:cubicBezTo>
                  <a:cubicBezTo>
                    <a:pt x="1141629" y="294209"/>
                    <a:pt x="1142086" y="278359"/>
                    <a:pt x="1142086" y="266319"/>
                  </a:cubicBezTo>
                  <a:cubicBezTo>
                    <a:pt x="1142086" y="254280"/>
                    <a:pt x="1141095" y="238506"/>
                    <a:pt x="1139114" y="218999"/>
                  </a:cubicBezTo>
                  <a:cubicBezTo>
                    <a:pt x="1137133" y="199492"/>
                    <a:pt x="1133704" y="183490"/>
                    <a:pt x="1128827" y="170993"/>
                  </a:cubicBezTo>
                  <a:cubicBezTo>
                    <a:pt x="1090422" y="174041"/>
                    <a:pt x="1064819" y="177089"/>
                    <a:pt x="1052017" y="180137"/>
                  </a:cubicBezTo>
                  <a:cubicBezTo>
                    <a:pt x="1042873" y="182271"/>
                    <a:pt x="1035634" y="183338"/>
                    <a:pt x="1030300" y="183338"/>
                  </a:cubicBezTo>
                  <a:cubicBezTo>
                    <a:pt x="1024966" y="183338"/>
                    <a:pt x="1019328" y="181509"/>
                    <a:pt x="1013384" y="177851"/>
                  </a:cubicBezTo>
                  <a:cubicBezTo>
                    <a:pt x="1007440" y="174194"/>
                    <a:pt x="1004469" y="171450"/>
                    <a:pt x="1004469" y="169622"/>
                  </a:cubicBezTo>
                  <a:cubicBezTo>
                    <a:pt x="1004469" y="167793"/>
                    <a:pt x="1010565" y="166878"/>
                    <a:pt x="1022757" y="166878"/>
                  </a:cubicBezTo>
                  <a:cubicBezTo>
                    <a:pt x="1023976" y="166878"/>
                    <a:pt x="1047293" y="163907"/>
                    <a:pt x="1092708" y="157963"/>
                  </a:cubicBezTo>
                  <a:cubicBezTo>
                    <a:pt x="1138123" y="152019"/>
                    <a:pt x="1170127" y="146609"/>
                    <a:pt x="1188720" y="141732"/>
                  </a:cubicBezTo>
                  <a:cubicBezTo>
                    <a:pt x="1194512" y="140208"/>
                    <a:pt x="1201979" y="139446"/>
                    <a:pt x="1211123" y="139446"/>
                  </a:cubicBezTo>
                  <a:close/>
                  <a:moveTo>
                    <a:pt x="572872" y="132588"/>
                  </a:moveTo>
                  <a:cubicBezTo>
                    <a:pt x="543001" y="138684"/>
                    <a:pt x="518313" y="142190"/>
                    <a:pt x="498805" y="143104"/>
                  </a:cubicBezTo>
                  <a:cubicBezTo>
                    <a:pt x="507035" y="186995"/>
                    <a:pt x="513588" y="224790"/>
                    <a:pt x="518465" y="256490"/>
                  </a:cubicBezTo>
                  <a:cubicBezTo>
                    <a:pt x="531571" y="255575"/>
                    <a:pt x="549555" y="252984"/>
                    <a:pt x="572415" y="248717"/>
                  </a:cubicBezTo>
                  <a:lnTo>
                    <a:pt x="572872" y="199340"/>
                  </a:lnTo>
                  <a:cubicBezTo>
                    <a:pt x="562509" y="200864"/>
                    <a:pt x="554584" y="201626"/>
                    <a:pt x="549097" y="201626"/>
                  </a:cubicBezTo>
                  <a:cubicBezTo>
                    <a:pt x="543611" y="201626"/>
                    <a:pt x="538887" y="200940"/>
                    <a:pt x="534924" y="199568"/>
                  </a:cubicBezTo>
                  <a:cubicBezTo>
                    <a:pt x="530962" y="198197"/>
                    <a:pt x="528981" y="196444"/>
                    <a:pt x="528981" y="194310"/>
                  </a:cubicBezTo>
                  <a:cubicBezTo>
                    <a:pt x="528981" y="192177"/>
                    <a:pt x="531419" y="190805"/>
                    <a:pt x="536296" y="190196"/>
                  </a:cubicBezTo>
                  <a:cubicBezTo>
                    <a:pt x="546354" y="188976"/>
                    <a:pt x="558546" y="186386"/>
                    <a:pt x="572872" y="182423"/>
                  </a:cubicBezTo>
                  <a:close/>
                  <a:moveTo>
                    <a:pt x="976579" y="123444"/>
                  </a:moveTo>
                  <a:cubicBezTo>
                    <a:pt x="980847" y="123444"/>
                    <a:pt x="986104" y="127178"/>
                    <a:pt x="992353" y="134646"/>
                  </a:cubicBezTo>
                  <a:cubicBezTo>
                    <a:pt x="998601" y="142113"/>
                    <a:pt x="1001725" y="147295"/>
                    <a:pt x="1001725" y="150191"/>
                  </a:cubicBezTo>
                  <a:cubicBezTo>
                    <a:pt x="1001725" y="153086"/>
                    <a:pt x="999973" y="155906"/>
                    <a:pt x="996468" y="158649"/>
                  </a:cubicBezTo>
                  <a:cubicBezTo>
                    <a:pt x="992962" y="161392"/>
                    <a:pt x="981151" y="172974"/>
                    <a:pt x="961035" y="193396"/>
                  </a:cubicBezTo>
                  <a:cubicBezTo>
                    <a:pt x="965302" y="196139"/>
                    <a:pt x="967435" y="207569"/>
                    <a:pt x="967435" y="227686"/>
                  </a:cubicBezTo>
                  <a:cubicBezTo>
                    <a:pt x="967435" y="319431"/>
                    <a:pt x="962406" y="365303"/>
                    <a:pt x="952348" y="365303"/>
                  </a:cubicBezTo>
                  <a:cubicBezTo>
                    <a:pt x="949300" y="365303"/>
                    <a:pt x="945566" y="360655"/>
                    <a:pt x="941146" y="351359"/>
                  </a:cubicBezTo>
                  <a:cubicBezTo>
                    <a:pt x="936727" y="342062"/>
                    <a:pt x="934517" y="334899"/>
                    <a:pt x="934517" y="329870"/>
                  </a:cubicBezTo>
                  <a:cubicBezTo>
                    <a:pt x="934517" y="324841"/>
                    <a:pt x="936193" y="318669"/>
                    <a:pt x="939546" y="311354"/>
                  </a:cubicBezTo>
                  <a:cubicBezTo>
                    <a:pt x="946252" y="299466"/>
                    <a:pt x="949605" y="271272"/>
                    <a:pt x="949605" y="226772"/>
                  </a:cubicBezTo>
                  <a:cubicBezTo>
                    <a:pt x="949605" y="217932"/>
                    <a:pt x="949147" y="211074"/>
                    <a:pt x="948233" y="206198"/>
                  </a:cubicBezTo>
                  <a:cubicBezTo>
                    <a:pt x="922325" y="230886"/>
                    <a:pt x="901370" y="247574"/>
                    <a:pt x="885368" y="256261"/>
                  </a:cubicBezTo>
                  <a:cubicBezTo>
                    <a:pt x="869366" y="264948"/>
                    <a:pt x="858927" y="269291"/>
                    <a:pt x="854050" y="269291"/>
                  </a:cubicBezTo>
                  <a:cubicBezTo>
                    <a:pt x="852221" y="269291"/>
                    <a:pt x="851307" y="268453"/>
                    <a:pt x="851307" y="266777"/>
                  </a:cubicBezTo>
                  <a:cubicBezTo>
                    <a:pt x="851307" y="265100"/>
                    <a:pt x="853440" y="262738"/>
                    <a:pt x="857707" y="259690"/>
                  </a:cubicBezTo>
                  <a:cubicBezTo>
                    <a:pt x="891235" y="234087"/>
                    <a:pt x="918058" y="209779"/>
                    <a:pt x="938175" y="186767"/>
                  </a:cubicBezTo>
                  <a:cubicBezTo>
                    <a:pt x="958291" y="163754"/>
                    <a:pt x="968655" y="147447"/>
                    <a:pt x="969264" y="137846"/>
                  </a:cubicBezTo>
                  <a:cubicBezTo>
                    <a:pt x="969874" y="128245"/>
                    <a:pt x="972312" y="123444"/>
                    <a:pt x="976579" y="123444"/>
                  </a:cubicBezTo>
                  <a:close/>
                  <a:moveTo>
                    <a:pt x="665683" y="120244"/>
                  </a:moveTo>
                  <a:cubicBezTo>
                    <a:pt x="646786" y="120244"/>
                    <a:pt x="623316" y="122835"/>
                    <a:pt x="595275" y="128016"/>
                  </a:cubicBezTo>
                  <a:cubicBezTo>
                    <a:pt x="595275" y="138684"/>
                    <a:pt x="594970" y="154686"/>
                    <a:pt x="594360" y="176022"/>
                  </a:cubicBezTo>
                  <a:cubicBezTo>
                    <a:pt x="609905" y="171450"/>
                    <a:pt x="620268" y="169164"/>
                    <a:pt x="625450" y="169164"/>
                  </a:cubicBezTo>
                  <a:cubicBezTo>
                    <a:pt x="630631" y="169164"/>
                    <a:pt x="635203" y="170079"/>
                    <a:pt x="639166" y="171908"/>
                  </a:cubicBezTo>
                  <a:cubicBezTo>
                    <a:pt x="643128" y="173736"/>
                    <a:pt x="645109" y="176175"/>
                    <a:pt x="645109" y="179223"/>
                  </a:cubicBezTo>
                  <a:cubicBezTo>
                    <a:pt x="645109" y="182271"/>
                    <a:pt x="642442" y="184709"/>
                    <a:pt x="637108" y="186538"/>
                  </a:cubicBezTo>
                  <a:cubicBezTo>
                    <a:pt x="631774" y="188367"/>
                    <a:pt x="617373" y="191415"/>
                    <a:pt x="593903" y="195682"/>
                  </a:cubicBezTo>
                  <a:cubicBezTo>
                    <a:pt x="593903" y="213360"/>
                    <a:pt x="593598" y="229972"/>
                    <a:pt x="592989" y="245517"/>
                  </a:cubicBezTo>
                  <a:cubicBezTo>
                    <a:pt x="612801" y="241859"/>
                    <a:pt x="626212" y="240030"/>
                    <a:pt x="633222" y="240030"/>
                  </a:cubicBezTo>
                  <a:cubicBezTo>
                    <a:pt x="640233" y="240030"/>
                    <a:pt x="645109" y="240792"/>
                    <a:pt x="647853" y="242316"/>
                  </a:cubicBezTo>
                  <a:cubicBezTo>
                    <a:pt x="650596" y="243840"/>
                    <a:pt x="652577" y="244602"/>
                    <a:pt x="653796" y="244602"/>
                  </a:cubicBezTo>
                  <a:cubicBezTo>
                    <a:pt x="658673" y="244602"/>
                    <a:pt x="664388" y="228753"/>
                    <a:pt x="670941" y="197054"/>
                  </a:cubicBezTo>
                  <a:cubicBezTo>
                    <a:pt x="677494" y="165354"/>
                    <a:pt x="680771" y="145542"/>
                    <a:pt x="680771" y="137618"/>
                  </a:cubicBezTo>
                  <a:cubicBezTo>
                    <a:pt x="680771" y="129693"/>
                    <a:pt x="679857" y="124816"/>
                    <a:pt x="678028" y="122987"/>
                  </a:cubicBezTo>
                  <a:cubicBezTo>
                    <a:pt x="676199" y="121158"/>
                    <a:pt x="672084" y="120244"/>
                    <a:pt x="665683" y="120244"/>
                  </a:cubicBezTo>
                  <a:close/>
                  <a:moveTo>
                    <a:pt x="561670" y="17374"/>
                  </a:moveTo>
                  <a:cubicBezTo>
                    <a:pt x="565785" y="17374"/>
                    <a:pt x="573939" y="19736"/>
                    <a:pt x="586131" y="24461"/>
                  </a:cubicBezTo>
                  <a:cubicBezTo>
                    <a:pt x="598323" y="29185"/>
                    <a:pt x="604419" y="35510"/>
                    <a:pt x="604419" y="43434"/>
                  </a:cubicBezTo>
                  <a:cubicBezTo>
                    <a:pt x="604419" y="46482"/>
                    <a:pt x="603504" y="51054"/>
                    <a:pt x="601675" y="57150"/>
                  </a:cubicBezTo>
                  <a:cubicBezTo>
                    <a:pt x="598323" y="68123"/>
                    <a:pt x="596189" y="87326"/>
                    <a:pt x="595275" y="114758"/>
                  </a:cubicBezTo>
                  <a:cubicBezTo>
                    <a:pt x="637337" y="107747"/>
                    <a:pt x="662026" y="103023"/>
                    <a:pt x="669341" y="100584"/>
                  </a:cubicBezTo>
                  <a:cubicBezTo>
                    <a:pt x="676961" y="97232"/>
                    <a:pt x="682676" y="95555"/>
                    <a:pt x="686486" y="95555"/>
                  </a:cubicBezTo>
                  <a:cubicBezTo>
                    <a:pt x="690296" y="95555"/>
                    <a:pt x="699135" y="99441"/>
                    <a:pt x="713004" y="107214"/>
                  </a:cubicBezTo>
                  <a:cubicBezTo>
                    <a:pt x="726872" y="114986"/>
                    <a:pt x="733806" y="121311"/>
                    <a:pt x="733806" y="126188"/>
                  </a:cubicBezTo>
                  <a:cubicBezTo>
                    <a:pt x="733806" y="129540"/>
                    <a:pt x="731444" y="133046"/>
                    <a:pt x="726720" y="136703"/>
                  </a:cubicBezTo>
                  <a:cubicBezTo>
                    <a:pt x="721995" y="140361"/>
                    <a:pt x="717880" y="145619"/>
                    <a:pt x="714375" y="152477"/>
                  </a:cubicBezTo>
                  <a:cubicBezTo>
                    <a:pt x="710870" y="159335"/>
                    <a:pt x="707898" y="167564"/>
                    <a:pt x="705460" y="177165"/>
                  </a:cubicBezTo>
                  <a:cubicBezTo>
                    <a:pt x="703021" y="186767"/>
                    <a:pt x="698907" y="200330"/>
                    <a:pt x="693115" y="217856"/>
                  </a:cubicBezTo>
                  <a:cubicBezTo>
                    <a:pt x="687324" y="235382"/>
                    <a:pt x="681533" y="247727"/>
                    <a:pt x="675742" y="254889"/>
                  </a:cubicBezTo>
                  <a:cubicBezTo>
                    <a:pt x="669951" y="262052"/>
                    <a:pt x="665455" y="265634"/>
                    <a:pt x="662254" y="265634"/>
                  </a:cubicBezTo>
                  <a:cubicBezTo>
                    <a:pt x="659054" y="265634"/>
                    <a:pt x="656311" y="263729"/>
                    <a:pt x="654025" y="259919"/>
                  </a:cubicBezTo>
                  <a:cubicBezTo>
                    <a:pt x="651739" y="256109"/>
                    <a:pt x="648005" y="254204"/>
                    <a:pt x="642823" y="254204"/>
                  </a:cubicBezTo>
                  <a:cubicBezTo>
                    <a:pt x="637642" y="254204"/>
                    <a:pt x="621030" y="256185"/>
                    <a:pt x="592989" y="260147"/>
                  </a:cubicBezTo>
                  <a:cubicBezTo>
                    <a:pt x="592684" y="279045"/>
                    <a:pt x="593141" y="293904"/>
                    <a:pt x="594360" y="304724"/>
                  </a:cubicBezTo>
                  <a:cubicBezTo>
                    <a:pt x="595579" y="315545"/>
                    <a:pt x="598018" y="323622"/>
                    <a:pt x="601675" y="328956"/>
                  </a:cubicBezTo>
                  <a:cubicBezTo>
                    <a:pt x="605333" y="334290"/>
                    <a:pt x="613334" y="338557"/>
                    <a:pt x="625678" y="341757"/>
                  </a:cubicBezTo>
                  <a:cubicBezTo>
                    <a:pt x="638023" y="344958"/>
                    <a:pt x="652120" y="346558"/>
                    <a:pt x="667969" y="346558"/>
                  </a:cubicBezTo>
                  <a:cubicBezTo>
                    <a:pt x="683819" y="346558"/>
                    <a:pt x="699135" y="345339"/>
                    <a:pt x="713918" y="342900"/>
                  </a:cubicBezTo>
                  <a:cubicBezTo>
                    <a:pt x="728701" y="340462"/>
                    <a:pt x="738073" y="337338"/>
                    <a:pt x="742036" y="333528"/>
                  </a:cubicBezTo>
                  <a:cubicBezTo>
                    <a:pt x="745998" y="329718"/>
                    <a:pt x="749503" y="324460"/>
                    <a:pt x="752551" y="317754"/>
                  </a:cubicBezTo>
                  <a:cubicBezTo>
                    <a:pt x="755599" y="311049"/>
                    <a:pt x="759562" y="295656"/>
                    <a:pt x="764439" y="271577"/>
                  </a:cubicBezTo>
                  <a:cubicBezTo>
                    <a:pt x="765658" y="265481"/>
                    <a:pt x="767334" y="262433"/>
                    <a:pt x="769468" y="262433"/>
                  </a:cubicBezTo>
                  <a:cubicBezTo>
                    <a:pt x="771601" y="262433"/>
                    <a:pt x="773049" y="266319"/>
                    <a:pt x="773811" y="274092"/>
                  </a:cubicBezTo>
                  <a:cubicBezTo>
                    <a:pt x="774573" y="281864"/>
                    <a:pt x="776554" y="291923"/>
                    <a:pt x="779755" y="304267"/>
                  </a:cubicBezTo>
                  <a:cubicBezTo>
                    <a:pt x="782955" y="316611"/>
                    <a:pt x="785622" y="324689"/>
                    <a:pt x="787756" y="328499"/>
                  </a:cubicBezTo>
                  <a:cubicBezTo>
                    <a:pt x="789889" y="332309"/>
                    <a:pt x="790956" y="335585"/>
                    <a:pt x="790956" y="338328"/>
                  </a:cubicBezTo>
                  <a:cubicBezTo>
                    <a:pt x="790956" y="346863"/>
                    <a:pt x="779755" y="355321"/>
                    <a:pt x="757352" y="363703"/>
                  </a:cubicBezTo>
                  <a:cubicBezTo>
                    <a:pt x="734949" y="372085"/>
                    <a:pt x="709117" y="376276"/>
                    <a:pt x="679857" y="376276"/>
                  </a:cubicBezTo>
                  <a:cubicBezTo>
                    <a:pt x="658825" y="376276"/>
                    <a:pt x="640995" y="373990"/>
                    <a:pt x="626364" y="369418"/>
                  </a:cubicBezTo>
                  <a:cubicBezTo>
                    <a:pt x="611734" y="364846"/>
                    <a:pt x="600304" y="358674"/>
                    <a:pt x="592074" y="350901"/>
                  </a:cubicBezTo>
                  <a:cubicBezTo>
                    <a:pt x="583845" y="343129"/>
                    <a:pt x="578434" y="332842"/>
                    <a:pt x="575844" y="320040"/>
                  </a:cubicBezTo>
                  <a:cubicBezTo>
                    <a:pt x="573253" y="307239"/>
                    <a:pt x="572110" y="288189"/>
                    <a:pt x="572415" y="262890"/>
                  </a:cubicBezTo>
                  <a:cubicBezTo>
                    <a:pt x="548335" y="266548"/>
                    <a:pt x="530505" y="268682"/>
                    <a:pt x="518922" y="269291"/>
                  </a:cubicBezTo>
                  <a:cubicBezTo>
                    <a:pt x="518617" y="277216"/>
                    <a:pt x="516331" y="281178"/>
                    <a:pt x="512064" y="281178"/>
                  </a:cubicBezTo>
                  <a:cubicBezTo>
                    <a:pt x="509626" y="281178"/>
                    <a:pt x="507188" y="279045"/>
                    <a:pt x="504749" y="274778"/>
                  </a:cubicBezTo>
                  <a:cubicBezTo>
                    <a:pt x="502311" y="270510"/>
                    <a:pt x="500482" y="265481"/>
                    <a:pt x="499263" y="259690"/>
                  </a:cubicBezTo>
                  <a:cubicBezTo>
                    <a:pt x="492252" y="227381"/>
                    <a:pt x="485547" y="200254"/>
                    <a:pt x="479146" y="178308"/>
                  </a:cubicBezTo>
                  <a:cubicBezTo>
                    <a:pt x="472745" y="156363"/>
                    <a:pt x="467563" y="143485"/>
                    <a:pt x="463601" y="139675"/>
                  </a:cubicBezTo>
                  <a:cubicBezTo>
                    <a:pt x="459639" y="135865"/>
                    <a:pt x="457657" y="132284"/>
                    <a:pt x="457657" y="128931"/>
                  </a:cubicBezTo>
                  <a:cubicBezTo>
                    <a:pt x="457657" y="125578"/>
                    <a:pt x="460401" y="123902"/>
                    <a:pt x="465887" y="123902"/>
                  </a:cubicBezTo>
                  <a:cubicBezTo>
                    <a:pt x="471373" y="123902"/>
                    <a:pt x="479603" y="126340"/>
                    <a:pt x="490576" y="131217"/>
                  </a:cubicBezTo>
                  <a:cubicBezTo>
                    <a:pt x="520751" y="126950"/>
                    <a:pt x="548183" y="122682"/>
                    <a:pt x="572872" y="118415"/>
                  </a:cubicBezTo>
                  <a:cubicBezTo>
                    <a:pt x="572567" y="81839"/>
                    <a:pt x="569595" y="57836"/>
                    <a:pt x="563956" y="46406"/>
                  </a:cubicBezTo>
                  <a:cubicBezTo>
                    <a:pt x="558318" y="34976"/>
                    <a:pt x="555498" y="27280"/>
                    <a:pt x="555498" y="23318"/>
                  </a:cubicBezTo>
                  <a:cubicBezTo>
                    <a:pt x="555498" y="19355"/>
                    <a:pt x="557556" y="17374"/>
                    <a:pt x="561670" y="17374"/>
                  </a:cubicBezTo>
                  <a:close/>
                  <a:moveTo>
                    <a:pt x="1107567" y="3201"/>
                  </a:moveTo>
                  <a:cubicBezTo>
                    <a:pt x="1112901" y="3201"/>
                    <a:pt x="1120140" y="5487"/>
                    <a:pt x="1129284" y="10059"/>
                  </a:cubicBezTo>
                  <a:cubicBezTo>
                    <a:pt x="1138428" y="14631"/>
                    <a:pt x="1143000" y="19355"/>
                    <a:pt x="1143000" y="24232"/>
                  </a:cubicBezTo>
                  <a:cubicBezTo>
                    <a:pt x="1143000" y="26975"/>
                    <a:pt x="1141476" y="30785"/>
                    <a:pt x="1138428" y="35662"/>
                  </a:cubicBezTo>
                  <a:cubicBezTo>
                    <a:pt x="1135380" y="40539"/>
                    <a:pt x="1130503" y="49835"/>
                    <a:pt x="1123798" y="63551"/>
                  </a:cubicBezTo>
                  <a:cubicBezTo>
                    <a:pt x="1129894" y="62942"/>
                    <a:pt x="1139114" y="61570"/>
                    <a:pt x="1151458" y="59436"/>
                  </a:cubicBezTo>
                  <a:cubicBezTo>
                    <a:pt x="1163803" y="57303"/>
                    <a:pt x="1174242" y="56236"/>
                    <a:pt x="1182777" y="56236"/>
                  </a:cubicBezTo>
                  <a:cubicBezTo>
                    <a:pt x="1191311" y="56236"/>
                    <a:pt x="1198398" y="58065"/>
                    <a:pt x="1204037" y="61722"/>
                  </a:cubicBezTo>
                  <a:cubicBezTo>
                    <a:pt x="1209675" y="65380"/>
                    <a:pt x="1212495" y="68885"/>
                    <a:pt x="1212495" y="72238"/>
                  </a:cubicBezTo>
                  <a:cubicBezTo>
                    <a:pt x="1212495" y="75591"/>
                    <a:pt x="1210742" y="78105"/>
                    <a:pt x="1207237" y="79782"/>
                  </a:cubicBezTo>
                  <a:cubicBezTo>
                    <a:pt x="1203732" y="81458"/>
                    <a:pt x="1198321" y="81915"/>
                    <a:pt x="1191006" y="81153"/>
                  </a:cubicBezTo>
                  <a:cubicBezTo>
                    <a:pt x="1183691" y="80391"/>
                    <a:pt x="1173480" y="80010"/>
                    <a:pt x="1160374" y="80010"/>
                  </a:cubicBezTo>
                  <a:cubicBezTo>
                    <a:pt x="1147267" y="80010"/>
                    <a:pt x="1132485" y="80620"/>
                    <a:pt x="1116025" y="81839"/>
                  </a:cubicBezTo>
                  <a:cubicBezTo>
                    <a:pt x="1108710" y="99822"/>
                    <a:pt x="1101014" y="114224"/>
                    <a:pt x="1092937" y="125045"/>
                  </a:cubicBezTo>
                  <a:cubicBezTo>
                    <a:pt x="1084860" y="135865"/>
                    <a:pt x="1079145" y="141275"/>
                    <a:pt x="1075792" y="141275"/>
                  </a:cubicBezTo>
                  <a:cubicBezTo>
                    <a:pt x="1074573" y="141275"/>
                    <a:pt x="1073963" y="140285"/>
                    <a:pt x="1073963" y="138303"/>
                  </a:cubicBezTo>
                  <a:cubicBezTo>
                    <a:pt x="1073963" y="136322"/>
                    <a:pt x="1074877" y="133350"/>
                    <a:pt x="1076706" y="129388"/>
                  </a:cubicBezTo>
                  <a:cubicBezTo>
                    <a:pt x="1084326" y="112929"/>
                    <a:pt x="1089965" y="97689"/>
                    <a:pt x="1093623" y="83668"/>
                  </a:cubicBezTo>
                  <a:cubicBezTo>
                    <a:pt x="1076249" y="84582"/>
                    <a:pt x="1052932" y="86716"/>
                    <a:pt x="1023671" y="90069"/>
                  </a:cubicBezTo>
                  <a:cubicBezTo>
                    <a:pt x="1023976" y="93726"/>
                    <a:pt x="1024128" y="100432"/>
                    <a:pt x="1024128" y="110186"/>
                  </a:cubicBezTo>
                  <a:cubicBezTo>
                    <a:pt x="1024128" y="123597"/>
                    <a:pt x="1021690" y="130302"/>
                    <a:pt x="1016813" y="130302"/>
                  </a:cubicBezTo>
                  <a:cubicBezTo>
                    <a:pt x="1011936" y="130302"/>
                    <a:pt x="1009041" y="126188"/>
                    <a:pt x="1008126" y="117958"/>
                  </a:cubicBezTo>
                  <a:lnTo>
                    <a:pt x="1004926" y="92355"/>
                  </a:lnTo>
                  <a:cubicBezTo>
                    <a:pt x="988467" y="94184"/>
                    <a:pt x="974217" y="96470"/>
                    <a:pt x="962178" y="99213"/>
                  </a:cubicBezTo>
                  <a:cubicBezTo>
                    <a:pt x="950138" y="101956"/>
                    <a:pt x="941223" y="103328"/>
                    <a:pt x="935431" y="103328"/>
                  </a:cubicBezTo>
                  <a:cubicBezTo>
                    <a:pt x="929640" y="103328"/>
                    <a:pt x="923620" y="100889"/>
                    <a:pt x="917372" y="96012"/>
                  </a:cubicBezTo>
                  <a:cubicBezTo>
                    <a:pt x="911124" y="91136"/>
                    <a:pt x="907999" y="87630"/>
                    <a:pt x="907999" y="85497"/>
                  </a:cubicBezTo>
                  <a:cubicBezTo>
                    <a:pt x="907999" y="83058"/>
                    <a:pt x="911276" y="82068"/>
                    <a:pt x="917829" y="82525"/>
                  </a:cubicBezTo>
                  <a:cubicBezTo>
                    <a:pt x="924382" y="82982"/>
                    <a:pt x="929945" y="83211"/>
                    <a:pt x="934517" y="83211"/>
                  </a:cubicBezTo>
                  <a:cubicBezTo>
                    <a:pt x="948843" y="83211"/>
                    <a:pt x="971703" y="81534"/>
                    <a:pt x="1003097" y="78182"/>
                  </a:cubicBezTo>
                  <a:cubicBezTo>
                    <a:pt x="1000049" y="57760"/>
                    <a:pt x="996239" y="44806"/>
                    <a:pt x="991667" y="39320"/>
                  </a:cubicBezTo>
                  <a:cubicBezTo>
                    <a:pt x="987095" y="33833"/>
                    <a:pt x="984809" y="29718"/>
                    <a:pt x="984809" y="26975"/>
                  </a:cubicBezTo>
                  <a:cubicBezTo>
                    <a:pt x="984809" y="24232"/>
                    <a:pt x="987095" y="22860"/>
                    <a:pt x="991667" y="22860"/>
                  </a:cubicBezTo>
                  <a:cubicBezTo>
                    <a:pt x="996239" y="22860"/>
                    <a:pt x="1003173" y="24461"/>
                    <a:pt x="1012470" y="27661"/>
                  </a:cubicBezTo>
                  <a:cubicBezTo>
                    <a:pt x="1021766" y="30861"/>
                    <a:pt x="1026414" y="35814"/>
                    <a:pt x="1026414" y="42520"/>
                  </a:cubicBezTo>
                  <a:cubicBezTo>
                    <a:pt x="1026414" y="44654"/>
                    <a:pt x="1025957" y="47397"/>
                    <a:pt x="1025043" y="50750"/>
                  </a:cubicBezTo>
                  <a:cubicBezTo>
                    <a:pt x="1024128" y="54102"/>
                    <a:pt x="1023671" y="62484"/>
                    <a:pt x="1023671" y="75896"/>
                  </a:cubicBezTo>
                  <a:cubicBezTo>
                    <a:pt x="1039216" y="74372"/>
                    <a:pt x="1063905" y="71476"/>
                    <a:pt x="1097737" y="67209"/>
                  </a:cubicBezTo>
                  <a:cubicBezTo>
                    <a:pt x="1102309" y="48311"/>
                    <a:pt x="1104595" y="34443"/>
                    <a:pt x="1104595" y="25604"/>
                  </a:cubicBezTo>
                  <a:cubicBezTo>
                    <a:pt x="1104595" y="20727"/>
                    <a:pt x="1103757" y="17222"/>
                    <a:pt x="1102081" y="15088"/>
                  </a:cubicBezTo>
                  <a:cubicBezTo>
                    <a:pt x="1100404" y="12954"/>
                    <a:pt x="1099566" y="10440"/>
                    <a:pt x="1099566" y="7544"/>
                  </a:cubicBezTo>
                  <a:cubicBezTo>
                    <a:pt x="1099566" y="4649"/>
                    <a:pt x="1102233" y="3201"/>
                    <a:pt x="1107567" y="3201"/>
                  </a:cubicBezTo>
                  <a:close/>
                  <a:moveTo>
                    <a:pt x="114757" y="0"/>
                  </a:moveTo>
                  <a:cubicBezTo>
                    <a:pt x="119025" y="0"/>
                    <a:pt x="126264" y="2896"/>
                    <a:pt x="136474" y="8687"/>
                  </a:cubicBezTo>
                  <a:cubicBezTo>
                    <a:pt x="146685" y="14478"/>
                    <a:pt x="151791" y="19660"/>
                    <a:pt x="151791" y="24232"/>
                  </a:cubicBezTo>
                  <a:cubicBezTo>
                    <a:pt x="151791" y="26975"/>
                    <a:pt x="149886" y="29718"/>
                    <a:pt x="146076" y="32462"/>
                  </a:cubicBezTo>
                  <a:cubicBezTo>
                    <a:pt x="142266" y="35205"/>
                    <a:pt x="130759" y="47092"/>
                    <a:pt x="111557" y="68123"/>
                  </a:cubicBezTo>
                  <a:cubicBezTo>
                    <a:pt x="120091" y="69342"/>
                    <a:pt x="132588" y="67895"/>
                    <a:pt x="149047" y="63780"/>
                  </a:cubicBezTo>
                  <a:cubicBezTo>
                    <a:pt x="165507" y="59665"/>
                    <a:pt x="177013" y="55245"/>
                    <a:pt x="183566" y="50521"/>
                  </a:cubicBezTo>
                  <a:cubicBezTo>
                    <a:pt x="190119" y="45797"/>
                    <a:pt x="195072" y="43434"/>
                    <a:pt x="198425" y="43434"/>
                  </a:cubicBezTo>
                  <a:cubicBezTo>
                    <a:pt x="201778" y="43434"/>
                    <a:pt x="208179" y="46711"/>
                    <a:pt x="217627" y="53264"/>
                  </a:cubicBezTo>
                  <a:cubicBezTo>
                    <a:pt x="227076" y="59817"/>
                    <a:pt x="231801" y="64618"/>
                    <a:pt x="231801" y="67666"/>
                  </a:cubicBezTo>
                  <a:cubicBezTo>
                    <a:pt x="231801" y="70714"/>
                    <a:pt x="227838" y="74219"/>
                    <a:pt x="219913" y="78182"/>
                  </a:cubicBezTo>
                  <a:cubicBezTo>
                    <a:pt x="203759" y="85497"/>
                    <a:pt x="178003" y="107138"/>
                    <a:pt x="142647" y="143104"/>
                  </a:cubicBezTo>
                  <a:cubicBezTo>
                    <a:pt x="168250" y="137618"/>
                    <a:pt x="184709" y="133960"/>
                    <a:pt x="192024" y="132131"/>
                  </a:cubicBezTo>
                  <a:cubicBezTo>
                    <a:pt x="199339" y="130302"/>
                    <a:pt x="205740" y="129388"/>
                    <a:pt x="211227" y="129388"/>
                  </a:cubicBezTo>
                  <a:cubicBezTo>
                    <a:pt x="216713" y="129388"/>
                    <a:pt x="224485" y="132055"/>
                    <a:pt x="234544" y="137389"/>
                  </a:cubicBezTo>
                  <a:cubicBezTo>
                    <a:pt x="244602" y="142723"/>
                    <a:pt x="249631" y="147371"/>
                    <a:pt x="249631" y="151334"/>
                  </a:cubicBezTo>
                  <a:cubicBezTo>
                    <a:pt x="249631" y="155296"/>
                    <a:pt x="248336" y="159030"/>
                    <a:pt x="245745" y="162535"/>
                  </a:cubicBezTo>
                  <a:cubicBezTo>
                    <a:pt x="243154" y="166040"/>
                    <a:pt x="241326" y="169545"/>
                    <a:pt x="240259" y="173051"/>
                  </a:cubicBezTo>
                  <a:cubicBezTo>
                    <a:pt x="239192" y="176556"/>
                    <a:pt x="238659" y="182271"/>
                    <a:pt x="238659" y="190196"/>
                  </a:cubicBezTo>
                  <a:lnTo>
                    <a:pt x="239573" y="240488"/>
                  </a:lnTo>
                  <a:cubicBezTo>
                    <a:pt x="239573" y="265176"/>
                    <a:pt x="237897" y="282779"/>
                    <a:pt x="234544" y="293294"/>
                  </a:cubicBezTo>
                  <a:cubicBezTo>
                    <a:pt x="231191" y="303810"/>
                    <a:pt x="227838" y="309068"/>
                    <a:pt x="224485" y="309068"/>
                  </a:cubicBezTo>
                  <a:cubicBezTo>
                    <a:pt x="221133" y="309068"/>
                    <a:pt x="217094" y="305867"/>
                    <a:pt x="212370" y="299466"/>
                  </a:cubicBezTo>
                  <a:cubicBezTo>
                    <a:pt x="207645" y="293066"/>
                    <a:pt x="205283" y="287503"/>
                    <a:pt x="205283" y="282779"/>
                  </a:cubicBezTo>
                  <a:cubicBezTo>
                    <a:pt x="205283" y="278054"/>
                    <a:pt x="206350" y="271882"/>
                    <a:pt x="208483" y="264262"/>
                  </a:cubicBezTo>
                  <a:cubicBezTo>
                    <a:pt x="210617" y="256642"/>
                    <a:pt x="211684" y="244221"/>
                    <a:pt x="211684" y="227000"/>
                  </a:cubicBezTo>
                  <a:cubicBezTo>
                    <a:pt x="211684" y="209779"/>
                    <a:pt x="211303" y="194615"/>
                    <a:pt x="210541" y="181509"/>
                  </a:cubicBezTo>
                  <a:cubicBezTo>
                    <a:pt x="209779" y="168402"/>
                    <a:pt x="209017" y="160401"/>
                    <a:pt x="208255" y="157506"/>
                  </a:cubicBezTo>
                  <a:cubicBezTo>
                    <a:pt x="207493" y="154610"/>
                    <a:pt x="205664" y="152629"/>
                    <a:pt x="202768" y="151562"/>
                  </a:cubicBezTo>
                  <a:cubicBezTo>
                    <a:pt x="199873" y="150495"/>
                    <a:pt x="195072" y="149962"/>
                    <a:pt x="188367" y="149962"/>
                  </a:cubicBezTo>
                  <a:cubicBezTo>
                    <a:pt x="171298" y="149962"/>
                    <a:pt x="152934" y="152400"/>
                    <a:pt x="133274" y="157277"/>
                  </a:cubicBezTo>
                  <a:cubicBezTo>
                    <a:pt x="113614" y="162154"/>
                    <a:pt x="94183" y="164745"/>
                    <a:pt x="74981" y="165050"/>
                  </a:cubicBezTo>
                  <a:cubicBezTo>
                    <a:pt x="76200" y="168098"/>
                    <a:pt x="76810" y="177394"/>
                    <a:pt x="76810" y="192939"/>
                  </a:cubicBezTo>
                  <a:cubicBezTo>
                    <a:pt x="76810" y="208484"/>
                    <a:pt x="75972" y="227838"/>
                    <a:pt x="74295" y="251003"/>
                  </a:cubicBezTo>
                  <a:cubicBezTo>
                    <a:pt x="72619" y="274168"/>
                    <a:pt x="69952" y="289637"/>
                    <a:pt x="66294" y="297409"/>
                  </a:cubicBezTo>
                  <a:cubicBezTo>
                    <a:pt x="62637" y="305181"/>
                    <a:pt x="59436" y="309068"/>
                    <a:pt x="56693" y="309068"/>
                  </a:cubicBezTo>
                  <a:cubicBezTo>
                    <a:pt x="53950" y="309068"/>
                    <a:pt x="50978" y="305867"/>
                    <a:pt x="47778" y="299466"/>
                  </a:cubicBezTo>
                  <a:cubicBezTo>
                    <a:pt x="44577" y="293066"/>
                    <a:pt x="42977" y="287655"/>
                    <a:pt x="42977" y="283236"/>
                  </a:cubicBezTo>
                  <a:cubicBezTo>
                    <a:pt x="42977" y="278816"/>
                    <a:pt x="44196" y="272034"/>
                    <a:pt x="46635" y="262890"/>
                  </a:cubicBezTo>
                  <a:cubicBezTo>
                    <a:pt x="51816" y="244298"/>
                    <a:pt x="54407" y="225248"/>
                    <a:pt x="54407" y="205740"/>
                  </a:cubicBezTo>
                  <a:cubicBezTo>
                    <a:pt x="54407" y="186233"/>
                    <a:pt x="51969" y="172212"/>
                    <a:pt x="47092" y="163678"/>
                  </a:cubicBezTo>
                  <a:cubicBezTo>
                    <a:pt x="44653" y="159716"/>
                    <a:pt x="43434" y="156668"/>
                    <a:pt x="43434" y="154534"/>
                  </a:cubicBezTo>
                  <a:cubicBezTo>
                    <a:pt x="43434" y="152400"/>
                    <a:pt x="45034" y="151334"/>
                    <a:pt x="48235" y="151334"/>
                  </a:cubicBezTo>
                  <a:cubicBezTo>
                    <a:pt x="51435" y="151334"/>
                    <a:pt x="56083" y="152248"/>
                    <a:pt x="62179" y="154077"/>
                  </a:cubicBezTo>
                  <a:cubicBezTo>
                    <a:pt x="76810" y="154686"/>
                    <a:pt x="96469" y="152400"/>
                    <a:pt x="121158" y="147219"/>
                  </a:cubicBezTo>
                  <a:cubicBezTo>
                    <a:pt x="126340" y="141428"/>
                    <a:pt x="135865" y="129845"/>
                    <a:pt x="149733" y="112472"/>
                  </a:cubicBezTo>
                  <a:cubicBezTo>
                    <a:pt x="163602" y="95098"/>
                    <a:pt x="171831" y="84963"/>
                    <a:pt x="174422" y="82068"/>
                  </a:cubicBezTo>
                  <a:cubicBezTo>
                    <a:pt x="177013" y="79172"/>
                    <a:pt x="178308" y="77039"/>
                    <a:pt x="178308" y="75667"/>
                  </a:cubicBezTo>
                  <a:cubicBezTo>
                    <a:pt x="178308" y="74295"/>
                    <a:pt x="177241" y="73610"/>
                    <a:pt x="175108" y="73610"/>
                  </a:cubicBezTo>
                  <a:cubicBezTo>
                    <a:pt x="172974" y="73610"/>
                    <a:pt x="165507" y="74905"/>
                    <a:pt x="152705" y="77496"/>
                  </a:cubicBezTo>
                  <a:cubicBezTo>
                    <a:pt x="139903" y="80087"/>
                    <a:pt x="130150" y="81382"/>
                    <a:pt x="123444" y="81382"/>
                  </a:cubicBezTo>
                  <a:cubicBezTo>
                    <a:pt x="116739" y="81382"/>
                    <a:pt x="110338" y="79858"/>
                    <a:pt x="104242" y="76810"/>
                  </a:cubicBezTo>
                  <a:cubicBezTo>
                    <a:pt x="85649" y="97232"/>
                    <a:pt x="67971" y="112929"/>
                    <a:pt x="51207" y="123902"/>
                  </a:cubicBezTo>
                  <a:cubicBezTo>
                    <a:pt x="34443" y="134874"/>
                    <a:pt x="23927" y="140361"/>
                    <a:pt x="19660" y="140361"/>
                  </a:cubicBezTo>
                  <a:cubicBezTo>
                    <a:pt x="17831" y="140361"/>
                    <a:pt x="16917" y="139523"/>
                    <a:pt x="16917" y="137846"/>
                  </a:cubicBezTo>
                  <a:cubicBezTo>
                    <a:pt x="16917" y="136170"/>
                    <a:pt x="18745" y="133808"/>
                    <a:pt x="22403" y="130760"/>
                  </a:cubicBezTo>
                  <a:cubicBezTo>
                    <a:pt x="46177" y="111557"/>
                    <a:pt x="66599" y="90297"/>
                    <a:pt x="83668" y="66980"/>
                  </a:cubicBezTo>
                  <a:cubicBezTo>
                    <a:pt x="100737" y="43663"/>
                    <a:pt x="109271" y="26366"/>
                    <a:pt x="109271" y="15088"/>
                  </a:cubicBezTo>
                  <a:cubicBezTo>
                    <a:pt x="109271" y="13564"/>
                    <a:pt x="109119" y="12040"/>
                    <a:pt x="108814" y="10516"/>
                  </a:cubicBezTo>
                  <a:cubicBezTo>
                    <a:pt x="108509" y="8992"/>
                    <a:pt x="108357" y="7468"/>
                    <a:pt x="108357" y="5944"/>
                  </a:cubicBezTo>
                  <a:cubicBezTo>
                    <a:pt x="108357" y="1982"/>
                    <a:pt x="110490" y="0"/>
                    <a:pt x="11475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2677DEC1-8C5A-44B4-B061-FD4E6CBFE9C5}"/>
                </a:ext>
              </a:extLst>
            </p:cNvPr>
            <p:cNvCxnSpPr/>
            <p:nvPr/>
          </p:nvCxnSpPr>
          <p:spPr>
            <a:xfrm flipV="1">
              <a:off x="5110530" y="1465505"/>
              <a:ext cx="0" cy="143256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3A121CF9-CB85-4A8C-BCB1-96EDB73CDDB8}"/>
              </a:ext>
            </a:extLst>
          </p:cNvPr>
          <p:cNvGrpSpPr/>
          <p:nvPr/>
        </p:nvGrpSpPr>
        <p:grpSpPr>
          <a:xfrm>
            <a:off x="1758885" y="-1290934"/>
            <a:ext cx="795186" cy="397352"/>
            <a:chOff x="6484511" y="1211409"/>
            <a:chExt cx="795186" cy="397352"/>
          </a:xfrm>
        </p:grpSpPr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653CC4E3-E4F8-418E-80E8-DBFD9A24E31B}"/>
                </a:ext>
              </a:extLst>
            </p:cNvPr>
            <p:cNvSpPr txBox="1"/>
            <p:nvPr/>
          </p:nvSpPr>
          <p:spPr>
            <a:xfrm>
              <a:off x="6484511" y="1211409"/>
              <a:ext cx="795186" cy="244182"/>
            </a:xfrm>
            <a:custGeom>
              <a:avLst/>
              <a:gdLst/>
              <a:ahLst/>
              <a:cxnLst/>
              <a:rect l="l" t="t" r="r" b="b"/>
              <a:pathLst>
                <a:path w="1311707" h="402793">
                  <a:moveTo>
                    <a:pt x="1132027" y="222199"/>
                  </a:moveTo>
                  <a:cubicBezTo>
                    <a:pt x="1128370" y="222199"/>
                    <a:pt x="1122655" y="222961"/>
                    <a:pt x="1114882" y="224485"/>
                  </a:cubicBezTo>
                  <a:cubicBezTo>
                    <a:pt x="1107110" y="226009"/>
                    <a:pt x="1098652" y="226771"/>
                    <a:pt x="1089508" y="226771"/>
                  </a:cubicBezTo>
                  <a:cubicBezTo>
                    <a:pt x="1092251" y="242925"/>
                    <a:pt x="1093623" y="257403"/>
                    <a:pt x="1093623" y="270205"/>
                  </a:cubicBezTo>
                  <a:cubicBezTo>
                    <a:pt x="1114044" y="268986"/>
                    <a:pt x="1126465" y="264033"/>
                    <a:pt x="1130884" y="255346"/>
                  </a:cubicBezTo>
                  <a:cubicBezTo>
                    <a:pt x="1135304" y="246659"/>
                    <a:pt x="1137514" y="238963"/>
                    <a:pt x="1137514" y="232257"/>
                  </a:cubicBezTo>
                  <a:cubicBezTo>
                    <a:pt x="1137514" y="225552"/>
                    <a:pt x="1135685" y="222199"/>
                    <a:pt x="1132027" y="222199"/>
                  </a:cubicBezTo>
                  <a:close/>
                  <a:moveTo>
                    <a:pt x="1141400" y="202997"/>
                  </a:moveTo>
                  <a:cubicBezTo>
                    <a:pt x="1145515" y="202997"/>
                    <a:pt x="1152601" y="205740"/>
                    <a:pt x="1162660" y="211226"/>
                  </a:cubicBezTo>
                  <a:cubicBezTo>
                    <a:pt x="1172718" y="216713"/>
                    <a:pt x="1177747" y="221285"/>
                    <a:pt x="1177747" y="224942"/>
                  </a:cubicBezTo>
                  <a:cubicBezTo>
                    <a:pt x="1177747" y="228600"/>
                    <a:pt x="1175766" y="231724"/>
                    <a:pt x="1171804" y="234315"/>
                  </a:cubicBezTo>
                  <a:cubicBezTo>
                    <a:pt x="1167841" y="236906"/>
                    <a:pt x="1163879" y="240868"/>
                    <a:pt x="1159917" y="246202"/>
                  </a:cubicBezTo>
                  <a:cubicBezTo>
                    <a:pt x="1155954" y="251536"/>
                    <a:pt x="1153973" y="255498"/>
                    <a:pt x="1153973" y="258089"/>
                  </a:cubicBezTo>
                  <a:cubicBezTo>
                    <a:pt x="1153973" y="260680"/>
                    <a:pt x="1154735" y="262814"/>
                    <a:pt x="1156259" y="264490"/>
                  </a:cubicBezTo>
                  <a:cubicBezTo>
                    <a:pt x="1157783" y="266166"/>
                    <a:pt x="1158545" y="268071"/>
                    <a:pt x="1158545" y="270205"/>
                  </a:cubicBezTo>
                  <a:cubicBezTo>
                    <a:pt x="1158545" y="275082"/>
                    <a:pt x="1154735" y="277673"/>
                    <a:pt x="1147115" y="277977"/>
                  </a:cubicBezTo>
                  <a:cubicBezTo>
                    <a:pt x="1139495" y="278282"/>
                    <a:pt x="1121512" y="280111"/>
                    <a:pt x="1093165" y="283464"/>
                  </a:cubicBezTo>
                  <a:cubicBezTo>
                    <a:pt x="1092251" y="295046"/>
                    <a:pt x="1089508" y="300837"/>
                    <a:pt x="1084936" y="300837"/>
                  </a:cubicBezTo>
                  <a:cubicBezTo>
                    <a:pt x="1080364" y="300837"/>
                    <a:pt x="1077468" y="293217"/>
                    <a:pt x="1076249" y="277977"/>
                  </a:cubicBezTo>
                  <a:cubicBezTo>
                    <a:pt x="1073811" y="249021"/>
                    <a:pt x="1070305" y="231191"/>
                    <a:pt x="1065733" y="224485"/>
                  </a:cubicBezTo>
                  <a:cubicBezTo>
                    <a:pt x="1063295" y="220523"/>
                    <a:pt x="1062076" y="217475"/>
                    <a:pt x="1062076" y="215341"/>
                  </a:cubicBezTo>
                  <a:cubicBezTo>
                    <a:pt x="1062076" y="213207"/>
                    <a:pt x="1063524" y="212141"/>
                    <a:pt x="1066419" y="212141"/>
                  </a:cubicBezTo>
                  <a:cubicBezTo>
                    <a:pt x="1069315" y="212141"/>
                    <a:pt x="1074268" y="213665"/>
                    <a:pt x="1081278" y="216713"/>
                  </a:cubicBezTo>
                  <a:cubicBezTo>
                    <a:pt x="1090422" y="216713"/>
                    <a:pt x="1099566" y="215722"/>
                    <a:pt x="1108710" y="213741"/>
                  </a:cubicBezTo>
                  <a:cubicBezTo>
                    <a:pt x="1117854" y="211760"/>
                    <a:pt x="1124560" y="209474"/>
                    <a:pt x="1128827" y="206883"/>
                  </a:cubicBezTo>
                  <a:cubicBezTo>
                    <a:pt x="1133094" y="204292"/>
                    <a:pt x="1137285" y="202997"/>
                    <a:pt x="1141400" y="202997"/>
                  </a:cubicBezTo>
                  <a:close/>
                  <a:moveTo>
                    <a:pt x="1272845" y="136245"/>
                  </a:moveTo>
                  <a:cubicBezTo>
                    <a:pt x="1281989" y="136245"/>
                    <a:pt x="1290752" y="138303"/>
                    <a:pt x="1299134" y="142418"/>
                  </a:cubicBezTo>
                  <a:cubicBezTo>
                    <a:pt x="1307516" y="146532"/>
                    <a:pt x="1311707" y="150723"/>
                    <a:pt x="1311707" y="154991"/>
                  </a:cubicBezTo>
                  <a:cubicBezTo>
                    <a:pt x="1311707" y="159258"/>
                    <a:pt x="1309573" y="162306"/>
                    <a:pt x="1305306" y="164135"/>
                  </a:cubicBezTo>
                  <a:cubicBezTo>
                    <a:pt x="1301039" y="165963"/>
                    <a:pt x="1294867" y="166421"/>
                    <a:pt x="1286790" y="165506"/>
                  </a:cubicBezTo>
                  <a:cubicBezTo>
                    <a:pt x="1278712" y="164592"/>
                    <a:pt x="1268502" y="164135"/>
                    <a:pt x="1256157" y="164135"/>
                  </a:cubicBezTo>
                  <a:cubicBezTo>
                    <a:pt x="1243813" y="164135"/>
                    <a:pt x="1227735" y="164897"/>
                    <a:pt x="1207923" y="166421"/>
                  </a:cubicBezTo>
                  <a:cubicBezTo>
                    <a:pt x="1221334" y="174955"/>
                    <a:pt x="1228039" y="183337"/>
                    <a:pt x="1228039" y="191567"/>
                  </a:cubicBezTo>
                  <a:cubicBezTo>
                    <a:pt x="1228039" y="194919"/>
                    <a:pt x="1227506" y="198577"/>
                    <a:pt x="1226439" y="202539"/>
                  </a:cubicBezTo>
                  <a:cubicBezTo>
                    <a:pt x="1225372" y="206502"/>
                    <a:pt x="1224839" y="215265"/>
                    <a:pt x="1224839" y="228828"/>
                  </a:cubicBezTo>
                  <a:cubicBezTo>
                    <a:pt x="1224839" y="242392"/>
                    <a:pt x="1225830" y="262966"/>
                    <a:pt x="1227811" y="290550"/>
                  </a:cubicBezTo>
                  <a:cubicBezTo>
                    <a:pt x="1229792" y="318135"/>
                    <a:pt x="1230783" y="332994"/>
                    <a:pt x="1230783" y="335127"/>
                  </a:cubicBezTo>
                  <a:cubicBezTo>
                    <a:pt x="1230783" y="352196"/>
                    <a:pt x="1226516" y="367741"/>
                    <a:pt x="1217981" y="381762"/>
                  </a:cubicBezTo>
                  <a:cubicBezTo>
                    <a:pt x="1209447" y="395783"/>
                    <a:pt x="1202436" y="402793"/>
                    <a:pt x="1196950" y="402793"/>
                  </a:cubicBezTo>
                  <a:cubicBezTo>
                    <a:pt x="1192987" y="402793"/>
                    <a:pt x="1188720" y="398983"/>
                    <a:pt x="1184148" y="391363"/>
                  </a:cubicBezTo>
                  <a:cubicBezTo>
                    <a:pt x="1178357" y="381000"/>
                    <a:pt x="1170127" y="370484"/>
                    <a:pt x="1159459" y="359816"/>
                  </a:cubicBezTo>
                  <a:cubicBezTo>
                    <a:pt x="1148791" y="349148"/>
                    <a:pt x="1143457" y="343052"/>
                    <a:pt x="1143457" y="341528"/>
                  </a:cubicBezTo>
                  <a:cubicBezTo>
                    <a:pt x="1143457" y="340004"/>
                    <a:pt x="1144829" y="339242"/>
                    <a:pt x="1147572" y="339242"/>
                  </a:cubicBezTo>
                  <a:cubicBezTo>
                    <a:pt x="1150315" y="339242"/>
                    <a:pt x="1156183" y="340919"/>
                    <a:pt x="1165174" y="344271"/>
                  </a:cubicBezTo>
                  <a:cubicBezTo>
                    <a:pt x="1174166" y="347624"/>
                    <a:pt x="1181176" y="349301"/>
                    <a:pt x="1186206" y="349301"/>
                  </a:cubicBezTo>
                  <a:cubicBezTo>
                    <a:pt x="1191235" y="349301"/>
                    <a:pt x="1194969" y="347777"/>
                    <a:pt x="1197407" y="344729"/>
                  </a:cubicBezTo>
                  <a:cubicBezTo>
                    <a:pt x="1199845" y="341681"/>
                    <a:pt x="1201522" y="330327"/>
                    <a:pt x="1202436" y="310667"/>
                  </a:cubicBezTo>
                  <a:cubicBezTo>
                    <a:pt x="1203351" y="291008"/>
                    <a:pt x="1203808" y="275158"/>
                    <a:pt x="1203808" y="263118"/>
                  </a:cubicBezTo>
                  <a:cubicBezTo>
                    <a:pt x="1203808" y="251079"/>
                    <a:pt x="1202817" y="235305"/>
                    <a:pt x="1200836" y="215798"/>
                  </a:cubicBezTo>
                  <a:cubicBezTo>
                    <a:pt x="1198855" y="196291"/>
                    <a:pt x="1195426" y="180289"/>
                    <a:pt x="1190549" y="167792"/>
                  </a:cubicBezTo>
                  <a:cubicBezTo>
                    <a:pt x="1152144" y="170840"/>
                    <a:pt x="1126541" y="173888"/>
                    <a:pt x="1113739" y="176936"/>
                  </a:cubicBezTo>
                  <a:cubicBezTo>
                    <a:pt x="1104595" y="179070"/>
                    <a:pt x="1097356" y="180137"/>
                    <a:pt x="1092022" y="180137"/>
                  </a:cubicBezTo>
                  <a:cubicBezTo>
                    <a:pt x="1086688" y="180137"/>
                    <a:pt x="1081050" y="178308"/>
                    <a:pt x="1075106" y="174650"/>
                  </a:cubicBezTo>
                  <a:cubicBezTo>
                    <a:pt x="1069162" y="170993"/>
                    <a:pt x="1066191" y="168249"/>
                    <a:pt x="1066191" y="166421"/>
                  </a:cubicBezTo>
                  <a:cubicBezTo>
                    <a:pt x="1066191" y="164592"/>
                    <a:pt x="1072287" y="163677"/>
                    <a:pt x="1084479" y="163677"/>
                  </a:cubicBezTo>
                  <a:cubicBezTo>
                    <a:pt x="1085698" y="163677"/>
                    <a:pt x="1109015" y="160706"/>
                    <a:pt x="1154430" y="154762"/>
                  </a:cubicBezTo>
                  <a:cubicBezTo>
                    <a:pt x="1199845" y="148818"/>
                    <a:pt x="1231849" y="143408"/>
                    <a:pt x="1250442" y="138531"/>
                  </a:cubicBezTo>
                  <a:cubicBezTo>
                    <a:pt x="1256234" y="137007"/>
                    <a:pt x="1263701" y="136245"/>
                    <a:pt x="1272845" y="136245"/>
                  </a:cubicBezTo>
                  <a:close/>
                  <a:moveTo>
                    <a:pt x="634594" y="129387"/>
                  </a:moveTo>
                  <a:cubicBezTo>
                    <a:pt x="604723" y="135483"/>
                    <a:pt x="580035" y="138989"/>
                    <a:pt x="560527" y="139903"/>
                  </a:cubicBezTo>
                  <a:cubicBezTo>
                    <a:pt x="568757" y="183794"/>
                    <a:pt x="575310" y="221589"/>
                    <a:pt x="580187" y="253289"/>
                  </a:cubicBezTo>
                  <a:cubicBezTo>
                    <a:pt x="593293" y="252374"/>
                    <a:pt x="611277" y="249783"/>
                    <a:pt x="634137" y="245516"/>
                  </a:cubicBezTo>
                  <a:lnTo>
                    <a:pt x="634594" y="196139"/>
                  </a:lnTo>
                  <a:cubicBezTo>
                    <a:pt x="624231" y="197663"/>
                    <a:pt x="616306" y="198425"/>
                    <a:pt x="610819" y="198425"/>
                  </a:cubicBezTo>
                  <a:cubicBezTo>
                    <a:pt x="605333" y="198425"/>
                    <a:pt x="600609" y="197739"/>
                    <a:pt x="596646" y="196367"/>
                  </a:cubicBezTo>
                  <a:cubicBezTo>
                    <a:pt x="592684" y="194996"/>
                    <a:pt x="590703" y="193243"/>
                    <a:pt x="590703" y="191109"/>
                  </a:cubicBezTo>
                  <a:cubicBezTo>
                    <a:pt x="590703" y="188976"/>
                    <a:pt x="593141" y="187604"/>
                    <a:pt x="598018" y="186995"/>
                  </a:cubicBezTo>
                  <a:cubicBezTo>
                    <a:pt x="608076" y="185775"/>
                    <a:pt x="620268" y="183185"/>
                    <a:pt x="634594" y="179222"/>
                  </a:cubicBezTo>
                  <a:close/>
                  <a:moveTo>
                    <a:pt x="1038301" y="120243"/>
                  </a:moveTo>
                  <a:cubicBezTo>
                    <a:pt x="1042569" y="120243"/>
                    <a:pt x="1047826" y="123977"/>
                    <a:pt x="1054075" y="131445"/>
                  </a:cubicBezTo>
                  <a:cubicBezTo>
                    <a:pt x="1060323" y="138912"/>
                    <a:pt x="1063447" y="144094"/>
                    <a:pt x="1063447" y="146990"/>
                  </a:cubicBezTo>
                  <a:cubicBezTo>
                    <a:pt x="1063447" y="149885"/>
                    <a:pt x="1061695" y="152705"/>
                    <a:pt x="1058190" y="155448"/>
                  </a:cubicBezTo>
                  <a:cubicBezTo>
                    <a:pt x="1054684" y="158191"/>
                    <a:pt x="1042873" y="169773"/>
                    <a:pt x="1022757" y="190195"/>
                  </a:cubicBezTo>
                  <a:cubicBezTo>
                    <a:pt x="1027024" y="192938"/>
                    <a:pt x="1029157" y="204368"/>
                    <a:pt x="1029157" y="224485"/>
                  </a:cubicBezTo>
                  <a:cubicBezTo>
                    <a:pt x="1029157" y="316230"/>
                    <a:pt x="1024128" y="362102"/>
                    <a:pt x="1014070" y="362102"/>
                  </a:cubicBezTo>
                  <a:cubicBezTo>
                    <a:pt x="1011022" y="362102"/>
                    <a:pt x="1007288" y="357454"/>
                    <a:pt x="1002868" y="348158"/>
                  </a:cubicBezTo>
                  <a:cubicBezTo>
                    <a:pt x="998449" y="338861"/>
                    <a:pt x="996239" y="331698"/>
                    <a:pt x="996239" y="326669"/>
                  </a:cubicBezTo>
                  <a:cubicBezTo>
                    <a:pt x="996239" y="321640"/>
                    <a:pt x="997915" y="315468"/>
                    <a:pt x="1001268" y="308153"/>
                  </a:cubicBezTo>
                  <a:cubicBezTo>
                    <a:pt x="1007974" y="296265"/>
                    <a:pt x="1011327" y="268071"/>
                    <a:pt x="1011327" y="223571"/>
                  </a:cubicBezTo>
                  <a:cubicBezTo>
                    <a:pt x="1011327" y="214731"/>
                    <a:pt x="1010869" y="207873"/>
                    <a:pt x="1009955" y="202997"/>
                  </a:cubicBezTo>
                  <a:cubicBezTo>
                    <a:pt x="984047" y="227685"/>
                    <a:pt x="963092" y="244373"/>
                    <a:pt x="947090" y="253060"/>
                  </a:cubicBezTo>
                  <a:cubicBezTo>
                    <a:pt x="931088" y="261747"/>
                    <a:pt x="920649" y="266090"/>
                    <a:pt x="915772" y="266090"/>
                  </a:cubicBezTo>
                  <a:cubicBezTo>
                    <a:pt x="913943" y="266090"/>
                    <a:pt x="913029" y="265252"/>
                    <a:pt x="913029" y="263576"/>
                  </a:cubicBezTo>
                  <a:cubicBezTo>
                    <a:pt x="913029" y="261899"/>
                    <a:pt x="915162" y="259537"/>
                    <a:pt x="919429" y="256489"/>
                  </a:cubicBezTo>
                  <a:cubicBezTo>
                    <a:pt x="952957" y="230886"/>
                    <a:pt x="979780" y="206578"/>
                    <a:pt x="999897" y="183566"/>
                  </a:cubicBezTo>
                  <a:cubicBezTo>
                    <a:pt x="1020013" y="160553"/>
                    <a:pt x="1030377" y="144246"/>
                    <a:pt x="1030986" y="134645"/>
                  </a:cubicBezTo>
                  <a:cubicBezTo>
                    <a:pt x="1031596" y="125044"/>
                    <a:pt x="1034034" y="120243"/>
                    <a:pt x="1038301" y="120243"/>
                  </a:cubicBezTo>
                  <a:close/>
                  <a:moveTo>
                    <a:pt x="727405" y="117043"/>
                  </a:moveTo>
                  <a:cubicBezTo>
                    <a:pt x="708508" y="117043"/>
                    <a:pt x="685038" y="119634"/>
                    <a:pt x="656997" y="124815"/>
                  </a:cubicBezTo>
                  <a:cubicBezTo>
                    <a:pt x="656997" y="135483"/>
                    <a:pt x="656692" y="151485"/>
                    <a:pt x="656082" y="172821"/>
                  </a:cubicBezTo>
                  <a:cubicBezTo>
                    <a:pt x="671627" y="168249"/>
                    <a:pt x="681990" y="165963"/>
                    <a:pt x="687172" y="165963"/>
                  </a:cubicBezTo>
                  <a:cubicBezTo>
                    <a:pt x="692353" y="165963"/>
                    <a:pt x="696925" y="166878"/>
                    <a:pt x="700888" y="168707"/>
                  </a:cubicBezTo>
                  <a:cubicBezTo>
                    <a:pt x="704850" y="170535"/>
                    <a:pt x="706831" y="172974"/>
                    <a:pt x="706831" y="176022"/>
                  </a:cubicBezTo>
                  <a:cubicBezTo>
                    <a:pt x="706831" y="179070"/>
                    <a:pt x="704164" y="181508"/>
                    <a:pt x="698830" y="183337"/>
                  </a:cubicBezTo>
                  <a:cubicBezTo>
                    <a:pt x="693496" y="185166"/>
                    <a:pt x="679095" y="188214"/>
                    <a:pt x="655625" y="192481"/>
                  </a:cubicBezTo>
                  <a:cubicBezTo>
                    <a:pt x="655625" y="210159"/>
                    <a:pt x="655320" y="226771"/>
                    <a:pt x="654711" y="242316"/>
                  </a:cubicBezTo>
                  <a:cubicBezTo>
                    <a:pt x="674523" y="238658"/>
                    <a:pt x="687934" y="236829"/>
                    <a:pt x="694944" y="236829"/>
                  </a:cubicBezTo>
                  <a:cubicBezTo>
                    <a:pt x="701955" y="236829"/>
                    <a:pt x="706831" y="237591"/>
                    <a:pt x="709575" y="239115"/>
                  </a:cubicBezTo>
                  <a:cubicBezTo>
                    <a:pt x="712318" y="240639"/>
                    <a:pt x="714299" y="241401"/>
                    <a:pt x="715518" y="241401"/>
                  </a:cubicBezTo>
                  <a:cubicBezTo>
                    <a:pt x="720395" y="241401"/>
                    <a:pt x="726110" y="225552"/>
                    <a:pt x="732663" y="193853"/>
                  </a:cubicBezTo>
                  <a:cubicBezTo>
                    <a:pt x="739216" y="162153"/>
                    <a:pt x="742493" y="142341"/>
                    <a:pt x="742493" y="134417"/>
                  </a:cubicBezTo>
                  <a:cubicBezTo>
                    <a:pt x="742493" y="126492"/>
                    <a:pt x="741579" y="121615"/>
                    <a:pt x="739750" y="119786"/>
                  </a:cubicBezTo>
                  <a:cubicBezTo>
                    <a:pt x="737921" y="117957"/>
                    <a:pt x="733806" y="117043"/>
                    <a:pt x="727405" y="117043"/>
                  </a:cubicBezTo>
                  <a:close/>
                  <a:moveTo>
                    <a:pt x="288493" y="50749"/>
                  </a:moveTo>
                  <a:cubicBezTo>
                    <a:pt x="299161" y="50749"/>
                    <a:pt x="306858" y="52121"/>
                    <a:pt x="311582" y="54864"/>
                  </a:cubicBezTo>
                  <a:cubicBezTo>
                    <a:pt x="316306" y="57607"/>
                    <a:pt x="318669" y="60807"/>
                    <a:pt x="318669" y="64465"/>
                  </a:cubicBezTo>
                  <a:cubicBezTo>
                    <a:pt x="318669" y="68123"/>
                    <a:pt x="314554" y="71628"/>
                    <a:pt x="306324" y="74981"/>
                  </a:cubicBezTo>
                  <a:cubicBezTo>
                    <a:pt x="298095" y="78333"/>
                    <a:pt x="266548" y="84582"/>
                    <a:pt x="211684" y="93726"/>
                  </a:cubicBezTo>
                  <a:cubicBezTo>
                    <a:pt x="218085" y="97079"/>
                    <a:pt x="222809" y="100127"/>
                    <a:pt x="225857" y="102870"/>
                  </a:cubicBezTo>
                  <a:cubicBezTo>
                    <a:pt x="228905" y="105613"/>
                    <a:pt x="230429" y="108432"/>
                    <a:pt x="230429" y="111328"/>
                  </a:cubicBezTo>
                  <a:cubicBezTo>
                    <a:pt x="230429" y="114224"/>
                    <a:pt x="229819" y="117500"/>
                    <a:pt x="228600" y="121158"/>
                  </a:cubicBezTo>
                  <a:cubicBezTo>
                    <a:pt x="225552" y="133959"/>
                    <a:pt x="223723" y="157124"/>
                    <a:pt x="223114" y="190652"/>
                  </a:cubicBezTo>
                  <a:cubicBezTo>
                    <a:pt x="259690" y="177241"/>
                    <a:pt x="284836" y="170535"/>
                    <a:pt x="298552" y="170535"/>
                  </a:cubicBezTo>
                  <a:cubicBezTo>
                    <a:pt x="305257" y="170535"/>
                    <a:pt x="311506" y="171983"/>
                    <a:pt x="317297" y="174879"/>
                  </a:cubicBezTo>
                  <a:cubicBezTo>
                    <a:pt x="323088" y="177774"/>
                    <a:pt x="325984" y="180899"/>
                    <a:pt x="325984" y="184251"/>
                  </a:cubicBezTo>
                  <a:cubicBezTo>
                    <a:pt x="325984" y="187604"/>
                    <a:pt x="324003" y="190271"/>
                    <a:pt x="320040" y="192252"/>
                  </a:cubicBezTo>
                  <a:cubicBezTo>
                    <a:pt x="316078" y="194234"/>
                    <a:pt x="303429" y="197053"/>
                    <a:pt x="282093" y="200711"/>
                  </a:cubicBezTo>
                  <a:cubicBezTo>
                    <a:pt x="260757" y="204368"/>
                    <a:pt x="246507" y="206197"/>
                    <a:pt x="239344" y="206197"/>
                  </a:cubicBezTo>
                  <a:cubicBezTo>
                    <a:pt x="232182" y="206197"/>
                    <a:pt x="226619" y="206045"/>
                    <a:pt x="222657" y="205740"/>
                  </a:cubicBezTo>
                  <a:lnTo>
                    <a:pt x="219913" y="302666"/>
                  </a:lnTo>
                  <a:cubicBezTo>
                    <a:pt x="292456" y="294132"/>
                    <a:pt x="336347" y="289865"/>
                    <a:pt x="351587" y="289865"/>
                  </a:cubicBezTo>
                  <a:cubicBezTo>
                    <a:pt x="363169" y="289865"/>
                    <a:pt x="374295" y="292836"/>
                    <a:pt x="384963" y="298780"/>
                  </a:cubicBezTo>
                  <a:cubicBezTo>
                    <a:pt x="395631" y="304724"/>
                    <a:pt x="400965" y="310591"/>
                    <a:pt x="400965" y="316382"/>
                  </a:cubicBezTo>
                  <a:cubicBezTo>
                    <a:pt x="400965" y="320040"/>
                    <a:pt x="399060" y="322859"/>
                    <a:pt x="395250" y="324840"/>
                  </a:cubicBezTo>
                  <a:cubicBezTo>
                    <a:pt x="391440" y="326822"/>
                    <a:pt x="386487" y="327507"/>
                    <a:pt x="380391" y="326898"/>
                  </a:cubicBezTo>
                  <a:cubicBezTo>
                    <a:pt x="347472" y="322935"/>
                    <a:pt x="311049" y="320954"/>
                    <a:pt x="271120" y="320954"/>
                  </a:cubicBezTo>
                  <a:cubicBezTo>
                    <a:pt x="231191" y="320954"/>
                    <a:pt x="188290" y="324383"/>
                    <a:pt x="142418" y="331241"/>
                  </a:cubicBezTo>
                  <a:cubicBezTo>
                    <a:pt x="96546" y="338099"/>
                    <a:pt x="68504" y="342900"/>
                    <a:pt x="58293" y="345643"/>
                  </a:cubicBezTo>
                  <a:cubicBezTo>
                    <a:pt x="48082" y="348386"/>
                    <a:pt x="40310" y="349758"/>
                    <a:pt x="34976" y="349758"/>
                  </a:cubicBezTo>
                  <a:cubicBezTo>
                    <a:pt x="29642" y="349758"/>
                    <a:pt x="22479" y="347396"/>
                    <a:pt x="13488" y="342671"/>
                  </a:cubicBezTo>
                  <a:cubicBezTo>
                    <a:pt x="4496" y="337947"/>
                    <a:pt x="0" y="334289"/>
                    <a:pt x="0" y="331698"/>
                  </a:cubicBezTo>
                  <a:cubicBezTo>
                    <a:pt x="0" y="329108"/>
                    <a:pt x="5487" y="327660"/>
                    <a:pt x="16459" y="327355"/>
                  </a:cubicBezTo>
                  <a:cubicBezTo>
                    <a:pt x="32309" y="327355"/>
                    <a:pt x="60960" y="324155"/>
                    <a:pt x="102413" y="317754"/>
                  </a:cubicBezTo>
                  <a:cubicBezTo>
                    <a:pt x="101803" y="267157"/>
                    <a:pt x="100356" y="232562"/>
                    <a:pt x="98070" y="213969"/>
                  </a:cubicBezTo>
                  <a:cubicBezTo>
                    <a:pt x="95784" y="195377"/>
                    <a:pt x="91440" y="182423"/>
                    <a:pt x="85039" y="175107"/>
                  </a:cubicBezTo>
                  <a:cubicBezTo>
                    <a:pt x="81991" y="171145"/>
                    <a:pt x="80467" y="167792"/>
                    <a:pt x="80467" y="165049"/>
                  </a:cubicBezTo>
                  <a:cubicBezTo>
                    <a:pt x="80467" y="160782"/>
                    <a:pt x="83058" y="158648"/>
                    <a:pt x="88240" y="158648"/>
                  </a:cubicBezTo>
                  <a:cubicBezTo>
                    <a:pt x="93421" y="158648"/>
                    <a:pt x="99365" y="160553"/>
                    <a:pt x="106071" y="164363"/>
                  </a:cubicBezTo>
                  <a:cubicBezTo>
                    <a:pt x="112776" y="168173"/>
                    <a:pt x="117958" y="171602"/>
                    <a:pt x="121615" y="174650"/>
                  </a:cubicBezTo>
                  <a:cubicBezTo>
                    <a:pt x="125273" y="177698"/>
                    <a:pt x="127102" y="180899"/>
                    <a:pt x="127102" y="184251"/>
                  </a:cubicBezTo>
                  <a:cubicBezTo>
                    <a:pt x="127102" y="187604"/>
                    <a:pt x="126797" y="190805"/>
                    <a:pt x="126187" y="193853"/>
                  </a:cubicBezTo>
                  <a:cubicBezTo>
                    <a:pt x="124968" y="198729"/>
                    <a:pt x="124511" y="239115"/>
                    <a:pt x="124816" y="315011"/>
                  </a:cubicBezTo>
                  <a:cubicBezTo>
                    <a:pt x="148895" y="311048"/>
                    <a:pt x="172669" y="307848"/>
                    <a:pt x="196139" y="305409"/>
                  </a:cubicBezTo>
                  <a:cubicBezTo>
                    <a:pt x="197663" y="249631"/>
                    <a:pt x="198425" y="203454"/>
                    <a:pt x="198425" y="166878"/>
                  </a:cubicBezTo>
                  <a:cubicBezTo>
                    <a:pt x="198425" y="130302"/>
                    <a:pt x="195834" y="107137"/>
                    <a:pt x="190653" y="97383"/>
                  </a:cubicBezTo>
                  <a:cubicBezTo>
                    <a:pt x="169926" y="100431"/>
                    <a:pt x="154000" y="101955"/>
                    <a:pt x="142875" y="101955"/>
                  </a:cubicBezTo>
                  <a:cubicBezTo>
                    <a:pt x="131750" y="101955"/>
                    <a:pt x="123063" y="100279"/>
                    <a:pt x="116815" y="96926"/>
                  </a:cubicBezTo>
                  <a:cubicBezTo>
                    <a:pt x="110566" y="93573"/>
                    <a:pt x="107442" y="91059"/>
                    <a:pt x="107442" y="89382"/>
                  </a:cubicBezTo>
                  <a:cubicBezTo>
                    <a:pt x="107442" y="87706"/>
                    <a:pt x="110338" y="86563"/>
                    <a:pt x="116129" y="85953"/>
                  </a:cubicBezTo>
                  <a:cubicBezTo>
                    <a:pt x="135941" y="83210"/>
                    <a:pt x="160935" y="78562"/>
                    <a:pt x="191110" y="72009"/>
                  </a:cubicBezTo>
                  <a:cubicBezTo>
                    <a:pt x="221285" y="65456"/>
                    <a:pt x="244755" y="59436"/>
                    <a:pt x="261519" y="53949"/>
                  </a:cubicBezTo>
                  <a:cubicBezTo>
                    <a:pt x="268834" y="51816"/>
                    <a:pt x="277825" y="50749"/>
                    <a:pt x="288493" y="50749"/>
                  </a:cubicBezTo>
                  <a:close/>
                  <a:moveTo>
                    <a:pt x="623392" y="14173"/>
                  </a:moveTo>
                  <a:cubicBezTo>
                    <a:pt x="627507" y="14173"/>
                    <a:pt x="635661" y="16535"/>
                    <a:pt x="647853" y="21260"/>
                  </a:cubicBezTo>
                  <a:cubicBezTo>
                    <a:pt x="660045" y="25984"/>
                    <a:pt x="666141" y="32309"/>
                    <a:pt x="666141" y="40233"/>
                  </a:cubicBezTo>
                  <a:cubicBezTo>
                    <a:pt x="666141" y="43281"/>
                    <a:pt x="665226" y="47853"/>
                    <a:pt x="663397" y="53949"/>
                  </a:cubicBezTo>
                  <a:cubicBezTo>
                    <a:pt x="660045" y="64922"/>
                    <a:pt x="657911" y="84125"/>
                    <a:pt x="656997" y="111557"/>
                  </a:cubicBezTo>
                  <a:cubicBezTo>
                    <a:pt x="699059" y="104546"/>
                    <a:pt x="723748" y="99822"/>
                    <a:pt x="731063" y="97383"/>
                  </a:cubicBezTo>
                  <a:cubicBezTo>
                    <a:pt x="738683" y="94031"/>
                    <a:pt x="744398" y="92354"/>
                    <a:pt x="748208" y="92354"/>
                  </a:cubicBezTo>
                  <a:cubicBezTo>
                    <a:pt x="752018" y="92354"/>
                    <a:pt x="760857" y="96240"/>
                    <a:pt x="774726" y="104013"/>
                  </a:cubicBezTo>
                  <a:cubicBezTo>
                    <a:pt x="788594" y="111785"/>
                    <a:pt x="795528" y="118110"/>
                    <a:pt x="795528" y="122987"/>
                  </a:cubicBezTo>
                  <a:cubicBezTo>
                    <a:pt x="795528" y="126339"/>
                    <a:pt x="793166" y="129845"/>
                    <a:pt x="788442" y="133502"/>
                  </a:cubicBezTo>
                  <a:cubicBezTo>
                    <a:pt x="783717" y="137160"/>
                    <a:pt x="779602" y="142418"/>
                    <a:pt x="776097" y="149276"/>
                  </a:cubicBezTo>
                  <a:cubicBezTo>
                    <a:pt x="772592" y="156134"/>
                    <a:pt x="769620" y="164363"/>
                    <a:pt x="767182" y="173964"/>
                  </a:cubicBezTo>
                  <a:cubicBezTo>
                    <a:pt x="764743" y="183566"/>
                    <a:pt x="760629" y="197129"/>
                    <a:pt x="754837" y="214655"/>
                  </a:cubicBezTo>
                  <a:cubicBezTo>
                    <a:pt x="749046" y="232181"/>
                    <a:pt x="743255" y="244526"/>
                    <a:pt x="737464" y="251688"/>
                  </a:cubicBezTo>
                  <a:cubicBezTo>
                    <a:pt x="731673" y="258851"/>
                    <a:pt x="727177" y="262433"/>
                    <a:pt x="723976" y="262433"/>
                  </a:cubicBezTo>
                  <a:cubicBezTo>
                    <a:pt x="720776" y="262433"/>
                    <a:pt x="718033" y="260528"/>
                    <a:pt x="715747" y="256718"/>
                  </a:cubicBezTo>
                  <a:cubicBezTo>
                    <a:pt x="713461" y="252908"/>
                    <a:pt x="709727" y="251003"/>
                    <a:pt x="704545" y="251003"/>
                  </a:cubicBezTo>
                  <a:cubicBezTo>
                    <a:pt x="699364" y="251003"/>
                    <a:pt x="682752" y="252984"/>
                    <a:pt x="654711" y="256946"/>
                  </a:cubicBezTo>
                  <a:cubicBezTo>
                    <a:pt x="654406" y="275844"/>
                    <a:pt x="654863" y="290703"/>
                    <a:pt x="656082" y="301523"/>
                  </a:cubicBezTo>
                  <a:cubicBezTo>
                    <a:pt x="657301" y="312344"/>
                    <a:pt x="659740" y="320421"/>
                    <a:pt x="663397" y="325755"/>
                  </a:cubicBezTo>
                  <a:cubicBezTo>
                    <a:pt x="667055" y="331089"/>
                    <a:pt x="675056" y="335356"/>
                    <a:pt x="687400" y="338556"/>
                  </a:cubicBezTo>
                  <a:cubicBezTo>
                    <a:pt x="699745" y="341757"/>
                    <a:pt x="713842" y="343357"/>
                    <a:pt x="729691" y="343357"/>
                  </a:cubicBezTo>
                  <a:cubicBezTo>
                    <a:pt x="745541" y="343357"/>
                    <a:pt x="760857" y="342138"/>
                    <a:pt x="775640" y="339699"/>
                  </a:cubicBezTo>
                  <a:cubicBezTo>
                    <a:pt x="790423" y="337261"/>
                    <a:pt x="799795" y="334137"/>
                    <a:pt x="803758" y="330327"/>
                  </a:cubicBezTo>
                  <a:cubicBezTo>
                    <a:pt x="807720" y="326517"/>
                    <a:pt x="811225" y="321259"/>
                    <a:pt x="814273" y="314553"/>
                  </a:cubicBezTo>
                  <a:cubicBezTo>
                    <a:pt x="817321" y="307848"/>
                    <a:pt x="821284" y="292455"/>
                    <a:pt x="826161" y="268376"/>
                  </a:cubicBezTo>
                  <a:cubicBezTo>
                    <a:pt x="827380" y="262280"/>
                    <a:pt x="829056" y="259232"/>
                    <a:pt x="831190" y="259232"/>
                  </a:cubicBezTo>
                  <a:cubicBezTo>
                    <a:pt x="833323" y="259232"/>
                    <a:pt x="834771" y="263118"/>
                    <a:pt x="835533" y="270891"/>
                  </a:cubicBezTo>
                  <a:cubicBezTo>
                    <a:pt x="836295" y="278663"/>
                    <a:pt x="838276" y="288722"/>
                    <a:pt x="841477" y="301066"/>
                  </a:cubicBezTo>
                  <a:cubicBezTo>
                    <a:pt x="844677" y="313410"/>
                    <a:pt x="847344" y="321488"/>
                    <a:pt x="849478" y="325298"/>
                  </a:cubicBezTo>
                  <a:cubicBezTo>
                    <a:pt x="851611" y="329108"/>
                    <a:pt x="852678" y="332384"/>
                    <a:pt x="852678" y="335127"/>
                  </a:cubicBezTo>
                  <a:cubicBezTo>
                    <a:pt x="852678" y="343662"/>
                    <a:pt x="841477" y="352120"/>
                    <a:pt x="819074" y="360502"/>
                  </a:cubicBezTo>
                  <a:cubicBezTo>
                    <a:pt x="796671" y="368884"/>
                    <a:pt x="770839" y="373075"/>
                    <a:pt x="741579" y="373075"/>
                  </a:cubicBezTo>
                  <a:cubicBezTo>
                    <a:pt x="720547" y="373075"/>
                    <a:pt x="702717" y="370789"/>
                    <a:pt x="688086" y="366217"/>
                  </a:cubicBezTo>
                  <a:cubicBezTo>
                    <a:pt x="673456" y="361645"/>
                    <a:pt x="662026" y="355473"/>
                    <a:pt x="653796" y="347700"/>
                  </a:cubicBezTo>
                  <a:cubicBezTo>
                    <a:pt x="645567" y="339928"/>
                    <a:pt x="640156" y="329641"/>
                    <a:pt x="637566" y="316839"/>
                  </a:cubicBezTo>
                  <a:cubicBezTo>
                    <a:pt x="634975" y="304038"/>
                    <a:pt x="633832" y="284988"/>
                    <a:pt x="634137" y="259689"/>
                  </a:cubicBezTo>
                  <a:cubicBezTo>
                    <a:pt x="610057" y="263347"/>
                    <a:pt x="592227" y="265481"/>
                    <a:pt x="580644" y="266090"/>
                  </a:cubicBezTo>
                  <a:cubicBezTo>
                    <a:pt x="580339" y="274015"/>
                    <a:pt x="578053" y="277977"/>
                    <a:pt x="573786" y="277977"/>
                  </a:cubicBezTo>
                  <a:cubicBezTo>
                    <a:pt x="571348" y="277977"/>
                    <a:pt x="568909" y="275844"/>
                    <a:pt x="566471" y="271577"/>
                  </a:cubicBezTo>
                  <a:cubicBezTo>
                    <a:pt x="564033" y="267309"/>
                    <a:pt x="562204" y="262280"/>
                    <a:pt x="560985" y="256489"/>
                  </a:cubicBezTo>
                  <a:cubicBezTo>
                    <a:pt x="553974" y="224180"/>
                    <a:pt x="547269" y="197053"/>
                    <a:pt x="540868" y="175107"/>
                  </a:cubicBezTo>
                  <a:cubicBezTo>
                    <a:pt x="534467" y="153162"/>
                    <a:pt x="529285" y="140284"/>
                    <a:pt x="525323" y="136474"/>
                  </a:cubicBezTo>
                  <a:cubicBezTo>
                    <a:pt x="521361" y="132664"/>
                    <a:pt x="519379" y="129083"/>
                    <a:pt x="519379" y="125730"/>
                  </a:cubicBezTo>
                  <a:cubicBezTo>
                    <a:pt x="519379" y="122377"/>
                    <a:pt x="522123" y="120701"/>
                    <a:pt x="527609" y="120701"/>
                  </a:cubicBezTo>
                  <a:cubicBezTo>
                    <a:pt x="533095" y="120701"/>
                    <a:pt x="541325" y="123139"/>
                    <a:pt x="552298" y="128016"/>
                  </a:cubicBezTo>
                  <a:cubicBezTo>
                    <a:pt x="582473" y="123749"/>
                    <a:pt x="609905" y="119481"/>
                    <a:pt x="634594" y="115214"/>
                  </a:cubicBezTo>
                  <a:cubicBezTo>
                    <a:pt x="634289" y="78638"/>
                    <a:pt x="631317" y="54635"/>
                    <a:pt x="625678" y="43205"/>
                  </a:cubicBezTo>
                  <a:cubicBezTo>
                    <a:pt x="620040" y="31775"/>
                    <a:pt x="617220" y="24079"/>
                    <a:pt x="617220" y="20117"/>
                  </a:cubicBezTo>
                  <a:cubicBezTo>
                    <a:pt x="617220" y="16154"/>
                    <a:pt x="619278" y="14173"/>
                    <a:pt x="623392" y="14173"/>
                  </a:cubicBezTo>
                  <a:close/>
                  <a:moveTo>
                    <a:pt x="1169289" y="0"/>
                  </a:moveTo>
                  <a:cubicBezTo>
                    <a:pt x="1174623" y="0"/>
                    <a:pt x="1181862" y="2286"/>
                    <a:pt x="1191006" y="6858"/>
                  </a:cubicBezTo>
                  <a:cubicBezTo>
                    <a:pt x="1200150" y="11430"/>
                    <a:pt x="1204722" y="16154"/>
                    <a:pt x="1204722" y="21031"/>
                  </a:cubicBezTo>
                  <a:cubicBezTo>
                    <a:pt x="1204722" y="23774"/>
                    <a:pt x="1203198" y="27584"/>
                    <a:pt x="1200150" y="32461"/>
                  </a:cubicBezTo>
                  <a:cubicBezTo>
                    <a:pt x="1197102" y="37338"/>
                    <a:pt x="1192225" y="46634"/>
                    <a:pt x="1185520" y="60350"/>
                  </a:cubicBezTo>
                  <a:cubicBezTo>
                    <a:pt x="1191616" y="59741"/>
                    <a:pt x="1200836" y="58369"/>
                    <a:pt x="1213180" y="56235"/>
                  </a:cubicBezTo>
                  <a:cubicBezTo>
                    <a:pt x="1225525" y="54102"/>
                    <a:pt x="1235964" y="53035"/>
                    <a:pt x="1244499" y="53035"/>
                  </a:cubicBezTo>
                  <a:cubicBezTo>
                    <a:pt x="1253033" y="53035"/>
                    <a:pt x="1260120" y="54864"/>
                    <a:pt x="1265759" y="58521"/>
                  </a:cubicBezTo>
                  <a:cubicBezTo>
                    <a:pt x="1271397" y="62179"/>
                    <a:pt x="1274217" y="65684"/>
                    <a:pt x="1274217" y="69037"/>
                  </a:cubicBezTo>
                  <a:cubicBezTo>
                    <a:pt x="1274217" y="72390"/>
                    <a:pt x="1272464" y="74904"/>
                    <a:pt x="1268959" y="76581"/>
                  </a:cubicBezTo>
                  <a:cubicBezTo>
                    <a:pt x="1265454" y="78257"/>
                    <a:pt x="1260043" y="78714"/>
                    <a:pt x="1252728" y="77952"/>
                  </a:cubicBezTo>
                  <a:cubicBezTo>
                    <a:pt x="1245413" y="77190"/>
                    <a:pt x="1235202" y="76809"/>
                    <a:pt x="1222096" y="76809"/>
                  </a:cubicBezTo>
                  <a:cubicBezTo>
                    <a:pt x="1208989" y="76809"/>
                    <a:pt x="1194207" y="77419"/>
                    <a:pt x="1177747" y="78638"/>
                  </a:cubicBezTo>
                  <a:cubicBezTo>
                    <a:pt x="1170432" y="96621"/>
                    <a:pt x="1162736" y="111023"/>
                    <a:pt x="1154659" y="121844"/>
                  </a:cubicBezTo>
                  <a:cubicBezTo>
                    <a:pt x="1146582" y="132664"/>
                    <a:pt x="1140867" y="138074"/>
                    <a:pt x="1137514" y="138074"/>
                  </a:cubicBezTo>
                  <a:cubicBezTo>
                    <a:pt x="1136295" y="138074"/>
                    <a:pt x="1135685" y="137084"/>
                    <a:pt x="1135685" y="135102"/>
                  </a:cubicBezTo>
                  <a:cubicBezTo>
                    <a:pt x="1135685" y="133121"/>
                    <a:pt x="1136599" y="130149"/>
                    <a:pt x="1138428" y="126187"/>
                  </a:cubicBezTo>
                  <a:cubicBezTo>
                    <a:pt x="1146048" y="109728"/>
                    <a:pt x="1151687" y="94488"/>
                    <a:pt x="1155345" y="80467"/>
                  </a:cubicBezTo>
                  <a:cubicBezTo>
                    <a:pt x="1137971" y="81381"/>
                    <a:pt x="1114654" y="83515"/>
                    <a:pt x="1085393" y="86868"/>
                  </a:cubicBezTo>
                  <a:cubicBezTo>
                    <a:pt x="1085698" y="90525"/>
                    <a:pt x="1085850" y="97231"/>
                    <a:pt x="1085850" y="106985"/>
                  </a:cubicBezTo>
                  <a:cubicBezTo>
                    <a:pt x="1085850" y="120396"/>
                    <a:pt x="1083412" y="127101"/>
                    <a:pt x="1078535" y="127101"/>
                  </a:cubicBezTo>
                  <a:cubicBezTo>
                    <a:pt x="1073658" y="127101"/>
                    <a:pt x="1070763" y="122987"/>
                    <a:pt x="1069848" y="114757"/>
                  </a:cubicBezTo>
                  <a:lnTo>
                    <a:pt x="1066648" y="89154"/>
                  </a:lnTo>
                  <a:cubicBezTo>
                    <a:pt x="1050189" y="90983"/>
                    <a:pt x="1035939" y="93269"/>
                    <a:pt x="1023900" y="96012"/>
                  </a:cubicBezTo>
                  <a:cubicBezTo>
                    <a:pt x="1011860" y="98755"/>
                    <a:pt x="1002945" y="100127"/>
                    <a:pt x="997153" y="100127"/>
                  </a:cubicBezTo>
                  <a:cubicBezTo>
                    <a:pt x="991362" y="100127"/>
                    <a:pt x="985342" y="97688"/>
                    <a:pt x="979094" y="92811"/>
                  </a:cubicBezTo>
                  <a:cubicBezTo>
                    <a:pt x="972846" y="87935"/>
                    <a:pt x="969721" y="84429"/>
                    <a:pt x="969721" y="82296"/>
                  </a:cubicBezTo>
                  <a:cubicBezTo>
                    <a:pt x="969721" y="79857"/>
                    <a:pt x="972998" y="78867"/>
                    <a:pt x="979551" y="79324"/>
                  </a:cubicBezTo>
                  <a:cubicBezTo>
                    <a:pt x="986104" y="79781"/>
                    <a:pt x="991667" y="80010"/>
                    <a:pt x="996239" y="80010"/>
                  </a:cubicBezTo>
                  <a:cubicBezTo>
                    <a:pt x="1010565" y="80010"/>
                    <a:pt x="1033425" y="78333"/>
                    <a:pt x="1064819" y="74981"/>
                  </a:cubicBezTo>
                  <a:cubicBezTo>
                    <a:pt x="1061771" y="54559"/>
                    <a:pt x="1057961" y="41605"/>
                    <a:pt x="1053389" y="36119"/>
                  </a:cubicBezTo>
                  <a:cubicBezTo>
                    <a:pt x="1048817" y="30632"/>
                    <a:pt x="1046531" y="26517"/>
                    <a:pt x="1046531" y="23774"/>
                  </a:cubicBezTo>
                  <a:cubicBezTo>
                    <a:pt x="1046531" y="21031"/>
                    <a:pt x="1048817" y="19659"/>
                    <a:pt x="1053389" y="19659"/>
                  </a:cubicBezTo>
                  <a:cubicBezTo>
                    <a:pt x="1057961" y="19659"/>
                    <a:pt x="1064895" y="21260"/>
                    <a:pt x="1074192" y="24460"/>
                  </a:cubicBezTo>
                  <a:cubicBezTo>
                    <a:pt x="1083488" y="27660"/>
                    <a:pt x="1088136" y="32613"/>
                    <a:pt x="1088136" y="39319"/>
                  </a:cubicBezTo>
                  <a:cubicBezTo>
                    <a:pt x="1088136" y="41453"/>
                    <a:pt x="1087679" y="44196"/>
                    <a:pt x="1086765" y="47549"/>
                  </a:cubicBezTo>
                  <a:cubicBezTo>
                    <a:pt x="1085850" y="50901"/>
                    <a:pt x="1085393" y="59283"/>
                    <a:pt x="1085393" y="72695"/>
                  </a:cubicBezTo>
                  <a:cubicBezTo>
                    <a:pt x="1100938" y="71171"/>
                    <a:pt x="1125627" y="68275"/>
                    <a:pt x="1159459" y="64008"/>
                  </a:cubicBezTo>
                  <a:cubicBezTo>
                    <a:pt x="1164031" y="45110"/>
                    <a:pt x="1166317" y="31242"/>
                    <a:pt x="1166317" y="22403"/>
                  </a:cubicBezTo>
                  <a:cubicBezTo>
                    <a:pt x="1166317" y="17526"/>
                    <a:pt x="1165479" y="14021"/>
                    <a:pt x="1163803" y="11887"/>
                  </a:cubicBezTo>
                  <a:cubicBezTo>
                    <a:pt x="1162126" y="9753"/>
                    <a:pt x="1161288" y="7239"/>
                    <a:pt x="1161288" y="4343"/>
                  </a:cubicBezTo>
                  <a:cubicBezTo>
                    <a:pt x="1161288" y="1448"/>
                    <a:pt x="1163955" y="0"/>
                    <a:pt x="1169289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4EBDBBBA-8BD5-48A6-822A-EDFA50D4071E}"/>
                </a:ext>
              </a:extLst>
            </p:cNvPr>
            <p:cNvCxnSpPr/>
            <p:nvPr/>
          </p:nvCxnSpPr>
          <p:spPr>
            <a:xfrm flipV="1">
              <a:off x="6864374" y="1465505"/>
              <a:ext cx="0" cy="143256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67B1BFAD-411C-42F4-BB11-B47104CD8104}"/>
              </a:ext>
            </a:extLst>
          </p:cNvPr>
          <p:cNvCxnSpPr/>
          <p:nvPr/>
        </p:nvCxnSpPr>
        <p:spPr>
          <a:xfrm>
            <a:off x="4495550" y="7617159"/>
            <a:ext cx="0" cy="216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AF55075D-38E6-41F2-9909-6ADA30CF3C92}"/>
              </a:ext>
            </a:extLst>
          </p:cNvPr>
          <p:cNvCxnSpPr/>
          <p:nvPr/>
        </p:nvCxnSpPr>
        <p:spPr>
          <a:xfrm>
            <a:off x="6777573" y="7617159"/>
            <a:ext cx="0" cy="216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2D93C393-5478-4EA4-89B6-BBD662D743F6}"/>
              </a:ext>
            </a:extLst>
          </p:cNvPr>
          <p:cNvCxnSpPr>
            <a:cxnSpLocks/>
          </p:cNvCxnSpPr>
          <p:nvPr/>
        </p:nvCxnSpPr>
        <p:spPr>
          <a:xfrm>
            <a:off x="4488613" y="7747447"/>
            <a:ext cx="228896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>
            <a:extLst>
              <a:ext uri="{FF2B5EF4-FFF2-40B4-BE49-F238E27FC236}">
                <a16:creationId xmlns:a16="http://schemas.microsoft.com/office/drawing/2014/main" id="{87B88878-F617-42C7-96BD-E79774131F2C}"/>
              </a:ext>
            </a:extLst>
          </p:cNvPr>
          <p:cNvSpPr txBox="1"/>
          <p:nvPr/>
        </p:nvSpPr>
        <p:spPr>
          <a:xfrm>
            <a:off x="5446138" y="7803434"/>
            <a:ext cx="276408" cy="189403"/>
          </a:xfrm>
          <a:custGeom>
            <a:avLst/>
            <a:gdLst/>
            <a:ahLst/>
            <a:cxnLst/>
            <a:rect l="l" t="t" r="r" b="b"/>
            <a:pathLst>
              <a:path w="152753" h="104671">
                <a:moveTo>
                  <a:pt x="122839" y="59048"/>
                </a:moveTo>
                <a:cubicBezTo>
                  <a:pt x="120643" y="59048"/>
                  <a:pt x="118606" y="59522"/>
                  <a:pt x="116727" y="60471"/>
                </a:cubicBezTo>
                <a:cubicBezTo>
                  <a:pt x="114848" y="61420"/>
                  <a:pt x="113128" y="62722"/>
                  <a:pt x="111565" y="64378"/>
                </a:cubicBezTo>
                <a:cubicBezTo>
                  <a:pt x="110002" y="66033"/>
                  <a:pt x="108607" y="67950"/>
                  <a:pt x="107379" y="70126"/>
                </a:cubicBezTo>
                <a:cubicBezTo>
                  <a:pt x="106151" y="72303"/>
                  <a:pt x="105119" y="74628"/>
                  <a:pt x="104282" y="77102"/>
                </a:cubicBezTo>
                <a:cubicBezTo>
                  <a:pt x="103445" y="79577"/>
                  <a:pt x="102812" y="82107"/>
                  <a:pt x="102384" y="84693"/>
                </a:cubicBezTo>
                <a:cubicBezTo>
                  <a:pt x="101956" y="87279"/>
                  <a:pt x="101742" y="89799"/>
                  <a:pt x="101742" y="92255"/>
                </a:cubicBezTo>
                <a:cubicBezTo>
                  <a:pt x="101742" y="96273"/>
                  <a:pt x="102310" y="99259"/>
                  <a:pt x="103445" y="101213"/>
                </a:cubicBezTo>
                <a:cubicBezTo>
                  <a:pt x="104579" y="103166"/>
                  <a:pt x="106412" y="104143"/>
                  <a:pt x="108942" y="104143"/>
                </a:cubicBezTo>
                <a:cubicBezTo>
                  <a:pt x="110653" y="104143"/>
                  <a:pt x="112551" y="103566"/>
                  <a:pt x="114635" y="102413"/>
                </a:cubicBezTo>
                <a:cubicBezTo>
                  <a:pt x="116718" y="101259"/>
                  <a:pt x="118737" y="99594"/>
                  <a:pt x="120690" y="97417"/>
                </a:cubicBezTo>
                <a:cubicBezTo>
                  <a:pt x="122643" y="95241"/>
                  <a:pt x="124439" y="92590"/>
                  <a:pt x="126076" y="89464"/>
                </a:cubicBezTo>
                <a:cubicBezTo>
                  <a:pt x="127713" y="86339"/>
                  <a:pt x="128941" y="82823"/>
                  <a:pt x="129759" y="78916"/>
                </a:cubicBezTo>
                <a:cubicBezTo>
                  <a:pt x="130168" y="76907"/>
                  <a:pt x="130541" y="74898"/>
                  <a:pt x="130875" y="72889"/>
                </a:cubicBezTo>
                <a:cubicBezTo>
                  <a:pt x="131210" y="70880"/>
                  <a:pt x="131378" y="69038"/>
                  <a:pt x="131378" y="67364"/>
                </a:cubicBezTo>
                <a:cubicBezTo>
                  <a:pt x="131378" y="64350"/>
                  <a:pt x="130699" y="62210"/>
                  <a:pt x="129341" y="60945"/>
                </a:cubicBezTo>
                <a:cubicBezTo>
                  <a:pt x="127983" y="59680"/>
                  <a:pt x="125815" y="59048"/>
                  <a:pt x="122839" y="59048"/>
                </a:cubicBezTo>
                <a:close/>
                <a:moveTo>
                  <a:pt x="147395" y="34324"/>
                </a:moveTo>
                <a:lnTo>
                  <a:pt x="150242" y="34324"/>
                </a:lnTo>
                <a:lnTo>
                  <a:pt x="137294" y="91250"/>
                </a:lnTo>
                <a:cubicBezTo>
                  <a:pt x="136773" y="93446"/>
                  <a:pt x="136429" y="95194"/>
                  <a:pt x="136261" y="96497"/>
                </a:cubicBezTo>
                <a:cubicBezTo>
                  <a:pt x="136094" y="97799"/>
                  <a:pt x="136010" y="98971"/>
                  <a:pt x="136010" y="100013"/>
                </a:cubicBezTo>
                <a:cubicBezTo>
                  <a:pt x="136010" y="101427"/>
                  <a:pt x="136298" y="102450"/>
                  <a:pt x="136875" y="103082"/>
                </a:cubicBezTo>
                <a:cubicBezTo>
                  <a:pt x="137452" y="103715"/>
                  <a:pt x="138280" y="104031"/>
                  <a:pt x="139359" y="104031"/>
                </a:cubicBezTo>
                <a:cubicBezTo>
                  <a:pt x="140028" y="104031"/>
                  <a:pt x="140689" y="103901"/>
                  <a:pt x="141340" y="103640"/>
                </a:cubicBezTo>
                <a:cubicBezTo>
                  <a:pt x="141991" y="103380"/>
                  <a:pt x="142698" y="102971"/>
                  <a:pt x="143461" y="102413"/>
                </a:cubicBezTo>
                <a:cubicBezTo>
                  <a:pt x="144223" y="101854"/>
                  <a:pt x="145061" y="101138"/>
                  <a:pt x="145972" y="100264"/>
                </a:cubicBezTo>
                <a:cubicBezTo>
                  <a:pt x="146884" y="99389"/>
                  <a:pt x="147916" y="98338"/>
                  <a:pt x="149070" y="97111"/>
                </a:cubicBezTo>
                <a:cubicBezTo>
                  <a:pt x="149665" y="97743"/>
                  <a:pt x="150279" y="98366"/>
                  <a:pt x="150911" y="98980"/>
                </a:cubicBezTo>
                <a:cubicBezTo>
                  <a:pt x="151544" y="99594"/>
                  <a:pt x="152158" y="100199"/>
                  <a:pt x="152753" y="100794"/>
                </a:cubicBezTo>
                <a:lnTo>
                  <a:pt x="148721" y="104671"/>
                </a:lnTo>
                <a:lnTo>
                  <a:pt x="127144" y="104671"/>
                </a:lnTo>
                <a:lnTo>
                  <a:pt x="126243" y="101799"/>
                </a:lnTo>
                <a:cubicBezTo>
                  <a:pt x="126243" y="100124"/>
                  <a:pt x="126504" y="98524"/>
                  <a:pt x="127024" y="96999"/>
                </a:cubicBezTo>
                <a:lnTo>
                  <a:pt x="126243" y="96664"/>
                </a:lnTo>
                <a:cubicBezTo>
                  <a:pt x="124346" y="99306"/>
                  <a:pt x="122504" y="101557"/>
                  <a:pt x="120718" y="103417"/>
                </a:cubicBezTo>
                <a:lnTo>
                  <a:pt x="119274" y="104671"/>
                </a:lnTo>
                <a:lnTo>
                  <a:pt x="93723" y="104671"/>
                </a:lnTo>
                <a:lnTo>
                  <a:pt x="90636" y="92869"/>
                </a:lnTo>
                <a:cubicBezTo>
                  <a:pt x="90636" y="89260"/>
                  <a:pt x="91017" y="85790"/>
                  <a:pt x="91780" y="82460"/>
                </a:cubicBezTo>
                <a:cubicBezTo>
                  <a:pt x="92543" y="79130"/>
                  <a:pt x="93622" y="76005"/>
                  <a:pt x="95017" y="73084"/>
                </a:cubicBezTo>
                <a:cubicBezTo>
                  <a:pt x="96412" y="70163"/>
                  <a:pt x="98077" y="67503"/>
                  <a:pt x="100012" y="65103"/>
                </a:cubicBezTo>
                <a:cubicBezTo>
                  <a:pt x="101947" y="62703"/>
                  <a:pt x="104068" y="60648"/>
                  <a:pt x="106375" y="58936"/>
                </a:cubicBezTo>
                <a:cubicBezTo>
                  <a:pt x="108681" y="57225"/>
                  <a:pt x="111137" y="55894"/>
                  <a:pt x="113742" y="54946"/>
                </a:cubicBezTo>
                <a:cubicBezTo>
                  <a:pt x="116346" y="53997"/>
                  <a:pt x="119044" y="53523"/>
                  <a:pt x="121834" y="53523"/>
                </a:cubicBezTo>
                <a:cubicBezTo>
                  <a:pt x="124290" y="53523"/>
                  <a:pt x="126541" y="53764"/>
                  <a:pt x="128587" y="54248"/>
                </a:cubicBezTo>
                <a:cubicBezTo>
                  <a:pt x="130634" y="54732"/>
                  <a:pt x="132587" y="55699"/>
                  <a:pt x="134447" y="57150"/>
                </a:cubicBezTo>
                <a:cubicBezTo>
                  <a:pt x="135080" y="54806"/>
                  <a:pt x="135582" y="52806"/>
                  <a:pt x="135954" y="51151"/>
                </a:cubicBezTo>
                <a:cubicBezTo>
                  <a:pt x="136326" y="49495"/>
                  <a:pt x="136633" y="47969"/>
                  <a:pt x="136875" y="46574"/>
                </a:cubicBezTo>
                <a:cubicBezTo>
                  <a:pt x="137117" y="45179"/>
                  <a:pt x="137238" y="44016"/>
                  <a:pt x="137238" y="43086"/>
                </a:cubicBezTo>
                <a:cubicBezTo>
                  <a:pt x="137238" y="42305"/>
                  <a:pt x="137135" y="41653"/>
                  <a:pt x="136931" y="41133"/>
                </a:cubicBezTo>
                <a:cubicBezTo>
                  <a:pt x="136726" y="40612"/>
                  <a:pt x="136363" y="40184"/>
                  <a:pt x="135843" y="39849"/>
                </a:cubicBezTo>
                <a:cubicBezTo>
                  <a:pt x="135322" y="39514"/>
                  <a:pt x="134587" y="39272"/>
                  <a:pt x="133638" y="39123"/>
                </a:cubicBezTo>
                <a:cubicBezTo>
                  <a:pt x="132689" y="38975"/>
                  <a:pt x="131489" y="38863"/>
                  <a:pt x="130038" y="38789"/>
                </a:cubicBezTo>
                <a:lnTo>
                  <a:pt x="130764" y="34993"/>
                </a:lnTo>
                <a:close/>
                <a:moveTo>
                  <a:pt x="27161" y="0"/>
                </a:moveTo>
                <a:cubicBezTo>
                  <a:pt x="28699" y="0"/>
                  <a:pt x="30051" y="174"/>
                  <a:pt x="31216" y="521"/>
                </a:cubicBezTo>
                <a:cubicBezTo>
                  <a:pt x="32382" y="868"/>
                  <a:pt x="33412" y="1402"/>
                  <a:pt x="34305" y="2121"/>
                </a:cubicBezTo>
                <a:cubicBezTo>
                  <a:pt x="35198" y="2840"/>
                  <a:pt x="35991" y="3771"/>
                  <a:pt x="36686" y="4912"/>
                </a:cubicBezTo>
                <a:cubicBezTo>
                  <a:pt x="37380" y="6053"/>
                  <a:pt x="38050" y="7603"/>
                  <a:pt x="38695" y="9562"/>
                </a:cubicBezTo>
                <a:cubicBezTo>
                  <a:pt x="39340" y="11522"/>
                  <a:pt x="39948" y="13953"/>
                  <a:pt x="40518" y="16855"/>
                </a:cubicBezTo>
                <a:cubicBezTo>
                  <a:pt x="41089" y="19757"/>
                  <a:pt x="41597" y="22771"/>
                  <a:pt x="42044" y="25896"/>
                </a:cubicBezTo>
                <a:lnTo>
                  <a:pt x="42788" y="25896"/>
                </a:lnTo>
                <a:cubicBezTo>
                  <a:pt x="47550" y="19199"/>
                  <a:pt x="51159" y="14300"/>
                  <a:pt x="53615" y="11200"/>
                </a:cubicBezTo>
                <a:cubicBezTo>
                  <a:pt x="56071" y="8099"/>
                  <a:pt x="58142" y="5792"/>
                  <a:pt x="59829" y="4279"/>
                </a:cubicBezTo>
                <a:cubicBezTo>
                  <a:pt x="61515" y="2766"/>
                  <a:pt x="63140" y="1699"/>
                  <a:pt x="64703" y="1079"/>
                </a:cubicBezTo>
                <a:cubicBezTo>
                  <a:pt x="66265" y="459"/>
                  <a:pt x="68337" y="149"/>
                  <a:pt x="70916" y="149"/>
                </a:cubicBezTo>
                <a:cubicBezTo>
                  <a:pt x="73248" y="149"/>
                  <a:pt x="75158" y="447"/>
                  <a:pt x="76646" y="1042"/>
                </a:cubicBezTo>
                <a:lnTo>
                  <a:pt x="73670" y="14511"/>
                </a:lnTo>
                <a:lnTo>
                  <a:pt x="68461" y="14511"/>
                </a:lnTo>
                <a:cubicBezTo>
                  <a:pt x="68163" y="12427"/>
                  <a:pt x="67295" y="11386"/>
                  <a:pt x="65856" y="11386"/>
                </a:cubicBezTo>
                <a:cubicBezTo>
                  <a:pt x="65410" y="11386"/>
                  <a:pt x="64938" y="11460"/>
                  <a:pt x="64442" y="11609"/>
                </a:cubicBezTo>
                <a:cubicBezTo>
                  <a:pt x="63946" y="11758"/>
                  <a:pt x="63338" y="12080"/>
                  <a:pt x="62619" y="12576"/>
                </a:cubicBezTo>
                <a:cubicBezTo>
                  <a:pt x="61900" y="13072"/>
                  <a:pt x="60846" y="14040"/>
                  <a:pt x="59457" y="15478"/>
                </a:cubicBezTo>
                <a:cubicBezTo>
                  <a:pt x="58067" y="16917"/>
                  <a:pt x="56505" y="18678"/>
                  <a:pt x="54768" y="20762"/>
                </a:cubicBezTo>
                <a:cubicBezTo>
                  <a:pt x="53032" y="22845"/>
                  <a:pt x="51246" y="25028"/>
                  <a:pt x="49411" y="27310"/>
                </a:cubicBezTo>
                <a:lnTo>
                  <a:pt x="44350" y="33635"/>
                </a:lnTo>
                <a:cubicBezTo>
                  <a:pt x="45243" y="38398"/>
                  <a:pt x="46087" y="42515"/>
                  <a:pt x="46881" y="45988"/>
                </a:cubicBezTo>
                <a:cubicBezTo>
                  <a:pt x="47674" y="49461"/>
                  <a:pt x="48381" y="52350"/>
                  <a:pt x="49001" y="54657"/>
                </a:cubicBezTo>
                <a:cubicBezTo>
                  <a:pt x="49621" y="56964"/>
                  <a:pt x="50167" y="58787"/>
                  <a:pt x="50638" y="60127"/>
                </a:cubicBezTo>
                <a:cubicBezTo>
                  <a:pt x="51110" y="61466"/>
                  <a:pt x="51618" y="62471"/>
                  <a:pt x="52164" y="63141"/>
                </a:cubicBezTo>
                <a:cubicBezTo>
                  <a:pt x="52710" y="63810"/>
                  <a:pt x="53268" y="64282"/>
                  <a:pt x="53838" y="64554"/>
                </a:cubicBezTo>
                <a:cubicBezTo>
                  <a:pt x="54409" y="64827"/>
                  <a:pt x="55066" y="64964"/>
                  <a:pt x="55810" y="64964"/>
                </a:cubicBezTo>
                <a:cubicBezTo>
                  <a:pt x="57150" y="64964"/>
                  <a:pt x="58452" y="64443"/>
                  <a:pt x="59717" y="63401"/>
                </a:cubicBezTo>
                <a:cubicBezTo>
                  <a:pt x="60982" y="62359"/>
                  <a:pt x="62805" y="60003"/>
                  <a:pt x="65186" y="56332"/>
                </a:cubicBezTo>
                <a:lnTo>
                  <a:pt x="70023" y="59531"/>
                </a:lnTo>
                <a:cubicBezTo>
                  <a:pt x="66551" y="64691"/>
                  <a:pt x="63413" y="68325"/>
                  <a:pt x="60610" y="70433"/>
                </a:cubicBezTo>
                <a:cubicBezTo>
                  <a:pt x="57807" y="72541"/>
                  <a:pt x="54471" y="73596"/>
                  <a:pt x="50601" y="73596"/>
                </a:cubicBezTo>
                <a:cubicBezTo>
                  <a:pt x="48468" y="73596"/>
                  <a:pt x="46657" y="73211"/>
                  <a:pt x="45169" y="72442"/>
                </a:cubicBezTo>
                <a:cubicBezTo>
                  <a:pt x="43681" y="71673"/>
                  <a:pt x="42391" y="70445"/>
                  <a:pt x="41299" y="68759"/>
                </a:cubicBezTo>
                <a:cubicBezTo>
                  <a:pt x="40208" y="67072"/>
                  <a:pt x="39241" y="64443"/>
                  <a:pt x="38397" y="60871"/>
                </a:cubicBezTo>
                <a:cubicBezTo>
                  <a:pt x="36859" y="54521"/>
                  <a:pt x="35917" y="49659"/>
                  <a:pt x="35570" y="46286"/>
                </a:cubicBezTo>
                <a:lnTo>
                  <a:pt x="34825" y="46286"/>
                </a:lnTo>
                <a:cubicBezTo>
                  <a:pt x="29567" y="53678"/>
                  <a:pt x="25660" y="58986"/>
                  <a:pt x="23105" y="62210"/>
                </a:cubicBezTo>
                <a:cubicBezTo>
                  <a:pt x="20550" y="65435"/>
                  <a:pt x="18442" y="67816"/>
                  <a:pt x="16780" y="69354"/>
                </a:cubicBezTo>
                <a:cubicBezTo>
                  <a:pt x="15118" y="70892"/>
                  <a:pt x="13506" y="71971"/>
                  <a:pt x="11943" y="72591"/>
                </a:cubicBezTo>
                <a:cubicBezTo>
                  <a:pt x="10380" y="73211"/>
                  <a:pt x="8309" y="73521"/>
                  <a:pt x="5730" y="73521"/>
                </a:cubicBezTo>
                <a:cubicBezTo>
                  <a:pt x="3398" y="73521"/>
                  <a:pt x="1488" y="73224"/>
                  <a:pt x="0" y="72628"/>
                </a:cubicBezTo>
                <a:lnTo>
                  <a:pt x="2976" y="59159"/>
                </a:lnTo>
                <a:lnTo>
                  <a:pt x="8185" y="59159"/>
                </a:lnTo>
                <a:cubicBezTo>
                  <a:pt x="8483" y="61243"/>
                  <a:pt x="9351" y="62285"/>
                  <a:pt x="10790" y="62285"/>
                </a:cubicBezTo>
                <a:cubicBezTo>
                  <a:pt x="11484" y="62285"/>
                  <a:pt x="12216" y="62099"/>
                  <a:pt x="12985" y="61727"/>
                </a:cubicBezTo>
                <a:cubicBezTo>
                  <a:pt x="13754" y="61355"/>
                  <a:pt x="14858" y="60462"/>
                  <a:pt x="16296" y="59048"/>
                </a:cubicBezTo>
                <a:cubicBezTo>
                  <a:pt x="17735" y="57634"/>
                  <a:pt x="19719" y="55414"/>
                  <a:pt x="22249" y="52388"/>
                </a:cubicBezTo>
                <a:cubicBezTo>
                  <a:pt x="24780" y="49362"/>
                  <a:pt x="28451" y="44822"/>
                  <a:pt x="33263" y="38770"/>
                </a:cubicBezTo>
                <a:cubicBezTo>
                  <a:pt x="32519" y="34851"/>
                  <a:pt x="31750" y="31080"/>
                  <a:pt x="30956" y="27459"/>
                </a:cubicBezTo>
                <a:cubicBezTo>
                  <a:pt x="30162" y="23837"/>
                  <a:pt x="29344" y="20464"/>
                  <a:pt x="28500" y="17339"/>
                </a:cubicBezTo>
                <a:cubicBezTo>
                  <a:pt x="27657" y="14213"/>
                  <a:pt x="26962" y="12167"/>
                  <a:pt x="26417" y="11200"/>
                </a:cubicBezTo>
                <a:cubicBezTo>
                  <a:pt x="25871" y="10232"/>
                  <a:pt x="25288" y="9562"/>
                  <a:pt x="24668" y="9190"/>
                </a:cubicBezTo>
                <a:cubicBezTo>
                  <a:pt x="24048" y="8818"/>
                  <a:pt x="23266" y="8632"/>
                  <a:pt x="22324" y="8632"/>
                </a:cubicBezTo>
                <a:cubicBezTo>
                  <a:pt x="21282" y="8632"/>
                  <a:pt x="20340" y="8868"/>
                  <a:pt x="19496" y="9339"/>
                </a:cubicBezTo>
                <a:cubicBezTo>
                  <a:pt x="18653" y="9810"/>
                  <a:pt x="17735" y="10629"/>
                  <a:pt x="16743" y="11795"/>
                </a:cubicBezTo>
                <a:cubicBezTo>
                  <a:pt x="15751" y="12961"/>
                  <a:pt x="14436" y="14784"/>
                  <a:pt x="12799" y="17264"/>
                </a:cubicBezTo>
                <a:lnTo>
                  <a:pt x="7962" y="14064"/>
                </a:lnTo>
                <a:cubicBezTo>
                  <a:pt x="11087" y="9352"/>
                  <a:pt x="14089" y="5829"/>
                  <a:pt x="16966" y="3498"/>
                </a:cubicBezTo>
                <a:cubicBezTo>
                  <a:pt x="19843" y="1166"/>
                  <a:pt x="23242" y="0"/>
                  <a:pt x="27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B6C68BFF-DC9A-4C31-83AD-F1216E5DD06F}"/>
              </a:ext>
            </a:extLst>
          </p:cNvPr>
          <p:cNvSpPr/>
          <p:nvPr/>
        </p:nvSpPr>
        <p:spPr>
          <a:xfrm>
            <a:off x="6340198" y="1881378"/>
            <a:ext cx="112072" cy="192737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C2A48B63-2F83-4B84-AD61-4FC9508D50E4}"/>
              </a:ext>
            </a:extLst>
          </p:cNvPr>
          <p:cNvSpPr/>
          <p:nvPr/>
        </p:nvSpPr>
        <p:spPr>
          <a:xfrm>
            <a:off x="2668583" y="2027192"/>
            <a:ext cx="2706265" cy="1313186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BE70E6D-DA1F-4D3D-9201-0C41555C4ACB}"/>
              </a:ext>
            </a:extLst>
          </p:cNvPr>
          <p:cNvSpPr/>
          <p:nvPr/>
        </p:nvSpPr>
        <p:spPr>
          <a:xfrm>
            <a:off x="5375140" y="2027192"/>
            <a:ext cx="720860" cy="1313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83A732B2-69C0-4BE8-ACD4-CB877E1E9B79}"/>
              </a:ext>
            </a:extLst>
          </p:cNvPr>
          <p:cNvSpPr/>
          <p:nvPr/>
        </p:nvSpPr>
        <p:spPr>
          <a:xfrm>
            <a:off x="6095999" y="2027192"/>
            <a:ext cx="720858" cy="13131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9C49C420-A84A-435C-A18C-F27E8F7250B0}"/>
              </a:ext>
            </a:extLst>
          </p:cNvPr>
          <p:cNvSpPr/>
          <p:nvPr/>
        </p:nvSpPr>
        <p:spPr>
          <a:xfrm>
            <a:off x="6816857" y="2027192"/>
            <a:ext cx="2706561" cy="1313186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AE5675E-FB4A-4E2A-8A8A-F145A62EAE0F}"/>
              </a:ext>
            </a:extLst>
          </p:cNvPr>
          <p:cNvSpPr txBox="1"/>
          <p:nvPr/>
        </p:nvSpPr>
        <p:spPr>
          <a:xfrm>
            <a:off x="3667662" y="2487564"/>
            <a:ext cx="508519" cy="27147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5046A40D-BC51-4820-83F2-39F41C1F4ED1}"/>
              </a:ext>
            </a:extLst>
          </p:cNvPr>
          <p:cNvSpPr txBox="1"/>
          <p:nvPr/>
        </p:nvSpPr>
        <p:spPr>
          <a:xfrm>
            <a:off x="8165370" y="2482825"/>
            <a:ext cx="457140" cy="271477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B8110A65-F801-4FB4-9C4F-F0925356B9C3}"/>
              </a:ext>
            </a:extLst>
          </p:cNvPr>
          <p:cNvSpPr txBox="1"/>
          <p:nvPr/>
        </p:nvSpPr>
        <p:spPr>
          <a:xfrm>
            <a:off x="4887016" y="1124931"/>
            <a:ext cx="608407" cy="152555"/>
          </a:xfrm>
          <a:custGeom>
            <a:avLst/>
            <a:gdLst/>
            <a:ahLst/>
            <a:cxnLst/>
            <a:rect l="l" t="t" r="r" b="b"/>
            <a:pathLst>
              <a:path w="805129" h="201882">
                <a:moveTo>
                  <a:pt x="377533" y="126273"/>
                </a:moveTo>
                <a:cubicBezTo>
                  <a:pt x="379933" y="126273"/>
                  <a:pt x="384348" y="127301"/>
                  <a:pt x="390778" y="129359"/>
                </a:cubicBezTo>
                <a:cubicBezTo>
                  <a:pt x="397207" y="131416"/>
                  <a:pt x="401493" y="134116"/>
                  <a:pt x="403636" y="137460"/>
                </a:cubicBezTo>
                <a:cubicBezTo>
                  <a:pt x="405779" y="140803"/>
                  <a:pt x="406851" y="143846"/>
                  <a:pt x="406851" y="146589"/>
                </a:cubicBezTo>
                <a:cubicBezTo>
                  <a:pt x="406851" y="150704"/>
                  <a:pt x="404579" y="152762"/>
                  <a:pt x="400036" y="152762"/>
                </a:cubicBezTo>
                <a:cubicBezTo>
                  <a:pt x="395492" y="152762"/>
                  <a:pt x="390092" y="149204"/>
                  <a:pt x="383834" y="142089"/>
                </a:cubicBezTo>
                <a:cubicBezTo>
                  <a:pt x="377576" y="134974"/>
                  <a:pt x="374447" y="130302"/>
                  <a:pt x="374447" y="128073"/>
                </a:cubicBezTo>
                <a:cubicBezTo>
                  <a:pt x="374447" y="126873"/>
                  <a:pt x="375476" y="126273"/>
                  <a:pt x="377533" y="126273"/>
                </a:cubicBezTo>
                <a:close/>
                <a:moveTo>
                  <a:pt x="478603" y="124730"/>
                </a:moveTo>
                <a:lnTo>
                  <a:pt x="613105" y="124730"/>
                </a:lnTo>
                <a:lnTo>
                  <a:pt x="613105" y="136045"/>
                </a:lnTo>
                <a:lnTo>
                  <a:pt x="478603" y="136045"/>
                </a:lnTo>
                <a:close/>
                <a:moveTo>
                  <a:pt x="478603" y="66608"/>
                </a:moveTo>
                <a:lnTo>
                  <a:pt x="613105" y="66608"/>
                </a:lnTo>
                <a:lnTo>
                  <a:pt x="613105" y="77667"/>
                </a:lnTo>
                <a:lnTo>
                  <a:pt x="478603" y="77667"/>
                </a:lnTo>
                <a:close/>
                <a:moveTo>
                  <a:pt x="64808" y="64808"/>
                </a:moveTo>
                <a:cubicBezTo>
                  <a:pt x="48006" y="68237"/>
                  <a:pt x="34119" y="70208"/>
                  <a:pt x="23146" y="70723"/>
                </a:cubicBezTo>
                <a:cubicBezTo>
                  <a:pt x="27775" y="95412"/>
                  <a:pt x="31461" y="116671"/>
                  <a:pt x="34204" y="134502"/>
                </a:cubicBezTo>
                <a:cubicBezTo>
                  <a:pt x="41577" y="133988"/>
                  <a:pt x="51692" y="132531"/>
                  <a:pt x="64551" y="130130"/>
                </a:cubicBezTo>
                <a:lnTo>
                  <a:pt x="64808" y="102355"/>
                </a:lnTo>
                <a:cubicBezTo>
                  <a:pt x="58979" y="103213"/>
                  <a:pt x="54521" y="103641"/>
                  <a:pt x="51435" y="103641"/>
                </a:cubicBezTo>
                <a:cubicBezTo>
                  <a:pt x="48349" y="103641"/>
                  <a:pt x="45692" y="103255"/>
                  <a:pt x="43463" y="102484"/>
                </a:cubicBezTo>
                <a:cubicBezTo>
                  <a:pt x="41234" y="101712"/>
                  <a:pt x="40119" y="100727"/>
                  <a:pt x="40119" y="99526"/>
                </a:cubicBezTo>
                <a:cubicBezTo>
                  <a:pt x="40119" y="98326"/>
                  <a:pt x="41491" y="97555"/>
                  <a:pt x="44234" y="97212"/>
                </a:cubicBezTo>
                <a:cubicBezTo>
                  <a:pt x="49892" y="96526"/>
                  <a:pt x="56750" y="95069"/>
                  <a:pt x="64808" y="92840"/>
                </a:cubicBezTo>
                <a:close/>
                <a:moveTo>
                  <a:pt x="117015" y="57864"/>
                </a:moveTo>
                <a:cubicBezTo>
                  <a:pt x="106385" y="57864"/>
                  <a:pt x="93183" y="59321"/>
                  <a:pt x="77410" y="62236"/>
                </a:cubicBezTo>
                <a:cubicBezTo>
                  <a:pt x="77410" y="68237"/>
                  <a:pt x="77238" y="77238"/>
                  <a:pt x="76896" y="89239"/>
                </a:cubicBezTo>
                <a:cubicBezTo>
                  <a:pt x="85639" y="86668"/>
                  <a:pt x="91469" y="85382"/>
                  <a:pt x="94383" y="85382"/>
                </a:cubicBezTo>
                <a:cubicBezTo>
                  <a:pt x="97298" y="85382"/>
                  <a:pt x="99870" y="85896"/>
                  <a:pt x="102099" y="86925"/>
                </a:cubicBezTo>
                <a:cubicBezTo>
                  <a:pt x="104327" y="87954"/>
                  <a:pt x="105442" y="89325"/>
                  <a:pt x="105442" y="91040"/>
                </a:cubicBezTo>
                <a:cubicBezTo>
                  <a:pt x="105442" y="92754"/>
                  <a:pt x="103942" y="94126"/>
                  <a:pt x="100941" y="95154"/>
                </a:cubicBezTo>
                <a:cubicBezTo>
                  <a:pt x="97941" y="96183"/>
                  <a:pt x="89840" y="97898"/>
                  <a:pt x="76638" y="100298"/>
                </a:cubicBezTo>
                <a:cubicBezTo>
                  <a:pt x="76638" y="110242"/>
                  <a:pt x="76467" y="119586"/>
                  <a:pt x="76124" y="128330"/>
                </a:cubicBezTo>
                <a:cubicBezTo>
                  <a:pt x="87268" y="126273"/>
                  <a:pt x="94812" y="125244"/>
                  <a:pt x="98755" y="125244"/>
                </a:cubicBezTo>
                <a:cubicBezTo>
                  <a:pt x="102699" y="125244"/>
                  <a:pt x="105442" y="125673"/>
                  <a:pt x="106985" y="126530"/>
                </a:cubicBezTo>
                <a:cubicBezTo>
                  <a:pt x="108528" y="127387"/>
                  <a:pt x="109642" y="127816"/>
                  <a:pt x="110328" y="127816"/>
                </a:cubicBezTo>
                <a:cubicBezTo>
                  <a:pt x="113071" y="127816"/>
                  <a:pt x="116286" y="118900"/>
                  <a:pt x="119972" y="101069"/>
                </a:cubicBezTo>
                <a:cubicBezTo>
                  <a:pt x="123658" y="83239"/>
                  <a:pt x="125502" y="72094"/>
                  <a:pt x="125502" y="67637"/>
                </a:cubicBezTo>
                <a:cubicBezTo>
                  <a:pt x="125502" y="63179"/>
                  <a:pt x="124987" y="60436"/>
                  <a:pt x="123959" y="59407"/>
                </a:cubicBezTo>
                <a:cubicBezTo>
                  <a:pt x="122930" y="58378"/>
                  <a:pt x="120615" y="57864"/>
                  <a:pt x="117015" y="57864"/>
                </a:cubicBezTo>
                <a:close/>
                <a:moveTo>
                  <a:pt x="333942" y="48349"/>
                </a:moveTo>
                <a:cubicBezTo>
                  <a:pt x="336085" y="48349"/>
                  <a:pt x="340414" y="49506"/>
                  <a:pt x="346929" y="51820"/>
                </a:cubicBezTo>
                <a:cubicBezTo>
                  <a:pt x="353444" y="54135"/>
                  <a:pt x="356702" y="56921"/>
                  <a:pt x="356702" y="60179"/>
                </a:cubicBezTo>
                <a:cubicBezTo>
                  <a:pt x="356702" y="61379"/>
                  <a:pt x="356273" y="62879"/>
                  <a:pt x="355416" y="64679"/>
                </a:cubicBezTo>
                <a:cubicBezTo>
                  <a:pt x="354559" y="66479"/>
                  <a:pt x="353659" y="70937"/>
                  <a:pt x="352716" y="78052"/>
                </a:cubicBezTo>
                <a:cubicBezTo>
                  <a:pt x="351773" y="85167"/>
                  <a:pt x="351130" y="92754"/>
                  <a:pt x="350787" y="100812"/>
                </a:cubicBezTo>
                <a:lnTo>
                  <a:pt x="368018" y="96183"/>
                </a:lnTo>
                <a:cubicBezTo>
                  <a:pt x="374876" y="93954"/>
                  <a:pt x="380919" y="92840"/>
                  <a:pt x="386148" y="92840"/>
                </a:cubicBezTo>
                <a:cubicBezTo>
                  <a:pt x="391378" y="92840"/>
                  <a:pt x="395064" y="93611"/>
                  <a:pt x="397207" y="95154"/>
                </a:cubicBezTo>
                <a:cubicBezTo>
                  <a:pt x="399350" y="96697"/>
                  <a:pt x="400422" y="98155"/>
                  <a:pt x="400422" y="99526"/>
                </a:cubicBezTo>
                <a:cubicBezTo>
                  <a:pt x="400422" y="100898"/>
                  <a:pt x="398236" y="102398"/>
                  <a:pt x="393864" y="104027"/>
                </a:cubicBezTo>
                <a:cubicBezTo>
                  <a:pt x="389492" y="105656"/>
                  <a:pt x="374961" y="108356"/>
                  <a:pt x="350273" y="112128"/>
                </a:cubicBezTo>
                <a:lnTo>
                  <a:pt x="348472" y="170764"/>
                </a:lnTo>
                <a:cubicBezTo>
                  <a:pt x="362703" y="169564"/>
                  <a:pt x="379419" y="167335"/>
                  <a:pt x="398621" y="164077"/>
                </a:cubicBezTo>
                <a:cubicBezTo>
                  <a:pt x="403422" y="163392"/>
                  <a:pt x="408351" y="163049"/>
                  <a:pt x="413409" y="163049"/>
                </a:cubicBezTo>
                <a:cubicBezTo>
                  <a:pt x="418467" y="163049"/>
                  <a:pt x="423696" y="164720"/>
                  <a:pt x="429097" y="168064"/>
                </a:cubicBezTo>
                <a:cubicBezTo>
                  <a:pt x="434497" y="171407"/>
                  <a:pt x="437198" y="174364"/>
                  <a:pt x="437198" y="176936"/>
                </a:cubicBezTo>
                <a:cubicBezTo>
                  <a:pt x="437198" y="180022"/>
                  <a:pt x="434026" y="181565"/>
                  <a:pt x="427682" y="181565"/>
                </a:cubicBezTo>
                <a:cubicBezTo>
                  <a:pt x="424939" y="181565"/>
                  <a:pt x="421767" y="181222"/>
                  <a:pt x="418167" y="180537"/>
                </a:cubicBezTo>
                <a:cubicBezTo>
                  <a:pt x="408566" y="178822"/>
                  <a:pt x="396564" y="177965"/>
                  <a:pt x="382162" y="177965"/>
                </a:cubicBezTo>
                <a:cubicBezTo>
                  <a:pt x="350958" y="177965"/>
                  <a:pt x="320269" y="181222"/>
                  <a:pt x="290094" y="187737"/>
                </a:cubicBezTo>
                <a:cubicBezTo>
                  <a:pt x="285979" y="188595"/>
                  <a:pt x="282593" y="189023"/>
                  <a:pt x="279935" y="189023"/>
                </a:cubicBezTo>
                <a:cubicBezTo>
                  <a:pt x="277278" y="189023"/>
                  <a:pt x="273892" y="187780"/>
                  <a:pt x="269777" y="185294"/>
                </a:cubicBezTo>
                <a:cubicBezTo>
                  <a:pt x="265662" y="182808"/>
                  <a:pt x="263605" y="180922"/>
                  <a:pt x="263605" y="179636"/>
                </a:cubicBezTo>
                <a:cubicBezTo>
                  <a:pt x="263605" y="178351"/>
                  <a:pt x="265233" y="177622"/>
                  <a:pt x="268491" y="177450"/>
                </a:cubicBezTo>
                <a:cubicBezTo>
                  <a:pt x="282550" y="177108"/>
                  <a:pt x="305267" y="175307"/>
                  <a:pt x="336642" y="172050"/>
                </a:cubicBezTo>
                <a:lnTo>
                  <a:pt x="337671" y="114185"/>
                </a:lnTo>
                <a:cubicBezTo>
                  <a:pt x="324641" y="116071"/>
                  <a:pt x="316025" y="117014"/>
                  <a:pt x="311825" y="117014"/>
                </a:cubicBezTo>
                <a:cubicBezTo>
                  <a:pt x="307624" y="117014"/>
                  <a:pt x="304110" y="116457"/>
                  <a:pt x="301281" y="115343"/>
                </a:cubicBezTo>
                <a:cubicBezTo>
                  <a:pt x="298452" y="114228"/>
                  <a:pt x="297037" y="113114"/>
                  <a:pt x="297037" y="111999"/>
                </a:cubicBezTo>
                <a:cubicBezTo>
                  <a:pt x="297037" y="110885"/>
                  <a:pt x="298495" y="110156"/>
                  <a:pt x="301409" y="109813"/>
                </a:cubicBezTo>
                <a:cubicBezTo>
                  <a:pt x="309125" y="108785"/>
                  <a:pt x="321212" y="106642"/>
                  <a:pt x="337671" y="103384"/>
                </a:cubicBezTo>
                <a:cubicBezTo>
                  <a:pt x="337842" y="86753"/>
                  <a:pt x="337628" y="75523"/>
                  <a:pt x="337028" y="69694"/>
                </a:cubicBezTo>
                <a:cubicBezTo>
                  <a:pt x="336428" y="63865"/>
                  <a:pt x="335228" y="59579"/>
                  <a:pt x="333428" y="56835"/>
                </a:cubicBezTo>
                <a:cubicBezTo>
                  <a:pt x="331627" y="54092"/>
                  <a:pt x="330727" y="51992"/>
                  <a:pt x="330727" y="50535"/>
                </a:cubicBezTo>
                <a:cubicBezTo>
                  <a:pt x="330727" y="49077"/>
                  <a:pt x="331799" y="48349"/>
                  <a:pt x="333942" y="48349"/>
                </a:cubicBezTo>
                <a:close/>
                <a:moveTo>
                  <a:pt x="636165" y="19802"/>
                </a:moveTo>
                <a:cubicBezTo>
                  <a:pt x="647481" y="20317"/>
                  <a:pt x="659054" y="20574"/>
                  <a:pt x="670884" y="20574"/>
                </a:cubicBezTo>
                <a:cubicBezTo>
                  <a:pt x="687858" y="20574"/>
                  <a:pt x="699430" y="20317"/>
                  <a:pt x="705603" y="19802"/>
                </a:cubicBezTo>
                <a:lnTo>
                  <a:pt x="705603" y="23917"/>
                </a:lnTo>
                <a:lnTo>
                  <a:pt x="689401" y="25974"/>
                </a:lnTo>
                <a:cubicBezTo>
                  <a:pt x="686314" y="26317"/>
                  <a:pt x="684128" y="27475"/>
                  <a:pt x="682843" y="29446"/>
                </a:cubicBezTo>
                <a:cubicBezTo>
                  <a:pt x="681557" y="31418"/>
                  <a:pt x="680914" y="34547"/>
                  <a:pt x="680914" y="38833"/>
                </a:cubicBezTo>
                <a:lnTo>
                  <a:pt x="680914" y="130645"/>
                </a:lnTo>
                <a:cubicBezTo>
                  <a:pt x="680914" y="147104"/>
                  <a:pt x="684343" y="158977"/>
                  <a:pt x="691201" y="166263"/>
                </a:cubicBezTo>
                <a:cubicBezTo>
                  <a:pt x="698059" y="173550"/>
                  <a:pt x="709289" y="177193"/>
                  <a:pt x="724891" y="177193"/>
                </a:cubicBezTo>
                <a:cubicBezTo>
                  <a:pt x="745808" y="177193"/>
                  <a:pt x="759909" y="172350"/>
                  <a:pt x="767196" y="162663"/>
                </a:cubicBezTo>
                <a:cubicBezTo>
                  <a:pt x="774483" y="152976"/>
                  <a:pt x="778126" y="135531"/>
                  <a:pt x="778126" y="110328"/>
                </a:cubicBezTo>
                <a:lnTo>
                  <a:pt x="778126" y="39090"/>
                </a:lnTo>
                <a:cubicBezTo>
                  <a:pt x="778126" y="32232"/>
                  <a:pt x="774611" y="28117"/>
                  <a:pt x="767582" y="26746"/>
                </a:cubicBezTo>
                <a:lnTo>
                  <a:pt x="752408" y="23917"/>
                </a:lnTo>
                <a:lnTo>
                  <a:pt x="752408" y="19802"/>
                </a:lnTo>
                <a:cubicBezTo>
                  <a:pt x="756523" y="20317"/>
                  <a:pt x="765267" y="20574"/>
                  <a:pt x="778640" y="20574"/>
                </a:cubicBezTo>
                <a:cubicBezTo>
                  <a:pt x="792013" y="20574"/>
                  <a:pt x="800843" y="20317"/>
                  <a:pt x="805129" y="19802"/>
                </a:cubicBezTo>
                <a:lnTo>
                  <a:pt x="805129" y="23917"/>
                </a:lnTo>
                <a:lnTo>
                  <a:pt x="790213" y="27260"/>
                </a:lnTo>
                <a:cubicBezTo>
                  <a:pt x="786441" y="27946"/>
                  <a:pt x="784555" y="31889"/>
                  <a:pt x="784555" y="39090"/>
                </a:cubicBezTo>
                <a:lnTo>
                  <a:pt x="784555" y="117014"/>
                </a:lnTo>
                <a:cubicBezTo>
                  <a:pt x="784555" y="141017"/>
                  <a:pt x="780098" y="158419"/>
                  <a:pt x="771182" y="169221"/>
                </a:cubicBezTo>
                <a:cubicBezTo>
                  <a:pt x="762267" y="180022"/>
                  <a:pt x="747094" y="185423"/>
                  <a:pt x="725662" y="185423"/>
                </a:cubicBezTo>
                <a:cubicBezTo>
                  <a:pt x="704745" y="185423"/>
                  <a:pt x="688672" y="181051"/>
                  <a:pt x="677442" y="172307"/>
                </a:cubicBezTo>
                <a:cubicBezTo>
                  <a:pt x="666212" y="163563"/>
                  <a:pt x="660597" y="150961"/>
                  <a:pt x="660597" y="134502"/>
                </a:cubicBezTo>
                <a:lnTo>
                  <a:pt x="660597" y="38062"/>
                </a:lnTo>
                <a:cubicBezTo>
                  <a:pt x="660597" y="33947"/>
                  <a:pt x="660168" y="30989"/>
                  <a:pt x="659311" y="29189"/>
                </a:cubicBezTo>
                <a:cubicBezTo>
                  <a:pt x="658454" y="27389"/>
                  <a:pt x="656825" y="26317"/>
                  <a:pt x="654425" y="25974"/>
                </a:cubicBezTo>
                <a:lnTo>
                  <a:pt x="636165" y="23917"/>
                </a:lnTo>
                <a:close/>
                <a:moveTo>
                  <a:pt x="383319" y="18002"/>
                </a:moveTo>
                <a:cubicBezTo>
                  <a:pt x="386834" y="18002"/>
                  <a:pt x="390306" y="18859"/>
                  <a:pt x="393735" y="20574"/>
                </a:cubicBezTo>
                <a:cubicBezTo>
                  <a:pt x="397164" y="22288"/>
                  <a:pt x="398879" y="23831"/>
                  <a:pt x="398879" y="25203"/>
                </a:cubicBezTo>
                <a:cubicBezTo>
                  <a:pt x="398879" y="26574"/>
                  <a:pt x="398407" y="27646"/>
                  <a:pt x="397464" y="28418"/>
                </a:cubicBezTo>
                <a:cubicBezTo>
                  <a:pt x="396521" y="29189"/>
                  <a:pt x="395064" y="29875"/>
                  <a:pt x="393092" y="30475"/>
                </a:cubicBezTo>
                <a:cubicBezTo>
                  <a:pt x="391120" y="31075"/>
                  <a:pt x="382162" y="32575"/>
                  <a:pt x="366217" y="34975"/>
                </a:cubicBezTo>
                <a:cubicBezTo>
                  <a:pt x="350273" y="37376"/>
                  <a:pt x="335828" y="39219"/>
                  <a:pt x="322883" y="40505"/>
                </a:cubicBezTo>
                <a:cubicBezTo>
                  <a:pt x="309939" y="41791"/>
                  <a:pt x="301238" y="42434"/>
                  <a:pt x="296780" y="42434"/>
                </a:cubicBezTo>
                <a:cubicBezTo>
                  <a:pt x="292322" y="42434"/>
                  <a:pt x="288465" y="42091"/>
                  <a:pt x="285207" y="41405"/>
                </a:cubicBezTo>
                <a:cubicBezTo>
                  <a:pt x="285379" y="57350"/>
                  <a:pt x="282936" y="77281"/>
                  <a:pt x="277878" y="101198"/>
                </a:cubicBezTo>
                <a:cubicBezTo>
                  <a:pt x="272820" y="125115"/>
                  <a:pt x="265876" y="144318"/>
                  <a:pt x="257047" y="158805"/>
                </a:cubicBezTo>
                <a:cubicBezTo>
                  <a:pt x="248217" y="173293"/>
                  <a:pt x="239987" y="183751"/>
                  <a:pt x="232358" y="190181"/>
                </a:cubicBezTo>
                <a:cubicBezTo>
                  <a:pt x="224728" y="196610"/>
                  <a:pt x="219628" y="199825"/>
                  <a:pt x="217056" y="199825"/>
                </a:cubicBezTo>
                <a:cubicBezTo>
                  <a:pt x="216541" y="199825"/>
                  <a:pt x="216284" y="199568"/>
                  <a:pt x="216284" y="199053"/>
                </a:cubicBezTo>
                <a:cubicBezTo>
                  <a:pt x="216284" y="197853"/>
                  <a:pt x="217570" y="195881"/>
                  <a:pt x="220142" y="193138"/>
                </a:cubicBezTo>
                <a:cubicBezTo>
                  <a:pt x="230943" y="181308"/>
                  <a:pt x="240287" y="166778"/>
                  <a:pt x="248174" y="149547"/>
                </a:cubicBezTo>
                <a:cubicBezTo>
                  <a:pt x="256061" y="132316"/>
                  <a:pt x="261547" y="115043"/>
                  <a:pt x="264633" y="97726"/>
                </a:cubicBezTo>
                <a:cubicBezTo>
                  <a:pt x="267719" y="80410"/>
                  <a:pt x="269262" y="66051"/>
                  <a:pt x="269262" y="54649"/>
                </a:cubicBezTo>
                <a:cubicBezTo>
                  <a:pt x="269262" y="43248"/>
                  <a:pt x="267977" y="35833"/>
                  <a:pt x="265405" y="32404"/>
                </a:cubicBezTo>
                <a:cubicBezTo>
                  <a:pt x="264033" y="30861"/>
                  <a:pt x="263347" y="29532"/>
                  <a:pt x="263347" y="28418"/>
                </a:cubicBezTo>
                <a:cubicBezTo>
                  <a:pt x="263347" y="27303"/>
                  <a:pt x="264205" y="26746"/>
                  <a:pt x="265919" y="26746"/>
                </a:cubicBezTo>
                <a:cubicBezTo>
                  <a:pt x="269520" y="26746"/>
                  <a:pt x="276035" y="29318"/>
                  <a:pt x="285464" y="34461"/>
                </a:cubicBezTo>
                <a:cubicBezTo>
                  <a:pt x="294723" y="34461"/>
                  <a:pt x="304924" y="33518"/>
                  <a:pt x="316068" y="31632"/>
                </a:cubicBezTo>
                <a:cubicBezTo>
                  <a:pt x="327212" y="29746"/>
                  <a:pt x="344186" y="26060"/>
                  <a:pt x="366989" y="20574"/>
                </a:cubicBezTo>
                <a:cubicBezTo>
                  <a:pt x="374361" y="18859"/>
                  <a:pt x="379805" y="18002"/>
                  <a:pt x="383319" y="18002"/>
                </a:cubicBezTo>
                <a:close/>
                <a:moveTo>
                  <a:pt x="58507" y="0"/>
                </a:moveTo>
                <a:cubicBezTo>
                  <a:pt x="60822" y="0"/>
                  <a:pt x="65408" y="1328"/>
                  <a:pt x="72266" y="3986"/>
                </a:cubicBezTo>
                <a:cubicBezTo>
                  <a:pt x="79124" y="6643"/>
                  <a:pt x="82553" y="10201"/>
                  <a:pt x="82553" y="14659"/>
                </a:cubicBezTo>
                <a:cubicBezTo>
                  <a:pt x="82553" y="16373"/>
                  <a:pt x="82039" y="18945"/>
                  <a:pt x="81010" y="22374"/>
                </a:cubicBezTo>
                <a:cubicBezTo>
                  <a:pt x="79124" y="28546"/>
                  <a:pt x="77924" y="39347"/>
                  <a:pt x="77410" y="54778"/>
                </a:cubicBezTo>
                <a:cubicBezTo>
                  <a:pt x="101070" y="50835"/>
                  <a:pt x="114957" y="48177"/>
                  <a:pt x="119072" y="46806"/>
                </a:cubicBezTo>
                <a:cubicBezTo>
                  <a:pt x="123358" y="44920"/>
                  <a:pt x="126573" y="43977"/>
                  <a:pt x="128716" y="43977"/>
                </a:cubicBezTo>
                <a:cubicBezTo>
                  <a:pt x="130859" y="43977"/>
                  <a:pt x="135831" y="46163"/>
                  <a:pt x="143632" y="50535"/>
                </a:cubicBezTo>
                <a:cubicBezTo>
                  <a:pt x="151433" y="54907"/>
                  <a:pt x="155334" y="58464"/>
                  <a:pt x="155334" y="61207"/>
                </a:cubicBezTo>
                <a:cubicBezTo>
                  <a:pt x="155334" y="63093"/>
                  <a:pt x="154005" y="65065"/>
                  <a:pt x="151348" y="67122"/>
                </a:cubicBezTo>
                <a:cubicBezTo>
                  <a:pt x="148690" y="69180"/>
                  <a:pt x="146376" y="72137"/>
                  <a:pt x="144404" y="75995"/>
                </a:cubicBezTo>
                <a:cubicBezTo>
                  <a:pt x="142432" y="79853"/>
                  <a:pt x="140761" y="84482"/>
                  <a:pt x="139389" y="89882"/>
                </a:cubicBezTo>
                <a:cubicBezTo>
                  <a:pt x="138017" y="95283"/>
                  <a:pt x="135703" y="102913"/>
                  <a:pt x="132445" y="112771"/>
                </a:cubicBezTo>
                <a:cubicBezTo>
                  <a:pt x="129188" y="122629"/>
                  <a:pt x="125930" y="129573"/>
                  <a:pt x="122673" y="133602"/>
                </a:cubicBezTo>
                <a:cubicBezTo>
                  <a:pt x="119415" y="137631"/>
                  <a:pt x="116886" y="139646"/>
                  <a:pt x="115086" y="139646"/>
                </a:cubicBezTo>
                <a:cubicBezTo>
                  <a:pt x="113286" y="139646"/>
                  <a:pt x="111743" y="138574"/>
                  <a:pt x="110457" y="136431"/>
                </a:cubicBezTo>
                <a:cubicBezTo>
                  <a:pt x="109171" y="134288"/>
                  <a:pt x="107071" y="133216"/>
                  <a:pt x="104156" y="133216"/>
                </a:cubicBezTo>
                <a:cubicBezTo>
                  <a:pt x="101241" y="133216"/>
                  <a:pt x="91897" y="134331"/>
                  <a:pt x="76124" y="136560"/>
                </a:cubicBezTo>
                <a:cubicBezTo>
                  <a:pt x="75953" y="147190"/>
                  <a:pt x="76210" y="155548"/>
                  <a:pt x="76896" y="161634"/>
                </a:cubicBezTo>
                <a:cubicBezTo>
                  <a:pt x="77581" y="167721"/>
                  <a:pt x="78953" y="172264"/>
                  <a:pt x="81010" y="175264"/>
                </a:cubicBezTo>
                <a:cubicBezTo>
                  <a:pt x="83068" y="178265"/>
                  <a:pt x="87568" y="180665"/>
                  <a:pt x="94512" y="182465"/>
                </a:cubicBezTo>
                <a:cubicBezTo>
                  <a:pt x="101456" y="184266"/>
                  <a:pt x="109385" y="185166"/>
                  <a:pt x="118301" y="185166"/>
                </a:cubicBezTo>
                <a:cubicBezTo>
                  <a:pt x="127216" y="185166"/>
                  <a:pt x="135831" y="184480"/>
                  <a:pt x="144147" y="183108"/>
                </a:cubicBezTo>
                <a:cubicBezTo>
                  <a:pt x="152462" y="181737"/>
                  <a:pt x="157734" y="179979"/>
                  <a:pt x="159963" y="177836"/>
                </a:cubicBezTo>
                <a:cubicBezTo>
                  <a:pt x="162192" y="175693"/>
                  <a:pt x="164164" y="172736"/>
                  <a:pt x="165878" y="168964"/>
                </a:cubicBezTo>
                <a:cubicBezTo>
                  <a:pt x="167593" y="165192"/>
                  <a:pt x="169821" y="156534"/>
                  <a:pt x="172565" y="142989"/>
                </a:cubicBezTo>
                <a:cubicBezTo>
                  <a:pt x="173250" y="139560"/>
                  <a:pt x="174193" y="137845"/>
                  <a:pt x="175394" y="137845"/>
                </a:cubicBezTo>
                <a:cubicBezTo>
                  <a:pt x="176594" y="137845"/>
                  <a:pt x="177408" y="140031"/>
                  <a:pt x="177837" y="144403"/>
                </a:cubicBezTo>
                <a:cubicBezTo>
                  <a:pt x="178265" y="148775"/>
                  <a:pt x="179380" y="154433"/>
                  <a:pt x="181180" y="161377"/>
                </a:cubicBezTo>
                <a:cubicBezTo>
                  <a:pt x="182980" y="168321"/>
                  <a:pt x="184480" y="172864"/>
                  <a:pt x="185681" y="175007"/>
                </a:cubicBezTo>
                <a:cubicBezTo>
                  <a:pt x="186881" y="177150"/>
                  <a:pt x="187481" y="178993"/>
                  <a:pt x="187481" y="180537"/>
                </a:cubicBezTo>
                <a:cubicBezTo>
                  <a:pt x="187481" y="185337"/>
                  <a:pt x="181180" y="190095"/>
                  <a:pt x="168578" y="194810"/>
                </a:cubicBezTo>
                <a:cubicBezTo>
                  <a:pt x="155977" y="199525"/>
                  <a:pt x="141446" y="201882"/>
                  <a:pt x="124987" y="201882"/>
                </a:cubicBezTo>
                <a:cubicBezTo>
                  <a:pt x="113157" y="201882"/>
                  <a:pt x="103127" y="200596"/>
                  <a:pt x="94898" y="198024"/>
                </a:cubicBezTo>
                <a:cubicBezTo>
                  <a:pt x="86668" y="195453"/>
                  <a:pt x="80239" y="191981"/>
                  <a:pt x="75610" y="187609"/>
                </a:cubicBezTo>
                <a:cubicBezTo>
                  <a:pt x="70980" y="183237"/>
                  <a:pt x="67937" y="177450"/>
                  <a:pt x="66480" y="170250"/>
                </a:cubicBezTo>
                <a:cubicBezTo>
                  <a:pt x="65023" y="163049"/>
                  <a:pt x="64380" y="152333"/>
                  <a:pt x="64551" y="138103"/>
                </a:cubicBezTo>
                <a:cubicBezTo>
                  <a:pt x="51007" y="140160"/>
                  <a:pt x="40977" y="141360"/>
                  <a:pt x="34462" y="141703"/>
                </a:cubicBezTo>
                <a:cubicBezTo>
                  <a:pt x="34290" y="146161"/>
                  <a:pt x="33004" y="148390"/>
                  <a:pt x="30604" y="148390"/>
                </a:cubicBezTo>
                <a:cubicBezTo>
                  <a:pt x="29232" y="148390"/>
                  <a:pt x="27861" y="147190"/>
                  <a:pt x="26489" y="144789"/>
                </a:cubicBezTo>
                <a:cubicBezTo>
                  <a:pt x="25118" y="142389"/>
                  <a:pt x="24089" y="139560"/>
                  <a:pt x="23403" y="136302"/>
                </a:cubicBezTo>
                <a:cubicBezTo>
                  <a:pt x="19460" y="118129"/>
                  <a:pt x="15688" y="102870"/>
                  <a:pt x="12087" y="90525"/>
                </a:cubicBezTo>
                <a:cubicBezTo>
                  <a:pt x="8487" y="78181"/>
                  <a:pt x="5572" y="70937"/>
                  <a:pt x="3343" y="68794"/>
                </a:cubicBezTo>
                <a:cubicBezTo>
                  <a:pt x="1115" y="66651"/>
                  <a:pt x="0" y="64636"/>
                  <a:pt x="0" y="62750"/>
                </a:cubicBezTo>
                <a:cubicBezTo>
                  <a:pt x="0" y="60864"/>
                  <a:pt x="1543" y="59921"/>
                  <a:pt x="4629" y="59921"/>
                </a:cubicBezTo>
                <a:cubicBezTo>
                  <a:pt x="7715" y="59921"/>
                  <a:pt x="12345" y="61293"/>
                  <a:pt x="18517" y="64036"/>
                </a:cubicBezTo>
                <a:cubicBezTo>
                  <a:pt x="35490" y="61636"/>
                  <a:pt x="50921" y="59236"/>
                  <a:pt x="64808" y="56835"/>
                </a:cubicBezTo>
                <a:cubicBezTo>
                  <a:pt x="64637" y="36261"/>
                  <a:pt x="62965" y="22760"/>
                  <a:pt x="59793" y="16330"/>
                </a:cubicBezTo>
                <a:cubicBezTo>
                  <a:pt x="56622" y="9901"/>
                  <a:pt x="55036" y="5572"/>
                  <a:pt x="55036" y="3343"/>
                </a:cubicBezTo>
                <a:cubicBezTo>
                  <a:pt x="55036" y="1114"/>
                  <a:pt x="56193" y="0"/>
                  <a:pt x="58507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1909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>
            <a:extLst>
              <a:ext uri="{FF2B5EF4-FFF2-40B4-BE49-F238E27FC236}">
                <a16:creationId xmlns:a16="http://schemas.microsoft.com/office/drawing/2014/main" id="{9C49C420-A84A-435C-A18C-F27E8F7250B0}"/>
              </a:ext>
            </a:extLst>
          </p:cNvPr>
          <p:cNvSpPr/>
          <p:nvPr/>
        </p:nvSpPr>
        <p:spPr>
          <a:xfrm>
            <a:off x="6816857" y="2027192"/>
            <a:ext cx="2706561" cy="1313186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25FBE40E-D81B-4A85-B153-FE89297A4829}"/>
              </a:ext>
            </a:extLst>
          </p:cNvPr>
          <p:cNvGrpSpPr/>
          <p:nvPr/>
        </p:nvGrpSpPr>
        <p:grpSpPr>
          <a:xfrm>
            <a:off x="2253448" y="1218957"/>
            <a:ext cx="7685101" cy="1476853"/>
            <a:chOff x="2253448" y="1218957"/>
            <a:chExt cx="7685101" cy="1476853"/>
          </a:xfrm>
        </p:grpSpPr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9BF9DFAF-463C-4D1B-9F68-0D37CF2704C2}"/>
                </a:ext>
              </a:extLst>
            </p:cNvPr>
            <p:cNvSpPr/>
            <p:nvPr/>
          </p:nvSpPr>
          <p:spPr>
            <a:xfrm rot="10800000" flipH="1">
              <a:off x="6452270" y="1382635"/>
              <a:ext cx="3486279" cy="1313175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3" name="任意多边形: 形状 252">
              <a:extLst>
                <a:ext uri="{FF2B5EF4-FFF2-40B4-BE49-F238E27FC236}">
                  <a16:creationId xmlns:a16="http://schemas.microsoft.com/office/drawing/2014/main" id="{0E538549-1BE8-4DDB-8CCB-102ACB5956E4}"/>
                </a:ext>
              </a:extLst>
            </p:cNvPr>
            <p:cNvSpPr/>
            <p:nvPr/>
          </p:nvSpPr>
          <p:spPr>
            <a:xfrm rot="10800000">
              <a:off x="2253448" y="1388012"/>
              <a:ext cx="3529168" cy="1307798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7F7CC34F-6458-4A80-97F4-9D4F16C28E1A}"/>
                </a:ext>
              </a:extLst>
            </p:cNvPr>
            <p:cNvGrpSpPr/>
            <p:nvPr/>
          </p:nvGrpSpPr>
          <p:grpSpPr>
            <a:xfrm rot="10800000" flipH="1" flipV="1">
              <a:off x="5760488" y="1218957"/>
              <a:ext cx="715431" cy="322947"/>
              <a:chOff x="2915443" y="4344145"/>
              <a:chExt cx="509929" cy="230183"/>
            </a:xfrm>
          </p:grpSpPr>
          <p:grpSp>
            <p:nvGrpSpPr>
              <p:cNvPr id="255" name="组合 254">
                <a:extLst>
                  <a:ext uri="{FF2B5EF4-FFF2-40B4-BE49-F238E27FC236}">
                    <a16:creationId xmlns:a16="http://schemas.microsoft.com/office/drawing/2014/main" id="{884171CF-A676-4CD0-B31B-7B8CA15C0C41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8" name="直接连接符 257">
                  <a:extLst>
                    <a:ext uri="{FF2B5EF4-FFF2-40B4-BE49-F238E27FC236}">
                      <a16:creationId xmlns:a16="http://schemas.microsoft.com/office/drawing/2014/main" id="{519834CA-5259-45B1-9C1B-37B54D637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接连接符 258">
                  <a:extLst>
                    <a:ext uri="{FF2B5EF4-FFF2-40B4-BE49-F238E27FC236}">
                      <a16:creationId xmlns:a16="http://schemas.microsoft.com/office/drawing/2014/main" id="{260C945F-D174-415C-BD57-5F51520D6E3A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接连接符 259">
                  <a:extLst>
                    <a:ext uri="{FF2B5EF4-FFF2-40B4-BE49-F238E27FC236}">
                      <a16:creationId xmlns:a16="http://schemas.microsoft.com/office/drawing/2014/main" id="{40441FAA-6148-48B4-979B-640A984C58C4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直接连接符 260">
                  <a:extLst>
                    <a:ext uri="{FF2B5EF4-FFF2-40B4-BE49-F238E27FC236}">
                      <a16:creationId xmlns:a16="http://schemas.microsoft.com/office/drawing/2014/main" id="{CD26CC2D-CBEB-41F0-A3B0-D71A063C71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直接连接符 261">
                  <a:extLst>
                    <a:ext uri="{FF2B5EF4-FFF2-40B4-BE49-F238E27FC236}">
                      <a16:creationId xmlns:a16="http://schemas.microsoft.com/office/drawing/2014/main" id="{F8107FBE-C336-471E-B1B5-3B9B3611A4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直接连接符 262">
                  <a:extLst>
                    <a:ext uri="{FF2B5EF4-FFF2-40B4-BE49-F238E27FC236}">
                      <a16:creationId xmlns:a16="http://schemas.microsoft.com/office/drawing/2014/main" id="{32DA824B-E934-41C8-85F2-53983B4E3844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F32DD211-BCD3-4939-889F-18E8D2D10C2D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969C0A52-9E41-4E38-A950-49F72323056D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C2A48B63-2F83-4B84-AD61-4FC9508D50E4}"/>
              </a:ext>
            </a:extLst>
          </p:cNvPr>
          <p:cNvSpPr/>
          <p:nvPr/>
        </p:nvSpPr>
        <p:spPr>
          <a:xfrm>
            <a:off x="2668583" y="2027192"/>
            <a:ext cx="2706265" cy="1313186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BE70E6D-DA1F-4D3D-9201-0C41555C4ACB}"/>
              </a:ext>
            </a:extLst>
          </p:cNvPr>
          <p:cNvSpPr/>
          <p:nvPr/>
        </p:nvSpPr>
        <p:spPr>
          <a:xfrm>
            <a:off x="5193548" y="2027192"/>
            <a:ext cx="902452" cy="1313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83A732B2-69C0-4BE8-ACD4-CB877E1E9B79}"/>
              </a:ext>
            </a:extLst>
          </p:cNvPr>
          <p:cNvSpPr/>
          <p:nvPr/>
        </p:nvSpPr>
        <p:spPr>
          <a:xfrm>
            <a:off x="6095998" y="2027192"/>
            <a:ext cx="864845" cy="13131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2F8E70C-DB75-4831-9FED-2E35B8725AD8}"/>
              </a:ext>
            </a:extLst>
          </p:cNvPr>
          <p:cNvGrpSpPr/>
          <p:nvPr/>
        </p:nvGrpSpPr>
        <p:grpSpPr>
          <a:xfrm>
            <a:off x="5193550" y="1695977"/>
            <a:ext cx="1767288" cy="307268"/>
            <a:chOff x="5193550" y="1695977"/>
            <a:chExt cx="1767288" cy="307268"/>
          </a:xfrm>
        </p:grpSpPr>
        <p:sp>
          <p:nvSpPr>
            <p:cNvPr id="245" name="右大括号 244">
              <a:extLst>
                <a:ext uri="{FF2B5EF4-FFF2-40B4-BE49-F238E27FC236}">
                  <a16:creationId xmlns:a16="http://schemas.microsoft.com/office/drawing/2014/main" id="{3A3BFC19-CEF7-449D-8BA9-0E0F1307E4FD}"/>
                </a:ext>
              </a:extLst>
            </p:cNvPr>
            <p:cNvSpPr/>
            <p:nvPr/>
          </p:nvSpPr>
          <p:spPr>
            <a:xfrm rot="16200000">
              <a:off x="5590674" y="1512279"/>
              <a:ext cx="93839" cy="888088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右大括号 245">
              <a:extLst>
                <a:ext uri="{FF2B5EF4-FFF2-40B4-BE49-F238E27FC236}">
                  <a16:creationId xmlns:a16="http://schemas.microsoft.com/office/drawing/2014/main" id="{0E53F9C4-C59B-49AC-93B4-9A091A1D8A54}"/>
                </a:ext>
              </a:extLst>
            </p:cNvPr>
            <p:cNvSpPr/>
            <p:nvPr/>
          </p:nvSpPr>
          <p:spPr>
            <a:xfrm rot="16200000">
              <a:off x="6483651" y="1526059"/>
              <a:ext cx="93843" cy="860530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4810E1D5-7DB6-4B71-86E2-B9398FB999F5}"/>
                </a:ext>
              </a:extLst>
            </p:cNvPr>
            <p:cNvSpPr txBox="1"/>
            <p:nvPr/>
          </p:nvSpPr>
          <p:spPr>
            <a:xfrm>
              <a:off x="6432974" y="1705927"/>
              <a:ext cx="190891" cy="123622"/>
            </a:xfrm>
            <a:custGeom>
              <a:avLst/>
              <a:gdLst/>
              <a:ahLst/>
              <a:cxnLst/>
              <a:rect l="l" t="t" r="r" b="b"/>
              <a:pathLst>
                <a:path w="105493" h="68318">
                  <a:moveTo>
                    <a:pt x="0" y="36667"/>
                  </a:moveTo>
                  <a:lnTo>
                    <a:pt x="24252" y="36667"/>
                  </a:lnTo>
                  <a:lnTo>
                    <a:pt x="24252" y="43341"/>
                  </a:lnTo>
                  <a:lnTo>
                    <a:pt x="0" y="43341"/>
                  </a:lnTo>
                  <a:close/>
                  <a:moveTo>
                    <a:pt x="72848" y="7516"/>
                  </a:moveTo>
                  <a:cubicBezTo>
                    <a:pt x="66019" y="7516"/>
                    <a:pt x="60207" y="9954"/>
                    <a:pt x="55414" y="14828"/>
                  </a:cubicBezTo>
                  <a:cubicBezTo>
                    <a:pt x="50621" y="19703"/>
                    <a:pt x="48224" y="25670"/>
                    <a:pt x="48224" y="32729"/>
                  </a:cubicBezTo>
                  <a:cubicBezTo>
                    <a:pt x="48224" y="39875"/>
                    <a:pt x="50665" y="45794"/>
                    <a:pt x="55547" y="50485"/>
                  </a:cubicBezTo>
                  <a:cubicBezTo>
                    <a:pt x="60428" y="55176"/>
                    <a:pt x="66224" y="57522"/>
                    <a:pt x="72933" y="57522"/>
                  </a:cubicBezTo>
                  <a:cubicBezTo>
                    <a:pt x="77425" y="57522"/>
                    <a:pt x="81457" y="56568"/>
                    <a:pt x="85027" y="54660"/>
                  </a:cubicBezTo>
                  <a:lnTo>
                    <a:pt x="71570" y="37003"/>
                  </a:lnTo>
                  <a:lnTo>
                    <a:pt x="80174" y="37003"/>
                  </a:lnTo>
                  <a:lnTo>
                    <a:pt x="90663" y="50541"/>
                  </a:lnTo>
                  <a:cubicBezTo>
                    <a:pt x="95258" y="45752"/>
                    <a:pt x="97556" y="39730"/>
                    <a:pt x="97556" y="32477"/>
                  </a:cubicBezTo>
                  <a:cubicBezTo>
                    <a:pt x="97556" y="25487"/>
                    <a:pt x="95116" y="19579"/>
                    <a:pt x="90236" y="14754"/>
                  </a:cubicBezTo>
                  <a:cubicBezTo>
                    <a:pt x="85357" y="9929"/>
                    <a:pt x="79561" y="7516"/>
                    <a:pt x="72848" y="7516"/>
                  </a:cubicBezTo>
                  <a:close/>
                  <a:moveTo>
                    <a:pt x="72848" y="0"/>
                  </a:moveTo>
                  <a:cubicBezTo>
                    <a:pt x="78773" y="0"/>
                    <a:pt x="84258" y="1442"/>
                    <a:pt x="89304" y="4325"/>
                  </a:cubicBezTo>
                  <a:cubicBezTo>
                    <a:pt x="94350" y="7208"/>
                    <a:pt x="98310" y="11150"/>
                    <a:pt x="101183" y="16150"/>
                  </a:cubicBezTo>
                  <a:cubicBezTo>
                    <a:pt x="104057" y="21151"/>
                    <a:pt x="105493" y="26593"/>
                    <a:pt x="105493" y="32477"/>
                  </a:cubicBezTo>
                  <a:cubicBezTo>
                    <a:pt x="105493" y="41970"/>
                    <a:pt x="102046" y="49884"/>
                    <a:pt x="95150" y="56219"/>
                  </a:cubicBezTo>
                  <a:lnTo>
                    <a:pt x="104064" y="68318"/>
                  </a:lnTo>
                  <a:lnTo>
                    <a:pt x="95375" y="68318"/>
                  </a:lnTo>
                  <a:lnTo>
                    <a:pt x="89455" y="60497"/>
                  </a:lnTo>
                  <a:cubicBezTo>
                    <a:pt x="84769" y="63524"/>
                    <a:pt x="79401" y="65038"/>
                    <a:pt x="73353" y="65038"/>
                  </a:cubicBezTo>
                  <a:cubicBezTo>
                    <a:pt x="63976" y="65038"/>
                    <a:pt x="56107" y="61914"/>
                    <a:pt x="49745" y="55667"/>
                  </a:cubicBezTo>
                  <a:cubicBezTo>
                    <a:pt x="43384" y="49421"/>
                    <a:pt x="40203" y="41774"/>
                    <a:pt x="40203" y="32729"/>
                  </a:cubicBezTo>
                  <a:cubicBezTo>
                    <a:pt x="40203" y="23513"/>
                    <a:pt x="43282" y="15755"/>
                    <a:pt x="49439" y="9453"/>
                  </a:cubicBezTo>
                  <a:cubicBezTo>
                    <a:pt x="55597" y="3151"/>
                    <a:pt x="63400" y="0"/>
                    <a:pt x="7284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7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910D0263-FBBB-46CC-9EB4-5186373A9FA2}"/>
                </a:ext>
              </a:extLst>
            </p:cNvPr>
            <p:cNvSpPr txBox="1"/>
            <p:nvPr/>
          </p:nvSpPr>
          <p:spPr>
            <a:xfrm>
              <a:off x="5556636" y="1695977"/>
              <a:ext cx="221708" cy="123622"/>
            </a:xfrm>
            <a:custGeom>
              <a:avLst/>
              <a:gdLst/>
              <a:ahLst/>
              <a:cxnLst/>
              <a:rect l="l" t="t" r="r" b="b"/>
              <a:pathLst>
                <a:path w="122524" h="68318">
                  <a:moveTo>
                    <a:pt x="17997" y="11101"/>
                  </a:moveTo>
                  <a:lnTo>
                    <a:pt x="25261" y="11101"/>
                  </a:lnTo>
                  <a:lnTo>
                    <a:pt x="25261" y="28846"/>
                  </a:lnTo>
                  <a:lnTo>
                    <a:pt x="43257" y="28846"/>
                  </a:lnTo>
                  <a:lnTo>
                    <a:pt x="43257" y="36108"/>
                  </a:lnTo>
                  <a:lnTo>
                    <a:pt x="25261" y="36108"/>
                  </a:lnTo>
                  <a:lnTo>
                    <a:pt x="25261" y="53938"/>
                  </a:lnTo>
                  <a:lnTo>
                    <a:pt x="17997" y="53938"/>
                  </a:lnTo>
                  <a:lnTo>
                    <a:pt x="17997" y="36108"/>
                  </a:lnTo>
                  <a:lnTo>
                    <a:pt x="0" y="36108"/>
                  </a:lnTo>
                  <a:lnTo>
                    <a:pt x="0" y="28846"/>
                  </a:lnTo>
                  <a:lnTo>
                    <a:pt x="17997" y="28846"/>
                  </a:lnTo>
                  <a:close/>
                  <a:moveTo>
                    <a:pt x="89879" y="7516"/>
                  </a:moveTo>
                  <a:cubicBezTo>
                    <a:pt x="83050" y="7516"/>
                    <a:pt x="77238" y="9954"/>
                    <a:pt x="72445" y="14828"/>
                  </a:cubicBezTo>
                  <a:cubicBezTo>
                    <a:pt x="67652" y="19703"/>
                    <a:pt x="65255" y="25670"/>
                    <a:pt x="65255" y="32729"/>
                  </a:cubicBezTo>
                  <a:cubicBezTo>
                    <a:pt x="65255" y="39875"/>
                    <a:pt x="67696" y="45794"/>
                    <a:pt x="72578" y="50485"/>
                  </a:cubicBezTo>
                  <a:cubicBezTo>
                    <a:pt x="77459" y="55176"/>
                    <a:pt x="83255" y="57522"/>
                    <a:pt x="89964" y="57522"/>
                  </a:cubicBezTo>
                  <a:cubicBezTo>
                    <a:pt x="94456" y="57522"/>
                    <a:pt x="98488" y="56568"/>
                    <a:pt x="102058" y="54660"/>
                  </a:cubicBezTo>
                  <a:lnTo>
                    <a:pt x="88601" y="37003"/>
                  </a:lnTo>
                  <a:lnTo>
                    <a:pt x="97205" y="37003"/>
                  </a:lnTo>
                  <a:lnTo>
                    <a:pt x="107694" y="50541"/>
                  </a:lnTo>
                  <a:cubicBezTo>
                    <a:pt x="112289" y="45752"/>
                    <a:pt x="114587" y="39730"/>
                    <a:pt x="114587" y="32477"/>
                  </a:cubicBezTo>
                  <a:cubicBezTo>
                    <a:pt x="114587" y="25487"/>
                    <a:pt x="112147" y="19579"/>
                    <a:pt x="107267" y="14754"/>
                  </a:cubicBezTo>
                  <a:cubicBezTo>
                    <a:pt x="102388" y="9929"/>
                    <a:pt x="96592" y="7516"/>
                    <a:pt x="89879" y="7516"/>
                  </a:cubicBezTo>
                  <a:close/>
                  <a:moveTo>
                    <a:pt x="89879" y="0"/>
                  </a:moveTo>
                  <a:cubicBezTo>
                    <a:pt x="95804" y="0"/>
                    <a:pt x="101289" y="1442"/>
                    <a:pt x="106335" y="4325"/>
                  </a:cubicBezTo>
                  <a:cubicBezTo>
                    <a:pt x="111381" y="7208"/>
                    <a:pt x="115341" y="11150"/>
                    <a:pt x="118214" y="16150"/>
                  </a:cubicBezTo>
                  <a:cubicBezTo>
                    <a:pt x="121088" y="21151"/>
                    <a:pt x="122524" y="26593"/>
                    <a:pt x="122524" y="32477"/>
                  </a:cubicBezTo>
                  <a:cubicBezTo>
                    <a:pt x="122524" y="41970"/>
                    <a:pt x="119077" y="49884"/>
                    <a:pt x="112181" y="56219"/>
                  </a:cubicBezTo>
                  <a:lnTo>
                    <a:pt x="121095" y="68318"/>
                  </a:lnTo>
                  <a:lnTo>
                    <a:pt x="112406" y="68318"/>
                  </a:lnTo>
                  <a:lnTo>
                    <a:pt x="106486" y="60497"/>
                  </a:lnTo>
                  <a:cubicBezTo>
                    <a:pt x="101800" y="63524"/>
                    <a:pt x="96432" y="65038"/>
                    <a:pt x="90384" y="65038"/>
                  </a:cubicBezTo>
                  <a:cubicBezTo>
                    <a:pt x="81007" y="65038"/>
                    <a:pt x="73138" y="61914"/>
                    <a:pt x="66776" y="55667"/>
                  </a:cubicBezTo>
                  <a:cubicBezTo>
                    <a:pt x="60415" y="49421"/>
                    <a:pt x="57234" y="41774"/>
                    <a:pt x="57234" y="32729"/>
                  </a:cubicBezTo>
                  <a:cubicBezTo>
                    <a:pt x="57234" y="23513"/>
                    <a:pt x="60313" y="15755"/>
                    <a:pt x="66470" y="9453"/>
                  </a:cubicBezTo>
                  <a:cubicBezTo>
                    <a:pt x="72628" y="3151"/>
                    <a:pt x="80431" y="0"/>
                    <a:pt x="8987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7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AE5675E-FB4A-4E2A-8A8A-F145A62EAE0F}"/>
              </a:ext>
            </a:extLst>
          </p:cNvPr>
          <p:cNvSpPr txBox="1"/>
          <p:nvPr/>
        </p:nvSpPr>
        <p:spPr>
          <a:xfrm>
            <a:off x="3667662" y="2487564"/>
            <a:ext cx="508519" cy="27147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5046A40D-BC51-4820-83F2-39F41C1F4ED1}"/>
              </a:ext>
            </a:extLst>
          </p:cNvPr>
          <p:cNvSpPr txBox="1"/>
          <p:nvPr/>
        </p:nvSpPr>
        <p:spPr>
          <a:xfrm>
            <a:off x="8165370" y="2482825"/>
            <a:ext cx="457140" cy="271477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12B2A9-4070-4035-B505-F58FB05DDB22}"/>
              </a:ext>
            </a:extLst>
          </p:cNvPr>
          <p:cNvGrpSpPr/>
          <p:nvPr/>
        </p:nvGrpSpPr>
        <p:grpSpPr>
          <a:xfrm>
            <a:off x="5206859" y="3430500"/>
            <a:ext cx="1756987" cy="255067"/>
            <a:chOff x="5206859" y="3430500"/>
            <a:chExt cx="1756987" cy="255067"/>
          </a:xfrm>
        </p:grpSpPr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C4E81228-3548-4567-A3DE-29E6C209B6F3}"/>
                </a:ext>
              </a:extLst>
            </p:cNvPr>
            <p:cNvCxnSpPr/>
            <p:nvPr/>
          </p:nvCxnSpPr>
          <p:spPr>
            <a:xfrm>
              <a:off x="5206859" y="3430500"/>
              <a:ext cx="0" cy="144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5B2C7546-64F3-4F35-BEBC-3924C83BB2B6}"/>
                </a:ext>
              </a:extLst>
            </p:cNvPr>
            <p:cNvCxnSpPr/>
            <p:nvPr/>
          </p:nvCxnSpPr>
          <p:spPr>
            <a:xfrm>
              <a:off x="6963846" y="3430500"/>
              <a:ext cx="0" cy="144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7766DFBD-DAE5-46B4-98E7-EB888E3302EE}"/>
                </a:ext>
              </a:extLst>
            </p:cNvPr>
            <p:cNvCxnSpPr>
              <a:cxnSpLocks/>
            </p:cNvCxnSpPr>
            <p:nvPr/>
          </p:nvCxnSpPr>
          <p:spPr>
            <a:xfrm>
              <a:off x="5206859" y="3517623"/>
              <a:ext cx="17539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5E50FEC9-0393-4F04-A0DC-41D3BB0E1980}"/>
                </a:ext>
              </a:extLst>
            </p:cNvPr>
            <p:cNvSpPr txBox="1"/>
            <p:nvPr/>
          </p:nvSpPr>
          <p:spPr>
            <a:xfrm>
              <a:off x="6016723" y="3558915"/>
              <a:ext cx="184831" cy="126652"/>
            </a:xfrm>
            <a:custGeom>
              <a:avLst/>
              <a:gdLst/>
              <a:ahLst/>
              <a:cxnLst/>
              <a:rect l="l" t="t" r="r" b="b"/>
              <a:pathLst>
                <a:path w="152753" h="104671">
                  <a:moveTo>
                    <a:pt x="122839" y="59048"/>
                  </a:moveTo>
                  <a:cubicBezTo>
                    <a:pt x="120643" y="59048"/>
                    <a:pt x="118606" y="59522"/>
                    <a:pt x="116727" y="60471"/>
                  </a:cubicBezTo>
                  <a:cubicBezTo>
                    <a:pt x="114848" y="61420"/>
                    <a:pt x="113128" y="62722"/>
                    <a:pt x="111565" y="64378"/>
                  </a:cubicBezTo>
                  <a:cubicBezTo>
                    <a:pt x="110002" y="66033"/>
                    <a:pt x="108607" y="67950"/>
                    <a:pt x="107379" y="70126"/>
                  </a:cubicBezTo>
                  <a:cubicBezTo>
                    <a:pt x="106151" y="72303"/>
                    <a:pt x="105119" y="74628"/>
                    <a:pt x="104282" y="77102"/>
                  </a:cubicBezTo>
                  <a:cubicBezTo>
                    <a:pt x="103445" y="79577"/>
                    <a:pt x="102812" y="82107"/>
                    <a:pt x="102384" y="84693"/>
                  </a:cubicBezTo>
                  <a:cubicBezTo>
                    <a:pt x="101956" y="87279"/>
                    <a:pt x="101742" y="89799"/>
                    <a:pt x="101742" y="92255"/>
                  </a:cubicBezTo>
                  <a:cubicBezTo>
                    <a:pt x="101742" y="96273"/>
                    <a:pt x="102310" y="99259"/>
                    <a:pt x="103445" y="101213"/>
                  </a:cubicBezTo>
                  <a:cubicBezTo>
                    <a:pt x="104579" y="103166"/>
                    <a:pt x="106412" y="104143"/>
                    <a:pt x="108942" y="104143"/>
                  </a:cubicBezTo>
                  <a:cubicBezTo>
                    <a:pt x="110653" y="104143"/>
                    <a:pt x="112551" y="103566"/>
                    <a:pt x="114635" y="102413"/>
                  </a:cubicBezTo>
                  <a:cubicBezTo>
                    <a:pt x="116718" y="101259"/>
                    <a:pt x="118737" y="99594"/>
                    <a:pt x="120690" y="97417"/>
                  </a:cubicBezTo>
                  <a:cubicBezTo>
                    <a:pt x="122643" y="95241"/>
                    <a:pt x="124439" y="92590"/>
                    <a:pt x="126076" y="89464"/>
                  </a:cubicBezTo>
                  <a:cubicBezTo>
                    <a:pt x="127713" y="86339"/>
                    <a:pt x="128941" y="82823"/>
                    <a:pt x="129759" y="78916"/>
                  </a:cubicBezTo>
                  <a:cubicBezTo>
                    <a:pt x="130168" y="76907"/>
                    <a:pt x="130541" y="74898"/>
                    <a:pt x="130875" y="72889"/>
                  </a:cubicBezTo>
                  <a:cubicBezTo>
                    <a:pt x="131210" y="70880"/>
                    <a:pt x="131378" y="69038"/>
                    <a:pt x="131378" y="67364"/>
                  </a:cubicBezTo>
                  <a:cubicBezTo>
                    <a:pt x="131378" y="64350"/>
                    <a:pt x="130699" y="62210"/>
                    <a:pt x="129341" y="60945"/>
                  </a:cubicBezTo>
                  <a:cubicBezTo>
                    <a:pt x="127983" y="59680"/>
                    <a:pt x="125815" y="59048"/>
                    <a:pt x="122839" y="59048"/>
                  </a:cubicBezTo>
                  <a:close/>
                  <a:moveTo>
                    <a:pt x="147395" y="34324"/>
                  </a:moveTo>
                  <a:lnTo>
                    <a:pt x="150242" y="34324"/>
                  </a:lnTo>
                  <a:lnTo>
                    <a:pt x="137294" y="91250"/>
                  </a:lnTo>
                  <a:cubicBezTo>
                    <a:pt x="136773" y="93446"/>
                    <a:pt x="136429" y="95194"/>
                    <a:pt x="136261" y="96497"/>
                  </a:cubicBezTo>
                  <a:cubicBezTo>
                    <a:pt x="136094" y="97799"/>
                    <a:pt x="136010" y="98971"/>
                    <a:pt x="136010" y="100013"/>
                  </a:cubicBezTo>
                  <a:cubicBezTo>
                    <a:pt x="136010" y="101427"/>
                    <a:pt x="136298" y="102450"/>
                    <a:pt x="136875" y="103082"/>
                  </a:cubicBezTo>
                  <a:cubicBezTo>
                    <a:pt x="137452" y="103715"/>
                    <a:pt x="138280" y="104031"/>
                    <a:pt x="139359" y="104031"/>
                  </a:cubicBezTo>
                  <a:cubicBezTo>
                    <a:pt x="140028" y="104031"/>
                    <a:pt x="140689" y="103901"/>
                    <a:pt x="141340" y="103640"/>
                  </a:cubicBezTo>
                  <a:cubicBezTo>
                    <a:pt x="141991" y="103380"/>
                    <a:pt x="142698" y="102971"/>
                    <a:pt x="143461" y="102413"/>
                  </a:cubicBezTo>
                  <a:cubicBezTo>
                    <a:pt x="144223" y="101854"/>
                    <a:pt x="145061" y="101138"/>
                    <a:pt x="145972" y="100264"/>
                  </a:cubicBezTo>
                  <a:cubicBezTo>
                    <a:pt x="146884" y="99389"/>
                    <a:pt x="147916" y="98338"/>
                    <a:pt x="149070" y="97111"/>
                  </a:cubicBezTo>
                  <a:cubicBezTo>
                    <a:pt x="149665" y="97743"/>
                    <a:pt x="150279" y="98366"/>
                    <a:pt x="150911" y="98980"/>
                  </a:cubicBezTo>
                  <a:cubicBezTo>
                    <a:pt x="151544" y="99594"/>
                    <a:pt x="152158" y="100199"/>
                    <a:pt x="152753" y="100794"/>
                  </a:cubicBezTo>
                  <a:lnTo>
                    <a:pt x="148721" y="104671"/>
                  </a:lnTo>
                  <a:lnTo>
                    <a:pt x="127144" y="104671"/>
                  </a:lnTo>
                  <a:lnTo>
                    <a:pt x="126243" y="101799"/>
                  </a:lnTo>
                  <a:cubicBezTo>
                    <a:pt x="126243" y="100124"/>
                    <a:pt x="126504" y="98524"/>
                    <a:pt x="127024" y="96999"/>
                  </a:cubicBezTo>
                  <a:lnTo>
                    <a:pt x="126243" y="96664"/>
                  </a:lnTo>
                  <a:cubicBezTo>
                    <a:pt x="124346" y="99306"/>
                    <a:pt x="122504" y="101557"/>
                    <a:pt x="120718" y="103417"/>
                  </a:cubicBezTo>
                  <a:lnTo>
                    <a:pt x="119274" y="104671"/>
                  </a:lnTo>
                  <a:lnTo>
                    <a:pt x="93723" y="104671"/>
                  </a:lnTo>
                  <a:lnTo>
                    <a:pt x="90636" y="92869"/>
                  </a:lnTo>
                  <a:cubicBezTo>
                    <a:pt x="90636" y="89260"/>
                    <a:pt x="91017" y="85790"/>
                    <a:pt x="91780" y="82460"/>
                  </a:cubicBezTo>
                  <a:cubicBezTo>
                    <a:pt x="92543" y="79130"/>
                    <a:pt x="93622" y="76005"/>
                    <a:pt x="95017" y="73084"/>
                  </a:cubicBezTo>
                  <a:cubicBezTo>
                    <a:pt x="96412" y="70163"/>
                    <a:pt x="98077" y="67503"/>
                    <a:pt x="100012" y="65103"/>
                  </a:cubicBezTo>
                  <a:cubicBezTo>
                    <a:pt x="101947" y="62703"/>
                    <a:pt x="104068" y="60648"/>
                    <a:pt x="106375" y="58936"/>
                  </a:cubicBezTo>
                  <a:cubicBezTo>
                    <a:pt x="108681" y="57225"/>
                    <a:pt x="111137" y="55894"/>
                    <a:pt x="113742" y="54946"/>
                  </a:cubicBezTo>
                  <a:cubicBezTo>
                    <a:pt x="116346" y="53997"/>
                    <a:pt x="119044" y="53523"/>
                    <a:pt x="121834" y="53523"/>
                  </a:cubicBezTo>
                  <a:cubicBezTo>
                    <a:pt x="124290" y="53523"/>
                    <a:pt x="126541" y="53764"/>
                    <a:pt x="128587" y="54248"/>
                  </a:cubicBezTo>
                  <a:cubicBezTo>
                    <a:pt x="130634" y="54732"/>
                    <a:pt x="132587" y="55699"/>
                    <a:pt x="134447" y="57150"/>
                  </a:cubicBezTo>
                  <a:cubicBezTo>
                    <a:pt x="135080" y="54806"/>
                    <a:pt x="135582" y="52806"/>
                    <a:pt x="135954" y="51151"/>
                  </a:cubicBezTo>
                  <a:cubicBezTo>
                    <a:pt x="136326" y="49495"/>
                    <a:pt x="136633" y="47969"/>
                    <a:pt x="136875" y="46574"/>
                  </a:cubicBezTo>
                  <a:cubicBezTo>
                    <a:pt x="137117" y="45179"/>
                    <a:pt x="137238" y="44016"/>
                    <a:pt x="137238" y="43086"/>
                  </a:cubicBezTo>
                  <a:cubicBezTo>
                    <a:pt x="137238" y="42305"/>
                    <a:pt x="137135" y="41653"/>
                    <a:pt x="136931" y="41133"/>
                  </a:cubicBezTo>
                  <a:cubicBezTo>
                    <a:pt x="136726" y="40612"/>
                    <a:pt x="136363" y="40184"/>
                    <a:pt x="135843" y="39849"/>
                  </a:cubicBezTo>
                  <a:cubicBezTo>
                    <a:pt x="135322" y="39514"/>
                    <a:pt x="134587" y="39272"/>
                    <a:pt x="133638" y="39123"/>
                  </a:cubicBezTo>
                  <a:cubicBezTo>
                    <a:pt x="132689" y="38975"/>
                    <a:pt x="131489" y="38863"/>
                    <a:pt x="130038" y="38789"/>
                  </a:cubicBezTo>
                  <a:lnTo>
                    <a:pt x="130764" y="34993"/>
                  </a:lnTo>
                  <a:close/>
                  <a:moveTo>
                    <a:pt x="27161" y="0"/>
                  </a:moveTo>
                  <a:cubicBezTo>
                    <a:pt x="28699" y="0"/>
                    <a:pt x="30051" y="174"/>
                    <a:pt x="31216" y="521"/>
                  </a:cubicBezTo>
                  <a:cubicBezTo>
                    <a:pt x="32382" y="868"/>
                    <a:pt x="33412" y="1402"/>
                    <a:pt x="34305" y="2121"/>
                  </a:cubicBezTo>
                  <a:cubicBezTo>
                    <a:pt x="35198" y="2840"/>
                    <a:pt x="35991" y="3771"/>
                    <a:pt x="36686" y="4912"/>
                  </a:cubicBezTo>
                  <a:cubicBezTo>
                    <a:pt x="37380" y="6053"/>
                    <a:pt x="38050" y="7603"/>
                    <a:pt x="38695" y="9562"/>
                  </a:cubicBezTo>
                  <a:cubicBezTo>
                    <a:pt x="39340" y="11522"/>
                    <a:pt x="39948" y="13953"/>
                    <a:pt x="40518" y="16855"/>
                  </a:cubicBezTo>
                  <a:cubicBezTo>
                    <a:pt x="41089" y="19757"/>
                    <a:pt x="41597" y="22771"/>
                    <a:pt x="42044" y="25896"/>
                  </a:cubicBezTo>
                  <a:lnTo>
                    <a:pt x="42788" y="25896"/>
                  </a:lnTo>
                  <a:cubicBezTo>
                    <a:pt x="47550" y="19199"/>
                    <a:pt x="51159" y="14300"/>
                    <a:pt x="53615" y="11200"/>
                  </a:cubicBezTo>
                  <a:cubicBezTo>
                    <a:pt x="56071" y="8099"/>
                    <a:pt x="58142" y="5792"/>
                    <a:pt x="59829" y="4279"/>
                  </a:cubicBezTo>
                  <a:cubicBezTo>
                    <a:pt x="61515" y="2766"/>
                    <a:pt x="63140" y="1699"/>
                    <a:pt x="64703" y="1079"/>
                  </a:cubicBezTo>
                  <a:cubicBezTo>
                    <a:pt x="66265" y="459"/>
                    <a:pt x="68337" y="149"/>
                    <a:pt x="70916" y="149"/>
                  </a:cubicBezTo>
                  <a:cubicBezTo>
                    <a:pt x="73248" y="149"/>
                    <a:pt x="75158" y="447"/>
                    <a:pt x="76646" y="1042"/>
                  </a:cubicBezTo>
                  <a:lnTo>
                    <a:pt x="73670" y="14511"/>
                  </a:lnTo>
                  <a:lnTo>
                    <a:pt x="68461" y="14511"/>
                  </a:lnTo>
                  <a:cubicBezTo>
                    <a:pt x="68163" y="12427"/>
                    <a:pt x="67295" y="11386"/>
                    <a:pt x="65856" y="11386"/>
                  </a:cubicBezTo>
                  <a:cubicBezTo>
                    <a:pt x="65410" y="11386"/>
                    <a:pt x="64938" y="11460"/>
                    <a:pt x="64442" y="11609"/>
                  </a:cubicBezTo>
                  <a:cubicBezTo>
                    <a:pt x="63946" y="11758"/>
                    <a:pt x="63338" y="12080"/>
                    <a:pt x="62619" y="12576"/>
                  </a:cubicBezTo>
                  <a:cubicBezTo>
                    <a:pt x="61900" y="13072"/>
                    <a:pt x="60846" y="14040"/>
                    <a:pt x="59457" y="15478"/>
                  </a:cubicBezTo>
                  <a:cubicBezTo>
                    <a:pt x="58067" y="16917"/>
                    <a:pt x="56505" y="18678"/>
                    <a:pt x="54768" y="20762"/>
                  </a:cubicBezTo>
                  <a:cubicBezTo>
                    <a:pt x="53032" y="22845"/>
                    <a:pt x="51246" y="25028"/>
                    <a:pt x="49411" y="27310"/>
                  </a:cubicBezTo>
                  <a:lnTo>
                    <a:pt x="44350" y="33635"/>
                  </a:lnTo>
                  <a:cubicBezTo>
                    <a:pt x="45243" y="38398"/>
                    <a:pt x="46087" y="42515"/>
                    <a:pt x="46881" y="45988"/>
                  </a:cubicBezTo>
                  <a:cubicBezTo>
                    <a:pt x="47674" y="49461"/>
                    <a:pt x="48381" y="52350"/>
                    <a:pt x="49001" y="54657"/>
                  </a:cubicBezTo>
                  <a:cubicBezTo>
                    <a:pt x="49621" y="56964"/>
                    <a:pt x="50167" y="58787"/>
                    <a:pt x="50638" y="60127"/>
                  </a:cubicBezTo>
                  <a:cubicBezTo>
                    <a:pt x="51110" y="61466"/>
                    <a:pt x="51618" y="62471"/>
                    <a:pt x="52164" y="63141"/>
                  </a:cubicBezTo>
                  <a:cubicBezTo>
                    <a:pt x="52710" y="63810"/>
                    <a:pt x="53268" y="64282"/>
                    <a:pt x="53838" y="64554"/>
                  </a:cubicBezTo>
                  <a:cubicBezTo>
                    <a:pt x="54409" y="64827"/>
                    <a:pt x="55066" y="64964"/>
                    <a:pt x="55810" y="64964"/>
                  </a:cubicBezTo>
                  <a:cubicBezTo>
                    <a:pt x="57150" y="64964"/>
                    <a:pt x="58452" y="64443"/>
                    <a:pt x="59717" y="63401"/>
                  </a:cubicBezTo>
                  <a:cubicBezTo>
                    <a:pt x="60982" y="62359"/>
                    <a:pt x="62805" y="60003"/>
                    <a:pt x="65186" y="56332"/>
                  </a:cubicBezTo>
                  <a:lnTo>
                    <a:pt x="70023" y="59531"/>
                  </a:lnTo>
                  <a:cubicBezTo>
                    <a:pt x="66551" y="64691"/>
                    <a:pt x="63413" y="68325"/>
                    <a:pt x="60610" y="70433"/>
                  </a:cubicBezTo>
                  <a:cubicBezTo>
                    <a:pt x="57807" y="72541"/>
                    <a:pt x="54471" y="73596"/>
                    <a:pt x="50601" y="73596"/>
                  </a:cubicBezTo>
                  <a:cubicBezTo>
                    <a:pt x="48468" y="73596"/>
                    <a:pt x="46657" y="73211"/>
                    <a:pt x="45169" y="72442"/>
                  </a:cubicBezTo>
                  <a:cubicBezTo>
                    <a:pt x="43681" y="71673"/>
                    <a:pt x="42391" y="70445"/>
                    <a:pt x="41299" y="68759"/>
                  </a:cubicBezTo>
                  <a:cubicBezTo>
                    <a:pt x="40208" y="67072"/>
                    <a:pt x="39241" y="64443"/>
                    <a:pt x="38397" y="60871"/>
                  </a:cubicBezTo>
                  <a:cubicBezTo>
                    <a:pt x="36859" y="54521"/>
                    <a:pt x="35917" y="49659"/>
                    <a:pt x="35570" y="46286"/>
                  </a:cubicBezTo>
                  <a:lnTo>
                    <a:pt x="34825" y="46286"/>
                  </a:lnTo>
                  <a:cubicBezTo>
                    <a:pt x="29567" y="53678"/>
                    <a:pt x="25660" y="58986"/>
                    <a:pt x="23105" y="62210"/>
                  </a:cubicBezTo>
                  <a:cubicBezTo>
                    <a:pt x="20550" y="65435"/>
                    <a:pt x="18442" y="67816"/>
                    <a:pt x="16780" y="69354"/>
                  </a:cubicBezTo>
                  <a:cubicBezTo>
                    <a:pt x="15118" y="70892"/>
                    <a:pt x="13506" y="71971"/>
                    <a:pt x="11943" y="72591"/>
                  </a:cubicBezTo>
                  <a:cubicBezTo>
                    <a:pt x="10380" y="73211"/>
                    <a:pt x="8309" y="73521"/>
                    <a:pt x="5730" y="73521"/>
                  </a:cubicBezTo>
                  <a:cubicBezTo>
                    <a:pt x="3398" y="73521"/>
                    <a:pt x="1488" y="73224"/>
                    <a:pt x="0" y="72628"/>
                  </a:cubicBezTo>
                  <a:lnTo>
                    <a:pt x="2976" y="59159"/>
                  </a:lnTo>
                  <a:lnTo>
                    <a:pt x="8185" y="59159"/>
                  </a:lnTo>
                  <a:cubicBezTo>
                    <a:pt x="8483" y="61243"/>
                    <a:pt x="9351" y="62285"/>
                    <a:pt x="10790" y="62285"/>
                  </a:cubicBezTo>
                  <a:cubicBezTo>
                    <a:pt x="11484" y="62285"/>
                    <a:pt x="12216" y="62099"/>
                    <a:pt x="12985" y="61727"/>
                  </a:cubicBezTo>
                  <a:cubicBezTo>
                    <a:pt x="13754" y="61355"/>
                    <a:pt x="14858" y="60462"/>
                    <a:pt x="16296" y="59048"/>
                  </a:cubicBezTo>
                  <a:cubicBezTo>
                    <a:pt x="17735" y="57634"/>
                    <a:pt x="19719" y="55414"/>
                    <a:pt x="22249" y="52388"/>
                  </a:cubicBezTo>
                  <a:cubicBezTo>
                    <a:pt x="24780" y="49362"/>
                    <a:pt x="28451" y="44822"/>
                    <a:pt x="33263" y="38770"/>
                  </a:cubicBezTo>
                  <a:cubicBezTo>
                    <a:pt x="32519" y="34851"/>
                    <a:pt x="31750" y="31080"/>
                    <a:pt x="30956" y="27459"/>
                  </a:cubicBezTo>
                  <a:cubicBezTo>
                    <a:pt x="30162" y="23837"/>
                    <a:pt x="29344" y="20464"/>
                    <a:pt x="28500" y="17339"/>
                  </a:cubicBezTo>
                  <a:cubicBezTo>
                    <a:pt x="27657" y="14213"/>
                    <a:pt x="26962" y="12167"/>
                    <a:pt x="26417" y="11200"/>
                  </a:cubicBezTo>
                  <a:cubicBezTo>
                    <a:pt x="25871" y="10232"/>
                    <a:pt x="25288" y="9562"/>
                    <a:pt x="24668" y="9190"/>
                  </a:cubicBezTo>
                  <a:cubicBezTo>
                    <a:pt x="24048" y="8818"/>
                    <a:pt x="23266" y="8632"/>
                    <a:pt x="22324" y="8632"/>
                  </a:cubicBezTo>
                  <a:cubicBezTo>
                    <a:pt x="21282" y="8632"/>
                    <a:pt x="20340" y="8868"/>
                    <a:pt x="19496" y="9339"/>
                  </a:cubicBezTo>
                  <a:cubicBezTo>
                    <a:pt x="18653" y="9810"/>
                    <a:pt x="17735" y="10629"/>
                    <a:pt x="16743" y="11795"/>
                  </a:cubicBezTo>
                  <a:cubicBezTo>
                    <a:pt x="15751" y="12961"/>
                    <a:pt x="14436" y="14784"/>
                    <a:pt x="12799" y="17264"/>
                  </a:cubicBezTo>
                  <a:lnTo>
                    <a:pt x="7962" y="14064"/>
                  </a:lnTo>
                  <a:cubicBezTo>
                    <a:pt x="11087" y="9352"/>
                    <a:pt x="14089" y="5829"/>
                    <a:pt x="16966" y="3498"/>
                  </a:cubicBezTo>
                  <a:cubicBezTo>
                    <a:pt x="19843" y="1166"/>
                    <a:pt x="23242" y="0"/>
                    <a:pt x="2716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02" name="文本框 301">
            <a:extLst>
              <a:ext uri="{FF2B5EF4-FFF2-40B4-BE49-F238E27FC236}">
                <a16:creationId xmlns:a16="http://schemas.microsoft.com/office/drawing/2014/main" id="{B1486D88-608D-46DC-A546-21F1A4B33805}"/>
              </a:ext>
            </a:extLst>
          </p:cNvPr>
          <p:cNvSpPr txBox="1"/>
          <p:nvPr/>
        </p:nvSpPr>
        <p:spPr>
          <a:xfrm>
            <a:off x="4887016" y="1124931"/>
            <a:ext cx="608407" cy="152555"/>
          </a:xfrm>
          <a:custGeom>
            <a:avLst/>
            <a:gdLst/>
            <a:ahLst/>
            <a:cxnLst/>
            <a:rect l="l" t="t" r="r" b="b"/>
            <a:pathLst>
              <a:path w="805129" h="201882">
                <a:moveTo>
                  <a:pt x="377533" y="126273"/>
                </a:moveTo>
                <a:cubicBezTo>
                  <a:pt x="379933" y="126273"/>
                  <a:pt x="384348" y="127301"/>
                  <a:pt x="390778" y="129359"/>
                </a:cubicBezTo>
                <a:cubicBezTo>
                  <a:pt x="397207" y="131416"/>
                  <a:pt x="401493" y="134116"/>
                  <a:pt x="403636" y="137460"/>
                </a:cubicBezTo>
                <a:cubicBezTo>
                  <a:pt x="405779" y="140803"/>
                  <a:pt x="406851" y="143846"/>
                  <a:pt x="406851" y="146589"/>
                </a:cubicBezTo>
                <a:cubicBezTo>
                  <a:pt x="406851" y="150704"/>
                  <a:pt x="404579" y="152762"/>
                  <a:pt x="400036" y="152762"/>
                </a:cubicBezTo>
                <a:cubicBezTo>
                  <a:pt x="395492" y="152762"/>
                  <a:pt x="390092" y="149204"/>
                  <a:pt x="383834" y="142089"/>
                </a:cubicBezTo>
                <a:cubicBezTo>
                  <a:pt x="377576" y="134974"/>
                  <a:pt x="374447" y="130302"/>
                  <a:pt x="374447" y="128073"/>
                </a:cubicBezTo>
                <a:cubicBezTo>
                  <a:pt x="374447" y="126873"/>
                  <a:pt x="375476" y="126273"/>
                  <a:pt x="377533" y="126273"/>
                </a:cubicBezTo>
                <a:close/>
                <a:moveTo>
                  <a:pt x="478603" y="124730"/>
                </a:moveTo>
                <a:lnTo>
                  <a:pt x="613105" y="124730"/>
                </a:lnTo>
                <a:lnTo>
                  <a:pt x="613105" y="136045"/>
                </a:lnTo>
                <a:lnTo>
                  <a:pt x="478603" y="136045"/>
                </a:lnTo>
                <a:close/>
                <a:moveTo>
                  <a:pt x="478603" y="66608"/>
                </a:moveTo>
                <a:lnTo>
                  <a:pt x="613105" y="66608"/>
                </a:lnTo>
                <a:lnTo>
                  <a:pt x="613105" y="77667"/>
                </a:lnTo>
                <a:lnTo>
                  <a:pt x="478603" y="77667"/>
                </a:lnTo>
                <a:close/>
                <a:moveTo>
                  <a:pt x="64808" y="64808"/>
                </a:moveTo>
                <a:cubicBezTo>
                  <a:pt x="48006" y="68237"/>
                  <a:pt x="34119" y="70208"/>
                  <a:pt x="23146" y="70723"/>
                </a:cubicBezTo>
                <a:cubicBezTo>
                  <a:pt x="27775" y="95412"/>
                  <a:pt x="31461" y="116671"/>
                  <a:pt x="34204" y="134502"/>
                </a:cubicBezTo>
                <a:cubicBezTo>
                  <a:pt x="41577" y="133988"/>
                  <a:pt x="51692" y="132531"/>
                  <a:pt x="64551" y="130130"/>
                </a:cubicBezTo>
                <a:lnTo>
                  <a:pt x="64808" y="102355"/>
                </a:lnTo>
                <a:cubicBezTo>
                  <a:pt x="58979" y="103213"/>
                  <a:pt x="54521" y="103641"/>
                  <a:pt x="51435" y="103641"/>
                </a:cubicBezTo>
                <a:cubicBezTo>
                  <a:pt x="48349" y="103641"/>
                  <a:pt x="45692" y="103255"/>
                  <a:pt x="43463" y="102484"/>
                </a:cubicBezTo>
                <a:cubicBezTo>
                  <a:pt x="41234" y="101712"/>
                  <a:pt x="40119" y="100727"/>
                  <a:pt x="40119" y="99526"/>
                </a:cubicBezTo>
                <a:cubicBezTo>
                  <a:pt x="40119" y="98326"/>
                  <a:pt x="41491" y="97555"/>
                  <a:pt x="44234" y="97212"/>
                </a:cubicBezTo>
                <a:cubicBezTo>
                  <a:pt x="49892" y="96526"/>
                  <a:pt x="56750" y="95069"/>
                  <a:pt x="64808" y="92840"/>
                </a:cubicBezTo>
                <a:close/>
                <a:moveTo>
                  <a:pt x="117015" y="57864"/>
                </a:moveTo>
                <a:cubicBezTo>
                  <a:pt x="106385" y="57864"/>
                  <a:pt x="93183" y="59321"/>
                  <a:pt x="77410" y="62236"/>
                </a:cubicBezTo>
                <a:cubicBezTo>
                  <a:pt x="77410" y="68237"/>
                  <a:pt x="77238" y="77238"/>
                  <a:pt x="76896" y="89239"/>
                </a:cubicBezTo>
                <a:cubicBezTo>
                  <a:pt x="85639" y="86668"/>
                  <a:pt x="91469" y="85382"/>
                  <a:pt x="94383" y="85382"/>
                </a:cubicBezTo>
                <a:cubicBezTo>
                  <a:pt x="97298" y="85382"/>
                  <a:pt x="99870" y="85896"/>
                  <a:pt x="102099" y="86925"/>
                </a:cubicBezTo>
                <a:cubicBezTo>
                  <a:pt x="104327" y="87954"/>
                  <a:pt x="105442" y="89325"/>
                  <a:pt x="105442" y="91040"/>
                </a:cubicBezTo>
                <a:cubicBezTo>
                  <a:pt x="105442" y="92754"/>
                  <a:pt x="103942" y="94126"/>
                  <a:pt x="100941" y="95154"/>
                </a:cubicBezTo>
                <a:cubicBezTo>
                  <a:pt x="97941" y="96183"/>
                  <a:pt x="89840" y="97898"/>
                  <a:pt x="76638" y="100298"/>
                </a:cubicBezTo>
                <a:cubicBezTo>
                  <a:pt x="76638" y="110242"/>
                  <a:pt x="76467" y="119586"/>
                  <a:pt x="76124" y="128330"/>
                </a:cubicBezTo>
                <a:cubicBezTo>
                  <a:pt x="87268" y="126273"/>
                  <a:pt x="94812" y="125244"/>
                  <a:pt x="98755" y="125244"/>
                </a:cubicBezTo>
                <a:cubicBezTo>
                  <a:pt x="102699" y="125244"/>
                  <a:pt x="105442" y="125673"/>
                  <a:pt x="106985" y="126530"/>
                </a:cubicBezTo>
                <a:cubicBezTo>
                  <a:pt x="108528" y="127387"/>
                  <a:pt x="109642" y="127816"/>
                  <a:pt x="110328" y="127816"/>
                </a:cubicBezTo>
                <a:cubicBezTo>
                  <a:pt x="113071" y="127816"/>
                  <a:pt x="116286" y="118900"/>
                  <a:pt x="119972" y="101069"/>
                </a:cubicBezTo>
                <a:cubicBezTo>
                  <a:pt x="123658" y="83239"/>
                  <a:pt x="125502" y="72094"/>
                  <a:pt x="125502" y="67637"/>
                </a:cubicBezTo>
                <a:cubicBezTo>
                  <a:pt x="125502" y="63179"/>
                  <a:pt x="124987" y="60436"/>
                  <a:pt x="123959" y="59407"/>
                </a:cubicBezTo>
                <a:cubicBezTo>
                  <a:pt x="122930" y="58378"/>
                  <a:pt x="120615" y="57864"/>
                  <a:pt x="117015" y="57864"/>
                </a:cubicBezTo>
                <a:close/>
                <a:moveTo>
                  <a:pt x="333942" y="48349"/>
                </a:moveTo>
                <a:cubicBezTo>
                  <a:pt x="336085" y="48349"/>
                  <a:pt x="340414" y="49506"/>
                  <a:pt x="346929" y="51820"/>
                </a:cubicBezTo>
                <a:cubicBezTo>
                  <a:pt x="353444" y="54135"/>
                  <a:pt x="356702" y="56921"/>
                  <a:pt x="356702" y="60179"/>
                </a:cubicBezTo>
                <a:cubicBezTo>
                  <a:pt x="356702" y="61379"/>
                  <a:pt x="356273" y="62879"/>
                  <a:pt x="355416" y="64679"/>
                </a:cubicBezTo>
                <a:cubicBezTo>
                  <a:pt x="354559" y="66479"/>
                  <a:pt x="353659" y="70937"/>
                  <a:pt x="352716" y="78052"/>
                </a:cubicBezTo>
                <a:cubicBezTo>
                  <a:pt x="351773" y="85167"/>
                  <a:pt x="351130" y="92754"/>
                  <a:pt x="350787" y="100812"/>
                </a:cubicBezTo>
                <a:lnTo>
                  <a:pt x="368018" y="96183"/>
                </a:lnTo>
                <a:cubicBezTo>
                  <a:pt x="374876" y="93954"/>
                  <a:pt x="380919" y="92840"/>
                  <a:pt x="386148" y="92840"/>
                </a:cubicBezTo>
                <a:cubicBezTo>
                  <a:pt x="391378" y="92840"/>
                  <a:pt x="395064" y="93611"/>
                  <a:pt x="397207" y="95154"/>
                </a:cubicBezTo>
                <a:cubicBezTo>
                  <a:pt x="399350" y="96697"/>
                  <a:pt x="400422" y="98155"/>
                  <a:pt x="400422" y="99526"/>
                </a:cubicBezTo>
                <a:cubicBezTo>
                  <a:pt x="400422" y="100898"/>
                  <a:pt x="398236" y="102398"/>
                  <a:pt x="393864" y="104027"/>
                </a:cubicBezTo>
                <a:cubicBezTo>
                  <a:pt x="389492" y="105656"/>
                  <a:pt x="374961" y="108356"/>
                  <a:pt x="350273" y="112128"/>
                </a:cubicBezTo>
                <a:lnTo>
                  <a:pt x="348472" y="170764"/>
                </a:lnTo>
                <a:cubicBezTo>
                  <a:pt x="362703" y="169564"/>
                  <a:pt x="379419" y="167335"/>
                  <a:pt x="398621" y="164077"/>
                </a:cubicBezTo>
                <a:cubicBezTo>
                  <a:pt x="403422" y="163392"/>
                  <a:pt x="408351" y="163049"/>
                  <a:pt x="413409" y="163049"/>
                </a:cubicBezTo>
                <a:cubicBezTo>
                  <a:pt x="418467" y="163049"/>
                  <a:pt x="423696" y="164720"/>
                  <a:pt x="429097" y="168064"/>
                </a:cubicBezTo>
                <a:cubicBezTo>
                  <a:pt x="434497" y="171407"/>
                  <a:pt x="437198" y="174364"/>
                  <a:pt x="437198" y="176936"/>
                </a:cubicBezTo>
                <a:cubicBezTo>
                  <a:pt x="437198" y="180022"/>
                  <a:pt x="434026" y="181565"/>
                  <a:pt x="427682" y="181565"/>
                </a:cubicBezTo>
                <a:cubicBezTo>
                  <a:pt x="424939" y="181565"/>
                  <a:pt x="421767" y="181222"/>
                  <a:pt x="418167" y="180537"/>
                </a:cubicBezTo>
                <a:cubicBezTo>
                  <a:pt x="408566" y="178822"/>
                  <a:pt x="396564" y="177965"/>
                  <a:pt x="382162" y="177965"/>
                </a:cubicBezTo>
                <a:cubicBezTo>
                  <a:pt x="350958" y="177965"/>
                  <a:pt x="320269" y="181222"/>
                  <a:pt x="290094" y="187737"/>
                </a:cubicBezTo>
                <a:cubicBezTo>
                  <a:pt x="285979" y="188595"/>
                  <a:pt x="282593" y="189023"/>
                  <a:pt x="279935" y="189023"/>
                </a:cubicBezTo>
                <a:cubicBezTo>
                  <a:pt x="277278" y="189023"/>
                  <a:pt x="273892" y="187780"/>
                  <a:pt x="269777" y="185294"/>
                </a:cubicBezTo>
                <a:cubicBezTo>
                  <a:pt x="265662" y="182808"/>
                  <a:pt x="263605" y="180922"/>
                  <a:pt x="263605" y="179636"/>
                </a:cubicBezTo>
                <a:cubicBezTo>
                  <a:pt x="263605" y="178351"/>
                  <a:pt x="265233" y="177622"/>
                  <a:pt x="268491" y="177450"/>
                </a:cubicBezTo>
                <a:cubicBezTo>
                  <a:pt x="282550" y="177108"/>
                  <a:pt x="305267" y="175307"/>
                  <a:pt x="336642" y="172050"/>
                </a:cubicBezTo>
                <a:lnTo>
                  <a:pt x="337671" y="114185"/>
                </a:lnTo>
                <a:cubicBezTo>
                  <a:pt x="324641" y="116071"/>
                  <a:pt x="316025" y="117014"/>
                  <a:pt x="311825" y="117014"/>
                </a:cubicBezTo>
                <a:cubicBezTo>
                  <a:pt x="307624" y="117014"/>
                  <a:pt x="304110" y="116457"/>
                  <a:pt x="301281" y="115343"/>
                </a:cubicBezTo>
                <a:cubicBezTo>
                  <a:pt x="298452" y="114228"/>
                  <a:pt x="297037" y="113114"/>
                  <a:pt x="297037" y="111999"/>
                </a:cubicBezTo>
                <a:cubicBezTo>
                  <a:pt x="297037" y="110885"/>
                  <a:pt x="298495" y="110156"/>
                  <a:pt x="301409" y="109813"/>
                </a:cubicBezTo>
                <a:cubicBezTo>
                  <a:pt x="309125" y="108785"/>
                  <a:pt x="321212" y="106642"/>
                  <a:pt x="337671" y="103384"/>
                </a:cubicBezTo>
                <a:cubicBezTo>
                  <a:pt x="337842" y="86753"/>
                  <a:pt x="337628" y="75523"/>
                  <a:pt x="337028" y="69694"/>
                </a:cubicBezTo>
                <a:cubicBezTo>
                  <a:pt x="336428" y="63865"/>
                  <a:pt x="335228" y="59579"/>
                  <a:pt x="333428" y="56835"/>
                </a:cubicBezTo>
                <a:cubicBezTo>
                  <a:pt x="331627" y="54092"/>
                  <a:pt x="330727" y="51992"/>
                  <a:pt x="330727" y="50535"/>
                </a:cubicBezTo>
                <a:cubicBezTo>
                  <a:pt x="330727" y="49077"/>
                  <a:pt x="331799" y="48349"/>
                  <a:pt x="333942" y="48349"/>
                </a:cubicBezTo>
                <a:close/>
                <a:moveTo>
                  <a:pt x="636165" y="19802"/>
                </a:moveTo>
                <a:cubicBezTo>
                  <a:pt x="647481" y="20317"/>
                  <a:pt x="659054" y="20574"/>
                  <a:pt x="670884" y="20574"/>
                </a:cubicBezTo>
                <a:cubicBezTo>
                  <a:pt x="687858" y="20574"/>
                  <a:pt x="699430" y="20317"/>
                  <a:pt x="705603" y="19802"/>
                </a:cubicBezTo>
                <a:lnTo>
                  <a:pt x="705603" y="23917"/>
                </a:lnTo>
                <a:lnTo>
                  <a:pt x="689401" y="25974"/>
                </a:lnTo>
                <a:cubicBezTo>
                  <a:pt x="686314" y="26317"/>
                  <a:pt x="684128" y="27475"/>
                  <a:pt x="682843" y="29446"/>
                </a:cubicBezTo>
                <a:cubicBezTo>
                  <a:pt x="681557" y="31418"/>
                  <a:pt x="680914" y="34547"/>
                  <a:pt x="680914" y="38833"/>
                </a:cubicBezTo>
                <a:lnTo>
                  <a:pt x="680914" y="130645"/>
                </a:lnTo>
                <a:cubicBezTo>
                  <a:pt x="680914" y="147104"/>
                  <a:pt x="684343" y="158977"/>
                  <a:pt x="691201" y="166263"/>
                </a:cubicBezTo>
                <a:cubicBezTo>
                  <a:pt x="698059" y="173550"/>
                  <a:pt x="709289" y="177193"/>
                  <a:pt x="724891" y="177193"/>
                </a:cubicBezTo>
                <a:cubicBezTo>
                  <a:pt x="745808" y="177193"/>
                  <a:pt x="759909" y="172350"/>
                  <a:pt x="767196" y="162663"/>
                </a:cubicBezTo>
                <a:cubicBezTo>
                  <a:pt x="774483" y="152976"/>
                  <a:pt x="778126" y="135531"/>
                  <a:pt x="778126" y="110328"/>
                </a:cubicBezTo>
                <a:lnTo>
                  <a:pt x="778126" y="39090"/>
                </a:lnTo>
                <a:cubicBezTo>
                  <a:pt x="778126" y="32232"/>
                  <a:pt x="774611" y="28117"/>
                  <a:pt x="767582" y="26746"/>
                </a:cubicBezTo>
                <a:lnTo>
                  <a:pt x="752408" y="23917"/>
                </a:lnTo>
                <a:lnTo>
                  <a:pt x="752408" y="19802"/>
                </a:lnTo>
                <a:cubicBezTo>
                  <a:pt x="756523" y="20317"/>
                  <a:pt x="765267" y="20574"/>
                  <a:pt x="778640" y="20574"/>
                </a:cubicBezTo>
                <a:cubicBezTo>
                  <a:pt x="792013" y="20574"/>
                  <a:pt x="800843" y="20317"/>
                  <a:pt x="805129" y="19802"/>
                </a:cubicBezTo>
                <a:lnTo>
                  <a:pt x="805129" y="23917"/>
                </a:lnTo>
                <a:lnTo>
                  <a:pt x="790213" y="27260"/>
                </a:lnTo>
                <a:cubicBezTo>
                  <a:pt x="786441" y="27946"/>
                  <a:pt x="784555" y="31889"/>
                  <a:pt x="784555" y="39090"/>
                </a:cubicBezTo>
                <a:lnTo>
                  <a:pt x="784555" y="117014"/>
                </a:lnTo>
                <a:cubicBezTo>
                  <a:pt x="784555" y="141017"/>
                  <a:pt x="780098" y="158419"/>
                  <a:pt x="771182" y="169221"/>
                </a:cubicBezTo>
                <a:cubicBezTo>
                  <a:pt x="762267" y="180022"/>
                  <a:pt x="747094" y="185423"/>
                  <a:pt x="725662" y="185423"/>
                </a:cubicBezTo>
                <a:cubicBezTo>
                  <a:pt x="704745" y="185423"/>
                  <a:pt x="688672" y="181051"/>
                  <a:pt x="677442" y="172307"/>
                </a:cubicBezTo>
                <a:cubicBezTo>
                  <a:pt x="666212" y="163563"/>
                  <a:pt x="660597" y="150961"/>
                  <a:pt x="660597" y="134502"/>
                </a:cubicBezTo>
                <a:lnTo>
                  <a:pt x="660597" y="38062"/>
                </a:lnTo>
                <a:cubicBezTo>
                  <a:pt x="660597" y="33947"/>
                  <a:pt x="660168" y="30989"/>
                  <a:pt x="659311" y="29189"/>
                </a:cubicBezTo>
                <a:cubicBezTo>
                  <a:pt x="658454" y="27389"/>
                  <a:pt x="656825" y="26317"/>
                  <a:pt x="654425" y="25974"/>
                </a:cubicBezTo>
                <a:lnTo>
                  <a:pt x="636165" y="23917"/>
                </a:lnTo>
                <a:close/>
                <a:moveTo>
                  <a:pt x="383319" y="18002"/>
                </a:moveTo>
                <a:cubicBezTo>
                  <a:pt x="386834" y="18002"/>
                  <a:pt x="390306" y="18859"/>
                  <a:pt x="393735" y="20574"/>
                </a:cubicBezTo>
                <a:cubicBezTo>
                  <a:pt x="397164" y="22288"/>
                  <a:pt x="398879" y="23831"/>
                  <a:pt x="398879" y="25203"/>
                </a:cubicBezTo>
                <a:cubicBezTo>
                  <a:pt x="398879" y="26574"/>
                  <a:pt x="398407" y="27646"/>
                  <a:pt x="397464" y="28418"/>
                </a:cubicBezTo>
                <a:cubicBezTo>
                  <a:pt x="396521" y="29189"/>
                  <a:pt x="395064" y="29875"/>
                  <a:pt x="393092" y="30475"/>
                </a:cubicBezTo>
                <a:cubicBezTo>
                  <a:pt x="391120" y="31075"/>
                  <a:pt x="382162" y="32575"/>
                  <a:pt x="366217" y="34975"/>
                </a:cubicBezTo>
                <a:cubicBezTo>
                  <a:pt x="350273" y="37376"/>
                  <a:pt x="335828" y="39219"/>
                  <a:pt x="322883" y="40505"/>
                </a:cubicBezTo>
                <a:cubicBezTo>
                  <a:pt x="309939" y="41791"/>
                  <a:pt x="301238" y="42434"/>
                  <a:pt x="296780" y="42434"/>
                </a:cubicBezTo>
                <a:cubicBezTo>
                  <a:pt x="292322" y="42434"/>
                  <a:pt x="288465" y="42091"/>
                  <a:pt x="285207" y="41405"/>
                </a:cubicBezTo>
                <a:cubicBezTo>
                  <a:pt x="285379" y="57350"/>
                  <a:pt x="282936" y="77281"/>
                  <a:pt x="277878" y="101198"/>
                </a:cubicBezTo>
                <a:cubicBezTo>
                  <a:pt x="272820" y="125115"/>
                  <a:pt x="265876" y="144318"/>
                  <a:pt x="257047" y="158805"/>
                </a:cubicBezTo>
                <a:cubicBezTo>
                  <a:pt x="248217" y="173293"/>
                  <a:pt x="239987" y="183751"/>
                  <a:pt x="232358" y="190181"/>
                </a:cubicBezTo>
                <a:cubicBezTo>
                  <a:pt x="224728" y="196610"/>
                  <a:pt x="219628" y="199825"/>
                  <a:pt x="217056" y="199825"/>
                </a:cubicBezTo>
                <a:cubicBezTo>
                  <a:pt x="216541" y="199825"/>
                  <a:pt x="216284" y="199568"/>
                  <a:pt x="216284" y="199053"/>
                </a:cubicBezTo>
                <a:cubicBezTo>
                  <a:pt x="216284" y="197853"/>
                  <a:pt x="217570" y="195881"/>
                  <a:pt x="220142" y="193138"/>
                </a:cubicBezTo>
                <a:cubicBezTo>
                  <a:pt x="230943" y="181308"/>
                  <a:pt x="240287" y="166778"/>
                  <a:pt x="248174" y="149547"/>
                </a:cubicBezTo>
                <a:cubicBezTo>
                  <a:pt x="256061" y="132316"/>
                  <a:pt x="261547" y="115043"/>
                  <a:pt x="264633" y="97726"/>
                </a:cubicBezTo>
                <a:cubicBezTo>
                  <a:pt x="267719" y="80410"/>
                  <a:pt x="269262" y="66051"/>
                  <a:pt x="269262" y="54649"/>
                </a:cubicBezTo>
                <a:cubicBezTo>
                  <a:pt x="269262" y="43248"/>
                  <a:pt x="267977" y="35833"/>
                  <a:pt x="265405" y="32404"/>
                </a:cubicBezTo>
                <a:cubicBezTo>
                  <a:pt x="264033" y="30861"/>
                  <a:pt x="263347" y="29532"/>
                  <a:pt x="263347" y="28418"/>
                </a:cubicBezTo>
                <a:cubicBezTo>
                  <a:pt x="263347" y="27303"/>
                  <a:pt x="264205" y="26746"/>
                  <a:pt x="265919" y="26746"/>
                </a:cubicBezTo>
                <a:cubicBezTo>
                  <a:pt x="269520" y="26746"/>
                  <a:pt x="276035" y="29318"/>
                  <a:pt x="285464" y="34461"/>
                </a:cubicBezTo>
                <a:cubicBezTo>
                  <a:pt x="294723" y="34461"/>
                  <a:pt x="304924" y="33518"/>
                  <a:pt x="316068" y="31632"/>
                </a:cubicBezTo>
                <a:cubicBezTo>
                  <a:pt x="327212" y="29746"/>
                  <a:pt x="344186" y="26060"/>
                  <a:pt x="366989" y="20574"/>
                </a:cubicBezTo>
                <a:cubicBezTo>
                  <a:pt x="374361" y="18859"/>
                  <a:pt x="379805" y="18002"/>
                  <a:pt x="383319" y="18002"/>
                </a:cubicBezTo>
                <a:close/>
                <a:moveTo>
                  <a:pt x="58507" y="0"/>
                </a:moveTo>
                <a:cubicBezTo>
                  <a:pt x="60822" y="0"/>
                  <a:pt x="65408" y="1328"/>
                  <a:pt x="72266" y="3986"/>
                </a:cubicBezTo>
                <a:cubicBezTo>
                  <a:pt x="79124" y="6643"/>
                  <a:pt x="82553" y="10201"/>
                  <a:pt x="82553" y="14659"/>
                </a:cubicBezTo>
                <a:cubicBezTo>
                  <a:pt x="82553" y="16373"/>
                  <a:pt x="82039" y="18945"/>
                  <a:pt x="81010" y="22374"/>
                </a:cubicBezTo>
                <a:cubicBezTo>
                  <a:pt x="79124" y="28546"/>
                  <a:pt x="77924" y="39347"/>
                  <a:pt x="77410" y="54778"/>
                </a:cubicBezTo>
                <a:cubicBezTo>
                  <a:pt x="101070" y="50835"/>
                  <a:pt x="114957" y="48177"/>
                  <a:pt x="119072" y="46806"/>
                </a:cubicBezTo>
                <a:cubicBezTo>
                  <a:pt x="123358" y="44920"/>
                  <a:pt x="126573" y="43977"/>
                  <a:pt x="128716" y="43977"/>
                </a:cubicBezTo>
                <a:cubicBezTo>
                  <a:pt x="130859" y="43977"/>
                  <a:pt x="135831" y="46163"/>
                  <a:pt x="143632" y="50535"/>
                </a:cubicBezTo>
                <a:cubicBezTo>
                  <a:pt x="151433" y="54907"/>
                  <a:pt x="155334" y="58464"/>
                  <a:pt x="155334" y="61207"/>
                </a:cubicBezTo>
                <a:cubicBezTo>
                  <a:pt x="155334" y="63093"/>
                  <a:pt x="154005" y="65065"/>
                  <a:pt x="151348" y="67122"/>
                </a:cubicBezTo>
                <a:cubicBezTo>
                  <a:pt x="148690" y="69180"/>
                  <a:pt x="146376" y="72137"/>
                  <a:pt x="144404" y="75995"/>
                </a:cubicBezTo>
                <a:cubicBezTo>
                  <a:pt x="142432" y="79853"/>
                  <a:pt x="140761" y="84482"/>
                  <a:pt x="139389" y="89882"/>
                </a:cubicBezTo>
                <a:cubicBezTo>
                  <a:pt x="138017" y="95283"/>
                  <a:pt x="135703" y="102913"/>
                  <a:pt x="132445" y="112771"/>
                </a:cubicBezTo>
                <a:cubicBezTo>
                  <a:pt x="129188" y="122629"/>
                  <a:pt x="125930" y="129573"/>
                  <a:pt x="122673" y="133602"/>
                </a:cubicBezTo>
                <a:cubicBezTo>
                  <a:pt x="119415" y="137631"/>
                  <a:pt x="116886" y="139646"/>
                  <a:pt x="115086" y="139646"/>
                </a:cubicBezTo>
                <a:cubicBezTo>
                  <a:pt x="113286" y="139646"/>
                  <a:pt x="111743" y="138574"/>
                  <a:pt x="110457" y="136431"/>
                </a:cubicBezTo>
                <a:cubicBezTo>
                  <a:pt x="109171" y="134288"/>
                  <a:pt x="107071" y="133216"/>
                  <a:pt x="104156" y="133216"/>
                </a:cubicBezTo>
                <a:cubicBezTo>
                  <a:pt x="101241" y="133216"/>
                  <a:pt x="91897" y="134331"/>
                  <a:pt x="76124" y="136560"/>
                </a:cubicBezTo>
                <a:cubicBezTo>
                  <a:pt x="75953" y="147190"/>
                  <a:pt x="76210" y="155548"/>
                  <a:pt x="76896" y="161634"/>
                </a:cubicBezTo>
                <a:cubicBezTo>
                  <a:pt x="77581" y="167721"/>
                  <a:pt x="78953" y="172264"/>
                  <a:pt x="81010" y="175264"/>
                </a:cubicBezTo>
                <a:cubicBezTo>
                  <a:pt x="83068" y="178265"/>
                  <a:pt x="87568" y="180665"/>
                  <a:pt x="94512" y="182465"/>
                </a:cubicBezTo>
                <a:cubicBezTo>
                  <a:pt x="101456" y="184266"/>
                  <a:pt x="109385" y="185166"/>
                  <a:pt x="118301" y="185166"/>
                </a:cubicBezTo>
                <a:cubicBezTo>
                  <a:pt x="127216" y="185166"/>
                  <a:pt x="135831" y="184480"/>
                  <a:pt x="144147" y="183108"/>
                </a:cubicBezTo>
                <a:cubicBezTo>
                  <a:pt x="152462" y="181737"/>
                  <a:pt x="157734" y="179979"/>
                  <a:pt x="159963" y="177836"/>
                </a:cubicBezTo>
                <a:cubicBezTo>
                  <a:pt x="162192" y="175693"/>
                  <a:pt x="164164" y="172736"/>
                  <a:pt x="165878" y="168964"/>
                </a:cubicBezTo>
                <a:cubicBezTo>
                  <a:pt x="167593" y="165192"/>
                  <a:pt x="169821" y="156534"/>
                  <a:pt x="172565" y="142989"/>
                </a:cubicBezTo>
                <a:cubicBezTo>
                  <a:pt x="173250" y="139560"/>
                  <a:pt x="174193" y="137845"/>
                  <a:pt x="175394" y="137845"/>
                </a:cubicBezTo>
                <a:cubicBezTo>
                  <a:pt x="176594" y="137845"/>
                  <a:pt x="177408" y="140031"/>
                  <a:pt x="177837" y="144403"/>
                </a:cubicBezTo>
                <a:cubicBezTo>
                  <a:pt x="178265" y="148775"/>
                  <a:pt x="179380" y="154433"/>
                  <a:pt x="181180" y="161377"/>
                </a:cubicBezTo>
                <a:cubicBezTo>
                  <a:pt x="182980" y="168321"/>
                  <a:pt x="184480" y="172864"/>
                  <a:pt x="185681" y="175007"/>
                </a:cubicBezTo>
                <a:cubicBezTo>
                  <a:pt x="186881" y="177150"/>
                  <a:pt x="187481" y="178993"/>
                  <a:pt x="187481" y="180537"/>
                </a:cubicBezTo>
                <a:cubicBezTo>
                  <a:pt x="187481" y="185337"/>
                  <a:pt x="181180" y="190095"/>
                  <a:pt x="168578" y="194810"/>
                </a:cubicBezTo>
                <a:cubicBezTo>
                  <a:pt x="155977" y="199525"/>
                  <a:pt x="141446" y="201882"/>
                  <a:pt x="124987" y="201882"/>
                </a:cubicBezTo>
                <a:cubicBezTo>
                  <a:pt x="113157" y="201882"/>
                  <a:pt x="103127" y="200596"/>
                  <a:pt x="94898" y="198024"/>
                </a:cubicBezTo>
                <a:cubicBezTo>
                  <a:pt x="86668" y="195453"/>
                  <a:pt x="80239" y="191981"/>
                  <a:pt x="75610" y="187609"/>
                </a:cubicBezTo>
                <a:cubicBezTo>
                  <a:pt x="70980" y="183237"/>
                  <a:pt x="67937" y="177450"/>
                  <a:pt x="66480" y="170250"/>
                </a:cubicBezTo>
                <a:cubicBezTo>
                  <a:pt x="65023" y="163049"/>
                  <a:pt x="64380" y="152333"/>
                  <a:pt x="64551" y="138103"/>
                </a:cubicBezTo>
                <a:cubicBezTo>
                  <a:pt x="51007" y="140160"/>
                  <a:pt x="40977" y="141360"/>
                  <a:pt x="34462" y="141703"/>
                </a:cubicBezTo>
                <a:cubicBezTo>
                  <a:pt x="34290" y="146161"/>
                  <a:pt x="33004" y="148390"/>
                  <a:pt x="30604" y="148390"/>
                </a:cubicBezTo>
                <a:cubicBezTo>
                  <a:pt x="29232" y="148390"/>
                  <a:pt x="27861" y="147190"/>
                  <a:pt x="26489" y="144789"/>
                </a:cubicBezTo>
                <a:cubicBezTo>
                  <a:pt x="25118" y="142389"/>
                  <a:pt x="24089" y="139560"/>
                  <a:pt x="23403" y="136302"/>
                </a:cubicBezTo>
                <a:cubicBezTo>
                  <a:pt x="19460" y="118129"/>
                  <a:pt x="15688" y="102870"/>
                  <a:pt x="12087" y="90525"/>
                </a:cubicBezTo>
                <a:cubicBezTo>
                  <a:pt x="8487" y="78181"/>
                  <a:pt x="5572" y="70937"/>
                  <a:pt x="3343" y="68794"/>
                </a:cubicBezTo>
                <a:cubicBezTo>
                  <a:pt x="1115" y="66651"/>
                  <a:pt x="0" y="64636"/>
                  <a:pt x="0" y="62750"/>
                </a:cubicBezTo>
                <a:cubicBezTo>
                  <a:pt x="0" y="60864"/>
                  <a:pt x="1543" y="59921"/>
                  <a:pt x="4629" y="59921"/>
                </a:cubicBezTo>
                <a:cubicBezTo>
                  <a:pt x="7715" y="59921"/>
                  <a:pt x="12345" y="61293"/>
                  <a:pt x="18517" y="64036"/>
                </a:cubicBezTo>
                <a:cubicBezTo>
                  <a:pt x="35490" y="61636"/>
                  <a:pt x="50921" y="59236"/>
                  <a:pt x="64808" y="56835"/>
                </a:cubicBezTo>
                <a:cubicBezTo>
                  <a:pt x="64637" y="36261"/>
                  <a:pt x="62965" y="22760"/>
                  <a:pt x="59793" y="16330"/>
                </a:cubicBezTo>
                <a:cubicBezTo>
                  <a:pt x="56622" y="9901"/>
                  <a:pt x="55036" y="5572"/>
                  <a:pt x="55036" y="3343"/>
                </a:cubicBezTo>
                <a:cubicBezTo>
                  <a:pt x="55036" y="1114"/>
                  <a:pt x="56193" y="0"/>
                  <a:pt x="58507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488C6447-8A4B-4985-8368-4364EDDC4FB5}"/>
              </a:ext>
            </a:extLst>
          </p:cNvPr>
          <p:cNvSpPr txBox="1"/>
          <p:nvPr/>
        </p:nvSpPr>
        <p:spPr>
          <a:xfrm>
            <a:off x="5495864" y="1132038"/>
            <a:ext cx="297820" cy="120299"/>
          </a:xfrm>
          <a:custGeom>
            <a:avLst/>
            <a:gdLst/>
            <a:ahLst/>
            <a:cxnLst/>
            <a:rect l="l" t="t" r="r" b="b"/>
            <a:pathLst>
              <a:path w="844180" h="340994">
                <a:moveTo>
                  <a:pt x="445592" y="69308"/>
                </a:moveTo>
                <a:lnTo>
                  <a:pt x="360536" y="292550"/>
                </a:lnTo>
                <a:lnTo>
                  <a:pt x="515913" y="292550"/>
                </a:lnTo>
                <a:close/>
                <a:moveTo>
                  <a:pt x="121667" y="54128"/>
                </a:moveTo>
                <a:lnTo>
                  <a:pt x="153368" y="54128"/>
                </a:lnTo>
                <a:lnTo>
                  <a:pt x="153368" y="182715"/>
                </a:lnTo>
                <a:lnTo>
                  <a:pt x="275035" y="182715"/>
                </a:lnTo>
                <a:lnTo>
                  <a:pt x="275035" y="212407"/>
                </a:lnTo>
                <a:lnTo>
                  <a:pt x="153368" y="212407"/>
                </a:lnTo>
                <a:lnTo>
                  <a:pt x="153368" y="340994"/>
                </a:lnTo>
                <a:lnTo>
                  <a:pt x="121667" y="340994"/>
                </a:lnTo>
                <a:lnTo>
                  <a:pt x="121667" y="212407"/>
                </a:lnTo>
                <a:lnTo>
                  <a:pt x="0" y="212407"/>
                </a:lnTo>
                <a:lnTo>
                  <a:pt x="0" y="182715"/>
                </a:lnTo>
                <a:lnTo>
                  <a:pt x="121667" y="182715"/>
                </a:lnTo>
                <a:close/>
                <a:moveTo>
                  <a:pt x="437778" y="19972"/>
                </a:moveTo>
                <a:lnTo>
                  <a:pt x="470818" y="19972"/>
                </a:lnTo>
                <a:lnTo>
                  <a:pt x="565026" y="313982"/>
                </a:lnTo>
                <a:lnTo>
                  <a:pt x="565026" y="328269"/>
                </a:lnTo>
                <a:lnTo>
                  <a:pt x="321023" y="328269"/>
                </a:lnTo>
                <a:lnTo>
                  <a:pt x="321023" y="313982"/>
                </a:lnTo>
                <a:close/>
                <a:moveTo>
                  <a:pt x="627010" y="0"/>
                </a:moveTo>
                <a:lnTo>
                  <a:pt x="659929" y="0"/>
                </a:lnTo>
                <a:lnTo>
                  <a:pt x="659929" y="197967"/>
                </a:lnTo>
                <a:cubicBezTo>
                  <a:pt x="659929" y="218389"/>
                  <a:pt x="660462" y="233781"/>
                  <a:pt x="661529" y="244144"/>
                </a:cubicBezTo>
                <a:cubicBezTo>
                  <a:pt x="662596" y="254508"/>
                  <a:pt x="666253" y="264490"/>
                  <a:pt x="672502" y="274091"/>
                </a:cubicBezTo>
                <a:cubicBezTo>
                  <a:pt x="678750" y="283692"/>
                  <a:pt x="687513" y="291312"/>
                  <a:pt x="698791" y="296951"/>
                </a:cubicBezTo>
                <a:cubicBezTo>
                  <a:pt x="710068" y="302590"/>
                  <a:pt x="722870" y="305409"/>
                  <a:pt x="737195" y="305409"/>
                </a:cubicBezTo>
                <a:cubicBezTo>
                  <a:pt x="748778" y="305409"/>
                  <a:pt x="759446" y="303047"/>
                  <a:pt x="769199" y="298323"/>
                </a:cubicBezTo>
                <a:cubicBezTo>
                  <a:pt x="778953" y="293598"/>
                  <a:pt x="787183" y="286969"/>
                  <a:pt x="793888" y="278434"/>
                </a:cubicBezTo>
                <a:cubicBezTo>
                  <a:pt x="800594" y="269900"/>
                  <a:pt x="805242" y="260527"/>
                  <a:pt x="807833" y="250317"/>
                </a:cubicBezTo>
                <a:cubicBezTo>
                  <a:pt x="810424" y="240106"/>
                  <a:pt x="811719" y="222656"/>
                  <a:pt x="811719" y="197967"/>
                </a:cubicBezTo>
                <a:lnTo>
                  <a:pt x="811719" y="0"/>
                </a:lnTo>
                <a:lnTo>
                  <a:pt x="844180" y="0"/>
                </a:lnTo>
                <a:lnTo>
                  <a:pt x="844180" y="197967"/>
                </a:lnTo>
                <a:cubicBezTo>
                  <a:pt x="844180" y="231190"/>
                  <a:pt x="840827" y="256641"/>
                  <a:pt x="834122" y="274320"/>
                </a:cubicBezTo>
                <a:cubicBezTo>
                  <a:pt x="827416" y="291998"/>
                  <a:pt x="815605" y="306781"/>
                  <a:pt x="798689" y="318668"/>
                </a:cubicBezTo>
                <a:cubicBezTo>
                  <a:pt x="781772" y="330555"/>
                  <a:pt x="761884" y="336499"/>
                  <a:pt x="739024" y="336499"/>
                </a:cubicBezTo>
                <a:cubicBezTo>
                  <a:pt x="720736" y="336499"/>
                  <a:pt x="704277" y="333527"/>
                  <a:pt x="689647" y="327583"/>
                </a:cubicBezTo>
                <a:cubicBezTo>
                  <a:pt x="675016" y="321640"/>
                  <a:pt x="662824" y="313334"/>
                  <a:pt x="653071" y="302666"/>
                </a:cubicBezTo>
                <a:cubicBezTo>
                  <a:pt x="643317" y="291998"/>
                  <a:pt x="636535" y="280111"/>
                  <a:pt x="632725" y="267004"/>
                </a:cubicBezTo>
                <a:cubicBezTo>
                  <a:pt x="628915" y="253898"/>
                  <a:pt x="627010" y="230886"/>
                  <a:pt x="627010" y="197967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151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>
            <a:extLst>
              <a:ext uri="{FF2B5EF4-FFF2-40B4-BE49-F238E27FC236}">
                <a16:creationId xmlns:a16="http://schemas.microsoft.com/office/drawing/2014/main" id="{9C49C420-A84A-435C-A18C-F27E8F7250B0}"/>
              </a:ext>
            </a:extLst>
          </p:cNvPr>
          <p:cNvSpPr/>
          <p:nvPr/>
        </p:nvSpPr>
        <p:spPr>
          <a:xfrm>
            <a:off x="6816857" y="2027192"/>
            <a:ext cx="2706561" cy="1313186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25FBE40E-D81B-4A85-B153-FE89297A4829}"/>
              </a:ext>
            </a:extLst>
          </p:cNvPr>
          <p:cNvGrpSpPr/>
          <p:nvPr/>
        </p:nvGrpSpPr>
        <p:grpSpPr>
          <a:xfrm>
            <a:off x="2253448" y="1218957"/>
            <a:ext cx="7685101" cy="1476853"/>
            <a:chOff x="2253448" y="1218957"/>
            <a:chExt cx="7685101" cy="1476853"/>
          </a:xfrm>
        </p:grpSpPr>
        <p:sp>
          <p:nvSpPr>
            <p:cNvPr id="252" name="任意多边形: 形状 251">
              <a:extLst>
                <a:ext uri="{FF2B5EF4-FFF2-40B4-BE49-F238E27FC236}">
                  <a16:creationId xmlns:a16="http://schemas.microsoft.com/office/drawing/2014/main" id="{9BF9DFAF-463C-4D1B-9F68-0D37CF2704C2}"/>
                </a:ext>
              </a:extLst>
            </p:cNvPr>
            <p:cNvSpPr/>
            <p:nvPr/>
          </p:nvSpPr>
          <p:spPr>
            <a:xfrm rot="10800000" flipH="1">
              <a:off x="6452270" y="1382635"/>
              <a:ext cx="3486279" cy="1313175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3" name="任意多边形: 形状 252">
              <a:extLst>
                <a:ext uri="{FF2B5EF4-FFF2-40B4-BE49-F238E27FC236}">
                  <a16:creationId xmlns:a16="http://schemas.microsoft.com/office/drawing/2014/main" id="{0E538549-1BE8-4DDB-8CCB-102ACB5956E4}"/>
                </a:ext>
              </a:extLst>
            </p:cNvPr>
            <p:cNvSpPr/>
            <p:nvPr/>
          </p:nvSpPr>
          <p:spPr>
            <a:xfrm rot="10800000">
              <a:off x="2253448" y="1388012"/>
              <a:ext cx="3529168" cy="1307798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7F7CC34F-6458-4A80-97F4-9D4F16C28E1A}"/>
                </a:ext>
              </a:extLst>
            </p:cNvPr>
            <p:cNvGrpSpPr/>
            <p:nvPr/>
          </p:nvGrpSpPr>
          <p:grpSpPr>
            <a:xfrm rot="10800000" flipH="1" flipV="1">
              <a:off x="5760488" y="1218957"/>
              <a:ext cx="715431" cy="322947"/>
              <a:chOff x="2915443" y="4344145"/>
              <a:chExt cx="509929" cy="230183"/>
            </a:xfrm>
          </p:grpSpPr>
          <p:grpSp>
            <p:nvGrpSpPr>
              <p:cNvPr id="255" name="组合 254">
                <a:extLst>
                  <a:ext uri="{FF2B5EF4-FFF2-40B4-BE49-F238E27FC236}">
                    <a16:creationId xmlns:a16="http://schemas.microsoft.com/office/drawing/2014/main" id="{884171CF-A676-4CD0-B31B-7B8CA15C0C41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8" name="直接连接符 257">
                  <a:extLst>
                    <a:ext uri="{FF2B5EF4-FFF2-40B4-BE49-F238E27FC236}">
                      <a16:creationId xmlns:a16="http://schemas.microsoft.com/office/drawing/2014/main" id="{519834CA-5259-45B1-9C1B-37B54D637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接连接符 258">
                  <a:extLst>
                    <a:ext uri="{FF2B5EF4-FFF2-40B4-BE49-F238E27FC236}">
                      <a16:creationId xmlns:a16="http://schemas.microsoft.com/office/drawing/2014/main" id="{260C945F-D174-415C-BD57-5F51520D6E3A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接连接符 259">
                  <a:extLst>
                    <a:ext uri="{FF2B5EF4-FFF2-40B4-BE49-F238E27FC236}">
                      <a16:creationId xmlns:a16="http://schemas.microsoft.com/office/drawing/2014/main" id="{40441FAA-6148-48B4-979B-640A984C58C4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直接连接符 260">
                  <a:extLst>
                    <a:ext uri="{FF2B5EF4-FFF2-40B4-BE49-F238E27FC236}">
                      <a16:creationId xmlns:a16="http://schemas.microsoft.com/office/drawing/2014/main" id="{CD26CC2D-CBEB-41F0-A3B0-D71A063C71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直接连接符 261">
                  <a:extLst>
                    <a:ext uri="{FF2B5EF4-FFF2-40B4-BE49-F238E27FC236}">
                      <a16:creationId xmlns:a16="http://schemas.microsoft.com/office/drawing/2014/main" id="{F8107FBE-C336-471E-B1B5-3B9B3611A4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直接连接符 262">
                  <a:extLst>
                    <a:ext uri="{FF2B5EF4-FFF2-40B4-BE49-F238E27FC236}">
                      <a16:creationId xmlns:a16="http://schemas.microsoft.com/office/drawing/2014/main" id="{32DA824B-E934-41C8-85F2-53983B4E3844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F32DD211-BCD3-4939-889F-18E8D2D10C2D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969C0A52-9E41-4E38-A950-49F72323056D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C2A48B63-2F83-4B84-AD61-4FC9508D50E4}"/>
              </a:ext>
            </a:extLst>
          </p:cNvPr>
          <p:cNvSpPr/>
          <p:nvPr/>
        </p:nvSpPr>
        <p:spPr>
          <a:xfrm>
            <a:off x="2668583" y="2027192"/>
            <a:ext cx="2706265" cy="1313186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BE70E6D-DA1F-4D3D-9201-0C41555C4ACB}"/>
              </a:ext>
            </a:extLst>
          </p:cNvPr>
          <p:cNvSpPr/>
          <p:nvPr/>
        </p:nvSpPr>
        <p:spPr>
          <a:xfrm>
            <a:off x="5056667" y="2027192"/>
            <a:ext cx="1039333" cy="1313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83A732B2-69C0-4BE8-ACD4-CB877E1E9B79}"/>
              </a:ext>
            </a:extLst>
          </p:cNvPr>
          <p:cNvSpPr/>
          <p:nvPr/>
        </p:nvSpPr>
        <p:spPr>
          <a:xfrm>
            <a:off x="6095998" y="2027192"/>
            <a:ext cx="1019072" cy="13131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2F8E70C-DB75-4831-9FED-2E35B8725AD8}"/>
              </a:ext>
            </a:extLst>
          </p:cNvPr>
          <p:cNvGrpSpPr/>
          <p:nvPr/>
        </p:nvGrpSpPr>
        <p:grpSpPr>
          <a:xfrm>
            <a:off x="5193550" y="1695977"/>
            <a:ext cx="1767288" cy="307268"/>
            <a:chOff x="5193550" y="1695977"/>
            <a:chExt cx="1767288" cy="307268"/>
          </a:xfrm>
        </p:grpSpPr>
        <p:sp>
          <p:nvSpPr>
            <p:cNvPr id="245" name="右大括号 244">
              <a:extLst>
                <a:ext uri="{FF2B5EF4-FFF2-40B4-BE49-F238E27FC236}">
                  <a16:creationId xmlns:a16="http://schemas.microsoft.com/office/drawing/2014/main" id="{3A3BFC19-CEF7-449D-8BA9-0E0F1307E4FD}"/>
                </a:ext>
              </a:extLst>
            </p:cNvPr>
            <p:cNvSpPr/>
            <p:nvPr/>
          </p:nvSpPr>
          <p:spPr>
            <a:xfrm rot="16200000">
              <a:off x="5590674" y="1512279"/>
              <a:ext cx="93839" cy="888088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右大括号 245">
              <a:extLst>
                <a:ext uri="{FF2B5EF4-FFF2-40B4-BE49-F238E27FC236}">
                  <a16:creationId xmlns:a16="http://schemas.microsoft.com/office/drawing/2014/main" id="{0E53F9C4-C59B-49AC-93B4-9A091A1D8A54}"/>
                </a:ext>
              </a:extLst>
            </p:cNvPr>
            <p:cNvSpPr/>
            <p:nvPr/>
          </p:nvSpPr>
          <p:spPr>
            <a:xfrm rot="16200000">
              <a:off x="6483651" y="1526059"/>
              <a:ext cx="93843" cy="860530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4810E1D5-7DB6-4B71-86E2-B9398FB999F5}"/>
                </a:ext>
              </a:extLst>
            </p:cNvPr>
            <p:cNvSpPr txBox="1"/>
            <p:nvPr/>
          </p:nvSpPr>
          <p:spPr>
            <a:xfrm>
              <a:off x="6432974" y="1705927"/>
              <a:ext cx="190891" cy="123622"/>
            </a:xfrm>
            <a:custGeom>
              <a:avLst/>
              <a:gdLst/>
              <a:ahLst/>
              <a:cxnLst/>
              <a:rect l="l" t="t" r="r" b="b"/>
              <a:pathLst>
                <a:path w="105493" h="68318">
                  <a:moveTo>
                    <a:pt x="0" y="36667"/>
                  </a:moveTo>
                  <a:lnTo>
                    <a:pt x="24252" y="36667"/>
                  </a:lnTo>
                  <a:lnTo>
                    <a:pt x="24252" y="43341"/>
                  </a:lnTo>
                  <a:lnTo>
                    <a:pt x="0" y="43341"/>
                  </a:lnTo>
                  <a:close/>
                  <a:moveTo>
                    <a:pt x="72848" y="7516"/>
                  </a:moveTo>
                  <a:cubicBezTo>
                    <a:pt x="66019" y="7516"/>
                    <a:pt x="60207" y="9954"/>
                    <a:pt x="55414" y="14828"/>
                  </a:cubicBezTo>
                  <a:cubicBezTo>
                    <a:pt x="50621" y="19703"/>
                    <a:pt x="48224" y="25670"/>
                    <a:pt x="48224" y="32729"/>
                  </a:cubicBezTo>
                  <a:cubicBezTo>
                    <a:pt x="48224" y="39875"/>
                    <a:pt x="50665" y="45794"/>
                    <a:pt x="55547" y="50485"/>
                  </a:cubicBezTo>
                  <a:cubicBezTo>
                    <a:pt x="60428" y="55176"/>
                    <a:pt x="66224" y="57522"/>
                    <a:pt x="72933" y="57522"/>
                  </a:cubicBezTo>
                  <a:cubicBezTo>
                    <a:pt x="77425" y="57522"/>
                    <a:pt x="81457" y="56568"/>
                    <a:pt x="85027" y="54660"/>
                  </a:cubicBezTo>
                  <a:lnTo>
                    <a:pt x="71570" y="37003"/>
                  </a:lnTo>
                  <a:lnTo>
                    <a:pt x="80174" y="37003"/>
                  </a:lnTo>
                  <a:lnTo>
                    <a:pt x="90663" y="50541"/>
                  </a:lnTo>
                  <a:cubicBezTo>
                    <a:pt x="95258" y="45752"/>
                    <a:pt x="97556" y="39730"/>
                    <a:pt x="97556" y="32477"/>
                  </a:cubicBezTo>
                  <a:cubicBezTo>
                    <a:pt x="97556" y="25487"/>
                    <a:pt x="95116" y="19579"/>
                    <a:pt x="90236" y="14754"/>
                  </a:cubicBezTo>
                  <a:cubicBezTo>
                    <a:pt x="85357" y="9929"/>
                    <a:pt x="79561" y="7516"/>
                    <a:pt x="72848" y="7516"/>
                  </a:cubicBezTo>
                  <a:close/>
                  <a:moveTo>
                    <a:pt x="72848" y="0"/>
                  </a:moveTo>
                  <a:cubicBezTo>
                    <a:pt x="78773" y="0"/>
                    <a:pt x="84258" y="1442"/>
                    <a:pt x="89304" y="4325"/>
                  </a:cubicBezTo>
                  <a:cubicBezTo>
                    <a:pt x="94350" y="7208"/>
                    <a:pt x="98310" y="11150"/>
                    <a:pt x="101183" y="16150"/>
                  </a:cubicBezTo>
                  <a:cubicBezTo>
                    <a:pt x="104057" y="21151"/>
                    <a:pt x="105493" y="26593"/>
                    <a:pt x="105493" y="32477"/>
                  </a:cubicBezTo>
                  <a:cubicBezTo>
                    <a:pt x="105493" y="41970"/>
                    <a:pt x="102046" y="49884"/>
                    <a:pt x="95150" y="56219"/>
                  </a:cubicBezTo>
                  <a:lnTo>
                    <a:pt x="104064" y="68318"/>
                  </a:lnTo>
                  <a:lnTo>
                    <a:pt x="95375" y="68318"/>
                  </a:lnTo>
                  <a:lnTo>
                    <a:pt x="89455" y="60497"/>
                  </a:lnTo>
                  <a:cubicBezTo>
                    <a:pt x="84769" y="63524"/>
                    <a:pt x="79401" y="65038"/>
                    <a:pt x="73353" y="65038"/>
                  </a:cubicBezTo>
                  <a:cubicBezTo>
                    <a:pt x="63976" y="65038"/>
                    <a:pt x="56107" y="61914"/>
                    <a:pt x="49745" y="55667"/>
                  </a:cubicBezTo>
                  <a:cubicBezTo>
                    <a:pt x="43384" y="49421"/>
                    <a:pt x="40203" y="41774"/>
                    <a:pt x="40203" y="32729"/>
                  </a:cubicBezTo>
                  <a:cubicBezTo>
                    <a:pt x="40203" y="23513"/>
                    <a:pt x="43282" y="15755"/>
                    <a:pt x="49439" y="9453"/>
                  </a:cubicBezTo>
                  <a:cubicBezTo>
                    <a:pt x="55597" y="3151"/>
                    <a:pt x="63400" y="0"/>
                    <a:pt x="7284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7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910D0263-FBBB-46CC-9EB4-5186373A9FA2}"/>
                </a:ext>
              </a:extLst>
            </p:cNvPr>
            <p:cNvSpPr txBox="1"/>
            <p:nvPr/>
          </p:nvSpPr>
          <p:spPr>
            <a:xfrm>
              <a:off x="5556636" y="1695977"/>
              <a:ext cx="221708" cy="123622"/>
            </a:xfrm>
            <a:custGeom>
              <a:avLst/>
              <a:gdLst/>
              <a:ahLst/>
              <a:cxnLst/>
              <a:rect l="l" t="t" r="r" b="b"/>
              <a:pathLst>
                <a:path w="122524" h="68318">
                  <a:moveTo>
                    <a:pt x="17997" y="11101"/>
                  </a:moveTo>
                  <a:lnTo>
                    <a:pt x="25261" y="11101"/>
                  </a:lnTo>
                  <a:lnTo>
                    <a:pt x="25261" y="28846"/>
                  </a:lnTo>
                  <a:lnTo>
                    <a:pt x="43257" y="28846"/>
                  </a:lnTo>
                  <a:lnTo>
                    <a:pt x="43257" y="36108"/>
                  </a:lnTo>
                  <a:lnTo>
                    <a:pt x="25261" y="36108"/>
                  </a:lnTo>
                  <a:lnTo>
                    <a:pt x="25261" y="53938"/>
                  </a:lnTo>
                  <a:lnTo>
                    <a:pt x="17997" y="53938"/>
                  </a:lnTo>
                  <a:lnTo>
                    <a:pt x="17997" y="36108"/>
                  </a:lnTo>
                  <a:lnTo>
                    <a:pt x="0" y="36108"/>
                  </a:lnTo>
                  <a:lnTo>
                    <a:pt x="0" y="28846"/>
                  </a:lnTo>
                  <a:lnTo>
                    <a:pt x="17997" y="28846"/>
                  </a:lnTo>
                  <a:close/>
                  <a:moveTo>
                    <a:pt x="89879" y="7516"/>
                  </a:moveTo>
                  <a:cubicBezTo>
                    <a:pt x="83050" y="7516"/>
                    <a:pt x="77238" y="9954"/>
                    <a:pt x="72445" y="14828"/>
                  </a:cubicBezTo>
                  <a:cubicBezTo>
                    <a:pt x="67652" y="19703"/>
                    <a:pt x="65255" y="25670"/>
                    <a:pt x="65255" y="32729"/>
                  </a:cubicBezTo>
                  <a:cubicBezTo>
                    <a:pt x="65255" y="39875"/>
                    <a:pt x="67696" y="45794"/>
                    <a:pt x="72578" y="50485"/>
                  </a:cubicBezTo>
                  <a:cubicBezTo>
                    <a:pt x="77459" y="55176"/>
                    <a:pt x="83255" y="57522"/>
                    <a:pt x="89964" y="57522"/>
                  </a:cubicBezTo>
                  <a:cubicBezTo>
                    <a:pt x="94456" y="57522"/>
                    <a:pt x="98488" y="56568"/>
                    <a:pt x="102058" y="54660"/>
                  </a:cubicBezTo>
                  <a:lnTo>
                    <a:pt x="88601" y="37003"/>
                  </a:lnTo>
                  <a:lnTo>
                    <a:pt x="97205" y="37003"/>
                  </a:lnTo>
                  <a:lnTo>
                    <a:pt x="107694" y="50541"/>
                  </a:lnTo>
                  <a:cubicBezTo>
                    <a:pt x="112289" y="45752"/>
                    <a:pt x="114587" y="39730"/>
                    <a:pt x="114587" y="32477"/>
                  </a:cubicBezTo>
                  <a:cubicBezTo>
                    <a:pt x="114587" y="25487"/>
                    <a:pt x="112147" y="19579"/>
                    <a:pt x="107267" y="14754"/>
                  </a:cubicBezTo>
                  <a:cubicBezTo>
                    <a:pt x="102388" y="9929"/>
                    <a:pt x="96592" y="7516"/>
                    <a:pt x="89879" y="7516"/>
                  </a:cubicBezTo>
                  <a:close/>
                  <a:moveTo>
                    <a:pt x="89879" y="0"/>
                  </a:moveTo>
                  <a:cubicBezTo>
                    <a:pt x="95804" y="0"/>
                    <a:pt x="101289" y="1442"/>
                    <a:pt x="106335" y="4325"/>
                  </a:cubicBezTo>
                  <a:cubicBezTo>
                    <a:pt x="111381" y="7208"/>
                    <a:pt x="115341" y="11150"/>
                    <a:pt x="118214" y="16150"/>
                  </a:cubicBezTo>
                  <a:cubicBezTo>
                    <a:pt x="121088" y="21151"/>
                    <a:pt x="122524" y="26593"/>
                    <a:pt x="122524" y="32477"/>
                  </a:cubicBezTo>
                  <a:cubicBezTo>
                    <a:pt x="122524" y="41970"/>
                    <a:pt x="119077" y="49884"/>
                    <a:pt x="112181" y="56219"/>
                  </a:cubicBezTo>
                  <a:lnTo>
                    <a:pt x="121095" y="68318"/>
                  </a:lnTo>
                  <a:lnTo>
                    <a:pt x="112406" y="68318"/>
                  </a:lnTo>
                  <a:lnTo>
                    <a:pt x="106486" y="60497"/>
                  </a:lnTo>
                  <a:cubicBezTo>
                    <a:pt x="101800" y="63524"/>
                    <a:pt x="96432" y="65038"/>
                    <a:pt x="90384" y="65038"/>
                  </a:cubicBezTo>
                  <a:cubicBezTo>
                    <a:pt x="81007" y="65038"/>
                    <a:pt x="73138" y="61914"/>
                    <a:pt x="66776" y="55667"/>
                  </a:cubicBezTo>
                  <a:cubicBezTo>
                    <a:pt x="60415" y="49421"/>
                    <a:pt x="57234" y="41774"/>
                    <a:pt x="57234" y="32729"/>
                  </a:cubicBezTo>
                  <a:cubicBezTo>
                    <a:pt x="57234" y="23513"/>
                    <a:pt x="60313" y="15755"/>
                    <a:pt x="66470" y="9453"/>
                  </a:cubicBezTo>
                  <a:cubicBezTo>
                    <a:pt x="72628" y="3151"/>
                    <a:pt x="80431" y="0"/>
                    <a:pt x="8987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7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AE5675E-FB4A-4E2A-8A8A-F145A62EAE0F}"/>
              </a:ext>
            </a:extLst>
          </p:cNvPr>
          <p:cNvSpPr txBox="1"/>
          <p:nvPr/>
        </p:nvSpPr>
        <p:spPr>
          <a:xfrm>
            <a:off x="3667662" y="2487564"/>
            <a:ext cx="508519" cy="27147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5046A40D-BC51-4820-83F2-39F41C1F4ED1}"/>
              </a:ext>
            </a:extLst>
          </p:cNvPr>
          <p:cNvSpPr txBox="1"/>
          <p:nvPr/>
        </p:nvSpPr>
        <p:spPr>
          <a:xfrm>
            <a:off x="8165370" y="2482825"/>
            <a:ext cx="457140" cy="271477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12B2A9-4070-4035-B505-F58FB05DDB22}"/>
              </a:ext>
            </a:extLst>
          </p:cNvPr>
          <p:cNvGrpSpPr/>
          <p:nvPr/>
        </p:nvGrpSpPr>
        <p:grpSpPr>
          <a:xfrm>
            <a:off x="5206859" y="3430500"/>
            <a:ext cx="1756987" cy="255067"/>
            <a:chOff x="5206859" y="3430500"/>
            <a:chExt cx="1756987" cy="255067"/>
          </a:xfrm>
        </p:grpSpPr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C4E81228-3548-4567-A3DE-29E6C209B6F3}"/>
                </a:ext>
              </a:extLst>
            </p:cNvPr>
            <p:cNvCxnSpPr/>
            <p:nvPr/>
          </p:nvCxnSpPr>
          <p:spPr>
            <a:xfrm>
              <a:off x="5206859" y="3430500"/>
              <a:ext cx="0" cy="144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5B2C7546-64F3-4F35-BEBC-3924C83BB2B6}"/>
                </a:ext>
              </a:extLst>
            </p:cNvPr>
            <p:cNvCxnSpPr/>
            <p:nvPr/>
          </p:nvCxnSpPr>
          <p:spPr>
            <a:xfrm>
              <a:off x="6963846" y="3430500"/>
              <a:ext cx="0" cy="144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7766DFBD-DAE5-46B4-98E7-EB888E3302EE}"/>
                </a:ext>
              </a:extLst>
            </p:cNvPr>
            <p:cNvCxnSpPr>
              <a:cxnSpLocks/>
            </p:cNvCxnSpPr>
            <p:nvPr/>
          </p:nvCxnSpPr>
          <p:spPr>
            <a:xfrm>
              <a:off x="5206859" y="3517623"/>
              <a:ext cx="17539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5E50FEC9-0393-4F04-A0DC-41D3BB0E1980}"/>
                </a:ext>
              </a:extLst>
            </p:cNvPr>
            <p:cNvSpPr txBox="1"/>
            <p:nvPr/>
          </p:nvSpPr>
          <p:spPr>
            <a:xfrm>
              <a:off x="6016723" y="3558915"/>
              <a:ext cx="184831" cy="126652"/>
            </a:xfrm>
            <a:custGeom>
              <a:avLst/>
              <a:gdLst/>
              <a:ahLst/>
              <a:cxnLst/>
              <a:rect l="l" t="t" r="r" b="b"/>
              <a:pathLst>
                <a:path w="152753" h="104671">
                  <a:moveTo>
                    <a:pt x="122839" y="59048"/>
                  </a:moveTo>
                  <a:cubicBezTo>
                    <a:pt x="120643" y="59048"/>
                    <a:pt x="118606" y="59522"/>
                    <a:pt x="116727" y="60471"/>
                  </a:cubicBezTo>
                  <a:cubicBezTo>
                    <a:pt x="114848" y="61420"/>
                    <a:pt x="113128" y="62722"/>
                    <a:pt x="111565" y="64378"/>
                  </a:cubicBezTo>
                  <a:cubicBezTo>
                    <a:pt x="110002" y="66033"/>
                    <a:pt x="108607" y="67950"/>
                    <a:pt x="107379" y="70126"/>
                  </a:cubicBezTo>
                  <a:cubicBezTo>
                    <a:pt x="106151" y="72303"/>
                    <a:pt x="105119" y="74628"/>
                    <a:pt x="104282" y="77102"/>
                  </a:cubicBezTo>
                  <a:cubicBezTo>
                    <a:pt x="103445" y="79577"/>
                    <a:pt x="102812" y="82107"/>
                    <a:pt x="102384" y="84693"/>
                  </a:cubicBezTo>
                  <a:cubicBezTo>
                    <a:pt x="101956" y="87279"/>
                    <a:pt x="101742" y="89799"/>
                    <a:pt x="101742" y="92255"/>
                  </a:cubicBezTo>
                  <a:cubicBezTo>
                    <a:pt x="101742" y="96273"/>
                    <a:pt x="102310" y="99259"/>
                    <a:pt x="103445" y="101213"/>
                  </a:cubicBezTo>
                  <a:cubicBezTo>
                    <a:pt x="104579" y="103166"/>
                    <a:pt x="106412" y="104143"/>
                    <a:pt x="108942" y="104143"/>
                  </a:cubicBezTo>
                  <a:cubicBezTo>
                    <a:pt x="110653" y="104143"/>
                    <a:pt x="112551" y="103566"/>
                    <a:pt x="114635" y="102413"/>
                  </a:cubicBezTo>
                  <a:cubicBezTo>
                    <a:pt x="116718" y="101259"/>
                    <a:pt x="118737" y="99594"/>
                    <a:pt x="120690" y="97417"/>
                  </a:cubicBezTo>
                  <a:cubicBezTo>
                    <a:pt x="122643" y="95241"/>
                    <a:pt x="124439" y="92590"/>
                    <a:pt x="126076" y="89464"/>
                  </a:cubicBezTo>
                  <a:cubicBezTo>
                    <a:pt x="127713" y="86339"/>
                    <a:pt x="128941" y="82823"/>
                    <a:pt x="129759" y="78916"/>
                  </a:cubicBezTo>
                  <a:cubicBezTo>
                    <a:pt x="130168" y="76907"/>
                    <a:pt x="130541" y="74898"/>
                    <a:pt x="130875" y="72889"/>
                  </a:cubicBezTo>
                  <a:cubicBezTo>
                    <a:pt x="131210" y="70880"/>
                    <a:pt x="131378" y="69038"/>
                    <a:pt x="131378" y="67364"/>
                  </a:cubicBezTo>
                  <a:cubicBezTo>
                    <a:pt x="131378" y="64350"/>
                    <a:pt x="130699" y="62210"/>
                    <a:pt x="129341" y="60945"/>
                  </a:cubicBezTo>
                  <a:cubicBezTo>
                    <a:pt x="127983" y="59680"/>
                    <a:pt x="125815" y="59048"/>
                    <a:pt x="122839" y="59048"/>
                  </a:cubicBezTo>
                  <a:close/>
                  <a:moveTo>
                    <a:pt x="147395" y="34324"/>
                  </a:moveTo>
                  <a:lnTo>
                    <a:pt x="150242" y="34324"/>
                  </a:lnTo>
                  <a:lnTo>
                    <a:pt x="137294" y="91250"/>
                  </a:lnTo>
                  <a:cubicBezTo>
                    <a:pt x="136773" y="93446"/>
                    <a:pt x="136429" y="95194"/>
                    <a:pt x="136261" y="96497"/>
                  </a:cubicBezTo>
                  <a:cubicBezTo>
                    <a:pt x="136094" y="97799"/>
                    <a:pt x="136010" y="98971"/>
                    <a:pt x="136010" y="100013"/>
                  </a:cubicBezTo>
                  <a:cubicBezTo>
                    <a:pt x="136010" y="101427"/>
                    <a:pt x="136298" y="102450"/>
                    <a:pt x="136875" y="103082"/>
                  </a:cubicBezTo>
                  <a:cubicBezTo>
                    <a:pt x="137452" y="103715"/>
                    <a:pt x="138280" y="104031"/>
                    <a:pt x="139359" y="104031"/>
                  </a:cubicBezTo>
                  <a:cubicBezTo>
                    <a:pt x="140028" y="104031"/>
                    <a:pt x="140689" y="103901"/>
                    <a:pt x="141340" y="103640"/>
                  </a:cubicBezTo>
                  <a:cubicBezTo>
                    <a:pt x="141991" y="103380"/>
                    <a:pt x="142698" y="102971"/>
                    <a:pt x="143461" y="102413"/>
                  </a:cubicBezTo>
                  <a:cubicBezTo>
                    <a:pt x="144223" y="101854"/>
                    <a:pt x="145061" y="101138"/>
                    <a:pt x="145972" y="100264"/>
                  </a:cubicBezTo>
                  <a:cubicBezTo>
                    <a:pt x="146884" y="99389"/>
                    <a:pt x="147916" y="98338"/>
                    <a:pt x="149070" y="97111"/>
                  </a:cubicBezTo>
                  <a:cubicBezTo>
                    <a:pt x="149665" y="97743"/>
                    <a:pt x="150279" y="98366"/>
                    <a:pt x="150911" y="98980"/>
                  </a:cubicBezTo>
                  <a:cubicBezTo>
                    <a:pt x="151544" y="99594"/>
                    <a:pt x="152158" y="100199"/>
                    <a:pt x="152753" y="100794"/>
                  </a:cubicBezTo>
                  <a:lnTo>
                    <a:pt x="148721" y="104671"/>
                  </a:lnTo>
                  <a:lnTo>
                    <a:pt x="127144" y="104671"/>
                  </a:lnTo>
                  <a:lnTo>
                    <a:pt x="126243" y="101799"/>
                  </a:lnTo>
                  <a:cubicBezTo>
                    <a:pt x="126243" y="100124"/>
                    <a:pt x="126504" y="98524"/>
                    <a:pt x="127024" y="96999"/>
                  </a:cubicBezTo>
                  <a:lnTo>
                    <a:pt x="126243" y="96664"/>
                  </a:lnTo>
                  <a:cubicBezTo>
                    <a:pt x="124346" y="99306"/>
                    <a:pt x="122504" y="101557"/>
                    <a:pt x="120718" y="103417"/>
                  </a:cubicBezTo>
                  <a:lnTo>
                    <a:pt x="119274" y="104671"/>
                  </a:lnTo>
                  <a:lnTo>
                    <a:pt x="93723" y="104671"/>
                  </a:lnTo>
                  <a:lnTo>
                    <a:pt x="90636" y="92869"/>
                  </a:lnTo>
                  <a:cubicBezTo>
                    <a:pt x="90636" y="89260"/>
                    <a:pt x="91017" y="85790"/>
                    <a:pt x="91780" y="82460"/>
                  </a:cubicBezTo>
                  <a:cubicBezTo>
                    <a:pt x="92543" y="79130"/>
                    <a:pt x="93622" y="76005"/>
                    <a:pt x="95017" y="73084"/>
                  </a:cubicBezTo>
                  <a:cubicBezTo>
                    <a:pt x="96412" y="70163"/>
                    <a:pt x="98077" y="67503"/>
                    <a:pt x="100012" y="65103"/>
                  </a:cubicBezTo>
                  <a:cubicBezTo>
                    <a:pt x="101947" y="62703"/>
                    <a:pt x="104068" y="60648"/>
                    <a:pt x="106375" y="58936"/>
                  </a:cubicBezTo>
                  <a:cubicBezTo>
                    <a:pt x="108681" y="57225"/>
                    <a:pt x="111137" y="55894"/>
                    <a:pt x="113742" y="54946"/>
                  </a:cubicBezTo>
                  <a:cubicBezTo>
                    <a:pt x="116346" y="53997"/>
                    <a:pt x="119044" y="53523"/>
                    <a:pt x="121834" y="53523"/>
                  </a:cubicBezTo>
                  <a:cubicBezTo>
                    <a:pt x="124290" y="53523"/>
                    <a:pt x="126541" y="53764"/>
                    <a:pt x="128587" y="54248"/>
                  </a:cubicBezTo>
                  <a:cubicBezTo>
                    <a:pt x="130634" y="54732"/>
                    <a:pt x="132587" y="55699"/>
                    <a:pt x="134447" y="57150"/>
                  </a:cubicBezTo>
                  <a:cubicBezTo>
                    <a:pt x="135080" y="54806"/>
                    <a:pt x="135582" y="52806"/>
                    <a:pt x="135954" y="51151"/>
                  </a:cubicBezTo>
                  <a:cubicBezTo>
                    <a:pt x="136326" y="49495"/>
                    <a:pt x="136633" y="47969"/>
                    <a:pt x="136875" y="46574"/>
                  </a:cubicBezTo>
                  <a:cubicBezTo>
                    <a:pt x="137117" y="45179"/>
                    <a:pt x="137238" y="44016"/>
                    <a:pt x="137238" y="43086"/>
                  </a:cubicBezTo>
                  <a:cubicBezTo>
                    <a:pt x="137238" y="42305"/>
                    <a:pt x="137135" y="41653"/>
                    <a:pt x="136931" y="41133"/>
                  </a:cubicBezTo>
                  <a:cubicBezTo>
                    <a:pt x="136726" y="40612"/>
                    <a:pt x="136363" y="40184"/>
                    <a:pt x="135843" y="39849"/>
                  </a:cubicBezTo>
                  <a:cubicBezTo>
                    <a:pt x="135322" y="39514"/>
                    <a:pt x="134587" y="39272"/>
                    <a:pt x="133638" y="39123"/>
                  </a:cubicBezTo>
                  <a:cubicBezTo>
                    <a:pt x="132689" y="38975"/>
                    <a:pt x="131489" y="38863"/>
                    <a:pt x="130038" y="38789"/>
                  </a:cubicBezTo>
                  <a:lnTo>
                    <a:pt x="130764" y="34993"/>
                  </a:lnTo>
                  <a:close/>
                  <a:moveTo>
                    <a:pt x="27161" y="0"/>
                  </a:moveTo>
                  <a:cubicBezTo>
                    <a:pt x="28699" y="0"/>
                    <a:pt x="30051" y="174"/>
                    <a:pt x="31216" y="521"/>
                  </a:cubicBezTo>
                  <a:cubicBezTo>
                    <a:pt x="32382" y="868"/>
                    <a:pt x="33412" y="1402"/>
                    <a:pt x="34305" y="2121"/>
                  </a:cubicBezTo>
                  <a:cubicBezTo>
                    <a:pt x="35198" y="2840"/>
                    <a:pt x="35991" y="3771"/>
                    <a:pt x="36686" y="4912"/>
                  </a:cubicBezTo>
                  <a:cubicBezTo>
                    <a:pt x="37380" y="6053"/>
                    <a:pt x="38050" y="7603"/>
                    <a:pt x="38695" y="9562"/>
                  </a:cubicBezTo>
                  <a:cubicBezTo>
                    <a:pt x="39340" y="11522"/>
                    <a:pt x="39948" y="13953"/>
                    <a:pt x="40518" y="16855"/>
                  </a:cubicBezTo>
                  <a:cubicBezTo>
                    <a:pt x="41089" y="19757"/>
                    <a:pt x="41597" y="22771"/>
                    <a:pt x="42044" y="25896"/>
                  </a:cubicBezTo>
                  <a:lnTo>
                    <a:pt x="42788" y="25896"/>
                  </a:lnTo>
                  <a:cubicBezTo>
                    <a:pt x="47550" y="19199"/>
                    <a:pt x="51159" y="14300"/>
                    <a:pt x="53615" y="11200"/>
                  </a:cubicBezTo>
                  <a:cubicBezTo>
                    <a:pt x="56071" y="8099"/>
                    <a:pt x="58142" y="5792"/>
                    <a:pt x="59829" y="4279"/>
                  </a:cubicBezTo>
                  <a:cubicBezTo>
                    <a:pt x="61515" y="2766"/>
                    <a:pt x="63140" y="1699"/>
                    <a:pt x="64703" y="1079"/>
                  </a:cubicBezTo>
                  <a:cubicBezTo>
                    <a:pt x="66265" y="459"/>
                    <a:pt x="68337" y="149"/>
                    <a:pt x="70916" y="149"/>
                  </a:cubicBezTo>
                  <a:cubicBezTo>
                    <a:pt x="73248" y="149"/>
                    <a:pt x="75158" y="447"/>
                    <a:pt x="76646" y="1042"/>
                  </a:cubicBezTo>
                  <a:lnTo>
                    <a:pt x="73670" y="14511"/>
                  </a:lnTo>
                  <a:lnTo>
                    <a:pt x="68461" y="14511"/>
                  </a:lnTo>
                  <a:cubicBezTo>
                    <a:pt x="68163" y="12427"/>
                    <a:pt x="67295" y="11386"/>
                    <a:pt x="65856" y="11386"/>
                  </a:cubicBezTo>
                  <a:cubicBezTo>
                    <a:pt x="65410" y="11386"/>
                    <a:pt x="64938" y="11460"/>
                    <a:pt x="64442" y="11609"/>
                  </a:cubicBezTo>
                  <a:cubicBezTo>
                    <a:pt x="63946" y="11758"/>
                    <a:pt x="63338" y="12080"/>
                    <a:pt x="62619" y="12576"/>
                  </a:cubicBezTo>
                  <a:cubicBezTo>
                    <a:pt x="61900" y="13072"/>
                    <a:pt x="60846" y="14040"/>
                    <a:pt x="59457" y="15478"/>
                  </a:cubicBezTo>
                  <a:cubicBezTo>
                    <a:pt x="58067" y="16917"/>
                    <a:pt x="56505" y="18678"/>
                    <a:pt x="54768" y="20762"/>
                  </a:cubicBezTo>
                  <a:cubicBezTo>
                    <a:pt x="53032" y="22845"/>
                    <a:pt x="51246" y="25028"/>
                    <a:pt x="49411" y="27310"/>
                  </a:cubicBezTo>
                  <a:lnTo>
                    <a:pt x="44350" y="33635"/>
                  </a:lnTo>
                  <a:cubicBezTo>
                    <a:pt x="45243" y="38398"/>
                    <a:pt x="46087" y="42515"/>
                    <a:pt x="46881" y="45988"/>
                  </a:cubicBezTo>
                  <a:cubicBezTo>
                    <a:pt x="47674" y="49461"/>
                    <a:pt x="48381" y="52350"/>
                    <a:pt x="49001" y="54657"/>
                  </a:cubicBezTo>
                  <a:cubicBezTo>
                    <a:pt x="49621" y="56964"/>
                    <a:pt x="50167" y="58787"/>
                    <a:pt x="50638" y="60127"/>
                  </a:cubicBezTo>
                  <a:cubicBezTo>
                    <a:pt x="51110" y="61466"/>
                    <a:pt x="51618" y="62471"/>
                    <a:pt x="52164" y="63141"/>
                  </a:cubicBezTo>
                  <a:cubicBezTo>
                    <a:pt x="52710" y="63810"/>
                    <a:pt x="53268" y="64282"/>
                    <a:pt x="53838" y="64554"/>
                  </a:cubicBezTo>
                  <a:cubicBezTo>
                    <a:pt x="54409" y="64827"/>
                    <a:pt x="55066" y="64964"/>
                    <a:pt x="55810" y="64964"/>
                  </a:cubicBezTo>
                  <a:cubicBezTo>
                    <a:pt x="57150" y="64964"/>
                    <a:pt x="58452" y="64443"/>
                    <a:pt x="59717" y="63401"/>
                  </a:cubicBezTo>
                  <a:cubicBezTo>
                    <a:pt x="60982" y="62359"/>
                    <a:pt x="62805" y="60003"/>
                    <a:pt x="65186" y="56332"/>
                  </a:cubicBezTo>
                  <a:lnTo>
                    <a:pt x="70023" y="59531"/>
                  </a:lnTo>
                  <a:cubicBezTo>
                    <a:pt x="66551" y="64691"/>
                    <a:pt x="63413" y="68325"/>
                    <a:pt x="60610" y="70433"/>
                  </a:cubicBezTo>
                  <a:cubicBezTo>
                    <a:pt x="57807" y="72541"/>
                    <a:pt x="54471" y="73596"/>
                    <a:pt x="50601" y="73596"/>
                  </a:cubicBezTo>
                  <a:cubicBezTo>
                    <a:pt x="48468" y="73596"/>
                    <a:pt x="46657" y="73211"/>
                    <a:pt x="45169" y="72442"/>
                  </a:cubicBezTo>
                  <a:cubicBezTo>
                    <a:pt x="43681" y="71673"/>
                    <a:pt x="42391" y="70445"/>
                    <a:pt x="41299" y="68759"/>
                  </a:cubicBezTo>
                  <a:cubicBezTo>
                    <a:pt x="40208" y="67072"/>
                    <a:pt x="39241" y="64443"/>
                    <a:pt x="38397" y="60871"/>
                  </a:cubicBezTo>
                  <a:cubicBezTo>
                    <a:pt x="36859" y="54521"/>
                    <a:pt x="35917" y="49659"/>
                    <a:pt x="35570" y="46286"/>
                  </a:cubicBezTo>
                  <a:lnTo>
                    <a:pt x="34825" y="46286"/>
                  </a:lnTo>
                  <a:cubicBezTo>
                    <a:pt x="29567" y="53678"/>
                    <a:pt x="25660" y="58986"/>
                    <a:pt x="23105" y="62210"/>
                  </a:cubicBezTo>
                  <a:cubicBezTo>
                    <a:pt x="20550" y="65435"/>
                    <a:pt x="18442" y="67816"/>
                    <a:pt x="16780" y="69354"/>
                  </a:cubicBezTo>
                  <a:cubicBezTo>
                    <a:pt x="15118" y="70892"/>
                    <a:pt x="13506" y="71971"/>
                    <a:pt x="11943" y="72591"/>
                  </a:cubicBezTo>
                  <a:cubicBezTo>
                    <a:pt x="10380" y="73211"/>
                    <a:pt x="8309" y="73521"/>
                    <a:pt x="5730" y="73521"/>
                  </a:cubicBezTo>
                  <a:cubicBezTo>
                    <a:pt x="3398" y="73521"/>
                    <a:pt x="1488" y="73224"/>
                    <a:pt x="0" y="72628"/>
                  </a:cubicBezTo>
                  <a:lnTo>
                    <a:pt x="2976" y="59159"/>
                  </a:lnTo>
                  <a:lnTo>
                    <a:pt x="8185" y="59159"/>
                  </a:lnTo>
                  <a:cubicBezTo>
                    <a:pt x="8483" y="61243"/>
                    <a:pt x="9351" y="62285"/>
                    <a:pt x="10790" y="62285"/>
                  </a:cubicBezTo>
                  <a:cubicBezTo>
                    <a:pt x="11484" y="62285"/>
                    <a:pt x="12216" y="62099"/>
                    <a:pt x="12985" y="61727"/>
                  </a:cubicBezTo>
                  <a:cubicBezTo>
                    <a:pt x="13754" y="61355"/>
                    <a:pt x="14858" y="60462"/>
                    <a:pt x="16296" y="59048"/>
                  </a:cubicBezTo>
                  <a:cubicBezTo>
                    <a:pt x="17735" y="57634"/>
                    <a:pt x="19719" y="55414"/>
                    <a:pt x="22249" y="52388"/>
                  </a:cubicBezTo>
                  <a:cubicBezTo>
                    <a:pt x="24780" y="49362"/>
                    <a:pt x="28451" y="44822"/>
                    <a:pt x="33263" y="38770"/>
                  </a:cubicBezTo>
                  <a:cubicBezTo>
                    <a:pt x="32519" y="34851"/>
                    <a:pt x="31750" y="31080"/>
                    <a:pt x="30956" y="27459"/>
                  </a:cubicBezTo>
                  <a:cubicBezTo>
                    <a:pt x="30162" y="23837"/>
                    <a:pt x="29344" y="20464"/>
                    <a:pt x="28500" y="17339"/>
                  </a:cubicBezTo>
                  <a:cubicBezTo>
                    <a:pt x="27657" y="14213"/>
                    <a:pt x="26962" y="12167"/>
                    <a:pt x="26417" y="11200"/>
                  </a:cubicBezTo>
                  <a:cubicBezTo>
                    <a:pt x="25871" y="10232"/>
                    <a:pt x="25288" y="9562"/>
                    <a:pt x="24668" y="9190"/>
                  </a:cubicBezTo>
                  <a:cubicBezTo>
                    <a:pt x="24048" y="8818"/>
                    <a:pt x="23266" y="8632"/>
                    <a:pt x="22324" y="8632"/>
                  </a:cubicBezTo>
                  <a:cubicBezTo>
                    <a:pt x="21282" y="8632"/>
                    <a:pt x="20340" y="8868"/>
                    <a:pt x="19496" y="9339"/>
                  </a:cubicBezTo>
                  <a:cubicBezTo>
                    <a:pt x="18653" y="9810"/>
                    <a:pt x="17735" y="10629"/>
                    <a:pt x="16743" y="11795"/>
                  </a:cubicBezTo>
                  <a:cubicBezTo>
                    <a:pt x="15751" y="12961"/>
                    <a:pt x="14436" y="14784"/>
                    <a:pt x="12799" y="17264"/>
                  </a:cubicBezTo>
                  <a:lnTo>
                    <a:pt x="7962" y="14064"/>
                  </a:lnTo>
                  <a:cubicBezTo>
                    <a:pt x="11087" y="9352"/>
                    <a:pt x="14089" y="5829"/>
                    <a:pt x="16966" y="3498"/>
                  </a:cubicBezTo>
                  <a:cubicBezTo>
                    <a:pt x="19843" y="1166"/>
                    <a:pt x="23242" y="0"/>
                    <a:pt x="2716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02" name="文本框 301">
            <a:extLst>
              <a:ext uri="{FF2B5EF4-FFF2-40B4-BE49-F238E27FC236}">
                <a16:creationId xmlns:a16="http://schemas.microsoft.com/office/drawing/2014/main" id="{B1486D88-608D-46DC-A546-21F1A4B33805}"/>
              </a:ext>
            </a:extLst>
          </p:cNvPr>
          <p:cNvSpPr txBox="1"/>
          <p:nvPr/>
        </p:nvSpPr>
        <p:spPr>
          <a:xfrm>
            <a:off x="4887016" y="1124931"/>
            <a:ext cx="608407" cy="152555"/>
          </a:xfrm>
          <a:custGeom>
            <a:avLst/>
            <a:gdLst/>
            <a:ahLst/>
            <a:cxnLst/>
            <a:rect l="l" t="t" r="r" b="b"/>
            <a:pathLst>
              <a:path w="805129" h="201882">
                <a:moveTo>
                  <a:pt x="377533" y="126273"/>
                </a:moveTo>
                <a:cubicBezTo>
                  <a:pt x="379933" y="126273"/>
                  <a:pt x="384348" y="127301"/>
                  <a:pt x="390778" y="129359"/>
                </a:cubicBezTo>
                <a:cubicBezTo>
                  <a:pt x="397207" y="131416"/>
                  <a:pt x="401493" y="134116"/>
                  <a:pt x="403636" y="137460"/>
                </a:cubicBezTo>
                <a:cubicBezTo>
                  <a:pt x="405779" y="140803"/>
                  <a:pt x="406851" y="143846"/>
                  <a:pt x="406851" y="146589"/>
                </a:cubicBezTo>
                <a:cubicBezTo>
                  <a:pt x="406851" y="150704"/>
                  <a:pt x="404579" y="152762"/>
                  <a:pt x="400036" y="152762"/>
                </a:cubicBezTo>
                <a:cubicBezTo>
                  <a:pt x="395492" y="152762"/>
                  <a:pt x="390092" y="149204"/>
                  <a:pt x="383834" y="142089"/>
                </a:cubicBezTo>
                <a:cubicBezTo>
                  <a:pt x="377576" y="134974"/>
                  <a:pt x="374447" y="130302"/>
                  <a:pt x="374447" y="128073"/>
                </a:cubicBezTo>
                <a:cubicBezTo>
                  <a:pt x="374447" y="126873"/>
                  <a:pt x="375476" y="126273"/>
                  <a:pt x="377533" y="126273"/>
                </a:cubicBezTo>
                <a:close/>
                <a:moveTo>
                  <a:pt x="478603" y="124730"/>
                </a:moveTo>
                <a:lnTo>
                  <a:pt x="613105" y="124730"/>
                </a:lnTo>
                <a:lnTo>
                  <a:pt x="613105" y="136045"/>
                </a:lnTo>
                <a:lnTo>
                  <a:pt x="478603" y="136045"/>
                </a:lnTo>
                <a:close/>
                <a:moveTo>
                  <a:pt x="478603" y="66608"/>
                </a:moveTo>
                <a:lnTo>
                  <a:pt x="613105" y="66608"/>
                </a:lnTo>
                <a:lnTo>
                  <a:pt x="613105" y="77667"/>
                </a:lnTo>
                <a:lnTo>
                  <a:pt x="478603" y="77667"/>
                </a:lnTo>
                <a:close/>
                <a:moveTo>
                  <a:pt x="64808" y="64808"/>
                </a:moveTo>
                <a:cubicBezTo>
                  <a:pt x="48006" y="68237"/>
                  <a:pt x="34119" y="70208"/>
                  <a:pt x="23146" y="70723"/>
                </a:cubicBezTo>
                <a:cubicBezTo>
                  <a:pt x="27775" y="95412"/>
                  <a:pt x="31461" y="116671"/>
                  <a:pt x="34204" y="134502"/>
                </a:cubicBezTo>
                <a:cubicBezTo>
                  <a:pt x="41577" y="133988"/>
                  <a:pt x="51692" y="132531"/>
                  <a:pt x="64551" y="130130"/>
                </a:cubicBezTo>
                <a:lnTo>
                  <a:pt x="64808" y="102355"/>
                </a:lnTo>
                <a:cubicBezTo>
                  <a:pt x="58979" y="103213"/>
                  <a:pt x="54521" y="103641"/>
                  <a:pt x="51435" y="103641"/>
                </a:cubicBezTo>
                <a:cubicBezTo>
                  <a:pt x="48349" y="103641"/>
                  <a:pt x="45692" y="103255"/>
                  <a:pt x="43463" y="102484"/>
                </a:cubicBezTo>
                <a:cubicBezTo>
                  <a:pt x="41234" y="101712"/>
                  <a:pt x="40119" y="100727"/>
                  <a:pt x="40119" y="99526"/>
                </a:cubicBezTo>
                <a:cubicBezTo>
                  <a:pt x="40119" y="98326"/>
                  <a:pt x="41491" y="97555"/>
                  <a:pt x="44234" y="97212"/>
                </a:cubicBezTo>
                <a:cubicBezTo>
                  <a:pt x="49892" y="96526"/>
                  <a:pt x="56750" y="95069"/>
                  <a:pt x="64808" y="92840"/>
                </a:cubicBezTo>
                <a:close/>
                <a:moveTo>
                  <a:pt x="117015" y="57864"/>
                </a:moveTo>
                <a:cubicBezTo>
                  <a:pt x="106385" y="57864"/>
                  <a:pt x="93183" y="59321"/>
                  <a:pt x="77410" y="62236"/>
                </a:cubicBezTo>
                <a:cubicBezTo>
                  <a:pt x="77410" y="68237"/>
                  <a:pt x="77238" y="77238"/>
                  <a:pt x="76896" y="89239"/>
                </a:cubicBezTo>
                <a:cubicBezTo>
                  <a:pt x="85639" y="86668"/>
                  <a:pt x="91469" y="85382"/>
                  <a:pt x="94383" y="85382"/>
                </a:cubicBezTo>
                <a:cubicBezTo>
                  <a:pt x="97298" y="85382"/>
                  <a:pt x="99870" y="85896"/>
                  <a:pt x="102099" y="86925"/>
                </a:cubicBezTo>
                <a:cubicBezTo>
                  <a:pt x="104327" y="87954"/>
                  <a:pt x="105442" y="89325"/>
                  <a:pt x="105442" y="91040"/>
                </a:cubicBezTo>
                <a:cubicBezTo>
                  <a:pt x="105442" y="92754"/>
                  <a:pt x="103942" y="94126"/>
                  <a:pt x="100941" y="95154"/>
                </a:cubicBezTo>
                <a:cubicBezTo>
                  <a:pt x="97941" y="96183"/>
                  <a:pt x="89840" y="97898"/>
                  <a:pt x="76638" y="100298"/>
                </a:cubicBezTo>
                <a:cubicBezTo>
                  <a:pt x="76638" y="110242"/>
                  <a:pt x="76467" y="119586"/>
                  <a:pt x="76124" y="128330"/>
                </a:cubicBezTo>
                <a:cubicBezTo>
                  <a:pt x="87268" y="126273"/>
                  <a:pt x="94812" y="125244"/>
                  <a:pt x="98755" y="125244"/>
                </a:cubicBezTo>
                <a:cubicBezTo>
                  <a:pt x="102699" y="125244"/>
                  <a:pt x="105442" y="125673"/>
                  <a:pt x="106985" y="126530"/>
                </a:cubicBezTo>
                <a:cubicBezTo>
                  <a:pt x="108528" y="127387"/>
                  <a:pt x="109642" y="127816"/>
                  <a:pt x="110328" y="127816"/>
                </a:cubicBezTo>
                <a:cubicBezTo>
                  <a:pt x="113071" y="127816"/>
                  <a:pt x="116286" y="118900"/>
                  <a:pt x="119972" y="101069"/>
                </a:cubicBezTo>
                <a:cubicBezTo>
                  <a:pt x="123658" y="83239"/>
                  <a:pt x="125502" y="72094"/>
                  <a:pt x="125502" y="67637"/>
                </a:cubicBezTo>
                <a:cubicBezTo>
                  <a:pt x="125502" y="63179"/>
                  <a:pt x="124987" y="60436"/>
                  <a:pt x="123959" y="59407"/>
                </a:cubicBezTo>
                <a:cubicBezTo>
                  <a:pt x="122930" y="58378"/>
                  <a:pt x="120615" y="57864"/>
                  <a:pt x="117015" y="57864"/>
                </a:cubicBezTo>
                <a:close/>
                <a:moveTo>
                  <a:pt x="333942" y="48349"/>
                </a:moveTo>
                <a:cubicBezTo>
                  <a:pt x="336085" y="48349"/>
                  <a:pt x="340414" y="49506"/>
                  <a:pt x="346929" y="51820"/>
                </a:cubicBezTo>
                <a:cubicBezTo>
                  <a:pt x="353444" y="54135"/>
                  <a:pt x="356702" y="56921"/>
                  <a:pt x="356702" y="60179"/>
                </a:cubicBezTo>
                <a:cubicBezTo>
                  <a:pt x="356702" y="61379"/>
                  <a:pt x="356273" y="62879"/>
                  <a:pt x="355416" y="64679"/>
                </a:cubicBezTo>
                <a:cubicBezTo>
                  <a:pt x="354559" y="66479"/>
                  <a:pt x="353659" y="70937"/>
                  <a:pt x="352716" y="78052"/>
                </a:cubicBezTo>
                <a:cubicBezTo>
                  <a:pt x="351773" y="85167"/>
                  <a:pt x="351130" y="92754"/>
                  <a:pt x="350787" y="100812"/>
                </a:cubicBezTo>
                <a:lnTo>
                  <a:pt x="368018" y="96183"/>
                </a:lnTo>
                <a:cubicBezTo>
                  <a:pt x="374876" y="93954"/>
                  <a:pt x="380919" y="92840"/>
                  <a:pt x="386148" y="92840"/>
                </a:cubicBezTo>
                <a:cubicBezTo>
                  <a:pt x="391378" y="92840"/>
                  <a:pt x="395064" y="93611"/>
                  <a:pt x="397207" y="95154"/>
                </a:cubicBezTo>
                <a:cubicBezTo>
                  <a:pt x="399350" y="96697"/>
                  <a:pt x="400422" y="98155"/>
                  <a:pt x="400422" y="99526"/>
                </a:cubicBezTo>
                <a:cubicBezTo>
                  <a:pt x="400422" y="100898"/>
                  <a:pt x="398236" y="102398"/>
                  <a:pt x="393864" y="104027"/>
                </a:cubicBezTo>
                <a:cubicBezTo>
                  <a:pt x="389492" y="105656"/>
                  <a:pt x="374961" y="108356"/>
                  <a:pt x="350273" y="112128"/>
                </a:cubicBezTo>
                <a:lnTo>
                  <a:pt x="348472" y="170764"/>
                </a:lnTo>
                <a:cubicBezTo>
                  <a:pt x="362703" y="169564"/>
                  <a:pt x="379419" y="167335"/>
                  <a:pt x="398621" y="164077"/>
                </a:cubicBezTo>
                <a:cubicBezTo>
                  <a:pt x="403422" y="163392"/>
                  <a:pt x="408351" y="163049"/>
                  <a:pt x="413409" y="163049"/>
                </a:cubicBezTo>
                <a:cubicBezTo>
                  <a:pt x="418467" y="163049"/>
                  <a:pt x="423696" y="164720"/>
                  <a:pt x="429097" y="168064"/>
                </a:cubicBezTo>
                <a:cubicBezTo>
                  <a:pt x="434497" y="171407"/>
                  <a:pt x="437198" y="174364"/>
                  <a:pt x="437198" y="176936"/>
                </a:cubicBezTo>
                <a:cubicBezTo>
                  <a:pt x="437198" y="180022"/>
                  <a:pt x="434026" y="181565"/>
                  <a:pt x="427682" y="181565"/>
                </a:cubicBezTo>
                <a:cubicBezTo>
                  <a:pt x="424939" y="181565"/>
                  <a:pt x="421767" y="181222"/>
                  <a:pt x="418167" y="180537"/>
                </a:cubicBezTo>
                <a:cubicBezTo>
                  <a:pt x="408566" y="178822"/>
                  <a:pt x="396564" y="177965"/>
                  <a:pt x="382162" y="177965"/>
                </a:cubicBezTo>
                <a:cubicBezTo>
                  <a:pt x="350958" y="177965"/>
                  <a:pt x="320269" y="181222"/>
                  <a:pt x="290094" y="187737"/>
                </a:cubicBezTo>
                <a:cubicBezTo>
                  <a:pt x="285979" y="188595"/>
                  <a:pt x="282593" y="189023"/>
                  <a:pt x="279935" y="189023"/>
                </a:cubicBezTo>
                <a:cubicBezTo>
                  <a:pt x="277278" y="189023"/>
                  <a:pt x="273892" y="187780"/>
                  <a:pt x="269777" y="185294"/>
                </a:cubicBezTo>
                <a:cubicBezTo>
                  <a:pt x="265662" y="182808"/>
                  <a:pt x="263605" y="180922"/>
                  <a:pt x="263605" y="179636"/>
                </a:cubicBezTo>
                <a:cubicBezTo>
                  <a:pt x="263605" y="178351"/>
                  <a:pt x="265233" y="177622"/>
                  <a:pt x="268491" y="177450"/>
                </a:cubicBezTo>
                <a:cubicBezTo>
                  <a:pt x="282550" y="177108"/>
                  <a:pt x="305267" y="175307"/>
                  <a:pt x="336642" y="172050"/>
                </a:cubicBezTo>
                <a:lnTo>
                  <a:pt x="337671" y="114185"/>
                </a:lnTo>
                <a:cubicBezTo>
                  <a:pt x="324641" y="116071"/>
                  <a:pt x="316025" y="117014"/>
                  <a:pt x="311825" y="117014"/>
                </a:cubicBezTo>
                <a:cubicBezTo>
                  <a:pt x="307624" y="117014"/>
                  <a:pt x="304110" y="116457"/>
                  <a:pt x="301281" y="115343"/>
                </a:cubicBezTo>
                <a:cubicBezTo>
                  <a:pt x="298452" y="114228"/>
                  <a:pt x="297037" y="113114"/>
                  <a:pt x="297037" y="111999"/>
                </a:cubicBezTo>
                <a:cubicBezTo>
                  <a:pt x="297037" y="110885"/>
                  <a:pt x="298495" y="110156"/>
                  <a:pt x="301409" y="109813"/>
                </a:cubicBezTo>
                <a:cubicBezTo>
                  <a:pt x="309125" y="108785"/>
                  <a:pt x="321212" y="106642"/>
                  <a:pt x="337671" y="103384"/>
                </a:cubicBezTo>
                <a:cubicBezTo>
                  <a:pt x="337842" y="86753"/>
                  <a:pt x="337628" y="75523"/>
                  <a:pt x="337028" y="69694"/>
                </a:cubicBezTo>
                <a:cubicBezTo>
                  <a:pt x="336428" y="63865"/>
                  <a:pt x="335228" y="59579"/>
                  <a:pt x="333428" y="56835"/>
                </a:cubicBezTo>
                <a:cubicBezTo>
                  <a:pt x="331627" y="54092"/>
                  <a:pt x="330727" y="51992"/>
                  <a:pt x="330727" y="50535"/>
                </a:cubicBezTo>
                <a:cubicBezTo>
                  <a:pt x="330727" y="49077"/>
                  <a:pt x="331799" y="48349"/>
                  <a:pt x="333942" y="48349"/>
                </a:cubicBezTo>
                <a:close/>
                <a:moveTo>
                  <a:pt x="636165" y="19802"/>
                </a:moveTo>
                <a:cubicBezTo>
                  <a:pt x="647481" y="20317"/>
                  <a:pt x="659054" y="20574"/>
                  <a:pt x="670884" y="20574"/>
                </a:cubicBezTo>
                <a:cubicBezTo>
                  <a:pt x="687858" y="20574"/>
                  <a:pt x="699430" y="20317"/>
                  <a:pt x="705603" y="19802"/>
                </a:cubicBezTo>
                <a:lnTo>
                  <a:pt x="705603" y="23917"/>
                </a:lnTo>
                <a:lnTo>
                  <a:pt x="689401" y="25974"/>
                </a:lnTo>
                <a:cubicBezTo>
                  <a:pt x="686314" y="26317"/>
                  <a:pt x="684128" y="27475"/>
                  <a:pt x="682843" y="29446"/>
                </a:cubicBezTo>
                <a:cubicBezTo>
                  <a:pt x="681557" y="31418"/>
                  <a:pt x="680914" y="34547"/>
                  <a:pt x="680914" y="38833"/>
                </a:cubicBezTo>
                <a:lnTo>
                  <a:pt x="680914" y="130645"/>
                </a:lnTo>
                <a:cubicBezTo>
                  <a:pt x="680914" y="147104"/>
                  <a:pt x="684343" y="158977"/>
                  <a:pt x="691201" y="166263"/>
                </a:cubicBezTo>
                <a:cubicBezTo>
                  <a:pt x="698059" y="173550"/>
                  <a:pt x="709289" y="177193"/>
                  <a:pt x="724891" y="177193"/>
                </a:cubicBezTo>
                <a:cubicBezTo>
                  <a:pt x="745808" y="177193"/>
                  <a:pt x="759909" y="172350"/>
                  <a:pt x="767196" y="162663"/>
                </a:cubicBezTo>
                <a:cubicBezTo>
                  <a:pt x="774483" y="152976"/>
                  <a:pt x="778126" y="135531"/>
                  <a:pt x="778126" y="110328"/>
                </a:cubicBezTo>
                <a:lnTo>
                  <a:pt x="778126" y="39090"/>
                </a:lnTo>
                <a:cubicBezTo>
                  <a:pt x="778126" y="32232"/>
                  <a:pt x="774611" y="28117"/>
                  <a:pt x="767582" y="26746"/>
                </a:cubicBezTo>
                <a:lnTo>
                  <a:pt x="752408" y="23917"/>
                </a:lnTo>
                <a:lnTo>
                  <a:pt x="752408" y="19802"/>
                </a:lnTo>
                <a:cubicBezTo>
                  <a:pt x="756523" y="20317"/>
                  <a:pt x="765267" y="20574"/>
                  <a:pt x="778640" y="20574"/>
                </a:cubicBezTo>
                <a:cubicBezTo>
                  <a:pt x="792013" y="20574"/>
                  <a:pt x="800843" y="20317"/>
                  <a:pt x="805129" y="19802"/>
                </a:cubicBezTo>
                <a:lnTo>
                  <a:pt x="805129" y="23917"/>
                </a:lnTo>
                <a:lnTo>
                  <a:pt x="790213" y="27260"/>
                </a:lnTo>
                <a:cubicBezTo>
                  <a:pt x="786441" y="27946"/>
                  <a:pt x="784555" y="31889"/>
                  <a:pt x="784555" y="39090"/>
                </a:cubicBezTo>
                <a:lnTo>
                  <a:pt x="784555" y="117014"/>
                </a:lnTo>
                <a:cubicBezTo>
                  <a:pt x="784555" y="141017"/>
                  <a:pt x="780098" y="158419"/>
                  <a:pt x="771182" y="169221"/>
                </a:cubicBezTo>
                <a:cubicBezTo>
                  <a:pt x="762267" y="180022"/>
                  <a:pt x="747094" y="185423"/>
                  <a:pt x="725662" y="185423"/>
                </a:cubicBezTo>
                <a:cubicBezTo>
                  <a:pt x="704745" y="185423"/>
                  <a:pt x="688672" y="181051"/>
                  <a:pt x="677442" y="172307"/>
                </a:cubicBezTo>
                <a:cubicBezTo>
                  <a:pt x="666212" y="163563"/>
                  <a:pt x="660597" y="150961"/>
                  <a:pt x="660597" y="134502"/>
                </a:cubicBezTo>
                <a:lnTo>
                  <a:pt x="660597" y="38062"/>
                </a:lnTo>
                <a:cubicBezTo>
                  <a:pt x="660597" y="33947"/>
                  <a:pt x="660168" y="30989"/>
                  <a:pt x="659311" y="29189"/>
                </a:cubicBezTo>
                <a:cubicBezTo>
                  <a:pt x="658454" y="27389"/>
                  <a:pt x="656825" y="26317"/>
                  <a:pt x="654425" y="25974"/>
                </a:cubicBezTo>
                <a:lnTo>
                  <a:pt x="636165" y="23917"/>
                </a:lnTo>
                <a:close/>
                <a:moveTo>
                  <a:pt x="383319" y="18002"/>
                </a:moveTo>
                <a:cubicBezTo>
                  <a:pt x="386834" y="18002"/>
                  <a:pt x="390306" y="18859"/>
                  <a:pt x="393735" y="20574"/>
                </a:cubicBezTo>
                <a:cubicBezTo>
                  <a:pt x="397164" y="22288"/>
                  <a:pt x="398879" y="23831"/>
                  <a:pt x="398879" y="25203"/>
                </a:cubicBezTo>
                <a:cubicBezTo>
                  <a:pt x="398879" y="26574"/>
                  <a:pt x="398407" y="27646"/>
                  <a:pt x="397464" y="28418"/>
                </a:cubicBezTo>
                <a:cubicBezTo>
                  <a:pt x="396521" y="29189"/>
                  <a:pt x="395064" y="29875"/>
                  <a:pt x="393092" y="30475"/>
                </a:cubicBezTo>
                <a:cubicBezTo>
                  <a:pt x="391120" y="31075"/>
                  <a:pt x="382162" y="32575"/>
                  <a:pt x="366217" y="34975"/>
                </a:cubicBezTo>
                <a:cubicBezTo>
                  <a:pt x="350273" y="37376"/>
                  <a:pt x="335828" y="39219"/>
                  <a:pt x="322883" y="40505"/>
                </a:cubicBezTo>
                <a:cubicBezTo>
                  <a:pt x="309939" y="41791"/>
                  <a:pt x="301238" y="42434"/>
                  <a:pt x="296780" y="42434"/>
                </a:cubicBezTo>
                <a:cubicBezTo>
                  <a:pt x="292322" y="42434"/>
                  <a:pt x="288465" y="42091"/>
                  <a:pt x="285207" y="41405"/>
                </a:cubicBezTo>
                <a:cubicBezTo>
                  <a:pt x="285379" y="57350"/>
                  <a:pt x="282936" y="77281"/>
                  <a:pt x="277878" y="101198"/>
                </a:cubicBezTo>
                <a:cubicBezTo>
                  <a:pt x="272820" y="125115"/>
                  <a:pt x="265876" y="144318"/>
                  <a:pt x="257047" y="158805"/>
                </a:cubicBezTo>
                <a:cubicBezTo>
                  <a:pt x="248217" y="173293"/>
                  <a:pt x="239987" y="183751"/>
                  <a:pt x="232358" y="190181"/>
                </a:cubicBezTo>
                <a:cubicBezTo>
                  <a:pt x="224728" y="196610"/>
                  <a:pt x="219628" y="199825"/>
                  <a:pt x="217056" y="199825"/>
                </a:cubicBezTo>
                <a:cubicBezTo>
                  <a:pt x="216541" y="199825"/>
                  <a:pt x="216284" y="199568"/>
                  <a:pt x="216284" y="199053"/>
                </a:cubicBezTo>
                <a:cubicBezTo>
                  <a:pt x="216284" y="197853"/>
                  <a:pt x="217570" y="195881"/>
                  <a:pt x="220142" y="193138"/>
                </a:cubicBezTo>
                <a:cubicBezTo>
                  <a:pt x="230943" y="181308"/>
                  <a:pt x="240287" y="166778"/>
                  <a:pt x="248174" y="149547"/>
                </a:cubicBezTo>
                <a:cubicBezTo>
                  <a:pt x="256061" y="132316"/>
                  <a:pt x="261547" y="115043"/>
                  <a:pt x="264633" y="97726"/>
                </a:cubicBezTo>
                <a:cubicBezTo>
                  <a:pt x="267719" y="80410"/>
                  <a:pt x="269262" y="66051"/>
                  <a:pt x="269262" y="54649"/>
                </a:cubicBezTo>
                <a:cubicBezTo>
                  <a:pt x="269262" y="43248"/>
                  <a:pt x="267977" y="35833"/>
                  <a:pt x="265405" y="32404"/>
                </a:cubicBezTo>
                <a:cubicBezTo>
                  <a:pt x="264033" y="30861"/>
                  <a:pt x="263347" y="29532"/>
                  <a:pt x="263347" y="28418"/>
                </a:cubicBezTo>
                <a:cubicBezTo>
                  <a:pt x="263347" y="27303"/>
                  <a:pt x="264205" y="26746"/>
                  <a:pt x="265919" y="26746"/>
                </a:cubicBezTo>
                <a:cubicBezTo>
                  <a:pt x="269520" y="26746"/>
                  <a:pt x="276035" y="29318"/>
                  <a:pt x="285464" y="34461"/>
                </a:cubicBezTo>
                <a:cubicBezTo>
                  <a:pt x="294723" y="34461"/>
                  <a:pt x="304924" y="33518"/>
                  <a:pt x="316068" y="31632"/>
                </a:cubicBezTo>
                <a:cubicBezTo>
                  <a:pt x="327212" y="29746"/>
                  <a:pt x="344186" y="26060"/>
                  <a:pt x="366989" y="20574"/>
                </a:cubicBezTo>
                <a:cubicBezTo>
                  <a:pt x="374361" y="18859"/>
                  <a:pt x="379805" y="18002"/>
                  <a:pt x="383319" y="18002"/>
                </a:cubicBezTo>
                <a:close/>
                <a:moveTo>
                  <a:pt x="58507" y="0"/>
                </a:moveTo>
                <a:cubicBezTo>
                  <a:pt x="60822" y="0"/>
                  <a:pt x="65408" y="1328"/>
                  <a:pt x="72266" y="3986"/>
                </a:cubicBezTo>
                <a:cubicBezTo>
                  <a:pt x="79124" y="6643"/>
                  <a:pt x="82553" y="10201"/>
                  <a:pt x="82553" y="14659"/>
                </a:cubicBezTo>
                <a:cubicBezTo>
                  <a:pt x="82553" y="16373"/>
                  <a:pt x="82039" y="18945"/>
                  <a:pt x="81010" y="22374"/>
                </a:cubicBezTo>
                <a:cubicBezTo>
                  <a:pt x="79124" y="28546"/>
                  <a:pt x="77924" y="39347"/>
                  <a:pt x="77410" y="54778"/>
                </a:cubicBezTo>
                <a:cubicBezTo>
                  <a:pt x="101070" y="50835"/>
                  <a:pt x="114957" y="48177"/>
                  <a:pt x="119072" y="46806"/>
                </a:cubicBezTo>
                <a:cubicBezTo>
                  <a:pt x="123358" y="44920"/>
                  <a:pt x="126573" y="43977"/>
                  <a:pt x="128716" y="43977"/>
                </a:cubicBezTo>
                <a:cubicBezTo>
                  <a:pt x="130859" y="43977"/>
                  <a:pt x="135831" y="46163"/>
                  <a:pt x="143632" y="50535"/>
                </a:cubicBezTo>
                <a:cubicBezTo>
                  <a:pt x="151433" y="54907"/>
                  <a:pt x="155334" y="58464"/>
                  <a:pt x="155334" y="61207"/>
                </a:cubicBezTo>
                <a:cubicBezTo>
                  <a:pt x="155334" y="63093"/>
                  <a:pt x="154005" y="65065"/>
                  <a:pt x="151348" y="67122"/>
                </a:cubicBezTo>
                <a:cubicBezTo>
                  <a:pt x="148690" y="69180"/>
                  <a:pt x="146376" y="72137"/>
                  <a:pt x="144404" y="75995"/>
                </a:cubicBezTo>
                <a:cubicBezTo>
                  <a:pt x="142432" y="79853"/>
                  <a:pt x="140761" y="84482"/>
                  <a:pt x="139389" y="89882"/>
                </a:cubicBezTo>
                <a:cubicBezTo>
                  <a:pt x="138017" y="95283"/>
                  <a:pt x="135703" y="102913"/>
                  <a:pt x="132445" y="112771"/>
                </a:cubicBezTo>
                <a:cubicBezTo>
                  <a:pt x="129188" y="122629"/>
                  <a:pt x="125930" y="129573"/>
                  <a:pt x="122673" y="133602"/>
                </a:cubicBezTo>
                <a:cubicBezTo>
                  <a:pt x="119415" y="137631"/>
                  <a:pt x="116886" y="139646"/>
                  <a:pt x="115086" y="139646"/>
                </a:cubicBezTo>
                <a:cubicBezTo>
                  <a:pt x="113286" y="139646"/>
                  <a:pt x="111743" y="138574"/>
                  <a:pt x="110457" y="136431"/>
                </a:cubicBezTo>
                <a:cubicBezTo>
                  <a:pt x="109171" y="134288"/>
                  <a:pt x="107071" y="133216"/>
                  <a:pt x="104156" y="133216"/>
                </a:cubicBezTo>
                <a:cubicBezTo>
                  <a:pt x="101241" y="133216"/>
                  <a:pt x="91897" y="134331"/>
                  <a:pt x="76124" y="136560"/>
                </a:cubicBezTo>
                <a:cubicBezTo>
                  <a:pt x="75953" y="147190"/>
                  <a:pt x="76210" y="155548"/>
                  <a:pt x="76896" y="161634"/>
                </a:cubicBezTo>
                <a:cubicBezTo>
                  <a:pt x="77581" y="167721"/>
                  <a:pt x="78953" y="172264"/>
                  <a:pt x="81010" y="175264"/>
                </a:cubicBezTo>
                <a:cubicBezTo>
                  <a:pt x="83068" y="178265"/>
                  <a:pt x="87568" y="180665"/>
                  <a:pt x="94512" y="182465"/>
                </a:cubicBezTo>
                <a:cubicBezTo>
                  <a:pt x="101456" y="184266"/>
                  <a:pt x="109385" y="185166"/>
                  <a:pt x="118301" y="185166"/>
                </a:cubicBezTo>
                <a:cubicBezTo>
                  <a:pt x="127216" y="185166"/>
                  <a:pt x="135831" y="184480"/>
                  <a:pt x="144147" y="183108"/>
                </a:cubicBezTo>
                <a:cubicBezTo>
                  <a:pt x="152462" y="181737"/>
                  <a:pt x="157734" y="179979"/>
                  <a:pt x="159963" y="177836"/>
                </a:cubicBezTo>
                <a:cubicBezTo>
                  <a:pt x="162192" y="175693"/>
                  <a:pt x="164164" y="172736"/>
                  <a:pt x="165878" y="168964"/>
                </a:cubicBezTo>
                <a:cubicBezTo>
                  <a:pt x="167593" y="165192"/>
                  <a:pt x="169821" y="156534"/>
                  <a:pt x="172565" y="142989"/>
                </a:cubicBezTo>
                <a:cubicBezTo>
                  <a:pt x="173250" y="139560"/>
                  <a:pt x="174193" y="137845"/>
                  <a:pt x="175394" y="137845"/>
                </a:cubicBezTo>
                <a:cubicBezTo>
                  <a:pt x="176594" y="137845"/>
                  <a:pt x="177408" y="140031"/>
                  <a:pt x="177837" y="144403"/>
                </a:cubicBezTo>
                <a:cubicBezTo>
                  <a:pt x="178265" y="148775"/>
                  <a:pt x="179380" y="154433"/>
                  <a:pt x="181180" y="161377"/>
                </a:cubicBezTo>
                <a:cubicBezTo>
                  <a:pt x="182980" y="168321"/>
                  <a:pt x="184480" y="172864"/>
                  <a:pt x="185681" y="175007"/>
                </a:cubicBezTo>
                <a:cubicBezTo>
                  <a:pt x="186881" y="177150"/>
                  <a:pt x="187481" y="178993"/>
                  <a:pt x="187481" y="180537"/>
                </a:cubicBezTo>
                <a:cubicBezTo>
                  <a:pt x="187481" y="185337"/>
                  <a:pt x="181180" y="190095"/>
                  <a:pt x="168578" y="194810"/>
                </a:cubicBezTo>
                <a:cubicBezTo>
                  <a:pt x="155977" y="199525"/>
                  <a:pt x="141446" y="201882"/>
                  <a:pt x="124987" y="201882"/>
                </a:cubicBezTo>
                <a:cubicBezTo>
                  <a:pt x="113157" y="201882"/>
                  <a:pt x="103127" y="200596"/>
                  <a:pt x="94898" y="198024"/>
                </a:cubicBezTo>
                <a:cubicBezTo>
                  <a:pt x="86668" y="195453"/>
                  <a:pt x="80239" y="191981"/>
                  <a:pt x="75610" y="187609"/>
                </a:cubicBezTo>
                <a:cubicBezTo>
                  <a:pt x="70980" y="183237"/>
                  <a:pt x="67937" y="177450"/>
                  <a:pt x="66480" y="170250"/>
                </a:cubicBezTo>
                <a:cubicBezTo>
                  <a:pt x="65023" y="163049"/>
                  <a:pt x="64380" y="152333"/>
                  <a:pt x="64551" y="138103"/>
                </a:cubicBezTo>
                <a:cubicBezTo>
                  <a:pt x="51007" y="140160"/>
                  <a:pt x="40977" y="141360"/>
                  <a:pt x="34462" y="141703"/>
                </a:cubicBezTo>
                <a:cubicBezTo>
                  <a:pt x="34290" y="146161"/>
                  <a:pt x="33004" y="148390"/>
                  <a:pt x="30604" y="148390"/>
                </a:cubicBezTo>
                <a:cubicBezTo>
                  <a:pt x="29232" y="148390"/>
                  <a:pt x="27861" y="147190"/>
                  <a:pt x="26489" y="144789"/>
                </a:cubicBezTo>
                <a:cubicBezTo>
                  <a:pt x="25118" y="142389"/>
                  <a:pt x="24089" y="139560"/>
                  <a:pt x="23403" y="136302"/>
                </a:cubicBezTo>
                <a:cubicBezTo>
                  <a:pt x="19460" y="118129"/>
                  <a:pt x="15688" y="102870"/>
                  <a:pt x="12087" y="90525"/>
                </a:cubicBezTo>
                <a:cubicBezTo>
                  <a:pt x="8487" y="78181"/>
                  <a:pt x="5572" y="70937"/>
                  <a:pt x="3343" y="68794"/>
                </a:cubicBezTo>
                <a:cubicBezTo>
                  <a:pt x="1115" y="66651"/>
                  <a:pt x="0" y="64636"/>
                  <a:pt x="0" y="62750"/>
                </a:cubicBezTo>
                <a:cubicBezTo>
                  <a:pt x="0" y="60864"/>
                  <a:pt x="1543" y="59921"/>
                  <a:pt x="4629" y="59921"/>
                </a:cubicBezTo>
                <a:cubicBezTo>
                  <a:pt x="7715" y="59921"/>
                  <a:pt x="12345" y="61293"/>
                  <a:pt x="18517" y="64036"/>
                </a:cubicBezTo>
                <a:cubicBezTo>
                  <a:pt x="35490" y="61636"/>
                  <a:pt x="50921" y="59236"/>
                  <a:pt x="64808" y="56835"/>
                </a:cubicBezTo>
                <a:cubicBezTo>
                  <a:pt x="64637" y="36261"/>
                  <a:pt x="62965" y="22760"/>
                  <a:pt x="59793" y="16330"/>
                </a:cubicBezTo>
                <a:cubicBezTo>
                  <a:pt x="56622" y="9901"/>
                  <a:pt x="55036" y="5572"/>
                  <a:pt x="55036" y="3343"/>
                </a:cubicBezTo>
                <a:cubicBezTo>
                  <a:pt x="55036" y="1114"/>
                  <a:pt x="56193" y="0"/>
                  <a:pt x="58507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488C6447-8A4B-4985-8368-4364EDDC4FB5}"/>
              </a:ext>
            </a:extLst>
          </p:cNvPr>
          <p:cNvSpPr txBox="1"/>
          <p:nvPr/>
        </p:nvSpPr>
        <p:spPr>
          <a:xfrm>
            <a:off x="5495864" y="1132038"/>
            <a:ext cx="297820" cy="120299"/>
          </a:xfrm>
          <a:custGeom>
            <a:avLst/>
            <a:gdLst/>
            <a:ahLst/>
            <a:cxnLst/>
            <a:rect l="l" t="t" r="r" b="b"/>
            <a:pathLst>
              <a:path w="844180" h="340994">
                <a:moveTo>
                  <a:pt x="445592" y="69308"/>
                </a:moveTo>
                <a:lnTo>
                  <a:pt x="360536" y="292550"/>
                </a:lnTo>
                <a:lnTo>
                  <a:pt x="515913" y="292550"/>
                </a:lnTo>
                <a:close/>
                <a:moveTo>
                  <a:pt x="121667" y="54128"/>
                </a:moveTo>
                <a:lnTo>
                  <a:pt x="153368" y="54128"/>
                </a:lnTo>
                <a:lnTo>
                  <a:pt x="153368" y="182715"/>
                </a:lnTo>
                <a:lnTo>
                  <a:pt x="275035" y="182715"/>
                </a:lnTo>
                <a:lnTo>
                  <a:pt x="275035" y="212407"/>
                </a:lnTo>
                <a:lnTo>
                  <a:pt x="153368" y="212407"/>
                </a:lnTo>
                <a:lnTo>
                  <a:pt x="153368" y="340994"/>
                </a:lnTo>
                <a:lnTo>
                  <a:pt x="121667" y="340994"/>
                </a:lnTo>
                <a:lnTo>
                  <a:pt x="121667" y="212407"/>
                </a:lnTo>
                <a:lnTo>
                  <a:pt x="0" y="212407"/>
                </a:lnTo>
                <a:lnTo>
                  <a:pt x="0" y="182715"/>
                </a:lnTo>
                <a:lnTo>
                  <a:pt x="121667" y="182715"/>
                </a:lnTo>
                <a:close/>
                <a:moveTo>
                  <a:pt x="437778" y="19972"/>
                </a:moveTo>
                <a:lnTo>
                  <a:pt x="470818" y="19972"/>
                </a:lnTo>
                <a:lnTo>
                  <a:pt x="565026" y="313982"/>
                </a:lnTo>
                <a:lnTo>
                  <a:pt x="565026" y="328269"/>
                </a:lnTo>
                <a:lnTo>
                  <a:pt x="321023" y="328269"/>
                </a:lnTo>
                <a:lnTo>
                  <a:pt x="321023" y="313982"/>
                </a:lnTo>
                <a:close/>
                <a:moveTo>
                  <a:pt x="627010" y="0"/>
                </a:moveTo>
                <a:lnTo>
                  <a:pt x="659929" y="0"/>
                </a:lnTo>
                <a:lnTo>
                  <a:pt x="659929" y="197967"/>
                </a:lnTo>
                <a:cubicBezTo>
                  <a:pt x="659929" y="218389"/>
                  <a:pt x="660462" y="233781"/>
                  <a:pt x="661529" y="244144"/>
                </a:cubicBezTo>
                <a:cubicBezTo>
                  <a:pt x="662596" y="254508"/>
                  <a:pt x="666253" y="264490"/>
                  <a:pt x="672502" y="274091"/>
                </a:cubicBezTo>
                <a:cubicBezTo>
                  <a:pt x="678750" y="283692"/>
                  <a:pt x="687513" y="291312"/>
                  <a:pt x="698791" y="296951"/>
                </a:cubicBezTo>
                <a:cubicBezTo>
                  <a:pt x="710068" y="302590"/>
                  <a:pt x="722870" y="305409"/>
                  <a:pt x="737195" y="305409"/>
                </a:cubicBezTo>
                <a:cubicBezTo>
                  <a:pt x="748778" y="305409"/>
                  <a:pt x="759446" y="303047"/>
                  <a:pt x="769199" y="298323"/>
                </a:cubicBezTo>
                <a:cubicBezTo>
                  <a:pt x="778953" y="293598"/>
                  <a:pt x="787183" y="286969"/>
                  <a:pt x="793888" y="278434"/>
                </a:cubicBezTo>
                <a:cubicBezTo>
                  <a:pt x="800594" y="269900"/>
                  <a:pt x="805242" y="260527"/>
                  <a:pt x="807833" y="250317"/>
                </a:cubicBezTo>
                <a:cubicBezTo>
                  <a:pt x="810424" y="240106"/>
                  <a:pt x="811719" y="222656"/>
                  <a:pt x="811719" y="197967"/>
                </a:cubicBezTo>
                <a:lnTo>
                  <a:pt x="811719" y="0"/>
                </a:lnTo>
                <a:lnTo>
                  <a:pt x="844180" y="0"/>
                </a:lnTo>
                <a:lnTo>
                  <a:pt x="844180" y="197967"/>
                </a:lnTo>
                <a:cubicBezTo>
                  <a:pt x="844180" y="231190"/>
                  <a:pt x="840827" y="256641"/>
                  <a:pt x="834122" y="274320"/>
                </a:cubicBezTo>
                <a:cubicBezTo>
                  <a:pt x="827416" y="291998"/>
                  <a:pt x="815605" y="306781"/>
                  <a:pt x="798689" y="318668"/>
                </a:cubicBezTo>
                <a:cubicBezTo>
                  <a:pt x="781772" y="330555"/>
                  <a:pt x="761884" y="336499"/>
                  <a:pt x="739024" y="336499"/>
                </a:cubicBezTo>
                <a:cubicBezTo>
                  <a:pt x="720736" y="336499"/>
                  <a:pt x="704277" y="333527"/>
                  <a:pt x="689647" y="327583"/>
                </a:cubicBezTo>
                <a:cubicBezTo>
                  <a:pt x="675016" y="321640"/>
                  <a:pt x="662824" y="313334"/>
                  <a:pt x="653071" y="302666"/>
                </a:cubicBezTo>
                <a:cubicBezTo>
                  <a:pt x="643317" y="291998"/>
                  <a:pt x="636535" y="280111"/>
                  <a:pt x="632725" y="267004"/>
                </a:cubicBezTo>
                <a:cubicBezTo>
                  <a:pt x="628915" y="253898"/>
                  <a:pt x="627010" y="230886"/>
                  <a:pt x="627010" y="197967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654F03-86F6-479A-B90F-1136E71BED0B}"/>
              </a:ext>
            </a:extLst>
          </p:cNvPr>
          <p:cNvGrpSpPr/>
          <p:nvPr/>
        </p:nvGrpSpPr>
        <p:grpSpPr>
          <a:xfrm>
            <a:off x="4958805" y="1715222"/>
            <a:ext cx="2227802" cy="1637352"/>
            <a:chOff x="4390830" y="4009991"/>
            <a:chExt cx="3577041" cy="2314566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372B426-07AF-4A0A-8F38-039374376875}"/>
                </a:ext>
              </a:extLst>
            </p:cNvPr>
            <p:cNvCxnSpPr>
              <a:cxnSpLocks/>
            </p:cNvCxnSpPr>
            <p:nvPr/>
          </p:nvCxnSpPr>
          <p:spPr>
            <a:xfrm>
              <a:off x="4554122" y="4446450"/>
              <a:ext cx="0" cy="187810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5E6043D-25FC-4AEE-8AB1-2DE466CD8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4346" y="4446450"/>
              <a:ext cx="0" cy="187810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9A6C405-8078-4450-B49A-673F1C247D7D}"/>
                </a:ext>
              </a:extLst>
            </p:cNvPr>
            <p:cNvCxnSpPr>
              <a:cxnSpLocks/>
            </p:cNvCxnSpPr>
            <p:nvPr/>
          </p:nvCxnSpPr>
          <p:spPr>
            <a:xfrm>
              <a:off x="7661799" y="4446450"/>
              <a:ext cx="0" cy="187810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414BE7F-C4AD-4B55-B136-8A5F5CE17120}"/>
                </a:ext>
              </a:extLst>
            </p:cNvPr>
            <p:cNvCxnSpPr>
              <a:cxnSpLocks/>
            </p:cNvCxnSpPr>
            <p:nvPr/>
          </p:nvCxnSpPr>
          <p:spPr>
            <a:xfrm>
              <a:off x="7822024" y="4446450"/>
              <a:ext cx="0" cy="187810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右大括号 37">
              <a:extLst>
                <a:ext uri="{FF2B5EF4-FFF2-40B4-BE49-F238E27FC236}">
                  <a16:creationId xmlns:a16="http://schemas.microsoft.com/office/drawing/2014/main" id="{63C00DB3-D55C-4B0D-ADEB-9C8AC2C31725}"/>
                </a:ext>
              </a:extLst>
            </p:cNvPr>
            <p:cNvSpPr/>
            <p:nvPr/>
          </p:nvSpPr>
          <p:spPr>
            <a:xfrm rot="16200000">
              <a:off x="4565188" y="4260763"/>
              <a:ext cx="134213" cy="168669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右大括号 38">
              <a:extLst>
                <a:ext uri="{FF2B5EF4-FFF2-40B4-BE49-F238E27FC236}">
                  <a16:creationId xmlns:a16="http://schemas.microsoft.com/office/drawing/2014/main" id="{714408C3-A2EA-44AE-8471-8A5902473F37}"/>
                </a:ext>
              </a:extLst>
            </p:cNvPr>
            <p:cNvSpPr/>
            <p:nvPr/>
          </p:nvSpPr>
          <p:spPr>
            <a:xfrm rot="16200000">
              <a:off x="7670169" y="4260760"/>
              <a:ext cx="134213" cy="168669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702CE99-8064-4E11-9E18-D092415A3474}"/>
                </a:ext>
              </a:extLst>
            </p:cNvPr>
            <p:cNvSpPr txBox="1"/>
            <p:nvPr/>
          </p:nvSpPr>
          <p:spPr>
            <a:xfrm>
              <a:off x="7448359" y="4009991"/>
              <a:ext cx="519512" cy="176803"/>
            </a:xfrm>
            <a:custGeom>
              <a:avLst/>
              <a:gdLst/>
              <a:ahLst/>
              <a:cxnLst/>
              <a:rect l="l" t="t" r="r" b="b"/>
              <a:pathLst>
                <a:path w="200743" h="68318">
                  <a:moveTo>
                    <a:pt x="0" y="36667"/>
                  </a:moveTo>
                  <a:lnTo>
                    <a:pt x="24252" y="36667"/>
                  </a:lnTo>
                  <a:lnTo>
                    <a:pt x="24252" y="43341"/>
                  </a:lnTo>
                  <a:lnTo>
                    <a:pt x="0" y="43341"/>
                  </a:lnTo>
                  <a:close/>
                  <a:moveTo>
                    <a:pt x="77656" y="14160"/>
                  </a:moveTo>
                  <a:lnTo>
                    <a:pt x="53438" y="58784"/>
                  </a:lnTo>
                  <a:lnTo>
                    <a:pt x="103022" y="58784"/>
                  </a:lnTo>
                  <a:close/>
                  <a:moveTo>
                    <a:pt x="168098" y="7516"/>
                  </a:moveTo>
                  <a:cubicBezTo>
                    <a:pt x="161269" y="7516"/>
                    <a:pt x="155457" y="9954"/>
                    <a:pt x="150664" y="14828"/>
                  </a:cubicBezTo>
                  <a:cubicBezTo>
                    <a:pt x="145871" y="19703"/>
                    <a:pt x="143474" y="25670"/>
                    <a:pt x="143474" y="32729"/>
                  </a:cubicBezTo>
                  <a:cubicBezTo>
                    <a:pt x="143474" y="39875"/>
                    <a:pt x="145915" y="45794"/>
                    <a:pt x="150797" y="50485"/>
                  </a:cubicBezTo>
                  <a:cubicBezTo>
                    <a:pt x="155678" y="55176"/>
                    <a:pt x="161474" y="57522"/>
                    <a:pt x="168183" y="57522"/>
                  </a:cubicBezTo>
                  <a:cubicBezTo>
                    <a:pt x="172675" y="57522"/>
                    <a:pt x="176707" y="56568"/>
                    <a:pt x="180277" y="54660"/>
                  </a:cubicBezTo>
                  <a:lnTo>
                    <a:pt x="166820" y="37003"/>
                  </a:lnTo>
                  <a:lnTo>
                    <a:pt x="175424" y="37003"/>
                  </a:lnTo>
                  <a:lnTo>
                    <a:pt x="185913" y="50541"/>
                  </a:lnTo>
                  <a:cubicBezTo>
                    <a:pt x="190508" y="45752"/>
                    <a:pt x="192806" y="39730"/>
                    <a:pt x="192806" y="32477"/>
                  </a:cubicBezTo>
                  <a:cubicBezTo>
                    <a:pt x="192806" y="25487"/>
                    <a:pt x="190366" y="19579"/>
                    <a:pt x="185486" y="14754"/>
                  </a:cubicBezTo>
                  <a:cubicBezTo>
                    <a:pt x="180607" y="9929"/>
                    <a:pt x="174811" y="7516"/>
                    <a:pt x="168098" y="7516"/>
                  </a:cubicBezTo>
                  <a:close/>
                  <a:moveTo>
                    <a:pt x="77704" y="3195"/>
                  </a:moveTo>
                  <a:lnTo>
                    <a:pt x="112558" y="64870"/>
                  </a:lnTo>
                  <a:lnTo>
                    <a:pt x="44071" y="64870"/>
                  </a:lnTo>
                  <a:close/>
                  <a:moveTo>
                    <a:pt x="168098" y="0"/>
                  </a:moveTo>
                  <a:cubicBezTo>
                    <a:pt x="174023" y="0"/>
                    <a:pt x="179508" y="1442"/>
                    <a:pt x="184554" y="4325"/>
                  </a:cubicBezTo>
                  <a:cubicBezTo>
                    <a:pt x="189600" y="7208"/>
                    <a:pt x="193560" y="11150"/>
                    <a:pt x="196433" y="16150"/>
                  </a:cubicBezTo>
                  <a:cubicBezTo>
                    <a:pt x="199307" y="21151"/>
                    <a:pt x="200743" y="26593"/>
                    <a:pt x="200743" y="32477"/>
                  </a:cubicBezTo>
                  <a:cubicBezTo>
                    <a:pt x="200743" y="41970"/>
                    <a:pt x="197296" y="49884"/>
                    <a:pt x="190400" y="56219"/>
                  </a:cubicBezTo>
                  <a:lnTo>
                    <a:pt x="199314" y="68318"/>
                  </a:lnTo>
                  <a:lnTo>
                    <a:pt x="190625" y="68318"/>
                  </a:lnTo>
                  <a:lnTo>
                    <a:pt x="184705" y="60497"/>
                  </a:lnTo>
                  <a:cubicBezTo>
                    <a:pt x="180019" y="63524"/>
                    <a:pt x="174651" y="65038"/>
                    <a:pt x="168603" y="65038"/>
                  </a:cubicBezTo>
                  <a:cubicBezTo>
                    <a:pt x="159226" y="65038"/>
                    <a:pt x="151357" y="61914"/>
                    <a:pt x="144995" y="55667"/>
                  </a:cubicBezTo>
                  <a:cubicBezTo>
                    <a:pt x="138634" y="49421"/>
                    <a:pt x="135453" y="41774"/>
                    <a:pt x="135453" y="32729"/>
                  </a:cubicBezTo>
                  <a:cubicBezTo>
                    <a:pt x="135453" y="23513"/>
                    <a:pt x="138532" y="15755"/>
                    <a:pt x="144689" y="9453"/>
                  </a:cubicBezTo>
                  <a:cubicBezTo>
                    <a:pt x="150847" y="3151"/>
                    <a:pt x="158650" y="0"/>
                    <a:pt x="16809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7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AA4748F-2501-478F-8E2C-345DE747E230}"/>
                </a:ext>
              </a:extLst>
            </p:cNvPr>
            <p:cNvSpPr txBox="1"/>
            <p:nvPr/>
          </p:nvSpPr>
          <p:spPr>
            <a:xfrm>
              <a:off x="4390830" y="4009991"/>
              <a:ext cx="563587" cy="176803"/>
            </a:xfrm>
            <a:custGeom>
              <a:avLst/>
              <a:gdLst/>
              <a:ahLst/>
              <a:cxnLst/>
              <a:rect l="l" t="t" r="r" b="b"/>
              <a:pathLst>
                <a:path w="217774" h="68318">
                  <a:moveTo>
                    <a:pt x="94687" y="14160"/>
                  </a:moveTo>
                  <a:lnTo>
                    <a:pt x="70469" y="58784"/>
                  </a:lnTo>
                  <a:lnTo>
                    <a:pt x="120053" y="58784"/>
                  </a:lnTo>
                  <a:close/>
                  <a:moveTo>
                    <a:pt x="17997" y="11101"/>
                  </a:moveTo>
                  <a:lnTo>
                    <a:pt x="25261" y="11101"/>
                  </a:lnTo>
                  <a:lnTo>
                    <a:pt x="25261" y="28846"/>
                  </a:lnTo>
                  <a:lnTo>
                    <a:pt x="43257" y="28846"/>
                  </a:lnTo>
                  <a:lnTo>
                    <a:pt x="43257" y="36108"/>
                  </a:lnTo>
                  <a:lnTo>
                    <a:pt x="25261" y="36108"/>
                  </a:lnTo>
                  <a:lnTo>
                    <a:pt x="25261" y="53938"/>
                  </a:lnTo>
                  <a:lnTo>
                    <a:pt x="17997" y="53938"/>
                  </a:lnTo>
                  <a:lnTo>
                    <a:pt x="17997" y="36108"/>
                  </a:lnTo>
                  <a:lnTo>
                    <a:pt x="0" y="36108"/>
                  </a:lnTo>
                  <a:lnTo>
                    <a:pt x="0" y="28846"/>
                  </a:lnTo>
                  <a:lnTo>
                    <a:pt x="17997" y="28846"/>
                  </a:lnTo>
                  <a:close/>
                  <a:moveTo>
                    <a:pt x="185129" y="7516"/>
                  </a:moveTo>
                  <a:cubicBezTo>
                    <a:pt x="178300" y="7516"/>
                    <a:pt x="172488" y="9954"/>
                    <a:pt x="167695" y="14828"/>
                  </a:cubicBezTo>
                  <a:cubicBezTo>
                    <a:pt x="162902" y="19703"/>
                    <a:pt x="160505" y="25670"/>
                    <a:pt x="160505" y="32729"/>
                  </a:cubicBezTo>
                  <a:cubicBezTo>
                    <a:pt x="160505" y="39875"/>
                    <a:pt x="162946" y="45794"/>
                    <a:pt x="167828" y="50485"/>
                  </a:cubicBezTo>
                  <a:cubicBezTo>
                    <a:pt x="172709" y="55176"/>
                    <a:pt x="178505" y="57522"/>
                    <a:pt x="185214" y="57522"/>
                  </a:cubicBezTo>
                  <a:cubicBezTo>
                    <a:pt x="189706" y="57522"/>
                    <a:pt x="193738" y="56568"/>
                    <a:pt x="197308" y="54660"/>
                  </a:cubicBezTo>
                  <a:lnTo>
                    <a:pt x="183851" y="37003"/>
                  </a:lnTo>
                  <a:lnTo>
                    <a:pt x="192455" y="37003"/>
                  </a:lnTo>
                  <a:lnTo>
                    <a:pt x="202944" y="50541"/>
                  </a:lnTo>
                  <a:cubicBezTo>
                    <a:pt x="207539" y="45752"/>
                    <a:pt x="209837" y="39730"/>
                    <a:pt x="209837" y="32477"/>
                  </a:cubicBezTo>
                  <a:cubicBezTo>
                    <a:pt x="209837" y="25487"/>
                    <a:pt x="207397" y="19579"/>
                    <a:pt x="202517" y="14754"/>
                  </a:cubicBezTo>
                  <a:cubicBezTo>
                    <a:pt x="197638" y="9929"/>
                    <a:pt x="191842" y="7516"/>
                    <a:pt x="185129" y="7516"/>
                  </a:cubicBezTo>
                  <a:close/>
                  <a:moveTo>
                    <a:pt x="94735" y="3195"/>
                  </a:moveTo>
                  <a:lnTo>
                    <a:pt x="129589" y="64870"/>
                  </a:lnTo>
                  <a:lnTo>
                    <a:pt x="61102" y="64870"/>
                  </a:lnTo>
                  <a:close/>
                  <a:moveTo>
                    <a:pt x="185129" y="0"/>
                  </a:moveTo>
                  <a:cubicBezTo>
                    <a:pt x="191054" y="0"/>
                    <a:pt x="196539" y="1442"/>
                    <a:pt x="201585" y="4325"/>
                  </a:cubicBezTo>
                  <a:cubicBezTo>
                    <a:pt x="206631" y="7208"/>
                    <a:pt x="210591" y="11150"/>
                    <a:pt x="213464" y="16150"/>
                  </a:cubicBezTo>
                  <a:cubicBezTo>
                    <a:pt x="216338" y="21151"/>
                    <a:pt x="217774" y="26593"/>
                    <a:pt x="217774" y="32477"/>
                  </a:cubicBezTo>
                  <a:cubicBezTo>
                    <a:pt x="217774" y="41970"/>
                    <a:pt x="214327" y="49884"/>
                    <a:pt x="207431" y="56219"/>
                  </a:cubicBezTo>
                  <a:lnTo>
                    <a:pt x="216345" y="68318"/>
                  </a:lnTo>
                  <a:lnTo>
                    <a:pt x="207656" y="68318"/>
                  </a:lnTo>
                  <a:lnTo>
                    <a:pt x="201736" y="60497"/>
                  </a:lnTo>
                  <a:cubicBezTo>
                    <a:pt x="197050" y="63524"/>
                    <a:pt x="191682" y="65038"/>
                    <a:pt x="185634" y="65038"/>
                  </a:cubicBezTo>
                  <a:cubicBezTo>
                    <a:pt x="176257" y="65038"/>
                    <a:pt x="168388" y="61914"/>
                    <a:pt x="162026" y="55667"/>
                  </a:cubicBezTo>
                  <a:cubicBezTo>
                    <a:pt x="155665" y="49421"/>
                    <a:pt x="152484" y="41774"/>
                    <a:pt x="152484" y="32729"/>
                  </a:cubicBezTo>
                  <a:cubicBezTo>
                    <a:pt x="152484" y="23513"/>
                    <a:pt x="155563" y="15755"/>
                    <a:pt x="161720" y="9453"/>
                  </a:cubicBezTo>
                  <a:cubicBezTo>
                    <a:pt x="167878" y="3151"/>
                    <a:pt x="175681" y="0"/>
                    <a:pt x="18512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7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2005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E995030-A5A5-4E2E-AB23-24138C7F120C}"/>
              </a:ext>
            </a:extLst>
          </p:cNvPr>
          <p:cNvGrpSpPr/>
          <p:nvPr/>
        </p:nvGrpSpPr>
        <p:grpSpPr>
          <a:xfrm>
            <a:off x="2253448" y="1124931"/>
            <a:ext cx="7685101" cy="2560636"/>
            <a:chOff x="2253448" y="1124931"/>
            <a:chExt cx="7685101" cy="2560636"/>
          </a:xfrm>
        </p:grpSpPr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9C49C420-A84A-435C-A18C-F27E8F7250B0}"/>
                </a:ext>
              </a:extLst>
            </p:cNvPr>
            <p:cNvSpPr/>
            <p:nvPr/>
          </p:nvSpPr>
          <p:spPr>
            <a:xfrm>
              <a:off x="6816857" y="2027192"/>
              <a:ext cx="2706561" cy="13131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25FBE40E-D81B-4A85-B153-FE89297A4829}"/>
                </a:ext>
              </a:extLst>
            </p:cNvPr>
            <p:cNvGrpSpPr/>
            <p:nvPr/>
          </p:nvGrpSpPr>
          <p:grpSpPr>
            <a:xfrm>
              <a:off x="2253448" y="1218957"/>
              <a:ext cx="7685101" cy="1476853"/>
              <a:chOff x="2253448" y="1218957"/>
              <a:chExt cx="7685101" cy="1476853"/>
            </a:xfrm>
          </p:grpSpPr>
          <p:sp>
            <p:nvSpPr>
              <p:cNvPr id="252" name="任意多边形: 形状 251">
                <a:extLst>
                  <a:ext uri="{FF2B5EF4-FFF2-40B4-BE49-F238E27FC236}">
                    <a16:creationId xmlns:a16="http://schemas.microsoft.com/office/drawing/2014/main" id="{9BF9DFAF-463C-4D1B-9F68-0D37CF2704C2}"/>
                  </a:ext>
                </a:extLst>
              </p:cNvPr>
              <p:cNvSpPr/>
              <p:nvPr/>
            </p:nvSpPr>
            <p:spPr>
              <a:xfrm rot="10800000" flipH="1">
                <a:off x="6452270" y="1382635"/>
                <a:ext cx="3486279" cy="1313175"/>
              </a:xfrm>
              <a:custGeom>
                <a:avLst/>
                <a:gdLst>
                  <a:gd name="connsiteX0" fmla="*/ 0 w 3570457"/>
                  <a:gd name="connsiteY0" fmla="*/ 2411017 h 2474128"/>
                  <a:gd name="connsiteX1" fmla="*/ 1485900 w 3570457"/>
                  <a:gd name="connsiteY1" fmla="*/ 2430067 h 2474128"/>
                  <a:gd name="connsiteX2" fmla="*/ 3419475 w 3570457"/>
                  <a:gd name="connsiteY2" fmla="*/ 2249092 h 2474128"/>
                  <a:gd name="connsiteX3" fmla="*/ 3400425 w 3570457"/>
                  <a:gd name="connsiteY3" fmla="*/ 125017 h 2474128"/>
                  <a:gd name="connsiteX4" fmla="*/ 3048000 w 3570457"/>
                  <a:gd name="connsiteY4" fmla="*/ 248842 h 2474128"/>
                  <a:gd name="connsiteX5" fmla="*/ 2724150 w 3570457"/>
                  <a:gd name="connsiteY5" fmla="*/ 248842 h 2474128"/>
                  <a:gd name="connsiteX0" fmla="*/ 0 w 3516707"/>
                  <a:gd name="connsiteY0" fmla="*/ 2164004 h 2195238"/>
                  <a:gd name="connsiteX1" fmla="*/ 1485900 w 3516707"/>
                  <a:gd name="connsiteY1" fmla="*/ 2183054 h 2195238"/>
                  <a:gd name="connsiteX2" fmla="*/ 3419475 w 3516707"/>
                  <a:gd name="connsiteY2" fmla="*/ 2002079 h 2195238"/>
                  <a:gd name="connsiteX3" fmla="*/ 3209925 w 3516707"/>
                  <a:gd name="connsiteY3" fmla="*/ 468554 h 2195238"/>
                  <a:gd name="connsiteX4" fmla="*/ 3048000 w 3516707"/>
                  <a:gd name="connsiteY4" fmla="*/ 1829 h 2195238"/>
                  <a:gd name="connsiteX5" fmla="*/ 2724150 w 3516707"/>
                  <a:gd name="connsiteY5" fmla="*/ 1829 h 2195238"/>
                  <a:gd name="connsiteX0" fmla="*/ 0 w 3520471"/>
                  <a:gd name="connsiteY0" fmla="*/ 2164004 h 2195238"/>
                  <a:gd name="connsiteX1" fmla="*/ 1485900 w 3520471"/>
                  <a:gd name="connsiteY1" fmla="*/ 2183054 h 2195238"/>
                  <a:gd name="connsiteX2" fmla="*/ 3419475 w 3520471"/>
                  <a:gd name="connsiteY2" fmla="*/ 2002079 h 2195238"/>
                  <a:gd name="connsiteX3" fmla="*/ 3209925 w 3520471"/>
                  <a:gd name="connsiteY3" fmla="*/ 468554 h 2195238"/>
                  <a:gd name="connsiteX4" fmla="*/ 2886075 w 3520471"/>
                  <a:gd name="connsiteY4" fmla="*/ 1829 h 2195238"/>
                  <a:gd name="connsiteX5" fmla="*/ 2724150 w 3520471"/>
                  <a:gd name="connsiteY5" fmla="*/ 1829 h 2195238"/>
                  <a:gd name="connsiteX0" fmla="*/ 0 w 3216045"/>
                  <a:gd name="connsiteY0" fmla="*/ 2164034 h 2200422"/>
                  <a:gd name="connsiteX1" fmla="*/ 1485900 w 3216045"/>
                  <a:gd name="connsiteY1" fmla="*/ 2183084 h 2200422"/>
                  <a:gd name="connsiteX2" fmla="*/ 2590800 w 3216045"/>
                  <a:gd name="connsiteY2" fmla="*/ 2021159 h 2200422"/>
                  <a:gd name="connsiteX3" fmla="*/ 3209925 w 3216045"/>
                  <a:gd name="connsiteY3" fmla="*/ 468584 h 2200422"/>
                  <a:gd name="connsiteX4" fmla="*/ 2886075 w 3216045"/>
                  <a:gd name="connsiteY4" fmla="*/ 1859 h 2200422"/>
                  <a:gd name="connsiteX5" fmla="*/ 2724150 w 3216045"/>
                  <a:gd name="connsiteY5" fmla="*/ 1859 h 2200422"/>
                  <a:gd name="connsiteX0" fmla="*/ 0 w 3216045"/>
                  <a:gd name="connsiteY0" fmla="*/ 2164034 h 2175328"/>
                  <a:gd name="connsiteX1" fmla="*/ 1485900 w 3216045"/>
                  <a:gd name="connsiteY1" fmla="*/ 2135459 h 2175328"/>
                  <a:gd name="connsiteX2" fmla="*/ 2590800 w 3216045"/>
                  <a:gd name="connsiteY2" fmla="*/ 2021159 h 2175328"/>
                  <a:gd name="connsiteX3" fmla="*/ 3209925 w 3216045"/>
                  <a:gd name="connsiteY3" fmla="*/ 468584 h 2175328"/>
                  <a:gd name="connsiteX4" fmla="*/ 2886075 w 3216045"/>
                  <a:gd name="connsiteY4" fmla="*/ 1859 h 2175328"/>
                  <a:gd name="connsiteX5" fmla="*/ 2724150 w 3216045"/>
                  <a:gd name="connsiteY5" fmla="*/ 1859 h 2175328"/>
                  <a:gd name="connsiteX0" fmla="*/ 0 w 3211038"/>
                  <a:gd name="connsiteY0" fmla="*/ 2163807 h 2177877"/>
                  <a:gd name="connsiteX1" fmla="*/ 1485900 w 3211038"/>
                  <a:gd name="connsiteY1" fmla="*/ 2135232 h 2177877"/>
                  <a:gd name="connsiteX2" fmla="*/ 2771775 w 3211038"/>
                  <a:gd name="connsiteY2" fmla="*/ 1868532 h 2177877"/>
                  <a:gd name="connsiteX3" fmla="*/ 3209925 w 3211038"/>
                  <a:gd name="connsiteY3" fmla="*/ 468357 h 2177877"/>
                  <a:gd name="connsiteX4" fmla="*/ 2886075 w 3211038"/>
                  <a:gd name="connsiteY4" fmla="*/ 1632 h 2177877"/>
                  <a:gd name="connsiteX5" fmla="*/ 2724150 w 3211038"/>
                  <a:gd name="connsiteY5" fmla="*/ 1632 h 2177877"/>
                  <a:gd name="connsiteX0" fmla="*/ 0 w 3116486"/>
                  <a:gd name="connsiteY0" fmla="*/ 2162989 h 2177059"/>
                  <a:gd name="connsiteX1" fmla="*/ 1485900 w 3116486"/>
                  <a:gd name="connsiteY1" fmla="*/ 2134414 h 2177059"/>
                  <a:gd name="connsiteX2" fmla="*/ 2771775 w 3116486"/>
                  <a:gd name="connsiteY2" fmla="*/ 1867714 h 2177059"/>
                  <a:gd name="connsiteX3" fmla="*/ 3114675 w 3116486"/>
                  <a:gd name="connsiteY3" fmla="*/ 667564 h 2177059"/>
                  <a:gd name="connsiteX4" fmla="*/ 2886075 w 3116486"/>
                  <a:gd name="connsiteY4" fmla="*/ 814 h 2177059"/>
                  <a:gd name="connsiteX5" fmla="*/ 2724150 w 3116486"/>
                  <a:gd name="connsiteY5" fmla="*/ 814 h 2177059"/>
                  <a:gd name="connsiteX0" fmla="*/ 0 w 3120142"/>
                  <a:gd name="connsiteY0" fmla="*/ 2162175 h 2176245"/>
                  <a:gd name="connsiteX1" fmla="*/ 1485900 w 3120142"/>
                  <a:gd name="connsiteY1" fmla="*/ 2133600 h 2176245"/>
                  <a:gd name="connsiteX2" fmla="*/ 2771775 w 3120142"/>
                  <a:gd name="connsiteY2" fmla="*/ 1866900 h 2176245"/>
                  <a:gd name="connsiteX3" fmla="*/ 3114675 w 3120142"/>
                  <a:gd name="connsiteY3" fmla="*/ 666750 h 2176245"/>
                  <a:gd name="connsiteX4" fmla="*/ 2943225 w 3120142"/>
                  <a:gd name="connsiteY4" fmla="*/ 19050 h 2176245"/>
                  <a:gd name="connsiteX5" fmla="*/ 2724150 w 3120142"/>
                  <a:gd name="connsiteY5" fmla="*/ 0 h 2176245"/>
                  <a:gd name="connsiteX0" fmla="*/ 0 w 3115206"/>
                  <a:gd name="connsiteY0" fmla="*/ 2162175 h 2176245"/>
                  <a:gd name="connsiteX1" fmla="*/ 1485900 w 3115206"/>
                  <a:gd name="connsiteY1" fmla="*/ 2133600 h 2176245"/>
                  <a:gd name="connsiteX2" fmla="*/ 2771775 w 3115206"/>
                  <a:gd name="connsiteY2" fmla="*/ 1866900 h 2176245"/>
                  <a:gd name="connsiteX3" fmla="*/ 3114675 w 3115206"/>
                  <a:gd name="connsiteY3" fmla="*/ 666750 h 2176245"/>
                  <a:gd name="connsiteX4" fmla="*/ 2724150 w 3115206"/>
                  <a:gd name="connsiteY4" fmla="*/ 0 h 2176245"/>
                  <a:gd name="connsiteX0" fmla="*/ 0 w 3115412"/>
                  <a:gd name="connsiteY0" fmla="*/ 2352675 h 2366745"/>
                  <a:gd name="connsiteX1" fmla="*/ 1485900 w 3115412"/>
                  <a:gd name="connsiteY1" fmla="*/ 2324100 h 2366745"/>
                  <a:gd name="connsiteX2" fmla="*/ 2771775 w 3115412"/>
                  <a:gd name="connsiteY2" fmla="*/ 2057400 h 2366745"/>
                  <a:gd name="connsiteX3" fmla="*/ 3114675 w 3115412"/>
                  <a:gd name="connsiteY3" fmla="*/ 857250 h 2366745"/>
                  <a:gd name="connsiteX4" fmla="*/ 2714625 w 3115412"/>
                  <a:gd name="connsiteY4" fmla="*/ 0 h 2366745"/>
                  <a:gd name="connsiteX0" fmla="*/ 0 w 3134358"/>
                  <a:gd name="connsiteY0" fmla="*/ 2352675 h 2366745"/>
                  <a:gd name="connsiteX1" fmla="*/ 1485900 w 3134358"/>
                  <a:gd name="connsiteY1" fmla="*/ 2324100 h 2366745"/>
                  <a:gd name="connsiteX2" fmla="*/ 2771775 w 3134358"/>
                  <a:gd name="connsiteY2" fmla="*/ 2057400 h 2366745"/>
                  <a:gd name="connsiteX3" fmla="*/ 3133725 w 3134358"/>
                  <a:gd name="connsiteY3" fmla="*/ 238125 h 2366745"/>
                  <a:gd name="connsiteX4" fmla="*/ 2714625 w 3134358"/>
                  <a:gd name="connsiteY4" fmla="*/ 0 h 2366745"/>
                  <a:gd name="connsiteX0" fmla="*/ 0 w 3134358"/>
                  <a:gd name="connsiteY0" fmla="*/ 2369490 h 2383560"/>
                  <a:gd name="connsiteX1" fmla="*/ 1485900 w 3134358"/>
                  <a:gd name="connsiteY1" fmla="*/ 2340915 h 2383560"/>
                  <a:gd name="connsiteX2" fmla="*/ 2771775 w 3134358"/>
                  <a:gd name="connsiteY2" fmla="*/ 2074215 h 2383560"/>
                  <a:gd name="connsiteX3" fmla="*/ 3133725 w 3134358"/>
                  <a:gd name="connsiteY3" fmla="*/ 254940 h 2383560"/>
                  <a:gd name="connsiteX4" fmla="*/ 2714625 w 3134358"/>
                  <a:gd name="connsiteY4" fmla="*/ 16815 h 2383560"/>
                  <a:gd name="connsiteX0" fmla="*/ 0 w 3049613"/>
                  <a:gd name="connsiteY0" fmla="*/ 2363964 h 2378034"/>
                  <a:gd name="connsiteX1" fmla="*/ 1485900 w 3049613"/>
                  <a:gd name="connsiteY1" fmla="*/ 2335389 h 2378034"/>
                  <a:gd name="connsiteX2" fmla="*/ 2771775 w 3049613"/>
                  <a:gd name="connsiteY2" fmla="*/ 2068689 h 2378034"/>
                  <a:gd name="connsiteX3" fmla="*/ 3048000 w 3049613"/>
                  <a:gd name="connsiteY3" fmla="*/ 268464 h 2378034"/>
                  <a:gd name="connsiteX4" fmla="*/ 2714625 w 3049613"/>
                  <a:gd name="connsiteY4" fmla="*/ 11289 h 2378034"/>
                  <a:gd name="connsiteX0" fmla="*/ 0 w 3107581"/>
                  <a:gd name="connsiteY0" fmla="*/ 2371001 h 2423593"/>
                  <a:gd name="connsiteX1" fmla="*/ 1485900 w 3107581"/>
                  <a:gd name="connsiteY1" fmla="*/ 2342426 h 2423593"/>
                  <a:gd name="connsiteX2" fmla="*/ 2943225 w 3107581"/>
                  <a:gd name="connsiteY2" fmla="*/ 2247176 h 2423593"/>
                  <a:gd name="connsiteX3" fmla="*/ 3048000 w 3107581"/>
                  <a:gd name="connsiteY3" fmla="*/ 275501 h 2423593"/>
                  <a:gd name="connsiteX4" fmla="*/ 2714625 w 3107581"/>
                  <a:gd name="connsiteY4" fmla="*/ 18326 h 2423593"/>
                  <a:gd name="connsiteX0" fmla="*/ 0 w 3106974"/>
                  <a:gd name="connsiteY0" fmla="*/ 2371001 h 2449664"/>
                  <a:gd name="connsiteX1" fmla="*/ 1495425 w 3106974"/>
                  <a:gd name="connsiteY1" fmla="*/ 2399576 h 2449664"/>
                  <a:gd name="connsiteX2" fmla="*/ 2943225 w 3106974"/>
                  <a:gd name="connsiteY2" fmla="*/ 2247176 h 2449664"/>
                  <a:gd name="connsiteX3" fmla="*/ 3048000 w 3106974"/>
                  <a:gd name="connsiteY3" fmla="*/ 275501 h 2449664"/>
                  <a:gd name="connsiteX4" fmla="*/ 2714625 w 3106974"/>
                  <a:gd name="connsiteY4" fmla="*/ 18326 h 2449664"/>
                  <a:gd name="connsiteX0" fmla="*/ 0 w 3106974"/>
                  <a:gd name="connsiteY0" fmla="*/ 2369741 h 2431143"/>
                  <a:gd name="connsiteX1" fmla="*/ 1495425 w 3106974"/>
                  <a:gd name="connsiteY1" fmla="*/ 2398316 h 2431143"/>
                  <a:gd name="connsiteX2" fmla="*/ 2943225 w 3106974"/>
                  <a:gd name="connsiteY2" fmla="*/ 2217341 h 2431143"/>
                  <a:gd name="connsiteX3" fmla="*/ 3048000 w 3106974"/>
                  <a:gd name="connsiteY3" fmla="*/ 274241 h 2431143"/>
                  <a:gd name="connsiteX4" fmla="*/ 2714625 w 3106974"/>
                  <a:gd name="connsiteY4" fmla="*/ 17066 h 2431143"/>
                  <a:gd name="connsiteX0" fmla="*/ 0 w 3112544"/>
                  <a:gd name="connsiteY0" fmla="*/ 2363964 h 2412430"/>
                  <a:gd name="connsiteX1" fmla="*/ 1495425 w 3112544"/>
                  <a:gd name="connsiteY1" fmla="*/ 2392539 h 2412430"/>
                  <a:gd name="connsiteX2" fmla="*/ 2952750 w 3112544"/>
                  <a:gd name="connsiteY2" fmla="*/ 2068689 h 2412430"/>
                  <a:gd name="connsiteX3" fmla="*/ 3048000 w 3112544"/>
                  <a:gd name="connsiteY3" fmla="*/ 268464 h 2412430"/>
                  <a:gd name="connsiteX4" fmla="*/ 2714625 w 3112544"/>
                  <a:gd name="connsiteY4" fmla="*/ 11289 h 241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12544" h="2412430">
                    <a:moveTo>
                      <a:pt x="0" y="2363964"/>
                    </a:moveTo>
                    <a:cubicBezTo>
                      <a:pt x="457994" y="2386982"/>
                      <a:pt x="1003300" y="2441751"/>
                      <a:pt x="1495425" y="2392539"/>
                    </a:cubicBezTo>
                    <a:cubicBezTo>
                      <a:pt x="1987550" y="2343327"/>
                      <a:pt x="2693988" y="2422701"/>
                      <a:pt x="2952750" y="2068689"/>
                    </a:cubicBezTo>
                    <a:cubicBezTo>
                      <a:pt x="3211512" y="1714677"/>
                      <a:pt x="3087688" y="611364"/>
                      <a:pt x="3048000" y="268464"/>
                    </a:cubicBezTo>
                    <a:cubicBezTo>
                      <a:pt x="3008313" y="-74436"/>
                      <a:pt x="2872185" y="7320"/>
                      <a:pt x="2714625" y="11289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0E538549-1BE8-4DDB-8CCB-102ACB5956E4}"/>
                  </a:ext>
                </a:extLst>
              </p:cNvPr>
              <p:cNvSpPr/>
              <p:nvPr/>
            </p:nvSpPr>
            <p:spPr>
              <a:xfrm rot="10800000">
                <a:off x="2253448" y="1388012"/>
                <a:ext cx="3529168" cy="1307798"/>
              </a:xfrm>
              <a:custGeom>
                <a:avLst/>
                <a:gdLst>
                  <a:gd name="connsiteX0" fmla="*/ 0 w 3570457"/>
                  <a:gd name="connsiteY0" fmla="*/ 2411017 h 2474128"/>
                  <a:gd name="connsiteX1" fmla="*/ 1485900 w 3570457"/>
                  <a:gd name="connsiteY1" fmla="*/ 2430067 h 2474128"/>
                  <a:gd name="connsiteX2" fmla="*/ 3419475 w 3570457"/>
                  <a:gd name="connsiteY2" fmla="*/ 2249092 h 2474128"/>
                  <a:gd name="connsiteX3" fmla="*/ 3400425 w 3570457"/>
                  <a:gd name="connsiteY3" fmla="*/ 125017 h 2474128"/>
                  <a:gd name="connsiteX4" fmla="*/ 3048000 w 3570457"/>
                  <a:gd name="connsiteY4" fmla="*/ 248842 h 2474128"/>
                  <a:gd name="connsiteX5" fmla="*/ 2724150 w 3570457"/>
                  <a:gd name="connsiteY5" fmla="*/ 248842 h 2474128"/>
                  <a:gd name="connsiteX0" fmla="*/ 0 w 3516707"/>
                  <a:gd name="connsiteY0" fmla="*/ 2164004 h 2195238"/>
                  <a:gd name="connsiteX1" fmla="*/ 1485900 w 3516707"/>
                  <a:gd name="connsiteY1" fmla="*/ 2183054 h 2195238"/>
                  <a:gd name="connsiteX2" fmla="*/ 3419475 w 3516707"/>
                  <a:gd name="connsiteY2" fmla="*/ 2002079 h 2195238"/>
                  <a:gd name="connsiteX3" fmla="*/ 3209925 w 3516707"/>
                  <a:gd name="connsiteY3" fmla="*/ 468554 h 2195238"/>
                  <a:gd name="connsiteX4" fmla="*/ 3048000 w 3516707"/>
                  <a:gd name="connsiteY4" fmla="*/ 1829 h 2195238"/>
                  <a:gd name="connsiteX5" fmla="*/ 2724150 w 3516707"/>
                  <a:gd name="connsiteY5" fmla="*/ 1829 h 2195238"/>
                  <a:gd name="connsiteX0" fmla="*/ 0 w 3520471"/>
                  <a:gd name="connsiteY0" fmla="*/ 2164004 h 2195238"/>
                  <a:gd name="connsiteX1" fmla="*/ 1485900 w 3520471"/>
                  <a:gd name="connsiteY1" fmla="*/ 2183054 h 2195238"/>
                  <a:gd name="connsiteX2" fmla="*/ 3419475 w 3520471"/>
                  <a:gd name="connsiteY2" fmla="*/ 2002079 h 2195238"/>
                  <a:gd name="connsiteX3" fmla="*/ 3209925 w 3520471"/>
                  <a:gd name="connsiteY3" fmla="*/ 468554 h 2195238"/>
                  <a:gd name="connsiteX4" fmla="*/ 2886075 w 3520471"/>
                  <a:gd name="connsiteY4" fmla="*/ 1829 h 2195238"/>
                  <a:gd name="connsiteX5" fmla="*/ 2724150 w 3520471"/>
                  <a:gd name="connsiteY5" fmla="*/ 1829 h 2195238"/>
                  <a:gd name="connsiteX0" fmla="*/ 0 w 3216045"/>
                  <a:gd name="connsiteY0" fmla="*/ 2164034 h 2200422"/>
                  <a:gd name="connsiteX1" fmla="*/ 1485900 w 3216045"/>
                  <a:gd name="connsiteY1" fmla="*/ 2183084 h 2200422"/>
                  <a:gd name="connsiteX2" fmla="*/ 2590800 w 3216045"/>
                  <a:gd name="connsiteY2" fmla="*/ 2021159 h 2200422"/>
                  <a:gd name="connsiteX3" fmla="*/ 3209925 w 3216045"/>
                  <a:gd name="connsiteY3" fmla="*/ 468584 h 2200422"/>
                  <a:gd name="connsiteX4" fmla="*/ 2886075 w 3216045"/>
                  <a:gd name="connsiteY4" fmla="*/ 1859 h 2200422"/>
                  <a:gd name="connsiteX5" fmla="*/ 2724150 w 3216045"/>
                  <a:gd name="connsiteY5" fmla="*/ 1859 h 2200422"/>
                  <a:gd name="connsiteX0" fmla="*/ 0 w 3216045"/>
                  <a:gd name="connsiteY0" fmla="*/ 2164034 h 2175328"/>
                  <a:gd name="connsiteX1" fmla="*/ 1485900 w 3216045"/>
                  <a:gd name="connsiteY1" fmla="*/ 2135459 h 2175328"/>
                  <a:gd name="connsiteX2" fmla="*/ 2590800 w 3216045"/>
                  <a:gd name="connsiteY2" fmla="*/ 2021159 h 2175328"/>
                  <a:gd name="connsiteX3" fmla="*/ 3209925 w 3216045"/>
                  <a:gd name="connsiteY3" fmla="*/ 468584 h 2175328"/>
                  <a:gd name="connsiteX4" fmla="*/ 2886075 w 3216045"/>
                  <a:gd name="connsiteY4" fmla="*/ 1859 h 2175328"/>
                  <a:gd name="connsiteX5" fmla="*/ 2724150 w 3216045"/>
                  <a:gd name="connsiteY5" fmla="*/ 1859 h 2175328"/>
                  <a:gd name="connsiteX0" fmla="*/ 0 w 3211038"/>
                  <a:gd name="connsiteY0" fmla="*/ 2163807 h 2177877"/>
                  <a:gd name="connsiteX1" fmla="*/ 1485900 w 3211038"/>
                  <a:gd name="connsiteY1" fmla="*/ 2135232 h 2177877"/>
                  <a:gd name="connsiteX2" fmla="*/ 2771775 w 3211038"/>
                  <a:gd name="connsiteY2" fmla="*/ 1868532 h 2177877"/>
                  <a:gd name="connsiteX3" fmla="*/ 3209925 w 3211038"/>
                  <a:gd name="connsiteY3" fmla="*/ 468357 h 2177877"/>
                  <a:gd name="connsiteX4" fmla="*/ 2886075 w 3211038"/>
                  <a:gd name="connsiteY4" fmla="*/ 1632 h 2177877"/>
                  <a:gd name="connsiteX5" fmla="*/ 2724150 w 3211038"/>
                  <a:gd name="connsiteY5" fmla="*/ 1632 h 2177877"/>
                  <a:gd name="connsiteX0" fmla="*/ 0 w 3116486"/>
                  <a:gd name="connsiteY0" fmla="*/ 2162989 h 2177059"/>
                  <a:gd name="connsiteX1" fmla="*/ 1485900 w 3116486"/>
                  <a:gd name="connsiteY1" fmla="*/ 2134414 h 2177059"/>
                  <a:gd name="connsiteX2" fmla="*/ 2771775 w 3116486"/>
                  <a:gd name="connsiteY2" fmla="*/ 1867714 h 2177059"/>
                  <a:gd name="connsiteX3" fmla="*/ 3114675 w 3116486"/>
                  <a:gd name="connsiteY3" fmla="*/ 667564 h 2177059"/>
                  <a:gd name="connsiteX4" fmla="*/ 2886075 w 3116486"/>
                  <a:gd name="connsiteY4" fmla="*/ 814 h 2177059"/>
                  <a:gd name="connsiteX5" fmla="*/ 2724150 w 3116486"/>
                  <a:gd name="connsiteY5" fmla="*/ 814 h 2177059"/>
                  <a:gd name="connsiteX0" fmla="*/ 0 w 3120142"/>
                  <a:gd name="connsiteY0" fmla="*/ 2162175 h 2176245"/>
                  <a:gd name="connsiteX1" fmla="*/ 1485900 w 3120142"/>
                  <a:gd name="connsiteY1" fmla="*/ 2133600 h 2176245"/>
                  <a:gd name="connsiteX2" fmla="*/ 2771775 w 3120142"/>
                  <a:gd name="connsiteY2" fmla="*/ 1866900 h 2176245"/>
                  <a:gd name="connsiteX3" fmla="*/ 3114675 w 3120142"/>
                  <a:gd name="connsiteY3" fmla="*/ 666750 h 2176245"/>
                  <a:gd name="connsiteX4" fmla="*/ 2943225 w 3120142"/>
                  <a:gd name="connsiteY4" fmla="*/ 19050 h 2176245"/>
                  <a:gd name="connsiteX5" fmla="*/ 2724150 w 3120142"/>
                  <a:gd name="connsiteY5" fmla="*/ 0 h 2176245"/>
                  <a:gd name="connsiteX0" fmla="*/ 0 w 3115206"/>
                  <a:gd name="connsiteY0" fmla="*/ 2162175 h 2176245"/>
                  <a:gd name="connsiteX1" fmla="*/ 1485900 w 3115206"/>
                  <a:gd name="connsiteY1" fmla="*/ 2133600 h 2176245"/>
                  <a:gd name="connsiteX2" fmla="*/ 2771775 w 3115206"/>
                  <a:gd name="connsiteY2" fmla="*/ 1866900 h 2176245"/>
                  <a:gd name="connsiteX3" fmla="*/ 3114675 w 3115206"/>
                  <a:gd name="connsiteY3" fmla="*/ 666750 h 2176245"/>
                  <a:gd name="connsiteX4" fmla="*/ 2724150 w 3115206"/>
                  <a:gd name="connsiteY4" fmla="*/ 0 h 2176245"/>
                  <a:gd name="connsiteX0" fmla="*/ 0 w 3115412"/>
                  <a:gd name="connsiteY0" fmla="*/ 2352675 h 2366745"/>
                  <a:gd name="connsiteX1" fmla="*/ 1485900 w 3115412"/>
                  <a:gd name="connsiteY1" fmla="*/ 2324100 h 2366745"/>
                  <a:gd name="connsiteX2" fmla="*/ 2771775 w 3115412"/>
                  <a:gd name="connsiteY2" fmla="*/ 2057400 h 2366745"/>
                  <a:gd name="connsiteX3" fmla="*/ 3114675 w 3115412"/>
                  <a:gd name="connsiteY3" fmla="*/ 857250 h 2366745"/>
                  <a:gd name="connsiteX4" fmla="*/ 2714625 w 3115412"/>
                  <a:gd name="connsiteY4" fmla="*/ 0 h 2366745"/>
                  <a:gd name="connsiteX0" fmla="*/ 0 w 3134358"/>
                  <a:gd name="connsiteY0" fmla="*/ 2352675 h 2366745"/>
                  <a:gd name="connsiteX1" fmla="*/ 1485900 w 3134358"/>
                  <a:gd name="connsiteY1" fmla="*/ 2324100 h 2366745"/>
                  <a:gd name="connsiteX2" fmla="*/ 2771775 w 3134358"/>
                  <a:gd name="connsiteY2" fmla="*/ 2057400 h 2366745"/>
                  <a:gd name="connsiteX3" fmla="*/ 3133725 w 3134358"/>
                  <a:gd name="connsiteY3" fmla="*/ 238125 h 2366745"/>
                  <a:gd name="connsiteX4" fmla="*/ 2714625 w 3134358"/>
                  <a:gd name="connsiteY4" fmla="*/ 0 h 2366745"/>
                  <a:gd name="connsiteX0" fmla="*/ 0 w 3134358"/>
                  <a:gd name="connsiteY0" fmla="*/ 2369490 h 2383560"/>
                  <a:gd name="connsiteX1" fmla="*/ 1485900 w 3134358"/>
                  <a:gd name="connsiteY1" fmla="*/ 2340915 h 2383560"/>
                  <a:gd name="connsiteX2" fmla="*/ 2771775 w 3134358"/>
                  <a:gd name="connsiteY2" fmla="*/ 2074215 h 2383560"/>
                  <a:gd name="connsiteX3" fmla="*/ 3133725 w 3134358"/>
                  <a:gd name="connsiteY3" fmla="*/ 254940 h 2383560"/>
                  <a:gd name="connsiteX4" fmla="*/ 2714625 w 3134358"/>
                  <a:gd name="connsiteY4" fmla="*/ 16815 h 2383560"/>
                  <a:gd name="connsiteX0" fmla="*/ 0 w 3049613"/>
                  <a:gd name="connsiteY0" fmla="*/ 2363964 h 2378034"/>
                  <a:gd name="connsiteX1" fmla="*/ 1485900 w 3049613"/>
                  <a:gd name="connsiteY1" fmla="*/ 2335389 h 2378034"/>
                  <a:gd name="connsiteX2" fmla="*/ 2771775 w 3049613"/>
                  <a:gd name="connsiteY2" fmla="*/ 2068689 h 2378034"/>
                  <a:gd name="connsiteX3" fmla="*/ 3048000 w 3049613"/>
                  <a:gd name="connsiteY3" fmla="*/ 268464 h 2378034"/>
                  <a:gd name="connsiteX4" fmla="*/ 2714625 w 3049613"/>
                  <a:gd name="connsiteY4" fmla="*/ 11289 h 2378034"/>
                  <a:gd name="connsiteX0" fmla="*/ 0 w 3107581"/>
                  <a:gd name="connsiteY0" fmla="*/ 2371001 h 2423593"/>
                  <a:gd name="connsiteX1" fmla="*/ 1485900 w 3107581"/>
                  <a:gd name="connsiteY1" fmla="*/ 2342426 h 2423593"/>
                  <a:gd name="connsiteX2" fmla="*/ 2943225 w 3107581"/>
                  <a:gd name="connsiteY2" fmla="*/ 2247176 h 2423593"/>
                  <a:gd name="connsiteX3" fmla="*/ 3048000 w 3107581"/>
                  <a:gd name="connsiteY3" fmla="*/ 275501 h 2423593"/>
                  <a:gd name="connsiteX4" fmla="*/ 2714625 w 3107581"/>
                  <a:gd name="connsiteY4" fmla="*/ 18326 h 2423593"/>
                  <a:gd name="connsiteX0" fmla="*/ 0 w 3106974"/>
                  <a:gd name="connsiteY0" fmla="*/ 2371001 h 2449664"/>
                  <a:gd name="connsiteX1" fmla="*/ 1495425 w 3106974"/>
                  <a:gd name="connsiteY1" fmla="*/ 2399576 h 2449664"/>
                  <a:gd name="connsiteX2" fmla="*/ 2943225 w 3106974"/>
                  <a:gd name="connsiteY2" fmla="*/ 2247176 h 2449664"/>
                  <a:gd name="connsiteX3" fmla="*/ 3048000 w 3106974"/>
                  <a:gd name="connsiteY3" fmla="*/ 275501 h 2449664"/>
                  <a:gd name="connsiteX4" fmla="*/ 2714625 w 3106974"/>
                  <a:gd name="connsiteY4" fmla="*/ 18326 h 2449664"/>
                  <a:gd name="connsiteX0" fmla="*/ 0 w 3106974"/>
                  <a:gd name="connsiteY0" fmla="*/ 2369741 h 2431143"/>
                  <a:gd name="connsiteX1" fmla="*/ 1495425 w 3106974"/>
                  <a:gd name="connsiteY1" fmla="*/ 2398316 h 2431143"/>
                  <a:gd name="connsiteX2" fmla="*/ 2943225 w 3106974"/>
                  <a:gd name="connsiteY2" fmla="*/ 2217341 h 2431143"/>
                  <a:gd name="connsiteX3" fmla="*/ 3048000 w 3106974"/>
                  <a:gd name="connsiteY3" fmla="*/ 274241 h 2431143"/>
                  <a:gd name="connsiteX4" fmla="*/ 2714625 w 3106974"/>
                  <a:gd name="connsiteY4" fmla="*/ 17066 h 2431143"/>
                  <a:gd name="connsiteX0" fmla="*/ 0 w 3112544"/>
                  <a:gd name="connsiteY0" fmla="*/ 2363964 h 2412430"/>
                  <a:gd name="connsiteX1" fmla="*/ 1495425 w 3112544"/>
                  <a:gd name="connsiteY1" fmla="*/ 2392539 h 2412430"/>
                  <a:gd name="connsiteX2" fmla="*/ 2952750 w 3112544"/>
                  <a:gd name="connsiteY2" fmla="*/ 2068689 h 2412430"/>
                  <a:gd name="connsiteX3" fmla="*/ 3048000 w 3112544"/>
                  <a:gd name="connsiteY3" fmla="*/ 268464 h 2412430"/>
                  <a:gd name="connsiteX4" fmla="*/ 2714625 w 3112544"/>
                  <a:gd name="connsiteY4" fmla="*/ 11289 h 241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12544" h="2412430">
                    <a:moveTo>
                      <a:pt x="0" y="2363964"/>
                    </a:moveTo>
                    <a:cubicBezTo>
                      <a:pt x="457994" y="2386982"/>
                      <a:pt x="1003300" y="2441751"/>
                      <a:pt x="1495425" y="2392539"/>
                    </a:cubicBezTo>
                    <a:cubicBezTo>
                      <a:pt x="1987550" y="2343327"/>
                      <a:pt x="2693988" y="2422701"/>
                      <a:pt x="2952750" y="2068689"/>
                    </a:cubicBezTo>
                    <a:cubicBezTo>
                      <a:pt x="3211512" y="1714677"/>
                      <a:pt x="3087688" y="611364"/>
                      <a:pt x="3048000" y="268464"/>
                    </a:cubicBezTo>
                    <a:cubicBezTo>
                      <a:pt x="3008313" y="-74436"/>
                      <a:pt x="2872185" y="7320"/>
                      <a:pt x="2714625" y="112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54" name="组合 253">
                <a:extLst>
                  <a:ext uri="{FF2B5EF4-FFF2-40B4-BE49-F238E27FC236}">
                    <a16:creationId xmlns:a16="http://schemas.microsoft.com/office/drawing/2014/main" id="{7F7CC34F-6458-4A80-97F4-9D4F16C28E1A}"/>
                  </a:ext>
                </a:extLst>
              </p:cNvPr>
              <p:cNvGrpSpPr/>
              <p:nvPr/>
            </p:nvGrpSpPr>
            <p:grpSpPr>
              <a:xfrm rot="10800000" flipH="1" flipV="1">
                <a:off x="5760488" y="1218957"/>
                <a:ext cx="715431" cy="322947"/>
                <a:chOff x="2915443" y="4344145"/>
                <a:chExt cx="509929" cy="230183"/>
              </a:xfrm>
            </p:grpSpPr>
            <p:grpSp>
              <p:nvGrpSpPr>
                <p:cNvPr id="255" name="组合 254">
                  <a:extLst>
                    <a:ext uri="{FF2B5EF4-FFF2-40B4-BE49-F238E27FC236}">
                      <a16:creationId xmlns:a16="http://schemas.microsoft.com/office/drawing/2014/main" id="{884171CF-A676-4CD0-B31B-7B8CA15C0C41}"/>
                    </a:ext>
                  </a:extLst>
                </p:cNvPr>
                <p:cNvGrpSpPr/>
                <p:nvPr/>
              </p:nvGrpSpPr>
              <p:grpSpPr>
                <a:xfrm>
                  <a:off x="2915443" y="4385862"/>
                  <a:ext cx="509929" cy="188466"/>
                  <a:chOff x="2915443" y="4261175"/>
                  <a:chExt cx="509929" cy="313153"/>
                </a:xfrm>
              </p:grpSpPr>
              <p:cxnSp>
                <p:nvCxnSpPr>
                  <p:cNvPr id="258" name="直接连接符 257">
                    <a:extLst>
                      <a:ext uri="{FF2B5EF4-FFF2-40B4-BE49-F238E27FC236}">
                        <a16:creationId xmlns:a16="http://schemas.microsoft.com/office/drawing/2014/main" id="{519834CA-5259-45B1-9C1B-37B54D637D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43468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直接连接符 258">
                    <a:extLst>
                      <a:ext uri="{FF2B5EF4-FFF2-40B4-BE49-F238E27FC236}">
                        <a16:creationId xmlns:a16="http://schemas.microsoft.com/office/drawing/2014/main" id="{260C945F-D174-415C-BD57-5F51520D6E3A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083149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直接连接符 259">
                    <a:extLst>
                      <a:ext uri="{FF2B5EF4-FFF2-40B4-BE49-F238E27FC236}">
                        <a16:creationId xmlns:a16="http://schemas.microsoft.com/office/drawing/2014/main" id="{40441FAA-6148-48B4-979B-640A984C58C4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2915443" y="4422858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直接连接符 260">
                    <a:extLst>
                      <a:ext uri="{FF2B5EF4-FFF2-40B4-BE49-F238E27FC236}">
                        <a16:creationId xmlns:a16="http://schemas.microsoft.com/office/drawing/2014/main" id="{CD26CC2D-CBEB-41F0-A3B0-D71A063C7101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3257666" y="4419497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直接连接符 261">
                    <a:extLst>
                      <a:ext uri="{FF2B5EF4-FFF2-40B4-BE49-F238E27FC236}">
                        <a16:creationId xmlns:a16="http://schemas.microsoft.com/office/drawing/2014/main" id="{F8107FBE-C336-471E-B1B5-3B9B3611A4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6644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直接连接符 262">
                    <a:extLst>
                      <a:ext uri="{FF2B5EF4-FFF2-40B4-BE49-F238E27FC236}">
                        <a16:creationId xmlns:a16="http://schemas.microsoft.com/office/drawing/2014/main" id="{32DA824B-E934-41C8-85F2-53983B4E3844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196325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32DD211-BCD3-4939-889F-18E8D2D10C2D}"/>
                    </a:ext>
                  </a:extLst>
                </p:cNvPr>
                <p:cNvSpPr txBox="1"/>
                <p:nvPr/>
              </p:nvSpPr>
              <p:spPr>
                <a:xfrm>
                  <a:off x="2957817" y="4344145"/>
                  <a:ext cx="75285" cy="74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5" h="74676">
                      <a:moveTo>
                        <a:pt x="32613" y="0"/>
                      </a:moveTo>
                      <a:lnTo>
                        <a:pt x="42672" y="0"/>
                      </a:lnTo>
                      <a:lnTo>
                        <a:pt x="42672" y="32156"/>
                      </a:lnTo>
                      <a:lnTo>
                        <a:pt x="75285" y="32156"/>
                      </a:lnTo>
                      <a:lnTo>
                        <a:pt x="75285" y="42367"/>
                      </a:lnTo>
                      <a:lnTo>
                        <a:pt x="42672" y="42367"/>
                      </a:lnTo>
                      <a:lnTo>
                        <a:pt x="42672" y="74676"/>
                      </a:lnTo>
                      <a:lnTo>
                        <a:pt x="32613" y="74676"/>
                      </a:lnTo>
                      <a:lnTo>
                        <a:pt x="32613" y="42367"/>
                      </a:lnTo>
                      <a:lnTo>
                        <a:pt x="0" y="42367"/>
                      </a:lnTo>
                      <a:lnTo>
                        <a:pt x="0" y="32156"/>
                      </a:lnTo>
                      <a:lnTo>
                        <a:pt x="32613" y="3215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969C0A52-9E41-4E38-A950-49F72323056D}"/>
                    </a:ext>
                  </a:extLst>
                </p:cNvPr>
                <p:cNvSpPr txBox="1"/>
                <p:nvPr/>
              </p:nvSpPr>
              <p:spPr>
                <a:xfrm>
                  <a:off x="3308812" y="4366118"/>
                  <a:ext cx="6126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5" h="13716">
                      <a:moveTo>
                        <a:pt x="0" y="0"/>
                      </a:moveTo>
                      <a:lnTo>
                        <a:pt x="61265" y="0"/>
                      </a:lnTo>
                      <a:lnTo>
                        <a:pt x="61265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</p:grp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C2A48B63-2F83-4B84-AD61-4FC9508D50E4}"/>
                </a:ext>
              </a:extLst>
            </p:cNvPr>
            <p:cNvSpPr/>
            <p:nvPr/>
          </p:nvSpPr>
          <p:spPr>
            <a:xfrm>
              <a:off x="2668583" y="2027192"/>
              <a:ext cx="2706265" cy="13131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8BE70E6D-DA1F-4D3D-9201-0C41555C4ACB}"/>
                </a:ext>
              </a:extLst>
            </p:cNvPr>
            <p:cNvSpPr/>
            <p:nvPr/>
          </p:nvSpPr>
          <p:spPr>
            <a:xfrm>
              <a:off x="5056667" y="2027192"/>
              <a:ext cx="1039333" cy="1313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83A732B2-69C0-4BE8-ACD4-CB877E1E9B79}"/>
                </a:ext>
              </a:extLst>
            </p:cNvPr>
            <p:cNvSpPr/>
            <p:nvPr/>
          </p:nvSpPr>
          <p:spPr>
            <a:xfrm>
              <a:off x="6095998" y="2027192"/>
              <a:ext cx="1019072" cy="13131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2F8E70C-DB75-4831-9FED-2E35B8725AD8}"/>
                </a:ext>
              </a:extLst>
            </p:cNvPr>
            <p:cNvGrpSpPr/>
            <p:nvPr/>
          </p:nvGrpSpPr>
          <p:grpSpPr>
            <a:xfrm>
              <a:off x="5193550" y="1695977"/>
              <a:ext cx="1767288" cy="307268"/>
              <a:chOff x="5193550" y="1695977"/>
              <a:chExt cx="1767288" cy="307268"/>
            </a:xfrm>
          </p:grpSpPr>
          <p:sp>
            <p:nvSpPr>
              <p:cNvPr id="245" name="右大括号 244">
                <a:extLst>
                  <a:ext uri="{FF2B5EF4-FFF2-40B4-BE49-F238E27FC236}">
                    <a16:creationId xmlns:a16="http://schemas.microsoft.com/office/drawing/2014/main" id="{3A3BFC19-CEF7-449D-8BA9-0E0F1307E4FD}"/>
                  </a:ext>
                </a:extLst>
              </p:cNvPr>
              <p:cNvSpPr/>
              <p:nvPr/>
            </p:nvSpPr>
            <p:spPr>
              <a:xfrm rot="16200000">
                <a:off x="5590674" y="1512279"/>
                <a:ext cx="93839" cy="888088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右大括号 245">
                <a:extLst>
                  <a:ext uri="{FF2B5EF4-FFF2-40B4-BE49-F238E27FC236}">
                    <a16:creationId xmlns:a16="http://schemas.microsoft.com/office/drawing/2014/main" id="{0E53F9C4-C59B-49AC-93B4-9A091A1D8A54}"/>
                  </a:ext>
                </a:extLst>
              </p:cNvPr>
              <p:cNvSpPr/>
              <p:nvPr/>
            </p:nvSpPr>
            <p:spPr>
              <a:xfrm rot="16200000">
                <a:off x="6483651" y="1526059"/>
                <a:ext cx="93843" cy="860530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4810E1D5-7DB6-4B71-86E2-B9398FB999F5}"/>
                  </a:ext>
                </a:extLst>
              </p:cNvPr>
              <p:cNvSpPr txBox="1"/>
              <p:nvPr/>
            </p:nvSpPr>
            <p:spPr>
              <a:xfrm>
                <a:off x="6432974" y="1705927"/>
                <a:ext cx="190891" cy="123622"/>
              </a:xfrm>
              <a:custGeom>
                <a:avLst/>
                <a:gdLst/>
                <a:ahLst/>
                <a:cxnLst/>
                <a:rect l="l" t="t" r="r" b="b"/>
                <a:pathLst>
                  <a:path w="105493" h="68318">
                    <a:moveTo>
                      <a:pt x="0" y="36667"/>
                    </a:moveTo>
                    <a:lnTo>
                      <a:pt x="24252" y="36667"/>
                    </a:lnTo>
                    <a:lnTo>
                      <a:pt x="24252" y="43341"/>
                    </a:lnTo>
                    <a:lnTo>
                      <a:pt x="0" y="43341"/>
                    </a:lnTo>
                    <a:close/>
                    <a:moveTo>
                      <a:pt x="72848" y="7516"/>
                    </a:moveTo>
                    <a:cubicBezTo>
                      <a:pt x="66019" y="7516"/>
                      <a:pt x="60207" y="9954"/>
                      <a:pt x="55414" y="14828"/>
                    </a:cubicBezTo>
                    <a:cubicBezTo>
                      <a:pt x="50621" y="19703"/>
                      <a:pt x="48224" y="25670"/>
                      <a:pt x="48224" y="32729"/>
                    </a:cubicBezTo>
                    <a:cubicBezTo>
                      <a:pt x="48224" y="39875"/>
                      <a:pt x="50665" y="45794"/>
                      <a:pt x="55547" y="50485"/>
                    </a:cubicBezTo>
                    <a:cubicBezTo>
                      <a:pt x="60428" y="55176"/>
                      <a:pt x="66224" y="57522"/>
                      <a:pt x="72933" y="57522"/>
                    </a:cubicBezTo>
                    <a:cubicBezTo>
                      <a:pt x="77425" y="57522"/>
                      <a:pt x="81457" y="56568"/>
                      <a:pt x="85027" y="54660"/>
                    </a:cubicBezTo>
                    <a:lnTo>
                      <a:pt x="71570" y="37003"/>
                    </a:lnTo>
                    <a:lnTo>
                      <a:pt x="80174" y="37003"/>
                    </a:lnTo>
                    <a:lnTo>
                      <a:pt x="90663" y="50541"/>
                    </a:lnTo>
                    <a:cubicBezTo>
                      <a:pt x="95258" y="45752"/>
                      <a:pt x="97556" y="39730"/>
                      <a:pt x="97556" y="32477"/>
                    </a:cubicBezTo>
                    <a:cubicBezTo>
                      <a:pt x="97556" y="25487"/>
                      <a:pt x="95116" y="19579"/>
                      <a:pt x="90236" y="14754"/>
                    </a:cubicBezTo>
                    <a:cubicBezTo>
                      <a:pt x="85357" y="9929"/>
                      <a:pt x="79561" y="7516"/>
                      <a:pt x="72848" y="7516"/>
                    </a:cubicBezTo>
                    <a:close/>
                    <a:moveTo>
                      <a:pt x="72848" y="0"/>
                    </a:moveTo>
                    <a:cubicBezTo>
                      <a:pt x="78773" y="0"/>
                      <a:pt x="84258" y="1442"/>
                      <a:pt x="89304" y="4325"/>
                    </a:cubicBezTo>
                    <a:cubicBezTo>
                      <a:pt x="94350" y="7208"/>
                      <a:pt x="98310" y="11150"/>
                      <a:pt x="101183" y="16150"/>
                    </a:cubicBezTo>
                    <a:cubicBezTo>
                      <a:pt x="104057" y="21151"/>
                      <a:pt x="105493" y="26593"/>
                      <a:pt x="105493" y="32477"/>
                    </a:cubicBezTo>
                    <a:cubicBezTo>
                      <a:pt x="105493" y="41970"/>
                      <a:pt x="102046" y="49884"/>
                      <a:pt x="95150" y="56219"/>
                    </a:cubicBezTo>
                    <a:lnTo>
                      <a:pt x="104064" y="68318"/>
                    </a:lnTo>
                    <a:lnTo>
                      <a:pt x="95375" y="68318"/>
                    </a:lnTo>
                    <a:lnTo>
                      <a:pt x="89455" y="60497"/>
                    </a:lnTo>
                    <a:cubicBezTo>
                      <a:pt x="84769" y="63524"/>
                      <a:pt x="79401" y="65038"/>
                      <a:pt x="73353" y="65038"/>
                    </a:cubicBezTo>
                    <a:cubicBezTo>
                      <a:pt x="63976" y="65038"/>
                      <a:pt x="56107" y="61914"/>
                      <a:pt x="49745" y="55667"/>
                    </a:cubicBezTo>
                    <a:cubicBezTo>
                      <a:pt x="43384" y="49421"/>
                      <a:pt x="40203" y="41774"/>
                      <a:pt x="40203" y="32729"/>
                    </a:cubicBezTo>
                    <a:cubicBezTo>
                      <a:pt x="40203" y="23513"/>
                      <a:pt x="43282" y="15755"/>
                      <a:pt x="49439" y="9453"/>
                    </a:cubicBezTo>
                    <a:cubicBezTo>
                      <a:pt x="55597" y="3151"/>
                      <a:pt x="63400" y="0"/>
                      <a:pt x="7284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910D0263-FBBB-46CC-9EB4-5186373A9FA2}"/>
                  </a:ext>
                </a:extLst>
              </p:cNvPr>
              <p:cNvSpPr txBox="1"/>
              <p:nvPr/>
            </p:nvSpPr>
            <p:spPr>
              <a:xfrm>
                <a:off x="5556636" y="1695977"/>
                <a:ext cx="221708" cy="123622"/>
              </a:xfrm>
              <a:custGeom>
                <a:avLst/>
                <a:gdLst/>
                <a:ahLst/>
                <a:cxnLst/>
                <a:rect l="l" t="t" r="r" b="b"/>
                <a:pathLst>
                  <a:path w="122524" h="68318">
                    <a:moveTo>
                      <a:pt x="17997" y="11101"/>
                    </a:moveTo>
                    <a:lnTo>
                      <a:pt x="25261" y="11101"/>
                    </a:lnTo>
                    <a:lnTo>
                      <a:pt x="25261" y="28846"/>
                    </a:lnTo>
                    <a:lnTo>
                      <a:pt x="43257" y="28846"/>
                    </a:lnTo>
                    <a:lnTo>
                      <a:pt x="43257" y="36108"/>
                    </a:lnTo>
                    <a:lnTo>
                      <a:pt x="25261" y="36108"/>
                    </a:lnTo>
                    <a:lnTo>
                      <a:pt x="25261" y="53938"/>
                    </a:lnTo>
                    <a:lnTo>
                      <a:pt x="17997" y="53938"/>
                    </a:lnTo>
                    <a:lnTo>
                      <a:pt x="17997" y="36108"/>
                    </a:lnTo>
                    <a:lnTo>
                      <a:pt x="0" y="36108"/>
                    </a:lnTo>
                    <a:lnTo>
                      <a:pt x="0" y="28846"/>
                    </a:lnTo>
                    <a:lnTo>
                      <a:pt x="17997" y="28846"/>
                    </a:lnTo>
                    <a:close/>
                    <a:moveTo>
                      <a:pt x="89879" y="7516"/>
                    </a:moveTo>
                    <a:cubicBezTo>
                      <a:pt x="83050" y="7516"/>
                      <a:pt x="77238" y="9954"/>
                      <a:pt x="72445" y="14828"/>
                    </a:cubicBezTo>
                    <a:cubicBezTo>
                      <a:pt x="67652" y="19703"/>
                      <a:pt x="65255" y="25670"/>
                      <a:pt x="65255" y="32729"/>
                    </a:cubicBezTo>
                    <a:cubicBezTo>
                      <a:pt x="65255" y="39875"/>
                      <a:pt x="67696" y="45794"/>
                      <a:pt x="72578" y="50485"/>
                    </a:cubicBezTo>
                    <a:cubicBezTo>
                      <a:pt x="77459" y="55176"/>
                      <a:pt x="83255" y="57522"/>
                      <a:pt x="89964" y="57522"/>
                    </a:cubicBezTo>
                    <a:cubicBezTo>
                      <a:pt x="94456" y="57522"/>
                      <a:pt x="98488" y="56568"/>
                      <a:pt x="102058" y="54660"/>
                    </a:cubicBezTo>
                    <a:lnTo>
                      <a:pt x="88601" y="37003"/>
                    </a:lnTo>
                    <a:lnTo>
                      <a:pt x="97205" y="37003"/>
                    </a:lnTo>
                    <a:lnTo>
                      <a:pt x="107694" y="50541"/>
                    </a:lnTo>
                    <a:cubicBezTo>
                      <a:pt x="112289" y="45752"/>
                      <a:pt x="114587" y="39730"/>
                      <a:pt x="114587" y="32477"/>
                    </a:cubicBezTo>
                    <a:cubicBezTo>
                      <a:pt x="114587" y="25487"/>
                      <a:pt x="112147" y="19579"/>
                      <a:pt x="107267" y="14754"/>
                    </a:cubicBezTo>
                    <a:cubicBezTo>
                      <a:pt x="102388" y="9929"/>
                      <a:pt x="96592" y="7516"/>
                      <a:pt x="89879" y="7516"/>
                    </a:cubicBezTo>
                    <a:close/>
                    <a:moveTo>
                      <a:pt x="89879" y="0"/>
                    </a:moveTo>
                    <a:cubicBezTo>
                      <a:pt x="95804" y="0"/>
                      <a:pt x="101289" y="1442"/>
                      <a:pt x="106335" y="4325"/>
                    </a:cubicBezTo>
                    <a:cubicBezTo>
                      <a:pt x="111381" y="7208"/>
                      <a:pt x="115341" y="11150"/>
                      <a:pt x="118214" y="16150"/>
                    </a:cubicBezTo>
                    <a:cubicBezTo>
                      <a:pt x="121088" y="21151"/>
                      <a:pt x="122524" y="26593"/>
                      <a:pt x="122524" y="32477"/>
                    </a:cubicBezTo>
                    <a:cubicBezTo>
                      <a:pt x="122524" y="41970"/>
                      <a:pt x="119077" y="49884"/>
                      <a:pt x="112181" y="56219"/>
                    </a:cubicBezTo>
                    <a:lnTo>
                      <a:pt x="121095" y="68318"/>
                    </a:lnTo>
                    <a:lnTo>
                      <a:pt x="112406" y="68318"/>
                    </a:lnTo>
                    <a:lnTo>
                      <a:pt x="106486" y="60497"/>
                    </a:lnTo>
                    <a:cubicBezTo>
                      <a:pt x="101800" y="63524"/>
                      <a:pt x="96432" y="65038"/>
                      <a:pt x="90384" y="65038"/>
                    </a:cubicBezTo>
                    <a:cubicBezTo>
                      <a:pt x="81007" y="65038"/>
                      <a:pt x="73138" y="61914"/>
                      <a:pt x="66776" y="55667"/>
                    </a:cubicBezTo>
                    <a:cubicBezTo>
                      <a:pt x="60415" y="49421"/>
                      <a:pt x="57234" y="41774"/>
                      <a:pt x="57234" y="32729"/>
                    </a:cubicBezTo>
                    <a:cubicBezTo>
                      <a:pt x="57234" y="23513"/>
                      <a:pt x="60313" y="15755"/>
                      <a:pt x="66470" y="9453"/>
                    </a:cubicBezTo>
                    <a:cubicBezTo>
                      <a:pt x="72628" y="3151"/>
                      <a:pt x="80431" y="0"/>
                      <a:pt x="8987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CAE5675E-FB4A-4E2A-8A8A-F145A62EAE0F}"/>
                </a:ext>
              </a:extLst>
            </p:cNvPr>
            <p:cNvSpPr txBox="1"/>
            <p:nvPr/>
          </p:nvSpPr>
          <p:spPr>
            <a:xfrm>
              <a:off x="3667662" y="2487564"/>
              <a:ext cx="508519" cy="271477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5046A40D-BC51-4820-83F2-39F41C1F4ED1}"/>
                </a:ext>
              </a:extLst>
            </p:cNvPr>
            <p:cNvSpPr txBox="1"/>
            <p:nvPr/>
          </p:nvSpPr>
          <p:spPr>
            <a:xfrm>
              <a:off x="8165370" y="2482825"/>
              <a:ext cx="457140" cy="271477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F12B2A9-4070-4035-B505-F58FB05DDB22}"/>
                </a:ext>
              </a:extLst>
            </p:cNvPr>
            <p:cNvGrpSpPr/>
            <p:nvPr/>
          </p:nvGrpSpPr>
          <p:grpSpPr>
            <a:xfrm>
              <a:off x="5206859" y="3430500"/>
              <a:ext cx="1756987" cy="255067"/>
              <a:chOff x="5206859" y="3430500"/>
              <a:chExt cx="1756987" cy="255067"/>
            </a:xfrm>
          </p:grpSpPr>
          <p:cxnSp>
            <p:nvCxnSpPr>
              <p:cNvPr id="297" name="直接连接符 296">
                <a:extLst>
                  <a:ext uri="{FF2B5EF4-FFF2-40B4-BE49-F238E27FC236}">
                    <a16:creationId xmlns:a16="http://schemas.microsoft.com/office/drawing/2014/main" id="{C4E81228-3548-4567-A3DE-29E6C209B6F3}"/>
                  </a:ext>
                </a:extLst>
              </p:cNvPr>
              <p:cNvCxnSpPr/>
              <p:nvPr/>
            </p:nvCxnSpPr>
            <p:spPr>
              <a:xfrm>
                <a:off x="5206859" y="3430500"/>
                <a:ext cx="0" cy="144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>
                <a:extLst>
                  <a:ext uri="{FF2B5EF4-FFF2-40B4-BE49-F238E27FC236}">
                    <a16:creationId xmlns:a16="http://schemas.microsoft.com/office/drawing/2014/main" id="{5B2C7546-64F3-4F35-BEBC-3924C83BB2B6}"/>
                  </a:ext>
                </a:extLst>
              </p:cNvPr>
              <p:cNvCxnSpPr/>
              <p:nvPr/>
            </p:nvCxnSpPr>
            <p:spPr>
              <a:xfrm>
                <a:off x="6963846" y="3430500"/>
                <a:ext cx="0" cy="144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接箭头连接符 298">
                <a:extLst>
                  <a:ext uri="{FF2B5EF4-FFF2-40B4-BE49-F238E27FC236}">
                    <a16:creationId xmlns:a16="http://schemas.microsoft.com/office/drawing/2014/main" id="{7766DFBD-DAE5-46B4-98E7-EB888E330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6859" y="3517623"/>
                <a:ext cx="175397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文本框 299">
                <a:extLst>
                  <a:ext uri="{FF2B5EF4-FFF2-40B4-BE49-F238E27FC236}">
                    <a16:creationId xmlns:a16="http://schemas.microsoft.com/office/drawing/2014/main" id="{5E50FEC9-0393-4F04-A0DC-41D3BB0E1980}"/>
                  </a:ext>
                </a:extLst>
              </p:cNvPr>
              <p:cNvSpPr txBox="1"/>
              <p:nvPr/>
            </p:nvSpPr>
            <p:spPr>
              <a:xfrm>
                <a:off x="6016723" y="3558915"/>
                <a:ext cx="184831" cy="126652"/>
              </a:xfrm>
              <a:custGeom>
                <a:avLst/>
                <a:gdLst/>
                <a:ahLst/>
                <a:cxnLst/>
                <a:rect l="l" t="t" r="r" b="b"/>
                <a:pathLst>
                  <a:path w="152753" h="104671">
                    <a:moveTo>
                      <a:pt x="122839" y="59048"/>
                    </a:moveTo>
                    <a:cubicBezTo>
                      <a:pt x="120643" y="59048"/>
                      <a:pt x="118606" y="59522"/>
                      <a:pt x="116727" y="60471"/>
                    </a:cubicBezTo>
                    <a:cubicBezTo>
                      <a:pt x="114848" y="61420"/>
                      <a:pt x="113128" y="62722"/>
                      <a:pt x="111565" y="64378"/>
                    </a:cubicBezTo>
                    <a:cubicBezTo>
                      <a:pt x="110002" y="66033"/>
                      <a:pt x="108607" y="67950"/>
                      <a:pt x="107379" y="70126"/>
                    </a:cubicBezTo>
                    <a:cubicBezTo>
                      <a:pt x="106151" y="72303"/>
                      <a:pt x="105119" y="74628"/>
                      <a:pt x="104282" y="77102"/>
                    </a:cubicBezTo>
                    <a:cubicBezTo>
                      <a:pt x="103445" y="79577"/>
                      <a:pt x="102812" y="82107"/>
                      <a:pt x="102384" y="84693"/>
                    </a:cubicBezTo>
                    <a:cubicBezTo>
                      <a:pt x="101956" y="87279"/>
                      <a:pt x="101742" y="89799"/>
                      <a:pt x="101742" y="92255"/>
                    </a:cubicBezTo>
                    <a:cubicBezTo>
                      <a:pt x="101742" y="96273"/>
                      <a:pt x="102310" y="99259"/>
                      <a:pt x="103445" y="101213"/>
                    </a:cubicBezTo>
                    <a:cubicBezTo>
                      <a:pt x="104579" y="103166"/>
                      <a:pt x="106412" y="104143"/>
                      <a:pt x="108942" y="104143"/>
                    </a:cubicBezTo>
                    <a:cubicBezTo>
                      <a:pt x="110653" y="104143"/>
                      <a:pt x="112551" y="103566"/>
                      <a:pt x="114635" y="102413"/>
                    </a:cubicBezTo>
                    <a:cubicBezTo>
                      <a:pt x="116718" y="101259"/>
                      <a:pt x="118737" y="99594"/>
                      <a:pt x="120690" y="97417"/>
                    </a:cubicBezTo>
                    <a:cubicBezTo>
                      <a:pt x="122643" y="95241"/>
                      <a:pt x="124439" y="92590"/>
                      <a:pt x="126076" y="89464"/>
                    </a:cubicBezTo>
                    <a:cubicBezTo>
                      <a:pt x="127713" y="86339"/>
                      <a:pt x="128941" y="82823"/>
                      <a:pt x="129759" y="78916"/>
                    </a:cubicBezTo>
                    <a:cubicBezTo>
                      <a:pt x="130168" y="76907"/>
                      <a:pt x="130541" y="74898"/>
                      <a:pt x="130875" y="72889"/>
                    </a:cubicBezTo>
                    <a:cubicBezTo>
                      <a:pt x="131210" y="70880"/>
                      <a:pt x="131378" y="69038"/>
                      <a:pt x="131378" y="67364"/>
                    </a:cubicBezTo>
                    <a:cubicBezTo>
                      <a:pt x="131378" y="64350"/>
                      <a:pt x="130699" y="62210"/>
                      <a:pt x="129341" y="60945"/>
                    </a:cubicBezTo>
                    <a:cubicBezTo>
                      <a:pt x="127983" y="59680"/>
                      <a:pt x="125815" y="59048"/>
                      <a:pt x="122839" y="59048"/>
                    </a:cubicBezTo>
                    <a:close/>
                    <a:moveTo>
                      <a:pt x="147395" y="34324"/>
                    </a:moveTo>
                    <a:lnTo>
                      <a:pt x="150242" y="34324"/>
                    </a:lnTo>
                    <a:lnTo>
                      <a:pt x="137294" y="91250"/>
                    </a:lnTo>
                    <a:cubicBezTo>
                      <a:pt x="136773" y="93446"/>
                      <a:pt x="136429" y="95194"/>
                      <a:pt x="136261" y="96497"/>
                    </a:cubicBezTo>
                    <a:cubicBezTo>
                      <a:pt x="136094" y="97799"/>
                      <a:pt x="136010" y="98971"/>
                      <a:pt x="136010" y="100013"/>
                    </a:cubicBezTo>
                    <a:cubicBezTo>
                      <a:pt x="136010" y="101427"/>
                      <a:pt x="136298" y="102450"/>
                      <a:pt x="136875" y="103082"/>
                    </a:cubicBezTo>
                    <a:cubicBezTo>
                      <a:pt x="137452" y="103715"/>
                      <a:pt x="138280" y="104031"/>
                      <a:pt x="139359" y="104031"/>
                    </a:cubicBezTo>
                    <a:cubicBezTo>
                      <a:pt x="140028" y="104031"/>
                      <a:pt x="140689" y="103901"/>
                      <a:pt x="141340" y="103640"/>
                    </a:cubicBezTo>
                    <a:cubicBezTo>
                      <a:pt x="141991" y="103380"/>
                      <a:pt x="142698" y="102971"/>
                      <a:pt x="143461" y="102413"/>
                    </a:cubicBezTo>
                    <a:cubicBezTo>
                      <a:pt x="144223" y="101854"/>
                      <a:pt x="145061" y="101138"/>
                      <a:pt x="145972" y="100264"/>
                    </a:cubicBezTo>
                    <a:cubicBezTo>
                      <a:pt x="146884" y="99389"/>
                      <a:pt x="147916" y="98338"/>
                      <a:pt x="149070" y="97111"/>
                    </a:cubicBezTo>
                    <a:cubicBezTo>
                      <a:pt x="149665" y="97743"/>
                      <a:pt x="150279" y="98366"/>
                      <a:pt x="150911" y="98980"/>
                    </a:cubicBezTo>
                    <a:cubicBezTo>
                      <a:pt x="151544" y="99594"/>
                      <a:pt x="152158" y="100199"/>
                      <a:pt x="152753" y="100794"/>
                    </a:cubicBezTo>
                    <a:lnTo>
                      <a:pt x="148721" y="104671"/>
                    </a:lnTo>
                    <a:lnTo>
                      <a:pt x="127144" y="104671"/>
                    </a:lnTo>
                    <a:lnTo>
                      <a:pt x="126243" y="101799"/>
                    </a:lnTo>
                    <a:cubicBezTo>
                      <a:pt x="126243" y="100124"/>
                      <a:pt x="126504" y="98524"/>
                      <a:pt x="127024" y="96999"/>
                    </a:cubicBezTo>
                    <a:lnTo>
                      <a:pt x="126243" y="96664"/>
                    </a:lnTo>
                    <a:cubicBezTo>
                      <a:pt x="124346" y="99306"/>
                      <a:pt x="122504" y="101557"/>
                      <a:pt x="120718" y="103417"/>
                    </a:cubicBezTo>
                    <a:lnTo>
                      <a:pt x="119274" y="104671"/>
                    </a:lnTo>
                    <a:lnTo>
                      <a:pt x="93723" y="104671"/>
                    </a:lnTo>
                    <a:lnTo>
                      <a:pt x="90636" y="92869"/>
                    </a:lnTo>
                    <a:cubicBezTo>
                      <a:pt x="90636" y="89260"/>
                      <a:pt x="91017" y="85790"/>
                      <a:pt x="91780" y="82460"/>
                    </a:cubicBezTo>
                    <a:cubicBezTo>
                      <a:pt x="92543" y="79130"/>
                      <a:pt x="93622" y="76005"/>
                      <a:pt x="95017" y="73084"/>
                    </a:cubicBezTo>
                    <a:cubicBezTo>
                      <a:pt x="96412" y="70163"/>
                      <a:pt x="98077" y="67503"/>
                      <a:pt x="100012" y="65103"/>
                    </a:cubicBezTo>
                    <a:cubicBezTo>
                      <a:pt x="101947" y="62703"/>
                      <a:pt x="104068" y="60648"/>
                      <a:pt x="106375" y="58936"/>
                    </a:cubicBezTo>
                    <a:cubicBezTo>
                      <a:pt x="108681" y="57225"/>
                      <a:pt x="111137" y="55894"/>
                      <a:pt x="113742" y="54946"/>
                    </a:cubicBezTo>
                    <a:cubicBezTo>
                      <a:pt x="116346" y="53997"/>
                      <a:pt x="119044" y="53523"/>
                      <a:pt x="121834" y="53523"/>
                    </a:cubicBezTo>
                    <a:cubicBezTo>
                      <a:pt x="124290" y="53523"/>
                      <a:pt x="126541" y="53764"/>
                      <a:pt x="128587" y="54248"/>
                    </a:cubicBezTo>
                    <a:cubicBezTo>
                      <a:pt x="130634" y="54732"/>
                      <a:pt x="132587" y="55699"/>
                      <a:pt x="134447" y="57150"/>
                    </a:cubicBezTo>
                    <a:cubicBezTo>
                      <a:pt x="135080" y="54806"/>
                      <a:pt x="135582" y="52806"/>
                      <a:pt x="135954" y="51151"/>
                    </a:cubicBezTo>
                    <a:cubicBezTo>
                      <a:pt x="136326" y="49495"/>
                      <a:pt x="136633" y="47969"/>
                      <a:pt x="136875" y="46574"/>
                    </a:cubicBezTo>
                    <a:cubicBezTo>
                      <a:pt x="137117" y="45179"/>
                      <a:pt x="137238" y="44016"/>
                      <a:pt x="137238" y="43086"/>
                    </a:cubicBezTo>
                    <a:cubicBezTo>
                      <a:pt x="137238" y="42305"/>
                      <a:pt x="137135" y="41653"/>
                      <a:pt x="136931" y="41133"/>
                    </a:cubicBezTo>
                    <a:cubicBezTo>
                      <a:pt x="136726" y="40612"/>
                      <a:pt x="136363" y="40184"/>
                      <a:pt x="135843" y="39849"/>
                    </a:cubicBezTo>
                    <a:cubicBezTo>
                      <a:pt x="135322" y="39514"/>
                      <a:pt x="134587" y="39272"/>
                      <a:pt x="133638" y="39123"/>
                    </a:cubicBezTo>
                    <a:cubicBezTo>
                      <a:pt x="132689" y="38975"/>
                      <a:pt x="131489" y="38863"/>
                      <a:pt x="130038" y="38789"/>
                    </a:cubicBezTo>
                    <a:lnTo>
                      <a:pt x="130764" y="34993"/>
                    </a:lnTo>
                    <a:close/>
                    <a:moveTo>
                      <a:pt x="27161" y="0"/>
                    </a:moveTo>
                    <a:cubicBezTo>
                      <a:pt x="28699" y="0"/>
                      <a:pt x="30051" y="174"/>
                      <a:pt x="31216" y="521"/>
                    </a:cubicBezTo>
                    <a:cubicBezTo>
                      <a:pt x="32382" y="868"/>
                      <a:pt x="33412" y="1402"/>
                      <a:pt x="34305" y="2121"/>
                    </a:cubicBezTo>
                    <a:cubicBezTo>
                      <a:pt x="35198" y="2840"/>
                      <a:pt x="35991" y="3771"/>
                      <a:pt x="36686" y="4912"/>
                    </a:cubicBezTo>
                    <a:cubicBezTo>
                      <a:pt x="37380" y="6053"/>
                      <a:pt x="38050" y="7603"/>
                      <a:pt x="38695" y="9562"/>
                    </a:cubicBezTo>
                    <a:cubicBezTo>
                      <a:pt x="39340" y="11522"/>
                      <a:pt x="39948" y="13953"/>
                      <a:pt x="40518" y="16855"/>
                    </a:cubicBezTo>
                    <a:cubicBezTo>
                      <a:pt x="41089" y="19757"/>
                      <a:pt x="41597" y="22771"/>
                      <a:pt x="42044" y="25896"/>
                    </a:cubicBezTo>
                    <a:lnTo>
                      <a:pt x="42788" y="25896"/>
                    </a:lnTo>
                    <a:cubicBezTo>
                      <a:pt x="47550" y="19199"/>
                      <a:pt x="51159" y="14300"/>
                      <a:pt x="53615" y="11200"/>
                    </a:cubicBezTo>
                    <a:cubicBezTo>
                      <a:pt x="56071" y="8099"/>
                      <a:pt x="58142" y="5792"/>
                      <a:pt x="59829" y="4279"/>
                    </a:cubicBezTo>
                    <a:cubicBezTo>
                      <a:pt x="61515" y="2766"/>
                      <a:pt x="63140" y="1699"/>
                      <a:pt x="64703" y="1079"/>
                    </a:cubicBezTo>
                    <a:cubicBezTo>
                      <a:pt x="66265" y="459"/>
                      <a:pt x="68337" y="149"/>
                      <a:pt x="70916" y="149"/>
                    </a:cubicBezTo>
                    <a:cubicBezTo>
                      <a:pt x="73248" y="149"/>
                      <a:pt x="75158" y="447"/>
                      <a:pt x="76646" y="1042"/>
                    </a:cubicBezTo>
                    <a:lnTo>
                      <a:pt x="73670" y="14511"/>
                    </a:lnTo>
                    <a:lnTo>
                      <a:pt x="68461" y="14511"/>
                    </a:lnTo>
                    <a:cubicBezTo>
                      <a:pt x="68163" y="12427"/>
                      <a:pt x="67295" y="11386"/>
                      <a:pt x="65856" y="11386"/>
                    </a:cubicBezTo>
                    <a:cubicBezTo>
                      <a:pt x="65410" y="11386"/>
                      <a:pt x="64938" y="11460"/>
                      <a:pt x="64442" y="11609"/>
                    </a:cubicBezTo>
                    <a:cubicBezTo>
                      <a:pt x="63946" y="11758"/>
                      <a:pt x="63338" y="12080"/>
                      <a:pt x="62619" y="12576"/>
                    </a:cubicBezTo>
                    <a:cubicBezTo>
                      <a:pt x="61900" y="13072"/>
                      <a:pt x="60846" y="14040"/>
                      <a:pt x="59457" y="15478"/>
                    </a:cubicBezTo>
                    <a:cubicBezTo>
                      <a:pt x="58067" y="16917"/>
                      <a:pt x="56505" y="18678"/>
                      <a:pt x="54768" y="20762"/>
                    </a:cubicBezTo>
                    <a:cubicBezTo>
                      <a:pt x="53032" y="22845"/>
                      <a:pt x="51246" y="25028"/>
                      <a:pt x="49411" y="27310"/>
                    </a:cubicBezTo>
                    <a:lnTo>
                      <a:pt x="44350" y="33635"/>
                    </a:lnTo>
                    <a:cubicBezTo>
                      <a:pt x="45243" y="38398"/>
                      <a:pt x="46087" y="42515"/>
                      <a:pt x="46881" y="45988"/>
                    </a:cubicBezTo>
                    <a:cubicBezTo>
                      <a:pt x="47674" y="49461"/>
                      <a:pt x="48381" y="52350"/>
                      <a:pt x="49001" y="54657"/>
                    </a:cubicBezTo>
                    <a:cubicBezTo>
                      <a:pt x="49621" y="56964"/>
                      <a:pt x="50167" y="58787"/>
                      <a:pt x="50638" y="60127"/>
                    </a:cubicBezTo>
                    <a:cubicBezTo>
                      <a:pt x="51110" y="61466"/>
                      <a:pt x="51618" y="62471"/>
                      <a:pt x="52164" y="63141"/>
                    </a:cubicBezTo>
                    <a:cubicBezTo>
                      <a:pt x="52710" y="63810"/>
                      <a:pt x="53268" y="64282"/>
                      <a:pt x="53838" y="64554"/>
                    </a:cubicBezTo>
                    <a:cubicBezTo>
                      <a:pt x="54409" y="64827"/>
                      <a:pt x="55066" y="64964"/>
                      <a:pt x="55810" y="64964"/>
                    </a:cubicBezTo>
                    <a:cubicBezTo>
                      <a:pt x="57150" y="64964"/>
                      <a:pt x="58452" y="64443"/>
                      <a:pt x="59717" y="63401"/>
                    </a:cubicBezTo>
                    <a:cubicBezTo>
                      <a:pt x="60982" y="62359"/>
                      <a:pt x="62805" y="60003"/>
                      <a:pt x="65186" y="56332"/>
                    </a:cubicBezTo>
                    <a:lnTo>
                      <a:pt x="70023" y="59531"/>
                    </a:lnTo>
                    <a:cubicBezTo>
                      <a:pt x="66551" y="64691"/>
                      <a:pt x="63413" y="68325"/>
                      <a:pt x="60610" y="70433"/>
                    </a:cubicBezTo>
                    <a:cubicBezTo>
                      <a:pt x="57807" y="72541"/>
                      <a:pt x="54471" y="73596"/>
                      <a:pt x="50601" y="73596"/>
                    </a:cubicBezTo>
                    <a:cubicBezTo>
                      <a:pt x="48468" y="73596"/>
                      <a:pt x="46657" y="73211"/>
                      <a:pt x="45169" y="72442"/>
                    </a:cubicBezTo>
                    <a:cubicBezTo>
                      <a:pt x="43681" y="71673"/>
                      <a:pt x="42391" y="70445"/>
                      <a:pt x="41299" y="68759"/>
                    </a:cubicBezTo>
                    <a:cubicBezTo>
                      <a:pt x="40208" y="67072"/>
                      <a:pt x="39241" y="64443"/>
                      <a:pt x="38397" y="60871"/>
                    </a:cubicBezTo>
                    <a:cubicBezTo>
                      <a:pt x="36859" y="54521"/>
                      <a:pt x="35917" y="49659"/>
                      <a:pt x="35570" y="46286"/>
                    </a:cubicBezTo>
                    <a:lnTo>
                      <a:pt x="34825" y="46286"/>
                    </a:lnTo>
                    <a:cubicBezTo>
                      <a:pt x="29567" y="53678"/>
                      <a:pt x="25660" y="58986"/>
                      <a:pt x="23105" y="62210"/>
                    </a:cubicBezTo>
                    <a:cubicBezTo>
                      <a:pt x="20550" y="65435"/>
                      <a:pt x="18442" y="67816"/>
                      <a:pt x="16780" y="69354"/>
                    </a:cubicBezTo>
                    <a:cubicBezTo>
                      <a:pt x="15118" y="70892"/>
                      <a:pt x="13506" y="71971"/>
                      <a:pt x="11943" y="72591"/>
                    </a:cubicBezTo>
                    <a:cubicBezTo>
                      <a:pt x="10380" y="73211"/>
                      <a:pt x="8309" y="73521"/>
                      <a:pt x="5730" y="73521"/>
                    </a:cubicBezTo>
                    <a:cubicBezTo>
                      <a:pt x="3398" y="73521"/>
                      <a:pt x="1488" y="73224"/>
                      <a:pt x="0" y="72628"/>
                    </a:cubicBezTo>
                    <a:lnTo>
                      <a:pt x="2976" y="59159"/>
                    </a:lnTo>
                    <a:lnTo>
                      <a:pt x="8185" y="59159"/>
                    </a:lnTo>
                    <a:cubicBezTo>
                      <a:pt x="8483" y="61243"/>
                      <a:pt x="9351" y="62285"/>
                      <a:pt x="10790" y="62285"/>
                    </a:cubicBezTo>
                    <a:cubicBezTo>
                      <a:pt x="11484" y="62285"/>
                      <a:pt x="12216" y="62099"/>
                      <a:pt x="12985" y="61727"/>
                    </a:cubicBezTo>
                    <a:cubicBezTo>
                      <a:pt x="13754" y="61355"/>
                      <a:pt x="14858" y="60462"/>
                      <a:pt x="16296" y="59048"/>
                    </a:cubicBezTo>
                    <a:cubicBezTo>
                      <a:pt x="17735" y="57634"/>
                      <a:pt x="19719" y="55414"/>
                      <a:pt x="22249" y="52388"/>
                    </a:cubicBezTo>
                    <a:cubicBezTo>
                      <a:pt x="24780" y="49362"/>
                      <a:pt x="28451" y="44822"/>
                      <a:pt x="33263" y="38770"/>
                    </a:cubicBezTo>
                    <a:cubicBezTo>
                      <a:pt x="32519" y="34851"/>
                      <a:pt x="31750" y="31080"/>
                      <a:pt x="30956" y="27459"/>
                    </a:cubicBezTo>
                    <a:cubicBezTo>
                      <a:pt x="30162" y="23837"/>
                      <a:pt x="29344" y="20464"/>
                      <a:pt x="28500" y="17339"/>
                    </a:cubicBezTo>
                    <a:cubicBezTo>
                      <a:pt x="27657" y="14213"/>
                      <a:pt x="26962" y="12167"/>
                      <a:pt x="26417" y="11200"/>
                    </a:cubicBezTo>
                    <a:cubicBezTo>
                      <a:pt x="25871" y="10232"/>
                      <a:pt x="25288" y="9562"/>
                      <a:pt x="24668" y="9190"/>
                    </a:cubicBezTo>
                    <a:cubicBezTo>
                      <a:pt x="24048" y="8818"/>
                      <a:pt x="23266" y="8632"/>
                      <a:pt x="22324" y="8632"/>
                    </a:cubicBezTo>
                    <a:cubicBezTo>
                      <a:pt x="21282" y="8632"/>
                      <a:pt x="20340" y="8868"/>
                      <a:pt x="19496" y="9339"/>
                    </a:cubicBezTo>
                    <a:cubicBezTo>
                      <a:pt x="18653" y="9810"/>
                      <a:pt x="17735" y="10629"/>
                      <a:pt x="16743" y="11795"/>
                    </a:cubicBezTo>
                    <a:cubicBezTo>
                      <a:pt x="15751" y="12961"/>
                      <a:pt x="14436" y="14784"/>
                      <a:pt x="12799" y="17264"/>
                    </a:cubicBezTo>
                    <a:lnTo>
                      <a:pt x="7962" y="14064"/>
                    </a:lnTo>
                    <a:cubicBezTo>
                      <a:pt x="11087" y="9352"/>
                      <a:pt x="14089" y="5829"/>
                      <a:pt x="16966" y="3498"/>
                    </a:cubicBezTo>
                    <a:cubicBezTo>
                      <a:pt x="19843" y="1166"/>
                      <a:pt x="23242" y="0"/>
                      <a:pt x="2716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B1486D88-608D-46DC-A546-21F1A4B33805}"/>
                </a:ext>
              </a:extLst>
            </p:cNvPr>
            <p:cNvSpPr txBox="1"/>
            <p:nvPr/>
          </p:nvSpPr>
          <p:spPr>
            <a:xfrm>
              <a:off x="4887016" y="1124931"/>
              <a:ext cx="608407" cy="152555"/>
            </a:xfrm>
            <a:custGeom>
              <a:avLst/>
              <a:gdLst/>
              <a:ahLst/>
              <a:cxnLst/>
              <a:rect l="l" t="t" r="r" b="b"/>
              <a:pathLst>
                <a:path w="805129" h="201882">
                  <a:moveTo>
                    <a:pt x="377533" y="126273"/>
                  </a:moveTo>
                  <a:cubicBezTo>
                    <a:pt x="379933" y="126273"/>
                    <a:pt x="384348" y="127301"/>
                    <a:pt x="390778" y="129359"/>
                  </a:cubicBezTo>
                  <a:cubicBezTo>
                    <a:pt x="397207" y="131416"/>
                    <a:pt x="401493" y="134116"/>
                    <a:pt x="403636" y="137460"/>
                  </a:cubicBezTo>
                  <a:cubicBezTo>
                    <a:pt x="405779" y="140803"/>
                    <a:pt x="406851" y="143846"/>
                    <a:pt x="406851" y="146589"/>
                  </a:cubicBezTo>
                  <a:cubicBezTo>
                    <a:pt x="406851" y="150704"/>
                    <a:pt x="404579" y="152762"/>
                    <a:pt x="400036" y="152762"/>
                  </a:cubicBezTo>
                  <a:cubicBezTo>
                    <a:pt x="395492" y="152762"/>
                    <a:pt x="390092" y="149204"/>
                    <a:pt x="383834" y="142089"/>
                  </a:cubicBezTo>
                  <a:cubicBezTo>
                    <a:pt x="377576" y="134974"/>
                    <a:pt x="374447" y="130302"/>
                    <a:pt x="374447" y="128073"/>
                  </a:cubicBezTo>
                  <a:cubicBezTo>
                    <a:pt x="374447" y="126873"/>
                    <a:pt x="375476" y="126273"/>
                    <a:pt x="377533" y="126273"/>
                  </a:cubicBezTo>
                  <a:close/>
                  <a:moveTo>
                    <a:pt x="478603" y="124730"/>
                  </a:moveTo>
                  <a:lnTo>
                    <a:pt x="613105" y="124730"/>
                  </a:lnTo>
                  <a:lnTo>
                    <a:pt x="613105" y="136045"/>
                  </a:lnTo>
                  <a:lnTo>
                    <a:pt x="478603" y="136045"/>
                  </a:lnTo>
                  <a:close/>
                  <a:moveTo>
                    <a:pt x="478603" y="66608"/>
                  </a:moveTo>
                  <a:lnTo>
                    <a:pt x="613105" y="66608"/>
                  </a:lnTo>
                  <a:lnTo>
                    <a:pt x="613105" y="77667"/>
                  </a:lnTo>
                  <a:lnTo>
                    <a:pt x="478603" y="77667"/>
                  </a:lnTo>
                  <a:close/>
                  <a:moveTo>
                    <a:pt x="64808" y="64808"/>
                  </a:moveTo>
                  <a:cubicBezTo>
                    <a:pt x="48006" y="68237"/>
                    <a:pt x="34119" y="70208"/>
                    <a:pt x="23146" y="70723"/>
                  </a:cubicBezTo>
                  <a:cubicBezTo>
                    <a:pt x="27775" y="95412"/>
                    <a:pt x="31461" y="116671"/>
                    <a:pt x="34204" y="134502"/>
                  </a:cubicBezTo>
                  <a:cubicBezTo>
                    <a:pt x="41577" y="133988"/>
                    <a:pt x="51692" y="132531"/>
                    <a:pt x="64551" y="130130"/>
                  </a:cubicBezTo>
                  <a:lnTo>
                    <a:pt x="64808" y="102355"/>
                  </a:lnTo>
                  <a:cubicBezTo>
                    <a:pt x="58979" y="103213"/>
                    <a:pt x="54521" y="103641"/>
                    <a:pt x="51435" y="103641"/>
                  </a:cubicBezTo>
                  <a:cubicBezTo>
                    <a:pt x="48349" y="103641"/>
                    <a:pt x="45692" y="103255"/>
                    <a:pt x="43463" y="102484"/>
                  </a:cubicBezTo>
                  <a:cubicBezTo>
                    <a:pt x="41234" y="101712"/>
                    <a:pt x="40119" y="100727"/>
                    <a:pt x="40119" y="99526"/>
                  </a:cubicBezTo>
                  <a:cubicBezTo>
                    <a:pt x="40119" y="98326"/>
                    <a:pt x="41491" y="97555"/>
                    <a:pt x="44234" y="97212"/>
                  </a:cubicBezTo>
                  <a:cubicBezTo>
                    <a:pt x="49892" y="96526"/>
                    <a:pt x="56750" y="95069"/>
                    <a:pt x="64808" y="92840"/>
                  </a:cubicBezTo>
                  <a:close/>
                  <a:moveTo>
                    <a:pt x="117015" y="57864"/>
                  </a:moveTo>
                  <a:cubicBezTo>
                    <a:pt x="106385" y="57864"/>
                    <a:pt x="93183" y="59321"/>
                    <a:pt x="77410" y="62236"/>
                  </a:cubicBezTo>
                  <a:cubicBezTo>
                    <a:pt x="77410" y="68237"/>
                    <a:pt x="77238" y="77238"/>
                    <a:pt x="76896" y="89239"/>
                  </a:cubicBezTo>
                  <a:cubicBezTo>
                    <a:pt x="85639" y="86668"/>
                    <a:pt x="91469" y="85382"/>
                    <a:pt x="94383" y="85382"/>
                  </a:cubicBezTo>
                  <a:cubicBezTo>
                    <a:pt x="97298" y="85382"/>
                    <a:pt x="99870" y="85896"/>
                    <a:pt x="102099" y="86925"/>
                  </a:cubicBezTo>
                  <a:cubicBezTo>
                    <a:pt x="104327" y="87954"/>
                    <a:pt x="105442" y="89325"/>
                    <a:pt x="105442" y="91040"/>
                  </a:cubicBezTo>
                  <a:cubicBezTo>
                    <a:pt x="105442" y="92754"/>
                    <a:pt x="103942" y="94126"/>
                    <a:pt x="100941" y="95154"/>
                  </a:cubicBezTo>
                  <a:cubicBezTo>
                    <a:pt x="97941" y="96183"/>
                    <a:pt x="89840" y="97898"/>
                    <a:pt x="76638" y="100298"/>
                  </a:cubicBezTo>
                  <a:cubicBezTo>
                    <a:pt x="76638" y="110242"/>
                    <a:pt x="76467" y="119586"/>
                    <a:pt x="76124" y="128330"/>
                  </a:cubicBezTo>
                  <a:cubicBezTo>
                    <a:pt x="87268" y="126273"/>
                    <a:pt x="94812" y="125244"/>
                    <a:pt x="98755" y="125244"/>
                  </a:cubicBezTo>
                  <a:cubicBezTo>
                    <a:pt x="102699" y="125244"/>
                    <a:pt x="105442" y="125673"/>
                    <a:pt x="106985" y="126530"/>
                  </a:cubicBezTo>
                  <a:cubicBezTo>
                    <a:pt x="108528" y="127387"/>
                    <a:pt x="109642" y="127816"/>
                    <a:pt x="110328" y="127816"/>
                  </a:cubicBezTo>
                  <a:cubicBezTo>
                    <a:pt x="113071" y="127816"/>
                    <a:pt x="116286" y="118900"/>
                    <a:pt x="119972" y="101069"/>
                  </a:cubicBezTo>
                  <a:cubicBezTo>
                    <a:pt x="123658" y="83239"/>
                    <a:pt x="125502" y="72094"/>
                    <a:pt x="125502" y="67637"/>
                  </a:cubicBezTo>
                  <a:cubicBezTo>
                    <a:pt x="125502" y="63179"/>
                    <a:pt x="124987" y="60436"/>
                    <a:pt x="123959" y="59407"/>
                  </a:cubicBezTo>
                  <a:cubicBezTo>
                    <a:pt x="122930" y="58378"/>
                    <a:pt x="120615" y="57864"/>
                    <a:pt x="117015" y="57864"/>
                  </a:cubicBezTo>
                  <a:close/>
                  <a:moveTo>
                    <a:pt x="333942" y="48349"/>
                  </a:moveTo>
                  <a:cubicBezTo>
                    <a:pt x="336085" y="48349"/>
                    <a:pt x="340414" y="49506"/>
                    <a:pt x="346929" y="51820"/>
                  </a:cubicBezTo>
                  <a:cubicBezTo>
                    <a:pt x="353444" y="54135"/>
                    <a:pt x="356702" y="56921"/>
                    <a:pt x="356702" y="60179"/>
                  </a:cubicBezTo>
                  <a:cubicBezTo>
                    <a:pt x="356702" y="61379"/>
                    <a:pt x="356273" y="62879"/>
                    <a:pt x="355416" y="64679"/>
                  </a:cubicBezTo>
                  <a:cubicBezTo>
                    <a:pt x="354559" y="66479"/>
                    <a:pt x="353659" y="70937"/>
                    <a:pt x="352716" y="78052"/>
                  </a:cubicBezTo>
                  <a:cubicBezTo>
                    <a:pt x="351773" y="85167"/>
                    <a:pt x="351130" y="92754"/>
                    <a:pt x="350787" y="100812"/>
                  </a:cubicBezTo>
                  <a:lnTo>
                    <a:pt x="368018" y="96183"/>
                  </a:lnTo>
                  <a:cubicBezTo>
                    <a:pt x="374876" y="93954"/>
                    <a:pt x="380919" y="92840"/>
                    <a:pt x="386148" y="92840"/>
                  </a:cubicBezTo>
                  <a:cubicBezTo>
                    <a:pt x="391378" y="92840"/>
                    <a:pt x="395064" y="93611"/>
                    <a:pt x="397207" y="95154"/>
                  </a:cubicBezTo>
                  <a:cubicBezTo>
                    <a:pt x="399350" y="96697"/>
                    <a:pt x="400422" y="98155"/>
                    <a:pt x="400422" y="99526"/>
                  </a:cubicBezTo>
                  <a:cubicBezTo>
                    <a:pt x="400422" y="100898"/>
                    <a:pt x="398236" y="102398"/>
                    <a:pt x="393864" y="104027"/>
                  </a:cubicBezTo>
                  <a:cubicBezTo>
                    <a:pt x="389492" y="105656"/>
                    <a:pt x="374961" y="108356"/>
                    <a:pt x="350273" y="112128"/>
                  </a:cubicBezTo>
                  <a:lnTo>
                    <a:pt x="348472" y="170764"/>
                  </a:lnTo>
                  <a:cubicBezTo>
                    <a:pt x="362703" y="169564"/>
                    <a:pt x="379419" y="167335"/>
                    <a:pt x="398621" y="164077"/>
                  </a:cubicBezTo>
                  <a:cubicBezTo>
                    <a:pt x="403422" y="163392"/>
                    <a:pt x="408351" y="163049"/>
                    <a:pt x="413409" y="163049"/>
                  </a:cubicBezTo>
                  <a:cubicBezTo>
                    <a:pt x="418467" y="163049"/>
                    <a:pt x="423696" y="164720"/>
                    <a:pt x="429097" y="168064"/>
                  </a:cubicBezTo>
                  <a:cubicBezTo>
                    <a:pt x="434497" y="171407"/>
                    <a:pt x="437198" y="174364"/>
                    <a:pt x="437198" y="176936"/>
                  </a:cubicBezTo>
                  <a:cubicBezTo>
                    <a:pt x="437198" y="180022"/>
                    <a:pt x="434026" y="181565"/>
                    <a:pt x="427682" y="181565"/>
                  </a:cubicBezTo>
                  <a:cubicBezTo>
                    <a:pt x="424939" y="181565"/>
                    <a:pt x="421767" y="181222"/>
                    <a:pt x="418167" y="180537"/>
                  </a:cubicBezTo>
                  <a:cubicBezTo>
                    <a:pt x="408566" y="178822"/>
                    <a:pt x="396564" y="177965"/>
                    <a:pt x="382162" y="177965"/>
                  </a:cubicBezTo>
                  <a:cubicBezTo>
                    <a:pt x="350958" y="177965"/>
                    <a:pt x="320269" y="181222"/>
                    <a:pt x="290094" y="187737"/>
                  </a:cubicBezTo>
                  <a:cubicBezTo>
                    <a:pt x="285979" y="188595"/>
                    <a:pt x="282593" y="189023"/>
                    <a:pt x="279935" y="189023"/>
                  </a:cubicBezTo>
                  <a:cubicBezTo>
                    <a:pt x="277278" y="189023"/>
                    <a:pt x="273892" y="187780"/>
                    <a:pt x="269777" y="185294"/>
                  </a:cubicBezTo>
                  <a:cubicBezTo>
                    <a:pt x="265662" y="182808"/>
                    <a:pt x="263605" y="180922"/>
                    <a:pt x="263605" y="179636"/>
                  </a:cubicBezTo>
                  <a:cubicBezTo>
                    <a:pt x="263605" y="178351"/>
                    <a:pt x="265233" y="177622"/>
                    <a:pt x="268491" y="177450"/>
                  </a:cubicBezTo>
                  <a:cubicBezTo>
                    <a:pt x="282550" y="177108"/>
                    <a:pt x="305267" y="175307"/>
                    <a:pt x="336642" y="172050"/>
                  </a:cubicBezTo>
                  <a:lnTo>
                    <a:pt x="337671" y="114185"/>
                  </a:lnTo>
                  <a:cubicBezTo>
                    <a:pt x="324641" y="116071"/>
                    <a:pt x="316025" y="117014"/>
                    <a:pt x="311825" y="117014"/>
                  </a:cubicBezTo>
                  <a:cubicBezTo>
                    <a:pt x="307624" y="117014"/>
                    <a:pt x="304110" y="116457"/>
                    <a:pt x="301281" y="115343"/>
                  </a:cubicBezTo>
                  <a:cubicBezTo>
                    <a:pt x="298452" y="114228"/>
                    <a:pt x="297037" y="113114"/>
                    <a:pt x="297037" y="111999"/>
                  </a:cubicBezTo>
                  <a:cubicBezTo>
                    <a:pt x="297037" y="110885"/>
                    <a:pt x="298495" y="110156"/>
                    <a:pt x="301409" y="109813"/>
                  </a:cubicBezTo>
                  <a:cubicBezTo>
                    <a:pt x="309125" y="108785"/>
                    <a:pt x="321212" y="106642"/>
                    <a:pt x="337671" y="103384"/>
                  </a:cubicBezTo>
                  <a:cubicBezTo>
                    <a:pt x="337842" y="86753"/>
                    <a:pt x="337628" y="75523"/>
                    <a:pt x="337028" y="69694"/>
                  </a:cubicBezTo>
                  <a:cubicBezTo>
                    <a:pt x="336428" y="63865"/>
                    <a:pt x="335228" y="59579"/>
                    <a:pt x="333428" y="56835"/>
                  </a:cubicBezTo>
                  <a:cubicBezTo>
                    <a:pt x="331627" y="54092"/>
                    <a:pt x="330727" y="51992"/>
                    <a:pt x="330727" y="50535"/>
                  </a:cubicBezTo>
                  <a:cubicBezTo>
                    <a:pt x="330727" y="49077"/>
                    <a:pt x="331799" y="48349"/>
                    <a:pt x="333942" y="48349"/>
                  </a:cubicBezTo>
                  <a:close/>
                  <a:moveTo>
                    <a:pt x="636165" y="19802"/>
                  </a:moveTo>
                  <a:cubicBezTo>
                    <a:pt x="647481" y="20317"/>
                    <a:pt x="659054" y="20574"/>
                    <a:pt x="670884" y="20574"/>
                  </a:cubicBezTo>
                  <a:cubicBezTo>
                    <a:pt x="687858" y="20574"/>
                    <a:pt x="699430" y="20317"/>
                    <a:pt x="705603" y="19802"/>
                  </a:cubicBezTo>
                  <a:lnTo>
                    <a:pt x="705603" y="23917"/>
                  </a:lnTo>
                  <a:lnTo>
                    <a:pt x="689401" y="25974"/>
                  </a:lnTo>
                  <a:cubicBezTo>
                    <a:pt x="686314" y="26317"/>
                    <a:pt x="684128" y="27475"/>
                    <a:pt x="682843" y="29446"/>
                  </a:cubicBezTo>
                  <a:cubicBezTo>
                    <a:pt x="681557" y="31418"/>
                    <a:pt x="680914" y="34547"/>
                    <a:pt x="680914" y="38833"/>
                  </a:cubicBezTo>
                  <a:lnTo>
                    <a:pt x="680914" y="130645"/>
                  </a:lnTo>
                  <a:cubicBezTo>
                    <a:pt x="680914" y="147104"/>
                    <a:pt x="684343" y="158977"/>
                    <a:pt x="691201" y="166263"/>
                  </a:cubicBezTo>
                  <a:cubicBezTo>
                    <a:pt x="698059" y="173550"/>
                    <a:pt x="709289" y="177193"/>
                    <a:pt x="724891" y="177193"/>
                  </a:cubicBezTo>
                  <a:cubicBezTo>
                    <a:pt x="745808" y="177193"/>
                    <a:pt x="759909" y="172350"/>
                    <a:pt x="767196" y="162663"/>
                  </a:cubicBezTo>
                  <a:cubicBezTo>
                    <a:pt x="774483" y="152976"/>
                    <a:pt x="778126" y="135531"/>
                    <a:pt x="778126" y="110328"/>
                  </a:cubicBezTo>
                  <a:lnTo>
                    <a:pt x="778126" y="39090"/>
                  </a:lnTo>
                  <a:cubicBezTo>
                    <a:pt x="778126" y="32232"/>
                    <a:pt x="774611" y="28117"/>
                    <a:pt x="767582" y="26746"/>
                  </a:cubicBezTo>
                  <a:lnTo>
                    <a:pt x="752408" y="23917"/>
                  </a:lnTo>
                  <a:lnTo>
                    <a:pt x="752408" y="19802"/>
                  </a:lnTo>
                  <a:cubicBezTo>
                    <a:pt x="756523" y="20317"/>
                    <a:pt x="765267" y="20574"/>
                    <a:pt x="778640" y="20574"/>
                  </a:cubicBezTo>
                  <a:cubicBezTo>
                    <a:pt x="792013" y="20574"/>
                    <a:pt x="800843" y="20317"/>
                    <a:pt x="805129" y="19802"/>
                  </a:cubicBezTo>
                  <a:lnTo>
                    <a:pt x="805129" y="23917"/>
                  </a:lnTo>
                  <a:lnTo>
                    <a:pt x="790213" y="27260"/>
                  </a:lnTo>
                  <a:cubicBezTo>
                    <a:pt x="786441" y="27946"/>
                    <a:pt x="784555" y="31889"/>
                    <a:pt x="784555" y="39090"/>
                  </a:cubicBezTo>
                  <a:lnTo>
                    <a:pt x="784555" y="117014"/>
                  </a:lnTo>
                  <a:cubicBezTo>
                    <a:pt x="784555" y="141017"/>
                    <a:pt x="780098" y="158419"/>
                    <a:pt x="771182" y="169221"/>
                  </a:cubicBezTo>
                  <a:cubicBezTo>
                    <a:pt x="762267" y="180022"/>
                    <a:pt x="747094" y="185423"/>
                    <a:pt x="725662" y="185423"/>
                  </a:cubicBezTo>
                  <a:cubicBezTo>
                    <a:pt x="704745" y="185423"/>
                    <a:pt x="688672" y="181051"/>
                    <a:pt x="677442" y="172307"/>
                  </a:cubicBezTo>
                  <a:cubicBezTo>
                    <a:pt x="666212" y="163563"/>
                    <a:pt x="660597" y="150961"/>
                    <a:pt x="660597" y="134502"/>
                  </a:cubicBezTo>
                  <a:lnTo>
                    <a:pt x="660597" y="38062"/>
                  </a:lnTo>
                  <a:cubicBezTo>
                    <a:pt x="660597" y="33947"/>
                    <a:pt x="660168" y="30989"/>
                    <a:pt x="659311" y="29189"/>
                  </a:cubicBezTo>
                  <a:cubicBezTo>
                    <a:pt x="658454" y="27389"/>
                    <a:pt x="656825" y="26317"/>
                    <a:pt x="654425" y="25974"/>
                  </a:cubicBezTo>
                  <a:lnTo>
                    <a:pt x="636165" y="23917"/>
                  </a:lnTo>
                  <a:close/>
                  <a:moveTo>
                    <a:pt x="383319" y="18002"/>
                  </a:moveTo>
                  <a:cubicBezTo>
                    <a:pt x="386834" y="18002"/>
                    <a:pt x="390306" y="18859"/>
                    <a:pt x="393735" y="20574"/>
                  </a:cubicBezTo>
                  <a:cubicBezTo>
                    <a:pt x="397164" y="22288"/>
                    <a:pt x="398879" y="23831"/>
                    <a:pt x="398879" y="25203"/>
                  </a:cubicBezTo>
                  <a:cubicBezTo>
                    <a:pt x="398879" y="26574"/>
                    <a:pt x="398407" y="27646"/>
                    <a:pt x="397464" y="28418"/>
                  </a:cubicBezTo>
                  <a:cubicBezTo>
                    <a:pt x="396521" y="29189"/>
                    <a:pt x="395064" y="29875"/>
                    <a:pt x="393092" y="30475"/>
                  </a:cubicBezTo>
                  <a:cubicBezTo>
                    <a:pt x="391120" y="31075"/>
                    <a:pt x="382162" y="32575"/>
                    <a:pt x="366217" y="34975"/>
                  </a:cubicBezTo>
                  <a:cubicBezTo>
                    <a:pt x="350273" y="37376"/>
                    <a:pt x="335828" y="39219"/>
                    <a:pt x="322883" y="40505"/>
                  </a:cubicBezTo>
                  <a:cubicBezTo>
                    <a:pt x="309939" y="41791"/>
                    <a:pt x="301238" y="42434"/>
                    <a:pt x="296780" y="42434"/>
                  </a:cubicBezTo>
                  <a:cubicBezTo>
                    <a:pt x="292322" y="42434"/>
                    <a:pt x="288465" y="42091"/>
                    <a:pt x="285207" y="41405"/>
                  </a:cubicBezTo>
                  <a:cubicBezTo>
                    <a:pt x="285379" y="57350"/>
                    <a:pt x="282936" y="77281"/>
                    <a:pt x="277878" y="101198"/>
                  </a:cubicBezTo>
                  <a:cubicBezTo>
                    <a:pt x="272820" y="125115"/>
                    <a:pt x="265876" y="144318"/>
                    <a:pt x="257047" y="158805"/>
                  </a:cubicBezTo>
                  <a:cubicBezTo>
                    <a:pt x="248217" y="173293"/>
                    <a:pt x="239987" y="183751"/>
                    <a:pt x="232358" y="190181"/>
                  </a:cubicBezTo>
                  <a:cubicBezTo>
                    <a:pt x="224728" y="196610"/>
                    <a:pt x="219628" y="199825"/>
                    <a:pt x="217056" y="199825"/>
                  </a:cubicBezTo>
                  <a:cubicBezTo>
                    <a:pt x="216541" y="199825"/>
                    <a:pt x="216284" y="199568"/>
                    <a:pt x="216284" y="199053"/>
                  </a:cubicBezTo>
                  <a:cubicBezTo>
                    <a:pt x="216284" y="197853"/>
                    <a:pt x="217570" y="195881"/>
                    <a:pt x="220142" y="193138"/>
                  </a:cubicBezTo>
                  <a:cubicBezTo>
                    <a:pt x="230943" y="181308"/>
                    <a:pt x="240287" y="166778"/>
                    <a:pt x="248174" y="149547"/>
                  </a:cubicBezTo>
                  <a:cubicBezTo>
                    <a:pt x="256061" y="132316"/>
                    <a:pt x="261547" y="115043"/>
                    <a:pt x="264633" y="97726"/>
                  </a:cubicBezTo>
                  <a:cubicBezTo>
                    <a:pt x="267719" y="80410"/>
                    <a:pt x="269262" y="66051"/>
                    <a:pt x="269262" y="54649"/>
                  </a:cubicBezTo>
                  <a:cubicBezTo>
                    <a:pt x="269262" y="43248"/>
                    <a:pt x="267977" y="35833"/>
                    <a:pt x="265405" y="32404"/>
                  </a:cubicBezTo>
                  <a:cubicBezTo>
                    <a:pt x="264033" y="30861"/>
                    <a:pt x="263347" y="29532"/>
                    <a:pt x="263347" y="28418"/>
                  </a:cubicBezTo>
                  <a:cubicBezTo>
                    <a:pt x="263347" y="27303"/>
                    <a:pt x="264205" y="26746"/>
                    <a:pt x="265919" y="26746"/>
                  </a:cubicBezTo>
                  <a:cubicBezTo>
                    <a:pt x="269520" y="26746"/>
                    <a:pt x="276035" y="29318"/>
                    <a:pt x="285464" y="34461"/>
                  </a:cubicBezTo>
                  <a:cubicBezTo>
                    <a:pt x="294723" y="34461"/>
                    <a:pt x="304924" y="33518"/>
                    <a:pt x="316068" y="31632"/>
                  </a:cubicBezTo>
                  <a:cubicBezTo>
                    <a:pt x="327212" y="29746"/>
                    <a:pt x="344186" y="26060"/>
                    <a:pt x="366989" y="20574"/>
                  </a:cubicBezTo>
                  <a:cubicBezTo>
                    <a:pt x="374361" y="18859"/>
                    <a:pt x="379805" y="18002"/>
                    <a:pt x="383319" y="18002"/>
                  </a:cubicBezTo>
                  <a:close/>
                  <a:moveTo>
                    <a:pt x="58507" y="0"/>
                  </a:moveTo>
                  <a:cubicBezTo>
                    <a:pt x="60822" y="0"/>
                    <a:pt x="65408" y="1328"/>
                    <a:pt x="72266" y="3986"/>
                  </a:cubicBezTo>
                  <a:cubicBezTo>
                    <a:pt x="79124" y="6643"/>
                    <a:pt x="82553" y="10201"/>
                    <a:pt x="82553" y="14659"/>
                  </a:cubicBezTo>
                  <a:cubicBezTo>
                    <a:pt x="82553" y="16373"/>
                    <a:pt x="82039" y="18945"/>
                    <a:pt x="81010" y="22374"/>
                  </a:cubicBezTo>
                  <a:cubicBezTo>
                    <a:pt x="79124" y="28546"/>
                    <a:pt x="77924" y="39347"/>
                    <a:pt x="77410" y="54778"/>
                  </a:cubicBezTo>
                  <a:cubicBezTo>
                    <a:pt x="101070" y="50835"/>
                    <a:pt x="114957" y="48177"/>
                    <a:pt x="119072" y="46806"/>
                  </a:cubicBezTo>
                  <a:cubicBezTo>
                    <a:pt x="123358" y="44920"/>
                    <a:pt x="126573" y="43977"/>
                    <a:pt x="128716" y="43977"/>
                  </a:cubicBezTo>
                  <a:cubicBezTo>
                    <a:pt x="130859" y="43977"/>
                    <a:pt x="135831" y="46163"/>
                    <a:pt x="143632" y="50535"/>
                  </a:cubicBezTo>
                  <a:cubicBezTo>
                    <a:pt x="151433" y="54907"/>
                    <a:pt x="155334" y="58464"/>
                    <a:pt x="155334" y="61207"/>
                  </a:cubicBezTo>
                  <a:cubicBezTo>
                    <a:pt x="155334" y="63093"/>
                    <a:pt x="154005" y="65065"/>
                    <a:pt x="151348" y="67122"/>
                  </a:cubicBezTo>
                  <a:cubicBezTo>
                    <a:pt x="148690" y="69180"/>
                    <a:pt x="146376" y="72137"/>
                    <a:pt x="144404" y="75995"/>
                  </a:cubicBezTo>
                  <a:cubicBezTo>
                    <a:pt x="142432" y="79853"/>
                    <a:pt x="140761" y="84482"/>
                    <a:pt x="139389" y="89882"/>
                  </a:cubicBezTo>
                  <a:cubicBezTo>
                    <a:pt x="138017" y="95283"/>
                    <a:pt x="135703" y="102913"/>
                    <a:pt x="132445" y="112771"/>
                  </a:cubicBezTo>
                  <a:cubicBezTo>
                    <a:pt x="129188" y="122629"/>
                    <a:pt x="125930" y="129573"/>
                    <a:pt x="122673" y="133602"/>
                  </a:cubicBezTo>
                  <a:cubicBezTo>
                    <a:pt x="119415" y="137631"/>
                    <a:pt x="116886" y="139646"/>
                    <a:pt x="115086" y="139646"/>
                  </a:cubicBezTo>
                  <a:cubicBezTo>
                    <a:pt x="113286" y="139646"/>
                    <a:pt x="111743" y="138574"/>
                    <a:pt x="110457" y="136431"/>
                  </a:cubicBezTo>
                  <a:cubicBezTo>
                    <a:pt x="109171" y="134288"/>
                    <a:pt x="107071" y="133216"/>
                    <a:pt x="104156" y="133216"/>
                  </a:cubicBezTo>
                  <a:cubicBezTo>
                    <a:pt x="101241" y="133216"/>
                    <a:pt x="91897" y="134331"/>
                    <a:pt x="76124" y="136560"/>
                  </a:cubicBezTo>
                  <a:cubicBezTo>
                    <a:pt x="75953" y="147190"/>
                    <a:pt x="76210" y="155548"/>
                    <a:pt x="76896" y="161634"/>
                  </a:cubicBezTo>
                  <a:cubicBezTo>
                    <a:pt x="77581" y="167721"/>
                    <a:pt x="78953" y="172264"/>
                    <a:pt x="81010" y="175264"/>
                  </a:cubicBezTo>
                  <a:cubicBezTo>
                    <a:pt x="83068" y="178265"/>
                    <a:pt x="87568" y="180665"/>
                    <a:pt x="94512" y="182465"/>
                  </a:cubicBezTo>
                  <a:cubicBezTo>
                    <a:pt x="101456" y="184266"/>
                    <a:pt x="109385" y="185166"/>
                    <a:pt x="118301" y="185166"/>
                  </a:cubicBezTo>
                  <a:cubicBezTo>
                    <a:pt x="127216" y="185166"/>
                    <a:pt x="135831" y="184480"/>
                    <a:pt x="144147" y="183108"/>
                  </a:cubicBezTo>
                  <a:cubicBezTo>
                    <a:pt x="152462" y="181737"/>
                    <a:pt x="157734" y="179979"/>
                    <a:pt x="159963" y="177836"/>
                  </a:cubicBezTo>
                  <a:cubicBezTo>
                    <a:pt x="162192" y="175693"/>
                    <a:pt x="164164" y="172736"/>
                    <a:pt x="165878" y="168964"/>
                  </a:cubicBezTo>
                  <a:cubicBezTo>
                    <a:pt x="167593" y="165192"/>
                    <a:pt x="169821" y="156534"/>
                    <a:pt x="172565" y="142989"/>
                  </a:cubicBezTo>
                  <a:cubicBezTo>
                    <a:pt x="173250" y="139560"/>
                    <a:pt x="174193" y="137845"/>
                    <a:pt x="175394" y="137845"/>
                  </a:cubicBezTo>
                  <a:cubicBezTo>
                    <a:pt x="176594" y="137845"/>
                    <a:pt x="177408" y="140031"/>
                    <a:pt x="177837" y="144403"/>
                  </a:cubicBezTo>
                  <a:cubicBezTo>
                    <a:pt x="178265" y="148775"/>
                    <a:pt x="179380" y="154433"/>
                    <a:pt x="181180" y="161377"/>
                  </a:cubicBezTo>
                  <a:cubicBezTo>
                    <a:pt x="182980" y="168321"/>
                    <a:pt x="184480" y="172864"/>
                    <a:pt x="185681" y="175007"/>
                  </a:cubicBezTo>
                  <a:cubicBezTo>
                    <a:pt x="186881" y="177150"/>
                    <a:pt x="187481" y="178993"/>
                    <a:pt x="187481" y="180537"/>
                  </a:cubicBezTo>
                  <a:cubicBezTo>
                    <a:pt x="187481" y="185337"/>
                    <a:pt x="181180" y="190095"/>
                    <a:pt x="168578" y="194810"/>
                  </a:cubicBezTo>
                  <a:cubicBezTo>
                    <a:pt x="155977" y="199525"/>
                    <a:pt x="141446" y="201882"/>
                    <a:pt x="124987" y="201882"/>
                  </a:cubicBezTo>
                  <a:cubicBezTo>
                    <a:pt x="113157" y="201882"/>
                    <a:pt x="103127" y="200596"/>
                    <a:pt x="94898" y="198024"/>
                  </a:cubicBezTo>
                  <a:cubicBezTo>
                    <a:pt x="86668" y="195453"/>
                    <a:pt x="80239" y="191981"/>
                    <a:pt x="75610" y="187609"/>
                  </a:cubicBezTo>
                  <a:cubicBezTo>
                    <a:pt x="70980" y="183237"/>
                    <a:pt x="67937" y="177450"/>
                    <a:pt x="66480" y="170250"/>
                  </a:cubicBezTo>
                  <a:cubicBezTo>
                    <a:pt x="65023" y="163049"/>
                    <a:pt x="64380" y="152333"/>
                    <a:pt x="64551" y="138103"/>
                  </a:cubicBezTo>
                  <a:cubicBezTo>
                    <a:pt x="51007" y="140160"/>
                    <a:pt x="40977" y="141360"/>
                    <a:pt x="34462" y="141703"/>
                  </a:cubicBezTo>
                  <a:cubicBezTo>
                    <a:pt x="34290" y="146161"/>
                    <a:pt x="33004" y="148390"/>
                    <a:pt x="30604" y="148390"/>
                  </a:cubicBezTo>
                  <a:cubicBezTo>
                    <a:pt x="29232" y="148390"/>
                    <a:pt x="27861" y="147190"/>
                    <a:pt x="26489" y="144789"/>
                  </a:cubicBezTo>
                  <a:cubicBezTo>
                    <a:pt x="25118" y="142389"/>
                    <a:pt x="24089" y="139560"/>
                    <a:pt x="23403" y="136302"/>
                  </a:cubicBezTo>
                  <a:cubicBezTo>
                    <a:pt x="19460" y="118129"/>
                    <a:pt x="15688" y="102870"/>
                    <a:pt x="12087" y="90525"/>
                  </a:cubicBezTo>
                  <a:cubicBezTo>
                    <a:pt x="8487" y="78181"/>
                    <a:pt x="5572" y="70937"/>
                    <a:pt x="3343" y="68794"/>
                  </a:cubicBezTo>
                  <a:cubicBezTo>
                    <a:pt x="1115" y="66651"/>
                    <a:pt x="0" y="64636"/>
                    <a:pt x="0" y="62750"/>
                  </a:cubicBezTo>
                  <a:cubicBezTo>
                    <a:pt x="0" y="60864"/>
                    <a:pt x="1543" y="59921"/>
                    <a:pt x="4629" y="59921"/>
                  </a:cubicBezTo>
                  <a:cubicBezTo>
                    <a:pt x="7715" y="59921"/>
                    <a:pt x="12345" y="61293"/>
                    <a:pt x="18517" y="64036"/>
                  </a:cubicBezTo>
                  <a:cubicBezTo>
                    <a:pt x="35490" y="61636"/>
                    <a:pt x="50921" y="59236"/>
                    <a:pt x="64808" y="56835"/>
                  </a:cubicBezTo>
                  <a:cubicBezTo>
                    <a:pt x="64637" y="36261"/>
                    <a:pt x="62965" y="22760"/>
                    <a:pt x="59793" y="16330"/>
                  </a:cubicBezTo>
                  <a:cubicBezTo>
                    <a:pt x="56622" y="9901"/>
                    <a:pt x="55036" y="5572"/>
                    <a:pt x="55036" y="3343"/>
                  </a:cubicBezTo>
                  <a:cubicBezTo>
                    <a:pt x="55036" y="1114"/>
                    <a:pt x="56193" y="0"/>
                    <a:pt x="5850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488C6447-8A4B-4985-8368-4364EDDC4FB5}"/>
                </a:ext>
              </a:extLst>
            </p:cNvPr>
            <p:cNvSpPr txBox="1"/>
            <p:nvPr/>
          </p:nvSpPr>
          <p:spPr>
            <a:xfrm>
              <a:off x="5495864" y="1132038"/>
              <a:ext cx="297820" cy="120299"/>
            </a:xfrm>
            <a:custGeom>
              <a:avLst/>
              <a:gdLst/>
              <a:ahLst/>
              <a:cxnLst/>
              <a:rect l="l" t="t" r="r" b="b"/>
              <a:pathLst>
                <a:path w="844180" h="340994">
                  <a:moveTo>
                    <a:pt x="445592" y="69308"/>
                  </a:moveTo>
                  <a:lnTo>
                    <a:pt x="360536" y="292550"/>
                  </a:lnTo>
                  <a:lnTo>
                    <a:pt x="515913" y="292550"/>
                  </a:lnTo>
                  <a:close/>
                  <a:moveTo>
                    <a:pt x="121667" y="54128"/>
                  </a:moveTo>
                  <a:lnTo>
                    <a:pt x="153368" y="54128"/>
                  </a:lnTo>
                  <a:lnTo>
                    <a:pt x="153368" y="182715"/>
                  </a:lnTo>
                  <a:lnTo>
                    <a:pt x="275035" y="182715"/>
                  </a:lnTo>
                  <a:lnTo>
                    <a:pt x="275035" y="212407"/>
                  </a:lnTo>
                  <a:lnTo>
                    <a:pt x="153368" y="212407"/>
                  </a:lnTo>
                  <a:lnTo>
                    <a:pt x="153368" y="340994"/>
                  </a:lnTo>
                  <a:lnTo>
                    <a:pt x="121667" y="340994"/>
                  </a:lnTo>
                  <a:lnTo>
                    <a:pt x="121667" y="212407"/>
                  </a:lnTo>
                  <a:lnTo>
                    <a:pt x="0" y="212407"/>
                  </a:lnTo>
                  <a:lnTo>
                    <a:pt x="0" y="182715"/>
                  </a:lnTo>
                  <a:lnTo>
                    <a:pt x="121667" y="182715"/>
                  </a:lnTo>
                  <a:close/>
                  <a:moveTo>
                    <a:pt x="437778" y="19972"/>
                  </a:moveTo>
                  <a:lnTo>
                    <a:pt x="470818" y="19972"/>
                  </a:lnTo>
                  <a:lnTo>
                    <a:pt x="565026" y="313982"/>
                  </a:lnTo>
                  <a:lnTo>
                    <a:pt x="565026" y="328269"/>
                  </a:lnTo>
                  <a:lnTo>
                    <a:pt x="321023" y="328269"/>
                  </a:lnTo>
                  <a:lnTo>
                    <a:pt x="321023" y="313982"/>
                  </a:lnTo>
                  <a:close/>
                  <a:moveTo>
                    <a:pt x="627010" y="0"/>
                  </a:moveTo>
                  <a:lnTo>
                    <a:pt x="659929" y="0"/>
                  </a:lnTo>
                  <a:lnTo>
                    <a:pt x="659929" y="197967"/>
                  </a:lnTo>
                  <a:cubicBezTo>
                    <a:pt x="659929" y="218389"/>
                    <a:pt x="660462" y="233781"/>
                    <a:pt x="661529" y="244144"/>
                  </a:cubicBezTo>
                  <a:cubicBezTo>
                    <a:pt x="662596" y="254508"/>
                    <a:pt x="666253" y="264490"/>
                    <a:pt x="672502" y="274091"/>
                  </a:cubicBezTo>
                  <a:cubicBezTo>
                    <a:pt x="678750" y="283692"/>
                    <a:pt x="687513" y="291312"/>
                    <a:pt x="698791" y="296951"/>
                  </a:cubicBezTo>
                  <a:cubicBezTo>
                    <a:pt x="710068" y="302590"/>
                    <a:pt x="722870" y="305409"/>
                    <a:pt x="737195" y="305409"/>
                  </a:cubicBezTo>
                  <a:cubicBezTo>
                    <a:pt x="748778" y="305409"/>
                    <a:pt x="759446" y="303047"/>
                    <a:pt x="769199" y="298323"/>
                  </a:cubicBezTo>
                  <a:cubicBezTo>
                    <a:pt x="778953" y="293598"/>
                    <a:pt x="787183" y="286969"/>
                    <a:pt x="793888" y="278434"/>
                  </a:cubicBezTo>
                  <a:cubicBezTo>
                    <a:pt x="800594" y="269900"/>
                    <a:pt x="805242" y="260527"/>
                    <a:pt x="807833" y="250317"/>
                  </a:cubicBezTo>
                  <a:cubicBezTo>
                    <a:pt x="810424" y="240106"/>
                    <a:pt x="811719" y="222656"/>
                    <a:pt x="811719" y="197967"/>
                  </a:cubicBezTo>
                  <a:lnTo>
                    <a:pt x="811719" y="0"/>
                  </a:lnTo>
                  <a:lnTo>
                    <a:pt x="844180" y="0"/>
                  </a:lnTo>
                  <a:lnTo>
                    <a:pt x="844180" y="197967"/>
                  </a:lnTo>
                  <a:cubicBezTo>
                    <a:pt x="844180" y="231190"/>
                    <a:pt x="840827" y="256641"/>
                    <a:pt x="834122" y="274320"/>
                  </a:cubicBezTo>
                  <a:cubicBezTo>
                    <a:pt x="827416" y="291998"/>
                    <a:pt x="815605" y="306781"/>
                    <a:pt x="798689" y="318668"/>
                  </a:cubicBezTo>
                  <a:cubicBezTo>
                    <a:pt x="781772" y="330555"/>
                    <a:pt x="761884" y="336499"/>
                    <a:pt x="739024" y="336499"/>
                  </a:cubicBezTo>
                  <a:cubicBezTo>
                    <a:pt x="720736" y="336499"/>
                    <a:pt x="704277" y="333527"/>
                    <a:pt x="689647" y="327583"/>
                  </a:cubicBezTo>
                  <a:cubicBezTo>
                    <a:pt x="675016" y="321640"/>
                    <a:pt x="662824" y="313334"/>
                    <a:pt x="653071" y="302666"/>
                  </a:cubicBezTo>
                  <a:cubicBezTo>
                    <a:pt x="643317" y="291998"/>
                    <a:pt x="636535" y="280111"/>
                    <a:pt x="632725" y="267004"/>
                  </a:cubicBezTo>
                  <a:cubicBezTo>
                    <a:pt x="628915" y="253898"/>
                    <a:pt x="627010" y="230886"/>
                    <a:pt x="627010" y="197967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B654F03-86F6-479A-B90F-1136E71BED0B}"/>
                </a:ext>
              </a:extLst>
            </p:cNvPr>
            <p:cNvGrpSpPr/>
            <p:nvPr/>
          </p:nvGrpSpPr>
          <p:grpSpPr>
            <a:xfrm>
              <a:off x="4958805" y="1715222"/>
              <a:ext cx="2227802" cy="1637352"/>
              <a:chOff x="4390830" y="4009991"/>
              <a:chExt cx="3577041" cy="2314566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372B426-07AF-4A0A-8F38-039374376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122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5E6043D-25FC-4AEE-8AB1-2DE466CD81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4346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9A6C405-8078-4450-B49A-673F1C247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1799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414BE7F-C4AD-4B55-B136-8A5F5CE17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22024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右大括号 37">
                <a:extLst>
                  <a:ext uri="{FF2B5EF4-FFF2-40B4-BE49-F238E27FC236}">
                    <a16:creationId xmlns:a16="http://schemas.microsoft.com/office/drawing/2014/main" id="{63C00DB3-D55C-4B0D-ADEB-9C8AC2C31725}"/>
                  </a:ext>
                </a:extLst>
              </p:cNvPr>
              <p:cNvSpPr/>
              <p:nvPr/>
            </p:nvSpPr>
            <p:spPr>
              <a:xfrm rot="16200000">
                <a:off x="4565188" y="4260763"/>
                <a:ext cx="134213" cy="168669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右大括号 38">
                <a:extLst>
                  <a:ext uri="{FF2B5EF4-FFF2-40B4-BE49-F238E27FC236}">
                    <a16:creationId xmlns:a16="http://schemas.microsoft.com/office/drawing/2014/main" id="{714408C3-A2EA-44AE-8471-8A5902473F37}"/>
                  </a:ext>
                </a:extLst>
              </p:cNvPr>
              <p:cNvSpPr/>
              <p:nvPr/>
            </p:nvSpPr>
            <p:spPr>
              <a:xfrm rot="16200000">
                <a:off x="7670169" y="4260760"/>
                <a:ext cx="134213" cy="168669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702CE99-8064-4E11-9E18-D092415A3474}"/>
                  </a:ext>
                </a:extLst>
              </p:cNvPr>
              <p:cNvSpPr txBox="1"/>
              <p:nvPr/>
            </p:nvSpPr>
            <p:spPr>
              <a:xfrm>
                <a:off x="7448359" y="4009991"/>
                <a:ext cx="519512" cy="176803"/>
              </a:xfrm>
              <a:custGeom>
                <a:avLst/>
                <a:gdLst/>
                <a:ahLst/>
                <a:cxnLst/>
                <a:rect l="l" t="t" r="r" b="b"/>
                <a:pathLst>
                  <a:path w="200743" h="68318">
                    <a:moveTo>
                      <a:pt x="0" y="36667"/>
                    </a:moveTo>
                    <a:lnTo>
                      <a:pt x="24252" y="36667"/>
                    </a:lnTo>
                    <a:lnTo>
                      <a:pt x="24252" y="43341"/>
                    </a:lnTo>
                    <a:lnTo>
                      <a:pt x="0" y="43341"/>
                    </a:lnTo>
                    <a:close/>
                    <a:moveTo>
                      <a:pt x="77656" y="14160"/>
                    </a:moveTo>
                    <a:lnTo>
                      <a:pt x="53438" y="58784"/>
                    </a:lnTo>
                    <a:lnTo>
                      <a:pt x="103022" y="58784"/>
                    </a:lnTo>
                    <a:close/>
                    <a:moveTo>
                      <a:pt x="168098" y="7516"/>
                    </a:moveTo>
                    <a:cubicBezTo>
                      <a:pt x="161269" y="7516"/>
                      <a:pt x="155457" y="9954"/>
                      <a:pt x="150664" y="14828"/>
                    </a:cubicBezTo>
                    <a:cubicBezTo>
                      <a:pt x="145871" y="19703"/>
                      <a:pt x="143474" y="25670"/>
                      <a:pt x="143474" y="32729"/>
                    </a:cubicBezTo>
                    <a:cubicBezTo>
                      <a:pt x="143474" y="39875"/>
                      <a:pt x="145915" y="45794"/>
                      <a:pt x="150797" y="50485"/>
                    </a:cubicBezTo>
                    <a:cubicBezTo>
                      <a:pt x="155678" y="55176"/>
                      <a:pt x="161474" y="57522"/>
                      <a:pt x="168183" y="57522"/>
                    </a:cubicBezTo>
                    <a:cubicBezTo>
                      <a:pt x="172675" y="57522"/>
                      <a:pt x="176707" y="56568"/>
                      <a:pt x="180277" y="54660"/>
                    </a:cubicBezTo>
                    <a:lnTo>
                      <a:pt x="166820" y="37003"/>
                    </a:lnTo>
                    <a:lnTo>
                      <a:pt x="175424" y="37003"/>
                    </a:lnTo>
                    <a:lnTo>
                      <a:pt x="185913" y="50541"/>
                    </a:lnTo>
                    <a:cubicBezTo>
                      <a:pt x="190508" y="45752"/>
                      <a:pt x="192806" y="39730"/>
                      <a:pt x="192806" y="32477"/>
                    </a:cubicBezTo>
                    <a:cubicBezTo>
                      <a:pt x="192806" y="25487"/>
                      <a:pt x="190366" y="19579"/>
                      <a:pt x="185486" y="14754"/>
                    </a:cubicBezTo>
                    <a:cubicBezTo>
                      <a:pt x="180607" y="9929"/>
                      <a:pt x="174811" y="7516"/>
                      <a:pt x="168098" y="7516"/>
                    </a:cubicBezTo>
                    <a:close/>
                    <a:moveTo>
                      <a:pt x="77704" y="3195"/>
                    </a:moveTo>
                    <a:lnTo>
                      <a:pt x="112558" y="64870"/>
                    </a:lnTo>
                    <a:lnTo>
                      <a:pt x="44071" y="64870"/>
                    </a:lnTo>
                    <a:close/>
                    <a:moveTo>
                      <a:pt x="168098" y="0"/>
                    </a:moveTo>
                    <a:cubicBezTo>
                      <a:pt x="174023" y="0"/>
                      <a:pt x="179508" y="1442"/>
                      <a:pt x="184554" y="4325"/>
                    </a:cubicBezTo>
                    <a:cubicBezTo>
                      <a:pt x="189600" y="7208"/>
                      <a:pt x="193560" y="11150"/>
                      <a:pt x="196433" y="16150"/>
                    </a:cubicBezTo>
                    <a:cubicBezTo>
                      <a:pt x="199307" y="21151"/>
                      <a:pt x="200743" y="26593"/>
                      <a:pt x="200743" y="32477"/>
                    </a:cubicBezTo>
                    <a:cubicBezTo>
                      <a:pt x="200743" y="41970"/>
                      <a:pt x="197296" y="49884"/>
                      <a:pt x="190400" y="56219"/>
                    </a:cubicBezTo>
                    <a:lnTo>
                      <a:pt x="199314" y="68318"/>
                    </a:lnTo>
                    <a:lnTo>
                      <a:pt x="190625" y="68318"/>
                    </a:lnTo>
                    <a:lnTo>
                      <a:pt x="184705" y="60497"/>
                    </a:lnTo>
                    <a:cubicBezTo>
                      <a:pt x="180019" y="63524"/>
                      <a:pt x="174651" y="65038"/>
                      <a:pt x="168603" y="65038"/>
                    </a:cubicBezTo>
                    <a:cubicBezTo>
                      <a:pt x="159226" y="65038"/>
                      <a:pt x="151357" y="61914"/>
                      <a:pt x="144995" y="55667"/>
                    </a:cubicBezTo>
                    <a:cubicBezTo>
                      <a:pt x="138634" y="49421"/>
                      <a:pt x="135453" y="41774"/>
                      <a:pt x="135453" y="32729"/>
                    </a:cubicBezTo>
                    <a:cubicBezTo>
                      <a:pt x="135453" y="23513"/>
                      <a:pt x="138532" y="15755"/>
                      <a:pt x="144689" y="9453"/>
                    </a:cubicBezTo>
                    <a:cubicBezTo>
                      <a:pt x="150847" y="3151"/>
                      <a:pt x="158650" y="0"/>
                      <a:pt x="16809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AA4748F-2501-478F-8E2C-345DE747E230}"/>
                  </a:ext>
                </a:extLst>
              </p:cNvPr>
              <p:cNvSpPr txBox="1"/>
              <p:nvPr/>
            </p:nvSpPr>
            <p:spPr>
              <a:xfrm>
                <a:off x="4390830" y="4009991"/>
                <a:ext cx="563587" cy="176803"/>
              </a:xfrm>
              <a:custGeom>
                <a:avLst/>
                <a:gdLst/>
                <a:ahLst/>
                <a:cxnLst/>
                <a:rect l="l" t="t" r="r" b="b"/>
                <a:pathLst>
                  <a:path w="217774" h="68318">
                    <a:moveTo>
                      <a:pt x="94687" y="14160"/>
                    </a:moveTo>
                    <a:lnTo>
                      <a:pt x="70469" y="58784"/>
                    </a:lnTo>
                    <a:lnTo>
                      <a:pt x="120053" y="58784"/>
                    </a:lnTo>
                    <a:close/>
                    <a:moveTo>
                      <a:pt x="17997" y="11101"/>
                    </a:moveTo>
                    <a:lnTo>
                      <a:pt x="25261" y="11101"/>
                    </a:lnTo>
                    <a:lnTo>
                      <a:pt x="25261" y="28846"/>
                    </a:lnTo>
                    <a:lnTo>
                      <a:pt x="43257" y="28846"/>
                    </a:lnTo>
                    <a:lnTo>
                      <a:pt x="43257" y="36108"/>
                    </a:lnTo>
                    <a:lnTo>
                      <a:pt x="25261" y="36108"/>
                    </a:lnTo>
                    <a:lnTo>
                      <a:pt x="25261" y="53938"/>
                    </a:lnTo>
                    <a:lnTo>
                      <a:pt x="17997" y="53938"/>
                    </a:lnTo>
                    <a:lnTo>
                      <a:pt x="17997" y="36108"/>
                    </a:lnTo>
                    <a:lnTo>
                      <a:pt x="0" y="36108"/>
                    </a:lnTo>
                    <a:lnTo>
                      <a:pt x="0" y="28846"/>
                    </a:lnTo>
                    <a:lnTo>
                      <a:pt x="17997" y="28846"/>
                    </a:lnTo>
                    <a:close/>
                    <a:moveTo>
                      <a:pt x="185129" y="7516"/>
                    </a:moveTo>
                    <a:cubicBezTo>
                      <a:pt x="178300" y="7516"/>
                      <a:pt x="172488" y="9954"/>
                      <a:pt x="167695" y="14828"/>
                    </a:cubicBezTo>
                    <a:cubicBezTo>
                      <a:pt x="162902" y="19703"/>
                      <a:pt x="160505" y="25670"/>
                      <a:pt x="160505" y="32729"/>
                    </a:cubicBezTo>
                    <a:cubicBezTo>
                      <a:pt x="160505" y="39875"/>
                      <a:pt x="162946" y="45794"/>
                      <a:pt x="167828" y="50485"/>
                    </a:cubicBezTo>
                    <a:cubicBezTo>
                      <a:pt x="172709" y="55176"/>
                      <a:pt x="178505" y="57522"/>
                      <a:pt x="185214" y="57522"/>
                    </a:cubicBezTo>
                    <a:cubicBezTo>
                      <a:pt x="189706" y="57522"/>
                      <a:pt x="193738" y="56568"/>
                      <a:pt x="197308" y="54660"/>
                    </a:cubicBezTo>
                    <a:lnTo>
                      <a:pt x="183851" y="37003"/>
                    </a:lnTo>
                    <a:lnTo>
                      <a:pt x="192455" y="37003"/>
                    </a:lnTo>
                    <a:lnTo>
                      <a:pt x="202944" y="50541"/>
                    </a:lnTo>
                    <a:cubicBezTo>
                      <a:pt x="207539" y="45752"/>
                      <a:pt x="209837" y="39730"/>
                      <a:pt x="209837" y="32477"/>
                    </a:cubicBezTo>
                    <a:cubicBezTo>
                      <a:pt x="209837" y="25487"/>
                      <a:pt x="207397" y="19579"/>
                      <a:pt x="202517" y="14754"/>
                    </a:cubicBezTo>
                    <a:cubicBezTo>
                      <a:pt x="197638" y="9929"/>
                      <a:pt x="191842" y="7516"/>
                      <a:pt x="185129" y="7516"/>
                    </a:cubicBezTo>
                    <a:close/>
                    <a:moveTo>
                      <a:pt x="94735" y="3195"/>
                    </a:moveTo>
                    <a:lnTo>
                      <a:pt x="129589" y="64870"/>
                    </a:lnTo>
                    <a:lnTo>
                      <a:pt x="61102" y="64870"/>
                    </a:lnTo>
                    <a:close/>
                    <a:moveTo>
                      <a:pt x="185129" y="0"/>
                    </a:moveTo>
                    <a:cubicBezTo>
                      <a:pt x="191054" y="0"/>
                      <a:pt x="196539" y="1442"/>
                      <a:pt x="201585" y="4325"/>
                    </a:cubicBezTo>
                    <a:cubicBezTo>
                      <a:pt x="206631" y="7208"/>
                      <a:pt x="210591" y="11150"/>
                      <a:pt x="213464" y="16150"/>
                    </a:cubicBezTo>
                    <a:cubicBezTo>
                      <a:pt x="216338" y="21151"/>
                      <a:pt x="217774" y="26593"/>
                      <a:pt x="217774" y="32477"/>
                    </a:cubicBezTo>
                    <a:cubicBezTo>
                      <a:pt x="217774" y="41970"/>
                      <a:pt x="214327" y="49884"/>
                      <a:pt x="207431" y="56219"/>
                    </a:cubicBezTo>
                    <a:lnTo>
                      <a:pt x="216345" y="68318"/>
                    </a:lnTo>
                    <a:lnTo>
                      <a:pt x="207656" y="68318"/>
                    </a:lnTo>
                    <a:lnTo>
                      <a:pt x="201736" y="60497"/>
                    </a:lnTo>
                    <a:cubicBezTo>
                      <a:pt x="197050" y="63524"/>
                      <a:pt x="191682" y="65038"/>
                      <a:pt x="185634" y="65038"/>
                    </a:cubicBezTo>
                    <a:cubicBezTo>
                      <a:pt x="176257" y="65038"/>
                      <a:pt x="168388" y="61914"/>
                      <a:pt x="162026" y="55667"/>
                    </a:cubicBezTo>
                    <a:cubicBezTo>
                      <a:pt x="155665" y="49421"/>
                      <a:pt x="152484" y="41774"/>
                      <a:pt x="152484" y="32729"/>
                    </a:cubicBezTo>
                    <a:cubicBezTo>
                      <a:pt x="152484" y="23513"/>
                      <a:pt x="155563" y="15755"/>
                      <a:pt x="161720" y="9453"/>
                    </a:cubicBezTo>
                    <a:cubicBezTo>
                      <a:pt x="167878" y="3151"/>
                      <a:pt x="175681" y="0"/>
                      <a:pt x="18512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611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A06E75-4A76-4092-B74B-BB288445176F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E995030-A5A5-4E2E-AB23-24138C7F120C}"/>
              </a:ext>
            </a:extLst>
          </p:cNvPr>
          <p:cNvGrpSpPr/>
          <p:nvPr/>
        </p:nvGrpSpPr>
        <p:grpSpPr>
          <a:xfrm>
            <a:off x="589749" y="2086772"/>
            <a:ext cx="6848928" cy="2282028"/>
            <a:chOff x="2253448" y="1124931"/>
            <a:chExt cx="7685101" cy="2560636"/>
          </a:xfrm>
        </p:grpSpPr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9C49C420-A84A-435C-A18C-F27E8F7250B0}"/>
                </a:ext>
              </a:extLst>
            </p:cNvPr>
            <p:cNvSpPr/>
            <p:nvPr/>
          </p:nvSpPr>
          <p:spPr>
            <a:xfrm>
              <a:off x="6816857" y="2027192"/>
              <a:ext cx="2706561" cy="13131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25FBE40E-D81B-4A85-B153-FE89297A4829}"/>
                </a:ext>
              </a:extLst>
            </p:cNvPr>
            <p:cNvGrpSpPr/>
            <p:nvPr/>
          </p:nvGrpSpPr>
          <p:grpSpPr>
            <a:xfrm>
              <a:off x="2253448" y="1218957"/>
              <a:ext cx="7685101" cy="1476853"/>
              <a:chOff x="2253448" y="1218957"/>
              <a:chExt cx="7685101" cy="1476853"/>
            </a:xfrm>
          </p:grpSpPr>
          <p:sp>
            <p:nvSpPr>
              <p:cNvPr id="252" name="任意多边形: 形状 251">
                <a:extLst>
                  <a:ext uri="{FF2B5EF4-FFF2-40B4-BE49-F238E27FC236}">
                    <a16:creationId xmlns:a16="http://schemas.microsoft.com/office/drawing/2014/main" id="{9BF9DFAF-463C-4D1B-9F68-0D37CF2704C2}"/>
                  </a:ext>
                </a:extLst>
              </p:cNvPr>
              <p:cNvSpPr/>
              <p:nvPr/>
            </p:nvSpPr>
            <p:spPr>
              <a:xfrm rot="10800000" flipH="1">
                <a:off x="6452270" y="1382635"/>
                <a:ext cx="3486279" cy="1313175"/>
              </a:xfrm>
              <a:custGeom>
                <a:avLst/>
                <a:gdLst>
                  <a:gd name="connsiteX0" fmla="*/ 0 w 3570457"/>
                  <a:gd name="connsiteY0" fmla="*/ 2411017 h 2474128"/>
                  <a:gd name="connsiteX1" fmla="*/ 1485900 w 3570457"/>
                  <a:gd name="connsiteY1" fmla="*/ 2430067 h 2474128"/>
                  <a:gd name="connsiteX2" fmla="*/ 3419475 w 3570457"/>
                  <a:gd name="connsiteY2" fmla="*/ 2249092 h 2474128"/>
                  <a:gd name="connsiteX3" fmla="*/ 3400425 w 3570457"/>
                  <a:gd name="connsiteY3" fmla="*/ 125017 h 2474128"/>
                  <a:gd name="connsiteX4" fmla="*/ 3048000 w 3570457"/>
                  <a:gd name="connsiteY4" fmla="*/ 248842 h 2474128"/>
                  <a:gd name="connsiteX5" fmla="*/ 2724150 w 3570457"/>
                  <a:gd name="connsiteY5" fmla="*/ 248842 h 2474128"/>
                  <a:gd name="connsiteX0" fmla="*/ 0 w 3516707"/>
                  <a:gd name="connsiteY0" fmla="*/ 2164004 h 2195238"/>
                  <a:gd name="connsiteX1" fmla="*/ 1485900 w 3516707"/>
                  <a:gd name="connsiteY1" fmla="*/ 2183054 h 2195238"/>
                  <a:gd name="connsiteX2" fmla="*/ 3419475 w 3516707"/>
                  <a:gd name="connsiteY2" fmla="*/ 2002079 h 2195238"/>
                  <a:gd name="connsiteX3" fmla="*/ 3209925 w 3516707"/>
                  <a:gd name="connsiteY3" fmla="*/ 468554 h 2195238"/>
                  <a:gd name="connsiteX4" fmla="*/ 3048000 w 3516707"/>
                  <a:gd name="connsiteY4" fmla="*/ 1829 h 2195238"/>
                  <a:gd name="connsiteX5" fmla="*/ 2724150 w 3516707"/>
                  <a:gd name="connsiteY5" fmla="*/ 1829 h 2195238"/>
                  <a:gd name="connsiteX0" fmla="*/ 0 w 3520471"/>
                  <a:gd name="connsiteY0" fmla="*/ 2164004 h 2195238"/>
                  <a:gd name="connsiteX1" fmla="*/ 1485900 w 3520471"/>
                  <a:gd name="connsiteY1" fmla="*/ 2183054 h 2195238"/>
                  <a:gd name="connsiteX2" fmla="*/ 3419475 w 3520471"/>
                  <a:gd name="connsiteY2" fmla="*/ 2002079 h 2195238"/>
                  <a:gd name="connsiteX3" fmla="*/ 3209925 w 3520471"/>
                  <a:gd name="connsiteY3" fmla="*/ 468554 h 2195238"/>
                  <a:gd name="connsiteX4" fmla="*/ 2886075 w 3520471"/>
                  <a:gd name="connsiteY4" fmla="*/ 1829 h 2195238"/>
                  <a:gd name="connsiteX5" fmla="*/ 2724150 w 3520471"/>
                  <a:gd name="connsiteY5" fmla="*/ 1829 h 2195238"/>
                  <a:gd name="connsiteX0" fmla="*/ 0 w 3216045"/>
                  <a:gd name="connsiteY0" fmla="*/ 2164034 h 2200422"/>
                  <a:gd name="connsiteX1" fmla="*/ 1485900 w 3216045"/>
                  <a:gd name="connsiteY1" fmla="*/ 2183084 h 2200422"/>
                  <a:gd name="connsiteX2" fmla="*/ 2590800 w 3216045"/>
                  <a:gd name="connsiteY2" fmla="*/ 2021159 h 2200422"/>
                  <a:gd name="connsiteX3" fmla="*/ 3209925 w 3216045"/>
                  <a:gd name="connsiteY3" fmla="*/ 468584 h 2200422"/>
                  <a:gd name="connsiteX4" fmla="*/ 2886075 w 3216045"/>
                  <a:gd name="connsiteY4" fmla="*/ 1859 h 2200422"/>
                  <a:gd name="connsiteX5" fmla="*/ 2724150 w 3216045"/>
                  <a:gd name="connsiteY5" fmla="*/ 1859 h 2200422"/>
                  <a:gd name="connsiteX0" fmla="*/ 0 w 3216045"/>
                  <a:gd name="connsiteY0" fmla="*/ 2164034 h 2175328"/>
                  <a:gd name="connsiteX1" fmla="*/ 1485900 w 3216045"/>
                  <a:gd name="connsiteY1" fmla="*/ 2135459 h 2175328"/>
                  <a:gd name="connsiteX2" fmla="*/ 2590800 w 3216045"/>
                  <a:gd name="connsiteY2" fmla="*/ 2021159 h 2175328"/>
                  <a:gd name="connsiteX3" fmla="*/ 3209925 w 3216045"/>
                  <a:gd name="connsiteY3" fmla="*/ 468584 h 2175328"/>
                  <a:gd name="connsiteX4" fmla="*/ 2886075 w 3216045"/>
                  <a:gd name="connsiteY4" fmla="*/ 1859 h 2175328"/>
                  <a:gd name="connsiteX5" fmla="*/ 2724150 w 3216045"/>
                  <a:gd name="connsiteY5" fmla="*/ 1859 h 2175328"/>
                  <a:gd name="connsiteX0" fmla="*/ 0 w 3211038"/>
                  <a:gd name="connsiteY0" fmla="*/ 2163807 h 2177877"/>
                  <a:gd name="connsiteX1" fmla="*/ 1485900 w 3211038"/>
                  <a:gd name="connsiteY1" fmla="*/ 2135232 h 2177877"/>
                  <a:gd name="connsiteX2" fmla="*/ 2771775 w 3211038"/>
                  <a:gd name="connsiteY2" fmla="*/ 1868532 h 2177877"/>
                  <a:gd name="connsiteX3" fmla="*/ 3209925 w 3211038"/>
                  <a:gd name="connsiteY3" fmla="*/ 468357 h 2177877"/>
                  <a:gd name="connsiteX4" fmla="*/ 2886075 w 3211038"/>
                  <a:gd name="connsiteY4" fmla="*/ 1632 h 2177877"/>
                  <a:gd name="connsiteX5" fmla="*/ 2724150 w 3211038"/>
                  <a:gd name="connsiteY5" fmla="*/ 1632 h 2177877"/>
                  <a:gd name="connsiteX0" fmla="*/ 0 w 3116486"/>
                  <a:gd name="connsiteY0" fmla="*/ 2162989 h 2177059"/>
                  <a:gd name="connsiteX1" fmla="*/ 1485900 w 3116486"/>
                  <a:gd name="connsiteY1" fmla="*/ 2134414 h 2177059"/>
                  <a:gd name="connsiteX2" fmla="*/ 2771775 w 3116486"/>
                  <a:gd name="connsiteY2" fmla="*/ 1867714 h 2177059"/>
                  <a:gd name="connsiteX3" fmla="*/ 3114675 w 3116486"/>
                  <a:gd name="connsiteY3" fmla="*/ 667564 h 2177059"/>
                  <a:gd name="connsiteX4" fmla="*/ 2886075 w 3116486"/>
                  <a:gd name="connsiteY4" fmla="*/ 814 h 2177059"/>
                  <a:gd name="connsiteX5" fmla="*/ 2724150 w 3116486"/>
                  <a:gd name="connsiteY5" fmla="*/ 814 h 2177059"/>
                  <a:gd name="connsiteX0" fmla="*/ 0 w 3120142"/>
                  <a:gd name="connsiteY0" fmla="*/ 2162175 h 2176245"/>
                  <a:gd name="connsiteX1" fmla="*/ 1485900 w 3120142"/>
                  <a:gd name="connsiteY1" fmla="*/ 2133600 h 2176245"/>
                  <a:gd name="connsiteX2" fmla="*/ 2771775 w 3120142"/>
                  <a:gd name="connsiteY2" fmla="*/ 1866900 h 2176245"/>
                  <a:gd name="connsiteX3" fmla="*/ 3114675 w 3120142"/>
                  <a:gd name="connsiteY3" fmla="*/ 666750 h 2176245"/>
                  <a:gd name="connsiteX4" fmla="*/ 2943225 w 3120142"/>
                  <a:gd name="connsiteY4" fmla="*/ 19050 h 2176245"/>
                  <a:gd name="connsiteX5" fmla="*/ 2724150 w 3120142"/>
                  <a:gd name="connsiteY5" fmla="*/ 0 h 2176245"/>
                  <a:gd name="connsiteX0" fmla="*/ 0 w 3115206"/>
                  <a:gd name="connsiteY0" fmla="*/ 2162175 h 2176245"/>
                  <a:gd name="connsiteX1" fmla="*/ 1485900 w 3115206"/>
                  <a:gd name="connsiteY1" fmla="*/ 2133600 h 2176245"/>
                  <a:gd name="connsiteX2" fmla="*/ 2771775 w 3115206"/>
                  <a:gd name="connsiteY2" fmla="*/ 1866900 h 2176245"/>
                  <a:gd name="connsiteX3" fmla="*/ 3114675 w 3115206"/>
                  <a:gd name="connsiteY3" fmla="*/ 666750 h 2176245"/>
                  <a:gd name="connsiteX4" fmla="*/ 2724150 w 3115206"/>
                  <a:gd name="connsiteY4" fmla="*/ 0 h 2176245"/>
                  <a:gd name="connsiteX0" fmla="*/ 0 w 3115412"/>
                  <a:gd name="connsiteY0" fmla="*/ 2352675 h 2366745"/>
                  <a:gd name="connsiteX1" fmla="*/ 1485900 w 3115412"/>
                  <a:gd name="connsiteY1" fmla="*/ 2324100 h 2366745"/>
                  <a:gd name="connsiteX2" fmla="*/ 2771775 w 3115412"/>
                  <a:gd name="connsiteY2" fmla="*/ 2057400 h 2366745"/>
                  <a:gd name="connsiteX3" fmla="*/ 3114675 w 3115412"/>
                  <a:gd name="connsiteY3" fmla="*/ 857250 h 2366745"/>
                  <a:gd name="connsiteX4" fmla="*/ 2714625 w 3115412"/>
                  <a:gd name="connsiteY4" fmla="*/ 0 h 2366745"/>
                  <a:gd name="connsiteX0" fmla="*/ 0 w 3134358"/>
                  <a:gd name="connsiteY0" fmla="*/ 2352675 h 2366745"/>
                  <a:gd name="connsiteX1" fmla="*/ 1485900 w 3134358"/>
                  <a:gd name="connsiteY1" fmla="*/ 2324100 h 2366745"/>
                  <a:gd name="connsiteX2" fmla="*/ 2771775 w 3134358"/>
                  <a:gd name="connsiteY2" fmla="*/ 2057400 h 2366745"/>
                  <a:gd name="connsiteX3" fmla="*/ 3133725 w 3134358"/>
                  <a:gd name="connsiteY3" fmla="*/ 238125 h 2366745"/>
                  <a:gd name="connsiteX4" fmla="*/ 2714625 w 3134358"/>
                  <a:gd name="connsiteY4" fmla="*/ 0 h 2366745"/>
                  <a:gd name="connsiteX0" fmla="*/ 0 w 3134358"/>
                  <a:gd name="connsiteY0" fmla="*/ 2369490 h 2383560"/>
                  <a:gd name="connsiteX1" fmla="*/ 1485900 w 3134358"/>
                  <a:gd name="connsiteY1" fmla="*/ 2340915 h 2383560"/>
                  <a:gd name="connsiteX2" fmla="*/ 2771775 w 3134358"/>
                  <a:gd name="connsiteY2" fmla="*/ 2074215 h 2383560"/>
                  <a:gd name="connsiteX3" fmla="*/ 3133725 w 3134358"/>
                  <a:gd name="connsiteY3" fmla="*/ 254940 h 2383560"/>
                  <a:gd name="connsiteX4" fmla="*/ 2714625 w 3134358"/>
                  <a:gd name="connsiteY4" fmla="*/ 16815 h 2383560"/>
                  <a:gd name="connsiteX0" fmla="*/ 0 w 3049613"/>
                  <a:gd name="connsiteY0" fmla="*/ 2363964 h 2378034"/>
                  <a:gd name="connsiteX1" fmla="*/ 1485900 w 3049613"/>
                  <a:gd name="connsiteY1" fmla="*/ 2335389 h 2378034"/>
                  <a:gd name="connsiteX2" fmla="*/ 2771775 w 3049613"/>
                  <a:gd name="connsiteY2" fmla="*/ 2068689 h 2378034"/>
                  <a:gd name="connsiteX3" fmla="*/ 3048000 w 3049613"/>
                  <a:gd name="connsiteY3" fmla="*/ 268464 h 2378034"/>
                  <a:gd name="connsiteX4" fmla="*/ 2714625 w 3049613"/>
                  <a:gd name="connsiteY4" fmla="*/ 11289 h 2378034"/>
                  <a:gd name="connsiteX0" fmla="*/ 0 w 3107581"/>
                  <a:gd name="connsiteY0" fmla="*/ 2371001 h 2423593"/>
                  <a:gd name="connsiteX1" fmla="*/ 1485900 w 3107581"/>
                  <a:gd name="connsiteY1" fmla="*/ 2342426 h 2423593"/>
                  <a:gd name="connsiteX2" fmla="*/ 2943225 w 3107581"/>
                  <a:gd name="connsiteY2" fmla="*/ 2247176 h 2423593"/>
                  <a:gd name="connsiteX3" fmla="*/ 3048000 w 3107581"/>
                  <a:gd name="connsiteY3" fmla="*/ 275501 h 2423593"/>
                  <a:gd name="connsiteX4" fmla="*/ 2714625 w 3107581"/>
                  <a:gd name="connsiteY4" fmla="*/ 18326 h 2423593"/>
                  <a:gd name="connsiteX0" fmla="*/ 0 w 3106974"/>
                  <a:gd name="connsiteY0" fmla="*/ 2371001 h 2449664"/>
                  <a:gd name="connsiteX1" fmla="*/ 1495425 w 3106974"/>
                  <a:gd name="connsiteY1" fmla="*/ 2399576 h 2449664"/>
                  <a:gd name="connsiteX2" fmla="*/ 2943225 w 3106974"/>
                  <a:gd name="connsiteY2" fmla="*/ 2247176 h 2449664"/>
                  <a:gd name="connsiteX3" fmla="*/ 3048000 w 3106974"/>
                  <a:gd name="connsiteY3" fmla="*/ 275501 h 2449664"/>
                  <a:gd name="connsiteX4" fmla="*/ 2714625 w 3106974"/>
                  <a:gd name="connsiteY4" fmla="*/ 18326 h 2449664"/>
                  <a:gd name="connsiteX0" fmla="*/ 0 w 3106974"/>
                  <a:gd name="connsiteY0" fmla="*/ 2369741 h 2431143"/>
                  <a:gd name="connsiteX1" fmla="*/ 1495425 w 3106974"/>
                  <a:gd name="connsiteY1" fmla="*/ 2398316 h 2431143"/>
                  <a:gd name="connsiteX2" fmla="*/ 2943225 w 3106974"/>
                  <a:gd name="connsiteY2" fmla="*/ 2217341 h 2431143"/>
                  <a:gd name="connsiteX3" fmla="*/ 3048000 w 3106974"/>
                  <a:gd name="connsiteY3" fmla="*/ 274241 h 2431143"/>
                  <a:gd name="connsiteX4" fmla="*/ 2714625 w 3106974"/>
                  <a:gd name="connsiteY4" fmla="*/ 17066 h 2431143"/>
                  <a:gd name="connsiteX0" fmla="*/ 0 w 3112544"/>
                  <a:gd name="connsiteY0" fmla="*/ 2363964 h 2412430"/>
                  <a:gd name="connsiteX1" fmla="*/ 1495425 w 3112544"/>
                  <a:gd name="connsiteY1" fmla="*/ 2392539 h 2412430"/>
                  <a:gd name="connsiteX2" fmla="*/ 2952750 w 3112544"/>
                  <a:gd name="connsiteY2" fmla="*/ 2068689 h 2412430"/>
                  <a:gd name="connsiteX3" fmla="*/ 3048000 w 3112544"/>
                  <a:gd name="connsiteY3" fmla="*/ 268464 h 2412430"/>
                  <a:gd name="connsiteX4" fmla="*/ 2714625 w 3112544"/>
                  <a:gd name="connsiteY4" fmla="*/ 11289 h 241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12544" h="2412430">
                    <a:moveTo>
                      <a:pt x="0" y="2363964"/>
                    </a:moveTo>
                    <a:cubicBezTo>
                      <a:pt x="457994" y="2386982"/>
                      <a:pt x="1003300" y="2441751"/>
                      <a:pt x="1495425" y="2392539"/>
                    </a:cubicBezTo>
                    <a:cubicBezTo>
                      <a:pt x="1987550" y="2343327"/>
                      <a:pt x="2693988" y="2422701"/>
                      <a:pt x="2952750" y="2068689"/>
                    </a:cubicBezTo>
                    <a:cubicBezTo>
                      <a:pt x="3211512" y="1714677"/>
                      <a:pt x="3087688" y="611364"/>
                      <a:pt x="3048000" y="268464"/>
                    </a:cubicBezTo>
                    <a:cubicBezTo>
                      <a:pt x="3008313" y="-74436"/>
                      <a:pt x="2872185" y="7320"/>
                      <a:pt x="2714625" y="11289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0E538549-1BE8-4DDB-8CCB-102ACB5956E4}"/>
                  </a:ext>
                </a:extLst>
              </p:cNvPr>
              <p:cNvSpPr/>
              <p:nvPr/>
            </p:nvSpPr>
            <p:spPr>
              <a:xfrm rot="10800000">
                <a:off x="2253448" y="1388012"/>
                <a:ext cx="3529168" cy="1307798"/>
              </a:xfrm>
              <a:custGeom>
                <a:avLst/>
                <a:gdLst>
                  <a:gd name="connsiteX0" fmla="*/ 0 w 3570457"/>
                  <a:gd name="connsiteY0" fmla="*/ 2411017 h 2474128"/>
                  <a:gd name="connsiteX1" fmla="*/ 1485900 w 3570457"/>
                  <a:gd name="connsiteY1" fmla="*/ 2430067 h 2474128"/>
                  <a:gd name="connsiteX2" fmla="*/ 3419475 w 3570457"/>
                  <a:gd name="connsiteY2" fmla="*/ 2249092 h 2474128"/>
                  <a:gd name="connsiteX3" fmla="*/ 3400425 w 3570457"/>
                  <a:gd name="connsiteY3" fmla="*/ 125017 h 2474128"/>
                  <a:gd name="connsiteX4" fmla="*/ 3048000 w 3570457"/>
                  <a:gd name="connsiteY4" fmla="*/ 248842 h 2474128"/>
                  <a:gd name="connsiteX5" fmla="*/ 2724150 w 3570457"/>
                  <a:gd name="connsiteY5" fmla="*/ 248842 h 2474128"/>
                  <a:gd name="connsiteX0" fmla="*/ 0 w 3516707"/>
                  <a:gd name="connsiteY0" fmla="*/ 2164004 h 2195238"/>
                  <a:gd name="connsiteX1" fmla="*/ 1485900 w 3516707"/>
                  <a:gd name="connsiteY1" fmla="*/ 2183054 h 2195238"/>
                  <a:gd name="connsiteX2" fmla="*/ 3419475 w 3516707"/>
                  <a:gd name="connsiteY2" fmla="*/ 2002079 h 2195238"/>
                  <a:gd name="connsiteX3" fmla="*/ 3209925 w 3516707"/>
                  <a:gd name="connsiteY3" fmla="*/ 468554 h 2195238"/>
                  <a:gd name="connsiteX4" fmla="*/ 3048000 w 3516707"/>
                  <a:gd name="connsiteY4" fmla="*/ 1829 h 2195238"/>
                  <a:gd name="connsiteX5" fmla="*/ 2724150 w 3516707"/>
                  <a:gd name="connsiteY5" fmla="*/ 1829 h 2195238"/>
                  <a:gd name="connsiteX0" fmla="*/ 0 w 3520471"/>
                  <a:gd name="connsiteY0" fmla="*/ 2164004 h 2195238"/>
                  <a:gd name="connsiteX1" fmla="*/ 1485900 w 3520471"/>
                  <a:gd name="connsiteY1" fmla="*/ 2183054 h 2195238"/>
                  <a:gd name="connsiteX2" fmla="*/ 3419475 w 3520471"/>
                  <a:gd name="connsiteY2" fmla="*/ 2002079 h 2195238"/>
                  <a:gd name="connsiteX3" fmla="*/ 3209925 w 3520471"/>
                  <a:gd name="connsiteY3" fmla="*/ 468554 h 2195238"/>
                  <a:gd name="connsiteX4" fmla="*/ 2886075 w 3520471"/>
                  <a:gd name="connsiteY4" fmla="*/ 1829 h 2195238"/>
                  <a:gd name="connsiteX5" fmla="*/ 2724150 w 3520471"/>
                  <a:gd name="connsiteY5" fmla="*/ 1829 h 2195238"/>
                  <a:gd name="connsiteX0" fmla="*/ 0 w 3216045"/>
                  <a:gd name="connsiteY0" fmla="*/ 2164034 h 2200422"/>
                  <a:gd name="connsiteX1" fmla="*/ 1485900 w 3216045"/>
                  <a:gd name="connsiteY1" fmla="*/ 2183084 h 2200422"/>
                  <a:gd name="connsiteX2" fmla="*/ 2590800 w 3216045"/>
                  <a:gd name="connsiteY2" fmla="*/ 2021159 h 2200422"/>
                  <a:gd name="connsiteX3" fmla="*/ 3209925 w 3216045"/>
                  <a:gd name="connsiteY3" fmla="*/ 468584 h 2200422"/>
                  <a:gd name="connsiteX4" fmla="*/ 2886075 w 3216045"/>
                  <a:gd name="connsiteY4" fmla="*/ 1859 h 2200422"/>
                  <a:gd name="connsiteX5" fmla="*/ 2724150 w 3216045"/>
                  <a:gd name="connsiteY5" fmla="*/ 1859 h 2200422"/>
                  <a:gd name="connsiteX0" fmla="*/ 0 w 3216045"/>
                  <a:gd name="connsiteY0" fmla="*/ 2164034 h 2175328"/>
                  <a:gd name="connsiteX1" fmla="*/ 1485900 w 3216045"/>
                  <a:gd name="connsiteY1" fmla="*/ 2135459 h 2175328"/>
                  <a:gd name="connsiteX2" fmla="*/ 2590800 w 3216045"/>
                  <a:gd name="connsiteY2" fmla="*/ 2021159 h 2175328"/>
                  <a:gd name="connsiteX3" fmla="*/ 3209925 w 3216045"/>
                  <a:gd name="connsiteY3" fmla="*/ 468584 h 2175328"/>
                  <a:gd name="connsiteX4" fmla="*/ 2886075 w 3216045"/>
                  <a:gd name="connsiteY4" fmla="*/ 1859 h 2175328"/>
                  <a:gd name="connsiteX5" fmla="*/ 2724150 w 3216045"/>
                  <a:gd name="connsiteY5" fmla="*/ 1859 h 2175328"/>
                  <a:gd name="connsiteX0" fmla="*/ 0 w 3211038"/>
                  <a:gd name="connsiteY0" fmla="*/ 2163807 h 2177877"/>
                  <a:gd name="connsiteX1" fmla="*/ 1485900 w 3211038"/>
                  <a:gd name="connsiteY1" fmla="*/ 2135232 h 2177877"/>
                  <a:gd name="connsiteX2" fmla="*/ 2771775 w 3211038"/>
                  <a:gd name="connsiteY2" fmla="*/ 1868532 h 2177877"/>
                  <a:gd name="connsiteX3" fmla="*/ 3209925 w 3211038"/>
                  <a:gd name="connsiteY3" fmla="*/ 468357 h 2177877"/>
                  <a:gd name="connsiteX4" fmla="*/ 2886075 w 3211038"/>
                  <a:gd name="connsiteY4" fmla="*/ 1632 h 2177877"/>
                  <a:gd name="connsiteX5" fmla="*/ 2724150 w 3211038"/>
                  <a:gd name="connsiteY5" fmla="*/ 1632 h 2177877"/>
                  <a:gd name="connsiteX0" fmla="*/ 0 w 3116486"/>
                  <a:gd name="connsiteY0" fmla="*/ 2162989 h 2177059"/>
                  <a:gd name="connsiteX1" fmla="*/ 1485900 w 3116486"/>
                  <a:gd name="connsiteY1" fmla="*/ 2134414 h 2177059"/>
                  <a:gd name="connsiteX2" fmla="*/ 2771775 w 3116486"/>
                  <a:gd name="connsiteY2" fmla="*/ 1867714 h 2177059"/>
                  <a:gd name="connsiteX3" fmla="*/ 3114675 w 3116486"/>
                  <a:gd name="connsiteY3" fmla="*/ 667564 h 2177059"/>
                  <a:gd name="connsiteX4" fmla="*/ 2886075 w 3116486"/>
                  <a:gd name="connsiteY4" fmla="*/ 814 h 2177059"/>
                  <a:gd name="connsiteX5" fmla="*/ 2724150 w 3116486"/>
                  <a:gd name="connsiteY5" fmla="*/ 814 h 2177059"/>
                  <a:gd name="connsiteX0" fmla="*/ 0 w 3120142"/>
                  <a:gd name="connsiteY0" fmla="*/ 2162175 h 2176245"/>
                  <a:gd name="connsiteX1" fmla="*/ 1485900 w 3120142"/>
                  <a:gd name="connsiteY1" fmla="*/ 2133600 h 2176245"/>
                  <a:gd name="connsiteX2" fmla="*/ 2771775 w 3120142"/>
                  <a:gd name="connsiteY2" fmla="*/ 1866900 h 2176245"/>
                  <a:gd name="connsiteX3" fmla="*/ 3114675 w 3120142"/>
                  <a:gd name="connsiteY3" fmla="*/ 666750 h 2176245"/>
                  <a:gd name="connsiteX4" fmla="*/ 2943225 w 3120142"/>
                  <a:gd name="connsiteY4" fmla="*/ 19050 h 2176245"/>
                  <a:gd name="connsiteX5" fmla="*/ 2724150 w 3120142"/>
                  <a:gd name="connsiteY5" fmla="*/ 0 h 2176245"/>
                  <a:gd name="connsiteX0" fmla="*/ 0 w 3115206"/>
                  <a:gd name="connsiteY0" fmla="*/ 2162175 h 2176245"/>
                  <a:gd name="connsiteX1" fmla="*/ 1485900 w 3115206"/>
                  <a:gd name="connsiteY1" fmla="*/ 2133600 h 2176245"/>
                  <a:gd name="connsiteX2" fmla="*/ 2771775 w 3115206"/>
                  <a:gd name="connsiteY2" fmla="*/ 1866900 h 2176245"/>
                  <a:gd name="connsiteX3" fmla="*/ 3114675 w 3115206"/>
                  <a:gd name="connsiteY3" fmla="*/ 666750 h 2176245"/>
                  <a:gd name="connsiteX4" fmla="*/ 2724150 w 3115206"/>
                  <a:gd name="connsiteY4" fmla="*/ 0 h 2176245"/>
                  <a:gd name="connsiteX0" fmla="*/ 0 w 3115412"/>
                  <a:gd name="connsiteY0" fmla="*/ 2352675 h 2366745"/>
                  <a:gd name="connsiteX1" fmla="*/ 1485900 w 3115412"/>
                  <a:gd name="connsiteY1" fmla="*/ 2324100 h 2366745"/>
                  <a:gd name="connsiteX2" fmla="*/ 2771775 w 3115412"/>
                  <a:gd name="connsiteY2" fmla="*/ 2057400 h 2366745"/>
                  <a:gd name="connsiteX3" fmla="*/ 3114675 w 3115412"/>
                  <a:gd name="connsiteY3" fmla="*/ 857250 h 2366745"/>
                  <a:gd name="connsiteX4" fmla="*/ 2714625 w 3115412"/>
                  <a:gd name="connsiteY4" fmla="*/ 0 h 2366745"/>
                  <a:gd name="connsiteX0" fmla="*/ 0 w 3134358"/>
                  <a:gd name="connsiteY0" fmla="*/ 2352675 h 2366745"/>
                  <a:gd name="connsiteX1" fmla="*/ 1485900 w 3134358"/>
                  <a:gd name="connsiteY1" fmla="*/ 2324100 h 2366745"/>
                  <a:gd name="connsiteX2" fmla="*/ 2771775 w 3134358"/>
                  <a:gd name="connsiteY2" fmla="*/ 2057400 h 2366745"/>
                  <a:gd name="connsiteX3" fmla="*/ 3133725 w 3134358"/>
                  <a:gd name="connsiteY3" fmla="*/ 238125 h 2366745"/>
                  <a:gd name="connsiteX4" fmla="*/ 2714625 w 3134358"/>
                  <a:gd name="connsiteY4" fmla="*/ 0 h 2366745"/>
                  <a:gd name="connsiteX0" fmla="*/ 0 w 3134358"/>
                  <a:gd name="connsiteY0" fmla="*/ 2369490 h 2383560"/>
                  <a:gd name="connsiteX1" fmla="*/ 1485900 w 3134358"/>
                  <a:gd name="connsiteY1" fmla="*/ 2340915 h 2383560"/>
                  <a:gd name="connsiteX2" fmla="*/ 2771775 w 3134358"/>
                  <a:gd name="connsiteY2" fmla="*/ 2074215 h 2383560"/>
                  <a:gd name="connsiteX3" fmla="*/ 3133725 w 3134358"/>
                  <a:gd name="connsiteY3" fmla="*/ 254940 h 2383560"/>
                  <a:gd name="connsiteX4" fmla="*/ 2714625 w 3134358"/>
                  <a:gd name="connsiteY4" fmla="*/ 16815 h 2383560"/>
                  <a:gd name="connsiteX0" fmla="*/ 0 w 3049613"/>
                  <a:gd name="connsiteY0" fmla="*/ 2363964 h 2378034"/>
                  <a:gd name="connsiteX1" fmla="*/ 1485900 w 3049613"/>
                  <a:gd name="connsiteY1" fmla="*/ 2335389 h 2378034"/>
                  <a:gd name="connsiteX2" fmla="*/ 2771775 w 3049613"/>
                  <a:gd name="connsiteY2" fmla="*/ 2068689 h 2378034"/>
                  <a:gd name="connsiteX3" fmla="*/ 3048000 w 3049613"/>
                  <a:gd name="connsiteY3" fmla="*/ 268464 h 2378034"/>
                  <a:gd name="connsiteX4" fmla="*/ 2714625 w 3049613"/>
                  <a:gd name="connsiteY4" fmla="*/ 11289 h 2378034"/>
                  <a:gd name="connsiteX0" fmla="*/ 0 w 3107581"/>
                  <a:gd name="connsiteY0" fmla="*/ 2371001 h 2423593"/>
                  <a:gd name="connsiteX1" fmla="*/ 1485900 w 3107581"/>
                  <a:gd name="connsiteY1" fmla="*/ 2342426 h 2423593"/>
                  <a:gd name="connsiteX2" fmla="*/ 2943225 w 3107581"/>
                  <a:gd name="connsiteY2" fmla="*/ 2247176 h 2423593"/>
                  <a:gd name="connsiteX3" fmla="*/ 3048000 w 3107581"/>
                  <a:gd name="connsiteY3" fmla="*/ 275501 h 2423593"/>
                  <a:gd name="connsiteX4" fmla="*/ 2714625 w 3107581"/>
                  <a:gd name="connsiteY4" fmla="*/ 18326 h 2423593"/>
                  <a:gd name="connsiteX0" fmla="*/ 0 w 3106974"/>
                  <a:gd name="connsiteY0" fmla="*/ 2371001 h 2449664"/>
                  <a:gd name="connsiteX1" fmla="*/ 1495425 w 3106974"/>
                  <a:gd name="connsiteY1" fmla="*/ 2399576 h 2449664"/>
                  <a:gd name="connsiteX2" fmla="*/ 2943225 w 3106974"/>
                  <a:gd name="connsiteY2" fmla="*/ 2247176 h 2449664"/>
                  <a:gd name="connsiteX3" fmla="*/ 3048000 w 3106974"/>
                  <a:gd name="connsiteY3" fmla="*/ 275501 h 2449664"/>
                  <a:gd name="connsiteX4" fmla="*/ 2714625 w 3106974"/>
                  <a:gd name="connsiteY4" fmla="*/ 18326 h 2449664"/>
                  <a:gd name="connsiteX0" fmla="*/ 0 w 3106974"/>
                  <a:gd name="connsiteY0" fmla="*/ 2369741 h 2431143"/>
                  <a:gd name="connsiteX1" fmla="*/ 1495425 w 3106974"/>
                  <a:gd name="connsiteY1" fmla="*/ 2398316 h 2431143"/>
                  <a:gd name="connsiteX2" fmla="*/ 2943225 w 3106974"/>
                  <a:gd name="connsiteY2" fmla="*/ 2217341 h 2431143"/>
                  <a:gd name="connsiteX3" fmla="*/ 3048000 w 3106974"/>
                  <a:gd name="connsiteY3" fmla="*/ 274241 h 2431143"/>
                  <a:gd name="connsiteX4" fmla="*/ 2714625 w 3106974"/>
                  <a:gd name="connsiteY4" fmla="*/ 17066 h 2431143"/>
                  <a:gd name="connsiteX0" fmla="*/ 0 w 3112544"/>
                  <a:gd name="connsiteY0" fmla="*/ 2363964 h 2412430"/>
                  <a:gd name="connsiteX1" fmla="*/ 1495425 w 3112544"/>
                  <a:gd name="connsiteY1" fmla="*/ 2392539 h 2412430"/>
                  <a:gd name="connsiteX2" fmla="*/ 2952750 w 3112544"/>
                  <a:gd name="connsiteY2" fmla="*/ 2068689 h 2412430"/>
                  <a:gd name="connsiteX3" fmla="*/ 3048000 w 3112544"/>
                  <a:gd name="connsiteY3" fmla="*/ 268464 h 2412430"/>
                  <a:gd name="connsiteX4" fmla="*/ 2714625 w 3112544"/>
                  <a:gd name="connsiteY4" fmla="*/ 11289 h 241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12544" h="2412430">
                    <a:moveTo>
                      <a:pt x="0" y="2363964"/>
                    </a:moveTo>
                    <a:cubicBezTo>
                      <a:pt x="457994" y="2386982"/>
                      <a:pt x="1003300" y="2441751"/>
                      <a:pt x="1495425" y="2392539"/>
                    </a:cubicBezTo>
                    <a:cubicBezTo>
                      <a:pt x="1987550" y="2343327"/>
                      <a:pt x="2693988" y="2422701"/>
                      <a:pt x="2952750" y="2068689"/>
                    </a:cubicBezTo>
                    <a:cubicBezTo>
                      <a:pt x="3211512" y="1714677"/>
                      <a:pt x="3087688" y="611364"/>
                      <a:pt x="3048000" y="268464"/>
                    </a:cubicBezTo>
                    <a:cubicBezTo>
                      <a:pt x="3008313" y="-74436"/>
                      <a:pt x="2872185" y="7320"/>
                      <a:pt x="2714625" y="112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54" name="组合 253">
                <a:extLst>
                  <a:ext uri="{FF2B5EF4-FFF2-40B4-BE49-F238E27FC236}">
                    <a16:creationId xmlns:a16="http://schemas.microsoft.com/office/drawing/2014/main" id="{7F7CC34F-6458-4A80-97F4-9D4F16C28E1A}"/>
                  </a:ext>
                </a:extLst>
              </p:cNvPr>
              <p:cNvGrpSpPr/>
              <p:nvPr/>
            </p:nvGrpSpPr>
            <p:grpSpPr>
              <a:xfrm rot="10800000" flipH="1" flipV="1">
                <a:off x="5760488" y="1218957"/>
                <a:ext cx="715431" cy="322947"/>
                <a:chOff x="2915443" y="4344145"/>
                <a:chExt cx="509929" cy="230183"/>
              </a:xfrm>
            </p:grpSpPr>
            <p:grpSp>
              <p:nvGrpSpPr>
                <p:cNvPr id="255" name="组合 254">
                  <a:extLst>
                    <a:ext uri="{FF2B5EF4-FFF2-40B4-BE49-F238E27FC236}">
                      <a16:creationId xmlns:a16="http://schemas.microsoft.com/office/drawing/2014/main" id="{884171CF-A676-4CD0-B31B-7B8CA15C0C41}"/>
                    </a:ext>
                  </a:extLst>
                </p:cNvPr>
                <p:cNvGrpSpPr/>
                <p:nvPr/>
              </p:nvGrpSpPr>
              <p:grpSpPr>
                <a:xfrm>
                  <a:off x="2915443" y="4385862"/>
                  <a:ext cx="509929" cy="188466"/>
                  <a:chOff x="2915443" y="4261175"/>
                  <a:chExt cx="509929" cy="313153"/>
                </a:xfrm>
              </p:grpSpPr>
              <p:cxnSp>
                <p:nvCxnSpPr>
                  <p:cNvPr id="258" name="直接连接符 257">
                    <a:extLst>
                      <a:ext uri="{FF2B5EF4-FFF2-40B4-BE49-F238E27FC236}">
                        <a16:creationId xmlns:a16="http://schemas.microsoft.com/office/drawing/2014/main" id="{519834CA-5259-45B1-9C1B-37B54D637D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43468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直接连接符 258">
                    <a:extLst>
                      <a:ext uri="{FF2B5EF4-FFF2-40B4-BE49-F238E27FC236}">
                        <a16:creationId xmlns:a16="http://schemas.microsoft.com/office/drawing/2014/main" id="{260C945F-D174-415C-BD57-5F51520D6E3A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083149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直接连接符 259">
                    <a:extLst>
                      <a:ext uri="{FF2B5EF4-FFF2-40B4-BE49-F238E27FC236}">
                        <a16:creationId xmlns:a16="http://schemas.microsoft.com/office/drawing/2014/main" id="{40441FAA-6148-48B4-979B-640A984C58C4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2915443" y="4422858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直接连接符 260">
                    <a:extLst>
                      <a:ext uri="{FF2B5EF4-FFF2-40B4-BE49-F238E27FC236}">
                        <a16:creationId xmlns:a16="http://schemas.microsoft.com/office/drawing/2014/main" id="{CD26CC2D-CBEB-41F0-A3B0-D71A063C7101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3257666" y="4419497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直接连接符 261">
                    <a:extLst>
                      <a:ext uri="{FF2B5EF4-FFF2-40B4-BE49-F238E27FC236}">
                        <a16:creationId xmlns:a16="http://schemas.microsoft.com/office/drawing/2014/main" id="{F8107FBE-C336-471E-B1B5-3B9B3611A4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6644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直接连接符 262">
                    <a:extLst>
                      <a:ext uri="{FF2B5EF4-FFF2-40B4-BE49-F238E27FC236}">
                        <a16:creationId xmlns:a16="http://schemas.microsoft.com/office/drawing/2014/main" id="{32DA824B-E934-41C8-85F2-53983B4E3844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196325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32DD211-BCD3-4939-889F-18E8D2D10C2D}"/>
                    </a:ext>
                  </a:extLst>
                </p:cNvPr>
                <p:cNvSpPr txBox="1"/>
                <p:nvPr/>
              </p:nvSpPr>
              <p:spPr>
                <a:xfrm>
                  <a:off x="2957817" y="4344145"/>
                  <a:ext cx="75285" cy="74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5" h="74676">
                      <a:moveTo>
                        <a:pt x="32613" y="0"/>
                      </a:moveTo>
                      <a:lnTo>
                        <a:pt x="42672" y="0"/>
                      </a:lnTo>
                      <a:lnTo>
                        <a:pt x="42672" y="32156"/>
                      </a:lnTo>
                      <a:lnTo>
                        <a:pt x="75285" y="32156"/>
                      </a:lnTo>
                      <a:lnTo>
                        <a:pt x="75285" y="42367"/>
                      </a:lnTo>
                      <a:lnTo>
                        <a:pt x="42672" y="42367"/>
                      </a:lnTo>
                      <a:lnTo>
                        <a:pt x="42672" y="74676"/>
                      </a:lnTo>
                      <a:lnTo>
                        <a:pt x="32613" y="74676"/>
                      </a:lnTo>
                      <a:lnTo>
                        <a:pt x="32613" y="42367"/>
                      </a:lnTo>
                      <a:lnTo>
                        <a:pt x="0" y="42367"/>
                      </a:lnTo>
                      <a:lnTo>
                        <a:pt x="0" y="32156"/>
                      </a:lnTo>
                      <a:lnTo>
                        <a:pt x="32613" y="3215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969C0A52-9E41-4E38-A950-49F72323056D}"/>
                    </a:ext>
                  </a:extLst>
                </p:cNvPr>
                <p:cNvSpPr txBox="1"/>
                <p:nvPr/>
              </p:nvSpPr>
              <p:spPr>
                <a:xfrm>
                  <a:off x="3308812" y="4366118"/>
                  <a:ext cx="6126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5" h="13716">
                      <a:moveTo>
                        <a:pt x="0" y="0"/>
                      </a:moveTo>
                      <a:lnTo>
                        <a:pt x="61265" y="0"/>
                      </a:lnTo>
                      <a:lnTo>
                        <a:pt x="61265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</p:grp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C2A48B63-2F83-4B84-AD61-4FC9508D50E4}"/>
                </a:ext>
              </a:extLst>
            </p:cNvPr>
            <p:cNvSpPr/>
            <p:nvPr/>
          </p:nvSpPr>
          <p:spPr>
            <a:xfrm>
              <a:off x="2668583" y="2027192"/>
              <a:ext cx="2706265" cy="13131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8BE70E6D-DA1F-4D3D-9201-0C41555C4ACB}"/>
                </a:ext>
              </a:extLst>
            </p:cNvPr>
            <p:cNvSpPr/>
            <p:nvPr/>
          </p:nvSpPr>
          <p:spPr>
            <a:xfrm>
              <a:off x="5056667" y="2027192"/>
              <a:ext cx="1039333" cy="1313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83A732B2-69C0-4BE8-ACD4-CB877E1E9B79}"/>
                </a:ext>
              </a:extLst>
            </p:cNvPr>
            <p:cNvSpPr/>
            <p:nvPr/>
          </p:nvSpPr>
          <p:spPr>
            <a:xfrm>
              <a:off x="6095998" y="2027192"/>
              <a:ext cx="1019072" cy="13131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2F8E70C-DB75-4831-9FED-2E35B8725AD8}"/>
                </a:ext>
              </a:extLst>
            </p:cNvPr>
            <p:cNvGrpSpPr/>
            <p:nvPr/>
          </p:nvGrpSpPr>
          <p:grpSpPr>
            <a:xfrm>
              <a:off x="5193550" y="1695977"/>
              <a:ext cx="1767288" cy="307268"/>
              <a:chOff x="5193550" y="1695977"/>
              <a:chExt cx="1767288" cy="307268"/>
            </a:xfrm>
          </p:grpSpPr>
          <p:sp>
            <p:nvSpPr>
              <p:cNvPr id="245" name="右大括号 244">
                <a:extLst>
                  <a:ext uri="{FF2B5EF4-FFF2-40B4-BE49-F238E27FC236}">
                    <a16:creationId xmlns:a16="http://schemas.microsoft.com/office/drawing/2014/main" id="{3A3BFC19-CEF7-449D-8BA9-0E0F1307E4FD}"/>
                  </a:ext>
                </a:extLst>
              </p:cNvPr>
              <p:cNvSpPr/>
              <p:nvPr/>
            </p:nvSpPr>
            <p:spPr>
              <a:xfrm rot="16200000">
                <a:off x="5590674" y="1512279"/>
                <a:ext cx="93839" cy="888088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右大括号 245">
                <a:extLst>
                  <a:ext uri="{FF2B5EF4-FFF2-40B4-BE49-F238E27FC236}">
                    <a16:creationId xmlns:a16="http://schemas.microsoft.com/office/drawing/2014/main" id="{0E53F9C4-C59B-49AC-93B4-9A091A1D8A54}"/>
                  </a:ext>
                </a:extLst>
              </p:cNvPr>
              <p:cNvSpPr/>
              <p:nvPr/>
            </p:nvSpPr>
            <p:spPr>
              <a:xfrm rot="16200000">
                <a:off x="6483651" y="1526059"/>
                <a:ext cx="93843" cy="860530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4810E1D5-7DB6-4B71-86E2-B9398FB999F5}"/>
                  </a:ext>
                </a:extLst>
              </p:cNvPr>
              <p:cNvSpPr txBox="1"/>
              <p:nvPr/>
            </p:nvSpPr>
            <p:spPr>
              <a:xfrm>
                <a:off x="6432974" y="1705927"/>
                <a:ext cx="190891" cy="123622"/>
              </a:xfrm>
              <a:custGeom>
                <a:avLst/>
                <a:gdLst/>
                <a:ahLst/>
                <a:cxnLst/>
                <a:rect l="l" t="t" r="r" b="b"/>
                <a:pathLst>
                  <a:path w="105493" h="68318">
                    <a:moveTo>
                      <a:pt x="0" y="36667"/>
                    </a:moveTo>
                    <a:lnTo>
                      <a:pt x="24252" y="36667"/>
                    </a:lnTo>
                    <a:lnTo>
                      <a:pt x="24252" y="43341"/>
                    </a:lnTo>
                    <a:lnTo>
                      <a:pt x="0" y="43341"/>
                    </a:lnTo>
                    <a:close/>
                    <a:moveTo>
                      <a:pt x="72848" y="7516"/>
                    </a:moveTo>
                    <a:cubicBezTo>
                      <a:pt x="66019" y="7516"/>
                      <a:pt x="60207" y="9954"/>
                      <a:pt x="55414" y="14828"/>
                    </a:cubicBezTo>
                    <a:cubicBezTo>
                      <a:pt x="50621" y="19703"/>
                      <a:pt x="48224" y="25670"/>
                      <a:pt x="48224" y="32729"/>
                    </a:cubicBezTo>
                    <a:cubicBezTo>
                      <a:pt x="48224" y="39875"/>
                      <a:pt x="50665" y="45794"/>
                      <a:pt x="55547" y="50485"/>
                    </a:cubicBezTo>
                    <a:cubicBezTo>
                      <a:pt x="60428" y="55176"/>
                      <a:pt x="66224" y="57522"/>
                      <a:pt x="72933" y="57522"/>
                    </a:cubicBezTo>
                    <a:cubicBezTo>
                      <a:pt x="77425" y="57522"/>
                      <a:pt x="81457" y="56568"/>
                      <a:pt x="85027" y="54660"/>
                    </a:cubicBezTo>
                    <a:lnTo>
                      <a:pt x="71570" y="37003"/>
                    </a:lnTo>
                    <a:lnTo>
                      <a:pt x="80174" y="37003"/>
                    </a:lnTo>
                    <a:lnTo>
                      <a:pt x="90663" y="50541"/>
                    </a:lnTo>
                    <a:cubicBezTo>
                      <a:pt x="95258" y="45752"/>
                      <a:pt x="97556" y="39730"/>
                      <a:pt x="97556" y="32477"/>
                    </a:cubicBezTo>
                    <a:cubicBezTo>
                      <a:pt x="97556" y="25487"/>
                      <a:pt x="95116" y="19579"/>
                      <a:pt x="90236" y="14754"/>
                    </a:cubicBezTo>
                    <a:cubicBezTo>
                      <a:pt x="85357" y="9929"/>
                      <a:pt x="79561" y="7516"/>
                      <a:pt x="72848" y="7516"/>
                    </a:cubicBezTo>
                    <a:close/>
                    <a:moveTo>
                      <a:pt x="72848" y="0"/>
                    </a:moveTo>
                    <a:cubicBezTo>
                      <a:pt x="78773" y="0"/>
                      <a:pt x="84258" y="1442"/>
                      <a:pt x="89304" y="4325"/>
                    </a:cubicBezTo>
                    <a:cubicBezTo>
                      <a:pt x="94350" y="7208"/>
                      <a:pt x="98310" y="11150"/>
                      <a:pt x="101183" y="16150"/>
                    </a:cubicBezTo>
                    <a:cubicBezTo>
                      <a:pt x="104057" y="21151"/>
                      <a:pt x="105493" y="26593"/>
                      <a:pt x="105493" y="32477"/>
                    </a:cubicBezTo>
                    <a:cubicBezTo>
                      <a:pt x="105493" y="41970"/>
                      <a:pt x="102046" y="49884"/>
                      <a:pt x="95150" y="56219"/>
                    </a:cubicBezTo>
                    <a:lnTo>
                      <a:pt x="104064" y="68318"/>
                    </a:lnTo>
                    <a:lnTo>
                      <a:pt x="95375" y="68318"/>
                    </a:lnTo>
                    <a:lnTo>
                      <a:pt x="89455" y="60497"/>
                    </a:lnTo>
                    <a:cubicBezTo>
                      <a:pt x="84769" y="63524"/>
                      <a:pt x="79401" y="65038"/>
                      <a:pt x="73353" y="65038"/>
                    </a:cubicBezTo>
                    <a:cubicBezTo>
                      <a:pt x="63976" y="65038"/>
                      <a:pt x="56107" y="61914"/>
                      <a:pt x="49745" y="55667"/>
                    </a:cubicBezTo>
                    <a:cubicBezTo>
                      <a:pt x="43384" y="49421"/>
                      <a:pt x="40203" y="41774"/>
                      <a:pt x="40203" y="32729"/>
                    </a:cubicBezTo>
                    <a:cubicBezTo>
                      <a:pt x="40203" y="23513"/>
                      <a:pt x="43282" y="15755"/>
                      <a:pt x="49439" y="9453"/>
                    </a:cubicBezTo>
                    <a:cubicBezTo>
                      <a:pt x="55597" y="3151"/>
                      <a:pt x="63400" y="0"/>
                      <a:pt x="7284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910D0263-FBBB-46CC-9EB4-5186373A9FA2}"/>
                  </a:ext>
                </a:extLst>
              </p:cNvPr>
              <p:cNvSpPr txBox="1"/>
              <p:nvPr/>
            </p:nvSpPr>
            <p:spPr>
              <a:xfrm>
                <a:off x="5556636" y="1695977"/>
                <a:ext cx="221708" cy="123622"/>
              </a:xfrm>
              <a:custGeom>
                <a:avLst/>
                <a:gdLst/>
                <a:ahLst/>
                <a:cxnLst/>
                <a:rect l="l" t="t" r="r" b="b"/>
                <a:pathLst>
                  <a:path w="122524" h="68318">
                    <a:moveTo>
                      <a:pt x="17997" y="11101"/>
                    </a:moveTo>
                    <a:lnTo>
                      <a:pt x="25261" y="11101"/>
                    </a:lnTo>
                    <a:lnTo>
                      <a:pt x="25261" y="28846"/>
                    </a:lnTo>
                    <a:lnTo>
                      <a:pt x="43257" y="28846"/>
                    </a:lnTo>
                    <a:lnTo>
                      <a:pt x="43257" y="36108"/>
                    </a:lnTo>
                    <a:lnTo>
                      <a:pt x="25261" y="36108"/>
                    </a:lnTo>
                    <a:lnTo>
                      <a:pt x="25261" y="53938"/>
                    </a:lnTo>
                    <a:lnTo>
                      <a:pt x="17997" y="53938"/>
                    </a:lnTo>
                    <a:lnTo>
                      <a:pt x="17997" y="36108"/>
                    </a:lnTo>
                    <a:lnTo>
                      <a:pt x="0" y="36108"/>
                    </a:lnTo>
                    <a:lnTo>
                      <a:pt x="0" y="28846"/>
                    </a:lnTo>
                    <a:lnTo>
                      <a:pt x="17997" y="28846"/>
                    </a:lnTo>
                    <a:close/>
                    <a:moveTo>
                      <a:pt x="89879" y="7516"/>
                    </a:moveTo>
                    <a:cubicBezTo>
                      <a:pt x="83050" y="7516"/>
                      <a:pt x="77238" y="9954"/>
                      <a:pt x="72445" y="14828"/>
                    </a:cubicBezTo>
                    <a:cubicBezTo>
                      <a:pt x="67652" y="19703"/>
                      <a:pt x="65255" y="25670"/>
                      <a:pt x="65255" y="32729"/>
                    </a:cubicBezTo>
                    <a:cubicBezTo>
                      <a:pt x="65255" y="39875"/>
                      <a:pt x="67696" y="45794"/>
                      <a:pt x="72578" y="50485"/>
                    </a:cubicBezTo>
                    <a:cubicBezTo>
                      <a:pt x="77459" y="55176"/>
                      <a:pt x="83255" y="57522"/>
                      <a:pt x="89964" y="57522"/>
                    </a:cubicBezTo>
                    <a:cubicBezTo>
                      <a:pt x="94456" y="57522"/>
                      <a:pt x="98488" y="56568"/>
                      <a:pt x="102058" y="54660"/>
                    </a:cubicBezTo>
                    <a:lnTo>
                      <a:pt x="88601" y="37003"/>
                    </a:lnTo>
                    <a:lnTo>
                      <a:pt x="97205" y="37003"/>
                    </a:lnTo>
                    <a:lnTo>
                      <a:pt x="107694" y="50541"/>
                    </a:lnTo>
                    <a:cubicBezTo>
                      <a:pt x="112289" y="45752"/>
                      <a:pt x="114587" y="39730"/>
                      <a:pt x="114587" y="32477"/>
                    </a:cubicBezTo>
                    <a:cubicBezTo>
                      <a:pt x="114587" y="25487"/>
                      <a:pt x="112147" y="19579"/>
                      <a:pt x="107267" y="14754"/>
                    </a:cubicBezTo>
                    <a:cubicBezTo>
                      <a:pt x="102388" y="9929"/>
                      <a:pt x="96592" y="7516"/>
                      <a:pt x="89879" y="7516"/>
                    </a:cubicBezTo>
                    <a:close/>
                    <a:moveTo>
                      <a:pt x="89879" y="0"/>
                    </a:moveTo>
                    <a:cubicBezTo>
                      <a:pt x="95804" y="0"/>
                      <a:pt x="101289" y="1442"/>
                      <a:pt x="106335" y="4325"/>
                    </a:cubicBezTo>
                    <a:cubicBezTo>
                      <a:pt x="111381" y="7208"/>
                      <a:pt x="115341" y="11150"/>
                      <a:pt x="118214" y="16150"/>
                    </a:cubicBezTo>
                    <a:cubicBezTo>
                      <a:pt x="121088" y="21151"/>
                      <a:pt x="122524" y="26593"/>
                      <a:pt x="122524" y="32477"/>
                    </a:cubicBezTo>
                    <a:cubicBezTo>
                      <a:pt x="122524" y="41970"/>
                      <a:pt x="119077" y="49884"/>
                      <a:pt x="112181" y="56219"/>
                    </a:cubicBezTo>
                    <a:lnTo>
                      <a:pt x="121095" y="68318"/>
                    </a:lnTo>
                    <a:lnTo>
                      <a:pt x="112406" y="68318"/>
                    </a:lnTo>
                    <a:lnTo>
                      <a:pt x="106486" y="60497"/>
                    </a:lnTo>
                    <a:cubicBezTo>
                      <a:pt x="101800" y="63524"/>
                      <a:pt x="96432" y="65038"/>
                      <a:pt x="90384" y="65038"/>
                    </a:cubicBezTo>
                    <a:cubicBezTo>
                      <a:pt x="81007" y="65038"/>
                      <a:pt x="73138" y="61914"/>
                      <a:pt x="66776" y="55667"/>
                    </a:cubicBezTo>
                    <a:cubicBezTo>
                      <a:pt x="60415" y="49421"/>
                      <a:pt x="57234" y="41774"/>
                      <a:pt x="57234" y="32729"/>
                    </a:cubicBezTo>
                    <a:cubicBezTo>
                      <a:pt x="57234" y="23513"/>
                      <a:pt x="60313" y="15755"/>
                      <a:pt x="66470" y="9453"/>
                    </a:cubicBezTo>
                    <a:cubicBezTo>
                      <a:pt x="72628" y="3151"/>
                      <a:pt x="80431" y="0"/>
                      <a:pt x="8987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CAE5675E-FB4A-4E2A-8A8A-F145A62EAE0F}"/>
                </a:ext>
              </a:extLst>
            </p:cNvPr>
            <p:cNvSpPr txBox="1"/>
            <p:nvPr/>
          </p:nvSpPr>
          <p:spPr>
            <a:xfrm>
              <a:off x="3667662" y="2487564"/>
              <a:ext cx="508519" cy="271477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5046A40D-BC51-4820-83F2-39F41C1F4ED1}"/>
                </a:ext>
              </a:extLst>
            </p:cNvPr>
            <p:cNvSpPr txBox="1"/>
            <p:nvPr/>
          </p:nvSpPr>
          <p:spPr>
            <a:xfrm>
              <a:off x="8165370" y="2482825"/>
              <a:ext cx="457140" cy="271477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F12B2A9-4070-4035-B505-F58FB05DDB22}"/>
                </a:ext>
              </a:extLst>
            </p:cNvPr>
            <p:cNvGrpSpPr/>
            <p:nvPr/>
          </p:nvGrpSpPr>
          <p:grpSpPr>
            <a:xfrm>
              <a:off x="5206859" y="3430500"/>
              <a:ext cx="1756987" cy="255067"/>
              <a:chOff x="5206859" y="3430500"/>
              <a:chExt cx="1756987" cy="255067"/>
            </a:xfrm>
          </p:grpSpPr>
          <p:cxnSp>
            <p:nvCxnSpPr>
              <p:cNvPr id="297" name="直接连接符 296">
                <a:extLst>
                  <a:ext uri="{FF2B5EF4-FFF2-40B4-BE49-F238E27FC236}">
                    <a16:creationId xmlns:a16="http://schemas.microsoft.com/office/drawing/2014/main" id="{C4E81228-3548-4567-A3DE-29E6C209B6F3}"/>
                  </a:ext>
                </a:extLst>
              </p:cNvPr>
              <p:cNvCxnSpPr/>
              <p:nvPr/>
            </p:nvCxnSpPr>
            <p:spPr>
              <a:xfrm>
                <a:off x="5206859" y="3430500"/>
                <a:ext cx="0" cy="144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>
                <a:extLst>
                  <a:ext uri="{FF2B5EF4-FFF2-40B4-BE49-F238E27FC236}">
                    <a16:creationId xmlns:a16="http://schemas.microsoft.com/office/drawing/2014/main" id="{5B2C7546-64F3-4F35-BEBC-3924C83BB2B6}"/>
                  </a:ext>
                </a:extLst>
              </p:cNvPr>
              <p:cNvCxnSpPr/>
              <p:nvPr/>
            </p:nvCxnSpPr>
            <p:spPr>
              <a:xfrm>
                <a:off x="6963846" y="3430500"/>
                <a:ext cx="0" cy="144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接箭头连接符 298">
                <a:extLst>
                  <a:ext uri="{FF2B5EF4-FFF2-40B4-BE49-F238E27FC236}">
                    <a16:creationId xmlns:a16="http://schemas.microsoft.com/office/drawing/2014/main" id="{7766DFBD-DAE5-46B4-98E7-EB888E330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6859" y="3517623"/>
                <a:ext cx="175397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文本框 299">
                <a:extLst>
                  <a:ext uri="{FF2B5EF4-FFF2-40B4-BE49-F238E27FC236}">
                    <a16:creationId xmlns:a16="http://schemas.microsoft.com/office/drawing/2014/main" id="{5E50FEC9-0393-4F04-A0DC-41D3BB0E1980}"/>
                  </a:ext>
                </a:extLst>
              </p:cNvPr>
              <p:cNvSpPr txBox="1"/>
              <p:nvPr/>
            </p:nvSpPr>
            <p:spPr>
              <a:xfrm>
                <a:off x="6016723" y="3558915"/>
                <a:ext cx="184831" cy="126652"/>
              </a:xfrm>
              <a:custGeom>
                <a:avLst/>
                <a:gdLst/>
                <a:ahLst/>
                <a:cxnLst/>
                <a:rect l="l" t="t" r="r" b="b"/>
                <a:pathLst>
                  <a:path w="152753" h="104671">
                    <a:moveTo>
                      <a:pt x="122839" y="59048"/>
                    </a:moveTo>
                    <a:cubicBezTo>
                      <a:pt x="120643" y="59048"/>
                      <a:pt x="118606" y="59522"/>
                      <a:pt x="116727" y="60471"/>
                    </a:cubicBezTo>
                    <a:cubicBezTo>
                      <a:pt x="114848" y="61420"/>
                      <a:pt x="113128" y="62722"/>
                      <a:pt x="111565" y="64378"/>
                    </a:cubicBezTo>
                    <a:cubicBezTo>
                      <a:pt x="110002" y="66033"/>
                      <a:pt x="108607" y="67950"/>
                      <a:pt x="107379" y="70126"/>
                    </a:cubicBezTo>
                    <a:cubicBezTo>
                      <a:pt x="106151" y="72303"/>
                      <a:pt x="105119" y="74628"/>
                      <a:pt x="104282" y="77102"/>
                    </a:cubicBezTo>
                    <a:cubicBezTo>
                      <a:pt x="103445" y="79577"/>
                      <a:pt x="102812" y="82107"/>
                      <a:pt x="102384" y="84693"/>
                    </a:cubicBezTo>
                    <a:cubicBezTo>
                      <a:pt x="101956" y="87279"/>
                      <a:pt x="101742" y="89799"/>
                      <a:pt x="101742" y="92255"/>
                    </a:cubicBezTo>
                    <a:cubicBezTo>
                      <a:pt x="101742" y="96273"/>
                      <a:pt x="102310" y="99259"/>
                      <a:pt x="103445" y="101213"/>
                    </a:cubicBezTo>
                    <a:cubicBezTo>
                      <a:pt x="104579" y="103166"/>
                      <a:pt x="106412" y="104143"/>
                      <a:pt x="108942" y="104143"/>
                    </a:cubicBezTo>
                    <a:cubicBezTo>
                      <a:pt x="110653" y="104143"/>
                      <a:pt x="112551" y="103566"/>
                      <a:pt x="114635" y="102413"/>
                    </a:cubicBezTo>
                    <a:cubicBezTo>
                      <a:pt x="116718" y="101259"/>
                      <a:pt x="118737" y="99594"/>
                      <a:pt x="120690" y="97417"/>
                    </a:cubicBezTo>
                    <a:cubicBezTo>
                      <a:pt x="122643" y="95241"/>
                      <a:pt x="124439" y="92590"/>
                      <a:pt x="126076" y="89464"/>
                    </a:cubicBezTo>
                    <a:cubicBezTo>
                      <a:pt x="127713" y="86339"/>
                      <a:pt x="128941" y="82823"/>
                      <a:pt x="129759" y="78916"/>
                    </a:cubicBezTo>
                    <a:cubicBezTo>
                      <a:pt x="130168" y="76907"/>
                      <a:pt x="130541" y="74898"/>
                      <a:pt x="130875" y="72889"/>
                    </a:cubicBezTo>
                    <a:cubicBezTo>
                      <a:pt x="131210" y="70880"/>
                      <a:pt x="131378" y="69038"/>
                      <a:pt x="131378" y="67364"/>
                    </a:cubicBezTo>
                    <a:cubicBezTo>
                      <a:pt x="131378" y="64350"/>
                      <a:pt x="130699" y="62210"/>
                      <a:pt x="129341" y="60945"/>
                    </a:cubicBezTo>
                    <a:cubicBezTo>
                      <a:pt x="127983" y="59680"/>
                      <a:pt x="125815" y="59048"/>
                      <a:pt x="122839" y="59048"/>
                    </a:cubicBezTo>
                    <a:close/>
                    <a:moveTo>
                      <a:pt x="147395" y="34324"/>
                    </a:moveTo>
                    <a:lnTo>
                      <a:pt x="150242" y="34324"/>
                    </a:lnTo>
                    <a:lnTo>
                      <a:pt x="137294" y="91250"/>
                    </a:lnTo>
                    <a:cubicBezTo>
                      <a:pt x="136773" y="93446"/>
                      <a:pt x="136429" y="95194"/>
                      <a:pt x="136261" y="96497"/>
                    </a:cubicBezTo>
                    <a:cubicBezTo>
                      <a:pt x="136094" y="97799"/>
                      <a:pt x="136010" y="98971"/>
                      <a:pt x="136010" y="100013"/>
                    </a:cubicBezTo>
                    <a:cubicBezTo>
                      <a:pt x="136010" y="101427"/>
                      <a:pt x="136298" y="102450"/>
                      <a:pt x="136875" y="103082"/>
                    </a:cubicBezTo>
                    <a:cubicBezTo>
                      <a:pt x="137452" y="103715"/>
                      <a:pt x="138280" y="104031"/>
                      <a:pt x="139359" y="104031"/>
                    </a:cubicBezTo>
                    <a:cubicBezTo>
                      <a:pt x="140028" y="104031"/>
                      <a:pt x="140689" y="103901"/>
                      <a:pt x="141340" y="103640"/>
                    </a:cubicBezTo>
                    <a:cubicBezTo>
                      <a:pt x="141991" y="103380"/>
                      <a:pt x="142698" y="102971"/>
                      <a:pt x="143461" y="102413"/>
                    </a:cubicBezTo>
                    <a:cubicBezTo>
                      <a:pt x="144223" y="101854"/>
                      <a:pt x="145061" y="101138"/>
                      <a:pt x="145972" y="100264"/>
                    </a:cubicBezTo>
                    <a:cubicBezTo>
                      <a:pt x="146884" y="99389"/>
                      <a:pt x="147916" y="98338"/>
                      <a:pt x="149070" y="97111"/>
                    </a:cubicBezTo>
                    <a:cubicBezTo>
                      <a:pt x="149665" y="97743"/>
                      <a:pt x="150279" y="98366"/>
                      <a:pt x="150911" y="98980"/>
                    </a:cubicBezTo>
                    <a:cubicBezTo>
                      <a:pt x="151544" y="99594"/>
                      <a:pt x="152158" y="100199"/>
                      <a:pt x="152753" y="100794"/>
                    </a:cubicBezTo>
                    <a:lnTo>
                      <a:pt x="148721" y="104671"/>
                    </a:lnTo>
                    <a:lnTo>
                      <a:pt x="127144" y="104671"/>
                    </a:lnTo>
                    <a:lnTo>
                      <a:pt x="126243" y="101799"/>
                    </a:lnTo>
                    <a:cubicBezTo>
                      <a:pt x="126243" y="100124"/>
                      <a:pt x="126504" y="98524"/>
                      <a:pt x="127024" y="96999"/>
                    </a:cubicBezTo>
                    <a:lnTo>
                      <a:pt x="126243" y="96664"/>
                    </a:lnTo>
                    <a:cubicBezTo>
                      <a:pt x="124346" y="99306"/>
                      <a:pt x="122504" y="101557"/>
                      <a:pt x="120718" y="103417"/>
                    </a:cubicBezTo>
                    <a:lnTo>
                      <a:pt x="119274" y="104671"/>
                    </a:lnTo>
                    <a:lnTo>
                      <a:pt x="93723" y="104671"/>
                    </a:lnTo>
                    <a:lnTo>
                      <a:pt x="90636" y="92869"/>
                    </a:lnTo>
                    <a:cubicBezTo>
                      <a:pt x="90636" y="89260"/>
                      <a:pt x="91017" y="85790"/>
                      <a:pt x="91780" y="82460"/>
                    </a:cubicBezTo>
                    <a:cubicBezTo>
                      <a:pt x="92543" y="79130"/>
                      <a:pt x="93622" y="76005"/>
                      <a:pt x="95017" y="73084"/>
                    </a:cubicBezTo>
                    <a:cubicBezTo>
                      <a:pt x="96412" y="70163"/>
                      <a:pt x="98077" y="67503"/>
                      <a:pt x="100012" y="65103"/>
                    </a:cubicBezTo>
                    <a:cubicBezTo>
                      <a:pt x="101947" y="62703"/>
                      <a:pt x="104068" y="60648"/>
                      <a:pt x="106375" y="58936"/>
                    </a:cubicBezTo>
                    <a:cubicBezTo>
                      <a:pt x="108681" y="57225"/>
                      <a:pt x="111137" y="55894"/>
                      <a:pt x="113742" y="54946"/>
                    </a:cubicBezTo>
                    <a:cubicBezTo>
                      <a:pt x="116346" y="53997"/>
                      <a:pt x="119044" y="53523"/>
                      <a:pt x="121834" y="53523"/>
                    </a:cubicBezTo>
                    <a:cubicBezTo>
                      <a:pt x="124290" y="53523"/>
                      <a:pt x="126541" y="53764"/>
                      <a:pt x="128587" y="54248"/>
                    </a:cubicBezTo>
                    <a:cubicBezTo>
                      <a:pt x="130634" y="54732"/>
                      <a:pt x="132587" y="55699"/>
                      <a:pt x="134447" y="57150"/>
                    </a:cubicBezTo>
                    <a:cubicBezTo>
                      <a:pt x="135080" y="54806"/>
                      <a:pt x="135582" y="52806"/>
                      <a:pt x="135954" y="51151"/>
                    </a:cubicBezTo>
                    <a:cubicBezTo>
                      <a:pt x="136326" y="49495"/>
                      <a:pt x="136633" y="47969"/>
                      <a:pt x="136875" y="46574"/>
                    </a:cubicBezTo>
                    <a:cubicBezTo>
                      <a:pt x="137117" y="45179"/>
                      <a:pt x="137238" y="44016"/>
                      <a:pt x="137238" y="43086"/>
                    </a:cubicBezTo>
                    <a:cubicBezTo>
                      <a:pt x="137238" y="42305"/>
                      <a:pt x="137135" y="41653"/>
                      <a:pt x="136931" y="41133"/>
                    </a:cubicBezTo>
                    <a:cubicBezTo>
                      <a:pt x="136726" y="40612"/>
                      <a:pt x="136363" y="40184"/>
                      <a:pt x="135843" y="39849"/>
                    </a:cubicBezTo>
                    <a:cubicBezTo>
                      <a:pt x="135322" y="39514"/>
                      <a:pt x="134587" y="39272"/>
                      <a:pt x="133638" y="39123"/>
                    </a:cubicBezTo>
                    <a:cubicBezTo>
                      <a:pt x="132689" y="38975"/>
                      <a:pt x="131489" y="38863"/>
                      <a:pt x="130038" y="38789"/>
                    </a:cubicBezTo>
                    <a:lnTo>
                      <a:pt x="130764" y="34993"/>
                    </a:lnTo>
                    <a:close/>
                    <a:moveTo>
                      <a:pt x="27161" y="0"/>
                    </a:moveTo>
                    <a:cubicBezTo>
                      <a:pt x="28699" y="0"/>
                      <a:pt x="30051" y="174"/>
                      <a:pt x="31216" y="521"/>
                    </a:cubicBezTo>
                    <a:cubicBezTo>
                      <a:pt x="32382" y="868"/>
                      <a:pt x="33412" y="1402"/>
                      <a:pt x="34305" y="2121"/>
                    </a:cubicBezTo>
                    <a:cubicBezTo>
                      <a:pt x="35198" y="2840"/>
                      <a:pt x="35991" y="3771"/>
                      <a:pt x="36686" y="4912"/>
                    </a:cubicBezTo>
                    <a:cubicBezTo>
                      <a:pt x="37380" y="6053"/>
                      <a:pt x="38050" y="7603"/>
                      <a:pt x="38695" y="9562"/>
                    </a:cubicBezTo>
                    <a:cubicBezTo>
                      <a:pt x="39340" y="11522"/>
                      <a:pt x="39948" y="13953"/>
                      <a:pt x="40518" y="16855"/>
                    </a:cubicBezTo>
                    <a:cubicBezTo>
                      <a:pt x="41089" y="19757"/>
                      <a:pt x="41597" y="22771"/>
                      <a:pt x="42044" y="25896"/>
                    </a:cubicBezTo>
                    <a:lnTo>
                      <a:pt x="42788" y="25896"/>
                    </a:lnTo>
                    <a:cubicBezTo>
                      <a:pt x="47550" y="19199"/>
                      <a:pt x="51159" y="14300"/>
                      <a:pt x="53615" y="11200"/>
                    </a:cubicBezTo>
                    <a:cubicBezTo>
                      <a:pt x="56071" y="8099"/>
                      <a:pt x="58142" y="5792"/>
                      <a:pt x="59829" y="4279"/>
                    </a:cubicBezTo>
                    <a:cubicBezTo>
                      <a:pt x="61515" y="2766"/>
                      <a:pt x="63140" y="1699"/>
                      <a:pt x="64703" y="1079"/>
                    </a:cubicBezTo>
                    <a:cubicBezTo>
                      <a:pt x="66265" y="459"/>
                      <a:pt x="68337" y="149"/>
                      <a:pt x="70916" y="149"/>
                    </a:cubicBezTo>
                    <a:cubicBezTo>
                      <a:pt x="73248" y="149"/>
                      <a:pt x="75158" y="447"/>
                      <a:pt x="76646" y="1042"/>
                    </a:cubicBezTo>
                    <a:lnTo>
                      <a:pt x="73670" y="14511"/>
                    </a:lnTo>
                    <a:lnTo>
                      <a:pt x="68461" y="14511"/>
                    </a:lnTo>
                    <a:cubicBezTo>
                      <a:pt x="68163" y="12427"/>
                      <a:pt x="67295" y="11386"/>
                      <a:pt x="65856" y="11386"/>
                    </a:cubicBezTo>
                    <a:cubicBezTo>
                      <a:pt x="65410" y="11386"/>
                      <a:pt x="64938" y="11460"/>
                      <a:pt x="64442" y="11609"/>
                    </a:cubicBezTo>
                    <a:cubicBezTo>
                      <a:pt x="63946" y="11758"/>
                      <a:pt x="63338" y="12080"/>
                      <a:pt x="62619" y="12576"/>
                    </a:cubicBezTo>
                    <a:cubicBezTo>
                      <a:pt x="61900" y="13072"/>
                      <a:pt x="60846" y="14040"/>
                      <a:pt x="59457" y="15478"/>
                    </a:cubicBezTo>
                    <a:cubicBezTo>
                      <a:pt x="58067" y="16917"/>
                      <a:pt x="56505" y="18678"/>
                      <a:pt x="54768" y="20762"/>
                    </a:cubicBezTo>
                    <a:cubicBezTo>
                      <a:pt x="53032" y="22845"/>
                      <a:pt x="51246" y="25028"/>
                      <a:pt x="49411" y="27310"/>
                    </a:cubicBezTo>
                    <a:lnTo>
                      <a:pt x="44350" y="33635"/>
                    </a:lnTo>
                    <a:cubicBezTo>
                      <a:pt x="45243" y="38398"/>
                      <a:pt x="46087" y="42515"/>
                      <a:pt x="46881" y="45988"/>
                    </a:cubicBezTo>
                    <a:cubicBezTo>
                      <a:pt x="47674" y="49461"/>
                      <a:pt x="48381" y="52350"/>
                      <a:pt x="49001" y="54657"/>
                    </a:cubicBezTo>
                    <a:cubicBezTo>
                      <a:pt x="49621" y="56964"/>
                      <a:pt x="50167" y="58787"/>
                      <a:pt x="50638" y="60127"/>
                    </a:cubicBezTo>
                    <a:cubicBezTo>
                      <a:pt x="51110" y="61466"/>
                      <a:pt x="51618" y="62471"/>
                      <a:pt x="52164" y="63141"/>
                    </a:cubicBezTo>
                    <a:cubicBezTo>
                      <a:pt x="52710" y="63810"/>
                      <a:pt x="53268" y="64282"/>
                      <a:pt x="53838" y="64554"/>
                    </a:cubicBezTo>
                    <a:cubicBezTo>
                      <a:pt x="54409" y="64827"/>
                      <a:pt x="55066" y="64964"/>
                      <a:pt x="55810" y="64964"/>
                    </a:cubicBezTo>
                    <a:cubicBezTo>
                      <a:pt x="57150" y="64964"/>
                      <a:pt x="58452" y="64443"/>
                      <a:pt x="59717" y="63401"/>
                    </a:cubicBezTo>
                    <a:cubicBezTo>
                      <a:pt x="60982" y="62359"/>
                      <a:pt x="62805" y="60003"/>
                      <a:pt x="65186" y="56332"/>
                    </a:cubicBezTo>
                    <a:lnTo>
                      <a:pt x="70023" y="59531"/>
                    </a:lnTo>
                    <a:cubicBezTo>
                      <a:pt x="66551" y="64691"/>
                      <a:pt x="63413" y="68325"/>
                      <a:pt x="60610" y="70433"/>
                    </a:cubicBezTo>
                    <a:cubicBezTo>
                      <a:pt x="57807" y="72541"/>
                      <a:pt x="54471" y="73596"/>
                      <a:pt x="50601" y="73596"/>
                    </a:cubicBezTo>
                    <a:cubicBezTo>
                      <a:pt x="48468" y="73596"/>
                      <a:pt x="46657" y="73211"/>
                      <a:pt x="45169" y="72442"/>
                    </a:cubicBezTo>
                    <a:cubicBezTo>
                      <a:pt x="43681" y="71673"/>
                      <a:pt x="42391" y="70445"/>
                      <a:pt x="41299" y="68759"/>
                    </a:cubicBezTo>
                    <a:cubicBezTo>
                      <a:pt x="40208" y="67072"/>
                      <a:pt x="39241" y="64443"/>
                      <a:pt x="38397" y="60871"/>
                    </a:cubicBezTo>
                    <a:cubicBezTo>
                      <a:pt x="36859" y="54521"/>
                      <a:pt x="35917" y="49659"/>
                      <a:pt x="35570" y="46286"/>
                    </a:cubicBezTo>
                    <a:lnTo>
                      <a:pt x="34825" y="46286"/>
                    </a:lnTo>
                    <a:cubicBezTo>
                      <a:pt x="29567" y="53678"/>
                      <a:pt x="25660" y="58986"/>
                      <a:pt x="23105" y="62210"/>
                    </a:cubicBezTo>
                    <a:cubicBezTo>
                      <a:pt x="20550" y="65435"/>
                      <a:pt x="18442" y="67816"/>
                      <a:pt x="16780" y="69354"/>
                    </a:cubicBezTo>
                    <a:cubicBezTo>
                      <a:pt x="15118" y="70892"/>
                      <a:pt x="13506" y="71971"/>
                      <a:pt x="11943" y="72591"/>
                    </a:cubicBezTo>
                    <a:cubicBezTo>
                      <a:pt x="10380" y="73211"/>
                      <a:pt x="8309" y="73521"/>
                      <a:pt x="5730" y="73521"/>
                    </a:cubicBezTo>
                    <a:cubicBezTo>
                      <a:pt x="3398" y="73521"/>
                      <a:pt x="1488" y="73224"/>
                      <a:pt x="0" y="72628"/>
                    </a:cubicBezTo>
                    <a:lnTo>
                      <a:pt x="2976" y="59159"/>
                    </a:lnTo>
                    <a:lnTo>
                      <a:pt x="8185" y="59159"/>
                    </a:lnTo>
                    <a:cubicBezTo>
                      <a:pt x="8483" y="61243"/>
                      <a:pt x="9351" y="62285"/>
                      <a:pt x="10790" y="62285"/>
                    </a:cubicBezTo>
                    <a:cubicBezTo>
                      <a:pt x="11484" y="62285"/>
                      <a:pt x="12216" y="62099"/>
                      <a:pt x="12985" y="61727"/>
                    </a:cubicBezTo>
                    <a:cubicBezTo>
                      <a:pt x="13754" y="61355"/>
                      <a:pt x="14858" y="60462"/>
                      <a:pt x="16296" y="59048"/>
                    </a:cubicBezTo>
                    <a:cubicBezTo>
                      <a:pt x="17735" y="57634"/>
                      <a:pt x="19719" y="55414"/>
                      <a:pt x="22249" y="52388"/>
                    </a:cubicBezTo>
                    <a:cubicBezTo>
                      <a:pt x="24780" y="49362"/>
                      <a:pt x="28451" y="44822"/>
                      <a:pt x="33263" y="38770"/>
                    </a:cubicBezTo>
                    <a:cubicBezTo>
                      <a:pt x="32519" y="34851"/>
                      <a:pt x="31750" y="31080"/>
                      <a:pt x="30956" y="27459"/>
                    </a:cubicBezTo>
                    <a:cubicBezTo>
                      <a:pt x="30162" y="23837"/>
                      <a:pt x="29344" y="20464"/>
                      <a:pt x="28500" y="17339"/>
                    </a:cubicBezTo>
                    <a:cubicBezTo>
                      <a:pt x="27657" y="14213"/>
                      <a:pt x="26962" y="12167"/>
                      <a:pt x="26417" y="11200"/>
                    </a:cubicBezTo>
                    <a:cubicBezTo>
                      <a:pt x="25871" y="10232"/>
                      <a:pt x="25288" y="9562"/>
                      <a:pt x="24668" y="9190"/>
                    </a:cubicBezTo>
                    <a:cubicBezTo>
                      <a:pt x="24048" y="8818"/>
                      <a:pt x="23266" y="8632"/>
                      <a:pt x="22324" y="8632"/>
                    </a:cubicBezTo>
                    <a:cubicBezTo>
                      <a:pt x="21282" y="8632"/>
                      <a:pt x="20340" y="8868"/>
                      <a:pt x="19496" y="9339"/>
                    </a:cubicBezTo>
                    <a:cubicBezTo>
                      <a:pt x="18653" y="9810"/>
                      <a:pt x="17735" y="10629"/>
                      <a:pt x="16743" y="11795"/>
                    </a:cubicBezTo>
                    <a:cubicBezTo>
                      <a:pt x="15751" y="12961"/>
                      <a:pt x="14436" y="14784"/>
                      <a:pt x="12799" y="17264"/>
                    </a:cubicBezTo>
                    <a:lnTo>
                      <a:pt x="7962" y="14064"/>
                    </a:lnTo>
                    <a:cubicBezTo>
                      <a:pt x="11087" y="9352"/>
                      <a:pt x="14089" y="5829"/>
                      <a:pt x="16966" y="3498"/>
                    </a:cubicBezTo>
                    <a:cubicBezTo>
                      <a:pt x="19843" y="1166"/>
                      <a:pt x="23242" y="0"/>
                      <a:pt x="2716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B1486D88-608D-46DC-A546-21F1A4B33805}"/>
                </a:ext>
              </a:extLst>
            </p:cNvPr>
            <p:cNvSpPr txBox="1"/>
            <p:nvPr/>
          </p:nvSpPr>
          <p:spPr>
            <a:xfrm>
              <a:off x="4887016" y="1124931"/>
              <a:ext cx="608407" cy="152555"/>
            </a:xfrm>
            <a:custGeom>
              <a:avLst/>
              <a:gdLst/>
              <a:ahLst/>
              <a:cxnLst/>
              <a:rect l="l" t="t" r="r" b="b"/>
              <a:pathLst>
                <a:path w="805129" h="201882">
                  <a:moveTo>
                    <a:pt x="377533" y="126273"/>
                  </a:moveTo>
                  <a:cubicBezTo>
                    <a:pt x="379933" y="126273"/>
                    <a:pt x="384348" y="127301"/>
                    <a:pt x="390778" y="129359"/>
                  </a:cubicBezTo>
                  <a:cubicBezTo>
                    <a:pt x="397207" y="131416"/>
                    <a:pt x="401493" y="134116"/>
                    <a:pt x="403636" y="137460"/>
                  </a:cubicBezTo>
                  <a:cubicBezTo>
                    <a:pt x="405779" y="140803"/>
                    <a:pt x="406851" y="143846"/>
                    <a:pt x="406851" y="146589"/>
                  </a:cubicBezTo>
                  <a:cubicBezTo>
                    <a:pt x="406851" y="150704"/>
                    <a:pt x="404579" y="152762"/>
                    <a:pt x="400036" y="152762"/>
                  </a:cubicBezTo>
                  <a:cubicBezTo>
                    <a:pt x="395492" y="152762"/>
                    <a:pt x="390092" y="149204"/>
                    <a:pt x="383834" y="142089"/>
                  </a:cubicBezTo>
                  <a:cubicBezTo>
                    <a:pt x="377576" y="134974"/>
                    <a:pt x="374447" y="130302"/>
                    <a:pt x="374447" y="128073"/>
                  </a:cubicBezTo>
                  <a:cubicBezTo>
                    <a:pt x="374447" y="126873"/>
                    <a:pt x="375476" y="126273"/>
                    <a:pt x="377533" y="126273"/>
                  </a:cubicBezTo>
                  <a:close/>
                  <a:moveTo>
                    <a:pt x="478603" y="124730"/>
                  </a:moveTo>
                  <a:lnTo>
                    <a:pt x="613105" y="124730"/>
                  </a:lnTo>
                  <a:lnTo>
                    <a:pt x="613105" y="136045"/>
                  </a:lnTo>
                  <a:lnTo>
                    <a:pt x="478603" y="136045"/>
                  </a:lnTo>
                  <a:close/>
                  <a:moveTo>
                    <a:pt x="478603" y="66608"/>
                  </a:moveTo>
                  <a:lnTo>
                    <a:pt x="613105" y="66608"/>
                  </a:lnTo>
                  <a:lnTo>
                    <a:pt x="613105" y="77667"/>
                  </a:lnTo>
                  <a:lnTo>
                    <a:pt x="478603" y="77667"/>
                  </a:lnTo>
                  <a:close/>
                  <a:moveTo>
                    <a:pt x="64808" y="64808"/>
                  </a:moveTo>
                  <a:cubicBezTo>
                    <a:pt x="48006" y="68237"/>
                    <a:pt x="34119" y="70208"/>
                    <a:pt x="23146" y="70723"/>
                  </a:cubicBezTo>
                  <a:cubicBezTo>
                    <a:pt x="27775" y="95412"/>
                    <a:pt x="31461" y="116671"/>
                    <a:pt x="34204" y="134502"/>
                  </a:cubicBezTo>
                  <a:cubicBezTo>
                    <a:pt x="41577" y="133988"/>
                    <a:pt x="51692" y="132531"/>
                    <a:pt x="64551" y="130130"/>
                  </a:cubicBezTo>
                  <a:lnTo>
                    <a:pt x="64808" y="102355"/>
                  </a:lnTo>
                  <a:cubicBezTo>
                    <a:pt x="58979" y="103213"/>
                    <a:pt x="54521" y="103641"/>
                    <a:pt x="51435" y="103641"/>
                  </a:cubicBezTo>
                  <a:cubicBezTo>
                    <a:pt x="48349" y="103641"/>
                    <a:pt x="45692" y="103255"/>
                    <a:pt x="43463" y="102484"/>
                  </a:cubicBezTo>
                  <a:cubicBezTo>
                    <a:pt x="41234" y="101712"/>
                    <a:pt x="40119" y="100727"/>
                    <a:pt x="40119" y="99526"/>
                  </a:cubicBezTo>
                  <a:cubicBezTo>
                    <a:pt x="40119" y="98326"/>
                    <a:pt x="41491" y="97555"/>
                    <a:pt x="44234" y="97212"/>
                  </a:cubicBezTo>
                  <a:cubicBezTo>
                    <a:pt x="49892" y="96526"/>
                    <a:pt x="56750" y="95069"/>
                    <a:pt x="64808" y="92840"/>
                  </a:cubicBezTo>
                  <a:close/>
                  <a:moveTo>
                    <a:pt x="117015" y="57864"/>
                  </a:moveTo>
                  <a:cubicBezTo>
                    <a:pt x="106385" y="57864"/>
                    <a:pt x="93183" y="59321"/>
                    <a:pt x="77410" y="62236"/>
                  </a:cubicBezTo>
                  <a:cubicBezTo>
                    <a:pt x="77410" y="68237"/>
                    <a:pt x="77238" y="77238"/>
                    <a:pt x="76896" y="89239"/>
                  </a:cubicBezTo>
                  <a:cubicBezTo>
                    <a:pt x="85639" y="86668"/>
                    <a:pt x="91469" y="85382"/>
                    <a:pt x="94383" y="85382"/>
                  </a:cubicBezTo>
                  <a:cubicBezTo>
                    <a:pt x="97298" y="85382"/>
                    <a:pt x="99870" y="85896"/>
                    <a:pt x="102099" y="86925"/>
                  </a:cubicBezTo>
                  <a:cubicBezTo>
                    <a:pt x="104327" y="87954"/>
                    <a:pt x="105442" y="89325"/>
                    <a:pt x="105442" y="91040"/>
                  </a:cubicBezTo>
                  <a:cubicBezTo>
                    <a:pt x="105442" y="92754"/>
                    <a:pt x="103942" y="94126"/>
                    <a:pt x="100941" y="95154"/>
                  </a:cubicBezTo>
                  <a:cubicBezTo>
                    <a:pt x="97941" y="96183"/>
                    <a:pt x="89840" y="97898"/>
                    <a:pt x="76638" y="100298"/>
                  </a:cubicBezTo>
                  <a:cubicBezTo>
                    <a:pt x="76638" y="110242"/>
                    <a:pt x="76467" y="119586"/>
                    <a:pt x="76124" y="128330"/>
                  </a:cubicBezTo>
                  <a:cubicBezTo>
                    <a:pt x="87268" y="126273"/>
                    <a:pt x="94812" y="125244"/>
                    <a:pt x="98755" y="125244"/>
                  </a:cubicBezTo>
                  <a:cubicBezTo>
                    <a:pt x="102699" y="125244"/>
                    <a:pt x="105442" y="125673"/>
                    <a:pt x="106985" y="126530"/>
                  </a:cubicBezTo>
                  <a:cubicBezTo>
                    <a:pt x="108528" y="127387"/>
                    <a:pt x="109642" y="127816"/>
                    <a:pt x="110328" y="127816"/>
                  </a:cubicBezTo>
                  <a:cubicBezTo>
                    <a:pt x="113071" y="127816"/>
                    <a:pt x="116286" y="118900"/>
                    <a:pt x="119972" y="101069"/>
                  </a:cubicBezTo>
                  <a:cubicBezTo>
                    <a:pt x="123658" y="83239"/>
                    <a:pt x="125502" y="72094"/>
                    <a:pt x="125502" y="67637"/>
                  </a:cubicBezTo>
                  <a:cubicBezTo>
                    <a:pt x="125502" y="63179"/>
                    <a:pt x="124987" y="60436"/>
                    <a:pt x="123959" y="59407"/>
                  </a:cubicBezTo>
                  <a:cubicBezTo>
                    <a:pt x="122930" y="58378"/>
                    <a:pt x="120615" y="57864"/>
                    <a:pt x="117015" y="57864"/>
                  </a:cubicBezTo>
                  <a:close/>
                  <a:moveTo>
                    <a:pt x="333942" y="48349"/>
                  </a:moveTo>
                  <a:cubicBezTo>
                    <a:pt x="336085" y="48349"/>
                    <a:pt x="340414" y="49506"/>
                    <a:pt x="346929" y="51820"/>
                  </a:cubicBezTo>
                  <a:cubicBezTo>
                    <a:pt x="353444" y="54135"/>
                    <a:pt x="356702" y="56921"/>
                    <a:pt x="356702" y="60179"/>
                  </a:cubicBezTo>
                  <a:cubicBezTo>
                    <a:pt x="356702" y="61379"/>
                    <a:pt x="356273" y="62879"/>
                    <a:pt x="355416" y="64679"/>
                  </a:cubicBezTo>
                  <a:cubicBezTo>
                    <a:pt x="354559" y="66479"/>
                    <a:pt x="353659" y="70937"/>
                    <a:pt x="352716" y="78052"/>
                  </a:cubicBezTo>
                  <a:cubicBezTo>
                    <a:pt x="351773" y="85167"/>
                    <a:pt x="351130" y="92754"/>
                    <a:pt x="350787" y="100812"/>
                  </a:cubicBezTo>
                  <a:lnTo>
                    <a:pt x="368018" y="96183"/>
                  </a:lnTo>
                  <a:cubicBezTo>
                    <a:pt x="374876" y="93954"/>
                    <a:pt x="380919" y="92840"/>
                    <a:pt x="386148" y="92840"/>
                  </a:cubicBezTo>
                  <a:cubicBezTo>
                    <a:pt x="391378" y="92840"/>
                    <a:pt x="395064" y="93611"/>
                    <a:pt x="397207" y="95154"/>
                  </a:cubicBezTo>
                  <a:cubicBezTo>
                    <a:pt x="399350" y="96697"/>
                    <a:pt x="400422" y="98155"/>
                    <a:pt x="400422" y="99526"/>
                  </a:cubicBezTo>
                  <a:cubicBezTo>
                    <a:pt x="400422" y="100898"/>
                    <a:pt x="398236" y="102398"/>
                    <a:pt x="393864" y="104027"/>
                  </a:cubicBezTo>
                  <a:cubicBezTo>
                    <a:pt x="389492" y="105656"/>
                    <a:pt x="374961" y="108356"/>
                    <a:pt x="350273" y="112128"/>
                  </a:cubicBezTo>
                  <a:lnTo>
                    <a:pt x="348472" y="170764"/>
                  </a:lnTo>
                  <a:cubicBezTo>
                    <a:pt x="362703" y="169564"/>
                    <a:pt x="379419" y="167335"/>
                    <a:pt x="398621" y="164077"/>
                  </a:cubicBezTo>
                  <a:cubicBezTo>
                    <a:pt x="403422" y="163392"/>
                    <a:pt x="408351" y="163049"/>
                    <a:pt x="413409" y="163049"/>
                  </a:cubicBezTo>
                  <a:cubicBezTo>
                    <a:pt x="418467" y="163049"/>
                    <a:pt x="423696" y="164720"/>
                    <a:pt x="429097" y="168064"/>
                  </a:cubicBezTo>
                  <a:cubicBezTo>
                    <a:pt x="434497" y="171407"/>
                    <a:pt x="437198" y="174364"/>
                    <a:pt x="437198" y="176936"/>
                  </a:cubicBezTo>
                  <a:cubicBezTo>
                    <a:pt x="437198" y="180022"/>
                    <a:pt x="434026" y="181565"/>
                    <a:pt x="427682" y="181565"/>
                  </a:cubicBezTo>
                  <a:cubicBezTo>
                    <a:pt x="424939" y="181565"/>
                    <a:pt x="421767" y="181222"/>
                    <a:pt x="418167" y="180537"/>
                  </a:cubicBezTo>
                  <a:cubicBezTo>
                    <a:pt x="408566" y="178822"/>
                    <a:pt x="396564" y="177965"/>
                    <a:pt x="382162" y="177965"/>
                  </a:cubicBezTo>
                  <a:cubicBezTo>
                    <a:pt x="350958" y="177965"/>
                    <a:pt x="320269" y="181222"/>
                    <a:pt x="290094" y="187737"/>
                  </a:cubicBezTo>
                  <a:cubicBezTo>
                    <a:pt x="285979" y="188595"/>
                    <a:pt x="282593" y="189023"/>
                    <a:pt x="279935" y="189023"/>
                  </a:cubicBezTo>
                  <a:cubicBezTo>
                    <a:pt x="277278" y="189023"/>
                    <a:pt x="273892" y="187780"/>
                    <a:pt x="269777" y="185294"/>
                  </a:cubicBezTo>
                  <a:cubicBezTo>
                    <a:pt x="265662" y="182808"/>
                    <a:pt x="263605" y="180922"/>
                    <a:pt x="263605" y="179636"/>
                  </a:cubicBezTo>
                  <a:cubicBezTo>
                    <a:pt x="263605" y="178351"/>
                    <a:pt x="265233" y="177622"/>
                    <a:pt x="268491" y="177450"/>
                  </a:cubicBezTo>
                  <a:cubicBezTo>
                    <a:pt x="282550" y="177108"/>
                    <a:pt x="305267" y="175307"/>
                    <a:pt x="336642" y="172050"/>
                  </a:cubicBezTo>
                  <a:lnTo>
                    <a:pt x="337671" y="114185"/>
                  </a:lnTo>
                  <a:cubicBezTo>
                    <a:pt x="324641" y="116071"/>
                    <a:pt x="316025" y="117014"/>
                    <a:pt x="311825" y="117014"/>
                  </a:cubicBezTo>
                  <a:cubicBezTo>
                    <a:pt x="307624" y="117014"/>
                    <a:pt x="304110" y="116457"/>
                    <a:pt x="301281" y="115343"/>
                  </a:cubicBezTo>
                  <a:cubicBezTo>
                    <a:pt x="298452" y="114228"/>
                    <a:pt x="297037" y="113114"/>
                    <a:pt x="297037" y="111999"/>
                  </a:cubicBezTo>
                  <a:cubicBezTo>
                    <a:pt x="297037" y="110885"/>
                    <a:pt x="298495" y="110156"/>
                    <a:pt x="301409" y="109813"/>
                  </a:cubicBezTo>
                  <a:cubicBezTo>
                    <a:pt x="309125" y="108785"/>
                    <a:pt x="321212" y="106642"/>
                    <a:pt x="337671" y="103384"/>
                  </a:cubicBezTo>
                  <a:cubicBezTo>
                    <a:pt x="337842" y="86753"/>
                    <a:pt x="337628" y="75523"/>
                    <a:pt x="337028" y="69694"/>
                  </a:cubicBezTo>
                  <a:cubicBezTo>
                    <a:pt x="336428" y="63865"/>
                    <a:pt x="335228" y="59579"/>
                    <a:pt x="333428" y="56835"/>
                  </a:cubicBezTo>
                  <a:cubicBezTo>
                    <a:pt x="331627" y="54092"/>
                    <a:pt x="330727" y="51992"/>
                    <a:pt x="330727" y="50535"/>
                  </a:cubicBezTo>
                  <a:cubicBezTo>
                    <a:pt x="330727" y="49077"/>
                    <a:pt x="331799" y="48349"/>
                    <a:pt x="333942" y="48349"/>
                  </a:cubicBezTo>
                  <a:close/>
                  <a:moveTo>
                    <a:pt x="636165" y="19802"/>
                  </a:moveTo>
                  <a:cubicBezTo>
                    <a:pt x="647481" y="20317"/>
                    <a:pt x="659054" y="20574"/>
                    <a:pt x="670884" y="20574"/>
                  </a:cubicBezTo>
                  <a:cubicBezTo>
                    <a:pt x="687858" y="20574"/>
                    <a:pt x="699430" y="20317"/>
                    <a:pt x="705603" y="19802"/>
                  </a:cubicBezTo>
                  <a:lnTo>
                    <a:pt x="705603" y="23917"/>
                  </a:lnTo>
                  <a:lnTo>
                    <a:pt x="689401" y="25974"/>
                  </a:lnTo>
                  <a:cubicBezTo>
                    <a:pt x="686314" y="26317"/>
                    <a:pt x="684128" y="27475"/>
                    <a:pt x="682843" y="29446"/>
                  </a:cubicBezTo>
                  <a:cubicBezTo>
                    <a:pt x="681557" y="31418"/>
                    <a:pt x="680914" y="34547"/>
                    <a:pt x="680914" y="38833"/>
                  </a:cubicBezTo>
                  <a:lnTo>
                    <a:pt x="680914" y="130645"/>
                  </a:lnTo>
                  <a:cubicBezTo>
                    <a:pt x="680914" y="147104"/>
                    <a:pt x="684343" y="158977"/>
                    <a:pt x="691201" y="166263"/>
                  </a:cubicBezTo>
                  <a:cubicBezTo>
                    <a:pt x="698059" y="173550"/>
                    <a:pt x="709289" y="177193"/>
                    <a:pt x="724891" y="177193"/>
                  </a:cubicBezTo>
                  <a:cubicBezTo>
                    <a:pt x="745808" y="177193"/>
                    <a:pt x="759909" y="172350"/>
                    <a:pt x="767196" y="162663"/>
                  </a:cubicBezTo>
                  <a:cubicBezTo>
                    <a:pt x="774483" y="152976"/>
                    <a:pt x="778126" y="135531"/>
                    <a:pt x="778126" y="110328"/>
                  </a:cubicBezTo>
                  <a:lnTo>
                    <a:pt x="778126" y="39090"/>
                  </a:lnTo>
                  <a:cubicBezTo>
                    <a:pt x="778126" y="32232"/>
                    <a:pt x="774611" y="28117"/>
                    <a:pt x="767582" y="26746"/>
                  </a:cubicBezTo>
                  <a:lnTo>
                    <a:pt x="752408" y="23917"/>
                  </a:lnTo>
                  <a:lnTo>
                    <a:pt x="752408" y="19802"/>
                  </a:lnTo>
                  <a:cubicBezTo>
                    <a:pt x="756523" y="20317"/>
                    <a:pt x="765267" y="20574"/>
                    <a:pt x="778640" y="20574"/>
                  </a:cubicBezTo>
                  <a:cubicBezTo>
                    <a:pt x="792013" y="20574"/>
                    <a:pt x="800843" y="20317"/>
                    <a:pt x="805129" y="19802"/>
                  </a:cubicBezTo>
                  <a:lnTo>
                    <a:pt x="805129" y="23917"/>
                  </a:lnTo>
                  <a:lnTo>
                    <a:pt x="790213" y="27260"/>
                  </a:lnTo>
                  <a:cubicBezTo>
                    <a:pt x="786441" y="27946"/>
                    <a:pt x="784555" y="31889"/>
                    <a:pt x="784555" y="39090"/>
                  </a:cubicBezTo>
                  <a:lnTo>
                    <a:pt x="784555" y="117014"/>
                  </a:lnTo>
                  <a:cubicBezTo>
                    <a:pt x="784555" y="141017"/>
                    <a:pt x="780098" y="158419"/>
                    <a:pt x="771182" y="169221"/>
                  </a:cubicBezTo>
                  <a:cubicBezTo>
                    <a:pt x="762267" y="180022"/>
                    <a:pt x="747094" y="185423"/>
                    <a:pt x="725662" y="185423"/>
                  </a:cubicBezTo>
                  <a:cubicBezTo>
                    <a:pt x="704745" y="185423"/>
                    <a:pt x="688672" y="181051"/>
                    <a:pt x="677442" y="172307"/>
                  </a:cubicBezTo>
                  <a:cubicBezTo>
                    <a:pt x="666212" y="163563"/>
                    <a:pt x="660597" y="150961"/>
                    <a:pt x="660597" y="134502"/>
                  </a:cubicBezTo>
                  <a:lnTo>
                    <a:pt x="660597" y="38062"/>
                  </a:lnTo>
                  <a:cubicBezTo>
                    <a:pt x="660597" y="33947"/>
                    <a:pt x="660168" y="30989"/>
                    <a:pt x="659311" y="29189"/>
                  </a:cubicBezTo>
                  <a:cubicBezTo>
                    <a:pt x="658454" y="27389"/>
                    <a:pt x="656825" y="26317"/>
                    <a:pt x="654425" y="25974"/>
                  </a:cubicBezTo>
                  <a:lnTo>
                    <a:pt x="636165" y="23917"/>
                  </a:lnTo>
                  <a:close/>
                  <a:moveTo>
                    <a:pt x="383319" y="18002"/>
                  </a:moveTo>
                  <a:cubicBezTo>
                    <a:pt x="386834" y="18002"/>
                    <a:pt x="390306" y="18859"/>
                    <a:pt x="393735" y="20574"/>
                  </a:cubicBezTo>
                  <a:cubicBezTo>
                    <a:pt x="397164" y="22288"/>
                    <a:pt x="398879" y="23831"/>
                    <a:pt x="398879" y="25203"/>
                  </a:cubicBezTo>
                  <a:cubicBezTo>
                    <a:pt x="398879" y="26574"/>
                    <a:pt x="398407" y="27646"/>
                    <a:pt x="397464" y="28418"/>
                  </a:cubicBezTo>
                  <a:cubicBezTo>
                    <a:pt x="396521" y="29189"/>
                    <a:pt x="395064" y="29875"/>
                    <a:pt x="393092" y="30475"/>
                  </a:cubicBezTo>
                  <a:cubicBezTo>
                    <a:pt x="391120" y="31075"/>
                    <a:pt x="382162" y="32575"/>
                    <a:pt x="366217" y="34975"/>
                  </a:cubicBezTo>
                  <a:cubicBezTo>
                    <a:pt x="350273" y="37376"/>
                    <a:pt x="335828" y="39219"/>
                    <a:pt x="322883" y="40505"/>
                  </a:cubicBezTo>
                  <a:cubicBezTo>
                    <a:pt x="309939" y="41791"/>
                    <a:pt x="301238" y="42434"/>
                    <a:pt x="296780" y="42434"/>
                  </a:cubicBezTo>
                  <a:cubicBezTo>
                    <a:pt x="292322" y="42434"/>
                    <a:pt x="288465" y="42091"/>
                    <a:pt x="285207" y="41405"/>
                  </a:cubicBezTo>
                  <a:cubicBezTo>
                    <a:pt x="285379" y="57350"/>
                    <a:pt x="282936" y="77281"/>
                    <a:pt x="277878" y="101198"/>
                  </a:cubicBezTo>
                  <a:cubicBezTo>
                    <a:pt x="272820" y="125115"/>
                    <a:pt x="265876" y="144318"/>
                    <a:pt x="257047" y="158805"/>
                  </a:cubicBezTo>
                  <a:cubicBezTo>
                    <a:pt x="248217" y="173293"/>
                    <a:pt x="239987" y="183751"/>
                    <a:pt x="232358" y="190181"/>
                  </a:cubicBezTo>
                  <a:cubicBezTo>
                    <a:pt x="224728" y="196610"/>
                    <a:pt x="219628" y="199825"/>
                    <a:pt x="217056" y="199825"/>
                  </a:cubicBezTo>
                  <a:cubicBezTo>
                    <a:pt x="216541" y="199825"/>
                    <a:pt x="216284" y="199568"/>
                    <a:pt x="216284" y="199053"/>
                  </a:cubicBezTo>
                  <a:cubicBezTo>
                    <a:pt x="216284" y="197853"/>
                    <a:pt x="217570" y="195881"/>
                    <a:pt x="220142" y="193138"/>
                  </a:cubicBezTo>
                  <a:cubicBezTo>
                    <a:pt x="230943" y="181308"/>
                    <a:pt x="240287" y="166778"/>
                    <a:pt x="248174" y="149547"/>
                  </a:cubicBezTo>
                  <a:cubicBezTo>
                    <a:pt x="256061" y="132316"/>
                    <a:pt x="261547" y="115043"/>
                    <a:pt x="264633" y="97726"/>
                  </a:cubicBezTo>
                  <a:cubicBezTo>
                    <a:pt x="267719" y="80410"/>
                    <a:pt x="269262" y="66051"/>
                    <a:pt x="269262" y="54649"/>
                  </a:cubicBezTo>
                  <a:cubicBezTo>
                    <a:pt x="269262" y="43248"/>
                    <a:pt x="267977" y="35833"/>
                    <a:pt x="265405" y="32404"/>
                  </a:cubicBezTo>
                  <a:cubicBezTo>
                    <a:pt x="264033" y="30861"/>
                    <a:pt x="263347" y="29532"/>
                    <a:pt x="263347" y="28418"/>
                  </a:cubicBezTo>
                  <a:cubicBezTo>
                    <a:pt x="263347" y="27303"/>
                    <a:pt x="264205" y="26746"/>
                    <a:pt x="265919" y="26746"/>
                  </a:cubicBezTo>
                  <a:cubicBezTo>
                    <a:pt x="269520" y="26746"/>
                    <a:pt x="276035" y="29318"/>
                    <a:pt x="285464" y="34461"/>
                  </a:cubicBezTo>
                  <a:cubicBezTo>
                    <a:pt x="294723" y="34461"/>
                    <a:pt x="304924" y="33518"/>
                    <a:pt x="316068" y="31632"/>
                  </a:cubicBezTo>
                  <a:cubicBezTo>
                    <a:pt x="327212" y="29746"/>
                    <a:pt x="344186" y="26060"/>
                    <a:pt x="366989" y="20574"/>
                  </a:cubicBezTo>
                  <a:cubicBezTo>
                    <a:pt x="374361" y="18859"/>
                    <a:pt x="379805" y="18002"/>
                    <a:pt x="383319" y="18002"/>
                  </a:cubicBezTo>
                  <a:close/>
                  <a:moveTo>
                    <a:pt x="58507" y="0"/>
                  </a:moveTo>
                  <a:cubicBezTo>
                    <a:pt x="60822" y="0"/>
                    <a:pt x="65408" y="1328"/>
                    <a:pt x="72266" y="3986"/>
                  </a:cubicBezTo>
                  <a:cubicBezTo>
                    <a:pt x="79124" y="6643"/>
                    <a:pt x="82553" y="10201"/>
                    <a:pt x="82553" y="14659"/>
                  </a:cubicBezTo>
                  <a:cubicBezTo>
                    <a:pt x="82553" y="16373"/>
                    <a:pt x="82039" y="18945"/>
                    <a:pt x="81010" y="22374"/>
                  </a:cubicBezTo>
                  <a:cubicBezTo>
                    <a:pt x="79124" y="28546"/>
                    <a:pt x="77924" y="39347"/>
                    <a:pt x="77410" y="54778"/>
                  </a:cubicBezTo>
                  <a:cubicBezTo>
                    <a:pt x="101070" y="50835"/>
                    <a:pt x="114957" y="48177"/>
                    <a:pt x="119072" y="46806"/>
                  </a:cubicBezTo>
                  <a:cubicBezTo>
                    <a:pt x="123358" y="44920"/>
                    <a:pt x="126573" y="43977"/>
                    <a:pt x="128716" y="43977"/>
                  </a:cubicBezTo>
                  <a:cubicBezTo>
                    <a:pt x="130859" y="43977"/>
                    <a:pt x="135831" y="46163"/>
                    <a:pt x="143632" y="50535"/>
                  </a:cubicBezTo>
                  <a:cubicBezTo>
                    <a:pt x="151433" y="54907"/>
                    <a:pt x="155334" y="58464"/>
                    <a:pt x="155334" y="61207"/>
                  </a:cubicBezTo>
                  <a:cubicBezTo>
                    <a:pt x="155334" y="63093"/>
                    <a:pt x="154005" y="65065"/>
                    <a:pt x="151348" y="67122"/>
                  </a:cubicBezTo>
                  <a:cubicBezTo>
                    <a:pt x="148690" y="69180"/>
                    <a:pt x="146376" y="72137"/>
                    <a:pt x="144404" y="75995"/>
                  </a:cubicBezTo>
                  <a:cubicBezTo>
                    <a:pt x="142432" y="79853"/>
                    <a:pt x="140761" y="84482"/>
                    <a:pt x="139389" y="89882"/>
                  </a:cubicBezTo>
                  <a:cubicBezTo>
                    <a:pt x="138017" y="95283"/>
                    <a:pt x="135703" y="102913"/>
                    <a:pt x="132445" y="112771"/>
                  </a:cubicBezTo>
                  <a:cubicBezTo>
                    <a:pt x="129188" y="122629"/>
                    <a:pt x="125930" y="129573"/>
                    <a:pt x="122673" y="133602"/>
                  </a:cubicBezTo>
                  <a:cubicBezTo>
                    <a:pt x="119415" y="137631"/>
                    <a:pt x="116886" y="139646"/>
                    <a:pt x="115086" y="139646"/>
                  </a:cubicBezTo>
                  <a:cubicBezTo>
                    <a:pt x="113286" y="139646"/>
                    <a:pt x="111743" y="138574"/>
                    <a:pt x="110457" y="136431"/>
                  </a:cubicBezTo>
                  <a:cubicBezTo>
                    <a:pt x="109171" y="134288"/>
                    <a:pt x="107071" y="133216"/>
                    <a:pt x="104156" y="133216"/>
                  </a:cubicBezTo>
                  <a:cubicBezTo>
                    <a:pt x="101241" y="133216"/>
                    <a:pt x="91897" y="134331"/>
                    <a:pt x="76124" y="136560"/>
                  </a:cubicBezTo>
                  <a:cubicBezTo>
                    <a:pt x="75953" y="147190"/>
                    <a:pt x="76210" y="155548"/>
                    <a:pt x="76896" y="161634"/>
                  </a:cubicBezTo>
                  <a:cubicBezTo>
                    <a:pt x="77581" y="167721"/>
                    <a:pt x="78953" y="172264"/>
                    <a:pt x="81010" y="175264"/>
                  </a:cubicBezTo>
                  <a:cubicBezTo>
                    <a:pt x="83068" y="178265"/>
                    <a:pt x="87568" y="180665"/>
                    <a:pt x="94512" y="182465"/>
                  </a:cubicBezTo>
                  <a:cubicBezTo>
                    <a:pt x="101456" y="184266"/>
                    <a:pt x="109385" y="185166"/>
                    <a:pt x="118301" y="185166"/>
                  </a:cubicBezTo>
                  <a:cubicBezTo>
                    <a:pt x="127216" y="185166"/>
                    <a:pt x="135831" y="184480"/>
                    <a:pt x="144147" y="183108"/>
                  </a:cubicBezTo>
                  <a:cubicBezTo>
                    <a:pt x="152462" y="181737"/>
                    <a:pt x="157734" y="179979"/>
                    <a:pt x="159963" y="177836"/>
                  </a:cubicBezTo>
                  <a:cubicBezTo>
                    <a:pt x="162192" y="175693"/>
                    <a:pt x="164164" y="172736"/>
                    <a:pt x="165878" y="168964"/>
                  </a:cubicBezTo>
                  <a:cubicBezTo>
                    <a:pt x="167593" y="165192"/>
                    <a:pt x="169821" y="156534"/>
                    <a:pt x="172565" y="142989"/>
                  </a:cubicBezTo>
                  <a:cubicBezTo>
                    <a:pt x="173250" y="139560"/>
                    <a:pt x="174193" y="137845"/>
                    <a:pt x="175394" y="137845"/>
                  </a:cubicBezTo>
                  <a:cubicBezTo>
                    <a:pt x="176594" y="137845"/>
                    <a:pt x="177408" y="140031"/>
                    <a:pt x="177837" y="144403"/>
                  </a:cubicBezTo>
                  <a:cubicBezTo>
                    <a:pt x="178265" y="148775"/>
                    <a:pt x="179380" y="154433"/>
                    <a:pt x="181180" y="161377"/>
                  </a:cubicBezTo>
                  <a:cubicBezTo>
                    <a:pt x="182980" y="168321"/>
                    <a:pt x="184480" y="172864"/>
                    <a:pt x="185681" y="175007"/>
                  </a:cubicBezTo>
                  <a:cubicBezTo>
                    <a:pt x="186881" y="177150"/>
                    <a:pt x="187481" y="178993"/>
                    <a:pt x="187481" y="180537"/>
                  </a:cubicBezTo>
                  <a:cubicBezTo>
                    <a:pt x="187481" y="185337"/>
                    <a:pt x="181180" y="190095"/>
                    <a:pt x="168578" y="194810"/>
                  </a:cubicBezTo>
                  <a:cubicBezTo>
                    <a:pt x="155977" y="199525"/>
                    <a:pt x="141446" y="201882"/>
                    <a:pt x="124987" y="201882"/>
                  </a:cubicBezTo>
                  <a:cubicBezTo>
                    <a:pt x="113157" y="201882"/>
                    <a:pt x="103127" y="200596"/>
                    <a:pt x="94898" y="198024"/>
                  </a:cubicBezTo>
                  <a:cubicBezTo>
                    <a:pt x="86668" y="195453"/>
                    <a:pt x="80239" y="191981"/>
                    <a:pt x="75610" y="187609"/>
                  </a:cubicBezTo>
                  <a:cubicBezTo>
                    <a:pt x="70980" y="183237"/>
                    <a:pt x="67937" y="177450"/>
                    <a:pt x="66480" y="170250"/>
                  </a:cubicBezTo>
                  <a:cubicBezTo>
                    <a:pt x="65023" y="163049"/>
                    <a:pt x="64380" y="152333"/>
                    <a:pt x="64551" y="138103"/>
                  </a:cubicBezTo>
                  <a:cubicBezTo>
                    <a:pt x="51007" y="140160"/>
                    <a:pt x="40977" y="141360"/>
                    <a:pt x="34462" y="141703"/>
                  </a:cubicBezTo>
                  <a:cubicBezTo>
                    <a:pt x="34290" y="146161"/>
                    <a:pt x="33004" y="148390"/>
                    <a:pt x="30604" y="148390"/>
                  </a:cubicBezTo>
                  <a:cubicBezTo>
                    <a:pt x="29232" y="148390"/>
                    <a:pt x="27861" y="147190"/>
                    <a:pt x="26489" y="144789"/>
                  </a:cubicBezTo>
                  <a:cubicBezTo>
                    <a:pt x="25118" y="142389"/>
                    <a:pt x="24089" y="139560"/>
                    <a:pt x="23403" y="136302"/>
                  </a:cubicBezTo>
                  <a:cubicBezTo>
                    <a:pt x="19460" y="118129"/>
                    <a:pt x="15688" y="102870"/>
                    <a:pt x="12087" y="90525"/>
                  </a:cubicBezTo>
                  <a:cubicBezTo>
                    <a:pt x="8487" y="78181"/>
                    <a:pt x="5572" y="70937"/>
                    <a:pt x="3343" y="68794"/>
                  </a:cubicBezTo>
                  <a:cubicBezTo>
                    <a:pt x="1115" y="66651"/>
                    <a:pt x="0" y="64636"/>
                    <a:pt x="0" y="62750"/>
                  </a:cubicBezTo>
                  <a:cubicBezTo>
                    <a:pt x="0" y="60864"/>
                    <a:pt x="1543" y="59921"/>
                    <a:pt x="4629" y="59921"/>
                  </a:cubicBezTo>
                  <a:cubicBezTo>
                    <a:pt x="7715" y="59921"/>
                    <a:pt x="12345" y="61293"/>
                    <a:pt x="18517" y="64036"/>
                  </a:cubicBezTo>
                  <a:cubicBezTo>
                    <a:pt x="35490" y="61636"/>
                    <a:pt x="50921" y="59236"/>
                    <a:pt x="64808" y="56835"/>
                  </a:cubicBezTo>
                  <a:cubicBezTo>
                    <a:pt x="64637" y="36261"/>
                    <a:pt x="62965" y="22760"/>
                    <a:pt x="59793" y="16330"/>
                  </a:cubicBezTo>
                  <a:cubicBezTo>
                    <a:pt x="56622" y="9901"/>
                    <a:pt x="55036" y="5572"/>
                    <a:pt x="55036" y="3343"/>
                  </a:cubicBezTo>
                  <a:cubicBezTo>
                    <a:pt x="55036" y="1114"/>
                    <a:pt x="56193" y="0"/>
                    <a:pt x="5850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488C6447-8A4B-4985-8368-4364EDDC4FB5}"/>
                </a:ext>
              </a:extLst>
            </p:cNvPr>
            <p:cNvSpPr txBox="1"/>
            <p:nvPr/>
          </p:nvSpPr>
          <p:spPr>
            <a:xfrm>
              <a:off x="5495864" y="1132038"/>
              <a:ext cx="297820" cy="120299"/>
            </a:xfrm>
            <a:custGeom>
              <a:avLst/>
              <a:gdLst/>
              <a:ahLst/>
              <a:cxnLst/>
              <a:rect l="l" t="t" r="r" b="b"/>
              <a:pathLst>
                <a:path w="844180" h="340994">
                  <a:moveTo>
                    <a:pt x="445592" y="69308"/>
                  </a:moveTo>
                  <a:lnTo>
                    <a:pt x="360536" y="292550"/>
                  </a:lnTo>
                  <a:lnTo>
                    <a:pt x="515913" y="292550"/>
                  </a:lnTo>
                  <a:close/>
                  <a:moveTo>
                    <a:pt x="121667" y="54128"/>
                  </a:moveTo>
                  <a:lnTo>
                    <a:pt x="153368" y="54128"/>
                  </a:lnTo>
                  <a:lnTo>
                    <a:pt x="153368" y="182715"/>
                  </a:lnTo>
                  <a:lnTo>
                    <a:pt x="275035" y="182715"/>
                  </a:lnTo>
                  <a:lnTo>
                    <a:pt x="275035" y="212407"/>
                  </a:lnTo>
                  <a:lnTo>
                    <a:pt x="153368" y="212407"/>
                  </a:lnTo>
                  <a:lnTo>
                    <a:pt x="153368" y="340994"/>
                  </a:lnTo>
                  <a:lnTo>
                    <a:pt x="121667" y="340994"/>
                  </a:lnTo>
                  <a:lnTo>
                    <a:pt x="121667" y="212407"/>
                  </a:lnTo>
                  <a:lnTo>
                    <a:pt x="0" y="212407"/>
                  </a:lnTo>
                  <a:lnTo>
                    <a:pt x="0" y="182715"/>
                  </a:lnTo>
                  <a:lnTo>
                    <a:pt x="121667" y="182715"/>
                  </a:lnTo>
                  <a:close/>
                  <a:moveTo>
                    <a:pt x="437778" y="19972"/>
                  </a:moveTo>
                  <a:lnTo>
                    <a:pt x="470818" y="19972"/>
                  </a:lnTo>
                  <a:lnTo>
                    <a:pt x="565026" y="313982"/>
                  </a:lnTo>
                  <a:lnTo>
                    <a:pt x="565026" y="328269"/>
                  </a:lnTo>
                  <a:lnTo>
                    <a:pt x="321023" y="328269"/>
                  </a:lnTo>
                  <a:lnTo>
                    <a:pt x="321023" y="313982"/>
                  </a:lnTo>
                  <a:close/>
                  <a:moveTo>
                    <a:pt x="627010" y="0"/>
                  </a:moveTo>
                  <a:lnTo>
                    <a:pt x="659929" y="0"/>
                  </a:lnTo>
                  <a:lnTo>
                    <a:pt x="659929" y="197967"/>
                  </a:lnTo>
                  <a:cubicBezTo>
                    <a:pt x="659929" y="218389"/>
                    <a:pt x="660462" y="233781"/>
                    <a:pt x="661529" y="244144"/>
                  </a:cubicBezTo>
                  <a:cubicBezTo>
                    <a:pt x="662596" y="254508"/>
                    <a:pt x="666253" y="264490"/>
                    <a:pt x="672502" y="274091"/>
                  </a:cubicBezTo>
                  <a:cubicBezTo>
                    <a:pt x="678750" y="283692"/>
                    <a:pt x="687513" y="291312"/>
                    <a:pt x="698791" y="296951"/>
                  </a:cubicBezTo>
                  <a:cubicBezTo>
                    <a:pt x="710068" y="302590"/>
                    <a:pt x="722870" y="305409"/>
                    <a:pt x="737195" y="305409"/>
                  </a:cubicBezTo>
                  <a:cubicBezTo>
                    <a:pt x="748778" y="305409"/>
                    <a:pt x="759446" y="303047"/>
                    <a:pt x="769199" y="298323"/>
                  </a:cubicBezTo>
                  <a:cubicBezTo>
                    <a:pt x="778953" y="293598"/>
                    <a:pt x="787183" y="286969"/>
                    <a:pt x="793888" y="278434"/>
                  </a:cubicBezTo>
                  <a:cubicBezTo>
                    <a:pt x="800594" y="269900"/>
                    <a:pt x="805242" y="260527"/>
                    <a:pt x="807833" y="250317"/>
                  </a:cubicBezTo>
                  <a:cubicBezTo>
                    <a:pt x="810424" y="240106"/>
                    <a:pt x="811719" y="222656"/>
                    <a:pt x="811719" y="197967"/>
                  </a:cubicBezTo>
                  <a:lnTo>
                    <a:pt x="811719" y="0"/>
                  </a:lnTo>
                  <a:lnTo>
                    <a:pt x="844180" y="0"/>
                  </a:lnTo>
                  <a:lnTo>
                    <a:pt x="844180" y="197967"/>
                  </a:lnTo>
                  <a:cubicBezTo>
                    <a:pt x="844180" y="231190"/>
                    <a:pt x="840827" y="256641"/>
                    <a:pt x="834122" y="274320"/>
                  </a:cubicBezTo>
                  <a:cubicBezTo>
                    <a:pt x="827416" y="291998"/>
                    <a:pt x="815605" y="306781"/>
                    <a:pt x="798689" y="318668"/>
                  </a:cubicBezTo>
                  <a:cubicBezTo>
                    <a:pt x="781772" y="330555"/>
                    <a:pt x="761884" y="336499"/>
                    <a:pt x="739024" y="336499"/>
                  </a:cubicBezTo>
                  <a:cubicBezTo>
                    <a:pt x="720736" y="336499"/>
                    <a:pt x="704277" y="333527"/>
                    <a:pt x="689647" y="327583"/>
                  </a:cubicBezTo>
                  <a:cubicBezTo>
                    <a:pt x="675016" y="321640"/>
                    <a:pt x="662824" y="313334"/>
                    <a:pt x="653071" y="302666"/>
                  </a:cubicBezTo>
                  <a:cubicBezTo>
                    <a:pt x="643317" y="291998"/>
                    <a:pt x="636535" y="280111"/>
                    <a:pt x="632725" y="267004"/>
                  </a:cubicBezTo>
                  <a:cubicBezTo>
                    <a:pt x="628915" y="253898"/>
                    <a:pt x="627010" y="230886"/>
                    <a:pt x="627010" y="197967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B654F03-86F6-479A-B90F-1136E71BED0B}"/>
                </a:ext>
              </a:extLst>
            </p:cNvPr>
            <p:cNvGrpSpPr/>
            <p:nvPr/>
          </p:nvGrpSpPr>
          <p:grpSpPr>
            <a:xfrm>
              <a:off x="4958805" y="1715222"/>
              <a:ext cx="2227802" cy="1637352"/>
              <a:chOff x="4390830" y="4009991"/>
              <a:chExt cx="3577041" cy="2314566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3372B426-07AF-4A0A-8F38-039374376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122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5E6043D-25FC-4AEE-8AB1-2DE466CD81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4346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9A6C405-8078-4450-B49A-673F1C247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1799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414BE7F-C4AD-4B55-B136-8A5F5CE17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22024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右大括号 37">
                <a:extLst>
                  <a:ext uri="{FF2B5EF4-FFF2-40B4-BE49-F238E27FC236}">
                    <a16:creationId xmlns:a16="http://schemas.microsoft.com/office/drawing/2014/main" id="{63C00DB3-D55C-4B0D-ADEB-9C8AC2C31725}"/>
                  </a:ext>
                </a:extLst>
              </p:cNvPr>
              <p:cNvSpPr/>
              <p:nvPr/>
            </p:nvSpPr>
            <p:spPr>
              <a:xfrm rot="16200000">
                <a:off x="4565188" y="4260763"/>
                <a:ext cx="134213" cy="168669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右大括号 38">
                <a:extLst>
                  <a:ext uri="{FF2B5EF4-FFF2-40B4-BE49-F238E27FC236}">
                    <a16:creationId xmlns:a16="http://schemas.microsoft.com/office/drawing/2014/main" id="{714408C3-A2EA-44AE-8471-8A5902473F37}"/>
                  </a:ext>
                </a:extLst>
              </p:cNvPr>
              <p:cNvSpPr/>
              <p:nvPr/>
            </p:nvSpPr>
            <p:spPr>
              <a:xfrm rot="16200000">
                <a:off x="7670169" y="4260760"/>
                <a:ext cx="134213" cy="168669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702CE99-8064-4E11-9E18-D092415A3474}"/>
                  </a:ext>
                </a:extLst>
              </p:cNvPr>
              <p:cNvSpPr txBox="1"/>
              <p:nvPr/>
            </p:nvSpPr>
            <p:spPr>
              <a:xfrm>
                <a:off x="7448359" y="4009991"/>
                <a:ext cx="519512" cy="176803"/>
              </a:xfrm>
              <a:custGeom>
                <a:avLst/>
                <a:gdLst/>
                <a:ahLst/>
                <a:cxnLst/>
                <a:rect l="l" t="t" r="r" b="b"/>
                <a:pathLst>
                  <a:path w="200743" h="68318">
                    <a:moveTo>
                      <a:pt x="0" y="36667"/>
                    </a:moveTo>
                    <a:lnTo>
                      <a:pt x="24252" y="36667"/>
                    </a:lnTo>
                    <a:lnTo>
                      <a:pt x="24252" y="43341"/>
                    </a:lnTo>
                    <a:lnTo>
                      <a:pt x="0" y="43341"/>
                    </a:lnTo>
                    <a:close/>
                    <a:moveTo>
                      <a:pt x="77656" y="14160"/>
                    </a:moveTo>
                    <a:lnTo>
                      <a:pt x="53438" y="58784"/>
                    </a:lnTo>
                    <a:lnTo>
                      <a:pt x="103022" y="58784"/>
                    </a:lnTo>
                    <a:close/>
                    <a:moveTo>
                      <a:pt x="168098" y="7516"/>
                    </a:moveTo>
                    <a:cubicBezTo>
                      <a:pt x="161269" y="7516"/>
                      <a:pt x="155457" y="9954"/>
                      <a:pt x="150664" y="14828"/>
                    </a:cubicBezTo>
                    <a:cubicBezTo>
                      <a:pt x="145871" y="19703"/>
                      <a:pt x="143474" y="25670"/>
                      <a:pt x="143474" y="32729"/>
                    </a:cubicBezTo>
                    <a:cubicBezTo>
                      <a:pt x="143474" y="39875"/>
                      <a:pt x="145915" y="45794"/>
                      <a:pt x="150797" y="50485"/>
                    </a:cubicBezTo>
                    <a:cubicBezTo>
                      <a:pt x="155678" y="55176"/>
                      <a:pt x="161474" y="57522"/>
                      <a:pt x="168183" y="57522"/>
                    </a:cubicBezTo>
                    <a:cubicBezTo>
                      <a:pt x="172675" y="57522"/>
                      <a:pt x="176707" y="56568"/>
                      <a:pt x="180277" y="54660"/>
                    </a:cubicBezTo>
                    <a:lnTo>
                      <a:pt x="166820" y="37003"/>
                    </a:lnTo>
                    <a:lnTo>
                      <a:pt x="175424" y="37003"/>
                    </a:lnTo>
                    <a:lnTo>
                      <a:pt x="185913" y="50541"/>
                    </a:lnTo>
                    <a:cubicBezTo>
                      <a:pt x="190508" y="45752"/>
                      <a:pt x="192806" y="39730"/>
                      <a:pt x="192806" y="32477"/>
                    </a:cubicBezTo>
                    <a:cubicBezTo>
                      <a:pt x="192806" y="25487"/>
                      <a:pt x="190366" y="19579"/>
                      <a:pt x="185486" y="14754"/>
                    </a:cubicBezTo>
                    <a:cubicBezTo>
                      <a:pt x="180607" y="9929"/>
                      <a:pt x="174811" y="7516"/>
                      <a:pt x="168098" y="7516"/>
                    </a:cubicBezTo>
                    <a:close/>
                    <a:moveTo>
                      <a:pt x="77704" y="3195"/>
                    </a:moveTo>
                    <a:lnTo>
                      <a:pt x="112558" y="64870"/>
                    </a:lnTo>
                    <a:lnTo>
                      <a:pt x="44071" y="64870"/>
                    </a:lnTo>
                    <a:close/>
                    <a:moveTo>
                      <a:pt x="168098" y="0"/>
                    </a:moveTo>
                    <a:cubicBezTo>
                      <a:pt x="174023" y="0"/>
                      <a:pt x="179508" y="1442"/>
                      <a:pt x="184554" y="4325"/>
                    </a:cubicBezTo>
                    <a:cubicBezTo>
                      <a:pt x="189600" y="7208"/>
                      <a:pt x="193560" y="11150"/>
                      <a:pt x="196433" y="16150"/>
                    </a:cubicBezTo>
                    <a:cubicBezTo>
                      <a:pt x="199307" y="21151"/>
                      <a:pt x="200743" y="26593"/>
                      <a:pt x="200743" y="32477"/>
                    </a:cubicBezTo>
                    <a:cubicBezTo>
                      <a:pt x="200743" y="41970"/>
                      <a:pt x="197296" y="49884"/>
                      <a:pt x="190400" y="56219"/>
                    </a:cubicBezTo>
                    <a:lnTo>
                      <a:pt x="199314" y="68318"/>
                    </a:lnTo>
                    <a:lnTo>
                      <a:pt x="190625" y="68318"/>
                    </a:lnTo>
                    <a:lnTo>
                      <a:pt x="184705" y="60497"/>
                    </a:lnTo>
                    <a:cubicBezTo>
                      <a:pt x="180019" y="63524"/>
                      <a:pt x="174651" y="65038"/>
                      <a:pt x="168603" y="65038"/>
                    </a:cubicBezTo>
                    <a:cubicBezTo>
                      <a:pt x="159226" y="65038"/>
                      <a:pt x="151357" y="61914"/>
                      <a:pt x="144995" y="55667"/>
                    </a:cubicBezTo>
                    <a:cubicBezTo>
                      <a:pt x="138634" y="49421"/>
                      <a:pt x="135453" y="41774"/>
                      <a:pt x="135453" y="32729"/>
                    </a:cubicBezTo>
                    <a:cubicBezTo>
                      <a:pt x="135453" y="23513"/>
                      <a:pt x="138532" y="15755"/>
                      <a:pt x="144689" y="9453"/>
                    </a:cubicBezTo>
                    <a:cubicBezTo>
                      <a:pt x="150847" y="3151"/>
                      <a:pt x="158650" y="0"/>
                      <a:pt x="16809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AA4748F-2501-478F-8E2C-345DE747E230}"/>
                  </a:ext>
                </a:extLst>
              </p:cNvPr>
              <p:cNvSpPr txBox="1"/>
              <p:nvPr/>
            </p:nvSpPr>
            <p:spPr>
              <a:xfrm>
                <a:off x="4390830" y="4009991"/>
                <a:ext cx="563587" cy="176803"/>
              </a:xfrm>
              <a:custGeom>
                <a:avLst/>
                <a:gdLst/>
                <a:ahLst/>
                <a:cxnLst/>
                <a:rect l="l" t="t" r="r" b="b"/>
                <a:pathLst>
                  <a:path w="217774" h="68318">
                    <a:moveTo>
                      <a:pt x="94687" y="14160"/>
                    </a:moveTo>
                    <a:lnTo>
                      <a:pt x="70469" y="58784"/>
                    </a:lnTo>
                    <a:lnTo>
                      <a:pt x="120053" y="58784"/>
                    </a:lnTo>
                    <a:close/>
                    <a:moveTo>
                      <a:pt x="17997" y="11101"/>
                    </a:moveTo>
                    <a:lnTo>
                      <a:pt x="25261" y="11101"/>
                    </a:lnTo>
                    <a:lnTo>
                      <a:pt x="25261" y="28846"/>
                    </a:lnTo>
                    <a:lnTo>
                      <a:pt x="43257" y="28846"/>
                    </a:lnTo>
                    <a:lnTo>
                      <a:pt x="43257" y="36108"/>
                    </a:lnTo>
                    <a:lnTo>
                      <a:pt x="25261" y="36108"/>
                    </a:lnTo>
                    <a:lnTo>
                      <a:pt x="25261" y="53938"/>
                    </a:lnTo>
                    <a:lnTo>
                      <a:pt x="17997" y="53938"/>
                    </a:lnTo>
                    <a:lnTo>
                      <a:pt x="17997" y="36108"/>
                    </a:lnTo>
                    <a:lnTo>
                      <a:pt x="0" y="36108"/>
                    </a:lnTo>
                    <a:lnTo>
                      <a:pt x="0" y="28846"/>
                    </a:lnTo>
                    <a:lnTo>
                      <a:pt x="17997" y="28846"/>
                    </a:lnTo>
                    <a:close/>
                    <a:moveTo>
                      <a:pt x="185129" y="7516"/>
                    </a:moveTo>
                    <a:cubicBezTo>
                      <a:pt x="178300" y="7516"/>
                      <a:pt x="172488" y="9954"/>
                      <a:pt x="167695" y="14828"/>
                    </a:cubicBezTo>
                    <a:cubicBezTo>
                      <a:pt x="162902" y="19703"/>
                      <a:pt x="160505" y="25670"/>
                      <a:pt x="160505" y="32729"/>
                    </a:cubicBezTo>
                    <a:cubicBezTo>
                      <a:pt x="160505" y="39875"/>
                      <a:pt x="162946" y="45794"/>
                      <a:pt x="167828" y="50485"/>
                    </a:cubicBezTo>
                    <a:cubicBezTo>
                      <a:pt x="172709" y="55176"/>
                      <a:pt x="178505" y="57522"/>
                      <a:pt x="185214" y="57522"/>
                    </a:cubicBezTo>
                    <a:cubicBezTo>
                      <a:pt x="189706" y="57522"/>
                      <a:pt x="193738" y="56568"/>
                      <a:pt x="197308" y="54660"/>
                    </a:cubicBezTo>
                    <a:lnTo>
                      <a:pt x="183851" y="37003"/>
                    </a:lnTo>
                    <a:lnTo>
                      <a:pt x="192455" y="37003"/>
                    </a:lnTo>
                    <a:lnTo>
                      <a:pt x="202944" y="50541"/>
                    </a:lnTo>
                    <a:cubicBezTo>
                      <a:pt x="207539" y="45752"/>
                      <a:pt x="209837" y="39730"/>
                      <a:pt x="209837" y="32477"/>
                    </a:cubicBezTo>
                    <a:cubicBezTo>
                      <a:pt x="209837" y="25487"/>
                      <a:pt x="207397" y="19579"/>
                      <a:pt x="202517" y="14754"/>
                    </a:cubicBezTo>
                    <a:cubicBezTo>
                      <a:pt x="197638" y="9929"/>
                      <a:pt x="191842" y="7516"/>
                      <a:pt x="185129" y="7516"/>
                    </a:cubicBezTo>
                    <a:close/>
                    <a:moveTo>
                      <a:pt x="94735" y="3195"/>
                    </a:moveTo>
                    <a:lnTo>
                      <a:pt x="129589" y="64870"/>
                    </a:lnTo>
                    <a:lnTo>
                      <a:pt x="61102" y="64870"/>
                    </a:lnTo>
                    <a:close/>
                    <a:moveTo>
                      <a:pt x="185129" y="0"/>
                    </a:moveTo>
                    <a:cubicBezTo>
                      <a:pt x="191054" y="0"/>
                      <a:pt x="196539" y="1442"/>
                      <a:pt x="201585" y="4325"/>
                    </a:cubicBezTo>
                    <a:cubicBezTo>
                      <a:pt x="206631" y="7208"/>
                      <a:pt x="210591" y="11150"/>
                      <a:pt x="213464" y="16150"/>
                    </a:cubicBezTo>
                    <a:cubicBezTo>
                      <a:pt x="216338" y="21151"/>
                      <a:pt x="217774" y="26593"/>
                      <a:pt x="217774" y="32477"/>
                    </a:cubicBezTo>
                    <a:cubicBezTo>
                      <a:pt x="217774" y="41970"/>
                      <a:pt x="214327" y="49884"/>
                      <a:pt x="207431" y="56219"/>
                    </a:cubicBezTo>
                    <a:lnTo>
                      <a:pt x="216345" y="68318"/>
                    </a:lnTo>
                    <a:lnTo>
                      <a:pt x="207656" y="68318"/>
                    </a:lnTo>
                    <a:lnTo>
                      <a:pt x="201736" y="60497"/>
                    </a:lnTo>
                    <a:cubicBezTo>
                      <a:pt x="197050" y="63524"/>
                      <a:pt x="191682" y="65038"/>
                      <a:pt x="185634" y="65038"/>
                    </a:cubicBezTo>
                    <a:cubicBezTo>
                      <a:pt x="176257" y="65038"/>
                      <a:pt x="168388" y="61914"/>
                      <a:pt x="162026" y="55667"/>
                    </a:cubicBezTo>
                    <a:cubicBezTo>
                      <a:pt x="155665" y="49421"/>
                      <a:pt x="152484" y="41774"/>
                      <a:pt x="152484" y="32729"/>
                    </a:cubicBezTo>
                    <a:cubicBezTo>
                      <a:pt x="152484" y="23513"/>
                      <a:pt x="155563" y="15755"/>
                      <a:pt x="161720" y="9453"/>
                    </a:cubicBezTo>
                    <a:cubicBezTo>
                      <a:pt x="167878" y="3151"/>
                      <a:pt x="175681" y="0"/>
                      <a:pt x="18512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467" name="文本框 466">
            <a:extLst>
              <a:ext uri="{FF2B5EF4-FFF2-40B4-BE49-F238E27FC236}">
                <a16:creationId xmlns:a16="http://schemas.microsoft.com/office/drawing/2014/main" id="{E6B0CF0C-90E6-4640-ACE7-F7A833B97223}"/>
              </a:ext>
            </a:extLst>
          </p:cNvPr>
          <p:cNvSpPr txBox="1"/>
          <p:nvPr/>
        </p:nvSpPr>
        <p:spPr>
          <a:xfrm>
            <a:off x="9067661" y="4276633"/>
            <a:ext cx="1035215" cy="249402"/>
          </a:xfrm>
          <a:custGeom>
            <a:avLst/>
            <a:gdLst/>
            <a:ahLst/>
            <a:cxnLst/>
            <a:rect l="l" t="t" r="r" b="b"/>
            <a:pathLst>
              <a:path w="2693069" h="648810">
                <a:moveTo>
                  <a:pt x="2269223" y="439577"/>
                </a:moveTo>
                <a:lnTo>
                  <a:pt x="2269223" y="540914"/>
                </a:lnTo>
                <a:lnTo>
                  <a:pt x="2504441" y="540914"/>
                </a:lnTo>
                <a:lnTo>
                  <a:pt x="2504441" y="439577"/>
                </a:lnTo>
                <a:close/>
                <a:moveTo>
                  <a:pt x="1711819" y="309736"/>
                </a:moveTo>
                <a:lnTo>
                  <a:pt x="1711819" y="399640"/>
                </a:lnTo>
                <a:lnTo>
                  <a:pt x="1861591" y="399640"/>
                </a:lnTo>
                <a:lnTo>
                  <a:pt x="1861591" y="309736"/>
                </a:lnTo>
                <a:close/>
                <a:moveTo>
                  <a:pt x="1501921" y="309736"/>
                </a:moveTo>
                <a:lnTo>
                  <a:pt x="1501921" y="399640"/>
                </a:lnTo>
                <a:lnTo>
                  <a:pt x="1655723" y="399640"/>
                </a:lnTo>
                <a:lnTo>
                  <a:pt x="1655723" y="309736"/>
                </a:lnTo>
                <a:close/>
                <a:moveTo>
                  <a:pt x="2389913" y="277439"/>
                </a:moveTo>
                <a:cubicBezTo>
                  <a:pt x="2331049" y="335260"/>
                  <a:pt x="2280281" y="373633"/>
                  <a:pt x="2237611" y="392557"/>
                </a:cubicBezTo>
                <a:cubicBezTo>
                  <a:pt x="2256679" y="393242"/>
                  <a:pt x="2303425" y="393585"/>
                  <a:pt x="2377853" y="393585"/>
                </a:cubicBezTo>
                <a:cubicBezTo>
                  <a:pt x="2452279" y="393585"/>
                  <a:pt x="2505913" y="393075"/>
                  <a:pt x="2538753" y="392053"/>
                </a:cubicBezTo>
                <a:cubicBezTo>
                  <a:pt x="2491461" y="371650"/>
                  <a:pt x="2441849" y="333446"/>
                  <a:pt x="2389913" y="277439"/>
                </a:cubicBezTo>
                <a:close/>
                <a:moveTo>
                  <a:pt x="2379863" y="200479"/>
                </a:moveTo>
                <a:cubicBezTo>
                  <a:pt x="2397785" y="211938"/>
                  <a:pt x="2414199" y="221074"/>
                  <a:pt x="2429101" y="227890"/>
                </a:cubicBezTo>
                <a:cubicBezTo>
                  <a:pt x="2437337" y="231326"/>
                  <a:pt x="2441455" y="235912"/>
                  <a:pt x="2441455" y="241649"/>
                </a:cubicBezTo>
                <a:cubicBezTo>
                  <a:pt x="2441455" y="249364"/>
                  <a:pt x="2438095" y="253221"/>
                  <a:pt x="2431377" y="253221"/>
                </a:cubicBezTo>
                <a:cubicBezTo>
                  <a:pt x="2424659" y="253221"/>
                  <a:pt x="2420617" y="252979"/>
                  <a:pt x="2419253" y="252493"/>
                </a:cubicBezTo>
                <a:cubicBezTo>
                  <a:pt x="2488947" y="328174"/>
                  <a:pt x="2580219" y="377194"/>
                  <a:pt x="2693069" y="399554"/>
                </a:cubicBezTo>
                <a:cubicBezTo>
                  <a:pt x="2679511" y="416520"/>
                  <a:pt x="2669755" y="434569"/>
                  <a:pt x="2663805" y="453700"/>
                </a:cubicBezTo>
                <a:cubicBezTo>
                  <a:pt x="2618091" y="439020"/>
                  <a:pt x="2584251" y="424446"/>
                  <a:pt x="2562285" y="409980"/>
                </a:cubicBezTo>
                <a:cubicBezTo>
                  <a:pt x="2561571" y="421560"/>
                  <a:pt x="2561213" y="434073"/>
                  <a:pt x="2561213" y="447517"/>
                </a:cubicBezTo>
                <a:lnTo>
                  <a:pt x="2561213" y="579384"/>
                </a:lnTo>
                <a:cubicBezTo>
                  <a:pt x="2561213" y="591864"/>
                  <a:pt x="2562335" y="608276"/>
                  <a:pt x="2564579" y="628622"/>
                </a:cubicBezTo>
                <a:lnTo>
                  <a:pt x="2504441" y="628622"/>
                </a:lnTo>
                <a:lnTo>
                  <a:pt x="2504441" y="584891"/>
                </a:lnTo>
                <a:lnTo>
                  <a:pt x="2269223" y="584891"/>
                </a:lnTo>
                <a:lnTo>
                  <a:pt x="2269223" y="635351"/>
                </a:lnTo>
                <a:lnTo>
                  <a:pt x="2209087" y="635351"/>
                </a:lnTo>
                <a:cubicBezTo>
                  <a:pt x="2212231" y="608669"/>
                  <a:pt x="2213803" y="589788"/>
                  <a:pt x="2213803" y="578709"/>
                </a:cubicBezTo>
                <a:lnTo>
                  <a:pt x="2213803" y="444152"/>
                </a:lnTo>
                <a:cubicBezTo>
                  <a:pt x="2213803" y="431415"/>
                  <a:pt x="2213373" y="420696"/>
                  <a:pt x="2212515" y="411995"/>
                </a:cubicBezTo>
                <a:cubicBezTo>
                  <a:pt x="2188699" y="427854"/>
                  <a:pt x="2156167" y="444449"/>
                  <a:pt x="2114919" y="461780"/>
                </a:cubicBezTo>
                <a:cubicBezTo>
                  <a:pt x="2108939" y="445056"/>
                  <a:pt x="2097719" y="429593"/>
                  <a:pt x="2081261" y="415392"/>
                </a:cubicBezTo>
                <a:cubicBezTo>
                  <a:pt x="2148239" y="394575"/>
                  <a:pt x="2201821" y="369593"/>
                  <a:pt x="2242005" y="340447"/>
                </a:cubicBezTo>
                <a:cubicBezTo>
                  <a:pt x="2282189" y="311300"/>
                  <a:pt x="2313005" y="286888"/>
                  <a:pt x="2334455" y="267211"/>
                </a:cubicBezTo>
                <a:cubicBezTo>
                  <a:pt x="2355903" y="247533"/>
                  <a:pt x="2371039" y="225289"/>
                  <a:pt x="2379863" y="200479"/>
                </a:cubicBezTo>
                <a:close/>
                <a:moveTo>
                  <a:pt x="1099342" y="183818"/>
                </a:moveTo>
                <a:lnTo>
                  <a:pt x="872037" y="194693"/>
                </a:lnTo>
                <a:cubicBezTo>
                  <a:pt x="856760" y="195564"/>
                  <a:pt x="841700" y="197177"/>
                  <a:pt x="826857" y="199531"/>
                </a:cubicBezTo>
                <a:lnTo>
                  <a:pt x="823618" y="200216"/>
                </a:lnTo>
                <a:lnTo>
                  <a:pt x="837110" y="206860"/>
                </a:lnTo>
                <a:cubicBezTo>
                  <a:pt x="844523" y="210371"/>
                  <a:pt x="850480" y="213027"/>
                  <a:pt x="854983" y="214827"/>
                </a:cubicBezTo>
                <a:cubicBezTo>
                  <a:pt x="863987" y="218428"/>
                  <a:pt x="868490" y="223384"/>
                  <a:pt x="868490" y="229695"/>
                </a:cubicBezTo>
                <a:cubicBezTo>
                  <a:pt x="868490" y="236007"/>
                  <a:pt x="864827" y="240425"/>
                  <a:pt x="857501" y="242950"/>
                </a:cubicBezTo>
                <a:cubicBezTo>
                  <a:pt x="850175" y="245476"/>
                  <a:pt x="840604" y="253071"/>
                  <a:pt x="828788" y="265737"/>
                </a:cubicBezTo>
                <a:cubicBezTo>
                  <a:pt x="808821" y="303271"/>
                  <a:pt x="794695" y="324577"/>
                  <a:pt x="786408" y="329656"/>
                </a:cubicBezTo>
                <a:lnTo>
                  <a:pt x="916667" y="320366"/>
                </a:lnTo>
                <a:cubicBezTo>
                  <a:pt x="905187" y="299063"/>
                  <a:pt x="890835" y="275903"/>
                  <a:pt x="873612" y="250885"/>
                </a:cubicBezTo>
                <a:lnTo>
                  <a:pt x="913410" y="227397"/>
                </a:lnTo>
                <a:cubicBezTo>
                  <a:pt x="944892" y="271024"/>
                  <a:pt x="971853" y="319573"/>
                  <a:pt x="994291" y="373044"/>
                </a:cubicBezTo>
                <a:lnTo>
                  <a:pt x="970081" y="382984"/>
                </a:lnTo>
                <a:lnTo>
                  <a:pt x="1000549" y="386350"/>
                </a:lnTo>
                <a:lnTo>
                  <a:pt x="1018087" y="387200"/>
                </a:lnTo>
                <a:lnTo>
                  <a:pt x="995384" y="340714"/>
                </a:lnTo>
                <a:cubicBezTo>
                  <a:pt x="1027063" y="323312"/>
                  <a:pt x="1058067" y="279854"/>
                  <a:pt x="1088395" y="210339"/>
                </a:cubicBezTo>
                <a:close/>
                <a:moveTo>
                  <a:pt x="1711819" y="166436"/>
                </a:moveTo>
                <a:lnTo>
                  <a:pt x="1711819" y="263733"/>
                </a:lnTo>
                <a:lnTo>
                  <a:pt x="1861591" y="263733"/>
                </a:lnTo>
                <a:lnTo>
                  <a:pt x="1861591" y="166436"/>
                </a:lnTo>
                <a:close/>
                <a:moveTo>
                  <a:pt x="1501921" y="166436"/>
                </a:moveTo>
                <a:lnTo>
                  <a:pt x="1501921" y="263733"/>
                </a:lnTo>
                <a:lnTo>
                  <a:pt x="1655723" y="263733"/>
                </a:lnTo>
                <a:lnTo>
                  <a:pt x="1655723" y="166436"/>
                </a:lnTo>
                <a:close/>
                <a:moveTo>
                  <a:pt x="2465233" y="147330"/>
                </a:moveTo>
                <a:cubicBezTo>
                  <a:pt x="2534207" y="183213"/>
                  <a:pt x="2591763" y="221210"/>
                  <a:pt x="2637905" y="261322"/>
                </a:cubicBezTo>
                <a:lnTo>
                  <a:pt x="2604537" y="300317"/>
                </a:lnTo>
                <a:cubicBezTo>
                  <a:pt x="2561117" y="260490"/>
                  <a:pt x="2506445" y="222528"/>
                  <a:pt x="2440523" y="186431"/>
                </a:cubicBezTo>
                <a:close/>
                <a:moveTo>
                  <a:pt x="2299559" y="141275"/>
                </a:moveTo>
                <a:cubicBezTo>
                  <a:pt x="2313289" y="155334"/>
                  <a:pt x="2325683" y="165225"/>
                  <a:pt x="2336743" y="170947"/>
                </a:cubicBezTo>
                <a:cubicBezTo>
                  <a:pt x="2343757" y="174440"/>
                  <a:pt x="2347265" y="179176"/>
                  <a:pt x="2347265" y="185156"/>
                </a:cubicBezTo>
                <a:cubicBezTo>
                  <a:pt x="2347265" y="191135"/>
                  <a:pt x="2342815" y="194525"/>
                  <a:pt x="2333913" y="195325"/>
                </a:cubicBezTo>
                <a:cubicBezTo>
                  <a:pt x="2326541" y="195718"/>
                  <a:pt x="2314661" y="202812"/>
                  <a:pt x="2298273" y="216606"/>
                </a:cubicBezTo>
                <a:cubicBezTo>
                  <a:pt x="2253725" y="252696"/>
                  <a:pt x="2210105" y="284411"/>
                  <a:pt x="2167415" y="311750"/>
                </a:cubicBezTo>
                <a:cubicBezTo>
                  <a:pt x="2160613" y="295691"/>
                  <a:pt x="2149165" y="282314"/>
                  <a:pt x="2133071" y="271620"/>
                </a:cubicBezTo>
                <a:cubicBezTo>
                  <a:pt x="2209737" y="230622"/>
                  <a:pt x="2265233" y="187174"/>
                  <a:pt x="2299559" y="141275"/>
                </a:cubicBezTo>
                <a:close/>
                <a:moveTo>
                  <a:pt x="1648319" y="9419"/>
                </a:moveTo>
                <a:cubicBezTo>
                  <a:pt x="1673179" y="12563"/>
                  <a:pt x="1695199" y="14134"/>
                  <a:pt x="1714379" y="14134"/>
                </a:cubicBezTo>
                <a:cubicBezTo>
                  <a:pt x="1727025" y="14134"/>
                  <a:pt x="1733347" y="17849"/>
                  <a:pt x="1733347" y="25279"/>
                </a:cubicBezTo>
                <a:cubicBezTo>
                  <a:pt x="1733347" y="32708"/>
                  <a:pt x="1730767" y="37455"/>
                  <a:pt x="1725605" y="39520"/>
                </a:cubicBezTo>
                <a:cubicBezTo>
                  <a:pt x="1720443" y="41584"/>
                  <a:pt x="1716855" y="44460"/>
                  <a:pt x="1714841" y="48146"/>
                </a:cubicBezTo>
                <a:cubicBezTo>
                  <a:pt x="1712827" y="51832"/>
                  <a:pt x="1711819" y="55111"/>
                  <a:pt x="1711819" y="57983"/>
                </a:cubicBezTo>
                <a:lnTo>
                  <a:pt x="1711819" y="119083"/>
                </a:lnTo>
                <a:cubicBezTo>
                  <a:pt x="1804151" y="119090"/>
                  <a:pt x="1874347" y="116397"/>
                  <a:pt x="1922403" y="111004"/>
                </a:cubicBezTo>
                <a:cubicBezTo>
                  <a:pt x="1919259" y="134342"/>
                  <a:pt x="1917687" y="161971"/>
                  <a:pt x="1917687" y="193889"/>
                </a:cubicBezTo>
                <a:lnTo>
                  <a:pt x="1917687" y="392353"/>
                </a:lnTo>
                <a:cubicBezTo>
                  <a:pt x="1917687" y="424200"/>
                  <a:pt x="1919931" y="458554"/>
                  <a:pt x="1924417" y="495416"/>
                </a:cubicBezTo>
                <a:lnTo>
                  <a:pt x="1861591" y="495416"/>
                </a:lnTo>
                <a:lnTo>
                  <a:pt x="1861591" y="446981"/>
                </a:lnTo>
                <a:lnTo>
                  <a:pt x="1711819" y="446981"/>
                </a:lnTo>
                <a:lnTo>
                  <a:pt x="1711819" y="534303"/>
                </a:lnTo>
                <a:cubicBezTo>
                  <a:pt x="1711819" y="548490"/>
                  <a:pt x="1712987" y="558279"/>
                  <a:pt x="1715323" y="563669"/>
                </a:cubicBezTo>
                <a:cubicBezTo>
                  <a:pt x="1717659" y="569059"/>
                  <a:pt x="1723065" y="573006"/>
                  <a:pt x="1731541" y="575510"/>
                </a:cubicBezTo>
                <a:cubicBezTo>
                  <a:pt x="1740017" y="578014"/>
                  <a:pt x="1754893" y="579266"/>
                  <a:pt x="1776167" y="579266"/>
                </a:cubicBezTo>
                <a:lnTo>
                  <a:pt x="1882573" y="578591"/>
                </a:lnTo>
                <a:cubicBezTo>
                  <a:pt x="1906689" y="578591"/>
                  <a:pt x="1922923" y="571263"/>
                  <a:pt x="1931269" y="556608"/>
                </a:cubicBezTo>
                <a:cubicBezTo>
                  <a:pt x="1939617" y="541952"/>
                  <a:pt x="1946391" y="516536"/>
                  <a:pt x="1951591" y="480361"/>
                </a:cubicBezTo>
                <a:cubicBezTo>
                  <a:pt x="1967915" y="493534"/>
                  <a:pt x="1987115" y="503674"/>
                  <a:pt x="2009189" y="510782"/>
                </a:cubicBezTo>
                <a:cubicBezTo>
                  <a:pt x="1997887" y="557581"/>
                  <a:pt x="1983727" y="589369"/>
                  <a:pt x="1966707" y="606146"/>
                </a:cubicBezTo>
                <a:cubicBezTo>
                  <a:pt x="1949687" y="622923"/>
                  <a:pt x="1921831" y="631311"/>
                  <a:pt x="1883141" y="631311"/>
                </a:cubicBezTo>
                <a:lnTo>
                  <a:pt x="1776949" y="630647"/>
                </a:lnTo>
                <a:cubicBezTo>
                  <a:pt x="1740543" y="630647"/>
                  <a:pt x="1713867" y="627983"/>
                  <a:pt x="1696919" y="622653"/>
                </a:cubicBezTo>
                <a:cubicBezTo>
                  <a:pt x="1679971" y="617324"/>
                  <a:pt x="1668867" y="607771"/>
                  <a:pt x="1663609" y="593994"/>
                </a:cubicBezTo>
                <a:cubicBezTo>
                  <a:pt x="1658351" y="580218"/>
                  <a:pt x="1655723" y="558977"/>
                  <a:pt x="1655723" y="530274"/>
                </a:cubicBezTo>
                <a:lnTo>
                  <a:pt x="1655723" y="446981"/>
                </a:lnTo>
                <a:lnTo>
                  <a:pt x="1501921" y="446981"/>
                </a:lnTo>
                <a:lnTo>
                  <a:pt x="1501921" y="508875"/>
                </a:lnTo>
                <a:lnTo>
                  <a:pt x="1441111" y="508875"/>
                </a:lnTo>
                <a:cubicBezTo>
                  <a:pt x="1446039" y="471442"/>
                  <a:pt x="1448503" y="434844"/>
                  <a:pt x="1448503" y="399082"/>
                </a:cubicBezTo>
                <a:lnTo>
                  <a:pt x="1448503" y="193889"/>
                </a:lnTo>
                <a:cubicBezTo>
                  <a:pt x="1448503" y="165000"/>
                  <a:pt x="1446935" y="137371"/>
                  <a:pt x="1443799" y="111004"/>
                </a:cubicBezTo>
                <a:cubicBezTo>
                  <a:pt x="1493913" y="116397"/>
                  <a:pt x="1564555" y="119090"/>
                  <a:pt x="1655723" y="119083"/>
                </a:cubicBezTo>
                <a:cubicBezTo>
                  <a:pt x="1655723" y="74528"/>
                  <a:pt x="1653255" y="37973"/>
                  <a:pt x="1648319" y="9419"/>
                </a:cubicBezTo>
                <a:close/>
                <a:moveTo>
                  <a:pt x="369346" y="8744"/>
                </a:moveTo>
                <a:cubicBezTo>
                  <a:pt x="393092" y="13238"/>
                  <a:pt x="411071" y="15485"/>
                  <a:pt x="423283" y="15485"/>
                </a:cubicBezTo>
                <a:cubicBezTo>
                  <a:pt x="435496" y="15485"/>
                  <a:pt x="441602" y="19506"/>
                  <a:pt x="441602" y="27550"/>
                </a:cubicBezTo>
                <a:cubicBezTo>
                  <a:pt x="441602" y="35594"/>
                  <a:pt x="438637" y="42125"/>
                  <a:pt x="432708" y="47144"/>
                </a:cubicBezTo>
                <a:cubicBezTo>
                  <a:pt x="426779" y="52162"/>
                  <a:pt x="422789" y="68741"/>
                  <a:pt x="420738" y="96880"/>
                </a:cubicBezTo>
                <a:lnTo>
                  <a:pt x="535117" y="88801"/>
                </a:lnTo>
                <a:cubicBezTo>
                  <a:pt x="527488" y="130013"/>
                  <a:pt x="523673" y="169770"/>
                  <a:pt x="523673" y="208071"/>
                </a:cubicBezTo>
                <a:cubicBezTo>
                  <a:pt x="523673" y="246372"/>
                  <a:pt x="528923" y="278232"/>
                  <a:pt x="539425" y="303649"/>
                </a:cubicBezTo>
                <a:cubicBezTo>
                  <a:pt x="549926" y="329067"/>
                  <a:pt x="558759" y="341775"/>
                  <a:pt x="565925" y="341775"/>
                </a:cubicBezTo>
                <a:cubicBezTo>
                  <a:pt x="569968" y="341775"/>
                  <a:pt x="574108" y="336862"/>
                  <a:pt x="578344" y="327036"/>
                </a:cubicBezTo>
                <a:cubicBezTo>
                  <a:pt x="582580" y="317210"/>
                  <a:pt x="586281" y="299245"/>
                  <a:pt x="589445" y="273142"/>
                </a:cubicBezTo>
                <a:cubicBezTo>
                  <a:pt x="599875" y="283079"/>
                  <a:pt x="608053" y="289713"/>
                  <a:pt x="613979" y="293046"/>
                </a:cubicBezTo>
                <a:cubicBezTo>
                  <a:pt x="619905" y="296379"/>
                  <a:pt x="628375" y="298045"/>
                  <a:pt x="639391" y="298045"/>
                </a:cubicBezTo>
                <a:cubicBezTo>
                  <a:pt x="624053" y="366389"/>
                  <a:pt x="602033" y="400561"/>
                  <a:pt x="573329" y="400561"/>
                </a:cubicBezTo>
                <a:cubicBezTo>
                  <a:pt x="564185" y="400561"/>
                  <a:pt x="554778" y="397091"/>
                  <a:pt x="545109" y="390151"/>
                </a:cubicBezTo>
                <a:cubicBezTo>
                  <a:pt x="535440" y="383211"/>
                  <a:pt x="526016" y="373658"/>
                  <a:pt x="516836" y="361492"/>
                </a:cubicBezTo>
                <a:cubicBezTo>
                  <a:pt x="507657" y="349326"/>
                  <a:pt x="499977" y="337305"/>
                  <a:pt x="493798" y="325429"/>
                </a:cubicBezTo>
                <a:cubicBezTo>
                  <a:pt x="487618" y="313552"/>
                  <a:pt x="482600" y="294448"/>
                  <a:pt x="478742" y="268116"/>
                </a:cubicBezTo>
                <a:cubicBezTo>
                  <a:pt x="474885" y="241784"/>
                  <a:pt x="472956" y="216342"/>
                  <a:pt x="472956" y="191789"/>
                </a:cubicBezTo>
                <a:cubicBezTo>
                  <a:pt x="472956" y="167236"/>
                  <a:pt x="473852" y="148690"/>
                  <a:pt x="475645" y="136153"/>
                </a:cubicBezTo>
                <a:lnTo>
                  <a:pt x="417385" y="141104"/>
                </a:lnTo>
                <a:cubicBezTo>
                  <a:pt x="413648" y="179287"/>
                  <a:pt x="405126" y="212606"/>
                  <a:pt x="391817" y="241059"/>
                </a:cubicBezTo>
                <a:cubicBezTo>
                  <a:pt x="419921" y="260533"/>
                  <a:pt x="447052" y="282732"/>
                  <a:pt x="473213" y="307657"/>
                </a:cubicBezTo>
                <a:lnTo>
                  <a:pt x="436598" y="343372"/>
                </a:lnTo>
                <a:cubicBezTo>
                  <a:pt x="408844" y="317512"/>
                  <a:pt x="386609" y="296880"/>
                  <a:pt x="369893" y="281479"/>
                </a:cubicBezTo>
                <a:cubicBezTo>
                  <a:pt x="351433" y="313811"/>
                  <a:pt x="323530" y="340164"/>
                  <a:pt x="286182" y="360538"/>
                </a:cubicBezTo>
                <a:cubicBezTo>
                  <a:pt x="299413" y="362381"/>
                  <a:pt x="314397" y="363303"/>
                  <a:pt x="331134" y="363303"/>
                </a:cubicBezTo>
                <a:cubicBezTo>
                  <a:pt x="340636" y="363303"/>
                  <a:pt x="345386" y="366968"/>
                  <a:pt x="345386" y="374297"/>
                </a:cubicBezTo>
                <a:cubicBezTo>
                  <a:pt x="345386" y="381627"/>
                  <a:pt x="342372" y="387302"/>
                  <a:pt x="336342" y="391324"/>
                </a:cubicBezTo>
                <a:cubicBezTo>
                  <a:pt x="331877" y="394768"/>
                  <a:pt x="326148" y="406508"/>
                  <a:pt x="319154" y="426547"/>
                </a:cubicBezTo>
                <a:cubicBezTo>
                  <a:pt x="420281" y="426547"/>
                  <a:pt x="493387" y="424525"/>
                  <a:pt x="538471" y="420482"/>
                </a:cubicBezTo>
                <a:lnTo>
                  <a:pt x="524241" y="555970"/>
                </a:lnTo>
                <a:cubicBezTo>
                  <a:pt x="521869" y="577751"/>
                  <a:pt x="516929" y="594150"/>
                  <a:pt x="509421" y="605165"/>
                </a:cubicBezTo>
                <a:cubicBezTo>
                  <a:pt x="501913" y="616181"/>
                  <a:pt x="489292" y="624289"/>
                  <a:pt x="471557" y="629490"/>
                </a:cubicBezTo>
                <a:cubicBezTo>
                  <a:pt x="453823" y="634690"/>
                  <a:pt x="424239" y="638887"/>
                  <a:pt x="382805" y="642081"/>
                </a:cubicBezTo>
                <a:cubicBezTo>
                  <a:pt x="383705" y="632958"/>
                  <a:pt x="384155" y="626861"/>
                  <a:pt x="384155" y="623789"/>
                </a:cubicBezTo>
                <a:cubicBezTo>
                  <a:pt x="384155" y="609395"/>
                  <a:pt x="377426" y="593203"/>
                  <a:pt x="363967" y="575215"/>
                </a:cubicBezTo>
                <a:cubicBezTo>
                  <a:pt x="392549" y="579259"/>
                  <a:pt x="414029" y="581280"/>
                  <a:pt x="428405" y="581280"/>
                </a:cubicBezTo>
                <a:cubicBezTo>
                  <a:pt x="442782" y="581280"/>
                  <a:pt x="453044" y="578301"/>
                  <a:pt x="459191" y="572343"/>
                </a:cubicBezTo>
                <a:cubicBezTo>
                  <a:pt x="465339" y="566386"/>
                  <a:pt x="469030" y="554923"/>
                  <a:pt x="470266" y="537957"/>
                </a:cubicBezTo>
                <a:lnTo>
                  <a:pt x="474970" y="471874"/>
                </a:lnTo>
                <a:lnTo>
                  <a:pt x="308878" y="471874"/>
                </a:lnTo>
                <a:cubicBezTo>
                  <a:pt x="298584" y="512186"/>
                  <a:pt x="275160" y="546135"/>
                  <a:pt x="238605" y="573720"/>
                </a:cubicBezTo>
                <a:cubicBezTo>
                  <a:pt x="202050" y="601306"/>
                  <a:pt x="146586" y="626336"/>
                  <a:pt x="72213" y="648810"/>
                </a:cubicBezTo>
                <a:cubicBezTo>
                  <a:pt x="67162" y="624421"/>
                  <a:pt x="54975" y="604565"/>
                  <a:pt x="35651" y="589242"/>
                </a:cubicBezTo>
                <a:cubicBezTo>
                  <a:pt x="99052" y="580548"/>
                  <a:pt x="149878" y="564901"/>
                  <a:pt x="188129" y="542302"/>
                </a:cubicBezTo>
                <a:cubicBezTo>
                  <a:pt x="226380" y="519703"/>
                  <a:pt x="248438" y="496227"/>
                  <a:pt x="254303" y="471874"/>
                </a:cubicBezTo>
                <a:cubicBezTo>
                  <a:pt x="146654" y="471874"/>
                  <a:pt x="74892" y="473217"/>
                  <a:pt x="39016" y="475903"/>
                </a:cubicBezTo>
                <a:lnTo>
                  <a:pt x="39016" y="420482"/>
                </a:lnTo>
                <a:cubicBezTo>
                  <a:pt x="81857" y="424525"/>
                  <a:pt x="156952" y="426547"/>
                  <a:pt x="264301" y="426547"/>
                </a:cubicBezTo>
                <a:cubicBezTo>
                  <a:pt x="267509" y="413016"/>
                  <a:pt x="269112" y="401404"/>
                  <a:pt x="269112" y="391710"/>
                </a:cubicBezTo>
                <a:cubicBezTo>
                  <a:pt x="269112" y="382016"/>
                  <a:pt x="269123" y="375769"/>
                  <a:pt x="269145" y="372969"/>
                </a:cubicBezTo>
                <a:cubicBezTo>
                  <a:pt x="257436" y="382798"/>
                  <a:pt x="248263" y="388406"/>
                  <a:pt x="241627" y="389792"/>
                </a:cubicBezTo>
                <a:cubicBezTo>
                  <a:pt x="233676" y="375140"/>
                  <a:pt x="221306" y="361706"/>
                  <a:pt x="204519" y="349491"/>
                </a:cubicBezTo>
                <a:cubicBezTo>
                  <a:pt x="263626" y="323344"/>
                  <a:pt x="305788" y="291615"/>
                  <a:pt x="331006" y="254304"/>
                </a:cubicBezTo>
                <a:cubicBezTo>
                  <a:pt x="320154" y="247560"/>
                  <a:pt x="303560" y="237955"/>
                  <a:pt x="281221" y="225489"/>
                </a:cubicBezTo>
                <a:lnTo>
                  <a:pt x="306799" y="185681"/>
                </a:lnTo>
                <a:cubicBezTo>
                  <a:pt x="327187" y="196632"/>
                  <a:pt x="341936" y="206276"/>
                  <a:pt x="351044" y="214613"/>
                </a:cubicBezTo>
                <a:cubicBezTo>
                  <a:pt x="359717" y="193932"/>
                  <a:pt x="365371" y="170247"/>
                  <a:pt x="368007" y="143558"/>
                </a:cubicBezTo>
                <a:cubicBezTo>
                  <a:pt x="333388" y="145772"/>
                  <a:pt x="304227" y="148015"/>
                  <a:pt x="280525" y="150287"/>
                </a:cubicBezTo>
                <a:lnTo>
                  <a:pt x="277438" y="112365"/>
                </a:lnTo>
                <a:lnTo>
                  <a:pt x="277438" y="148273"/>
                </a:lnTo>
                <a:cubicBezTo>
                  <a:pt x="247463" y="144679"/>
                  <a:pt x="216066" y="142883"/>
                  <a:pt x="183248" y="142883"/>
                </a:cubicBezTo>
                <a:lnTo>
                  <a:pt x="183248" y="199140"/>
                </a:lnTo>
                <a:cubicBezTo>
                  <a:pt x="205001" y="190746"/>
                  <a:pt x="230793" y="181327"/>
                  <a:pt x="260626" y="170883"/>
                </a:cubicBezTo>
                <a:cubicBezTo>
                  <a:pt x="260133" y="190199"/>
                  <a:pt x="262822" y="207276"/>
                  <a:pt x="268694" y="222114"/>
                </a:cubicBezTo>
                <a:cubicBezTo>
                  <a:pt x="240662" y="229379"/>
                  <a:pt x="212180" y="237177"/>
                  <a:pt x="183248" y="245506"/>
                </a:cubicBezTo>
                <a:lnTo>
                  <a:pt x="183248" y="316326"/>
                </a:lnTo>
                <a:cubicBezTo>
                  <a:pt x="183248" y="333621"/>
                  <a:pt x="180408" y="347303"/>
                  <a:pt x="174729" y="357372"/>
                </a:cubicBezTo>
                <a:cubicBezTo>
                  <a:pt x="169050" y="367441"/>
                  <a:pt x="158808" y="374904"/>
                  <a:pt x="144002" y="379762"/>
                </a:cubicBezTo>
                <a:cubicBezTo>
                  <a:pt x="129197" y="384620"/>
                  <a:pt x="105192" y="388413"/>
                  <a:pt x="71988" y="391142"/>
                </a:cubicBezTo>
                <a:cubicBezTo>
                  <a:pt x="73331" y="370890"/>
                  <a:pt x="66376" y="350169"/>
                  <a:pt x="51124" y="328981"/>
                </a:cubicBezTo>
                <a:cubicBezTo>
                  <a:pt x="72970" y="332131"/>
                  <a:pt x="89331" y="333706"/>
                  <a:pt x="100207" y="333706"/>
                </a:cubicBezTo>
                <a:cubicBezTo>
                  <a:pt x="111084" y="333706"/>
                  <a:pt x="118854" y="331719"/>
                  <a:pt x="123519" y="327743"/>
                </a:cubicBezTo>
                <a:cubicBezTo>
                  <a:pt x="128184" y="323768"/>
                  <a:pt x="130517" y="314133"/>
                  <a:pt x="130517" y="298838"/>
                </a:cubicBezTo>
                <a:lnTo>
                  <a:pt x="130517" y="258601"/>
                </a:lnTo>
                <a:cubicBezTo>
                  <a:pt x="94819" y="271581"/>
                  <a:pt x="57593" y="284590"/>
                  <a:pt x="18838" y="297627"/>
                </a:cubicBezTo>
                <a:cubicBezTo>
                  <a:pt x="18838" y="276303"/>
                  <a:pt x="12559" y="257565"/>
                  <a:pt x="0" y="241413"/>
                </a:cubicBezTo>
                <a:cubicBezTo>
                  <a:pt x="42613" y="235319"/>
                  <a:pt x="86118" y="225839"/>
                  <a:pt x="130517" y="212973"/>
                </a:cubicBezTo>
                <a:lnTo>
                  <a:pt x="130517" y="142883"/>
                </a:lnTo>
                <a:cubicBezTo>
                  <a:pt x="81010" y="142883"/>
                  <a:pt x="41766" y="144679"/>
                  <a:pt x="12784" y="148273"/>
                </a:cubicBezTo>
                <a:lnTo>
                  <a:pt x="12784" y="93516"/>
                </a:lnTo>
                <a:cubicBezTo>
                  <a:pt x="41359" y="97559"/>
                  <a:pt x="80603" y="99581"/>
                  <a:pt x="130517" y="99581"/>
                </a:cubicBezTo>
                <a:cubicBezTo>
                  <a:pt x="130517" y="61940"/>
                  <a:pt x="128498" y="32112"/>
                  <a:pt x="124462" y="10095"/>
                </a:cubicBezTo>
                <a:cubicBezTo>
                  <a:pt x="144693" y="14588"/>
                  <a:pt x="165367" y="16835"/>
                  <a:pt x="186484" y="16835"/>
                </a:cubicBezTo>
                <a:cubicBezTo>
                  <a:pt x="198686" y="16835"/>
                  <a:pt x="204786" y="19305"/>
                  <a:pt x="204786" y="24245"/>
                </a:cubicBezTo>
                <a:cubicBezTo>
                  <a:pt x="204786" y="29184"/>
                  <a:pt x="201197" y="34569"/>
                  <a:pt x="194017" y="40398"/>
                </a:cubicBezTo>
                <a:cubicBezTo>
                  <a:pt x="186838" y="46228"/>
                  <a:pt x="183248" y="53436"/>
                  <a:pt x="183248" y="62022"/>
                </a:cubicBezTo>
                <a:lnTo>
                  <a:pt x="183248" y="99591"/>
                </a:lnTo>
                <a:cubicBezTo>
                  <a:pt x="215716" y="99206"/>
                  <a:pt x="247113" y="97180"/>
                  <a:pt x="277438" y="93516"/>
                </a:cubicBezTo>
                <a:lnTo>
                  <a:pt x="277438" y="100925"/>
                </a:lnTo>
                <a:lnTo>
                  <a:pt x="328627" y="101777"/>
                </a:lnTo>
                <a:cubicBezTo>
                  <a:pt x="344379" y="101649"/>
                  <a:pt x="358509" y="101102"/>
                  <a:pt x="371018" y="100138"/>
                </a:cubicBezTo>
                <a:cubicBezTo>
                  <a:pt x="371697" y="88844"/>
                  <a:pt x="372036" y="76430"/>
                  <a:pt x="372036" y="62896"/>
                </a:cubicBezTo>
                <a:cubicBezTo>
                  <a:pt x="372036" y="49362"/>
                  <a:pt x="371139" y="31311"/>
                  <a:pt x="369346" y="8744"/>
                </a:cubicBezTo>
                <a:close/>
                <a:moveTo>
                  <a:pt x="2375661" y="3365"/>
                </a:moveTo>
                <a:cubicBezTo>
                  <a:pt x="2397357" y="31890"/>
                  <a:pt x="2415681" y="59029"/>
                  <a:pt x="2430633" y="84782"/>
                </a:cubicBezTo>
                <a:cubicBezTo>
                  <a:pt x="2538431" y="84782"/>
                  <a:pt x="2615373" y="83207"/>
                  <a:pt x="2661457" y="80057"/>
                </a:cubicBezTo>
                <a:lnTo>
                  <a:pt x="2661457" y="220249"/>
                </a:lnTo>
                <a:lnTo>
                  <a:pt x="2606027" y="220249"/>
                </a:lnTo>
                <a:lnTo>
                  <a:pt x="2606027" y="132799"/>
                </a:lnTo>
                <a:lnTo>
                  <a:pt x="2175707" y="132799"/>
                </a:lnTo>
                <a:lnTo>
                  <a:pt x="2175707" y="223614"/>
                </a:lnTo>
                <a:lnTo>
                  <a:pt x="2121627" y="223614"/>
                </a:lnTo>
                <a:lnTo>
                  <a:pt x="2121627" y="80057"/>
                </a:lnTo>
                <a:cubicBezTo>
                  <a:pt x="2154237" y="83207"/>
                  <a:pt x="2238333" y="84782"/>
                  <a:pt x="2373915" y="84782"/>
                </a:cubicBezTo>
                <a:cubicBezTo>
                  <a:pt x="2362963" y="71745"/>
                  <a:pt x="2347269" y="52314"/>
                  <a:pt x="2326831" y="26489"/>
                </a:cubicBezTo>
                <a:close/>
                <a:moveTo>
                  <a:pt x="962744" y="0"/>
                </a:moveTo>
                <a:cubicBezTo>
                  <a:pt x="980554" y="13831"/>
                  <a:pt x="995688" y="24182"/>
                  <a:pt x="1008147" y="31054"/>
                </a:cubicBezTo>
                <a:cubicBezTo>
                  <a:pt x="1015505" y="35076"/>
                  <a:pt x="1019183" y="40764"/>
                  <a:pt x="1019183" y="48119"/>
                </a:cubicBezTo>
                <a:cubicBezTo>
                  <a:pt x="1019183" y="55473"/>
                  <a:pt x="1013919" y="60049"/>
                  <a:pt x="1003389" y="61846"/>
                </a:cubicBezTo>
                <a:cubicBezTo>
                  <a:pt x="992859" y="63642"/>
                  <a:pt x="978598" y="72126"/>
                  <a:pt x="960607" y="87295"/>
                </a:cubicBezTo>
                <a:cubicBezTo>
                  <a:pt x="942615" y="102465"/>
                  <a:pt x="912806" y="122476"/>
                  <a:pt x="871179" y="147330"/>
                </a:cubicBezTo>
                <a:lnTo>
                  <a:pt x="1106387" y="140536"/>
                </a:lnTo>
                <a:cubicBezTo>
                  <a:pt x="1091857" y="131735"/>
                  <a:pt x="1068533" y="114115"/>
                  <a:pt x="1036414" y="87676"/>
                </a:cubicBezTo>
                <a:lnTo>
                  <a:pt x="1069643" y="54489"/>
                </a:lnTo>
                <a:cubicBezTo>
                  <a:pt x="1126065" y="97380"/>
                  <a:pt x="1173831" y="141479"/>
                  <a:pt x="1212943" y="186785"/>
                </a:cubicBezTo>
                <a:lnTo>
                  <a:pt x="1173328" y="218910"/>
                </a:lnTo>
                <a:cubicBezTo>
                  <a:pt x="1161276" y="205408"/>
                  <a:pt x="1149918" y="193075"/>
                  <a:pt x="1139252" y="181909"/>
                </a:cubicBezTo>
                <a:lnTo>
                  <a:pt x="1110983" y="183261"/>
                </a:lnTo>
                <a:lnTo>
                  <a:pt x="1126886" y="190377"/>
                </a:lnTo>
                <a:cubicBezTo>
                  <a:pt x="1134187" y="193686"/>
                  <a:pt x="1140277" y="196496"/>
                  <a:pt x="1145157" y="198807"/>
                </a:cubicBezTo>
                <a:cubicBezTo>
                  <a:pt x="1154915" y="203429"/>
                  <a:pt x="1159794" y="208428"/>
                  <a:pt x="1159794" y="213804"/>
                </a:cubicBezTo>
                <a:cubicBezTo>
                  <a:pt x="1159794" y="219180"/>
                  <a:pt x="1156315" y="223482"/>
                  <a:pt x="1149357" y="226711"/>
                </a:cubicBezTo>
                <a:cubicBezTo>
                  <a:pt x="1142399" y="229940"/>
                  <a:pt x="1132326" y="242827"/>
                  <a:pt x="1119139" y="265373"/>
                </a:cubicBezTo>
                <a:cubicBezTo>
                  <a:pt x="1103709" y="291683"/>
                  <a:pt x="1087881" y="313111"/>
                  <a:pt x="1071658" y="329656"/>
                </a:cubicBezTo>
                <a:lnTo>
                  <a:pt x="1202592" y="318608"/>
                </a:lnTo>
                <a:cubicBezTo>
                  <a:pt x="1189069" y="301942"/>
                  <a:pt x="1174942" y="283618"/>
                  <a:pt x="1160212" y="263637"/>
                </a:cubicBezTo>
                <a:lnTo>
                  <a:pt x="1197374" y="237491"/>
                </a:lnTo>
                <a:cubicBezTo>
                  <a:pt x="1241108" y="291012"/>
                  <a:pt x="1274330" y="340689"/>
                  <a:pt x="1297040" y="386524"/>
                </a:cubicBezTo>
                <a:lnTo>
                  <a:pt x="1247523" y="411995"/>
                </a:lnTo>
                <a:cubicBezTo>
                  <a:pt x="1239093" y="391542"/>
                  <a:pt x="1230739" y="373826"/>
                  <a:pt x="1222459" y="358845"/>
                </a:cubicBezTo>
                <a:lnTo>
                  <a:pt x="1070008" y="374940"/>
                </a:lnTo>
                <a:cubicBezTo>
                  <a:pt x="1062357" y="375594"/>
                  <a:pt x="1054228" y="376990"/>
                  <a:pt x="1045622" y="379130"/>
                </a:cubicBezTo>
                <a:lnTo>
                  <a:pt x="1019911" y="387288"/>
                </a:lnTo>
                <a:lnTo>
                  <a:pt x="1024916" y="387531"/>
                </a:lnTo>
                <a:cubicBezTo>
                  <a:pt x="1038589" y="387531"/>
                  <a:pt x="1045426" y="390698"/>
                  <a:pt x="1045426" y="397030"/>
                </a:cubicBezTo>
                <a:cubicBezTo>
                  <a:pt x="1045426" y="403363"/>
                  <a:pt x="1042511" y="408771"/>
                  <a:pt x="1036682" y="413254"/>
                </a:cubicBezTo>
                <a:cubicBezTo>
                  <a:pt x="1030853" y="417737"/>
                  <a:pt x="1027938" y="424450"/>
                  <a:pt x="1027938" y="433394"/>
                </a:cubicBezTo>
                <a:lnTo>
                  <a:pt x="1027938" y="443370"/>
                </a:lnTo>
                <a:cubicBezTo>
                  <a:pt x="1118128" y="443370"/>
                  <a:pt x="1189666" y="440673"/>
                  <a:pt x="1242551" y="435280"/>
                </a:cubicBezTo>
                <a:lnTo>
                  <a:pt x="1242551" y="494741"/>
                </a:lnTo>
                <a:cubicBezTo>
                  <a:pt x="1187265" y="490697"/>
                  <a:pt x="1115728" y="488233"/>
                  <a:pt x="1027938" y="487347"/>
                </a:cubicBezTo>
                <a:lnTo>
                  <a:pt x="1027938" y="556388"/>
                </a:lnTo>
                <a:cubicBezTo>
                  <a:pt x="1146310" y="556388"/>
                  <a:pt x="1240497" y="553695"/>
                  <a:pt x="1310499" y="548308"/>
                </a:cubicBezTo>
                <a:lnTo>
                  <a:pt x="1310499" y="607769"/>
                </a:lnTo>
                <a:cubicBezTo>
                  <a:pt x="1233403" y="602833"/>
                  <a:pt x="1130083" y="600365"/>
                  <a:pt x="1000538" y="600365"/>
                </a:cubicBezTo>
                <a:cubicBezTo>
                  <a:pt x="870993" y="600365"/>
                  <a:pt x="770152" y="602833"/>
                  <a:pt x="698015" y="607769"/>
                </a:cubicBezTo>
                <a:lnTo>
                  <a:pt x="698015" y="548308"/>
                </a:lnTo>
                <a:cubicBezTo>
                  <a:pt x="766609" y="553695"/>
                  <a:pt x="858331" y="556388"/>
                  <a:pt x="973181" y="556388"/>
                </a:cubicBezTo>
                <a:lnTo>
                  <a:pt x="973181" y="487347"/>
                </a:lnTo>
                <a:cubicBezTo>
                  <a:pt x="886613" y="487790"/>
                  <a:pt x="816419" y="490255"/>
                  <a:pt x="762598" y="494741"/>
                </a:cubicBezTo>
                <a:lnTo>
                  <a:pt x="762598" y="435280"/>
                </a:lnTo>
                <a:cubicBezTo>
                  <a:pt x="807025" y="440223"/>
                  <a:pt x="877219" y="442692"/>
                  <a:pt x="973181" y="442684"/>
                </a:cubicBezTo>
                <a:cubicBezTo>
                  <a:pt x="972960" y="430844"/>
                  <a:pt x="972456" y="419933"/>
                  <a:pt x="971671" y="409953"/>
                </a:cubicBezTo>
                <a:lnTo>
                  <a:pt x="968561" y="383608"/>
                </a:lnTo>
                <a:lnTo>
                  <a:pt x="943660" y="393832"/>
                </a:lnTo>
                <a:cubicBezTo>
                  <a:pt x="939216" y="382888"/>
                  <a:pt x="935041" y="372347"/>
                  <a:pt x="931133" y="362210"/>
                </a:cubicBezTo>
                <a:lnTo>
                  <a:pt x="778296" y="378937"/>
                </a:lnTo>
                <a:cubicBezTo>
                  <a:pt x="764137" y="380266"/>
                  <a:pt x="744731" y="385452"/>
                  <a:pt x="720078" y="394496"/>
                </a:cubicBezTo>
                <a:cubicBezTo>
                  <a:pt x="716385" y="379180"/>
                  <a:pt x="710823" y="363778"/>
                  <a:pt x="703394" y="348290"/>
                </a:cubicBezTo>
                <a:cubicBezTo>
                  <a:pt x="732841" y="333013"/>
                  <a:pt x="763859" y="291667"/>
                  <a:pt x="796445" y="224250"/>
                </a:cubicBezTo>
                <a:lnTo>
                  <a:pt x="805790" y="203989"/>
                </a:lnTo>
                <a:lnTo>
                  <a:pt x="782979" y="208816"/>
                </a:lnTo>
                <a:cubicBezTo>
                  <a:pt x="779507" y="191664"/>
                  <a:pt x="773835" y="175569"/>
                  <a:pt x="765963" y="160531"/>
                </a:cubicBezTo>
                <a:cubicBezTo>
                  <a:pt x="800781" y="148315"/>
                  <a:pt x="837402" y="126418"/>
                  <a:pt x="875825" y="94839"/>
                </a:cubicBezTo>
                <a:cubicBezTo>
                  <a:pt x="914247" y="63260"/>
                  <a:pt x="943220" y="31647"/>
                  <a:pt x="962744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5400" b="1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A18E32E-F18F-4EB4-BB90-1EE640E48F26}"/>
              </a:ext>
            </a:extLst>
          </p:cNvPr>
          <p:cNvGrpSpPr/>
          <p:nvPr/>
        </p:nvGrpSpPr>
        <p:grpSpPr>
          <a:xfrm>
            <a:off x="8688755" y="2362745"/>
            <a:ext cx="1868267" cy="1582799"/>
            <a:chOff x="8688755" y="2362745"/>
            <a:chExt cx="1868267" cy="1582799"/>
          </a:xfrm>
        </p:grpSpPr>
        <p:grpSp>
          <p:nvGrpSpPr>
            <p:cNvPr id="425" name="组合 424">
              <a:extLst>
                <a:ext uri="{FF2B5EF4-FFF2-40B4-BE49-F238E27FC236}">
                  <a16:creationId xmlns:a16="http://schemas.microsoft.com/office/drawing/2014/main" id="{55CB6D3E-5CFA-4FA7-BFD6-8323B32C31C8}"/>
                </a:ext>
              </a:extLst>
            </p:cNvPr>
            <p:cNvGrpSpPr/>
            <p:nvPr/>
          </p:nvGrpSpPr>
          <p:grpSpPr>
            <a:xfrm rot="10800000">
              <a:off x="9153303" y="3192749"/>
              <a:ext cx="903583" cy="752795"/>
              <a:chOff x="5612081" y="2321455"/>
              <a:chExt cx="411164" cy="291983"/>
            </a:xfrm>
          </p:grpSpPr>
          <p:cxnSp>
            <p:nvCxnSpPr>
              <p:cNvPr id="426" name="直接连接符 425">
                <a:extLst>
                  <a:ext uri="{FF2B5EF4-FFF2-40B4-BE49-F238E27FC236}">
                    <a16:creationId xmlns:a16="http://schemas.microsoft.com/office/drawing/2014/main" id="{85BF89FD-26C9-4D4C-85B2-D95080FCEC29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接连接符 426">
                <a:extLst>
                  <a:ext uri="{FF2B5EF4-FFF2-40B4-BE49-F238E27FC236}">
                    <a16:creationId xmlns:a16="http://schemas.microsoft.com/office/drawing/2014/main" id="{B58F447F-C6C6-4EFC-82D7-D1D071A5D4A4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直接连接符 427">
                <a:extLst>
                  <a:ext uri="{FF2B5EF4-FFF2-40B4-BE49-F238E27FC236}">
                    <a16:creationId xmlns:a16="http://schemas.microsoft.com/office/drawing/2014/main" id="{31730951-BFCA-4502-92AB-12BFF7CED7E9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接连接符 428">
                <a:extLst>
                  <a:ext uri="{FF2B5EF4-FFF2-40B4-BE49-F238E27FC236}">
                    <a16:creationId xmlns:a16="http://schemas.microsoft.com/office/drawing/2014/main" id="{A53107BA-0131-4816-9321-47846A17649D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0" name="组合 429">
              <a:extLst>
                <a:ext uri="{FF2B5EF4-FFF2-40B4-BE49-F238E27FC236}">
                  <a16:creationId xmlns:a16="http://schemas.microsoft.com/office/drawing/2014/main" id="{BC6248B2-6248-4D5B-A985-DA2F6C3F3841}"/>
                </a:ext>
              </a:extLst>
            </p:cNvPr>
            <p:cNvGrpSpPr/>
            <p:nvPr/>
          </p:nvGrpSpPr>
          <p:grpSpPr>
            <a:xfrm>
              <a:off x="9341891" y="3199691"/>
              <a:ext cx="122298" cy="716586"/>
              <a:chOff x="2449740" y="3316514"/>
              <a:chExt cx="268062" cy="1570670"/>
            </a:xfrm>
          </p:grpSpPr>
          <p:grpSp>
            <p:nvGrpSpPr>
              <p:cNvPr id="431" name="组合 430">
                <a:extLst>
                  <a:ext uri="{FF2B5EF4-FFF2-40B4-BE49-F238E27FC236}">
                    <a16:creationId xmlns:a16="http://schemas.microsoft.com/office/drawing/2014/main" id="{35369A26-56EB-46E9-BAC3-88C7FBAEF7BB}"/>
                  </a:ext>
                </a:extLst>
              </p:cNvPr>
              <p:cNvGrpSpPr/>
              <p:nvPr/>
            </p:nvGrpSpPr>
            <p:grpSpPr>
              <a:xfrm>
                <a:off x="2449740" y="3316514"/>
                <a:ext cx="268062" cy="268062"/>
                <a:chOff x="2297340" y="3316514"/>
                <a:chExt cx="268062" cy="268062"/>
              </a:xfrm>
            </p:grpSpPr>
            <p:sp>
              <p:nvSpPr>
                <p:cNvPr id="448" name="椭圆 447">
                  <a:extLst>
                    <a:ext uri="{FF2B5EF4-FFF2-40B4-BE49-F238E27FC236}">
                      <a16:creationId xmlns:a16="http://schemas.microsoft.com/office/drawing/2014/main" id="{54CB3F9F-6194-4DC1-A70A-066F0FABD5A6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49" name="直接连接符 448">
                  <a:extLst>
                    <a:ext uri="{FF2B5EF4-FFF2-40B4-BE49-F238E27FC236}">
                      <a16:creationId xmlns:a16="http://schemas.microsoft.com/office/drawing/2014/main" id="{29F342C2-15E8-4C22-B9FF-90D26B53C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直接连接符 449">
                  <a:extLst>
                    <a:ext uri="{FF2B5EF4-FFF2-40B4-BE49-F238E27FC236}">
                      <a16:creationId xmlns:a16="http://schemas.microsoft.com/office/drawing/2014/main" id="{5001A9DF-64B2-4AF9-B958-4D894AF6FE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2" name="组合 431">
                <a:extLst>
                  <a:ext uri="{FF2B5EF4-FFF2-40B4-BE49-F238E27FC236}">
                    <a16:creationId xmlns:a16="http://schemas.microsoft.com/office/drawing/2014/main" id="{37A4E5B4-6AB9-4334-AB13-9D14D4000D62}"/>
                  </a:ext>
                </a:extLst>
              </p:cNvPr>
              <p:cNvGrpSpPr/>
              <p:nvPr/>
            </p:nvGrpSpPr>
            <p:grpSpPr>
              <a:xfrm>
                <a:off x="2449740" y="3642166"/>
                <a:ext cx="268062" cy="268062"/>
                <a:chOff x="2297340" y="3316514"/>
                <a:chExt cx="268062" cy="268062"/>
              </a:xfrm>
            </p:grpSpPr>
            <p:sp>
              <p:nvSpPr>
                <p:cNvPr id="445" name="椭圆 444">
                  <a:extLst>
                    <a:ext uri="{FF2B5EF4-FFF2-40B4-BE49-F238E27FC236}">
                      <a16:creationId xmlns:a16="http://schemas.microsoft.com/office/drawing/2014/main" id="{C671F70B-738D-441F-A566-E4D7467EB778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46" name="直接连接符 445">
                  <a:extLst>
                    <a:ext uri="{FF2B5EF4-FFF2-40B4-BE49-F238E27FC236}">
                      <a16:creationId xmlns:a16="http://schemas.microsoft.com/office/drawing/2014/main" id="{059EDF11-19D9-4D66-A635-7CD48ABA6C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直接连接符 446">
                  <a:extLst>
                    <a:ext uri="{FF2B5EF4-FFF2-40B4-BE49-F238E27FC236}">
                      <a16:creationId xmlns:a16="http://schemas.microsoft.com/office/drawing/2014/main" id="{09051236-A979-40F7-8BD8-F8C15E8470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3" name="组合 432">
                <a:extLst>
                  <a:ext uri="{FF2B5EF4-FFF2-40B4-BE49-F238E27FC236}">
                    <a16:creationId xmlns:a16="http://schemas.microsoft.com/office/drawing/2014/main" id="{734510A2-74AD-4EE4-AA90-A128EA0EB7FB}"/>
                  </a:ext>
                </a:extLst>
              </p:cNvPr>
              <p:cNvGrpSpPr/>
              <p:nvPr/>
            </p:nvGrpSpPr>
            <p:grpSpPr>
              <a:xfrm>
                <a:off x="2449740" y="3967818"/>
                <a:ext cx="268062" cy="268062"/>
                <a:chOff x="2297340" y="3316514"/>
                <a:chExt cx="268062" cy="268062"/>
              </a:xfrm>
            </p:grpSpPr>
            <p:sp>
              <p:nvSpPr>
                <p:cNvPr id="442" name="椭圆 441">
                  <a:extLst>
                    <a:ext uri="{FF2B5EF4-FFF2-40B4-BE49-F238E27FC236}">
                      <a16:creationId xmlns:a16="http://schemas.microsoft.com/office/drawing/2014/main" id="{294874B5-ACB6-47F7-A1FD-3584B69C61C6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43" name="直接连接符 442">
                  <a:extLst>
                    <a:ext uri="{FF2B5EF4-FFF2-40B4-BE49-F238E27FC236}">
                      <a16:creationId xmlns:a16="http://schemas.microsoft.com/office/drawing/2014/main" id="{58FDCC61-FB3A-4F5F-8264-D33392AF64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直接连接符 443">
                  <a:extLst>
                    <a:ext uri="{FF2B5EF4-FFF2-40B4-BE49-F238E27FC236}">
                      <a16:creationId xmlns:a16="http://schemas.microsoft.com/office/drawing/2014/main" id="{5F715471-8883-45E8-B276-C3CCAF78B0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4" name="组合 433">
                <a:extLst>
                  <a:ext uri="{FF2B5EF4-FFF2-40B4-BE49-F238E27FC236}">
                    <a16:creationId xmlns:a16="http://schemas.microsoft.com/office/drawing/2014/main" id="{96557801-19DA-4F01-B2F2-F84645324C44}"/>
                  </a:ext>
                </a:extLst>
              </p:cNvPr>
              <p:cNvGrpSpPr/>
              <p:nvPr/>
            </p:nvGrpSpPr>
            <p:grpSpPr>
              <a:xfrm>
                <a:off x="2449740" y="4293470"/>
                <a:ext cx="268062" cy="268062"/>
                <a:chOff x="2297340" y="3316514"/>
                <a:chExt cx="268062" cy="268062"/>
              </a:xfrm>
            </p:grpSpPr>
            <p:sp>
              <p:nvSpPr>
                <p:cNvPr id="439" name="椭圆 438">
                  <a:extLst>
                    <a:ext uri="{FF2B5EF4-FFF2-40B4-BE49-F238E27FC236}">
                      <a16:creationId xmlns:a16="http://schemas.microsoft.com/office/drawing/2014/main" id="{C78F8C4D-1F02-4C70-A00A-54671FCF771C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40" name="直接连接符 439">
                  <a:extLst>
                    <a:ext uri="{FF2B5EF4-FFF2-40B4-BE49-F238E27FC236}">
                      <a16:creationId xmlns:a16="http://schemas.microsoft.com/office/drawing/2014/main" id="{DBACAADB-CDF4-48AC-B9A2-C28748DA50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直接连接符 440">
                  <a:extLst>
                    <a:ext uri="{FF2B5EF4-FFF2-40B4-BE49-F238E27FC236}">
                      <a16:creationId xmlns:a16="http://schemas.microsoft.com/office/drawing/2014/main" id="{DA591605-8D55-4D89-A0D8-BD249F2F59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5" name="组合 434">
                <a:extLst>
                  <a:ext uri="{FF2B5EF4-FFF2-40B4-BE49-F238E27FC236}">
                    <a16:creationId xmlns:a16="http://schemas.microsoft.com/office/drawing/2014/main" id="{C1259D69-E8AA-4658-863B-598F78D4F9A0}"/>
                  </a:ext>
                </a:extLst>
              </p:cNvPr>
              <p:cNvGrpSpPr/>
              <p:nvPr/>
            </p:nvGrpSpPr>
            <p:grpSpPr>
              <a:xfrm>
                <a:off x="2449740" y="4619122"/>
                <a:ext cx="268062" cy="268062"/>
                <a:chOff x="2297340" y="3316514"/>
                <a:chExt cx="268062" cy="268062"/>
              </a:xfrm>
            </p:grpSpPr>
            <p:sp>
              <p:nvSpPr>
                <p:cNvPr id="436" name="椭圆 435">
                  <a:extLst>
                    <a:ext uri="{FF2B5EF4-FFF2-40B4-BE49-F238E27FC236}">
                      <a16:creationId xmlns:a16="http://schemas.microsoft.com/office/drawing/2014/main" id="{8DC4D8CE-658E-404E-8753-D838B06E4B6A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37" name="直接连接符 436">
                  <a:extLst>
                    <a:ext uri="{FF2B5EF4-FFF2-40B4-BE49-F238E27FC236}">
                      <a16:creationId xmlns:a16="http://schemas.microsoft.com/office/drawing/2014/main" id="{B17E2C74-09AD-4F45-973D-E2ACFC5DA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接连接符 437">
                  <a:extLst>
                    <a:ext uri="{FF2B5EF4-FFF2-40B4-BE49-F238E27FC236}">
                      <a16:creationId xmlns:a16="http://schemas.microsoft.com/office/drawing/2014/main" id="{CEB5DFCB-4D70-4237-BD7C-45153454EA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63D70844-0172-47EB-BCA8-CC51FAED049F}"/>
                </a:ext>
              </a:extLst>
            </p:cNvPr>
            <p:cNvGrpSpPr/>
            <p:nvPr/>
          </p:nvGrpSpPr>
          <p:grpSpPr>
            <a:xfrm>
              <a:off x="9760676" y="3191067"/>
              <a:ext cx="122298" cy="716586"/>
              <a:chOff x="3581288" y="3316514"/>
              <a:chExt cx="268062" cy="1570670"/>
            </a:xfrm>
          </p:grpSpPr>
          <p:grpSp>
            <p:nvGrpSpPr>
              <p:cNvPr id="452" name="组合 451">
                <a:extLst>
                  <a:ext uri="{FF2B5EF4-FFF2-40B4-BE49-F238E27FC236}">
                    <a16:creationId xmlns:a16="http://schemas.microsoft.com/office/drawing/2014/main" id="{FD769AEE-1B85-4480-9F81-7085D17D9AB4}"/>
                  </a:ext>
                </a:extLst>
              </p:cNvPr>
              <p:cNvGrpSpPr/>
              <p:nvPr/>
            </p:nvGrpSpPr>
            <p:grpSpPr>
              <a:xfrm>
                <a:off x="3581288" y="3316514"/>
                <a:ext cx="268062" cy="268062"/>
                <a:chOff x="2745015" y="3316514"/>
                <a:chExt cx="268062" cy="268062"/>
              </a:xfrm>
            </p:grpSpPr>
            <p:sp>
              <p:nvSpPr>
                <p:cNvPr id="465" name="椭圆 464">
                  <a:extLst>
                    <a:ext uri="{FF2B5EF4-FFF2-40B4-BE49-F238E27FC236}">
                      <a16:creationId xmlns:a16="http://schemas.microsoft.com/office/drawing/2014/main" id="{8A0D68C0-54CF-4A43-B5C6-02C066B807F0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6" name="直接连接符 465">
                  <a:extLst>
                    <a:ext uri="{FF2B5EF4-FFF2-40B4-BE49-F238E27FC236}">
                      <a16:creationId xmlns:a16="http://schemas.microsoft.com/office/drawing/2014/main" id="{7A34E14C-BD87-4885-B6B1-2CBFA9B634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3" name="组合 452">
                <a:extLst>
                  <a:ext uri="{FF2B5EF4-FFF2-40B4-BE49-F238E27FC236}">
                    <a16:creationId xmlns:a16="http://schemas.microsoft.com/office/drawing/2014/main" id="{487C3F31-9C6A-48AD-AAE3-7975FE0A2873}"/>
                  </a:ext>
                </a:extLst>
              </p:cNvPr>
              <p:cNvGrpSpPr/>
              <p:nvPr/>
            </p:nvGrpSpPr>
            <p:grpSpPr>
              <a:xfrm>
                <a:off x="3581288" y="3642166"/>
                <a:ext cx="268062" cy="268062"/>
                <a:chOff x="2745015" y="3316514"/>
                <a:chExt cx="268062" cy="268062"/>
              </a:xfrm>
            </p:grpSpPr>
            <p:sp>
              <p:nvSpPr>
                <p:cNvPr id="463" name="椭圆 462">
                  <a:extLst>
                    <a:ext uri="{FF2B5EF4-FFF2-40B4-BE49-F238E27FC236}">
                      <a16:creationId xmlns:a16="http://schemas.microsoft.com/office/drawing/2014/main" id="{0ECC3E11-44D7-4934-88BE-275D2EBE2753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4" name="直接连接符 463">
                  <a:extLst>
                    <a:ext uri="{FF2B5EF4-FFF2-40B4-BE49-F238E27FC236}">
                      <a16:creationId xmlns:a16="http://schemas.microsoft.com/office/drawing/2014/main" id="{01F75B11-719E-475A-894C-E826549A79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4" name="组合 453">
                <a:extLst>
                  <a:ext uri="{FF2B5EF4-FFF2-40B4-BE49-F238E27FC236}">
                    <a16:creationId xmlns:a16="http://schemas.microsoft.com/office/drawing/2014/main" id="{E4A05B32-17EC-4359-81F2-AFF9C8C7A366}"/>
                  </a:ext>
                </a:extLst>
              </p:cNvPr>
              <p:cNvGrpSpPr/>
              <p:nvPr/>
            </p:nvGrpSpPr>
            <p:grpSpPr>
              <a:xfrm>
                <a:off x="3581288" y="3967818"/>
                <a:ext cx="268062" cy="268062"/>
                <a:chOff x="2745015" y="3316514"/>
                <a:chExt cx="268062" cy="268062"/>
              </a:xfrm>
            </p:grpSpPr>
            <p:sp>
              <p:nvSpPr>
                <p:cNvPr id="461" name="椭圆 460">
                  <a:extLst>
                    <a:ext uri="{FF2B5EF4-FFF2-40B4-BE49-F238E27FC236}">
                      <a16:creationId xmlns:a16="http://schemas.microsoft.com/office/drawing/2014/main" id="{0C99026F-6A05-4D67-8A02-EFDF074D7364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2" name="直接连接符 461">
                  <a:extLst>
                    <a:ext uri="{FF2B5EF4-FFF2-40B4-BE49-F238E27FC236}">
                      <a16:creationId xmlns:a16="http://schemas.microsoft.com/office/drawing/2014/main" id="{36460E2E-A8FF-4D9E-ABC2-44AA66BA9F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5" name="组合 454">
                <a:extLst>
                  <a:ext uri="{FF2B5EF4-FFF2-40B4-BE49-F238E27FC236}">
                    <a16:creationId xmlns:a16="http://schemas.microsoft.com/office/drawing/2014/main" id="{3A047F0D-3477-424C-B2A6-5CB5F03CBC07}"/>
                  </a:ext>
                </a:extLst>
              </p:cNvPr>
              <p:cNvGrpSpPr/>
              <p:nvPr/>
            </p:nvGrpSpPr>
            <p:grpSpPr>
              <a:xfrm>
                <a:off x="3581288" y="4293470"/>
                <a:ext cx="268062" cy="268062"/>
                <a:chOff x="2745015" y="3316514"/>
                <a:chExt cx="268062" cy="268062"/>
              </a:xfrm>
            </p:grpSpPr>
            <p:sp>
              <p:nvSpPr>
                <p:cNvPr id="459" name="椭圆 458">
                  <a:extLst>
                    <a:ext uri="{FF2B5EF4-FFF2-40B4-BE49-F238E27FC236}">
                      <a16:creationId xmlns:a16="http://schemas.microsoft.com/office/drawing/2014/main" id="{CDFF3EDD-0691-4996-85D9-6EEFB785FB5A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0" name="直接连接符 459">
                  <a:extLst>
                    <a:ext uri="{FF2B5EF4-FFF2-40B4-BE49-F238E27FC236}">
                      <a16:creationId xmlns:a16="http://schemas.microsoft.com/office/drawing/2014/main" id="{98EDFC36-E4F6-4AF0-A29B-F95C4CA192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6" name="组合 455">
                <a:extLst>
                  <a:ext uri="{FF2B5EF4-FFF2-40B4-BE49-F238E27FC236}">
                    <a16:creationId xmlns:a16="http://schemas.microsoft.com/office/drawing/2014/main" id="{EA89C16B-1D2E-40D7-A9B4-D9530FE5F0DD}"/>
                  </a:ext>
                </a:extLst>
              </p:cNvPr>
              <p:cNvGrpSpPr/>
              <p:nvPr/>
            </p:nvGrpSpPr>
            <p:grpSpPr>
              <a:xfrm>
                <a:off x="3581288" y="4619122"/>
                <a:ext cx="268062" cy="268062"/>
                <a:chOff x="2745015" y="3316514"/>
                <a:chExt cx="268062" cy="268062"/>
              </a:xfrm>
            </p:grpSpPr>
            <p:sp>
              <p:nvSpPr>
                <p:cNvPr id="457" name="椭圆 456">
                  <a:extLst>
                    <a:ext uri="{FF2B5EF4-FFF2-40B4-BE49-F238E27FC236}">
                      <a16:creationId xmlns:a16="http://schemas.microsoft.com/office/drawing/2014/main" id="{31A2AFD0-636A-4FBB-A787-C28C7CE14F35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58" name="直接连接符 457">
                  <a:extLst>
                    <a:ext uri="{FF2B5EF4-FFF2-40B4-BE49-F238E27FC236}">
                      <a16:creationId xmlns:a16="http://schemas.microsoft.com/office/drawing/2014/main" id="{9F5D9C96-6757-4BFE-961B-C66FE0021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9" name="任意多边形: 形状 468">
              <a:extLst>
                <a:ext uri="{FF2B5EF4-FFF2-40B4-BE49-F238E27FC236}">
                  <a16:creationId xmlns:a16="http://schemas.microsoft.com/office/drawing/2014/main" id="{F2884D76-8DA8-415D-8B89-EA7DA847FFAF}"/>
                </a:ext>
              </a:extLst>
            </p:cNvPr>
            <p:cNvSpPr/>
            <p:nvPr/>
          </p:nvSpPr>
          <p:spPr>
            <a:xfrm rot="10800000" flipH="1">
              <a:off x="9882974" y="2526420"/>
              <a:ext cx="674048" cy="1054996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322056 h 2370522"/>
                <a:gd name="connsiteX1" fmla="*/ 1495425 w 3112544"/>
                <a:gd name="connsiteY1" fmla="*/ 2350631 h 2370522"/>
                <a:gd name="connsiteX2" fmla="*/ 2952750 w 3112544"/>
                <a:gd name="connsiteY2" fmla="*/ 2026781 h 2370522"/>
                <a:gd name="connsiteX3" fmla="*/ 3048000 w 3112544"/>
                <a:gd name="connsiteY3" fmla="*/ 226556 h 2370522"/>
                <a:gd name="connsiteX4" fmla="*/ 779350 w 3112544"/>
                <a:gd name="connsiteY4" fmla="*/ 34723 h 2370522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757361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914921" y="7320"/>
                    <a:pt x="757361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0" name="任意多边形: 形状 469">
              <a:extLst>
                <a:ext uri="{FF2B5EF4-FFF2-40B4-BE49-F238E27FC236}">
                  <a16:creationId xmlns:a16="http://schemas.microsoft.com/office/drawing/2014/main" id="{009BAA65-F4C2-4FA2-9096-E472366D110E}"/>
                </a:ext>
              </a:extLst>
            </p:cNvPr>
            <p:cNvSpPr/>
            <p:nvPr/>
          </p:nvSpPr>
          <p:spPr>
            <a:xfrm rot="10800000">
              <a:off x="8688755" y="2531798"/>
              <a:ext cx="524564" cy="1051129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400842 h 2449308"/>
                <a:gd name="connsiteX1" fmla="*/ 1495425 w 3112544"/>
                <a:gd name="connsiteY1" fmla="*/ 2429417 h 2449308"/>
                <a:gd name="connsiteX2" fmla="*/ 2952750 w 3112544"/>
                <a:gd name="connsiteY2" fmla="*/ 2105567 h 2449308"/>
                <a:gd name="connsiteX3" fmla="*/ 3048000 w 3112544"/>
                <a:gd name="connsiteY3" fmla="*/ 305342 h 2449308"/>
                <a:gd name="connsiteX4" fmla="*/ 453931 w 3112544"/>
                <a:gd name="connsiteY4" fmla="*/ 3004 h 2449308"/>
                <a:gd name="connsiteX0" fmla="*/ 0 w 3112544"/>
                <a:gd name="connsiteY0" fmla="*/ 2477111 h 2525577"/>
                <a:gd name="connsiteX1" fmla="*/ 1495425 w 3112544"/>
                <a:gd name="connsiteY1" fmla="*/ 2505686 h 2525577"/>
                <a:gd name="connsiteX2" fmla="*/ 2952750 w 3112544"/>
                <a:gd name="connsiteY2" fmla="*/ 2181836 h 2525577"/>
                <a:gd name="connsiteX3" fmla="*/ 3048000 w 3112544"/>
                <a:gd name="connsiteY3" fmla="*/ 381611 h 2525577"/>
                <a:gd name="connsiteX4" fmla="*/ 199600 w 3112544"/>
                <a:gd name="connsiteY4" fmla="*/ 238 h 2525577"/>
                <a:gd name="connsiteX0" fmla="*/ 0 w 3112544"/>
                <a:gd name="connsiteY0" fmla="*/ 2443548 h 2492014"/>
                <a:gd name="connsiteX1" fmla="*/ 1495425 w 3112544"/>
                <a:gd name="connsiteY1" fmla="*/ 2472123 h 2492014"/>
                <a:gd name="connsiteX2" fmla="*/ 2952750 w 3112544"/>
                <a:gd name="connsiteY2" fmla="*/ 2148273 h 2492014"/>
                <a:gd name="connsiteX3" fmla="*/ 3048000 w 3112544"/>
                <a:gd name="connsiteY3" fmla="*/ 348048 h 2492014"/>
                <a:gd name="connsiteX4" fmla="*/ 86565 w 3112544"/>
                <a:gd name="connsiteY4" fmla="*/ 548 h 2492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92014">
                  <a:moveTo>
                    <a:pt x="0" y="2443548"/>
                  </a:moveTo>
                  <a:cubicBezTo>
                    <a:pt x="457994" y="2466566"/>
                    <a:pt x="1003300" y="2521335"/>
                    <a:pt x="1495425" y="2472123"/>
                  </a:cubicBezTo>
                  <a:cubicBezTo>
                    <a:pt x="1987550" y="2422911"/>
                    <a:pt x="2693988" y="2502285"/>
                    <a:pt x="2952750" y="2148273"/>
                  </a:cubicBezTo>
                  <a:cubicBezTo>
                    <a:pt x="3211512" y="1794261"/>
                    <a:pt x="3087688" y="690948"/>
                    <a:pt x="3048000" y="348048"/>
                  </a:cubicBezTo>
                  <a:cubicBezTo>
                    <a:pt x="3008313" y="5148"/>
                    <a:pt x="244125" y="-3421"/>
                    <a:pt x="86565" y="54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71" name="组合 470">
              <a:extLst>
                <a:ext uri="{FF2B5EF4-FFF2-40B4-BE49-F238E27FC236}">
                  <a16:creationId xmlns:a16="http://schemas.microsoft.com/office/drawing/2014/main" id="{50A97ECC-094A-4626-89FA-5195C3899F4B}"/>
                </a:ext>
              </a:extLst>
            </p:cNvPr>
            <p:cNvGrpSpPr/>
            <p:nvPr/>
          </p:nvGrpSpPr>
          <p:grpSpPr>
            <a:xfrm rot="10800000" flipH="1" flipV="1">
              <a:off x="9191191" y="2362745"/>
              <a:ext cx="715431" cy="322947"/>
              <a:chOff x="2915443" y="4344145"/>
              <a:chExt cx="509929" cy="230183"/>
            </a:xfrm>
          </p:grpSpPr>
          <p:grpSp>
            <p:nvGrpSpPr>
              <p:cNvPr id="472" name="组合 471">
                <a:extLst>
                  <a:ext uri="{FF2B5EF4-FFF2-40B4-BE49-F238E27FC236}">
                    <a16:creationId xmlns:a16="http://schemas.microsoft.com/office/drawing/2014/main" id="{867FDDCD-479C-4C3C-AAB9-D3AE1D94C84D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475" name="直接连接符 474">
                  <a:extLst>
                    <a:ext uri="{FF2B5EF4-FFF2-40B4-BE49-F238E27FC236}">
                      <a16:creationId xmlns:a16="http://schemas.microsoft.com/office/drawing/2014/main" id="{A8FB519F-BE52-41DC-AB11-7E5EE1F9F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直接连接符 475">
                  <a:extLst>
                    <a:ext uri="{FF2B5EF4-FFF2-40B4-BE49-F238E27FC236}">
                      <a16:creationId xmlns:a16="http://schemas.microsoft.com/office/drawing/2014/main" id="{6A18A60E-2AE6-4932-9BF4-69CBAE17D52B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直接连接符 476">
                  <a:extLst>
                    <a:ext uri="{FF2B5EF4-FFF2-40B4-BE49-F238E27FC236}">
                      <a16:creationId xmlns:a16="http://schemas.microsoft.com/office/drawing/2014/main" id="{825AB278-BF4C-4BEF-8D7D-2D95BFCFB27E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直接连接符 477">
                  <a:extLst>
                    <a:ext uri="{FF2B5EF4-FFF2-40B4-BE49-F238E27FC236}">
                      <a16:creationId xmlns:a16="http://schemas.microsoft.com/office/drawing/2014/main" id="{DC0CC13A-B426-4E79-83FB-598B40C6468C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直接连接符 478">
                  <a:extLst>
                    <a:ext uri="{FF2B5EF4-FFF2-40B4-BE49-F238E27FC236}">
                      <a16:creationId xmlns:a16="http://schemas.microsoft.com/office/drawing/2014/main" id="{A6D9D481-0007-4BBB-B1EA-F926C87FF9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直接连接符 479">
                  <a:extLst>
                    <a:ext uri="{FF2B5EF4-FFF2-40B4-BE49-F238E27FC236}">
                      <a16:creationId xmlns:a16="http://schemas.microsoft.com/office/drawing/2014/main" id="{5A63F074-BB01-4DE3-9F2A-16EE265CA779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134D68CD-568C-4392-BCD7-A6616CDAB613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74" name="文本框 473">
                <a:extLst>
                  <a:ext uri="{FF2B5EF4-FFF2-40B4-BE49-F238E27FC236}">
                    <a16:creationId xmlns:a16="http://schemas.microsoft.com/office/drawing/2014/main" id="{6906C7F6-05B5-4E50-AEEF-94ECA50079B3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8" name="箭头: 左 7">
            <a:extLst>
              <a:ext uri="{FF2B5EF4-FFF2-40B4-BE49-F238E27FC236}">
                <a16:creationId xmlns:a16="http://schemas.microsoft.com/office/drawing/2014/main" id="{E722E9F0-EF67-48A6-A2E0-6E9E8ACA2675}"/>
              </a:ext>
            </a:extLst>
          </p:cNvPr>
          <p:cNvSpPr/>
          <p:nvPr/>
        </p:nvSpPr>
        <p:spPr>
          <a:xfrm flipH="1">
            <a:off x="7723203" y="3022600"/>
            <a:ext cx="517536" cy="325663"/>
          </a:xfrm>
          <a:prstGeom prst="leftArrow">
            <a:avLst/>
          </a:prstGeom>
          <a:solidFill>
            <a:srgbClr val="2DC8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文本框 480">
            <a:extLst>
              <a:ext uri="{FF2B5EF4-FFF2-40B4-BE49-F238E27FC236}">
                <a16:creationId xmlns:a16="http://schemas.microsoft.com/office/drawing/2014/main" id="{7EBA1059-454C-44AA-8726-0C76CCCECC97}"/>
              </a:ext>
            </a:extLst>
          </p:cNvPr>
          <p:cNvSpPr txBox="1"/>
          <p:nvPr/>
        </p:nvSpPr>
        <p:spPr>
          <a:xfrm>
            <a:off x="4107006" y="7604546"/>
            <a:ext cx="3977987" cy="1875861"/>
          </a:xfrm>
          <a:custGeom>
            <a:avLst/>
            <a:gdLst/>
            <a:ahLst/>
            <a:cxnLst/>
            <a:rect l="l" t="t" r="r" b="b"/>
            <a:pathLst>
              <a:path w="2020876" h="952965">
                <a:moveTo>
                  <a:pt x="1607739" y="820322"/>
                </a:moveTo>
                <a:cubicBezTo>
                  <a:pt x="1598800" y="820322"/>
                  <a:pt x="1590870" y="824816"/>
                  <a:pt x="1583949" y="833803"/>
                </a:cubicBezTo>
                <a:cubicBezTo>
                  <a:pt x="1577029" y="842790"/>
                  <a:pt x="1571454" y="854876"/>
                  <a:pt x="1567225" y="870063"/>
                </a:cubicBezTo>
                <a:cubicBezTo>
                  <a:pt x="1562996" y="885250"/>
                  <a:pt x="1560881" y="898851"/>
                  <a:pt x="1560881" y="910865"/>
                </a:cubicBezTo>
                <a:cubicBezTo>
                  <a:pt x="1560881" y="917882"/>
                  <a:pt x="1561914" y="923120"/>
                  <a:pt x="1563981" y="926581"/>
                </a:cubicBezTo>
                <a:cubicBezTo>
                  <a:pt x="1566047" y="930041"/>
                  <a:pt x="1569243" y="931771"/>
                  <a:pt x="1573569" y="931771"/>
                </a:cubicBezTo>
                <a:cubicBezTo>
                  <a:pt x="1579912" y="931771"/>
                  <a:pt x="1586376" y="928671"/>
                  <a:pt x="1592960" y="922472"/>
                </a:cubicBezTo>
                <a:cubicBezTo>
                  <a:pt x="1599544" y="916272"/>
                  <a:pt x="1604855" y="908991"/>
                  <a:pt x="1608892" y="900629"/>
                </a:cubicBezTo>
                <a:cubicBezTo>
                  <a:pt x="1612929" y="892266"/>
                  <a:pt x="1616533" y="880828"/>
                  <a:pt x="1619705" y="866315"/>
                </a:cubicBezTo>
                <a:lnTo>
                  <a:pt x="1620859" y="860980"/>
                </a:lnTo>
                <a:cubicBezTo>
                  <a:pt x="1622397" y="853867"/>
                  <a:pt x="1623166" y="846803"/>
                  <a:pt x="1623166" y="839786"/>
                </a:cubicBezTo>
                <a:cubicBezTo>
                  <a:pt x="1623166" y="833346"/>
                  <a:pt x="1621964" y="828492"/>
                  <a:pt x="1619561" y="825224"/>
                </a:cubicBezTo>
                <a:cubicBezTo>
                  <a:pt x="1617158" y="821956"/>
                  <a:pt x="1613217" y="820322"/>
                  <a:pt x="1607739" y="820322"/>
                </a:cubicBezTo>
                <a:close/>
                <a:moveTo>
                  <a:pt x="1669591" y="744196"/>
                </a:moveTo>
                <a:lnTo>
                  <a:pt x="1685883" y="744196"/>
                </a:lnTo>
                <a:lnTo>
                  <a:pt x="1649406" y="905675"/>
                </a:lnTo>
                <a:cubicBezTo>
                  <a:pt x="1647964" y="912019"/>
                  <a:pt x="1647243" y="917497"/>
                  <a:pt x="1647243" y="922111"/>
                </a:cubicBezTo>
                <a:cubicBezTo>
                  <a:pt x="1647243" y="925283"/>
                  <a:pt x="1647772" y="927734"/>
                  <a:pt x="1648829" y="929464"/>
                </a:cubicBezTo>
                <a:cubicBezTo>
                  <a:pt x="1649886" y="931194"/>
                  <a:pt x="1651713" y="932059"/>
                  <a:pt x="1654308" y="932059"/>
                </a:cubicBezTo>
                <a:cubicBezTo>
                  <a:pt x="1657287" y="932059"/>
                  <a:pt x="1660507" y="930714"/>
                  <a:pt x="1663968" y="928022"/>
                </a:cubicBezTo>
                <a:cubicBezTo>
                  <a:pt x="1667428" y="925331"/>
                  <a:pt x="1671465" y="921342"/>
                  <a:pt x="1676079" y="916056"/>
                </a:cubicBezTo>
                <a:lnTo>
                  <a:pt x="1686459" y="926436"/>
                </a:lnTo>
                <a:cubicBezTo>
                  <a:pt x="1676367" y="936529"/>
                  <a:pt x="1667668" y="943473"/>
                  <a:pt x="1660363" y="947270"/>
                </a:cubicBezTo>
                <a:cubicBezTo>
                  <a:pt x="1653058" y="951067"/>
                  <a:pt x="1645369" y="952965"/>
                  <a:pt x="1637295" y="952965"/>
                </a:cubicBezTo>
                <a:cubicBezTo>
                  <a:pt x="1629221" y="952965"/>
                  <a:pt x="1622829" y="950730"/>
                  <a:pt x="1618119" y="946261"/>
                </a:cubicBezTo>
                <a:cubicBezTo>
                  <a:pt x="1613410" y="941791"/>
                  <a:pt x="1611055" y="935904"/>
                  <a:pt x="1611055" y="928599"/>
                </a:cubicBezTo>
                <a:cubicBezTo>
                  <a:pt x="1611055" y="926196"/>
                  <a:pt x="1611343" y="923889"/>
                  <a:pt x="1611920" y="921679"/>
                </a:cubicBezTo>
                <a:lnTo>
                  <a:pt x="1610045" y="921246"/>
                </a:lnTo>
                <a:cubicBezTo>
                  <a:pt x="1600914" y="932300"/>
                  <a:pt x="1592384" y="940350"/>
                  <a:pt x="1584454" y="945396"/>
                </a:cubicBezTo>
                <a:cubicBezTo>
                  <a:pt x="1576524" y="950442"/>
                  <a:pt x="1567033" y="952965"/>
                  <a:pt x="1555979" y="952965"/>
                </a:cubicBezTo>
                <a:cubicBezTo>
                  <a:pt x="1545118" y="952965"/>
                  <a:pt x="1536683" y="949024"/>
                  <a:pt x="1530676" y="941143"/>
                </a:cubicBezTo>
                <a:cubicBezTo>
                  <a:pt x="1524669" y="933261"/>
                  <a:pt x="1521665" y="921871"/>
                  <a:pt x="1521665" y="906973"/>
                </a:cubicBezTo>
                <a:cubicBezTo>
                  <a:pt x="1521665" y="893997"/>
                  <a:pt x="1523539" y="881117"/>
                  <a:pt x="1527288" y="868333"/>
                </a:cubicBezTo>
                <a:cubicBezTo>
                  <a:pt x="1531036" y="855549"/>
                  <a:pt x="1536419" y="844520"/>
                  <a:pt x="1543436" y="835244"/>
                </a:cubicBezTo>
                <a:cubicBezTo>
                  <a:pt x="1550452" y="825969"/>
                  <a:pt x="1559271" y="818664"/>
                  <a:pt x="1569892" y="813329"/>
                </a:cubicBezTo>
                <a:cubicBezTo>
                  <a:pt x="1580513" y="807995"/>
                  <a:pt x="1592504" y="805328"/>
                  <a:pt x="1605864" y="805328"/>
                </a:cubicBezTo>
                <a:cubicBezTo>
                  <a:pt x="1614419" y="805328"/>
                  <a:pt x="1622685" y="806817"/>
                  <a:pt x="1630663" y="809797"/>
                </a:cubicBezTo>
                <a:lnTo>
                  <a:pt x="1635565" y="787738"/>
                </a:lnTo>
                <a:cubicBezTo>
                  <a:pt x="1636142" y="785335"/>
                  <a:pt x="1636814" y="781875"/>
                  <a:pt x="1637583" y="777357"/>
                </a:cubicBezTo>
                <a:cubicBezTo>
                  <a:pt x="1638352" y="772840"/>
                  <a:pt x="1638737" y="769427"/>
                  <a:pt x="1638737" y="767121"/>
                </a:cubicBezTo>
                <a:cubicBezTo>
                  <a:pt x="1638737" y="765006"/>
                  <a:pt x="1638520" y="763348"/>
                  <a:pt x="1638088" y="762146"/>
                </a:cubicBezTo>
                <a:cubicBezTo>
                  <a:pt x="1637655" y="760945"/>
                  <a:pt x="1637007" y="759960"/>
                  <a:pt x="1636142" y="759191"/>
                </a:cubicBezTo>
                <a:cubicBezTo>
                  <a:pt x="1635276" y="758422"/>
                  <a:pt x="1634123" y="757821"/>
                  <a:pt x="1632681" y="757389"/>
                </a:cubicBezTo>
                <a:cubicBezTo>
                  <a:pt x="1631240" y="756956"/>
                  <a:pt x="1628404" y="756451"/>
                  <a:pt x="1624175" y="755875"/>
                </a:cubicBezTo>
                <a:lnTo>
                  <a:pt x="1626482" y="746503"/>
                </a:lnTo>
                <a:close/>
                <a:moveTo>
                  <a:pt x="1360596" y="663346"/>
                </a:moveTo>
                <a:cubicBezTo>
                  <a:pt x="1371262" y="663346"/>
                  <a:pt x="1379394" y="664945"/>
                  <a:pt x="1384994" y="668145"/>
                </a:cubicBezTo>
                <a:cubicBezTo>
                  <a:pt x="1390594" y="671345"/>
                  <a:pt x="1395193" y="676911"/>
                  <a:pt x="1398793" y="684844"/>
                </a:cubicBezTo>
                <a:cubicBezTo>
                  <a:pt x="1402393" y="692777"/>
                  <a:pt x="1405793" y="705476"/>
                  <a:pt x="1408993" y="722942"/>
                </a:cubicBezTo>
                <a:lnTo>
                  <a:pt x="1410992" y="722942"/>
                </a:lnTo>
                <a:cubicBezTo>
                  <a:pt x="1420859" y="709076"/>
                  <a:pt x="1428525" y="698643"/>
                  <a:pt x="1433991" y="691644"/>
                </a:cubicBezTo>
                <a:cubicBezTo>
                  <a:pt x="1439457" y="684644"/>
                  <a:pt x="1444524" y="679045"/>
                  <a:pt x="1449190" y="674845"/>
                </a:cubicBezTo>
                <a:cubicBezTo>
                  <a:pt x="1453857" y="670645"/>
                  <a:pt x="1458390" y="667679"/>
                  <a:pt x="1462789" y="665945"/>
                </a:cubicBezTo>
                <a:cubicBezTo>
                  <a:pt x="1467189" y="664212"/>
                  <a:pt x="1472389" y="663346"/>
                  <a:pt x="1478388" y="663346"/>
                </a:cubicBezTo>
                <a:cubicBezTo>
                  <a:pt x="1485055" y="663346"/>
                  <a:pt x="1491788" y="664545"/>
                  <a:pt x="1498587" y="666945"/>
                </a:cubicBezTo>
                <a:lnTo>
                  <a:pt x="1489188" y="710143"/>
                </a:lnTo>
                <a:lnTo>
                  <a:pt x="1471189" y="710143"/>
                </a:lnTo>
                <a:cubicBezTo>
                  <a:pt x="1470522" y="704543"/>
                  <a:pt x="1468056" y="701743"/>
                  <a:pt x="1463789" y="701743"/>
                </a:cubicBezTo>
                <a:cubicBezTo>
                  <a:pt x="1461923" y="701743"/>
                  <a:pt x="1459956" y="702210"/>
                  <a:pt x="1457890" y="703143"/>
                </a:cubicBezTo>
                <a:cubicBezTo>
                  <a:pt x="1455823" y="704076"/>
                  <a:pt x="1453090" y="706176"/>
                  <a:pt x="1449690" y="709443"/>
                </a:cubicBezTo>
                <a:cubicBezTo>
                  <a:pt x="1446290" y="712709"/>
                  <a:pt x="1442057" y="717442"/>
                  <a:pt x="1436991" y="723642"/>
                </a:cubicBezTo>
                <a:cubicBezTo>
                  <a:pt x="1431924" y="729841"/>
                  <a:pt x="1424325" y="739274"/>
                  <a:pt x="1414192" y="751940"/>
                </a:cubicBezTo>
                <a:cubicBezTo>
                  <a:pt x="1418859" y="780072"/>
                  <a:pt x="1422692" y="800237"/>
                  <a:pt x="1425692" y="812436"/>
                </a:cubicBezTo>
                <a:cubicBezTo>
                  <a:pt x="1428691" y="824636"/>
                  <a:pt x="1431791" y="832535"/>
                  <a:pt x="1434991" y="836135"/>
                </a:cubicBezTo>
                <a:cubicBezTo>
                  <a:pt x="1436858" y="838135"/>
                  <a:pt x="1439124" y="839135"/>
                  <a:pt x="1441791" y="839135"/>
                </a:cubicBezTo>
                <a:cubicBezTo>
                  <a:pt x="1445124" y="839135"/>
                  <a:pt x="1448223" y="837835"/>
                  <a:pt x="1451090" y="835235"/>
                </a:cubicBezTo>
                <a:cubicBezTo>
                  <a:pt x="1453957" y="832635"/>
                  <a:pt x="1457656" y="826802"/>
                  <a:pt x="1462189" y="817736"/>
                </a:cubicBezTo>
                <a:lnTo>
                  <a:pt x="1480388" y="826136"/>
                </a:lnTo>
                <a:cubicBezTo>
                  <a:pt x="1472655" y="840268"/>
                  <a:pt x="1463889" y="850801"/>
                  <a:pt x="1454090" y="857734"/>
                </a:cubicBezTo>
                <a:cubicBezTo>
                  <a:pt x="1444290" y="864667"/>
                  <a:pt x="1432791" y="868133"/>
                  <a:pt x="1419592" y="868133"/>
                </a:cubicBezTo>
                <a:cubicBezTo>
                  <a:pt x="1411459" y="868133"/>
                  <a:pt x="1404960" y="867100"/>
                  <a:pt x="1400093" y="865033"/>
                </a:cubicBezTo>
                <a:cubicBezTo>
                  <a:pt x="1395227" y="862967"/>
                  <a:pt x="1391094" y="859534"/>
                  <a:pt x="1387694" y="854734"/>
                </a:cubicBezTo>
                <a:cubicBezTo>
                  <a:pt x="1384294" y="849934"/>
                  <a:pt x="1381294" y="843168"/>
                  <a:pt x="1378694" y="834435"/>
                </a:cubicBezTo>
                <a:cubicBezTo>
                  <a:pt x="1376095" y="825702"/>
                  <a:pt x="1373661" y="814270"/>
                  <a:pt x="1371395" y="800137"/>
                </a:cubicBezTo>
                <a:lnTo>
                  <a:pt x="1369395" y="800137"/>
                </a:lnTo>
                <a:cubicBezTo>
                  <a:pt x="1358062" y="816403"/>
                  <a:pt x="1348996" y="828802"/>
                  <a:pt x="1342197" y="837335"/>
                </a:cubicBezTo>
                <a:cubicBezTo>
                  <a:pt x="1335397" y="845868"/>
                  <a:pt x="1329564" y="852267"/>
                  <a:pt x="1324698" y="856534"/>
                </a:cubicBezTo>
                <a:cubicBezTo>
                  <a:pt x="1319831" y="860800"/>
                  <a:pt x="1315165" y="863800"/>
                  <a:pt x="1310699" y="865533"/>
                </a:cubicBezTo>
                <a:cubicBezTo>
                  <a:pt x="1306232" y="867266"/>
                  <a:pt x="1300866" y="868133"/>
                  <a:pt x="1294600" y="868133"/>
                </a:cubicBezTo>
                <a:cubicBezTo>
                  <a:pt x="1291666" y="868133"/>
                  <a:pt x="1288100" y="867766"/>
                  <a:pt x="1283900" y="867033"/>
                </a:cubicBezTo>
                <a:cubicBezTo>
                  <a:pt x="1279700" y="866300"/>
                  <a:pt x="1276534" y="865533"/>
                  <a:pt x="1274401" y="864733"/>
                </a:cubicBezTo>
                <a:lnTo>
                  <a:pt x="1283800" y="821336"/>
                </a:lnTo>
                <a:lnTo>
                  <a:pt x="1301799" y="821336"/>
                </a:lnTo>
                <a:cubicBezTo>
                  <a:pt x="1301932" y="824136"/>
                  <a:pt x="1302632" y="826236"/>
                  <a:pt x="1303899" y="827635"/>
                </a:cubicBezTo>
                <a:cubicBezTo>
                  <a:pt x="1305166" y="829035"/>
                  <a:pt x="1306799" y="829735"/>
                  <a:pt x="1308799" y="829735"/>
                </a:cubicBezTo>
                <a:cubicBezTo>
                  <a:pt x="1311199" y="829735"/>
                  <a:pt x="1313432" y="829235"/>
                  <a:pt x="1315498" y="828235"/>
                </a:cubicBezTo>
                <a:cubicBezTo>
                  <a:pt x="1317565" y="827236"/>
                  <a:pt x="1320431" y="825002"/>
                  <a:pt x="1324098" y="821536"/>
                </a:cubicBezTo>
                <a:cubicBezTo>
                  <a:pt x="1327764" y="818069"/>
                  <a:pt x="1332397" y="812970"/>
                  <a:pt x="1337997" y="806237"/>
                </a:cubicBezTo>
                <a:cubicBezTo>
                  <a:pt x="1343597" y="799504"/>
                  <a:pt x="1353063" y="787671"/>
                  <a:pt x="1366395" y="770739"/>
                </a:cubicBezTo>
                <a:cubicBezTo>
                  <a:pt x="1363595" y="755007"/>
                  <a:pt x="1360962" y="741441"/>
                  <a:pt x="1358496" y="730041"/>
                </a:cubicBezTo>
                <a:cubicBezTo>
                  <a:pt x="1356029" y="718642"/>
                  <a:pt x="1353796" y="710376"/>
                  <a:pt x="1351796" y="705243"/>
                </a:cubicBezTo>
                <a:cubicBezTo>
                  <a:pt x="1349796" y="700110"/>
                  <a:pt x="1347896" y="696677"/>
                  <a:pt x="1346096" y="694944"/>
                </a:cubicBezTo>
                <a:cubicBezTo>
                  <a:pt x="1344297" y="693210"/>
                  <a:pt x="1342263" y="692344"/>
                  <a:pt x="1339997" y="692344"/>
                </a:cubicBezTo>
                <a:cubicBezTo>
                  <a:pt x="1337330" y="692344"/>
                  <a:pt x="1334997" y="693044"/>
                  <a:pt x="1332997" y="694444"/>
                </a:cubicBezTo>
                <a:cubicBezTo>
                  <a:pt x="1330997" y="695844"/>
                  <a:pt x="1328897" y="698110"/>
                  <a:pt x="1326698" y="701243"/>
                </a:cubicBezTo>
                <a:cubicBezTo>
                  <a:pt x="1324498" y="704376"/>
                  <a:pt x="1322131" y="708543"/>
                  <a:pt x="1319598" y="713742"/>
                </a:cubicBezTo>
                <a:lnTo>
                  <a:pt x="1301399" y="705343"/>
                </a:lnTo>
                <a:cubicBezTo>
                  <a:pt x="1309132" y="691210"/>
                  <a:pt x="1317831" y="680678"/>
                  <a:pt x="1327498" y="673745"/>
                </a:cubicBezTo>
                <a:cubicBezTo>
                  <a:pt x="1337164" y="666812"/>
                  <a:pt x="1348196" y="663346"/>
                  <a:pt x="1360596" y="663346"/>
                </a:cubicBezTo>
                <a:close/>
                <a:moveTo>
                  <a:pt x="574299" y="499914"/>
                </a:moveTo>
                <a:lnTo>
                  <a:pt x="820684" y="499914"/>
                </a:lnTo>
                <a:lnTo>
                  <a:pt x="820684" y="526512"/>
                </a:lnTo>
                <a:lnTo>
                  <a:pt x="574299" y="526512"/>
                </a:lnTo>
                <a:close/>
                <a:moveTo>
                  <a:pt x="251082" y="477631"/>
                </a:moveTo>
                <a:lnTo>
                  <a:pt x="409965" y="477631"/>
                </a:lnTo>
                <a:lnTo>
                  <a:pt x="398575" y="529823"/>
                </a:lnTo>
                <a:lnTo>
                  <a:pt x="380121" y="529823"/>
                </a:lnTo>
                <a:cubicBezTo>
                  <a:pt x="380024" y="519154"/>
                  <a:pt x="379400" y="511681"/>
                  <a:pt x="378246" y="507404"/>
                </a:cubicBezTo>
                <a:cubicBezTo>
                  <a:pt x="377093" y="503127"/>
                  <a:pt x="375243" y="499907"/>
                  <a:pt x="372695" y="497744"/>
                </a:cubicBezTo>
                <a:cubicBezTo>
                  <a:pt x="370148" y="495581"/>
                  <a:pt x="366568" y="494500"/>
                  <a:pt x="361954" y="494500"/>
                </a:cubicBezTo>
                <a:lnTo>
                  <a:pt x="349122" y="494500"/>
                </a:lnTo>
                <a:lnTo>
                  <a:pt x="318124" y="635505"/>
                </a:lnTo>
                <a:cubicBezTo>
                  <a:pt x="317452" y="638677"/>
                  <a:pt x="316971" y="641369"/>
                  <a:pt x="316683" y="643579"/>
                </a:cubicBezTo>
                <a:cubicBezTo>
                  <a:pt x="316394" y="645790"/>
                  <a:pt x="316250" y="648722"/>
                  <a:pt x="316250" y="652374"/>
                </a:cubicBezTo>
                <a:cubicBezTo>
                  <a:pt x="316250" y="656796"/>
                  <a:pt x="317379" y="659919"/>
                  <a:pt x="319638" y="661746"/>
                </a:cubicBezTo>
                <a:cubicBezTo>
                  <a:pt x="321897" y="663572"/>
                  <a:pt x="325429" y="664629"/>
                  <a:pt x="330235" y="664918"/>
                </a:cubicBezTo>
                <a:lnTo>
                  <a:pt x="328217" y="674433"/>
                </a:lnTo>
                <a:lnTo>
                  <a:pt x="251659" y="674433"/>
                </a:lnTo>
                <a:lnTo>
                  <a:pt x="253677" y="664918"/>
                </a:lnTo>
                <a:cubicBezTo>
                  <a:pt x="257906" y="664341"/>
                  <a:pt x="261270" y="663091"/>
                  <a:pt x="263770" y="661169"/>
                </a:cubicBezTo>
                <a:cubicBezTo>
                  <a:pt x="266269" y="659247"/>
                  <a:pt x="268359" y="656387"/>
                  <a:pt x="270041" y="652590"/>
                </a:cubicBezTo>
                <a:cubicBezTo>
                  <a:pt x="271723" y="648794"/>
                  <a:pt x="273429" y="643099"/>
                  <a:pt x="275160" y="635505"/>
                </a:cubicBezTo>
                <a:lnTo>
                  <a:pt x="306158" y="494500"/>
                </a:lnTo>
                <a:lnTo>
                  <a:pt x="294623" y="494500"/>
                </a:lnTo>
                <a:cubicBezTo>
                  <a:pt x="289337" y="494500"/>
                  <a:pt x="285060" y="495293"/>
                  <a:pt x="281792" y="496879"/>
                </a:cubicBezTo>
                <a:cubicBezTo>
                  <a:pt x="278524" y="498465"/>
                  <a:pt x="274871" y="501781"/>
                  <a:pt x="270834" y="506827"/>
                </a:cubicBezTo>
                <a:cubicBezTo>
                  <a:pt x="266797" y="511873"/>
                  <a:pt x="262904" y="518530"/>
                  <a:pt x="259156" y="526796"/>
                </a:cubicBezTo>
                <a:lnTo>
                  <a:pt x="240269" y="526796"/>
                </a:lnTo>
                <a:close/>
                <a:moveTo>
                  <a:pt x="963601" y="455358"/>
                </a:moveTo>
                <a:lnTo>
                  <a:pt x="1492239" y="455358"/>
                </a:lnTo>
                <a:lnTo>
                  <a:pt x="2020876" y="455358"/>
                </a:lnTo>
                <a:lnTo>
                  <a:pt x="2020876" y="483933"/>
                </a:lnTo>
                <a:lnTo>
                  <a:pt x="1492239" y="483933"/>
                </a:lnTo>
                <a:lnTo>
                  <a:pt x="963601" y="483933"/>
                </a:lnTo>
                <a:close/>
                <a:moveTo>
                  <a:pt x="574299" y="416919"/>
                </a:moveTo>
                <a:lnTo>
                  <a:pt x="820684" y="416919"/>
                </a:lnTo>
                <a:lnTo>
                  <a:pt x="820684" y="443517"/>
                </a:lnTo>
                <a:lnTo>
                  <a:pt x="574299" y="443517"/>
                </a:lnTo>
                <a:close/>
                <a:moveTo>
                  <a:pt x="156790" y="312525"/>
                </a:moveTo>
                <a:cubicBezTo>
                  <a:pt x="179589" y="312525"/>
                  <a:pt x="201987" y="315792"/>
                  <a:pt x="223986" y="322324"/>
                </a:cubicBezTo>
                <a:lnTo>
                  <a:pt x="211187" y="380721"/>
                </a:lnTo>
                <a:lnTo>
                  <a:pt x="184988" y="380721"/>
                </a:lnTo>
                <a:cubicBezTo>
                  <a:pt x="184588" y="368855"/>
                  <a:pt x="183388" y="359922"/>
                  <a:pt x="181389" y="353923"/>
                </a:cubicBezTo>
                <a:cubicBezTo>
                  <a:pt x="179389" y="347923"/>
                  <a:pt x="176255" y="343423"/>
                  <a:pt x="171989" y="340423"/>
                </a:cubicBezTo>
                <a:cubicBezTo>
                  <a:pt x="167723" y="337424"/>
                  <a:pt x="161923" y="335924"/>
                  <a:pt x="154590" y="335924"/>
                </a:cubicBezTo>
                <a:cubicBezTo>
                  <a:pt x="143391" y="335924"/>
                  <a:pt x="132325" y="340323"/>
                  <a:pt x="121392" y="349123"/>
                </a:cubicBezTo>
                <a:cubicBezTo>
                  <a:pt x="110460" y="357922"/>
                  <a:pt x="100360" y="371222"/>
                  <a:pt x="91094" y="389020"/>
                </a:cubicBezTo>
                <a:cubicBezTo>
                  <a:pt x="81828" y="406819"/>
                  <a:pt x="74362" y="427851"/>
                  <a:pt x="68695" y="452117"/>
                </a:cubicBezTo>
                <a:cubicBezTo>
                  <a:pt x="63029" y="476382"/>
                  <a:pt x="60196" y="498247"/>
                  <a:pt x="60196" y="517713"/>
                </a:cubicBezTo>
                <a:cubicBezTo>
                  <a:pt x="60196" y="528912"/>
                  <a:pt x="61229" y="538178"/>
                  <a:pt x="63296" y="545511"/>
                </a:cubicBezTo>
                <a:cubicBezTo>
                  <a:pt x="65362" y="552844"/>
                  <a:pt x="68962" y="558510"/>
                  <a:pt x="74095" y="562510"/>
                </a:cubicBezTo>
                <a:cubicBezTo>
                  <a:pt x="79228" y="566510"/>
                  <a:pt x="86328" y="568509"/>
                  <a:pt x="95394" y="568509"/>
                </a:cubicBezTo>
                <a:cubicBezTo>
                  <a:pt x="109260" y="568509"/>
                  <a:pt x="120759" y="565043"/>
                  <a:pt x="129892" y="558110"/>
                </a:cubicBezTo>
                <a:cubicBezTo>
                  <a:pt x="139024" y="551177"/>
                  <a:pt x="147257" y="539245"/>
                  <a:pt x="154590" y="522312"/>
                </a:cubicBezTo>
                <a:lnTo>
                  <a:pt x="180789" y="522312"/>
                </a:lnTo>
                <a:lnTo>
                  <a:pt x="167989" y="581309"/>
                </a:lnTo>
                <a:cubicBezTo>
                  <a:pt x="155057" y="585042"/>
                  <a:pt x="142191" y="587742"/>
                  <a:pt x="129392" y="589408"/>
                </a:cubicBezTo>
                <a:cubicBezTo>
                  <a:pt x="116592" y="591075"/>
                  <a:pt x="102860" y="591908"/>
                  <a:pt x="88194" y="591908"/>
                </a:cubicBezTo>
                <a:cubicBezTo>
                  <a:pt x="59796" y="591908"/>
                  <a:pt x="37997" y="584142"/>
                  <a:pt x="22798" y="568609"/>
                </a:cubicBezTo>
                <a:cubicBezTo>
                  <a:pt x="7599" y="553077"/>
                  <a:pt x="0" y="530712"/>
                  <a:pt x="0" y="501514"/>
                </a:cubicBezTo>
                <a:cubicBezTo>
                  <a:pt x="0" y="490448"/>
                  <a:pt x="1200" y="477715"/>
                  <a:pt x="3599" y="463316"/>
                </a:cubicBezTo>
                <a:cubicBezTo>
                  <a:pt x="7466" y="440517"/>
                  <a:pt x="13865" y="419452"/>
                  <a:pt x="22798" y="400120"/>
                </a:cubicBezTo>
                <a:cubicBezTo>
                  <a:pt x="31731" y="380788"/>
                  <a:pt x="42964" y="364555"/>
                  <a:pt x="56496" y="351423"/>
                </a:cubicBezTo>
                <a:cubicBezTo>
                  <a:pt x="70029" y="338290"/>
                  <a:pt x="85228" y="328524"/>
                  <a:pt x="102093" y="322125"/>
                </a:cubicBezTo>
                <a:cubicBezTo>
                  <a:pt x="118959" y="315725"/>
                  <a:pt x="137191" y="312525"/>
                  <a:pt x="156790" y="312525"/>
                </a:cubicBezTo>
                <a:close/>
                <a:moveTo>
                  <a:pt x="1492332" y="214778"/>
                </a:moveTo>
                <a:cubicBezTo>
                  <a:pt x="1500310" y="214778"/>
                  <a:pt x="1506677" y="217012"/>
                  <a:pt x="1511435" y="221482"/>
                </a:cubicBezTo>
                <a:cubicBezTo>
                  <a:pt x="1516193" y="225951"/>
                  <a:pt x="1518572" y="231839"/>
                  <a:pt x="1518572" y="239144"/>
                </a:cubicBezTo>
                <a:cubicBezTo>
                  <a:pt x="1518572" y="241739"/>
                  <a:pt x="1518043" y="245007"/>
                  <a:pt x="1516986" y="248948"/>
                </a:cubicBezTo>
                <a:lnTo>
                  <a:pt x="1518139" y="249380"/>
                </a:lnTo>
                <a:cubicBezTo>
                  <a:pt x="1526213" y="238038"/>
                  <a:pt x="1534672" y="229436"/>
                  <a:pt x="1543515" y="223572"/>
                </a:cubicBezTo>
                <a:cubicBezTo>
                  <a:pt x="1552358" y="217709"/>
                  <a:pt x="1562162" y="214778"/>
                  <a:pt x="1572927" y="214778"/>
                </a:cubicBezTo>
                <a:cubicBezTo>
                  <a:pt x="1579271" y="214778"/>
                  <a:pt x="1585999" y="215691"/>
                  <a:pt x="1593112" y="217517"/>
                </a:cubicBezTo>
                <a:lnTo>
                  <a:pt x="1584605" y="256301"/>
                </a:lnTo>
                <a:lnTo>
                  <a:pt x="1558797" y="256301"/>
                </a:lnTo>
                <a:cubicBezTo>
                  <a:pt x="1558797" y="249861"/>
                  <a:pt x="1558101" y="245391"/>
                  <a:pt x="1556707" y="242892"/>
                </a:cubicBezTo>
                <a:cubicBezTo>
                  <a:pt x="1555313" y="240393"/>
                  <a:pt x="1552934" y="239144"/>
                  <a:pt x="1549570" y="239144"/>
                </a:cubicBezTo>
                <a:cubicBezTo>
                  <a:pt x="1546975" y="239144"/>
                  <a:pt x="1544139" y="240057"/>
                  <a:pt x="1541064" y="241883"/>
                </a:cubicBezTo>
                <a:cubicBezTo>
                  <a:pt x="1537988" y="243709"/>
                  <a:pt x="1534311" y="247266"/>
                  <a:pt x="1530034" y="252552"/>
                </a:cubicBezTo>
                <a:cubicBezTo>
                  <a:pt x="1525757" y="257839"/>
                  <a:pt x="1522537" y="262885"/>
                  <a:pt x="1520374" y="267691"/>
                </a:cubicBezTo>
                <a:cubicBezTo>
                  <a:pt x="1518212" y="272497"/>
                  <a:pt x="1516313" y="278648"/>
                  <a:pt x="1514679" y="286145"/>
                </a:cubicBezTo>
                <a:lnTo>
                  <a:pt x="1498387" y="360108"/>
                </a:lnTo>
                <a:lnTo>
                  <a:pt x="1457008" y="360108"/>
                </a:lnTo>
                <a:lnTo>
                  <a:pt x="1480221" y="259905"/>
                </a:lnTo>
                <a:cubicBezTo>
                  <a:pt x="1481663" y="253657"/>
                  <a:pt x="1482383" y="248900"/>
                  <a:pt x="1482383" y="245632"/>
                </a:cubicBezTo>
                <a:cubicBezTo>
                  <a:pt x="1482383" y="242460"/>
                  <a:pt x="1481855" y="240009"/>
                  <a:pt x="1480798" y="238278"/>
                </a:cubicBezTo>
                <a:cubicBezTo>
                  <a:pt x="1479740" y="236548"/>
                  <a:pt x="1477914" y="235683"/>
                  <a:pt x="1475319" y="235683"/>
                </a:cubicBezTo>
                <a:cubicBezTo>
                  <a:pt x="1472339" y="235683"/>
                  <a:pt x="1469119" y="237029"/>
                  <a:pt x="1465659" y="239720"/>
                </a:cubicBezTo>
                <a:cubicBezTo>
                  <a:pt x="1462199" y="242412"/>
                  <a:pt x="1458162" y="246400"/>
                  <a:pt x="1453548" y="251687"/>
                </a:cubicBezTo>
                <a:lnTo>
                  <a:pt x="1443167" y="241306"/>
                </a:lnTo>
                <a:cubicBezTo>
                  <a:pt x="1452779" y="231502"/>
                  <a:pt x="1461310" y="224630"/>
                  <a:pt x="1468759" y="220689"/>
                </a:cubicBezTo>
                <a:cubicBezTo>
                  <a:pt x="1476208" y="216748"/>
                  <a:pt x="1484065" y="214778"/>
                  <a:pt x="1492332" y="214778"/>
                </a:cubicBezTo>
                <a:close/>
                <a:moveTo>
                  <a:pt x="1918613" y="177147"/>
                </a:moveTo>
                <a:cubicBezTo>
                  <a:pt x="1911788" y="177147"/>
                  <a:pt x="1906406" y="180151"/>
                  <a:pt x="1902465" y="186158"/>
                </a:cubicBezTo>
                <a:cubicBezTo>
                  <a:pt x="1898524" y="192166"/>
                  <a:pt x="1895688" y="201105"/>
                  <a:pt x="1893958" y="212975"/>
                </a:cubicBezTo>
                <a:cubicBezTo>
                  <a:pt x="1892228" y="224846"/>
                  <a:pt x="1891363" y="240297"/>
                  <a:pt x="1891363" y="259328"/>
                </a:cubicBezTo>
                <a:cubicBezTo>
                  <a:pt x="1891363" y="280474"/>
                  <a:pt x="1892300" y="297295"/>
                  <a:pt x="1894175" y="309790"/>
                </a:cubicBezTo>
                <a:cubicBezTo>
                  <a:pt x="1896049" y="322286"/>
                  <a:pt x="1899005" y="331489"/>
                  <a:pt x="1903042" y="337400"/>
                </a:cubicBezTo>
                <a:cubicBezTo>
                  <a:pt x="1907078" y="343312"/>
                  <a:pt x="1912461" y="346267"/>
                  <a:pt x="1919189" y="346267"/>
                </a:cubicBezTo>
                <a:cubicBezTo>
                  <a:pt x="1922842" y="346267"/>
                  <a:pt x="1926038" y="345378"/>
                  <a:pt x="1928777" y="343600"/>
                </a:cubicBezTo>
                <a:cubicBezTo>
                  <a:pt x="1931517" y="341822"/>
                  <a:pt x="1933968" y="339034"/>
                  <a:pt x="1936130" y="335238"/>
                </a:cubicBezTo>
                <a:cubicBezTo>
                  <a:pt x="1938293" y="331441"/>
                  <a:pt x="1940143" y="326395"/>
                  <a:pt x="1941681" y="320099"/>
                </a:cubicBezTo>
                <a:cubicBezTo>
                  <a:pt x="1943219" y="313803"/>
                  <a:pt x="1944324" y="305970"/>
                  <a:pt x="1944997" y="296598"/>
                </a:cubicBezTo>
                <a:cubicBezTo>
                  <a:pt x="1945670" y="287227"/>
                  <a:pt x="1946006" y="276774"/>
                  <a:pt x="1946006" y="265240"/>
                </a:cubicBezTo>
                <a:cubicBezTo>
                  <a:pt x="1946006" y="248034"/>
                  <a:pt x="1945358" y="233569"/>
                  <a:pt x="1944060" y="221842"/>
                </a:cubicBezTo>
                <a:cubicBezTo>
                  <a:pt x="1942762" y="210116"/>
                  <a:pt x="1940912" y="201081"/>
                  <a:pt x="1938509" y="194737"/>
                </a:cubicBezTo>
                <a:cubicBezTo>
                  <a:pt x="1936106" y="188393"/>
                  <a:pt x="1933271" y="183876"/>
                  <a:pt x="1930003" y="181184"/>
                </a:cubicBezTo>
                <a:cubicBezTo>
                  <a:pt x="1926735" y="178493"/>
                  <a:pt x="1922938" y="177147"/>
                  <a:pt x="1918613" y="177147"/>
                </a:cubicBezTo>
                <a:close/>
                <a:moveTo>
                  <a:pt x="1919478" y="160999"/>
                </a:moveTo>
                <a:cubicBezTo>
                  <a:pt x="1943123" y="160999"/>
                  <a:pt x="1960761" y="169049"/>
                  <a:pt x="1972391" y="185149"/>
                </a:cubicBezTo>
                <a:cubicBezTo>
                  <a:pt x="1984021" y="201249"/>
                  <a:pt x="1989836" y="225879"/>
                  <a:pt x="1989836" y="259040"/>
                </a:cubicBezTo>
                <a:cubicBezTo>
                  <a:pt x="1989836" y="293066"/>
                  <a:pt x="1983661" y="318801"/>
                  <a:pt x="1971309" y="336247"/>
                </a:cubicBezTo>
                <a:cubicBezTo>
                  <a:pt x="1958958" y="353692"/>
                  <a:pt x="1940816" y="362415"/>
                  <a:pt x="1916883" y="362415"/>
                </a:cubicBezTo>
                <a:cubicBezTo>
                  <a:pt x="1893237" y="362415"/>
                  <a:pt x="1875768" y="354221"/>
                  <a:pt x="1864474" y="337833"/>
                </a:cubicBezTo>
                <a:cubicBezTo>
                  <a:pt x="1853180" y="321445"/>
                  <a:pt x="1847533" y="296670"/>
                  <a:pt x="1847533" y="263509"/>
                </a:cubicBezTo>
                <a:cubicBezTo>
                  <a:pt x="1847533" y="230253"/>
                  <a:pt x="1853829" y="204853"/>
                  <a:pt x="1866420" y="187312"/>
                </a:cubicBezTo>
                <a:cubicBezTo>
                  <a:pt x="1879012" y="169770"/>
                  <a:pt x="1896698" y="160999"/>
                  <a:pt x="1919478" y="160999"/>
                </a:cubicBezTo>
                <a:close/>
                <a:moveTo>
                  <a:pt x="1755818" y="72796"/>
                </a:moveTo>
                <a:cubicBezTo>
                  <a:pt x="1781150" y="72796"/>
                  <a:pt x="1804482" y="76395"/>
                  <a:pt x="1825814" y="83595"/>
                </a:cubicBezTo>
                <a:lnTo>
                  <a:pt x="1816414" y="125192"/>
                </a:lnTo>
                <a:lnTo>
                  <a:pt x="1787416" y="125192"/>
                </a:lnTo>
                <a:cubicBezTo>
                  <a:pt x="1786749" y="114926"/>
                  <a:pt x="1783683" y="107093"/>
                  <a:pt x="1778217" y="101694"/>
                </a:cubicBezTo>
                <a:cubicBezTo>
                  <a:pt x="1772750" y="96294"/>
                  <a:pt x="1765551" y="93594"/>
                  <a:pt x="1756618" y="93594"/>
                </a:cubicBezTo>
                <a:cubicBezTo>
                  <a:pt x="1750352" y="93594"/>
                  <a:pt x="1744519" y="94994"/>
                  <a:pt x="1739119" y="97794"/>
                </a:cubicBezTo>
                <a:cubicBezTo>
                  <a:pt x="1733719" y="100594"/>
                  <a:pt x="1729386" y="104694"/>
                  <a:pt x="1726120" y="110093"/>
                </a:cubicBezTo>
                <a:cubicBezTo>
                  <a:pt x="1722853" y="115493"/>
                  <a:pt x="1721220" y="121793"/>
                  <a:pt x="1721220" y="128992"/>
                </a:cubicBezTo>
                <a:cubicBezTo>
                  <a:pt x="1721220" y="139258"/>
                  <a:pt x="1724253" y="146524"/>
                  <a:pt x="1730320" y="150791"/>
                </a:cubicBezTo>
                <a:cubicBezTo>
                  <a:pt x="1736386" y="155057"/>
                  <a:pt x="1746152" y="157190"/>
                  <a:pt x="1759618" y="157190"/>
                </a:cubicBezTo>
                <a:lnTo>
                  <a:pt x="1786216" y="157190"/>
                </a:lnTo>
                <a:lnTo>
                  <a:pt x="1780616" y="181989"/>
                </a:lnTo>
                <a:lnTo>
                  <a:pt x="1761818" y="181989"/>
                </a:lnTo>
                <a:cubicBezTo>
                  <a:pt x="1749152" y="181989"/>
                  <a:pt x="1739086" y="182956"/>
                  <a:pt x="1731619" y="184889"/>
                </a:cubicBezTo>
                <a:cubicBezTo>
                  <a:pt x="1724153" y="186822"/>
                  <a:pt x="1717754" y="189588"/>
                  <a:pt x="1712421" y="193188"/>
                </a:cubicBezTo>
                <a:cubicBezTo>
                  <a:pt x="1707088" y="196788"/>
                  <a:pt x="1703188" y="200954"/>
                  <a:pt x="1700721" y="205687"/>
                </a:cubicBezTo>
                <a:cubicBezTo>
                  <a:pt x="1698255" y="210420"/>
                  <a:pt x="1697022" y="215720"/>
                  <a:pt x="1697022" y="221586"/>
                </a:cubicBezTo>
                <a:cubicBezTo>
                  <a:pt x="1697022" y="229986"/>
                  <a:pt x="1699755" y="236552"/>
                  <a:pt x="1705221" y="241285"/>
                </a:cubicBezTo>
                <a:cubicBezTo>
                  <a:pt x="1710687" y="246018"/>
                  <a:pt x="1719087" y="248385"/>
                  <a:pt x="1730419" y="248385"/>
                </a:cubicBezTo>
                <a:cubicBezTo>
                  <a:pt x="1740019" y="248385"/>
                  <a:pt x="1750085" y="246385"/>
                  <a:pt x="1760618" y="242385"/>
                </a:cubicBezTo>
                <a:cubicBezTo>
                  <a:pt x="1771150" y="238385"/>
                  <a:pt x="1782416" y="232652"/>
                  <a:pt x="1794416" y="225186"/>
                </a:cubicBezTo>
                <a:lnTo>
                  <a:pt x="1806815" y="246985"/>
                </a:lnTo>
                <a:cubicBezTo>
                  <a:pt x="1775217" y="267384"/>
                  <a:pt x="1744952" y="277583"/>
                  <a:pt x="1716020" y="277583"/>
                </a:cubicBezTo>
                <a:cubicBezTo>
                  <a:pt x="1692289" y="277583"/>
                  <a:pt x="1673490" y="273017"/>
                  <a:pt x="1659624" y="263884"/>
                </a:cubicBezTo>
                <a:cubicBezTo>
                  <a:pt x="1645758" y="254751"/>
                  <a:pt x="1638825" y="241585"/>
                  <a:pt x="1638825" y="224386"/>
                </a:cubicBezTo>
                <a:cubicBezTo>
                  <a:pt x="1638825" y="210254"/>
                  <a:pt x="1644591" y="198321"/>
                  <a:pt x="1656124" y="188588"/>
                </a:cubicBezTo>
                <a:cubicBezTo>
                  <a:pt x="1667657" y="178856"/>
                  <a:pt x="1683956" y="172323"/>
                  <a:pt x="1705021" y="168990"/>
                </a:cubicBezTo>
                <a:lnTo>
                  <a:pt x="1705621" y="166190"/>
                </a:lnTo>
                <a:cubicBezTo>
                  <a:pt x="1693355" y="163257"/>
                  <a:pt x="1683756" y="158224"/>
                  <a:pt x="1676823" y="151091"/>
                </a:cubicBezTo>
                <a:cubicBezTo>
                  <a:pt x="1669890" y="143958"/>
                  <a:pt x="1666423" y="135525"/>
                  <a:pt x="1666423" y="125792"/>
                </a:cubicBezTo>
                <a:cubicBezTo>
                  <a:pt x="1666423" y="114326"/>
                  <a:pt x="1670090" y="104594"/>
                  <a:pt x="1677423" y="96594"/>
                </a:cubicBezTo>
                <a:cubicBezTo>
                  <a:pt x="1684756" y="88595"/>
                  <a:pt x="1695288" y="82628"/>
                  <a:pt x="1709021" y="78695"/>
                </a:cubicBezTo>
                <a:cubicBezTo>
                  <a:pt x="1722753" y="74762"/>
                  <a:pt x="1738352" y="72796"/>
                  <a:pt x="1755818" y="72796"/>
                </a:cubicBezTo>
                <a:close/>
                <a:moveTo>
                  <a:pt x="1365293" y="72796"/>
                </a:moveTo>
                <a:cubicBezTo>
                  <a:pt x="1390625" y="72796"/>
                  <a:pt x="1413957" y="76395"/>
                  <a:pt x="1435289" y="83595"/>
                </a:cubicBezTo>
                <a:lnTo>
                  <a:pt x="1425889" y="125192"/>
                </a:lnTo>
                <a:lnTo>
                  <a:pt x="1396891" y="125192"/>
                </a:lnTo>
                <a:cubicBezTo>
                  <a:pt x="1396224" y="114926"/>
                  <a:pt x="1393158" y="107093"/>
                  <a:pt x="1387692" y="101694"/>
                </a:cubicBezTo>
                <a:cubicBezTo>
                  <a:pt x="1382225" y="96294"/>
                  <a:pt x="1375026" y="93594"/>
                  <a:pt x="1366093" y="93594"/>
                </a:cubicBezTo>
                <a:cubicBezTo>
                  <a:pt x="1359827" y="93594"/>
                  <a:pt x="1353994" y="94994"/>
                  <a:pt x="1348594" y="97794"/>
                </a:cubicBezTo>
                <a:cubicBezTo>
                  <a:pt x="1343194" y="100594"/>
                  <a:pt x="1338861" y="104694"/>
                  <a:pt x="1335595" y="110093"/>
                </a:cubicBezTo>
                <a:cubicBezTo>
                  <a:pt x="1332328" y="115493"/>
                  <a:pt x="1330695" y="121793"/>
                  <a:pt x="1330695" y="128992"/>
                </a:cubicBezTo>
                <a:cubicBezTo>
                  <a:pt x="1330695" y="139258"/>
                  <a:pt x="1333728" y="146524"/>
                  <a:pt x="1339795" y="150791"/>
                </a:cubicBezTo>
                <a:cubicBezTo>
                  <a:pt x="1345861" y="155057"/>
                  <a:pt x="1355627" y="157190"/>
                  <a:pt x="1369093" y="157190"/>
                </a:cubicBezTo>
                <a:lnTo>
                  <a:pt x="1395691" y="157190"/>
                </a:lnTo>
                <a:lnTo>
                  <a:pt x="1390091" y="181989"/>
                </a:lnTo>
                <a:lnTo>
                  <a:pt x="1371293" y="181989"/>
                </a:lnTo>
                <a:cubicBezTo>
                  <a:pt x="1358627" y="181989"/>
                  <a:pt x="1348561" y="182956"/>
                  <a:pt x="1341094" y="184889"/>
                </a:cubicBezTo>
                <a:cubicBezTo>
                  <a:pt x="1333628" y="186822"/>
                  <a:pt x="1327229" y="189588"/>
                  <a:pt x="1321896" y="193188"/>
                </a:cubicBezTo>
                <a:cubicBezTo>
                  <a:pt x="1316563" y="196788"/>
                  <a:pt x="1312663" y="200954"/>
                  <a:pt x="1310196" y="205687"/>
                </a:cubicBezTo>
                <a:cubicBezTo>
                  <a:pt x="1307730" y="210420"/>
                  <a:pt x="1306497" y="215720"/>
                  <a:pt x="1306497" y="221586"/>
                </a:cubicBezTo>
                <a:cubicBezTo>
                  <a:pt x="1306497" y="229986"/>
                  <a:pt x="1309230" y="236552"/>
                  <a:pt x="1314696" y="241285"/>
                </a:cubicBezTo>
                <a:cubicBezTo>
                  <a:pt x="1320162" y="246018"/>
                  <a:pt x="1328562" y="248385"/>
                  <a:pt x="1339894" y="248385"/>
                </a:cubicBezTo>
                <a:cubicBezTo>
                  <a:pt x="1349494" y="248385"/>
                  <a:pt x="1359560" y="246385"/>
                  <a:pt x="1370093" y="242385"/>
                </a:cubicBezTo>
                <a:cubicBezTo>
                  <a:pt x="1380625" y="238385"/>
                  <a:pt x="1391891" y="232652"/>
                  <a:pt x="1403891" y="225186"/>
                </a:cubicBezTo>
                <a:lnTo>
                  <a:pt x="1416290" y="246985"/>
                </a:lnTo>
                <a:cubicBezTo>
                  <a:pt x="1384692" y="267384"/>
                  <a:pt x="1354427" y="277583"/>
                  <a:pt x="1325495" y="277583"/>
                </a:cubicBezTo>
                <a:cubicBezTo>
                  <a:pt x="1301764" y="277583"/>
                  <a:pt x="1282965" y="273017"/>
                  <a:pt x="1269099" y="263884"/>
                </a:cubicBezTo>
                <a:cubicBezTo>
                  <a:pt x="1255233" y="254751"/>
                  <a:pt x="1248300" y="241585"/>
                  <a:pt x="1248300" y="224386"/>
                </a:cubicBezTo>
                <a:cubicBezTo>
                  <a:pt x="1248300" y="210254"/>
                  <a:pt x="1254066" y="198321"/>
                  <a:pt x="1265599" y="188588"/>
                </a:cubicBezTo>
                <a:cubicBezTo>
                  <a:pt x="1277132" y="178856"/>
                  <a:pt x="1293431" y="172323"/>
                  <a:pt x="1314496" y="168990"/>
                </a:cubicBezTo>
                <a:lnTo>
                  <a:pt x="1315096" y="166190"/>
                </a:lnTo>
                <a:cubicBezTo>
                  <a:pt x="1302830" y="163257"/>
                  <a:pt x="1293231" y="158224"/>
                  <a:pt x="1286298" y="151091"/>
                </a:cubicBezTo>
                <a:cubicBezTo>
                  <a:pt x="1279365" y="143958"/>
                  <a:pt x="1275898" y="135525"/>
                  <a:pt x="1275898" y="125792"/>
                </a:cubicBezTo>
                <a:cubicBezTo>
                  <a:pt x="1275898" y="114326"/>
                  <a:pt x="1279565" y="104594"/>
                  <a:pt x="1286898" y="96594"/>
                </a:cubicBezTo>
                <a:cubicBezTo>
                  <a:pt x="1294231" y="88595"/>
                  <a:pt x="1304763" y="82628"/>
                  <a:pt x="1318496" y="78695"/>
                </a:cubicBezTo>
                <a:cubicBezTo>
                  <a:pt x="1332228" y="74762"/>
                  <a:pt x="1347827" y="72796"/>
                  <a:pt x="1365293" y="72796"/>
                </a:cubicBezTo>
                <a:close/>
                <a:moveTo>
                  <a:pt x="1126991" y="49797"/>
                </a:moveTo>
                <a:lnTo>
                  <a:pt x="1065195" y="166390"/>
                </a:lnTo>
                <a:lnTo>
                  <a:pt x="1130391" y="166390"/>
                </a:lnTo>
                <a:lnTo>
                  <a:pt x="1129591" y="118393"/>
                </a:lnTo>
                <a:cubicBezTo>
                  <a:pt x="1129324" y="101327"/>
                  <a:pt x="1129191" y="87195"/>
                  <a:pt x="1129191" y="75995"/>
                </a:cubicBezTo>
                <a:cubicBezTo>
                  <a:pt x="1129191" y="67463"/>
                  <a:pt x="1129258" y="58730"/>
                  <a:pt x="1129391" y="49797"/>
                </a:cubicBezTo>
                <a:close/>
                <a:moveTo>
                  <a:pt x="1124191" y="0"/>
                </a:moveTo>
                <a:lnTo>
                  <a:pt x="1181788" y="0"/>
                </a:lnTo>
                <a:lnTo>
                  <a:pt x="1190387" y="213787"/>
                </a:lnTo>
                <a:cubicBezTo>
                  <a:pt x="1190654" y="221386"/>
                  <a:pt x="1191187" y="228219"/>
                  <a:pt x="1191987" y="234286"/>
                </a:cubicBezTo>
                <a:cubicBezTo>
                  <a:pt x="1192787" y="240352"/>
                  <a:pt x="1194054" y="245318"/>
                  <a:pt x="1195787" y="249185"/>
                </a:cubicBezTo>
                <a:cubicBezTo>
                  <a:pt x="1197520" y="253051"/>
                  <a:pt x="1199687" y="255884"/>
                  <a:pt x="1202287" y="257684"/>
                </a:cubicBezTo>
                <a:cubicBezTo>
                  <a:pt x="1204886" y="259484"/>
                  <a:pt x="1208186" y="260651"/>
                  <a:pt x="1212186" y="261184"/>
                </a:cubicBezTo>
                <a:lnTo>
                  <a:pt x="1209186" y="274383"/>
                </a:lnTo>
                <a:lnTo>
                  <a:pt x="1105793" y="274383"/>
                </a:lnTo>
                <a:lnTo>
                  <a:pt x="1108792" y="261184"/>
                </a:lnTo>
                <a:cubicBezTo>
                  <a:pt x="1114659" y="260784"/>
                  <a:pt x="1119292" y="259284"/>
                  <a:pt x="1122691" y="256684"/>
                </a:cubicBezTo>
                <a:cubicBezTo>
                  <a:pt x="1126091" y="254084"/>
                  <a:pt x="1128458" y="250551"/>
                  <a:pt x="1129791" y="246085"/>
                </a:cubicBezTo>
                <a:cubicBezTo>
                  <a:pt x="1131124" y="241619"/>
                  <a:pt x="1131791" y="235386"/>
                  <a:pt x="1131791" y="227386"/>
                </a:cubicBezTo>
                <a:cubicBezTo>
                  <a:pt x="1131791" y="221653"/>
                  <a:pt x="1131658" y="215653"/>
                  <a:pt x="1131391" y="209387"/>
                </a:cubicBezTo>
                <a:lnTo>
                  <a:pt x="1130991" y="189788"/>
                </a:lnTo>
                <a:lnTo>
                  <a:pt x="1052796" y="189788"/>
                </a:lnTo>
                <a:lnTo>
                  <a:pt x="1049996" y="194788"/>
                </a:lnTo>
                <a:cubicBezTo>
                  <a:pt x="1042530" y="208254"/>
                  <a:pt x="1037563" y="218453"/>
                  <a:pt x="1035097" y="225386"/>
                </a:cubicBezTo>
                <a:cubicBezTo>
                  <a:pt x="1032630" y="232319"/>
                  <a:pt x="1031397" y="238719"/>
                  <a:pt x="1031397" y="244585"/>
                </a:cubicBezTo>
                <a:cubicBezTo>
                  <a:pt x="1031397" y="254184"/>
                  <a:pt x="1037063" y="259717"/>
                  <a:pt x="1048396" y="261184"/>
                </a:cubicBezTo>
                <a:lnTo>
                  <a:pt x="1045396" y="274383"/>
                </a:lnTo>
                <a:lnTo>
                  <a:pt x="961001" y="274383"/>
                </a:lnTo>
                <a:lnTo>
                  <a:pt x="964001" y="261184"/>
                </a:lnTo>
                <a:cubicBezTo>
                  <a:pt x="968668" y="260117"/>
                  <a:pt x="972767" y="258318"/>
                  <a:pt x="976300" y="255784"/>
                </a:cubicBezTo>
                <a:cubicBezTo>
                  <a:pt x="979834" y="253251"/>
                  <a:pt x="983200" y="249818"/>
                  <a:pt x="986400" y="245485"/>
                </a:cubicBezTo>
                <a:cubicBezTo>
                  <a:pt x="989600" y="241152"/>
                  <a:pt x="994133" y="233719"/>
                  <a:pt x="999999" y="2231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2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2907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9478BB2-41C5-45B6-8A74-9ECE506B6BF9}"/>
              </a:ext>
            </a:extLst>
          </p:cNvPr>
          <p:cNvSpPr txBox="1"/>
          <p:nvPr/>
        </p:nvSpPr>
        <p:spPr>
          <a:xfrm>
            <a:off x="4114047" y="2206636"/>
            <a:ext cx="3977987" cy="1875861"/>
          </a:xfrm>
          <a:custGeom>
            <a:avLst/>
            <a:gdLst/>
            <a:ahLst/>
            <a:cxnLst/>
            <a:rect l="l" t="t" r="r" b="b"/>
            <a:pathLst>
              <a:path w="2020876" h="952965">
                <a:moveTo>
                  <a:pt x="1607739" y="820322"/>
                </a:moveTo>
                <a:cubicBezTo>
                  <a:pt x="1598800" y="820322"/>
                  <a:pt x="1590870" y="824816"/>
                  <a:pt x="1583949" y="833803"/>
                </a:cubicBezTo>
                <a:cubicBezTo>
                  <a:pt x="1577029" y="842790"/>
                  <a:pt x="1571454" y="854876"/>
                  <a:pt x="1567225" y="870063"/>
                </a:cubicBezTo>
                <a:cubicBezTo>
                  <a:pt x="1562996" y="885250"/>
                  <a:pt x="1560881" y="898851"/>
                  <a:pt x="1560881" y="910865"/>
                </a:cubicBezTo>
                <a:cubicBezTo>
                  <a:pt x="1560881" y="917882"/>
                  <a:pt x="1561914" y="923120"/>
                  <a:pt x="1563981" y="926581"/>
                </a:cubicBezTo>
                <a:cubicBezTo>
                  <a:pt x="1566047" y="930041"/>
                  <a:pt x="1569243" y="931771"/>
                  <a:pt x="1573569" y="931771"/>
                </a:cubicBezTo>
                <a:cubicBezTo>
                  <a:pt x="1579912" y="931771"/>
                  <a:pt x="1586376" y="928671"/>
                  <a:pt x="1592960" y="922472"/>
                </a:cubicBezTo>
                <a:cubicBezTo>
                  <a:pt x="1599544" y="916272"/>
                  <a:pt x="1604855" y="908991"/>
                  <a:pt x="1608892" y="900629"/>
                </a:cubicBezTo>
                <a:cubicBezTo>
                  <a:pt x="1612929" y="892266"/>
                  <a:pt x="1616533" y="880828"/>
                  <a:pt x="1619705" y="866315"/>
                </a:cubicBezTo>
                <a:lnTo>
                  <a:pt x="1620859" y="860980"/>
                </a:lnTo>
                <a:cubicBezTo>
                  <a:pt x="1622397" y="853867"/>
                  <a:pt x="1623166" y="846803"/>
                  <a:pt x="1623166" y="839786"/>
                </a:cubicBezTo>
                <a:cubicBezTo>
                  <a:pt x="1623166" y="833346"/>
                  <a:pt x="1621964" y="828492"/>
                  <a:pt x="1619561" y="825224"/>
                </a:cubicBezTo>
                <a:cubicBezTo>
                  <a:pt x="1617158" y="821956"/>
                  <a:pt x="1613217" y="820322"/>
                  <a:pt x="1607739" y="820322"/>
                </a:cubicBezTo>
                <a:close/>
                <a:moveTo>
                  <a:pt x="1669591" y="744196"/>
                </a:moveTo>
                <a:lnTo>
                  <a:pt x="1685883" y="744196"/>
                </a:lnTo>
                <a:lnTo>
                  <a:pt x="1649406" y="905675"/>
                </a:lnTo>
                <a:cubicBezTo>
                  <a:pt x="1647964" y="912019"/>
                  <a:pt x="1647243" y="917497"/>
                  <a:pt x="1647243" y="922111"/>
                </a:cubicBezTo>
                <a:cubicBezTo>
                  <a:pt x="1647243" y="925283"/>
                  <a:pt x="1647772" y="927734"/>
                  <a:pt x="1648829" y="929464"/>
                </a:cubicBezTo>
                <a:cubicBezTo>
                  <a:pt x="1649886" y="931194"/>
                  <a:pt x="1651713" y="932059"/>
                  <a:pt x="1654308" y="932059"/>
                </a:cubicBezTo>
                <a:cubicBezTo>
                  <a:pt x="1657287" y="932059"/>
                  <a:pt x="1660507" y="930714"/>
                  <a:pt x="1663968" y="928022"/>
                </a:cubicBezTo>
                <a:cubicBezTo>
                  <a:pt x="1667428" y="925331"/>
                  <a:pt x="1671465" y="921342"/>
                  <a:pt x="1676079" y="916056"/>
                </a:cubicBezTo>
                <a:lnTo>
                  <a:pt x="1686459" y="926436"/>
                </a:lnTo>
                <a:cubicBezTo>
                  <a:pt x="1676367" y="936529"/>
                  <a:pt x="1667668" y="943473"/>
                  <a:pt x="1660363" y="947270"/>
                </a:cubicBezTo>
                <a:cubicBezTo>
                  <a:pt x="1653058" y="951067"/>
                  <a:pt x="1645369" y="952965"/>
                  <a:pt x="1637295" y="952965"/>
                </a:cubicBezTo>
                <a:cubicBezTo>
                  <a:pt x="1629221" y="952965"/>
                  <a:pt x="1622829" y="950730"/>
                  <a:pt x="1618119" y="946261"/>
                </a:cubicBezTo>
                <a:cubicBezTo>
                  <a:pt x="1613410" y="941791"/>
                  <a:pt x="1611055" y="935904"/>
                  <a:pt x="1611055" y="928599"/>
                </a:cubicBezTo>
                <a:cubicBezTo>
                  <a:pt x="1611055" y="926196"/>
                  <a:pt x="1611343" y="923889"/>
                  <a:pt x="1611920" y="921679"/>
                </a:cubicBezTo>
                <a:lnTo>
                  <a:pt x="1610045" y="921246"/>
                </a:lnTo>
                <a:cubicBezTo>
                  <a:pt x="1600914" y="932300"/>
                  <a:pt x="1592384" y="940350"/>
                  <a:pt x="1584454" y="945396"/>
                </a:cubicBezTo>
                <a:cubicBezTo>
                  <a:pt x="1576524" y="950442"/>
                  <a:pt x="1567033" y="952965"/>
                  <a:pt x="1555979" y="952965"/>
                </a:cubicBezTo>
                <a:cubicBezTo>
                  <a:pt x="1545118" y="952965"/>
                  <a:pt x="1536683" y="949024"/>
                  <a:pt x="1530676" y="941143"/>
                </a:cubicBezTo>
                <a:cubicBezTo>
                  <a:pt x="1524669" y="933261"/>
                  <a:pt x="1521665" y="921871"/>
                  <a:pt x="1521665" y="906973"/>
                </a:cubicBezTo>
                <a:cubicBezTo>
                  <a:pt x="1521665" y="893997"/>
                  <a:pt x="1523539" y="881117"/>
                  <a:pt x="1527288" y="868333"/>
                </a:cubicBezTo>
                <a:cubicBezTo>
                  <a:pt x="1531036" y="855549"/>
                  <a:pt x="1536419" y="844520"/>
                  <a:pt x="1543436" y="835244"/>
                </a:cubicBezTo>
                <a:cubicBezTo>
                  <a:pt x="1550452" y="825969"/>
                  <a:pt x="1559271" y="818664"/>
                  <a:pt x="1569892" y="813329"/>
                </a:cubicBezTo>
                <a:cubicBezTo>
                  <a:pt x="1580513" y="807995"/>
                  <a:pt x="1592504" y="805328"/>
                  <a:pt x="1605864" y="805328"/>
                </a:cubicBezTo>
                <a:cubicBezTo>
                  <a:pt x="1614419" y="805328"/>
                  <a:pt x="1622685" y="806817"/>
                  <a:pt x="1630663" y="809797"/>
                </a:cubicBezTo>
                <a:lnTo>
                  <a:pt x="1635565" y="787738"/>
                </a:lnTo>
                <a:cubicBezTo>
                  <a:pt x="1636142" y="785335"/>
                  <a:pt x="1636814" y="781875"/>
                  <a:pt x="1637583" y="777357"/>
                </a:cubicBezTo>
                <a:cubicBezTo>
                  <a:pt x="1638352" y="772840"/>
                  <a:pt x="1638737" y="769427"/>
                  <a:pt x="1638737" y="767121"/>
                </a:cubicBezTo>
                <a:cubicBezTo>
                  <a:pt x="1638737" y="765006"/>
                  <a:pt x="1638520" y="763348"/>
                  <a:pt x="1638088" y="762146"/>
                </a:cubicBezTo>
                <a:cubicBezTo>
                  <a:pt x="1637655" y="760945"/>
                  <a:pt x="1637007" y="759960"/>
                  <a:pt x="1636142" y="759191"/>
                </a:cubicBezTo>
                <a:cubicBezTo>
                  <a:pt x="1635276" y="758422"/>
                  <a:pt x="1634123" y="757821"/>
                  <a:pt x="1632681" y="757389"/>
                </a:cubicBezTo>
                <a:cubicBezTo>
                  <a:pt x="1631240" y="756956"/>
                  <a:pt x="1628404" y="756451"/>
                  <a:pt x="1624175" y="755875"/>
                </a:cubicBezTo>
                <a:lnTo>
                  <a:pt x="1626482" y="746503"/>
                </a:lnTo>
                <a:close/>
                <a:moveTo>
                  <a:pt x="1360596" y="663346"/>
                </a:moveTo>
                <a:cubicBezTo>
                  <a:pt x="1371262" y="663346"/>
                  <a:pt x="1379394" y="664945"/>
                  <a:pt x="1384994" y="668145"/>
                </a:cubicBezTo>
                <a:cubicBezTo>
                  <a:pt x="1390594" y="671345"/>
                  <a:pt x="1395193" y="676911"/>
                  <a:pt x="1398793" y="684844"/>
                </a:cubicBezTo>
                <a:cubicBezTo>
                  <a:pt x="1402393" y="692777"/>
                  <a:pt x="1405793" y="705476"/>
                  <a:pt x="1408993" y="722942"/>
                </a:cubicBezTo>
                <a:lnTo>
                  <a:pt x="1410992" y="722942"/>
                </a:lnTo>
                <a:cubicBezTo>
                  <a:pt x="1420859" y="709076"/>
                  <a:pt x="1428525" y="698643"/>
                  <a:pt x="1433991" y="691644"/>
                </a:cubicBezTo>
                <a:cubicBezTo>
                  <a:pt x="1439457" y="684644"/>
                  <a:pt x="1444524" y="679045"/>
                  <a:pt x="1449190" y="674845"/>
                </a:cubicBezTo>
                <a:cubicBezTo>
                  <a:pt x="1453857" y="670645"/>
                  <a:pt x="1458390" y="667679"/>
                  <a:pt x="1462789" y="665945"/>
                </a:cubicBezTo>
                <a:cubicBezTo>
                  <a:pt x="1467189" y="664212"/>
                  <a:pt x="1472389" y="663346"/>
                  <a:pt x="1478388" y="663346"/>
                </a:cubicBezTo>
                <a:cubicBezTo>
                  <a:pt x="1485055" y="663346"/>
                  <a:pt x="1491788" y="664545"/>
                  <a:pt x="1498587" y="666945"/>
                </a:cubicBezTo>
                <a:lnTo>
                  <a:pt x="1489188" y="710143"/>
                </a:lnTo>
                <a:lnTo>
                  <a:pt x="1471189" y="710143"/>
                </a:lnTo>
                <a:cubicBezTo>
                  <a:pt x="1470522" y="704543"/>
                  <a:pt x="1468056" y="701743"/>
                  <a:pt x="1463789" y="701743"/>
                </a:cubicBezTo>
                <a:cubicBezTo>
                  <a:pt x="1461923" y="701743"/>
                  <a:pt x="1459956" y="702210"/>
                  <a:pt x="1457890" y="703143"/>
                </a:cubicBezTo>
                <a:cubicBezTo>
                  <a:pt x="1455823" y="704076"/>
                  <a:pt x="1453090" y="706176"/>
                  <a:pt x="1449690" y="709443"/>
                </a:cubicBezTo>
                <a:cubicBezTo>
                  <a:pt x="1446290" y="712709"/>
                  <a:pt x="1442057" y="717442"/>
                  <a:pt x="1436991" y="723642"/>
                </a:cubicBezTo>
                <a:cubicBezTo>
                  <a:pt x="1431924" y="729841"/>
                  <a:pt x="1424325" y="739274"/>
                  <a:pt x="1414192" y="751940"/>
                </a:cubicBezTo>
                <a:cubicBezTo>
                  <a:pt x="1418859" y="780072"/>
                  <a:pt x="1422692" y="800237"/>
                  <a:pt x="1425692" y="812436"/>
                </a:cubicBezTo>
                <a:cubicBezTo>
                  <a:pt x="1428691" y="824636"/>
                  <a:pt x="1431791" y="832535"/>
                  <a:pt x="1434991" y="836135"/>
                </a:cubicBezTo>
                <a:cubicBezTo>
                  <a:pt x="1436858" y="838135"/>
                  <a:pt x="1439124" y="839135"/>
                  <a:pt x="1441791" y="839135"/>
                </a:cubicBezTo>
                <a:cubicBezTo>
                  <a:pt x="1445124" y="839135"/>
                  <a:pt x="1448223" y="837835"/>
                  <a:pt x="1451090" y="835235"/>
                </a:cubicBezTo>
                <a:cubicBezTo>
                  <a:pt x="1453957" y="832635"/>
                  <a:pt x="1457656" y="826802"/>
                  <a:pt x="1462189" y="817736"/>
                </a:cubicBezTo>
                <a:lnTo>
                  <a:pt x="1480388" y="826136"/>
                </a:lnTo>
                <a:cubicBezTo>
                  <a:pt x="1472655" y="840268"/>
                  <a:pt x="1463889" y="850801"/>
                  <a:pt x="1454090" y="857734"/>
                </a:cubicBezTo>
                <a:cubicBezTo>
                  <a:pt x="1444290" y="864667"/>
                  <a:pt x="1432791" y="868133"/>
                  <a:pt x="1419592" y="868133"/>
                </a:cubicBezTo>
                <a:cubicBezTo>
                  <a:pt x="1411459" y="868133"/>
                  <a:pt x="1404960" y="867100"/>
                  <a:pt x="1400093" y="865033"/>
                </a:cubicBezTo>
                <a:cubicBezTo>
                  <a:pt x="1395227" y="862967"/>
                  <a:pt x="1391094" y="859534"/>
                  <a:pt x="1387694" y="854734"/>
                </a:cubicBezTo>
                <a:cubicBezTo>
                  <a:pt x="1384294" y="849934"/>
                  <a:pt x="1381294" y="843168"/>
                  <a:pt x="1378694" y="834435"/>
                </a:cubicBezTo>
                <a:cubicBezTo>
                  <a:pt x="1376095" y="825702"/>
                  <a:pt x="1373661" y="814270"/>
                  <a:pt x="1371395" y="800137"/>
                </a:cubicBezTo>
                <a:lnTo>
                  <a:pt x="1369395" y="800137"/>
                </a:lnTo>
                <a:cubicBezTo>
                  <a:pt x="1358062" y="816403"/>
                  <a:pt x="1348996" y="828802"/>
                  <a:pt x="1342197" y="837335"/>
                </a:cubicBezTo>
                <a:cubicBezTo>
                  <a:pt x="1335397" y="845868"/>
                  <a:pt x="1329564" y="852267"/>
                  <a:pt x="1324698" y="856534"/>
                </a:cubicBezTo>
                <a:cubicBezTo>
                  <a:pt x="1319831" y="860800"/>
                  <a:pt x="1315165" y="863800"/>
                  <a:pt x="1310699" y="865533"/>
                </a:cubicBezTo>
                <a:cubicBezTo>
                  <a:pt x="1306232" y="867266"/>
                  <a:pt x="1300866" y="868133"/>
                  <a:pt x="1294600" y="868133"/>
                </a:cubicBezTo>
                <a:cubicBezTo>
                  <a:pt x="1291666" y="868133"/>
                  <a:pt x="1288100" y="867766"/>
                  <a:pt x="1283900" y="867033"/>
                </a:cubicBezTo>
                <a:cubicBezTo>
                  <a:pt x="1279700" y="866300"/>
                  <a:pt x="1276534" y="865533"/>
                  <a:pt x="1274401" y="864733"/>
                </a:cubicBezTo>
                <a:lnTo>
                  <a:pt x="1283800" y="821336"/>
                </a:lnTo>
                <a:lnTo>
                  <a:pt x="1301799" y="821336"/>
                </a:lnTo>
                <a:cubicBezTo>
                  <a:pt x="1301932" y="824136"/>
                  <a:pt x="1302632" y="826236"/>
                  <a:pt x="1303899" y="827635"/>
                </a:cubicBezTo>
                <a:cubicBezTo>
                  <a:pt x="1305166" y="829035"/>
                  <a:pt x="1306799" y="829735"/>
                  <a:pt x="1308799" y="829735"/>
                </a:cubicBezTo>
                <a:cubicBezTo>
                  <a:pt x="1311199" y="829735"/>
                  <a:pt x="1313432" y="829235"/>
                  <a:pt x="1315498" y="828235"/>
                </a:cubicBezTo>
                <a:cubicBezTo>
                  <a:pt x="1317565" y="827236"/>
                  <a:pt x="1320431" y="825002"/>
                  <a:pt x="1324098" y="821536"/>
                </a:cubicBezTo>
                <a:cubicBezTo>
                  <a:pt x="1327764" y="818069"/>
                  <a:pt x="1332397" y="812970"/>
                  <a:pt x="1337997" y="806237"/>
                </a:cubicBezTo>
                <a:cubicBezTo>
                  <a:pt x="1343597" y="799504"/>
                  <a:pt x="1353063" y="787671"/>
                  <a:pt x="1366395" y="770739"/>
                </a:cubicBezTo>
                <a:cubicBezTo>
                  <a:pt x="1363595" y="755007"/>
                  <a:pt x="1360962" y="741441"/>
                  <a:pt x="1358496" y="730041"/>
                </a:cubicBezTo>
                <a:cubicBezTo>
                  <a:pt x="1356029" y="718642"/>
                  <a:pt x="1353796" y="710376"/>
                  <a:pt x="1351796" y="705243"/>
                </a:cubicBezTo>
                <a:cubicBezTo>
                  <a:pt x="1349796" y="700110"/>
                  <a:pt x="1347896" y="696677"/>
                  <a:pt x="1346096" y="694944"/>
                </a:cubicBezTo>
                <a:cubicBezTo>
                  <a:pt x="1344297" y="693210"/>
                  <a:pt x="1342263" y="692344"/>
                  <a:pt x="1339997" y="692344"/>
                </a:cubicBezTo>
                <a:cubicBezTo>
                  <a:pt x="1337330" y="692344"/>
                  <a:pt x="1334997" y="693044"/>
                  <a:pt x="1332997" y="694444"/>
                </a:cubicBezTo>
                <a:cubicBezTo>
                  <a:pt x="1330997" y="695844"/>
                  <a:pt x="1328897" y="698110"/>
                  <a:pt x="1326698" y="701243"/>
                </a:cubicBezTo>
                <a:cubicBezTo>
                  <a:pt x="1324498" y="704376"/>
                  <a:pt x="1322131" y="708543"/>
                  <a:pt x="1319598" y="713742"/>
                </a:cubicBezTo>
                <a:lnTo>
                  <a:pt x="1301399" y="705343"/>
                </a:lnTo>
                <a:cubicBezTo>
                  <a:pt x="1309132" y="691210"/>
                  <a:pt x="1317831" y="680678"/>
                  <a:pt x="1327498" y="673745"/>
                </a:cubicBezTo>
                <a:cubicBezTo>
                  <a:pt x="1337164" y="666812"/>
                  <a:pt x="1348196" y="663346"/>
                  <a:pt x="1360596" y="663346"/>
                </a:cubicBezTo>
                <a:close/>
                <a:moveTo>
                  <a:pt x="574299" y="499914"/>
                </a:moveTo>
                <a:lnTo>
                  <a:pt x="820684" y="499914"/>
                </a:lnTo>
                <a:lnTo>
                  <a:pt x="820684" y="526512"/>
                </a:lnTo>
                <a:lnTo>
                  <a:pt x="574299" y="526512"/>
                </a:lnTo>
                <a:close/>
                <a:moveTo>
                  <a:pt x="251082" y="477631"/>
                </a:moveTo>
                <a:lnTo>
                  <a:pt x="409965" y="477631"/>
                </a:lnTo>
                <a:lnTo>
                  <a:pt x="398575" y="529823"/>
                </a:lnTo>
                <a:lnTo>
                  <a:pt x="380121" y="529823"/>
                </a:lnTo>
                <a:cubicBezTo>
                  <a:pt x="380024" y="519154"/>
                  <a:pt x="379400" y="511681"/>
                  <a:pt x="378246" y="507404"/>
                </a:cubicBezTo>
                <a:cubicBezTo>
                  <a:pt x="377093" y="503127"/>
                  <a:pt x="375243" y="499907"/>
                  <a:pt x="372695" y="497744"/>
                </a:cubicBezTo>
                <a:cubicBezTo>
                  <a:pt x="370148" y="495581"/>
                  <a:pt x="366568" y="494500"/>
                  <a:pt x="361954" y="494500"/>
                </a:cubicBezTo>
                <a:lnTo>
                  <a:pt x="349122" y="494500"/>
                </a:lnTo>
                <a:lnTo>
                  <a:pt x="318124" y="635505"/>
                </a:lnTo>
                <a:cubicBezTo>
                  <a:pt x="317452" y="638677"/>
                  <a:pt x="316971" y="641369"/>
                  <a:pt x="316683" y="643579"/>
                </a:cubicBezTo>
                <a:cubicBezTo>
                  <a:pt x="316394" y="645790"/>
                  <a:pt x="316250" y="648722"/>
                  <a:pt x="316250" y="652374"/>
                </a:cubicBezTo>
                <a:cubicBezTo>
                  <a:pt x="316250" y="656796"/>
                  <a:pt x="317379" y="659919"/>
                  <a:pt x="319638" y="661746"/>
                </a:cubicBezTo>
                <a:cubicBezTo>
                  <a:pt x="321897" y="663572"/>
                  <a:pt x="325429" y="664629"/>
                  <a:pt x="330235" y="664918"/>
                </a:cubicBezTo>
                <a:lnTo>
                  <a:pt x="328217" y="674433"/>
                </a:lnTo>
                <a:lnTo>
                  <a:pt x="251659" y="674433"/>
                </a:lnTo>
                <a:lnTo>
                  <a:pt x="253677" y="664918"/>
                </a:lnTo>
                <a:cubicBezTo>
                  <a:pt x="257906" y="664341"/>
                  <a:pt x="261270" y="663091"/>
                  <a:pt x="263770" y="661169"/>
                </a:cubicBezTo>
                <a:cubicBezTo>
                  <a:pt x="266269" y="659247"/>
                  <a:pt x="268359" y="656387"/>
                  <a:pt x="270041" y="652590"/>
                </a:cubicBezTo>
                <a:cubicBezTo>
                  <a:pt x="271723" y="648794"/>
                  <a:pt x="273429" y="643099"/>
                  <a:pt x="275160" y="635505"/>
                </a:cubicBezTo>
                <a:lnTo>
                  <a:pt x="306158" y="494500"/>
                </a:lnTo>
                <a:lnTo>
                  <a:pt x="294623" y="494500"/>
                </a:lnTo>
                <a:cubicBezTo>
                  <a:pt x="289337" y="494500"/>
                  <a:pt x="285060" y="495293"/>
                  <a:pt x="281792" y="496879"/>
                </a:cubicBezTo>
                <a:cubicBezTo>
                  <a:pt x="278524" y="498465"/>
                  <a:pt x="274871" y="501781"/>
                  <a:pt x="270834" y="506827"/>
                </a:cubicBezTo>
                <a:cubicBezTo>
                  <a:pt x="266797" y="511873"/>
                  <a:pt x="262904" y="518530"/>
                  <a:pt x="259156" y="526796"/>
                </a:cubicBezTo>
                <a:lnTo>
                  <a:pt x="240269" y="526796"/>
                </a:lnTo>
                <a:close/>
                <a:moveTo>
                  <a:pt x="963601" y="455358"/>
                </a:moveTo>
                <a:lnTo>
                  <a:pt x="1492239" y="455358"/>
                </a:lnTo>
                <a:lnTo>
                  <a:pt x="2020876" y="455358"/>
                </a:lnTo>
                <a:lnTo>
                  <a:pt x="2020876" y="483933"/>
                </a:lnTo>
                <a:lnTo>
                  <a:pt x="1492239" y="483933"/>
                </a:lnTo>
                <a:lnTo>
                  <a:pt x="963601" y="483933"/>
                </a:lnTo>
                <a:close/>
                <a:moveTo>
                  <a:pt x="574299" y="416919"/>
                </a:moveTo>
                <a:lnTo>
                  <a:pt x="820684" y="416919"/>
                </a:lnTo>
                <a:lnTo>
                  <a:pt x="820684" y="443517"/>
                </a:lnTo>
                <a:lnTo>
                  <a:pt x="574299" y="443517"/>
                </a:lnTo>
                <a:close/>
                <a:moveTo>
                  <a:pt x="156790" y="312525"/>
                </a:moveTo>
                <a:cubicBezTo>
                  <a:pt x="179589" y="312525"/>
                  <a:pt x="201987" y="315792"/>
                  <a:pt x="223986" y="322324"/>
                </a:cubicBezTo>
                <a:lnTo>
                  <a:pt x="211187" y="380721"/>
                </a:lnTo>
                <a:lnTo>
                  <a:pt x="184988" y="380721"/>
                </a:lnTo>
                <a:cubicBezTo>
                  <a:pt x="184588" y="368855"/>
                  <a:pt x="183388" y="359922"/>
                  <a:pt x="181389" y="353923"/>
                </a:cubicBezTo>
                <a:cubicBezTo>
                  <a:pt x="179389" y="347923"/>
                  <a:pt x="176255" y="343423"/>
                  <a:pt x="171989" y="340423"/>
                </a:cubicBezTo>
                <a:cubicBezTo>
                  <a:pt x="167723" y="337424"/>
                  <a:pt x="161923" y="335924"/>
                  <a:pt x="154590" y="335924"/>
                </a:cubicBezTo>
                <a:cubicBezTo>
                  <a:pt x="143391" y="335924"/>
                  <a:pt x="132325" y="340323"/>
                  <a:pt x="121392" y="349123"/>
                </a:cubicBezTo>
                <a:cubicBezTo>
                  <a:pt x="110460" y="357922"/>
                  <a:pt x="100360" y="371222"/>
                  <a:pt x="91094" y="389020"/>
                </a:cubicBezTo>
                <a:cubicBezTo>
                  <a:pt x="81828" y="406819"/>
                  <a:pt x="74362" y="427851"/>
                  <a:pt x="68695" y="452117"/>
                </a:cubicBezTo>
                <a:cubicBezTo>
                  <a:pt x="63029" y="476382"/>
                  <a:pt x="60196" y="498247"/>
                  <a:pt x="60196" y="517713"/>
                </a:cubicBezTo>
                <a:cubicBezTo>
                  <a:pt x="60196" y="528912"/>
                  <a:pt x="61229" y="538178"/>
                  <a:pt x="63296" y="545511"/>
                </a:cubicBezTo>
                <a:cubicBezTo>
                  <a:pt x="65362" y="552844"/>
                  <a:pt x="68962" y="558510"/>
                  <a:pt x="74095" y="562510"/>
                </a:cubicBezTo>
                <a:cubicBezTo>
                  <a:pt x="79228" y="566510"/>
                  <a:pt x="86328" y="568509"/>
                  <a:pt x="95394" y="568509"/>
                </a:cubicBezTo>
                <a:cubicBezTo>
                  <a:pt x="109260" y="568509"/>
                  <a:pt x="120759" y="565043"/>
                  <a:pt x="129892" y="558110"/>
                </a:cubicBezTo>
                <a:cubicBezTo>
                  <a:pt x="139024" y="551177"/>
                  <a:pt x="147257" y="539245"/>
                  <a:pt x="154590" y="522312"/>
                </a:cubicBezTo>
                <a:lnTo>
                  <a:pt x="180789" y="522312"/>
                </a:lnTo>
                <a:lnTo>
                  <a:pt x="167989" y="581309"/>
                </a:lnTo>
                <a:cubicBezTo>
                  <a:pt x="155057" y="585042"/>
                  <a:pt x="142191" y="587742"/>
                  <a:pt x="129392" y="589408"/>
                </a:cubicBezTo>
                <a:cubicBezTo>
                  <a:pt x="116592" y="591075"/>
                  <a:pt x="102860" y="591908"/>
                  <a:pt x="88194" y="591908"/>
                </a:cubicBezTo>
                <a:cubicBezTo>
                  <a:pt x="59796" y="591908"/>
                  <a:pt x="37997" y="584142"/>
                  <a:pt x="22798" y="568609"/>
                </a:cubicBezTo>
                <a:cubicBezTo>
                  <a:pt x="7599" y="553077"/>
                  <a:pt x="0" y="530712"/>
                  <a:pt x="0" y="501514"/>
                </a:cubicBezTo>
                <a:cubicBezTo>
                  <a:pt x="0" y="490448"/>
                  <a:pt x="1200" y="477715"/>
                  <a:pt x="3599" y="463316"/>
                </a:cubicBezTo>
                <a:cubicBezTo>
                  <a:pt x="7466" y="440517"/>
                  <a:pt x="13865" y="419452"/>
                  <a:pt x="22798" y="400120"/>
                </a:cubicBezTo>
                <a:cubicBezTo>
                  <a:pt x="31731" y="380788"/>
                  <a:pt x="42964" y="364555"/>
                  <a:pt x="56496" y="351423"/>
                </a:cubicBezTo>
                <a:cubicBezTo>
                  <a:pt x="70029" y="338290"/>
                  <a:pt x="85228" y="328524"/>
                  <a:pt x="102093" y="322125"/>
                </a:cubicBezTo>
                <a:cubicBezTo>
                  <a:pt x="118959" y="315725"/>
                  <a:pt x="137191" y="312525"/>
                  <a:pt x="156790" y="312525"/>
                </a:cubicBezTo>
                <a:close/>
                <a:moveTo>
                  <a:pt x="1492332" y="214778"/>
                </a:moveTo>
                <a:cubicBezTo>
                  <a:pt x="1500310" y="214778"/>
                  <a:pt x="1506677" y="217012"/>
                  <a:pt x="1511435" y="221482"/>
                </a:cubicBezTo>
                <a:cubicBezTo>
                  <a:pt x="1516193" y="225951"/>
                  <a:pt x="1518572" y="231839"/>
                  <a:pt x="1518572" y="239144"/>
                </a:cubicBezTo>
                <a:cubicBezTo>
                  <a:pt x="1518572" y="241739"/>
                  <a:pt x="1518043" y="245007"/>
                  <a:pt x="1516986" y="248948"/>
                </a:cubicBezTo>
                <a:lnTo>
                  <a:pt x="1518139" y="249380"/>
                </a:lnTo>
                <a:cubicBezTo>
                  <a:pt x="1526213" y="238038"/>
                  <a:pt x="1534672" y="229436"/>
                  <a:pt x="1543515" y="223572"/>
                </a:cubicBezTo>
                <a:cubicBezTo>
                  <a:pt x="1552358" y="217709"/>
                  <a:pt x="1562162" y="214778"/>
                  <a:pt x="1572927" y="214778"/>
                </a:cubicBezTo>
                <a:cubicBezTo>
                  <a:pt x="1579271" y="214778"/>
                  <a:pt x="1585999" y="215691"/>
                  <a:pt x="1593112" y="217517"/>
                </a:cubicBezTo>
                <a:lnTo>
                  <a:pt x="1584605" y="256301"/>
                </a:lnTo>
                <a:lnTo>
                  <a:pt x="1558797" y="256301"/>
                </a:lnTo>
                <a:cubicBezTo>
                  <a:pt x="1558797" y="249861"/>
                  <a:pt x="1558101" y="245391"/>
                  <a:pt x="1556707" y="242892"/>
                </a:cubicBezTo>
                <a:cubicBezTo>
                  <a:pt x="1555313" y="240393"/>
                  <a:pt x="1552934" y="239144"/>
                  <a:pt x="1549570" y="239144"/>
                </a:cubicBezTo>
                <a:cubicBezTo>
                  <a:pt x="1546975" y="239144"/>
                  <a:pt x="1544139" y="240057"/>
                  <a:pt x="1541064" y="241883"/>
                </a:cubicBezTo>
                <a:cubicBezTo>
                  <a:pt x="1537988" y="243709"/>
                  <a:pt x="1534311" y="247266"/>
                  <a:pt x="1530034" y="252552"/>
                </a:cubicBezTo>
                <a:cubicBezTo>
                  <a:pt x="1525757" y="257839"/>
                  <a:pt x="1522537" y="262885"/>
                  <a:pt x="1520374" y="267691"/>
                </a:cubicBezTo>
                <a:cubicBezTo>
                  <a:pt x="1518212" y="272497"/>
                  <a:pt x="1516313" y="278648"/>
                  <a:pt x="1514679" y="286145"/>
                </a:cubicBezTo>
                <a:lnTo>
                  <a:pt x="1498387" y="360108"/>
                </a:lnTo>
                <a:lnTo>
                  <a:pt x="1457008" y="360108"/>
                </a:lnTo>
                <a:lnTo>
                  <a:pt x="1480221" y="259905"/>
                </a:lnTo>
                <a:cubicBezTo>
                  <a:pt x="1481663" y="253657"/>
                  <a:pt x="1482383" y="248900"/>
                  <a:pt x="1482383" y="245632"/>
                </a:cubicBezTo>
                <a:cubicBezTo>
                  <a:pt x="1482383" y="242460"/>
                  <a:pt x="1481855" y="240009"/>
                  <a:pt x="1480798" y="238278"/>
                </a:cubicBezTo>
                <a:cubicBezTo>
                  <a:pt x="1479740" y="236548"/>
                  <a:pt x="1477914" y="235683"/>
                  <a:pt x="1475319" y="235683"/>
                </a:cubicBezTo>
                <a:cubicBezTo>
                  <a:pt x="1472339" y="235683"/>
                  <a:pt x="1469119" y="237029"/>
                  <a:pt x="1465659" y="239720"/>
                </a:cubicBezTo>
                <a:cubicBezTo>
                  <a:pt x="1462199" y="242412"/>
                  <a:pt x="1458162" y="246400"/>
                  <a:pt x="1453548" y="251687"/>
                </a:cubicBezTo>
                <a:lnTo>
                  <a:pt x="1443167" y="241306"/>
                </a:lnTo>
                <a:cubicBezTo>
                  <a:pt x="1452779" y="231502"/>
                  <a:pt x="1461310" y="224630"/>
                  <a:pt x="1468759" y="220689"/>
                </a:cubicBezTo>
                <a:cubicBezTo>
                  <a:pt x="1476208" y="216748"/>
                  <a:pt x="1484065" y="214778"/>
                  <a:pt x="1492332" y="214778"/>
                </a:cubicBezTo>
                <a:close/>
                <a:moveTo>
                  <a:pt x="1918613" y="177147"/>
                </a:moveTo>
                <a:cubicBezTo>
                  <a:pt x="1911788" y="177147"/>
                  <a:pt x="1906406" y="180151"/>
                  <a:pt x="1902465" y="186158"/>
                </a:cubicBezTo>
                <a:cubicBezTo>
                  <a:pt x="1898524" y="192166"/>
                  <a:pt x="1895688" y="201105"/>
                  <a:pt x="1893958" y="212975"/>
                </a:cubicBezTo>
                <a:cubicBezTo>
                  <a:pt x="1892228" y="224846"/>
                  <a:pt x="1891363" y="240297"/>
                  <a:pt x="1891363" y="259328"/>
                </a:cubicBezTo>
                <a:cubicBezTo>
                  <a:pt x="1891363" y="280474"/>
                  <a:pt x="1892300" y="297295"/>
                  <a:pt x="1894175" y="309790"/>
                </a:cubicBezTo>
                <a:cubicBezTo>
                  <a:pt x="1896049" y="322286"/>
                  <a:pt x="1899005" y="331489"/>
                  <a:pt x="1903042" y="337400"/>
                </a:cubicBezTo>
                <a:cubicBezTo>
                  <a:pt x="1907078" y="343312"/>
                  <a:pt x="1912461" y="346267"/>
                  <a:pt x="1919189" y="346267"/>
                </a:cubicBezTo>
                <a:cubicBezTo>
                  <a:pt x="1922842" y="346267"/>
                  <a:pt x="1926038" y="345378"/>
                  <a:pt x="1928777" y="343600"/>
                </a:cubicBezTo>
                <a:cubicBezTo>
                  <a:pt x="1931517" y="341822"/>
                  <a:pt x="1933968" y="339034"/>
                  <a:pt x="1936130" y="335238"/>
                </a:cubicBezTo>
                <a:cubicBezTo>
                  <a:pt x="1938293" y="331441"/>
                  <a:pt x="1940143" y="326395"/>
                  <a:pt x="1941681" y="320099"/>
                </a:cubicBezTo>
                <a:cubicBezTo>
                  <a:pt x="1943219" y="313803"/>
                  <a:pt x="1944324" y="305970"/>
                  <a:pt x="1944997" y="296598"/>
                </a:cubicBezTo>
                <a:cubicBezTo>
                  <a:pt x="1945670" y="287227"/>
                  <a:pt x="1946006" y="276774"/>
                  <a:pt x="1946006" y="265240"/>
                </a:cubicBezTo>
                <a:cubicBezTo>
                  <a:pt x="1946006" y="248034"/>
                  <a:pt x="1945358" y="233569"/>
                  <a:pt x="1944060" y="221842"/>
                </a:cubicBezTo>
                <a:cubicBezTo>
                  <a:pt x="1942762" y="210116"/>
                  <a:pt x="1940912" y="201081"/>
                  <a:pt x="1938509" y="194737"/>
                </a:cubicBezTo>
                <a:cubicBezTo>
                  <a:pt x="1936106" y="188393"/>
                  <a:pt x="1933271" y="183876"/>
                  <a:pt x="1930003" y="181184"/>
                </a:cubicBezTo>
                <a:cubicBezTo>
                  <a:pt x="1926735" y="178493"/>
                  <a:pt x="1922938" y="177147"/>
                  <a:pt x="1918613" y="177147"/>
                </a:cubicBezTo>
                <a:close/>
                <a:moveTo>
                  <a:pt x="1919478" y="160999"/>
                </a:moveTo>
                <a:cubicBezTo>
                  <a:pt x="1943123" y="160999"/>
                  <a:pt x="1960761" y="169049"/>
                  <a:pt x="1972391" y="185149"/>
                </a:cubicBezTo>
                <a:cubicBezTo>
                  <a:pt x="1984021" y="201249"/>
                  <a:pt x="1989836" y="225879"/>
                  <a:pt x="1989836" y="259040"/>
                </a:cubicBezTo>
                <a:cubicBezTo>
                  <a:pt x="1989836" y="293066"/>
                  <a:pt x="1983661" y="318801"/>
                  <a:pt x="1971309" y="336247"/>
                </a:cubicBezTo>
                <a:cubicBezTo>
                  <a:pt x="1958958" y="353692"/>
                  <a:pt x="1940816" y="362415"/>
                  <a:pt x="1916883" y="362415"/>
                </a:cubicBezTo>
                <a:cubicBezTo>
                  <a:pt x="1893237" y="362415"/>
                  <a:pt x="1875768" y="354221"/>
                  <a:pt x="1864474" y="337833"/>
                </a:cubicBezTo>
                <a:cubicBezTo>
                  <a:pt x="1853180" y="321445"/>
                  <a:pt x="1847533" y="296670"/>
                  <a:pt x="1847533" y="263509"/>
                </a:cubicBezTo>
                <a:cubicBezTo>
                  <a:pt x="1847533" y="230253"/>
                  <a:pt x="1853829" y="204853"/>
                  <a:pt x="1866420" y="187312"/>
                </a:cubicBezTo>
                <a:cubicBezTo>
                  <a:pt x="1879012" y="169770"/>
                  <a:pt x="1896698" y="160999"/>
                  <a:pt x="1919478" y="160999"/>
                </a:cubicBezTo>
                <a:close/>
                <a:moveTo>
                  <a:pt x="1755818" y="72796"/>
                </a:moveTo>
                <a:cubicBezTo>
                  <a:pt x="1781150" y="72796"/>
                  <a:pt x="1804482" y="76395"/>
                  <a:pt x="1825814" y="83595"/>
                </a:cubicBezTo>
                <a:lnTo>
                  <a:pt x="1816414" y="125192"/>
                </a:lnTo>
                <a:lnTo>
                  <a:pt x="1787416" y="125192"/>
                </a:lnTo>
                <a:cubicBezTo>
                  <a:pt x="1786749" y="114926"/>
                  <a:pt x="1783683" y="107093"/>
                  <a:pt x="1778217" y="101694"/>
                </a:cubicBezTo>
                <a:cubicBezTo>
                  <a:pt x="1772750" y="96294"/>
                  <a:pt x="1765551" y="93594"/>
                  <a:pt x="1756618" y="93594"/>
                </a:cubicBezTo>
                <a:cubicBezTo>
                  <a:pt x="1750352" y="93594"/>
                  <a:pt x="1744519" y="94994"/>
                  <a:pt x="1739119" y="97794"/>
                </a:cubicBezTo>
                <a:cubicBezTo>
                  <a:pt x="1733719" y="100594"/>
                  <a:pt x="1729386" y="104694"/>
                  <a:pt x="1726120" y="110093"/>
                </a:cubicBezTo>
                <a:cubicBezTo>
                  <a:pt x="1722853" y="115493"/>
                  <a:pt x="1721220" y="121793"/>
                  <a:pt x="1721220" y="128992"/>
                </a:cubicBezTo>
                <a:cubicBezTo>
                  <a:pt x="1721220" y="139258"/>
                  <a:pt x="1724253" y="146524"/>
                  <a:pt x="1730320" y="150791"/>
                </a:cubicBezTo>
                <a:cubicBezTo>
                  <a:pt x="1736386" y="155057"/>
                  <a:pt x="1746152" y="157190"/>
                  <a:pt x="1759618" y="157190"/>
                </a:cubicBezTo>
                <a:lnTo>
                  <a:pt x="1786216" y="157190"/>
                </a:lnTo>
                <a:lnTo>
                  <a:pt x="1780616" y="181989"/>
                </a:lnTo>
                <a:lnTo>
                  <a:pt x="1761818" y="181989"/>
                </a:lnTo>
                <a:cubicBezTo>
                  <a:pt x="1749152" y="181989"/>
                  <a:pt x="1739086" y="182956"/>
                  <a:pt x="1731619" y="184889"/>
                </a:cubicBezTo>
                <a:cubicBezTo>
                  <a:pt x="1724153" y="186822"/>
                  <a:pt x="1717754" y="189588"/>
                  <a:pt x="1712421" y="193188"/>
                </a:cubicBezTo>
                <a:cubicBezTo>
                  <a:pt x="1707088" y="196788"/>
                  <a:pt x="1703188" y="200954"/>
                  <a:pt x="1700721" y="205687"/>
                </a:cubicBezTo>
                <a:cubicBezTo>
                  <a:pt x="1698255" y="210420"/>
                  <a:pt x="1697022" y="215720"/>
                  <a:pt x="1697022" y="221586"/>
                </a:cubicBezTo>
                <a:cubicBezTo>
                  <a:pt x="1697022" y="229986"/>
                  <a:pt x="1699755" y="236552"/>
                  <a:pt x="1705221" y="241285"/>
                </a:cubicBezTo>
                <a:cubicBezTo>
                  <a:pt x="1710687" y="246018"/>
                  <a:pt x="1719087" y="248385"/>
                  <a:pt x="1730419" y="248385"/>
                </a:cubicBezTo>
                <a:cubicBezTo>
                  <a:pt x="1740019" y="248385"/>
                  <a:pt x="1750085" y="246385"/>
                  <a:pt x="1760618" y="242385"/>
                </a:cubicBezTo>
                <a:cubicBezTo>
                  <a:pt x="1771150" y="238385"/>
                  <a:pt x="1782416" y="232652"/>
                  <a:pt x="1794416" y="225186"/>
                </a:cubicBezTo>
                <a:lnTo>
                  <a:pt x="1806815" y="246985"/>
                </a:lnTo>
                <a:cubicBezTo>
                  <a:pt x="1775217" y="267384"/>
                  <a:pt x="1744952" y="277583"/>
                  <a:pt x="1716020" y="277583"/>
                </a:cubicBezTo>
                <a:cubicBezTo>
                  <a:pt x="1692289" y="277583"/>
                  <a:pt x="1673490" y="273017"/>
                  <a:pt x="1659624" y="263884"/>
                </a:cubicBezTo>
                <a:cubicBezTo>
                  <a:pt x="1645758" y="254751"/>
                  <a:pt x="1638825" y="241585"/>
                  <a:pt x="1638825" y="224386"/>
                </a:cubicBezTo>
                <a:cubicBezTo>
                  <a:pt x="1638825" y="210254"/>
                  <a:pt x="1644591" y="198321"/>
                  <a:pt x="1656124" y="188588"/>
                </a:cubicBezTo>
                <a:cubicBezTo>
                  <a:pt x="1667657" y="178856"/>
                  <a:pt x="1683956" y="172323"/>
                  <a:pt x="1705021" y="168990"/>
                </a:cubicBezTo>
                <a:lnTo>
                  <a:pt x="1705621" y="166190"/>
                </a:lnTo>
                <a:cubicBezTo>
                  <a:pt x="1693355" y="163257"/>
                  <a:pt x="1683756" y="158224"/>
                  <a:pt x="1676823" y="151091"/>
                </a:cubicBezTo>
                <a:cubicBezTo>
                  <a:pt x="1669890" y="143958"/>
                  <a:pt x="1666423" y="135525"/>
                  <a:pt x="1666423" y="125792"/>
                </a:cubicBezTo>
                <a:cubicBezTo>
                  <a:pt x="1666423" y="114326"/>
                  <a:pt x="1670090" y="104594"/>
                  <a:pt x="1677423" y="96594"/>
                </a:cubicBezTo>
                <a:cubicBezTo>
                  <a:pt x="1684756" y="88595"/>
                  <a:pt x="1695288" y="82628"/>
                  <a:pt x="1709021" y="78695"/>
                </a:cubicBezTo>
                <a:cubicBezTo>
                  <a:pt x="1722753" y="74762"/>
                  <a:pt x="1738352" y="72796"/>
                  <a:pt x="1755818" y="72796"/>
                </a:cubicBezTo>
                <a:close/>
                <a:moveTo>
                  <a:pt x="1365293" y="72796"/>
                </a:moveTo>
                <a:cubicBezTo>
                  <a:pt x="1390625" y="72796"/>
                  <a:pt x="1413957" y="76395"/>
                  <a:pt x="1435289" y="83595"/>
                </a:cubicBezTo>
                <a:lnTo>
                  <a:pt x="1425889" y="125192"/>
                </a:lnTo>
                <a:lnTo>
                  <a:pt x="1396891" y="125192"/>
                </a:lnTo>
                <a:cubicBezTo>
                  <a:pt x="1396224" y="114926"/>
                  <a:pt x="1393158" y="107093"/>
                  <a:pt x="1387692" y="101694"/>
                </a:cubicBezTo>
                <a:cubicBezTo>
                  <a:pt x="1382225" y="96294"/>
                  <a:pt x="1375026" y="93594"/>
                  <a:pt x="1366093" y="93594"/>
                </a:cubicBezTo>
                <a:cubicBezTo>
                  <a:pt x="1359827" y="93594"/>
                  <a:pt x="1353994" y="94994"/>
                  <a:pt x="1348594" y="97794"/>
                </a:cubicBezTo>
                <a:cubicBezTo>
                  <a:pt x="1343194" y="100594"/>
                  <a:pt x="1338861" y="104694"/>
                  <a:pt x="1335595" y="110093"/>
                </a:cubicBezTo>
                <a:cubicBezTo>
                  <a:pt x="1332328" y="115493"/>
                  <a:pt x="1330695" y="121793"/>
                  <a:pt x="1330695" y="128992"/>
                </a:cubicBezTo>
                <a:cubicBezTo>
                  <a:pt x="1330695" y="139258"/>
                  <a:pt x="1333728" y="146524"/>
                  <a:pt x="1339795" y="150791"/>
                </a:cubicBezTo>
                <a:cubicBezTo>
                  <a:pt x="1345861" y="155057"/>
                  <a:pt x="1355627" y="157190"/>
                  <a:pt x="1369093" y="157190"/>
                </a:cubicBezTo>
                <a:lnTo>
                  <a:pt x="1395691" y="157190"/>
                </a:lnTo>
                <a:lnTo>
                  <a:pt x="1390091" y="181989"/>
                </a:lnTo>
                <a:lnTo>
                  <a:pt x="1371293" y="181989"/>
                </a:lnTo>
                <a:cubicBezTo>
                  <a:pt x="1358627" y="181989"/>
                  <a:pt x="1348561" y="182956"/>
                  <a:pt x="1341094" y="184889"/>
                </a:cubicBezTo>
                <a:cubicBezTo>
                  <a:pt x="1333628" y="186822"/>
                  <a:pt x="1327229" y="189588"/>
                  <a:pt x="1321896" y="193188"/>
                </a:cubicBezTo>
                <a:cubicBezTo>
                  <a:pt x="1316563" y="196788"/>
                  <a:pt x="1312663" y="200954"/>
                  <a:pt x="1310196" y="205687"/>
                </a:cubicBezTo>
                <a:cubicBezTo>
                  <a:pt x="1307730" y="210420"/>
                  <a:pt x="1306497" y="215720"/>
                  <a:pt x="1306497" y="221586"/>
                </a:cubicBezTo>
                <a:cubicBezTo>
                  <a:pt x="1306497" y="229986"/>
                  <a:pt x="1309230" y="236552"/>
                  <a:pt x="1314696" y="241285"/>
                </a:cubicBezTo>
                <a:cubicBezTo>
                  <a:pt x="1320162" y="246018"/>
                  <a:pt x="1328562" y="248385"/>
                  <a:pt x="1339894" y="248385"/>
                </a:cubicBezTo>
                <a:cubicBezTo>
                  <a:pt x="1349494" y="248385"/>
                  <a:pt x="1359560" y="246385"/>
                  <a:pt x="1370093" y="242385"/>
                </a:cubicBezTo>
                <a:cubicBezTo>
                  <a:pt x="1380625" y="238385"/>
                  <a:pt x="1391891" y="232652"/>
                  <a:pt x="1403891" y="225186"/>
                </a:cubicBezTo>
                <a:lnTo>
                  <a:pt x="1416290" y="246985"/>
                </a:lnTo>
                <a:cubicBezTo>
                  <a:pt x="1384692" y="267384"/>
                  <a:pt x="1354427" y="277583"/>
                  <a:pt x="1325495" y="277583"/>
                </a:cubicBezTo>
                <a:cubicBezTo>
                  <a:pt x="1301764" y="277583"/>
                  <a:pt x="1282965" y="273017"/>
                  <a:pt x="1269099" y="263884"/>
                </a:cubicBezTo>
                <a:cubicBezTo>
                  <a:pt x="1255233" y="254751"/>
                  <a:pt x="1248300" y="241585"/>
                  <a:pt x="1248300" y="224386"/>
                </a:cubicBezTo>
                <a:cubicBezTo>
                  <a:pt x="1248300" y="210254"/>
                  <a:pt x="1254066" y="198321"/>
                  <a:pt x="1265599" y="188588"/>
                </a:cubicBezTo>
                <a:cubicBezTo>
                  <a:pt x="1277132" y="178856"/>
                  <a:pt x="1293431" y="172323"/>
                  <a:pt x="1314496" y="168990"/>
                </a:cubicBezTo>
                <a:lnTo>
                  <a:pt x="1315096" y="166190"/>
                </a:lnTo>
                <a:cubicBezTo>
                  <a:pt x="1302830" y="163257"/>
                  <a:pt x="1293231" y="158224"/>
                  <a:pt x="1286298" y="151091"/>
                </a:cubicBezTo>
                <a:cubicBezTo>
                  <a:pt x="1279365" y="143958"/>
                  <a:pt x="1275898" y="135525"/>
                  <a:pt x="1275898" y="125792"/>
                </a:cubicBezTo>
                <a:cubicBezTo>
                  <a:pt x="1275898" y="114326"/>
                  <a:pt x="1279565" y="104594"/>
                  <a:pt x="1286898" y="96594"/>
                </a:cubicBezTo>
                <a:cubicBezTo>
                  <a:pt x="1294231" y="88595"/>
                  <a:pt x="1304763" y="82628"/>
                  <a:pt x="1318496" y="78695"/>
                </a:cubicBezTo>
                <a:cubicBezTo>
                  <a:pt x="1332228" y="74762"/>
                  <a:pt x="1347827" y="72796"/>
                  <a:pt x="1365293" y="72796"/>
                </a:cubicBezTo>
                <a:close/>
                <a:moveTo>
                  <a:pt x="1126991" y="49797"/>
                </a:moveTo>
                <a:lnTo>
                  <a:pt x="1065195" y="166390"/>
                </a:lnTo>
                <a:lnTo>
                  <a:pt x="1130391" y="166390"/>
                </a:lnTo>
                <a:lnTo>
                  <a:pt x="1129591" y="118393"/>
                </a:lnTo>
                <a:cubicBezTo>
                  <a:pt x="1129324" y="101327"/>
                  <a:pt x="1129191" y="87195"/>
                  <a:pt x="1129191" y="75995"/>
                </a:cubicBezTo>
                <a:cubicBezTo>
                  <a:pt x="1129191" y="67463"/>
                  <a:pt x="1129258" y="58730"/>
                  <a:pt x="1129391" y="49797"/>
                </a:cubicBezTo>
                <a:close/>
                <a:moveTo>
                  <a:pt x="1124191" y="0"/>
                </a:moveTo>
                <a:lnTo>
                  <a:pt x="1181788" y="0"/>
                </a:lnTo>
                <a:lnTo>
                  <a:pt x="1190387" y="213787"/>
                </a:lnTo>
                <a:cubicBezTo>
                  <a:pt x="1190654" y="221386"/>
                  <a:pt x="1191187" y="228219"/>
                  <a:pt x="1191987" y="234286"/>
                </a:cubicBezTo>
                <a:cubicBezTo>
                  <a:pt x="1192787" y="240352"/>
                  <a:pt x="1194054" y="245318"/>
                  <a:pt x="1195787" y="249185"/>
                </a:cubicBezTo>
                <a:cubicBezTo>
                  <a:pt x="1197520" y="253051"/>
                  <a:pt x="1199687" y="255884"/>
                  <a:pt x="1202287" y="257684"/>
                </a:cubicBezTo>
                <a:cubicBezTo>
                  <a:pt x="1204886" y="259484"/>
                  <a:pt x="1208186" y="260651"/>
                  <a:pt x="1212186" y="261184"/>
                </a:cubicBezTo>
                <a:lnTo>
                  <a:pt x="1209186" y="274383"/>
                </a:lnTo>
                <a:lnTo>
                  <a:pt x="1105793" y="274383"/>
                </a:lnTo>
                <a:lnTo>
                  <a:pt x="1108792" y="261184"/>
                </a:lnTo>
                <a:cubicBezTo>
                  <a:pt x="1114659" y="260784"/>
                  <a:pt x="1119292" y="259284"/>
                  <a:pt x="1122691" y="256684"/>
                </a:cubicBezTo>
                <a:cubicBezTo>
                  <a:pt x="1126091" y="254084"/>
                  <a:pt x="1128458" y="250551"/>
                  <a:pt x="1129791" y="246085"/>
                </a:cubicBezTo>
                <a:cubicBezTo>
                  <a:pt x="1131124" y="241619"/>
                  <a:pt x="1131791" y="235386"/>
                  <a:pt x="1131791" y="227386"/>
                </a:cubicBezTo>
                <a:cubicBezTo>
                  <a:pt x="1131791" y="221653"/>
                  <a:pt x="1131658" y="215653"/>
                  <a:pt x="1131391" y="209387"/>
                </a:cubicBezTo>
                <a:lnTo>
                  <a:pt x="1130991" y="189788"/>
                </a:lnTo>
                <a:lnTo>
                  <a:pt x="1052796" y="189788"/>
                </a:lnTo>
                <a:lnTo>
                  <a:pt x="1049996" y="194788"/>
                </a:lnTo>
                <a:cubicBezTo>
                  <a:pt x="1042530" y="208254"/>
                  <a:pt x="1037563" y="218453"/>
                  <a:pt x="1035097" y="225386"/>
                </a:cubicBezTo>
                <a:cubicBezTo>
                  <a:pt x="1032630" y="232319"/>
                  <a:pt x="1031397" y="238719"/>
                  <a:pt x="1031397" y="244585"/>
                </a:cubicBezTo>
                <a:cubicBezTo>
                  <a:pt x="1031397" y="254184"/>
                  <a:pt x="1037063" y="259717"/>
                  <a:pt x="1048396" y="261184"/>
                </a:cubicBezTo>
                <a:lnTo>
                  <a:pt x="1045396" y="274383"/>
                </a:lnTo>
                <a:lnTo>
                  <a:pt x="961001" y="274383"/>
                </a:lnTo>
                <a:lnTo>
                  <a:pt x="964001" y="261184"/>
                </a:lnTo>
                <a:cubicBezTo>
                  <a:pt x="968668" y="260117"/>
                  <a:pt x="972767" y="258318"/>
                  <a:pt x="976300" y="255784"/>
                </a:cubicBezTo>
                <a:cubicBezTo>
                  <a:pt x="979834" y="253251"/>
                  <a:pt x="983200" y="249818"/>
                  <a:pt x="986400" y="245485"/>
                </a:cubicBezTo>
                <a:cubicBezTo>
                  <a:pt x="989600" y="241152"/>
                  <a:pt x="994133" y="233719"/>
                  <a:pt x="999999" y="2231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2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860CBC-8BE7-4435-AB2F-AF72929BD187}"/>
              </a:ext>
            </a:extLst>
          </p:cNvPr>
          <p:cNvSpPr txBox="1"/>
          <p:nvPr/>
        </p:nvSpPr>
        <p:spPr>
          <a:xfrm>
            <a:off x="7687072" y="7431953"/>
            <a:ext cx="3051011" cy="1712225"/>
          </a:xfrm>
          <a:custGeom>
            <a:avLst/>
            <a:gdLst/>
            <a:ahLst/>
            <a:cxnLst/>
            <a:rect l="l" t="t" r="r" b="b"/>
            <a:pathLst>
              <a:path w="1457150" h="817752">
                <a:moveTo>
                  <a:pt x="151194" y="757849"/>
                </a:moveTo>
                <a:cubicBezTo>
                  <a:pt x="147157" y="757849"/>
                  <a:pt x="143576" y="759878"/>
                  <a:pt x="140451" y="763937"/>
                </a:cubicBezTo>
                <a:cubicBezTo>
                  <a:pt x="137325" y="767995"/>
                  <a:pt x="134807" y="773454"/>
                  <a:pt x="132898" y="780312"/>
                </a:cubicBezTo>
                <a:cubicBezTo>
                  <a:pt x="130988" y="787171"/>
                  <a:pt x="130033" y="793313"/>
                  <a:pt x="130033" y="798739"/>
                </a:cubicBezTo>
                <a:cubicBezTo>
                  <a:pt x="130033" y="801908"/>
                  <a:pt x="130499" y="804274"/>
                  <a:pt x="131432" y="805836"/>
                </a:cubicBezTo>
                <a:cubicBezTo>
                  <a:pt x="132366" y="807399"/>
                  <a:pt x="133809" y="808181"/>
                  <a:pt x="135762" y="808181"/>
                </a:cubicBezTo>
                <a:cubicBezTo>
                  <a:pt x="138627" y="808181"/>
                  <a:pt x="141547" y="806781"/>
                  <a:pt x="144520" y="803981"/>
                </a:cubicBezTo>
                <a:cubicBezTo>
                  <a:pt x="147494" y="801181"/>
                  <a:pt x="149892" y="797893"/>
                  <a:pt x="151715" y="794116"/>
                </a:cubicBezTo>
                <a:cubicBezTo>
                  <a:pt x="153538" y="790340"/>
                  <a:pt x="155166" y="785174"/>
                  <a:pt x="156598" y="778620"/>
                </a:cubicBezTo>
                <a:lnTo>
                  <a:pt x="157119" y="776210"/>
                </a:lnTo>
                <a:cubicBezTo>
                  <a:pt x="157814" y="772998"/>
                  <a:pt x="158161" y="769808"/>
                  <a:pt x="158161" y="766639"/>
                </a:cubicBezTo>
                <a:cubicBezTo>
                  <a:pt x="158161" y="763730"/>
                  <a:pt x="157618" y="761538"/>
                  <a:pt x="156533" y="760063"/>
                </a:cubicBezTo>
                <a:cubicBezTo>
                  <a:pt x="155448" y="758587"/>
                  <a:pt x="153668" y="757849"/>
                  <a:pt x="151194" y="757849"/>
                </a:cubicBezTo>
                <a:close/>
                <a:moveTo>
                  <a:pt x="237404" y="757773"/>
                </a:moveTo>
                <a:cubicBezTo>
                  <a:pt x="240652" y="757773"/>
                  <a:pt x="243452" y="758949"/>
                  <a:pt x="245805" y="761302"/>
                </a:cubicBezTo>
                <a:cubicBezTo>
                  <a:pt x="248158" y="763654"/>
                  <a:pt x="249334" y="766418"/>
                  <a:pt x="249334" y="769594"/>
                </a:cubicBezTo>
                <a:cubicBezTo>
                  <a:pt x="249334" y="772770"/>
                  <a:pt x="248146" y="775510"/>
                  <a:pt x="245770" y="777816"/>
                </a:cubicBezTo>
                <a:cubicBezTo>
                  <a:pt x="243394" y="780121"/>
                  <a:pt x="240600" y="781274"/>
                  <a:pt x="237388" y="781274"/>
                </a:cubicBezTo>
                <a:cubicBezTo>
                  <a:pt x="234177" y="781274"/>
                  <a:pt x="231388" y="780126"/>
                  <a:pt x="229022" y="777830"/>
                </a:cubicBezTo>
                <a:cubicBezTo>
                  <a:pt x="226657" y="775534"/>
                  <a:pt x="225474" y="772788"/>
                  <a:pt x="225474" y="769594"/>
                </a:cubicBezTo>
                <a:cubicBezTo>
                  <a:pt x="225474" y="766400"/>
                  <a:pt x="226645" y="763631"/>
                  <a:pt x="228989" y="761288"/>
                </a:cubicBezTo>
                <a:cubicBezTo>
                  <a:pt x="231332" y="758944"/>
                  <a:pt x="234137" y="757773"/>
                  <a:pt x="237404" y="757773"/>
                </a:cubicBezTo>
                <a:close/>
                <a:moveTo>
                  <a:pt x="659120" y="737356"/>
                </a:moveTo>
                <a:cubicBezTo>
                  <a:pt x="661550" y="737356"/>
                  <a:pt x="664698" y="738136"/>
                  <a:pt x="668564" y="739695"/>
                </a:cubicBezTo>
                <a:cubicBezTo>
                  <a:pt x="672429" y="741254"/>
                  <a:pt x="674362" y="743444"/>
                  <a:pt x="674362" y="746264"/>
                </a:cubicBezTo>
                <a:cubicBezTo>
                  <a:pt x="674362" y="747221"/>
                  <a:pt x="674118" y="748219"/>
                  <a:pt x="673631" y="749257"/>
                </a:cubicBezTo>
                <a:cubicBezTo>
                  <a:pt x="673144" y="750295"/>
                  <a:pt x="672855" y="751535"/>
                  <a:pt x="672764" y="752977"/>
                </a:cubicBezTo>
                <a:cubicBezTo>
                  <a:pt x="676785" y="752130"/>
                  <a:pt x="680334" y="751387"/>
                  <a:pt x="683411" y="750746"/>
                </a:cubicBezTo>
                <a:cubicBezTo>
                  <a:pt x="686487" y="750105"/>
                  <a:pt x="689601" y="749784"/>
                  <a:pt x="692751" y="749784"/>
                </a:cubicBezTo>
                <a:cubicBezTo>
                  <a:pt x="695901" y="749784"/>
                  <a:pt x="698743" y="750436"/>
                  <a:pt x="701276" y="751738"/>
                </a:cubicBezTo>
                <a:cubicBezTo>
                  <a:pt x="703810" y="753041"/>
                  <a:pt x="705077" y="754594"/>
                  <a:pt x="705077" y="756398"/>
                </a:cubicBezTo>
                <a:cubicBezTo>
                  <a:pt x="705077" y="758202"/>
                  <a:pt x="703646" y="759397"/>
                  <a:pt x="700784" y="759981"/>
                </a:cubicBezTo>
                <a:cubicBezTo>
                  <a:pt x="697923" y="760565"/>
                  <a:pt x="688372" y="761916"/>
                  <a:pt x="672134" y="764033"/>
                </a:cubicBezTo>
                <a:lnTo>
                  <a:pt x="671345" y="779430"/>
                </a:lnTo>
                <a:cubicBezTo>
                  <a:pt x="692014" y="777447"/>
                  <a:pt x="704086" y="776212"/>
                  <a:pt x="707561" y="775725"/>
                </a:cubicBezTo>
                <a:cubicBezTo>
                  <a:pt x="711036" y="775237"/>
                  <a:pt x="713806" y="774994"/>
                  <a:pt x="715870" y="774994"/>
                </a:cubicBezTo>
                <a:cubicBezTo>
                  <a:pt x="721070" y="774994"/>
                  <a:pt x="725867" y="776339"/>
                  <a:pt x="730262" y="779029"/>
                </a:cubicBezTo>
                <a:cubicBezTo>
                  <a:pt x="734657" y="781719"/>
                  <a:pt x="736855" y="784541"/>
                  <a:pt x="736855" y="787495"/>
                </a:cubicBezTo>
                <a:cubicBezTo>
                  <a:pt x="736855" y="790449"/>
                  <a:pt x="733529" y="791926"/>
                  <a:pt x="726879" y="791926"/>
                </a:cubicBezTo>
                <a:cubicBezTo>
                  <a:pt x="724322" y="791926"/>
                  <a:pt x="720617" y="791571"/>
                  <a:pt x="715763" y="790860"/>
                </a:cubicBezTo>
                <a:cubicBezTo>
                  <a:pt x="710908" y="790149"/>
                  <a:pt x="702458" y="789794"/>
                  <a:pt x="690411" y="789794"/>
                </a:cubicBezTo>
                <a:cubicBezTo>
                  <a:pt x="678364" y="789794"/>
                  <a:pt x="665708" y="790413"/>
                  <a:pt x="652444" y="791652"/>
                </a:cubicBezTo>
                <a:cubicBezTo>
                  <a:pt x="639180" y="792890"/>
                  <a:pt x="629874" y="794074"/>
                  <a:pt x="624524" y="795203"/>
                </a:cubicBezTo>
                <a:cubicBezTo>
                  <a:pt x="619175" y="796333"/>
                  <a:pt x="615597" y="796897"/>
                  <a:pt x="613789" y="796897"/>
                </a:cubicBezTo>
                <a:cubicBezTo>
                  <a:pt x="609728" y="796897"/>
                  <a:pt x="605956" y="795758"/>
                  <a:pt x="602471" y="793478"/>
                </a:cubicBezTo>
                <a:cubicBezTo>
                  <a:pt x="598986" y="791199"/>
                  <a:pt x="597244" y="789292"/>
                  <a:pt x="597244" y="787756"/>
                </a:cubicBezTo>
                <a:cubicBezTo>
                  <a:pt x="597244" y="786221"/>
                  <a:pt x="597822" y="785337"/>
                  <a:pt x="598979" y="785105"/>
                </a:cubicBezTo>
                <a:cubicBezTo>
                  <a:pt x="600135" y="784874"/>
                  <a:pt x="601758" y="784758"/>
                  <a:pt x="603847" y="784758"/>
                </a:cubicBezTo>
                <a:cubicBezTo>
                  <a:pt x="609246" y="784758"/>
                  <a:pt x="627538" y="783335"/>
                  <a:pt x="658725" y="780491"/>
                </a:cubicBezTo>
                <a:lnTo>
                  <a:pt x="659381" y="765473"/>
                </a:lnTo>
                <a:cubicBezTo>
                  <a:pt x="650750" y="766538"/>
                  <a:pt x="644726" y="767070"/>
                  <a:pt x="641307" y="767070"/>
                </a:cubicBezTo>
                <a:cubicBezTo>
                  <a:pt x="637888" y="767070"/>
                  <a:pt x="634927" y="766391"/>
                  <a:pt x="632422" y="765031"/>
                </a:cubicBezTo>
                <a:cubicBezTo>
                  <a:pt x="629918" y="763672"/>
                  <a:pt x="628666" y="762143"/>
                  <a:pt x="628666" y="760443"/>
                </a:cubicBezTo>
                <a:cubicBezTo>
                  <a:pt x="628666" y="758744"/>
                  <a:pt x="630978" y="757762"/>
                  <a:pt x="635602" y="757498"/>
                </a:cubicBezTo>
                <a:cubicBezTo>
                  <a:pt x="640226" y="757234"/>
                  <a:pt x="648212" y="756340"/>
                  <a:pt x="659559" y="754815"/>
                </a:cubicBezTo>
                <a:cubicBezTo>
                  <a:pt x="659448" y="750673"/>
                  <a:pt x="658739" y="747534"/>
                  <a:pt x="657434" y="745398"/>
                </a:cubicBezTo>
                <a:cubicBezTo>
                  <a:pt x="656128" y="743263"/>
                  <a:pt x="655476" y="741388"/>
                  <a:pt x="655476" y="739776"/>
                </a:cubicBezTo>
                <a:cubicBezTo>
                  <a:pt x="655476" y="738163"/>
                  <a:pt x="656690" y="737356"/>
                  <a:pt x="659120" y="737356"/>
                </a:cubicBezTo>
                <a:close/>
                <a:moveTo>
                  <a:pt x="1054019" y="730256"/>
                </a:moveTo>
                <a:cubicBezTo>
                  <a:pt x="1055529" y="730256"/>
                  <a:pt x="1058341" y="731483"/>
                  <a:pt x="1062454" y="733938"/>
                </a:cubicBezTo>
                <a:cubicBezTo>
                  <a:pt x="1066568" y="736392"/>
                  <a:pt x="1068624" y="738467"/>
                  <a:pt x="1068624" y="740163"/>
                </a:cubicBezTo>
                <a:cubicBezTo>
                  <a:pt x="1068624" y="741859"/>
                  <a:pt x="1067599" y="743302"/>
                  <a:pt x="1065548" y="744494"/>
                </a:cubicBezTo>
                <a:cubicBezTo>
                  <a:pt x="1063497" y="745685"/>
                  <a:pt x="1062101" y="746730"/>
                  <a:pt x="1061360" y="747628"/>
                </a:cubicBezTo>
                <a:cubicBezTo>
                  <a:pt x="1060619" y="748526"/>
                  <a:pt x="1058874" y="750947"/>
                  <a:pt x="1056124" y="754891"/>
                </a:cubicBezTo>
                <a:cubicBezTo>
                  <a:pt x="1053375" y="758835"/>
                  <a:pt x="1049966" y="762650"/>
                  <a:pt x="1045898" y="766338"/>
                </a:cubicBezTo>
                <a:cubicBezTo>
                  <a:pt x="1054070" y="771680"/>
                  <a:pt x="1062331" y="775947"/>
                  <a:pt x="1070682" y="779136"/>
                </a:cubicBezTo>
                <a:cubicBezTo>
                  <a:pt x="1079032" y="782326"/>
                  <a:pt x="1091839" y="785037"/>
                  <a:pt x="1109104" y="787269"/>
                </a:cubicBezTo>
                <a:cubicBezTo>
                  <a:pt x="1113956" y="787876"/>
                  <a:pt x="1116382" y="789298"/>
                  <a:pt x="1116382" y="791536"/>
                </a:cubicBezTo>
                <a:cubicBezTo>
                  <a:pt x="1116382" y="793006"/>
                  <a:pt x="1115493" y="794166"/>
                  <a:pt x="1113714" y="795015"/>
                </a:cubicBezTo>
                <a:cubicBezTo>
                  <a:pt x="1111935" y="795865"/>
                  <a:pt x="1107369" y="796953"/>
                  <a:pt x="1100015" y="798280"/>
                </a:cubicBezTo>
                <a:cubicBezTo>
                  <a:pt x="1092661" y="799607"/>
                  <a:pt x="1086033" y="800271"/>
                  <a:pt x="1080130" y="800271"/>
                </a:cubicBezTo>
                <a:cubicBezTo>
                  <a:pt x="1074228" y="800271"/>
                  <a:pt x="1069218" y="798524"/>
                  <a:pt x="1065101" y="795031"/>
                </a:cubicBezTo>
                <a:lnTo>
                  <a:pt x="1039722" y="773817"/>
                </a:lnTo>
                <a:cubicBezTo>
                  <a:pt x="1034300" y="779216"/>
                  <a:pt x="1026721" y="783821"/>
                  <a:pt x="1016983" y="787631"/>
                </a:cubicBezTo>
                <a:cubicBezTo>
                  <a:pt x="1007245" y="791441"/>
                  <a:pt x="998823" y="793346"/>
                  <a:pt x="991716" y="793346"/>
                </a:cubicBezTo>
                <a:cubicBezTo>
                  <a:pt x="989672" y="793346"/>
                  <a:pt x="987647" y="793145"/>
                  <a:pt x="985639" y="792743"/>
                </a:cubicBezTo>
                <a:cubicBezTo>
                  <a:pt x="983631" y="792342"/>
                  <a:pt x="982627" y="791414"/>
                  <a:pt x="982627" y="789961"/>
                </a:cubicBezTo>
                <a:cubicBezTo>
                  <a:pt x="982627" y="788507"/>
                  <a:pt x="984319" y="787412"/>
                  <a:pt x="987703" y="786675"/>
                </a:cubicBezTo>
                <a:cubicBezTo>
                  <a:pt x="1007594" y="781732"/>
                  <a:pt x="1022057" y="775209"/>
                  <a:pt x="1031095" y="767107"/>
                </a:cubicBezTo>
                <a:cubicBezTo>
                  <a:pt x="1022478" y="761265"/>
                  <a:pt x="1015724" y="757428"/>
                  <a:pt x="1010834" y="755595"/>
                </a:cubicBezTo>
                <a:cubicBezTo>
                  <a:pt x="1008008" y="754464"/>
                  <a:pt x="1006595" y="753006"/>
                  <a:pt x="1006595" y="751219"/>
                </a:cubicBezTo>
                <a:cubicBezTo>
                  <a:pt x="1006595" y="749433"/>
                  <a:pt x="1007436" y="748540"/>
                  <a:pt x="1009119" y="748540"/>
                </a:cubicBezTo>
                <a:cubicBezTo>
                  <a:pt x="1010802" y="748540"/>
                  <a:pt x="1013239" y="748759"/>
                  <a:pt x="1016430" y="749198"/>
                </a:cubicBezTo>
                <a:cubicBezTo>
                  <a:pt x="1019622" y="749636"/>
                  <a:pt x="1022680" y="750602"/>
                  <a:pt x="1025606" y="752097"/>
                </a:cubicBezTo>
                <a:cubicBezTo>
                  <a:pt x="1028532" y="753592"/>
                  <a:pt x="1032471" y="756252"/>
                  <a:pt x="1037423" y="760077"/>
                </a:cubicBezTo>
                <a:cubicBezTo>
                  <a:pt x="1038611" y="758873"/>
                  <a:pt x="1040427" y="755740"/>
                  <a:pt x="1042872" y="750681"/>
                </a:cubicBezTo>
                <a:cubicBezTo>
                  <a:pt x="1045317" y="745621"/>
                  <a:pt x="1046540" y="743063"/>
                  <a:pt x="1046540" y="743008"/>
                </a:cubicBezTo>
                <a:cubicBezTo>
                  <a:pt x="1046540" y="742952"/>
                  <a:pt x="1046390" y="742924"/>
                  <a:pt x="1046092" y="742924"/>
                </a:cubicBezTo>
                <a:cubicBezTo>
                  <a:pt x="1045793" y="742924"/>
                  <a:pt x="1042654" y="743664"/>
                  <a:pt x="1036677" y="745144"/>
                </a:cubicBezTo>
                <a:cubicBezTo>
                  <a:pt x="1030699" y="746624"/>
                  <a:pt x="1025960" y="747364"/>
                  <a:pt x="1022460" y="747364"/>
                </a:cubicBezTo>
                <a:cubicBezTo>
                  <a:pt x="1018960" y="747364"/>
                  <a:pt x="1016092" y="746842"/>
                  <a:pt x="1013855" y="745799"/>
                </a:cubicBezTo>
                <a:cubicBezTo>
                  <a:pt x="1011619" y="744755"/>
                  <a:pt x="1010500" y="743500"/>
                  <a:pt x="1010500" y="742032"/>
                </a:cubicBezTo>
                <a:cubicBezTo>
                  <a:pt x="1010500" y="740564"/>
                  <a:pt x="1012359" y="739669"/>
                  <a:pt x="1016077" y="739347"/>
                </a:cubicBezTo>
                <a:cubicBezTo>
                  <a:pt x="1022814" y="738872"/>
                  <a:pt x="1029421" y="737797"/>
                  <a:pt x="1035896" y="736121"/>
                </a:cubicBezTo>
                <a:cubicBezTo>
                  <a:pt x="1042372" y="734445"/>
                  <a:pt x="1046634" y="733048"/>
                  <a:pt x="1048682" y="731931"/>
                </a:cubicBezTo>
                <a:cubicBezTo>
                  <a:pt x="1050730" y="730814"/>
                  <a:pt x="1052509" y="730256"/>
                  <a:pt x="1054019" y="730256"/>
                </a:cubicBezTo>
                <a:close/>
                <a:moveTo>
                  <a:pt x="179127" y="723469"/>
                </a:moveTo>
                <a:lnTo>
                  <a:pt x="186485" y="723469"/>
                </a:lnTo>
                <a:lnTo>
                  <a:pt x="170012" y="796395"/>
                </a:lnTo>
                <a:cubicBezTo>
                  <a:pt x="169360" y="799260"/>
                  <a:pt x="169035" y="801734"/>
                  <a:pt x="169035" y="803818"/>
                </a:cubicBezTo>
                <a:cubicBezTo>
                  <a:pt x="169035" y="805250"/>
                  <a:pt x="169274" y="806357"/>
                  <a:pt x="169751" y="807139"/>
                </a:cubicBezTo>
                <a:cubicBezTo>
                  <a:pt x="170229" y="807920"/>
                  <a:pt x="171053" y="808311"/>
                  <a:pt x="172225" y="808311"/>
                </a:cubicBezTo>
                <a:cubicBezTo>
                  <a:pt x="173571" y="808311"/>
                  <a:pt x="175025" y="807703"/>
                  <a:pt x="176588" y="806488"/>
                </a:cubicBezTo>
                <a:cubicBezTo>
                  <a:pt x="178151" y="805272"/>
                  <a:pt x="179974" y="803471"/>
                  <a:pt x="182057" y="801083"/>
                </a:cubicBezTo>
                <a:lnTo>
                  <a:pt x="186745" y="805771"/>
                </a:lnTo>
                <a:cubicBezTo>
                  <a:pt x="182188" y="810329"/>
                  <a:pt x="178259" y="813465"/>
                  <a:pt x="174960" y="815180"/>
                </a:cubicBezTo>
                <a:cubicBezTo>
                  <a:pt x="171661" y="816895"/>
                  <a:pt x="168188" y="817752"/>
                  <a:pt x="164542" y="817752"/>
                </a:cubicBezTo>
                <a:cubicBezTo>
                  <a:pt x="160896" y="817752"/>
                  <a:pt x="158009" y="816743"/>
                  <a:pt x="155882" y="814724"/>
                </a:cubicBezTo>
                <a:cubicBezTo>
                  <a:pt x="153755" y="812706"/>
                  <a:pt x="152692" y="810047"/>
                  <a:pt x="152692" y="806748"/>
                </a:cubicBezTo>
                <a:cubicBezTo>
                  <a:pt x="152692" y="805663"/>
                  <a:pt x="152822" y="804621"/>
                  <a:pt x="153082" y="803623"/>
                </a:cubicBezTo>
                <a:lnTo>
                  <a:pt x="152236" y="803427"/>
                </a:lnTo>
                <a:cubicBezTo>
                  <a:pt x="148112" y="808419"/>
                  <a:pt x="144260" y="812055"/>
                  <a:pt x="140678" y="814334"/>
                </a:cubicBezTo>
                <a:cubicBezTo>
                  <a:pt x="137097" y="816613"/>
                  <a:pt x="132811" y="817752"/>
                  <a:pt x="127819" y="817752"/>
                </a:cubicBezTo>
                <a:cubicBezTo>
                  <a:pt x="122914" y="817752"/>
                  <a:pt x="119105" y="815972"/>
                  <a:pt x="116392" y="812413"/>
                </a:cubicBezTo>
                <a:cubicBezTo>
                  <a:pt x="113679" y="808853"/>
                  <a:pt x="112322" y="803709"/>
                  <a:pt x="112322" y="796981"/>
                </a:cubicBezTo>
                <a:cubicBezTo>
                  <a:pt x="112322" y="791121"/>
                  <a:pt x="113168" y="785304"/>
                  <a:pt x="114861" y="779531"/>
                </a:cubicBezTo>
                <a:cubicBezTo>
                  <a:pt x="116554" y="773758"/>
                  <a:pt x="118985" y="768777"/>
                  <a:pt x="122154" y="764588"/>
                </a:cubicBezTo>
                <a:cubicBezTo>
                  <a:pt x="125323" y="760399"/>
                  <a:pt x="129306" y="757100"/>
                  <a:pt x="134102" y="754691"/>
                </a:cubicBezTo>
                <a:cubicBezTo>
                  <a:pt x="138899" y="752282"/>
                  <a:pt x="144314" y="751077"/>
                  <a:pt x="150348" y="751077"/>
                </a:cubicBezTo>
                <a:cubicBezTo>
                  <a:pt x="154211" y="751077"/>
                  <a:pt x="157944" y="751750"/>
                  <a:pt x="161547" y="753096"/>
                </a:cubicBezTo>
                <a:lnTo>
                  <a:pt x="163761" y="743133"/>
                </a:lnTo>
                <a:cubicBezTo>
                  <a:pt x="164021" y="742048"/>
                  <a:pt x="164325" y="740485"/>
                  <a:pt x="164672" y="738445"/>
                </a:cubicBezTo>
                <a:cubicBezTo>
                  <a:pt x="165020" y="736405"/>
                  <a:pt x="165193" y="734864"/>
                  <a:pt x="165193" y="733822"/>
                </a:cubicBezTo>
                <a:cubicBezTo>
                  <a:pt x="165193" y="732867"/>
                  <a:pt x="165096" y="732118"/>
                  <a:pt x="164900" y="731576"/>
                </a:cubicBezTo>
                <a:cubicBezTo>
                  <a:pt x="164705" y="731033"/>
                  <a:pt x="164412" y="730588"/>
                  <a:pt x="164021" y="730241"/>
                </a:cubicBezTo>
                <a:cubicBezTo>
                  <a:pt x="163631" y="729894"/>
                  <a:pt x="163110" y="729623"/>
                  <a:pt x="162459" y="729427"/>
                </a:cubicBezTo>
                <a:cubicBezTo>
                  <a:pt x="161807" y="729232"/>
                  <a:pt x="160527" y="729004"/>
                  <a:pt x="158617" y="728744"/>
                </a:cubicBezTo>
                <a:lnTo>
                  <a:pt x="159659" y="724511"/>
                </a:lnTo>
                <a:close/>
                <a:moveTo>
                  <a:pt x="839237" y="722089"/>
                </a:moveTo>
                <a:cubicBezTo>
                  <a:pt x="841451" y="722089"/>
                  <a:pt x="844274" y="722580"/>
                  <a:pt x="847705" y="723560"/>
                </a:cubicBezTo>
                <a:cubicBezTo>
                  <a:pt x="851136" y="724540"/>
                  <a:pt x="852851" y="726368"/>
                  <a:pt x="852851" y="729043"/>
                </a:cubicBezTo>
                <a:cubicBezTo>
                  <a:pt x="852851" y="730357"/>
                  <a:pt x="852494" y="731535"/>
                  <a:pt x="851780" y="732576"/>
                </a:cubicBezTo>
                <a:cubicBezTo>
                  <a:pt x="851065" y="733618"/>
                  <a:pt x="850310" y="735331"/>
                  <a:pt x="849515" y="737717"/>
                </a:cubicBezTo>
                <a:lnTo>
                  <a:pt x="848039" y="743146"/>
                </a:lnTo>
                <a:lnTo>
                  <a:pt x="848712" y="742684"/>
                </a:lnTo>
                <a:cubicBezTo>
                  <a:pt x="850732" y="742684"/>
                  <a:pt x="853111" y="743560"/>
                  <a:pt x="855849" y="745314"/>
                </a:cubicBezTo>
                <a:cubicBezTo>
                  <a:pt x="858586" y="747067"/>
                  <a:pt x="859955" y="748793"/>
                  <a:pt x="859955" y="750493"/>
                </a:cubicBezTo>
                <a:cubicBezTo>
                  <a:pt x="859955" y="752192"/>
                  <a:pt x="859438" y="753778"/>
                  <a:pt x="858405" y="755250"/>
                </a:cubicBezTo>
                <a:cubicBezTo>
                  <a:pt x="857425" y="756817"/>
                  <a:pt x="856935" y="759974"/>
                  <a:pt x="856935" y="764720"/>
                </a:cubicBezTo>
                <a:cubicBezTo>
                  <a:pt x="856935" y="769467"/>
                  <a:pt x="857442" y="772779"/>
                  <a:pt x="858457" y="774657"/>
                </a:cubicBezTo>
                <a:cubicBezTo>
                  <a:pt x="859472" y="776535"/>
                  <a:pt x="861316" y="777918"/>
                  <a:pt x="863987" y="778808"/>
                </a:cubicBezTo>
                <a:cubicBezTo>
                  <a:pt x="866658" y="779698"/>
                  <a:pt x="872465" y="780143"/>
                  <a:pt x="881407" y="780143"/>
                </a:cubicBezTo>
                <a:cubicBezTo>
                  <a:pt x="890349" y="780143"/>
                  <a:pt x="896968" y="779164"/>
                  <a:pt x="901262" y="777206"/>
                </a:cubicBezTo>
                <a:cubicBezTo>
                  <a:pt x="905556" y="775249"/>
                  <a:pt x="908807" y="770567"/>
                  <a:pt x="911015" y="763162"/>
                </a:cubicBezTo>
                <a:cubicBezTo>
                  <a:pt x="912069" y="757912"/>
                  <a:pt x="913441" y="755287"/>
                  <a:pt x="915132" y="755287"/>
                </a:cubicBezTo>
                <a:cubicBezTo>
                  <a:pt x="916959" y="755287"/>
                  <a:pt x="918026" y="757453"/>
                  <a:pt x="918333" y="761785"/>
                </a:cubicBezTo>
                <a:cubicBezTo>
                  <a:pt x="918904" y="769203"/>
                  <a:pt x="919762" y="773816"/>
                  <a:pt x="920906" y="775624"/>
                </a:cubicBezTo>
                <a:cubicBezTo>
                  <a:pt x="922051" y="777432"/>
                  <a:pt x="922623" y="779126"/>
                  <a:pt x="922623" y="780706"/>
                </a:cubicBezTo>
                <a:cubicBezTo>
                  <a:pt x="922623" y="783861"/>
                  <a:pt x="920852" y="786241"/>
                  <a:pt x="917311" y="787844"/>
                </a:cubicBezTo>
                <a:cubicBezTo>
                  <a:pt x="913770" y="789448"/>
                  <a:pt x="908767" y="790884"/>
                  <a:pt x="902304" y="792152"/>
                </a:cubicBezTo>
                <a:cubicBezTo>
                  <a:pt x="895841" y="793421"/>
                  <a:pt x="889395" y="794055"/>
                  <a:pt x="882965" y="794055"/>
                </a:cubicBezTo>
                <a:cubicBezTo>
                  <a:pt x="876536" y="794055"/>
                  <a:pt x="870892" y="793410"/>
                  <a:pt x="866033" y="792118"/>
                </a:cubicBezTo>
                <a:cubicBezTo>
                  <a:pt x="861174" y="790827"/>
                  <a:pt x="857280" y="789259"/>
                  <a:pt x="854353" y="787413"/>
                </a:cubicBezTo>
                <a:cubicBezTo>
                  <a:pt x="851425" y="785567"/>
                  <a:pt x="849367" y="783256"/>
                  <a:pt x="848177" y="780479"/>
                </a:cubicBezTo>
                <a:cubicBezTo>
                  <a:pt x="846988" y="777703"/>
                  <a:pt x="846393" y="773331"/>
                  <a:pt x="846393" y="767364"/>
                </a:cubicBezTo>
                <a:lnTo>
                  <a:pt x="846746" y="752479"/>
                </a:lnTo>
                <a:cubicBezTo>
                  <a:pt x="846746" y="750381"/>
                  <a:pt x="846569" y="748919"/>
                  <a:pt x="846213" y="748092"/>
                </a:cubicBezTo>
                <a:lnTo>
                  <a:pt x="846094" y="747350"/>
                </a:lnTo>
                <a:lnTo>
                  <a:pt x="836660" y="765953"/>
                </a:lnTo>
                <a:cubicBezTo>
                  <a:pt x="830339" y="774403"/>
                  <a:pt x="821987" y="780873"/>
                  <a:pt x="811605" y="785366"/>
                </a:cubicBezTo>
                <a:cubicBezTo>
                  <a:pt x="801222" y="789858"/>
                  <a:pt x="793004" y="792104"/>
                  <a:pt x="786951" y="792104"/>
                </a:cubicBezTo>
                <a:cubicBezTo>
                  <a:pt x="783852" y="792104"/>
                  <a:pt x="782302" y="791331"/>
                  <a:pt x="782302" y="789785"/>
                </a:cubicBezTo>
                <a:cubicBezTo>
                  <a:pt x="782302" y="788240"/>
                  <a:pt x="784000" y="786775"/>
                  <a:pt x="787395" y="785391"/>
                </a:cubicBezTo>
                <a:cubicBezTo>
                  <a:pt x="801671" y="779947"/>
                  <a:pt x="812210" y="774141"/>
                  <a:pt x="819010" y="767974"/>
                </a:cubicBezTo>
                <a:cubicBezTo>
                  <a:pt x="825811" y="761806"/>
                  <a:pt x="830566" y="755237"/>
                  <a:pt x="833275" y="748264"/>
                </a:cubicBezTo>
                <a:cubicBezTo>
                  <a:pt x="835984" y="741292"/>
                  <a:pt x="837338" y="735536"/>
                  <a:pt x="837338" y="730997"/>
                </a:cubicBezTo>
                <a:cubicBezTo>
                  <a:pt x="837338" y="729440"/>
                  <a:pt x="837101" y="728218"/>
                  <a:pt x="836627" y="727331"/>
                </a:cubicBezTo>
                <a:cubicBezTo>
                  <a:pt x="836153" y="726444"/>
                  <a:pt x="835916" y="725348"/>
                  <a:pt x="835916" y="724045"/>
                </a:cubicBezTo>
                <a:cubicBezTo>
                  <a:pt x="835916" y="722741"/>
                  <a:pt x="837023" y="722089"/>
                  <a:pt x="839237" y="722089"/>
                </a:cubicBezTo>
                <a:close/>
                <a:moveTo>
                  <a:pt x="1047428" y="708129"/>
                </a:moveTo>
                <a:cubicBezTo>
                  <a:pt x="1044858" y="708602"/>
                  <a:pt x="1038786" y="709796"/>
                  <a:pt x="1029212" y="711712"/>
                </a:cubicBezTo>
                <a:cubicBezTo>
                  <a:pt x="1029212" y="717561"/>
                  <a:pt x="1029242" y="721493"/>
                  <a:pt x="1029302" y="723506"/>
                </a:cubicBezTo>
                <a:cubicBezTo>
                  <a:pt x="1039076" y="721862"/>
                  <a:pt x="1044163" y="720508"/>
                  <a:pt x="1044562" y="719443"/>
                </a:cubicBezTo>
                <a:cubicBezTo>
                  <a:pt x="1044960" y="718378"/>
                  <a:pt x="1045916" y="714606"/>
                  <a:pt x="1047428" y="708129"/>
                </a:cubicBezTo>
                <a:close/>
                <a:moveTo>
                  <a:pt x="684471" y="693150"/>
                </a:moveTo>
                <a:cubicBezTo>
                  <a:pt x="686285" y="693150"/>
                  <a:pt x="689196" y="694152"/>
                  <a:pt x="693204" y="696156"/>
                </a:cubicBezTo>
                <a:cubicBezTo>
                  <a:pt x="697213" y="698160"/>
                  <a:pt x="699218" y="699854"/>
                  <a:pt x="699218" y="701236"/>
                </a:cubicBezTo>
                <a:cubicBezTo>
                  <a:pt x="699218" y="702619"/>
                  <a:pt x="698410" y="704192"/>
                  <a:pt x="696794" y="705954"/>
                </a:cubicBezTo>
                <a:cubicBezTo>
                  <a:pt x="694340" y="708409"/>
                  <a:pt x="692278" y="710626"/>
                  <a:pt x="690610" y="712605"/>
                </a:cubicBezTo>
                <a:lnTo>
                  <a:pt x="678623" y="726345"/>
                </a:lnTo>
                <a:cubicBezTo>
                  <a:pt x="688060" y="724688"/>
                  <a:pt x="697092" y="723144"/>
                  <a:pt x="705719" y="721713"/>
                </a:cubicBezTo>
                <a:cubicBezTo>
                  <a:pt x="702167" y="716787"/>
                  <a:pt x="700391" y="713458"/>
                  <a:pt x="700391" y="711726"/>
                </a:cubicBezTo>
                <a:cubicBezTo>
                  <a:pt x="700391" y="709993"/>
                  <a:pt x="701350" y="709127"/>
                  <a:pt x="703267" y="709127"/>
                </a:cubicBezTo>
                <a:cubicBezTo>
                  <a:pt x="705593" y="709127"/>
                  <a:pt x="709850" y="711558"/>
                  <a:pt x="716036" y="716418"/>
                </a:cubicBezTo>
                <a:cubicBezTo>
                  <a:pt x="722222" y="721279"/>
                  <a:pt x="725315" y="726731"/>
                  <a:pt x="725315" y="732773"/>
                </a:cubicBezTo>
                <a:cubicBezTo>
                  <a:pt x="725315" y="734656"/>
                  <a:pt x="724943" y="736464"/>
                  <a:pt x="724201" y="738196"/>
                </a:cubicBezTo>
                <a:cubicBezTo>
                  <a:pt x="723458" y="739929"/>
                  <a:pt x="722220" y="740795"/>
                  <a:pt x="720488" y="740795"/>
                </a:cubicBezTo>
                <a:cubicBezTo>
                  <a:pt x="717526" y="740795"/>
                  <a:pt x="713732" y="736771"/>
                  <a:pt x="709103" y="728723"/>
                </a:cubicBezTo>
                <a:cubicBezTo>
                  <a:pt x="693954" y="732356"/>
                  <a:pt x="683231" y="735572"/>
                  <a:pt x="676932" y="738372"/>
                </a:cubicBezTo>
                <a:cubicBezTo>
                  <a:pt x="674755" y="739395"/>
                  <a:pt x="672886" y="739907"/>
                  <a:pt x="671326" y="739907"/>
                </a:cubicBezTo>
                <a:cubicBezTo>
                  <a:pt x="669766" y="739907"/>
                  <a:pt x="668273" y="738623"/>
                  <a:pt x="666846" y="736056"/>
                </a:cubicBezTo>
                <a:cubicBezTo>
                  <a:pt x="665419" y="733488"/>
                  <a:pt x="664705" y="731334"/>
                  <a:pt x="664705" y="729593"/>
                </a:cubicBezTo>
                <a:cubicBezTo>
                  <a:pt x="664705" y="727852"/>
                  <a:pt x="665705" y="726337"/>
                  <a:pt x="667705" y="725047"/>
                </a:cubicBezTo>
                <a:cubicBezTo>
                  <a:pt x="669706" y="723758"/>
                  <a:pt x="671727" y="721864"/>
                  <a:pt x="673771" y="719365"/>
                </a:cubicBezTo>
                <a:cubicBezTo>
                  <a:pt x="675814" y="716866"/>
                  <a:pt x="677541" y="714151"/>
                  <a:pt x="678950" y="711220"/>
                </a:cubicBezTo>
                <a:cubicBezTo>
                  <a:pt x="680359" y="708288"/>
                  <a:pt x="681178" y="706080"/>
                  <a:pt x="681407" y="704596"/>
                </a:cubicBezTo>
                <a:cubicBezTo>
                  <a:pt x="681636" y="703111"/>
                  <a:pt x="681751" y="700832"/>
                  <a:pt x="681751" y="697760"/>
                </a:cubicBezTo>
                <a:cubicBezTo>
                  <a:pt x="681751" y="694687"/>
                  <a:pt x="682658" y="693150"/>
                  <a:pt x="684471" y="693150"/>
                </a:cubicBezTo>
                <a:close/>
                <a:moveTo>
                  <a:pt x="237404" y="692616"/>
                </a:moveTo>
                <a:cubicBezTo>
                  <a:pt x="240652" y="692616"/>
                  <a:pt x="243452" y="693792"/>
                  <a:pt x="245805" y="696145"/>
                </a:cubicBezTo>
                <a:cubicBezTo>
                  <a:pt x="248158" y="698498"/>
                  <a:pt x="249334" y="701262"/>
                  <a:pt x="249334" y="704437"/>
                </a:cubicBezTo>
                <a:cubicBezTo>
                  <a:pt x="249334" y="707613"/>
                  <a:pt x="248146" y="710353"/>
                  <a:pt x="245770" y="712659"/>
                </a:cubicBezTo>
                <a:cubicBezTo>
                  <a:pt x="243394" y="714964"/>
                  <a:pt x="240600" y="716117"/>
                  <a:pt x="237388" y="716117"/>
                </a:cubicBezTo>
                <a:cubicBezTo>
                  <a:pt x="234177" y="716117"/>
                  <a:pt x="231388" y="714969"/>
                  <a:pt x="229022" y="712673"/>
                </a:cubicBezTo>
                <a:cubicBezTo>
                  <a:pt x="226657" y="710377"/>
                  <a:pt x="225474" y="707632"/>
                  <a:pt x="225474" y="704437"/>
                </a:cubicBezTo>
                <a:cubicBezTo>
                  <a:pt x="225474" y="701243"/>
                  <a:pt x="226645" y="698474"/>
                  <a:pt x="228989" y="696131"/>
                </a:cubicBezTo>
                <a:cubicBezTo>
                  <a:pt x="231332" y="693788"/>
                  <a:pt x="234137" y="692616"/>
                  <a:pt x="237404" y="692616"/>
                </a:cubicBezTo>
                <a:close/>
                <a:moveTo>
                  <a:pt x="41447" y="689537"/>
                </a:moveTo>
                <a:cubicBezTo>
                  <a:pt x="46160" y="689537"/>
                  <a:pt x="49754" y="690244"/>
                  <a:pt x="52228" y="691657"/>
                </a:cubicBezTo>
                <a:cubicBezTo>
                  <a:pt x="54702" y="693071"/>
                  <a:pt x="56735" y="695531"/>
                  <a:pt x="58325" y="699036"/>
                </a:cubicBezTo>
                <a:cubicBezTo>
                  <a:pt x="59916" y="702541"/>
                  <a:pt x="61418" y="708152"/>
                  <a:pt x="62832" y="715870"/>
                </a:cubicBezTo>
                <a:lnTo>
                  <a:pt x="63716" y="715870"/>
                </a:lnTo>
                <a:cubicBezTo>
                  <a:pt x="68075" y="709743"/>
                  <a:pt x="71463" y="705133"/>
                  <a:pt x="73878" y="702041"/>
                </a:cubicBezTo>
                <a:cubicBezTo>
                  <a:pt x="76293" y="698948"/>
                  <a:pt x="78532" y="696473"/>
                  <a:pt x="80594" y="694618"/>
                </a:cubicBezTo>
                <a:cubicBezTo>
                  <a:pt x="82656" y="692762"/>
                  <a:pt x="84659" y="691451"/>
                  <a:pt x="86603" y="690685"/>
                </a:cubicBezTo>
                <a:cubicBezTo>
                  <a:pt x="88547" y="689920"/>
                  <a:pt x="90844" y="689537"/>
                  <a:pt x="93495" y="689537"/>
                </a:cubicBezTo>
                <a:cubicBezTo>
                  <a:pt x="96441" y="689537"/>
                  <a:pt x="99416" y="690067"/>
                  <a:pt x="102420" y="691127"/>
                </a:cubicBezTo>
                <a:lnTo>
                  <a:pt x="98267" y="710214"/>
                </a:lnTo>
                <a:lnTo>
                  <a:pt x="90314" y="710214"/>
                </a:lnTo>
                <a:cubicBezTo>
                  <a:pt x="90020" y="707740"/>
                  <a:pt x="88930" y="706503"/>
                  <a:pt x="87045" y="706503"/>
                </a:cubicBezTo>
                <a:cubicBezTo>
                  <a:pt x="86220" y="706503"/>
                  <a:pt x="85351" y="706709"/>
                  <a:pt x="84438" y="707122"/>
                </a:cubicBezTo>
                <a:cubicBezTo>
                  <a:pt x="83525" y="707534"/>
                  <a:pt x="82317" y="708462"/>
                  <a:pt x="80815" y="709905"/>
                </a:cubicBezTo>
                <a:cubicBezTo>
                  <a:pt x="79312" y="711348"/>
                  <a:pt x="77442" y="713440"/>
                  <a:pt x="75203" y="716179"/>
                </a:cubicBezTo>
                <a:cubicBezTo>
                  <a:pt x="72965" y="718919"/>
                  <a:pt x="69607" y="723086"/>
                  <a:pt x="65130" y="728683"/>
                </a:cubicBezTo>
                <a:cubicBezTo>
                  <a:pt x="67191" y="741113"/>
                  <a:pt x="68885" y="750024"/>
                  <a:pt x="70211" y="755414"/>
                </a:cubicBezTo>
                <a:cubicBezTo>
                  <a:pt x="71536" y="760804"/>
                  <a:pt x="72906" y="764295"/>
                  <a:pt x="74320" y="765885"/>
                </a:cubicBezTo>
                <a:cubicBezTo>
                  <a:pt x="75144" y="766769"/>
                  <a:pt x="76146" y="767211"/>
                  <a:pt x="77324" y="767211"/>
                </a:cubicBezTo>
                <a:cubicBezTo>
                  <a:pt x="78797" y="767211"/>
                  <a:pt x="80167" y="766637"/>
                  <a:pt x="81433" y="765488"/>
                </a:cubicBezTo>
                <a:cubicBezTo>
                  <a:pt x="82700" y="764339"/>
                  <a:pt x="84335" y="761762"/>
                  <a:pt x="86338" y="757756"/>
                </a:cubicBezTo>
                <a:lnTo>
                  <a:pt x="94379" y="761467"/>
                </a:lnTo>
                <a:cubicBezTo>
                  <a:pt x="90962" y="767712"/>
                  <a:pt x="87089" y="772366"/>
                  <a:pt x="82759" y="775429"/>
                </a:cubicBezTo>
                <a:cubicBezTo>
                  <a:pt x="78429" y="778492"/>
                  <a:pt x="73348" y="780024"/>
                  <a:pt x="67515" y="780024"/>
                </a:cubicBezTo>
                <a:cubicBezTo>
                  <a:pt x="63922" y="780024"/>
                  <a:pt x="61050" y="779568"/>
                  <a:pt x="58900" y="778654"/>
                </a:cubicBezTo>
                <a:cubicBezTo>
                  <a:pt x="56749" y="777741"/>
                  <a:pt x="54923" y="776224"/>
                  <a:pt x="53421" y="774104"/>
                </a:cubicBezTo>
                <a:cubicBezTo>
                  <a:pt x="51919" y="771983"/>
                  <a:pt x="50593" y="768993"/>
                  <a:pt x="49444" y="765134"/>
                </a:cubicBezTo>
                <a:cubicBezTo>
                  <a:pt x="48296" y="761276"/>
                  <a:pt x="47221" y="756224"/>
                  <a:pt x="46219" y="749979"/>
                </a:cubicBezTo>
                <a:lnTo>
                  <a:pt x="45335" y="749979"/>
                </a:lnTo>
                <a:cubicBezTo>
                  <a:pt x="40328" y="757167"/>
                  <a:pt x="36322" y="762645"/>
                  <a:pt x="33318" y="766416"/>
                </a:cubicBezTo>
                <a:cubicBezTo>
                  <a:pt x="30313" y="770186"/>
                  <a:pt x="27736" y="773014"/>
                  <a:pt x="25585" y="774899"/>
                </a:cubicBezTo>
                <a:cubicBezTo>
                  <a:pt x="23435" y="776784"/>
                  <a:pt x="21373" y="778109"/>
                  <a:pt x="19400" y="778875"/>
                </a:cubicBezTo>
                <a:cubicBezTo>
                  <a:pt x="17426" y="779641"/>
                  <a:pt x="15055" y="780024"/>
                  <a:pt x="12286" y="780024"/>
                </a:cubicBezTo>
                <a:cubicBezTo>
                  <a:pt x="10990" y="780024"/>
                  <a:pt x="9414" y="779862"/>
                  <a:pt x="7559" y="779538"/>
                </a:cubicBezTo>
                <a:cubicBezTo>
                  <a:pt x="5703" y="779214"/>
                  <a:pt x="4304" y="778875"/>
                  <a:pt x="3361" y="778522"/>
                </a:cubicBezTo>
                <a:lnTo>
                  <a:pt x="7514" y="759346"/>
                </a:lnTo>
                <a:lnTo>
                  <a:pt x="15467" y="759346"/>
                </a:lnTo>
                <a:cubicBezTo>
                  <a:pt x="15526" y="760583"/>
                  <a:pt x="15836" y="761511"/>
                  <a:pt x="16395" y="762130"/>
                </a:cubicBezTo>
                <a:cubicBezTo>
                  <a:pt x="16955" y="762748"/>
                  <a:pt x="17677" y="763058"/>
                  <a:pt x="18560" y="763058"/>
                </a:cubicBezTo>
                <a:cubicBezTo>
                  <a:pt x="19621" y="763058"/>
                  <a:pt x="20607" y="762837"/>
                  <a:pt x="21521" y="762395"/>
                </a:cubicBezTo>
                <a:cubicBezTo>
                  <a:pt x="22434" y="761953"/>
                  <a:pt x="23700" y="760966"/>
                  <a:pt x="25320" y="759435"/>
                </a:cubicBezTo>
                <a:cubicBezTo>
                  <a:pt x="26940" y="757903"/>
                  <a:pt x="28988" y="755650"/>
                  <a:pt x="31462" y="752675"/>
                </a:cubicBezTo>
                <a:cubicBezTo>
                  <a:pt x="33936" y="749700"/>
                  <a:pt x="38119" y="744471"/>
                  <a:pt x="44010" y="736990"/>
                </a:cubicBezTo>
                <a:cubicBezTo>
                  <a:pt x="42773" y="730038"/>
                  <a:pt x="41609" y="724044"/>
                  <a:pt x="40519" y="719007"/>
                </a:cubicBezTo>
                <a:cubicBezTo>
                  <a:pt x="39430" y="713970"/>
                  <a:pt x="38443" y="710317"/>
                  <a:pt x="37559" y="708049"/>
                </a:cubicBezTo>
                <a:cubicBezTo>
                  <a:pt x="36675" y="705781"/>
                  <a:pt x="35836" y="704264"/>
                  <a:pt x="35041" y="703499"/>
                </a:cubicBezTo>
                <a:cubicBezTo>
                  <a:pt x="34245" y="702733"/>
                  <a:pt x="33347" y="702350"/>
                  <a:pt x="32346" y="702350"/>
                </a:cubicBezTo>
                <a:cubicBezTo>
                  <a:pt x="31167" y="702350"/>
                  <a:pt x="30136" y="702659"/>
                  <a:pt x="29253" y="703278"/>
                </a:cubicBezTo>
                <a:cubicBezTo>
                  <a:pt x="28369" y="703896"/>
                  <a:pt x="27441" y="704898"/>
                  <a:pt x="26469" y="706282"/>
                </a:cubicBezTo>
                <a:cubicBezTo>
                  <a:pt x="25497" y="707666"/>
                  <a:pt x="24451" y="709507"/>
                  <a:pt x="23332" y="711805"/>
                </a:cubicBezTo>
                <a:lnTo>
                  <a:pt x="15291" y="708094"/>
                </a:lnTo>
                <a:cubicBezTo>
                  <a:pt x="18708" y="701849"/>
                  <a:pt x="22552" y="697195"/>
                  <a:pt x="26823" y="694132"/>
                </a:cubicBezTo>
                <a:cubicBezTo>
                  <a:pt x="31094" y="691068"/>
                  <a:pt x="35969" y="689537"/>
                  <a:pt x="41447" y="689537"/>
                </a:cubicBezTo>
                <a:close/>
                <a:moveTo>
                  <a:pt x="1046670" y="679810"/>
                </a:moveTo>
                <a:lnTo>
                  <a:pt x="1038817" y="681142"/>
                </a:lnTo>
                <a:cubicBezTo>
                  <a:pt x="1024564" y="683747"/>
                  <a:pt x="1014984" y="685049"/>
                  <a:pt x="1010078" y="685049"/>
                </a:cubicBezTo>
                <a:cubicBezTo>
                  <a:pt x="1005172" y="685049"/>
                  <a:pt x="1002080" y="684812"/>
                  <a:pt x="1000804" y="684339"/>
                </a:cubicBezTo>
                <a:cubicBezTo>
                  <a:pt x="1000916" y="688134"/>
                  <a:pt x="1000740" y="692691"/>
                  <a:pt x="1000275" y="698010"/>
                </a:cubicBezTo>
                <a:lnTo>
                  <a:pt x="998966" y="708581"/>
                </a:lnTo>
                <a:lnTo>
                  <a:pt x="999908" y="707904"/>
                </a:lnTo>
                <a:cubicBezTo>
                  <a:pt x="1002432" y="707686"/>
                  <a:pt x="1008863" y="706715"/>
                  <a:pt x="1019201" y="704990"/>
                </a:cubicBezTo>
                <a:cubicBezTo>
                  <a:pt x="1018754" y="701103"/>
                  <a:pt x="1017454" y="697514"/>
                  <a:pt x="1015299" y="694222"/>
                </a:cubicBezTo>
                <a:cubicBezTo>
                  <a:pt x="1014349" y="692865"/>
                  <a:pt x="1013874" y="691163"/>
                  <a:pt x="1013874" y="689117"/>
                </a:cubicBezTo>
                <a:cubicBezTo>
                  <a:pt x="1013874" y="687070"/>
                  <a:pt x="1015067" y="686047"/>
                  <a:pt x="1017454" y="686047"/>
                </a:cubicBezTo>
                <a:cubicBezTo>
                  <a:pt x="1019840" y="686047"/>
                  <a:pt x="1022515" y="686977"/>
                  <a:pt x="1025478" y="688838"/>
                </a:cubicBezTo>
                <a:cubicBezTo>
                  <a:pt x="1028440" y="690699"/>
                  <a:pt x="1029921" y="692797"/>
                  <a:pt x="1029921" y="695133"/>
                </a:cubicBezTo>
                <a:cubicBezTo>
                  <a:pt x="1029921" y="695662"/>
                  <a:pt x="1029862" y="696135"/>
                  <a:pt x="1029743" y="696549"/>
                </a:cubicBezTo>
                <a:cubicBezTo>
                  <a:pt x="1029507" y="698182"/>
                  <a:pt x="1029390" y="700480"/>
                  <a:pt x="1029390" y="703443"/>
                </a:cubicBezTo>
                <a:cubicBezTo>
                  <a:pt x="1033658" y="702497"/>
                  <a:pt x="1040008" y="701186"/>
                  <a:pt x="1048440" y="699510"/>
                </a:cubicBezTo>
                <a:cubicBezTo>
                  <a:pt x="1048712" y="697065"/>
                  <a:pt x="1048847" y="694896"/>
                  <a:pt x="1048847" y="693003"/>
                </a:cubicBezTo>
                <a:cubicBezTo>
                  <a:pt x="1048847" y="689851"/>
                  <a:pt x="1048374" y="687594"/>
                  <a:pt x="1047428" y="686232"/>
                </a:cubicBezTo>
                <a:cubicBezTo>
                  <a:pt x="1046481" y="684870"/>
                  <a:pt x="1046008" y="683517"/>
                  <a:pt x="1046008" y="682173"/>
                </a:cubicBezTo>
                <a:close/>
                <a:moveTo>
                  <a:pt x="1068056" y="664743"/>
                </a:moveTo>
                <a:cubicBezTo>
                  <a:pt x="1070776" y="664743"/>
                  <a:pt x="1073356" y="665532"/>
                  <a:pt x="1075796" y="667111"/>
                </a:cubicBezTo>
                <a:cubicBezTo>
                  <a:pt x="1078235" y="668690"/>
                  <a:pt x="1079455" y="670042"/>
                  <a:pt x="1079455" y="671168"/>
                </a:cubicBezTo>
                <a:cubicBezTo>
                  <a:pt x="1079455" y="673407"/>
                  <a:pt x="1076245" y="674978"/>
                  <a:pt x="1069826" y="675881"/>
                </a:cubicBezTo>
                <a:lnTo>
                  <a:pt x="1051066" y="679064"/>
                </a:lnTo>
                <a:lnTo>
                  <a:pt x="1058522" y="681613"/>
                </a:lnTo>
                <a:cubicBezTo>
                  <a:pt x="1062654" y="683745"/>
                  <a:pt x="1064719" y="686122"/>
                  <a:pt x="1064719" y="688742"/>
                </a:cubicBezTo>
                <a:cubicBezTo>
                  <a:pt x="1064719" y="689971"/>
                  <a:pt x="1064343" y="691338"/>
                  <a:pt x="1063590" y="692842"/>
                </a:cubicBezTo>
                <a:cubicBezTo>
                  <a:pt x="1062836" y="694347"/>
                  <a:pt x="1062029" y="695868"/>
                  <a:pt x="1061168" y="697406"/>
                </a:cubicBezTo>
                <a:lnTo>
                  <a:pt x="1067669" y="696083"/>
                </a:lnTo>
                <a:cubicBezTo>
                  <a:pt x="1071673" y="694955"/>
                  <a:pt x="1075111" y="694392"/>
                  <a:pt x="1077983" y="694392"/>
                </a:cubicBezTo>
                <a:cubicBezTo>
                  <a:pt x="1080855" y="694392"/>
                  <a:pt x="1083534" y="695209"/>
                  <a:pt x="1086021" y="696843"/>
                </a:cubicBezTo>
                <a:cubicBezTo>
                  <a:pt x="1088507" y="698478"/>
                  <a:pt x="1089750" y="700061"/>
                  <a:pt x="1089750" y="701593"/>
                </a:cubicBezTo>
                <a:cubicBezTo>
                  <a:pt x="1089750" y="703124"/>
                  <a:pt x="1088826" y="704212"/>
                  <a:pt x="1086978" y="704856"/>
                </a:cubicBezTo>
                <a:cubicBezTo>
                  <a:pt x="1085130" y="705500"/>
                  <a:pt x="1081601" y="705822"/>
                  <a:pt x="1076394" y="705822"/>
                </a:cubicBezTo>
                <a:cubicBezTo>
                  <a:pt x="1071186" y="705822"/>
                  <a:pt x="1065265" y="706137"/>
                  <a:pt x="1058631" y="706769"/>
                </a:cubicBezTo>
                <a:cubicBezTo>
                  <a:pt x="1057244" y="712021"/>
                  <a:pt x="1056550" y="715027"/>
                  <a:pt x="1056550" y="715788"/>
                </a:cubicBezTo>
                <a:cubicBezTo>
                  <a:pt x="1056550" y="716548"/>
                  <a:pt x="1057349" y="717521"/>
                  <a:pt x="1058948" y="718705"/>
                </a:cubicBezTo>
                <a:cubicBezTo>
                  <a:pt x="1060546" y="719889"/>
                  <a:pt x="1061346" y="721145"/>
                  <a:pt x="1061346" y="722474"/>
                </a:cubicBezTo>
                <a:cubicBezTo>
                  <a:pt x="1061346" y="724853"/>
                  <a:pt x="1059344" y="726282"/>
                  <a:pt x="1055341" y="726761"/>
                </a:cubicBezTo>
                <a:cubicBezTo>
                  <a:pt x="1051338" y="727240"/>
                  <a:pt x="1042167" y="728828"/>
                  <a:pt x="1027829" y="731526"/>
                </a:cubicBezTo>
                <a:cubicBezTo>
                  <a:pt x="1027063" y="733563"/>
                  <a:pt x="1025737" y="734582"/>
                  <a:pt x="1023850" y="734582"/>
                </a:cubicBezTo>
                <a:cubicBezTo>
                  <a:pt x="1020513" y="734582"/>
                  <a:pt x="1018845" y="730665"/>
                  <a:pt x="1018845" y="722830"/>
                </a:cubicBezTo>
                <a:lnTo>
                  <a:pt x="1019023" y="713100"/>
                </a:lnTo>
                <a:cubicBezTo>
                  <a:pt x="1011869" y="714993"/>
                  <a:pt x="1007384" y="715939"/>
                  <a:pt x="1005569" y="715939"/>
                </a:cubicBezTo>
                <a:cubicBezTo>
                  <a:pt x="1003753" y="715939"/>
                  <a:pt x="1001725" y="715453"/>
                  <a:pt x="999484" y="714481"/>
                </a:cubicBezTo>
                <a:lnTo>
                  <a:pt x="998390" y="713228"/>
                </a:lnTo>
                <a:lnTo>
                  <a:pt x="998016" y="716253"/>
                </a:lnTo>
                <a:cubicBezTo>
                  <a:pt x="995933" y="729939"/>
                  <a:pt x="992757" y="742134"/>
                  <a:pt x="988488" y="752838"/>
                </a:cubicBezTo>
                <a:cubicBezTo>
                  <a:pt x="984219" y="763542"/>
                  <a:pt x="979736" y="771486"/>
                  <a:pt x="975039" y="776670"/>
                </a:cubicBezTo>
                <a:cubicBezTo>
                  <a:pt x="970342" y="781855"/>
                  <a:pt x="966028" y="786166"/>
                  <a:pt x="962098" y="789606"/>
                </a:cubicBezTo>
                <a:cubicBezTo>
                  <a:pt x="958168" y="793045"/>
                  <a:pt x="955376" y="794765"/>
                  <a:pt x="953722" y="794765"/>
                </a:cubicBezTo>
                <a:cubicBezTo>
                  <a:pt x="952043" y="794765"/>
                  <a:pt x="951203" y="793985"/>
                  <a:pt x="951203" y="792424"/>
                </a:cubicBezTo>
                <a:cubicBezTo>
                  <a:pt x="951203" y="790761"/>
                  <a:pt x="953126" y="787613"/>
                  <a:pt x="956971" y="782979"/>
                </a:cubicBezTo>
                <a:cubicBezTo>
                  <a:pt x="967639" y="770929"/>
                  <a:pt x="975293" y="755598"/>
                  <a:pt x="979931" y="736985"/>
                </a:cubicBezTo>
                <a:cubicBezTo>
                  <a:pt x="984570" y="718371"/>
                  <a:pt x="986889" y="702527"/>
                  <a:pt x="986889" y="689452"/>
                </a:cubicBezTo>
                <a:cubicBezTo>
                  <a:pt x="986889" y="686486"/>
                  <a:pt x="986652" y="684204"/>
                  <a:pt x="986179" y="682606"/>
                </a:cubicBezTo>
                <a:cubicBezTo>
                  <a:pt x="985706" y="681007"/>
                  <a:pt x="985469" y="679199"/>
                  <a:pt x="985469" y="677181"/>
                </a:cubicBezTo>
                <a:cubicBezTo>
                  <a:pt x="985469" y="675163"/>
                  <a:pt x="986465" y="674154"/>
                  <a:pt x="988455" y="674154"/>
                </a:cubicBezTo>
                <a:cubicBezTo>
                  <a:pt x="990446" y="674154"/>
                  <a:pt x="992661" y="674764"/>
                  <a:pt x="995100" y="675983"/>
                </a:cubicBezTo>
                <a:lnTo>
                  <a:pt x="1040220" y="668982"/>
                </a:lnTo>
                <a:lnTo>
                  <a:pt x="1040507" y="669069"/>
                </a:lnTo>
                <a:lnTo>
                  <a:pt x="1040871" y="668881"/>
                </a:lnTo>
                <a:lnTo>
                  <a:pt x="1056106" y="666516"/>
                </a:lnTo>
                <a:cubicBezTo>
                  <a:pt x="1060274" y="665334"/>
                  <a:pt x="1064257" y="664743"/>
                  <a:pt x="1068056" y="664743"/>
                </a:cubicBezTo>
                <a:close/>
                <a:moveTo>
                  <a:pt x="439663" y="647169"/>
                </a:moveTo>
                <a:cubicBezTo>
                  <a:pt x="441726" y="647169"/>
                  <a:pt x="444874" y="647840"/>
                  <a:pt x="449108" y="649183"/>
                </a:cubicBezTo>
                <a:cubicBezTo>
                  <a:pt x="453341" y="650527"/>
                  <a:pt x="455457" y="652351"/>
                  <a:pt x="455457" y="654656"/>
                </a:cubicBezTo>
                <a:cubicBezTo>
                  <a:pt x="455457" y="655465"/>
                  <a:pt x="455192" y="656532"/>
                  <a:pt x="454663" y="657857"/>
                </a:cubicBezTo>
                <a:cubicBezTo>
                  <a:pt x="453628" y="660269"/>
                  <a:pt x="453005" y="665344"/>
                  <a:pt x="452794" y="673085"/>
                </a:cubicBezTo>
                <a:cubicBezTo>
                  <a:pt x="457486" y="671548"/>
                  <a:pt x="460708" y="670780"/>
                  <a:pt x="462460" y="670780"/>
                </a:cubicBezTo>
                <a:cubicBezTo>
                  <a:pt x="464212" y="670780"/>
                  <a:pt x="465791" y="671131"/>
                  <a:pt x="467197" y="671834"/>
                </a:cubicBezTo>
                <a:cubicBezTo>
                  <a:pt x="468602" y="672536"/>
                  <a:pt x="469305" y="673556"/>
                  <a:pt x="469305" y="674895"/>
                </a:cubicBezTo>
                <a:cubicBezTo>
                  <a:pt x="469305" y="677711"/>
                  <a:pt x="463801" y="680658"/>
                  <a:pt x="452794" y="683734"/>
                </a:cubicBezTo>
                <a:lnTo>
                  <a:pt x="452794" y="695099"/>
                </a:lnTo>
                <a:cubicBezTo>
                  <a:pt x="458432" y="692143"/>
                  <a:pt x="462622" y="690665"/>
                  <a:pt x="465363" y="690665"/>
                </a:cubicBezTo>
                <a:cubicBezTo>
                  <a:pt x="467634" y="690665"/>
                  <a:pt x="468770" y="691444"/>
                  <a:pt x="468770" y="693003"/>
                </a:cubicBezTo>
                <a:cubicBezTo>
                  <a:pt x="468770" y="694325"/>
                  <a:pt x="463445" y="697767"/>
                  <a:pt x="452794" y="703330"/>
                </a:cubicBezTo>
                <a:cubicBezTo>
                  <a:pt x="452912" y="708220"/>
                  <a:pt x="452972" y="713773"/>
                  <a:pt x="452972" y="719988"/>
                </a:cubicBezTo>
                <a:cubicBezTo>
                  <a:pt x="452972" y="722780"/>
                  <a:pt x="451986" y="726739"/>
                  <a:pt x="450014" y="731865"/>
                </a:cubicBezTo>
                <a:cubicBezTo>
                  <a:pt x="448042" y="736991"/>
                  <a:pt x="445643" y="739554"/>
                  <a:pt x="442817" y="739554"/>
                </a:cubicBezTo>
                <a:cubicBezTo>
                  <a:pt x="440606" y="739554"/>
                  <a:pt x="439168" y="738468"/>
                  <a:pt x="438502" y="736296"/>
                </a:cubicBezTo>
                <a:cubicBezTo>
                  <a:pt x="437914" y="734064"/>
                  <a:pt x="435941" y="731054"/>
                  <a:pt x="432584" y="727267"/>
                </a:cubicBezTo>
                <a:cubicBezTo>
                  <a:pt x="431217" y="726070"/>
                  <a:pt x="430534" y="724848"/>
                  <a:pt x="430534" y="723602"/>
                </a:cubicBezTo>
                <a:cubicBezTo>
                  <a:pt x="430534" y="722356"/>
                  <a:pt x="431152" y="721733"/>
                  <a:pt x="432387" y="721733"/>
                </a:cubicBezTo>
                <a:cubicBezTo>
                  <a:pt x="433623" y="721733"/>
                  <a:pt x="434981" y="721852"/>
                  <a:pt x="436461" y="722088"/>
                </a:cubicBezTo>
                <a:cubicBezTo>
                  <a:pt x="437940" y="722325"/>
                  <a:pt x="439068" y="722443"/>
                  <a:pt x="439843" y="722443"/>
                </a:cubicBezTo>
                <a:cubicBezTo>
                  <a:pt x="440617" y="722443"/>
                  <a:pt x="441155" y="722067"/>
                  <a:pt x="441456" y="721316"/>
                </a:cubicBezTo>
                <a:cubicBezTo>
                  <a:pt x="441756" y="720565"/>
                  <a:pt x="442080" y="715991"/>
                  <a:pt x="442427" y="707595"/>
                </a:cubicBezTo>
                <a:cubicBezTo>
                  <a:pt x="437171" y="711210"/>
                  <a:pt x="429372" y="716047"/>
                  <a:pt x="419030" y="722104"/>
                </a:cubicBezTo>
                <a:cubicBezTo>
                  <a:pt x="417098" y="723203"/>
                  <a:pt x="414901" y="723752"/>
                  <a:pt x="412438" y="723752"/>
                </a:cubicBezTo>
                <a:cubicBezTo>
                  <a:pt x="409975" y="723752"/>
                  <a:pt x="407492" y="722674"/>
                  <a:pt x="404991" y="720519"/>
                </a:cubicBezTo>
                <a:cubicBezTo>
                  <a:pt x="402489" y="718363"/>
                  <a:pt x="401238" y="716437"/>
                  <a:pt x="401238" y="714742"/>
                </a:cubicBezTo>
                <a:cubicBezTo>
                  <a:pt x="401238" y="713046"/>
                  <a:pt x="403263" y="711933"/>
                  <a:pt x="407312" y="711402"/>
                </a:cubicBezTo>
                <a:cubicBezTo>
                  <a:pt x="411362" y="710871"/>
                  <a:pt x="415713" y="709791"/>
                  <a:pt x="420367" y="708161"/>
                </a:cubicBezTo>
                <a:cubicBezTo>
                  <a:pt x="425020" y="706532"/>
                  <a:pt x="432433" y="703451"/>
                  <a:pt x="442605" y="698919"/>
                </a:cubicBezTo>
                <a:lnTo>
                  <a:pt x="442605" y="685759"/>
                </a:lnTo>
                <a:cubicBezTo>
                  <a:pt x="437983" y="687297"/>
                  <a:pt x="431840" y="688066"/>
                  <a:pt x="424177" y="688066"/>
                </a:cubicBezTo>
                <a:cubicBezTo>
                  <a:pt x="421229" y="688066"/>
                  <a:pt x="418888" y="687778"/>
                  <a:pt x="417154" y="687201"/>
                </a:cubicBezTo>
                <a:cubicBezTo>
                  <a:pt x="415421" y="686624"/>
                  <a:pt x="414554" y="685605"/>
                  <a:pt x="414554" y="684143"/>
                </a:cubicBezTo>
                <a:cubicBezTo>
                  <a:pt x="414554" y="682681"/>
                  <a:pt x="415825" y="681695"/>
                  <a:pt x="418366" y="681186"/>
                </a:cubicBezTo>
                <a:cubicBezTo>
                  <a:pt x="426836" y="679635"/>
                  <a:pt x="434916" y="677743"/>
                  <a:pt x="442605" y="675511"/>
                </a:cubicBezTo>
                <a:cubicBezTo>
                  <a:pt x="442375" y="670847"/>
                  <a:pt x="442002" y="666712"/>
                  <a:pt x="441487" y="663104"/>
                </a:cubicBezTo>
                <a:cubicBezTo>
                  <a:pt x="440971" y="659497"/>
                  <a:pt x="440023" y="656762"/>
                  <a:pt x="438641" y="654898"/>
                </a:cubicBezTo>
                <a:cubicBezTo>
                  <a:pt x="437259" y="653035"/>
                  <a:pt x="436568" y="651281"/>
                  <a:pt x="436568" y="649636"/>
                </a:cubicBezTo>
                <a:cubicBezTo>
                  <a:pt x="436568" y="647991"/>
                  <a:pt x="437600" y="647169"/>
                  <a:pt x="439663" y="647169"/>
                </a:cubicBezTo>
                <a:close/>
                <a:moveTo>
                  <a:pt x="656906" y="646991"/>
                </a:moveTo>
                <a:cubicBezTo>
                  <a:pt x="659874" y="646991"/>
                  <a:pt x="663613" y="647820"/>
                  <a:pt x="668125" y="649479"/>
                </a:cubicBezTo>
                <a:cubicBezTo>
                  <a:pt x="672638" y="651138"/>
                  <a:pt x="674894" y="653041"/>
                  <a:pt x="674894" y="655188"/>
                </a:cubicBezTo>
                <a:cubicBezTo>
                  <a:pt x="674894" y="656725"/>
                  <a:pt x="673670" y="658459"/>
                  <a:pt x="671222" y="660393"/>
                </a:cubicBezTo>
                <a:cubicBezTo>
                  <a:pt x="668774" y="662326"/>
                  <a:pt x="666501" y="664507"/>
                  <a:pt x="664403" y="666937"/>
                </a:cubicBezTo>
                <a:lnTo>
                  <a:pt x="648087" y="684447"/>
                </a:lnTo>
                <a:cubicBezTo>
                  <a:pt x="658877" y="683417"/>
                  <a:pt x="670158" y="681987"/>
                  <a:pt x="681929" y="680157"/>
                </a:cubicBezTo>
                <a:lnTo>
                  <a:pt x="676418" y="674530"/>
                </a:lnTo>
                <a:cubicBezTo>
                  <a:pt x="674646" y="672252"/>
                  <a:pt x="673760" y="670437"/>
                  <a:pt x="673760" y="669084"/>
                </a:cubicBezTo>
                <a:cubicBezTo>
                  <a:pt x="673760" y="667730"/>
                  <a:pt x="674712" y="667053"/>
                  <a:pt x="676616" y="667053"/>
                </a:cubicBezTo>
                <a:cubicBezTo>
                  <a:pt x="678520" y="667053"/>
                  <a:pt x="681681" y="668000"/>
                  <a:pt x="686100" y="669894"/>
                </a:cubicBezTo>
                <a:cubicBezTo>
                  <a:pt x="690519" y="671787"/>
                  <a:pt x="694076" y="674403"/>
                  <a:pt x="696772" y="677739"/>
                </a:cubicBezTo>
                <a:cubicBezTo>
                  <a:pt x="699468" y="681076"/>
                  <a:pt x="700815" y="684726"/>
                  <a:pt x="700815" y="688690"/>
                </a:cubicBezTo>
                <a:cubicBezTo>
                  <a:pt x="700815" y="692653"/>
                  <a:pt x="699299" y="694635"/>
                  <a:pt x="696266" y="694635"/>
                </a:cubicBezTo>
                <a:cubicBezTo>
                  <a:pt x="693232" y="694635"/>
                  <a:pt x="689807" y="692090"/>
                  <a:pt x="685990" y="687000"/>
                </a:cubicBezTo>
                <a:cubicBezTo>
                  <a:pt x="671152" y="689930"/>
                  <a:pt x="661504" y="691974"/>
                  <a:pt x="657046" y="693132"/>
                </a:cubicBezTo>
                <a:cubicBezTo>
                  <a:pt x="652589" y="694290"/>
                  <a:pt x="648572" y="695850"/>
                  <a:pt x="644996" y="697811"/>
                </a:cubicBezTo>
                <a:lnTo>
                  <a:pt x="639558" y="699210"/>
                </a:lnTo>
                <a:lnTo>
                  <a:pt x="645601" y="704319"/>
                </a:lnTo>
                <a:cubicBezTo>
                  <a:pt x="645601" y="705869"/>
                  <a:pt x="644691" y="707388"/>
                  <a:pt x="642872" y="708875"/>
                </a:cubicBezTo>
                <a:cubicBezTo>
                  <a:pt x="639656" y="711650"/>
                  <a:pt x="632517" y="718539"/>
                  <a:pt x="621455" y="729541"/>
                </a:cubicBezTo>
                <a:cubicBezTo>
                  <a:pt x="627957" y="728739"/>
                  <a:pt x="636929" y="727225"/>
                  <a:pt x="648372" y="724996"/>
                </a:cubicBezTo>
                <a:cubicBezTo>
                  <a:pt x="643876" y="719835"/>
                  <a:pt x="641628" y="716432"/>
                  <a:pt x="641628" y="714788"/>
                </a:cubicBezTo>
                <a:cubicBezTo>
                  <a:pt x="641628" y="713144"/>
                  <a:pt x="642555" y="712322"/>
                  <a:pt x="644409" y="712322"/>
                </a:cubicBezTo>
                <a:cubicBezTo>
                  <a:pt x="646263" y="712322"/>
                  <a:pt x="649118" y="713222"/>
                  <a:pt x="652973" y="715020"/>
                </a:cubicBezTo>
                <a:cubicBezTo>
                  <a:pt x="656828" y="716819"/>
                  <a:pt x="659789" y="719299"/>
                  <a:pt x="661855" y="722463"/>
                </a:cubicBezTo>
                <a:cubicBezTo>
                  <a:pt x="663921" y="725626"/>
                  <a:pt x="664954" y="728292"/>
                  <a:pt x="664954" y="730460"/>
                </a:cubicBezTo>
                <a:cubicBezTo>
                  <a:pt x="664954" y="732628"/>
                  <a:pt x="664395" y="734271"/>
                  <a:pt x="663276" y="735390"/>
                </a:cubicBezTo>
                <a:cubicBezTo>
                  <a:pt x="662157" y="736509"/>
                  <a:pt x="660728" y="737068"/>
                  <a:pt x="658989" y="737068"/>
                </a:cubicBezTo>
                <a:cubicBezTo>
                  <a:pt x="657250" y="737068"/>
                  <a:pt x="655831" y="736347"/>
                  <a:pt x="654733" y="734906"/>
                </a:cubicBezTo>
                <a:cubicBezTo>
                  <a:pt x="653635" y="733465"/>
                  <a:pt x="652859" y="732410"/>
                  <a:pt x="652405" y="731741"/>
                </a:cubicBezTo>
                <a:cubicBezTo>
                  <a:pt x="634925" y="736325"/>
                  <a:pt x="622178" y="740506"/>
                  <a:pt x="614162" y="744284"/>
                </a:cubicBezTo>
                <a:cubicBezTo>
                  <a:pt x="611536" y="745391"/>
                  <a:pt x="609448" y="745944"/>
                  <a:pt x="607896" y="745944"/>
                </a:cubicBezTo>
                <a:cubicBezTo>
                  <a:pt x="606344" y="745944"/>
                  <a:pt x="604891" y="744625"/>
                  <a:pt x="603536" y="741987"/>
                </a:cubicBezTo>
                <a:cubicBezTo>
                  <a:pt x="602180" y="739349"/>
                  <a:pt x="601502" y="737209"/>
                  <a:pt x="601502" y="735568"/>
                </a:cubicBezTo>
                <a:cubicBezTo>
                  <a:pt x="601502" y="733927"/>
                  <a:pt x="602958" y="732775"/>
                  <a:pt x="605870" y="732114"/>
                </a:cubicBezTo>
                <a:cubicBezTo>
                  <a:pt x="608782" y="731452"/>
                  <a:pt x="611042" y="730451"/>
                  <a:pt x="612651" y="729109"/>
                </a:cubicBezTo>
                <a:cubicBezTo>
                  <a:pt x="614260" y="727768"/>
                  <a:pt x="616528" y="725089"/>
                  <a:pt x="619454" y="721071"/>
                </a:cubicBezTo>
                <a:cubicBezTo>
                  <a:pt x="622381" y="717054"/>
                  <a:pt x="624530" y="713533"/>
                  <a:pt x="625900" y="710507"/>
                </a:cubicBezTo>
                <a:cubicBezTo>
                  <a:pt x="627271" y="707481"/>
                  <a:pt x="627956" y="705036"/>
                  <a:pt x="627956" y="703172"/>
                </a:cubicBezTo>
                <a:lnTo>
                  <a:pt x="627602" y="700146"/>
                </a:lnTo>
                <a:cubicBezTo>
                  <a:pt x="627602" y="697375"/>
                  <a:pt x="628502" y="695989"/>
                  <a:pt x="630300" y="695989"/>
                </a:cubicBezTo>
                <a:lnTo>
                  <a:pt x="638647" y="698773"/>
                </a:lnTo>
                <a:lnTo>
                  <a:pt x="633897" y="695722"/>
                </a:lnTo>
                <a:cubicBezTo>
                  <a:pt x="632185" y="693369"/>
                  <a:pt x="631329" y="691247"/>
                  <a:pt x="631329" y="689358"/>
                </a:cubicBezTo>
                <a:cubicBezTo>
                  <a:pt x="631329" y="687470"/>
                  <a:pt x="632576" y="685943"/>
                  <a:pt x="635068" y="684780"/>
                </a:cubicBezTo>
                <a:cubicBezTo>
                  <a:pt x="641015" y="682247"/>
                  <a:pt x="645608" y="677744"/>
                  <a:pt x="648844" y="671271"/>
                </a:cubicBezTo>
                <a:cubicBezTo>
                  <a:pt x="652081" y="664798"/>
                  <a:pt x="653700" y="659497"/>
                  <a:pt x="653700" y="655366"/>
                </a:cubicBezTo>
                <a:cubicBezTo>
                  <a:pt x="653700" y="654546"/>
                  <a:pt x="653492" y="653811"/>
                  <a:pt x="653078" y="653159"/>
                </a:cubicBezTo>
                <a:cubicBezTo>
                  <a:pt x="652663" y="652508"/>
                  <a:pt x="652455" y="651704"/>
                  <a:pt x="652455" y="650749"/>
                </a:cubicBezTo>
                <a:cubicBezTo>
                  <a:pt x="652455" y="648243"/>
                  <a:pt x="653939" y="646991"/>
                  <a:pt x="656906" y="646991"/>
                </a:cubicBezTo>
                <a:close/>
                <a:moveTo>
                  <a:pt x="1025979" y="646634"/>
                </a:moveTo>
                <a:cubicBezTo>
                  <a:pt x="1031563" y="646634"/>
                  <a:pt x="1036368" y="647954"/>
                  <a:pt x="1040394" y="650594"/>
                </a:cubicBezTo>
                <a:cubicBezTo>
                  <a:pt x="1044420" y="653235"/>
                  <a:pt x="1046432" y="656837"/>
                  <a:pt x="1046432" y="661401"/>
                </a:cubicBezTo>
                <a:cubicBezTo>
                  <a:pt x="1046432" y="663591"/>
                  <a:pt x="1045864" y="665417"/>
                  <a:pt x="1044727" y="666878"/>
                </a:cubicBezTo>
                <a:lnTo>
                  <a:pt x="1040871" y="668881"/>
                </a:lnTo>
                <a:lnTo>
                  <a:pt x="1040220" y="668982"/>
                </a:lnTo>
                <a:lnTo>
                  <a:pt x="1035865" y="667651"/>
                </a:lnTo>
                <a:cubicBezTo>
                  <a:pt x="1034448" y="666706"/>
                  <a:pt x="1031434" y="663866"/>
                  <a:pt x="1026825" y="659133"/>
                </a:cubicBezTo>
                <a:cubicBezTo>
                  <a:pt x="1022216" y="654399"/>
                  <a:pt x="1019911" y="651133"/>
                  <a:pt x="1019911" y="649333"/>
                </a:cubicBezTo>
                <a:cubicBezTo>
                  <a:pt x="1019911" y="647534"/>
                  <a:pt x="1021934" y="646634"/>
                  <a:pt x="1025979" y="646634"/>
                </a:cubicBezTo>
                <a:close/>
                <a:moveTo>
                  <a:pt x="842165" y="641663"/>
                </a:moveTo>
                <a:cubicBezTo>
                  <a:pt x="847331" y="641663"/>
                  <a:pt x="852060" y="642819"/>
                  <a:pt x="856354" y="645131"/>
                </a:cubicBezTo>
                <a:cubicBezTo>
                  <a:pt x="860647" y="647443"/>
                  <a:pt x="862794" y="650677"/>
                  <a:pt x="862794" y="654832"/>
                </a:cubicBezTo>
                <a:cubicBezTo>
                  <a:pt x="862794" y="656941"/>
                  <a:pt x="862187" y="658984"/>
                  <a:pt x="860973" y="660960"/>
                </a:cubicBezTo>
                <a:lnTo>
                  <a:pt x="858276" y="662515"/>
                </a:lnTo>
                <a:lnTo>
                  <a:pt x="871539" y="660970"/>
                </a:lnTo>
                <a:cubicBezTo>
                  <a:pt x="877765" y="660198"/>
                  <a:pt x="882340" y="659571"/>
                  <a:pt x="885263" y="659089"/>
                </a:cubicBezTo>
                <a:cubicBezTo>
                  <a:pt x="891109" y="658125"/>
                  <a:pt x="894733" y="657643"/>
                  <a:pt x="896135" y="657643"/>
                </a:cubicBezTo>
                <a:cubicBezTo>
                  <a:pt x="900317" y="657643"/>
                  <a:pt x="904978" y="659506"/>
                  <a:pt x="910119" y="663233"/>
                </a:cubicBezTo>
                <a:cubicBezTo>
                  <a:pt x="915259" y="666960"/>
                  <a:pt x="917830" y="670022"/>
                  <a:pt x="917830" y="672420"/>
                </a:cubicBezTo>
                <a:cubicBezTo>
                  <a:pt x="917830" y="674818"/>
                  <a:pt x="916102" y="676181"/>
                  <a:pt x="912647" y="676509"/>
                </a:cubicBezTo>
                <a:cubicBezTo>
                  <a:pt x="907021" y="676969"/>
                  <a:pt x="901692" y="678916"/>
                  <a:pt x="896659" y="682348"/>
                </a:cubicBezTo>
                <a:cubicBezTo>
                  <a:pt x="894687" y="683792"/>
                  <a:pt x="892947" y="684515"/>
                  <a:pt x="891440" y="684515"/>
                </a:cubicBezTo>
                <a:cubicBezTo>
                  <a:pt x="889933" y="684515"/>
                  <a:pt x="889179" y="683757"/>
                  <a:pt x="889179" y="682241"/>
                </a:cubicBezTo>
                <a:cubicBezTo>
                  <a:pt x="889179" y="680725"/>
                  <a:pt x="889948" y="678725"/>
                  <a:pt x="891487" y="676239"/>
                </a:cubicBezTo>
                <a:cubicBezTo>
                  <a:pt x="893025" y="673754"/>
                  <a:pt x="893794" y="672194"/>
                  <a:pt x="893794" y="671559"/>
                </a:cubicBezTo>
                <a:cubicBezTo>
                  <a:pt x="893794" y="670925"/>
                  <a:pt x="893281" y="670470"/>
                  <a:pt x="892256" y="670193"/>
                </a:cubicBezTo>
                <a:cubicBezTo>
                  <a:pt x="891230" y="669917"/>
                  <a:pt x="888059" y="669779"/>
                  <a:pt x="882742" y="669779"/>
                </a:cubicBezTo>
                <a:lnTo>
                  <a:pt x="863423" y="670702"/>
                </a:lnTo>
                <a:lnTo>
                  <a:pt x="869364" y="672540"/>
                </a:lnTo>
                <a:cubicBezTo>
                  <a:pt x="873031" y="674306"/>
                  <a:pt x="874865" y="676007"/>
                  <a:pt x="874865" y="677643"/>
                </a:cubicBezTo>
                <a:cubicBezTo>
                  <a:pt x="874865" y="679279"/>
                  <a:pt x="874286" y="680676"/>
                  <a:pt x="873129" y="681834"/>
                </a:cubicBezTo>
                <a:cubicBezTo>
                  <a:pt x="871972" y="682991"/>
                  <a:pt x="870835" y="684218"/>
                  <a:pt x="869719" y="685513"/>
                </a:cubicBezTo>
                <a:cubicBezTo>
                  <a:pt x="870335" y="685537"/>
                  <a:pt x="872360" y="685218"/>
                  <a:pt x="875794" y="684556"/>
                </a:cubicBezTo>
                <a:cubicBezTo>
                  <a:pt x="879228" y="683893"/>
                  <a:pt x="882422" y="683562"/>
                  <a:pt x="885377" y="683562"/>
                </a:cubicBezTo>
                <a:cubicBezTo>
                  <a:pt x="888332" y="683562"/>
                  <a:pt x="890899" y="684361"/>
                  <a:pt x="893079" y="685961"/>
                </a:cubicBezTo>
                <a:cubicBezTo>
                  <a:pt x="895258" y="687561"/>
                  <a:pt x="896348" y="689139"/>
                  <a:pt x="896348" y="690696"/>
                </a:cubicBezTo>
                <a:cubicBezTo>
                  <a:pt x="896348" y="693795"/>
                  <a:pt x="893969" y="695345"/>
                  <a:pt x="889213" y="695345"/>
                </a:cubicBezTo>
                <a:cubicBezTo>
                  <a:pt x="888684" y="695345"/>
                  <a:pt x="886003" y="695256"/>
                  <a:pt x="881171" y="695079"/>
                </a:cubicBezTo>
                <a:cubicBezTo>
                  <a:pt x="876339" y="694902"/>
                  <a:pt x="871485" y="694865"/>
                  <a:pt x="866608" y="694969"/>
                </a:cubicBezTo>
                <a:cubicBezTo>
                  <a:pt x="865884" y="696686"/>
                  <a:pt x="863845" y="699634"/>
                  <a:pt x="860489" y="703812"/>
                </a:cubicBezTo>
                <a:lnTo>
                  <a:pt x="856172" y="708404"/>
                </a:lnTo>
                <a:lnTo>
                  <a:pt x="861131" y="707368"/>
                </a:lnTo>
                <a:cubicBezTo>
                  <a:pt x="862462" y="706884"/>
                  <a:pt x="864336" y="706642"/>
                  <a:pt x="866754" y="706642"/>
                </a:cubicBezTo>
                <a:cubicBezTo>
                  <a:pt x="869172" y="706642"/>
                  <a:pt x="872223" y="707781"/>
                  <a:pt x="875907" y="710059"/>
                </a:cubicBezTo>
                <a:cubicBezTo>
                  <a:pt x="879592" y="712337"/>
                  <a:pt x="881434" y="714269"/>
                  <a:pt x="881434" y="715854"/>
                </a:cubicBezTo>
                <a:cubicBezTo>
                  <a:pt x="881434" y="717440"/>
                  <a:pt x="880947" y="718965"/>
                  <a:pt x="879972" y="720430"/>
                </a:cubicBezTo>
                <a:cubicBezTo>
                  <a:pt x="878108" y="723433"/>
                  <a:pt x="877175" y="728388"/>
                  <a:pt x="877175" y="735295"/>
                </a:cubicBezTo>
                <a:lnTo>
                  <a:pt x="877707" y="747002"/>
                </a:lnTo>
                <a:cubicBezTo>
                  <a:pt x="877707" y="750129"/>
                  <a:pt x="876816" y="753339"/>
                  <a:pt x="875034" y="756630"/>
                </a:cubicBezTo>
                <a:cubicBezTo>
                  <a:pt x="873251" y="759922"/>
                  <a:pt x="871362" y="761567"/>
                  <a:pt x="869365" y="761567"/>
                </a:cubicBezTo>
                <a:cubicBezTo>
                  <a:pt x="867369" y="761567"/>
                  <a:pt x="865763" y="760617"/>
                  <a:pt x="864548" y="758717"/>
                </a:cubicBezTo>
                <a:cubicBezTo>
                  <a:pt x="863333" y="756817"/>
                  <a:pt x="862726" y="755010"/>
                  <a:pt x="862726" y="753295"/>
                </a:cubicBezTo>
                <a:cubicBezTo>
                  <a:pt x="862726" y="751580"/>
                  <a:pt x="863022" y="749184"/>
                  <a:pt x="863614" y="746105"/>
                </a:cubicBezTo>
                <a:cubicBezTo>
                  <a:pt x="864206" y="743027"/>
                  <a:pt x="864502" y="739269"/>
                  <a:pt x="864502" y="734831"/>
                </a:cubicBezTo>
                <a:cubicBezTo>
                  <a:pt x="864502" y="730394"/>
                  <a:pt x="864361" y="726716"/>
                  <a:pt x="864080" y="723799"/>
                </a:cubicBezTo>
                <a:cubicBezTo>
                  <a:pt x="863799" y="720882"/>
                  <a:pt x="863472" y="719168"/>
                  <a:pt x="863099" y="718658"/>
                </a:cubicBezTo>
                <a:cubicBezTo>
                  <a:pt x="862726" y="718148"/>
                  <a:pt x="861707" y="717893"/>
                  <a:pt x="860042" y="717893"/>
                </a:cubicBezTo>
                <a:cubicBezTo>
                  <a:pt x="858378" y="717893"/>
                  <a:pt x="854074" y="718156"/>
                  <a:pt x="847132" y="718681"/>
                </a:cubicBezTo>
                <a:cubicBezTo>
                  <a:pt x="840190" y="719206"/>
                  <a:pt x="833161" y="719990"/>
                  <a:pt x="826044" y="721035"/>
                </a:cubicBezTo>
                <a:cubicBezTo>
                  <a:pt x="826163" y="723497"/>
                  <a:pt x="826223" y="725989"/>
                  <a:pt x="826223" y="728511"/>
                </a:cubicBezTo>
                <a:cubicBezTo>
                  <a:pt x="826223" y="738859"/>
                  <a:pt x="825465" y="746571"/>
                  <a:pt x="823949" y="751646"/>
                </a:cubicBezTo>
                <a:cubicBezTo>
                  <a:pt x="822433" y="756722"/>
                  <a:pt x="820650" y="759260"/>
                  <a:pt x="818599" y="759260"/>
                </a:cubicBezTo>
                <a:cubicBezTo>
                  <a:pt x="816548" y="759260"/>
                  <a:pt x="814838" y="758036"/>
                  <a:pt x="813469" y="755587"/>
                </a:cubicBezTo>
                <a:cubicBezTo>
                  <a:pt x="812101" y="753138"/>
                  <a:pt x="811417" y="750994"/>
                  <a:pt x="811417" y="749155"/>
                </a:cubicBezTo>
                <a:cubicBezTo>
                  <a:pt x="811417" y="747316"/>
                  <a:pt x="811860" y="745035"/>
                  <a:pt x="812748" y="742312"/>
                </a:cubicBezTo>
                <a:cubicBezTo>
                  <a:pt x="813636" y="739589"/>
                  <a:pt x="814080" y="733509"/>
                  <a:pt x="814080" y="724072"/>
                </a:cubicBezTo>
                <a:cubicBezTo>
                  <a:pt x="814080" y="720737"/>
                  <a:pt x="813666" y="718567"/>
                  <a:pt x="812837" y="717561"/>
                </a:cubicBezTo>
                <a:cubicBezTo>
                  <a:pt x="812009" y="716555"/>
                  <a:pt x="811595" y="715342"/>
                  <a:pt x="811595" y="713922"/>
                </a:cubicBezTo>
                <a:cubicBezTo>
                  <a:pt x="811595" y="712501"/>
                  <a:pt x="812700" y="711791"/>
                  <a:pt x="814912" y="711791"/>
                </a:cubicBezTo>
                <a:cubicBezTo>
                  <a:pt x="817123" y="711791"/>
                  <a:pt x="819695" y="712145"/>
                  <a:pt x="822628" y="712854"/>
                </a:cubicBezTo>
                <a:cubicBezTo>
                  <a:pt x="833483" y="711865"/>
                  <a:pt x="842119" y="710914"/>
                  <a:pt x="848536" y="709999"/>
                </a:cubicBezTo>
                <a:lnTo>
                  <a:pt x="851789" y="709320"/>
                </a:lnTo>
                <a:lnTo>
                  <a:pt x="850298" y="708279"/>
                </a:lnTo>
                <a:cubicBezTo>
                  <a:pt x="850298" y="707078"/>
                  <a:pt x="850416" y="706445"/>
                  <a:pt x="850651" y="706379"/>
                </a:cubicBezTo>
                <a:cubicBezTo>
                  <a:pt x="852699" y="702009"/>
                  <a:pt x="854238" y="698331"/>
                  <a:pt x="855269" y="695345"/>
                </a:cubicBezTo>
                <a:cubicBezTo>
                  <a:pt x="851005" y="695575"/>
                  <a:pt x="845050" y="696213"/>
                  <a:pt x="837406" y="697259"/>
                </a:cubicBezTo>
                <a:lnTo>
                  <a:pt x="837584" y="706755"/>
                </a:lnTo>
                <a:cubicBezTo>
                  <a:pt x="837584" y="709564"/>
                  <a:pt x="836090" y="710968"/>
                  <a:pt x="833102" y="710968"/>
                </a:cubicBezTo>
                <a:cubicBezTo>
                  <a:pt x="830114" y="710968"/>
                  <a:pt x="828480" y="709563"/>
                  <a:pt x="828199" y="706753"/>
                </a:cubicBezTo>
                <a:cubicBezTo>
                  <a:pt x="827918" y="703943"/>
                  <a:pt x="827616" y="701324"/>
                  <a:pt x="827291" y="698896"/>
                </a:cubicBezTo>
                <a:cubicBezTo>
                  <a:pt x="822311" y="699711"/>
                  <a:pt x="818952" y="700417"/>
                  <a:pt x="817216" y="701016"/>
                </a:cubicBezTo>
                <a:cubicBezTo>
                  <a:pt x="815480" y="701614"/>
                  <a:pt x="813541" y="701914"/>
                  <a:pt x="811400" y="701914"/>
                </a:cubicBezTo>
                <a:cubicBezTo>
                  <a:pt x="809258" y="701914"/>
                  <a:pt x="807098" y="701152"/>
                  <a:pt x="804920" y="699627"/>
                </a:cubicBezTo>
                <a:cubicBezTo>
                  <a:pt x="802742" y="698103"/>
                  <a:pt x="801652" y="696650"/>
                  <a:pt x="801652" y="695268"/>
                </a:cubicBezTo>
                <a:cubicBezTo>
                  <a:pt x="801652" y="693887"/>
                  <a:pt x="803601" y="692952"/>
                  <a:pt x="807497" y="692466"/>
                </a:cubicBezTo>
                <a:lnTo>
                  <a:pt x="826152" y="690371"/>
                </a:lnTo>
                <a:cubicBezTo>
                  <a:pt x="825398" y="687315"/>
                  <a:pt x="824292" y="684877"/>
                  <a:pt x="822835" y="683055"/>
                </a:cubicBezTo>
                <a:cubicBezTo>
                  <a:pt x="821378" y="681234"/>
                  <a:pt x="820649" y="679414"/>
                  <a:pt x="820649" y="677594"/>
                </a:cubicBezTo>
                <a:cubicBezTo>
                  <a:pt x="820649" y="675774"/>
                  <a:pt x="821826" y="674863"/>
                  <a:pt x="824181" y="674863"/>
                </a:cubicBezTo>
                <a:cubicBezTo>
                  <a:pt x="826536" y="674863"/>
                  <a:pt x="829388" y="675491"/>
                  <a:pt x="832738" y="676747"/>
                </a:cubicBezTo>
                <a:cubicBezTo>
                  <a:pt x="836088" y="678002"/>
                  <a:pt x="837762" y="680048"/>
                  <a:pt x="837762" y="682883"/>
                </a:cubicBezTo>
                <a:cubicBezTo>
                  <a:pt x="837762" y="683569"/>
                  <a:pt x="837698" y="684206"/>
                  <a:pt x="837567" y="684793"/>
                </a:cubicBezTo>
                <a:cubicBezTo>
                  <a:pt x="837437" y="685380"/>
                  <a:pt x="837324" y="686863"/>
                  <a:pt x="837228" y="689240"/>
                </a:cubicBezTo>
                <a:cubicBezTo>
                  <a:pt x="849930" y="687975"/>
                  <a:pt x="856724" y="687273"/>
                  <a:pt x="857610" y="687136"/>
                </a:cubicBezTo>
                <a:cubicBezTo>
                  <a:pt x="858653" y="683920"/>
                  <a:pt x="859174" y="681581"/>
                  <a:pt x="859174" y="680120"/>
                </a:cubicBezTo>
                <a:cubicBezTo>
                  <a:pt x="859174" y="678659"/>
                  <a:pt x="858938" y="677367"/>
                  <a:pt x="858464" y="676242"/>
                </a:cubicBezTo>
                <a:cubicBezTo>
                  <a:pt x="857991" y="675118"/>
                  <a:pt x="857755" y="673778"/>
                  <a:pt x="857755" y="672224"/>
                </a:cubicBezTo>
                <a:lnTo>
                  <a:pt x="859503" y="670889"/>
                </a:lnTo>
                <a:lnTo>
                  <a:pt x="858756" y="670924"/>
                </a:lnTo>
                <a:cubicBezTo>
                  <a:pt x="848082" y="671688"/>
                  <a:pt x="840575" y="672431"/>
                  <a:pt x="836236" y="673153"/>
                </a:cubicBezTo>
                <a:cubicBezTo>
                  <a:pt x="827355" y="674691"/>
                  <a:pt x="820902" y="675460"/>
                  <a:pt x="816878" y="675460"/>
                </a:cubicBezTo>
                <a:cubicBezTo>
                  <a:pt x="812854" y="675460"/>
                  <a:pt x="810448" y="675342"/>
                  <a:pt x="809658" y="675107"/>
                </a:cubicBezTo>
                <a:cubicBezTo>
                  <a:pt x="807669" y="681207"/>
                  <a:pt x="805012" y="686431"/>
                  <a:pt x="801688" y="690778"/>
                </a:cubicBezTo>
                <a:cubicBezTo>
                  <a:pt x="798363" y="695125"/>
                  <a:pt x="795130" y="697299"/>
                  <a:pt x="791987" y="697299"/>
                </a:cubicBezTo>
                <a:cubicBezTo>
                  <a:pt x="788845" y="697299"/>
                  <a:pt x="787273" y="694802"/>
                  <a:pt x="787273" y="689808"/>
                </a:cubicBezTo>
                <a:cubicBezTo>
                  <a:pt x="787273" y="686835"/>
                  <a:pt x="788550" y="683879"/>
                  <a:pt x="791102" y="680940"/>
                </a:cubicBezTo>
                <a:cubicBezTo>
                  <a:pt x="794463" y="676883"/>
                  <a:pt x="796974" y="672331"/>
                  <a:pt x="798635" y="667282"/>
                </a:cubicBezTo>
                <a:cubicBezTo>
                  <a:pt x="799610" y="663816"/>
                  <a:pt x="801087" y="662082"/>
                  <a:pt x="803068" y="662082"/>
                </a:cubicBezTo>
                <a:cubicBezTo>
                  <a:pt x="805048" y="662082"/>
                  <a:pt x="807220" y="663737"/>
                  <a:pt x="809584" y="667048"/>
                </a:cubicBezTo>
                <a:cubicBezTo>
                  <a:pt x="816075" y="666955"/>
                  <a:pt x="828849" y="665847"/>
                  <a:pt x="847907" y="663722"/>
                </a:cubicBezTo>
                <a:lnTo>
                  <a:pt x="853774" y="663039"/>
                </a:lnTo>
                <a:lnTo>
                  <a:pt x="850482" y="661627"/>
                </a:lnTo>
                <a:lnTo>
                  <a:pt x="843195" y="650797"/>
                </a:lnTo>
                <a:cubicBezTo>
                  <a:pt x="839526" y="647927"/>
                  <a:pt x="837692" y="645688"/>
                  <a:pt x="837692" y="644078"/>
                </a:cubicBezTo>
                <a:cubicBezTo>
                  <a:pt x="837692" y="642468"/>
                  <a:pt x="839183" y="641663"/>
                  <a:pt x="842165" y="641663"/>
                </a:cubicBezTo>
                <a:close/>
                <a:moveTo>
                  <a:pt x="491935" y="641488"/>
                </a:moveTo>
                <a:cubicBezTo>
                  <a:pt x="494405" y="641488"/>
                  <a:pt x="497523" y="642139"/>
                  <a:pt x="501291" y="643440"/>
                </a:cubicBezTo>
                <a:cubicBezTo>
                  <a:pt x="505058" y="644742"/>
                  <a:pt x="506942" y="646824"/>
                  <a:pt x="506942" y="649685"/>
                </a:cubicBezTo>
                <a:cubicBezTo>
                  <a:pt x="506942" y="651124"/>
                  <a:pt x="506446" y="652553"/>
                  <a:pt x="505454" y="653972"/>
                </a:cubicBezTo>
                <a:cubicBezTo>
                  <a:pt x="504118" y="656423"/>
                  <a:pt x="502483" y="662261"/>
                  <a:pt x="500551" y="671487"/>
                </a:cubicBezTo>
                <a:cubicBezTo>
                  <a:pt x="506736" y="669951"/>
                  <a:pt x="511339" y="667730"/>
                  <a:pt x="514359" y="664825"/>
                </a:cubicBezTo>
                <a:cubicBezTo>
                  <a:pt x="515639" y="663705"/>
                  <a:pt x="517133" y="663145"/>
                  <a:pt x="518841" y="663145"/>
                </a:cubicBezTo>
                <a:cubicBezTo>
                  <a:pt x="520549" y="663145"/>
                  <a:pt x="523224" y="664124"/>
                  <a:pt x="526866" y="666081"/>
                </a:cubicBezTo>
                <a:cubicBezTo>
                  <a:pt x="530508" y="668037"/>
                  <a:pt x="532329" y="669811"/>
                  <a:pt x="532329" y="671402"/>
                </a:cubicBezTo>
                <a:cubicBezTo>
                  <a:pt x="532329" y="672993"/>
                  <a:pt x="531212" y="674683"/>
                  <a:pt x="528978" y="676470"/>
                </a:cubicBezTo>
                <a:cubicBezTo>
                  <a:pt x="526744" y="678257"/>
                  <a:pt x="525063" y="679849"/>
                  <a:pt x="523935" y="681247"/>
                </a:cubicBezTo>
                <a:cubicBezTo>
                  <a:pt x="522807" y="682645"/>
                  <a:pt x="521912" y="684695"/>
                  <a:pt x="521250" y="687396"/>
                </a:cubicBezTo>
                <a:cubicBezTo>
                  <a:pt x="520588" y="690097"/>
                  <a:pt x="520258" y="693683"/>
                  <a:pt x="520258" y="698153"/>
                </a:cubicBezTo>
                <a:cubicBezTo>
                  <a:pt x="520258" y="706108"/>
                  <a:pt x="522199" y="711731"/>
                  <a:pt x="526083" y="715022"/>
                </a:cubicBezTo>
                <a:cubicBezTo>
                  <a:pt x="529966" y="718312"/>
                  <a:pt x="532365" y="719957"/>
                  <a:pt x="533278" y="719957"/>
                </a:cubicBezTo>
                <a:cubicBezTo>
                  <a:pt x="534191" y="719957"/>
                  <a:pt x="535000" y="719207"/>
                  <a:pt x="535703" y="717706"/>
                </a:cubicBezTo>
                <a:cubicBezTo>
                  <a:pt x="536406" y="716206"/>
                  <a:pt x="537119" y="713484"/>
                  <a:pt x="537842" y="709540"/>
                </a:cubicBezTo>
                <a:cubicBezTo>
                  <a:pt x="538565" y="705596"/>
                  <a:pt x="539987" y="703624"/>
                  <a:pt x="542108" y="703624"/>
                </a:cubicBezTo>
                <a:cubicBezTo>
                  <a:pt x="544228" y="703624"/>
                  <a:pt x="545289" y="705647"/>
                  <a:pt x="545289" y="709693"/>
                </a:cubicBezTo>
                <a:cubicBezTo>
                  <a:pt x="545289" y="717007"/>
                  <a:pt x="546148" y="723423"/>
                  <a:pt x="547868" y="728941"/>
                </a:cubicBezTo>
                <a:cubicBezTo>
                  <a:pt x="548162" y="729982"/>
                  <a:pt x="548309" y="730844"/>
                  <a:pt x="548309" y="731528"/>
                </a:cubicBezTo>
                <a:cubicBezTo>
                  <a:pt x="548309" y="734746"/>
                  <a:pt x="546489" y="736355"/>
                  <a:pt x="542848" y="736355"/>
                </a:cubicBezTo>
                <a:cubicBezTo>
                  <a:pt x="539208" y="736355"/>
                  <a:pt x="534469" y="735082"/>
                  <a:pt x="528632" y="732537"/>
                </a:cubicBezTo>
                <a:cubicBezTo>
                  <a:pt x="522795" y="729991"/>
                  <a:pt x="518064" y="726031"/>
                  <a:pt x="514440" y="720659"/>
                </a:cubicBezTo>
                <a:cubicBezTo>
                  <a:pt x="510815" y="715286"/>
                  <a:pt x="509003" y="708967"/>
                  <a:pt x="509003" y="701701"/>
                </a:cubicBezTo>
                <a:cubicBezTo>
                  <a:pt x="509003" y="697473"/>
                  <a:pt x="509566" y="692400"/>
                  <a:pt x="510690" y="686481"/>
                </a:cubicBezTo>
                <a:cubicBezTo>
                  <a:pt x="511252" y="683522"/>
                  <a:pt x="511674" y="681254"/>
                  <a:pt x="511955" y="679678"/>
                </a:cubicBezTo>
                <a:lnTo>
                  <a:pt x="512366" y="677094"/>
                </a:lnTo>
                <a:lnTo>
                  <a:pt x="507188" y="678876"/>
                </a:lnTo>
                <a:cubicBezTo>
                  <a:pt x="503616" y="680086"/>
                  <a:pt x="501007" y="680908"/>
                  <a:pt x="499364" y="681342"/>
                </a:cubicBezTo>
                <a:cubicBezTo>
                  <a:pt x="497969" y="687348"/>
                  <a:pt x="495879" y="693200"/>
                  <a:pt x="493094" y="698899"/>
                </a:cubicBezTo>
                <a:cubicBezTo>
                  <a:pt x="501498" y="703239"/>
                  <a:pt x="505700" y="708256"/>
                  <a:pt x="505700" y="713951"/>
                </a:cubicBezTo>
                <a:cubicBezTo>
                  <a:pt x="505700" y="715514"/>
                  <a:pt x="505378" y="717301"/>
                  <a:pt x="504733" y="719313"/>
                </a:cubicBezTo>
                <a:cubicBezTo>
                  <a:pt x="504089" y="721324"/>
                  <a:pt x="502926" y="722330"/>
                  <a:pt x="501244" y="722330"/>
                </a:cubicBezTo>
                <a:cubicBezTo>
                  <a:pt x="499562" y="722330"/>
                  <a:pt x="498181" y="721501"/>
                  <a:pt x="497098" y="719844"/>
                </a:cubicBezTo>
                <a:cubicBezTo>
                  <a:pt x="492382" y="713968"/>
                  <a:pt x="489364" y="710063"/>
                  <a:pt x="488044" y="708129"/>
                </a:cubicBezTo>
                <a:cubicBezTo>
                  <a:pt x="483978" y="715113"/>
                  <a:pt x="478974" y="720617"/>
                  <a:pt x="473033" y="724640"/>
                </a:cubicBezTo>
                <a:lnTo>
                  <a:pt x="472309" y="725081"/>
                </a:lnTo>
                <a:lnTo>
                  <a:pt x="479165" y="726762"/>
                </a:lnTo>
                <a:cubicBezTo>
                  <a:pt x="482061" y="728104"/>
                  <a:pt x="483508" y="729584"/>
                  <a:pt x="483508" y="731205"/>
                </a:cubicBezTo>
                <a:cubicBezTo>
                  <a:pt x="483508" y="732825"/>
                  <a:pt x="483178" y="734164"/>
                  <a:pt x="482516" y="735223"/>
                </a:cubicBezTo>
                <a:cubicBezTo>
                  <a:pt x="481854" y="736281"/>
                  <a:pt x="481119" y="736873"/>
                  <a:pt x="480310" y="736997"/>
                </a:cubicBezTo>
                <a:cubicBezTo>
                  <a:pt x="489512" y="735188"/>
                  <a:pt x="495039" y="733789"/>
                  <a:pt x="496891" y="732801"/>
                </a:cubicBezTo>
                <a:cubicBezTo>
                  <a:pt x="498743" y="731813"/>
                  <a:pt x="500541" y="731319"/>
                  <a:pt x="502285" y="731319"/>
                </a:cubicBezTo>
                <a:cubicBezTo>
                  <a:pt x="504028" y="731319"/>
                  <a:pt x="507164" y="732566"/>
                  <a:pt x="511691" y="735059"/>
                </a:cubicBezTo>
                <a:cubicBezTo>
                  <a:pt x="516218" y="737552"/>
                  <a:pt x="518482" y="739667"/>
                  <a:pt x="518482" y="741404"/>
                </a:cubicBezTo>
                <a:cubicBezTo>
                  <a:pt x="518482" y="743141"/>
                  <a:pt x="517823" y="744669"/>
                  <a:pt x="516505" y="745987"/>
                </a:cubicBezTo>
                <a:cubicBezTo>
                  <a:pt x="515188" y="747304"/>
                  <a:pt x="514205" y="749068"/>
                  <a:pt x="513557" y="751279"/>
                </a:cubicBezTo>
                <a:cubicBezTo>
                  <a:pt x="512910" y="753489"/>
                  <a:pt x="511959" y="758807"/>
                  <a:pt x="510704" y="767233"/>
                </a:cubicBezTo>
                <a:cubicBezTo>
                  <a:pt x="509450" y="775659"/>
                  <a:pt x="507567" y="782566"/>
                  <a:pt x="505057" y="787954"/>
                </a:cubicBezTo>
                <a:cubicBezTo>
                  <a:pt x="502547" y="793343"/>
                  <a:pt x="499317" y="797631"/>
                  <a:pt x="495367" y="800816"/>
                </a:cubicBezTo>
                <a:cubicBezTo>
                  <a:pt x="491416" y="804002"/>
                  <a:pt x="488347" y="805595"/>
                  <a:pt x="486159" y="805595"/>
                </a:cubicBezTo>
                <a:cubicBezTo>
                  <a:pt x="483972" y="805595"/>
                  <a:pt x="482467" y="804430"/>
                  <a:pt x="481645" y="802100"/>
                </a:cubicBezTo>
                <a:cubicBezTo>
                  <a:pt x="479539" y="796407"/>
                  <a:pt x="476350" y="790931"/>
                  <a:pt x="472076" y="785671"/>
                </a:cubicBezTo>
                <a:cubicBezTo>
                  <a:pt x="471011" y="784849"/>
                  <a:pt x="470478" y="783782"/>
                  <a:pt x="470478" y="782469"/>
                </a:cubicBezTo>
                <a:cubicBezTo>
                  <a:pt x="470478" y="781156"/>
                  <a:pt x="471190" y="780499"/>
                  <a:pt x="472613" y="780499"/>
                </a:cubicBezTo>
                <a:cubicBezTo>
                  <a:pt x="474036" y="780499"/>
                  <a:pt x="476080" y="781032"/>
                  <a:pt x="478745" y="782097"/>
                </a:cubicBezTo>
                <a:cubicBezTo>
                  <a:pt x="481410" y="783162"/>
                  <a:pt x="483696" y="783694"/>
                  <a:pt x="485604" y="783694"/>
                </a:cubicBezTo>
                <a:cubicBezTo>
                  <a:pt x="489410" y="783694"/>
                  <a:pt x="492575" y="779714"/>
                  <a:pt x="495098" y="771752"/>
                </a:cubicBezTo>
                <a:cubicBezTo>
                  <a:pt x="497621" y="763790"/>
                  <a:pt x="498883" y="757650"/>
                  <a:pt x="498883" y="753333"/>
                </a:cubicBezTo>
                <a:cubicBezTo>
                  <a:pt x="498883" y="749016"/>
                  <a:pt x="498545" y="746350"/>
                  <a:pt x="497869" y="745335"/>
                </a:cubicBezTo>
                <a:cubicBezTo>
                  <a:pt x="497193" y="744320"/>
                  <a:pt x="495733" y="743812"/>
                  <a:pt x="493488" y="743812"/>
                </a:cubicBezTo>
                <a:cubicBezTo>
                  <a:pt x="491242" y="743812"/>
                  <a:pt x="486105" y="744409"/>
                  <a:pt x="478076" y="745602"/>
                </a:cubicBezTo>
                <a:cubicBezTo>
                  <a:pt x="474674" y="756150"/>
                  <a:pt x="468778" y="765889"/>
                  <a:pt x="460389" y="774821"/>
                </a:cubicBezTo>
                <a:cubicBezTo>
                  <a:pt x="452000" y="783753"/>
                  <a:pt x="442993" y="790701"/>
                  <a:pt x="433368" y="795664"/>
                </a:cubicBezTo>
                <a:cubicBezTo>
                  <a:pt x="423744" y="800628"/>
                  <a:pt x="416596" y="803110"/>
                  <a:pt x="411924" y="803110"/>
                </a:cubicBezTo>
                <a:cubicBezTo>
                  <a:pt x="409890" y="803110"/>
                  <a:pt x="408873" y="802358"/>
                  <a:pt x="408873" y="800853"/>
                </a:cubicBezTo>
                <a:cubicBezTo>
                  <a:pt x="408873" y="799349"/>
                  <a:pt x="409761" y="798174"/>
                  <a:pt x="411537" y="797330"/>
                </a:cubicBezTo>
                <a:cubicBezTo>
                  <a:pt x="439204" y="782799"/>
                  <a:pt x="457016" y="766203"/>
                  <a:pt x="464976" y="747542"/>
                </a:cubicBezTo>
                <a:cubicBezTo>
                  <a:pt x="457955" y="748944"/>
                  <a:pt x="452393" y="750294"/>
                  <a:pt x="448289" y="751591"/>
                </a:cubicBezTo>
                <a:cubicBezTo>
                  <a:pt x="443116" y="752915"/>
                  <a:pt x="439457" y="753576"/>
                  <a:pt x="437310" y="753576"/>
                </a:cubicBezTo>
                <a:cubicBezTo>
                  <a:pt x="435164" y="753576"/>
                  <a:pt x="432965" y="752814"/>
                  <a:pt x="430713" y="751289"/>
                </a:cubicBezTo>
                <a:cubicBezTo>
                  <a:pt x="428461" y="749764"/>
                  <a:pt x="427336" y="748172"/>
                  <a:pt x="427336" y="746515"/>
                </a:cubicBezTo>
                <a:cubicBezTo>
                  <a:pt x="427336" y="744858"/>
                  <a:pt x="429204" y="743944"/>
                  <a:pt x="432940" y="743773"/>
                </a:cubicBezTo>
                <a:cubicBezTo>
                  <a:pt x="440756" y="743314"/>
                  <a:pt x="452058" y="741787"/>
                  <a:pt x="466847" y="739192"/>
                </a:cubicBezTo>
                <a:cubicBezTo>
                  <a:pt x="467848" y="735321"/>
                  <a:pt x="468145" y="732819"/>
                  <a:pt x="467738" y="731684"/>
                </a:cubicBezTo>
                <a:cubicBezTo>
                  <a:pt x="467316" y="730836"/>
                  <a:pt x="467105" y="729896"/>
                  <a:pt x="467105" y="728865"/>
                </a:cubicBezTo>
                <a:lnTo>
                  <a:pt x="467343" y="728102"/>
                </a:lnTo>
                <a:lnTo>
                  <a:pt x="465595" y="729166"/>
                </a:lnTo>
                <a:cubicBezTo>
                  <a:pt x="463607" y="730172"/>
                  <a:pt x="462110" y="730674"/>
                  <a:pt x="461104" y="730674"/>
                </a:cubicBezTo>
                <a:cubicBezTo>
                  <a:pt x="459306" y="730674"/>
                  <a:pt x="458407" y="729996"/>
                  <a:pt x="458407" y="728640"/>
                </a:cubicBezTo>
                <a:cubicBezTo>
                  <a:pt x="458407" y="727284"/>
                  <a:pt x="459206" y="725886"/>
                  <a:pt x="460805" y="724448"/>
                </a:cubicBezTo>
                <a:cubicBezTo>
                  <a:pt x="470430" y="716097"/>
                  <a:pt x="477205" y="708622"/>
                  <a:pt x="481130" y="702024"/>
                </a:cubicBezTo>
                <a:cubicBezTo>
                  <a:pt x="481187" y="702410"/>
                  <a:pt x="479988" y="701627"/>
                  <a:pt x="477533" y="699674"/>
                </a:cubicBezTo>
                <a:cubicBezTo>
                  <a:pt x="475079" y="697721"/>
                  <a:pt x="473852" y="695820"/>
                  <a:pt x="473852" y="693971"/>
                </a:cubicBezTo>
                <a:cubicBezTo>
                  <a:pt x="473852" y="692121"/>
                  <a:pt x="475013" y="691196"/>
                  <a:pt x="477334" y="691196"/>
                </a:cubicBezTo>
                <a:cubicBezTo>
                  <a:pt x="479656" y="691196"/>
                  <a:pt x="482024" y="692261"/>
                  <a:pt x="484439" y="694389"/>
                </a:cubicBezTo>
                <a:cubicBezTo>
                  <a:pt x="486303" y="689816"/>
                  <a:pt x="487627" y="686229"/>
                  <a:pt x="488409" y="683629"/>
                </a:cubicBezTo>
                <a:cubicBezTo>
                  <a:pt x="482367" y="685522"/>
                  <a:pt x="478081" y="686468"/>
                  <a:pt x="475551" y="686468"/>
                </a:cubicBezTo>
                <a:cubicBezTo>
                  <a:pt x="473021" y="686468"/>
                  <a:pt x="471011" y="685802"/>
                  <a:pt x="469520" y="684468"/>
                </a:cubicBezTo>
                <a:cubicBezTo>
                  <a:pt x="468028" y="683134"/>
                  <a:pt x="467283" y="681766"/>
                  <a:pt x="467283" y="680363"/>
                </a:cubicBezTo>
                <a:cubicBezTo>
                  <a:pt x="467283" y="678961"/>
                  <a:pt x="468793" y="678092"/>
                  <a:pt x="471813" y="677756"/>
                </a:cubicBezTo>
                <a:cubicBezTo>
                  <a:pt x="481435" y="676192"/>
                  <a:pt x="487380" y="675116"/>
                  <a:pt x="489647" y="674530"/>
                </a:cubicBezTo>
                <a:cubicBezTo>
                  <a:pt x="490598" y="669148"/>
                  <a:pt x="491073" y="663822"/>
                  <a:pt x="491073" y="658552"/>
                </a:cubicBezTo>
                <a:cubicBezTo>
                  <a:pt x="491073" y="653282"/>
                  <a:pt x="490599" y="649996"/>
                  <a:pt x="489652" y="648696"/>
                </a:cubicBezTo>
                <a:cubicBezTo>
                  <a:pt x="488704" y="647395"/>
                  <a:pt x="488231" y="645868"/>
                  <a:pt x="488231" y="644116"/>
                </a:cubicBezTo>
                <a:cubicBezTo>
                  <a:pt x="488231" y="642364"/>
                  <a:pt x="489466" y="641488"/>
                  <a:pt x="491935" y="641488"/>
                </a:cubicBezTo>
                <a:close/>
                <a:moveTo>
                  <a:pt x="478208" y="545088"/>
                </a:moveTo>
                <a:cubicBezTo>
                  <a:pt x="480059" y="545088"/>
                  <a:pt x="484018" y="546791"/>
                  <a:pt x="490085" y="550197"/>
                </a:cubicBezTo>
                <a:cubicBezTo>
                  <a:pt x="496151" y="553602"/>
                  <a:pt x="500724" y="557285"/>
                  <a:pt x="503805" y="561245"/>
                </a:cubicBezTo>
                <a:cubicBezTo>
                  <a:pt x="506885" y="565204"/>
                  <a:pt x="508425" y="569653"/>
                  <a:pt x="508425" y="574590"/>
                </a:cubicBezTo>
                <a:cubicBezTo>
                  <a:pt x="508425" y="581833"/>
                  <a:pt x="506165" y="585454"/>
                  <a:pt x="501644" y="585454"/>
                </a:cubicBezTo>
                <a:cubicBezTo>
                  <a:pt x="500270" y="585454"/>
                  <a:pt x="499047" y="585072"/>
                  <a:pt x="497974" y="584306"/>
                </a:cubicBezTo>
                <a:cubicBezTo>
                  <a:pt x="496901" y="583541"/>
                  <a:pt x="496017" y="582530"/>
                  <a:pt x="495322" y="581275"/>
                </a:cubicBezTo>
                <a:lnTo>
                  <a:pt x="486951" y="567919"/>
                </a:lnTo>
                <a:cubicBezTo>
                  <a:pt x="482122" y="560141"/>
                  <a:pt x="478948" y="555178"/>
                  <a:pt x="477432" y="553030"/>
                </a:cubicBezTo>
                <a:cubicBezTo>
                  <a:pt x="475915" y="550882"/>
                  <a:pt x="475157" y="549021"/>
                  <a:pt x="475157" y="547448"/>
                </a:cubicBezTo>
                <a:cubicBezTo>
                  <a:pt x="475157" y="545875"/>
                  <a:pt x="476174" y="545088"/>
                  <a:pt x="478208" y="545088"/>
                </a:cubicBezTo>
                <a:close/>
                <a:moveTo>
                  <a:pt x="227879" y="538698"/>
                </a:moveTo>
                <a:cubicBezTo>
                  <a:pt x="231127" y="538698"/>
                  <a:pt x="233927" y="539874"/>
                  <a:pt x="236280" y="542227"/>
                </a:cubicBezTo>
                <a:cubicBezTo>
                  <a:pt x="238633" y="544579"/>
                  <a:pt x="239809" y="547343"/>
                  <a:pt x="239809" y="550519"/>
                </a:cubicBezTo>
                <a:cubicBezTo>
                  <a:pt x="239809" y="553695"/>
                  <a:pt x="238621" y="556435"/>
                  <a:pt x="236245" y="558741"/>
                </a:cubicBezTo>
                <a:cubicBezTo>
                  <a:pt x="233868" y="561046"/>
                  <a:pt x="231075" y="562199"/>
                  <a:pt x="227863" y="562199"/>
                </a:cubicBezTo>
                <a:cubicBezTo>
                  <a:pt x="224652" y="562199"/>
                  <a:pt x="221863" y="561051"/>
                  <a:pt x="219497" y="558755"/>
                </a:cubicBezTo>
                <a:cubicBezTo>
                  <a:pt x="217132" y="556459"/>
                  <a:pt x="215949" y="553713"/>
                  <a:pt x="215949" y="550519"/>
                </a:cubicBezTo>
                <a:cubicBezTo>
                  <a:pt x="215949" y="547325"/>
                  <a:pt x="217121" y="544556"/>
                  <a:pt x="219464" y="542213"/>
                </a:cubicBezTo>
                <a:cubicBezTo>
                  <a:pt x="221807" y="539869"/>
                  <a:pt x="224612" y="538698"/>
                  <a:pt x="227879" y="538698"/>
                </a:cubicBezTo>
                <a:close/>
                <a:moveTo>
                  <a:pt x="1356952" y="526691"/>
                </a:moveTo>
                <a:lnTo>
                  <a:pt x="1344230" y="530016"/>
                </a:lnTo>
                <a:cubicBezTo>
                  <a:pt x="1341276" y="536556"/>
                  <a:pt x="1339799" y="540022"/>
                  <a:pt x="1339799" y="540415"/>
                </a:cubicBezTo>
                <a:cubicBezTo>
                  <a:pt x="1339799" y="540809"/>
                  <a:pt x="1340705" y="541326"/>
                  <a:pt x="1342516" y="541966"/>
                </a:cubicBezTo>
                <a:cubicBezTo>
                  <a:pt x="1345576" y="543088"/>
                  <a:pt x="1347811" y="544306"/>
                  <a:pt x="1349221" y="545620"/>
                </a:cubicBezTo>
                <a:cubicBezTo>
                  <a:pt x="1352407" y="539717"/>
                  <a:pt x="1354984" y="533408"/>
                  <a:pt x="1356952" y="526691"/>
                </a:cubicBezTo>
                <a:close/>
                <a:moveTo>
                  <a:pt x="135809" y="515008"/>
                </a:moveTo>
                <a:cubicBezTo>
                  <a:pt x="132727" y="515008"/>
                  <a:pt x="130296" y="516364"/>
                  <a:pt x="128516" y="519077"/>
                </a:cubicBezTo>
                <a:cubicBezTo>
                  <a:pt x="126737" y="521790"/>
                  <a:pt x="125456" y="525827"/>
                  <a:pt x="124675" y="531188"/>
                </a:cubicBezTo>
                <a:cubicBezTo>
                  <a:pt x="123893" y="536549"/>
                  <a:pt x="123503" y="543527"/>
                  <a:pt x="123503" y="552122"/>
                </a:cubicBezTo>
                <a:cubicBezTo>
                  <a:pt x="123503" y="561672"/>
                  <a:pt x="123926" y="569268"/>
                  <a:pt x="124772" y="574911"/>
                </a:cubicBezTo>
                <a:cubicBezTo>
                  <a:pt x="125619" y="580554"/>
                  <a:pt x="126954" y="584710"/>
                  <a:pt x="128777" y="587380"/>
                </a:cubicBezTo>
                <a:cubicBezTo>
                  <a:pt x="130600" y="590050"/>
                  <a:pt x="133031" y="591384"/>
                  <a:pt x="136069" y="591384"/>
                </a:cubicBezTo>
                <a:cubicBezTo>
                  <a:pt x="137719" y="591384"/>
                  <a:pt x="139162" y="590983"/>
                  <a:pt x="140399" y="590180"/>
                </a:cubicBezTo>
                <a:cubicBezTo>
                  <a:pt x="141637" y="589377"/>
                  <a:pt x="142743" y="588118"/>
                  <a:pt x="143720" y="586403"/>
                </a:cubicBezTo>
                <a:cubicBezTo>
                  <a:pt x="144697" y="584689"/>
                  <a:pt x="145532" y="582410"/>
                  <a:pt x="146227" y="579567"/>
                </a:cubicBezTo>
                <a:cubicBezTo>
                  <a:pt x="146921" y="576723"/>
                  <a:pt x="147421" y="573186"/>
                  <a:pt x="147725" y="568953"/>
                </a:cubicBezTo>
                <a:cubicBezTo>
                  <a:pt x="148028" y="564721"/>
                  <a:pt x="148180" y="560000"/>
                  <a:pt x="148180" y="554791"/>
                </a:cubicBezTo>
                <a:cubicBezTo>
                  <a:pt x="148180" y="547021"/>
                  <a:pt x="147887" y="540488"/>
                  <a:pt x="147301" y="535193"/>
                </a:cubicBezTo>
                <a:cubicBezTo>
                  <a:pt x="146715" y="529897"/>
                  <a:pt x="145880" y="525816"/>
                  <a:pt x="144794" y="522951"/>
                </a:cubicBezTo>
                <a:cubicBezTo>
                  <a:pt x="143709" y="520086"/>
                  <a:pt x="142429" y="518046"/>
                  <a:pt x="140953" y="516831"/>
                </a:cubicBezTo>
                <a:cubicBezTo>
                  <a:pt x="139477" y="515615"/>
                  <a:pt x="137762" y="515008"/>
                  <a:pt x="135809" y="515008"/>
                </a:cubicBezTo>
                <a:close/>
                <a:moveTo>
                  <a:pt x="674248" y="514730"/>
                </a:moveTo>
                <a:cubicBezTo>
                  <a:pt x="677394" y="514730"/>
                  <a:pt x="680340" y="515308"/>
                  <a:pt x="683087" y="516465"/>
                </a:cubicBezTo>
                <a:cubicBezTo>
                  <a:pt x="685834" y="517621"/>
                  <a:pt x="687207" y="519125"/>
                  <a:pt x="687207" y="520976"/>
                </a:cubicBezTo>
                <a:cubicBezTo>
                  <a:pt x="687207" y="523793"/>
                  <a:pt x="684557" y="525921"/>
                  <a:pt x="679256" y="527361"/>
                </a:cubicBezTo>
                <a:cubicBezTo>
                  <a:pt x="673954" y="528802"/>
                  <a:pt x="666190" y="529910"/>
                  <a:pt x="655961" y="530687"/>
                </a:cubicBezTo>
                <a:cubicBezTo>
                  <a:pt x="658176" y="530374"/>
                  <a:pt x="659795" y="530897"/>
                  <a:pt x="660817" y="532256"/>
                </a:cubicBezTo>
                <a:cubicBezTo>
                  <a:pt x="661840" y="533615"/>
                  <a:pt x="662126" y="535511"/>
                  <a:pt x="661676" y="537943"/>
                </a:cubicBezTo>
                <a:cubicBezTo>
                  <a:pt x="660799" y="541775"/>
                  <a:pt x="660136" y="547826"/>
                  <a:pt x="659688" y="556094"/>
                </a:cubicBezTo>
                <a:cubicBezTo>
                  <a:pt x="675432" y="554122"/>
                  <a:pt x="685144" y="552860"/>
                  <a:pt x="688822" y="552309"/>
                </a:cubicBezTo>
                <a:cubicBezTo>
                  <a:pt x="692500" y="551758"/>
                  <a:pt x="695678" y="551482"/>
                  <a:pt x="698357" y="551482"/>
                </a:cubicBezTo>
                <a:cubicBezTo>
                  <a:pt x="704708" y="551482"/>
                  <a:pt x="709882" y="553054"/>
                  <a:pt x="713878" y="556198"/>
                </a:cubicBezTo>
                <a:cubicBezTo>
                  <a:pt x="717875" y="559343"/>
                  <a:pt x="719873" y="561923"/>
                  <a:pt x="719873" y="563938"/>
                </a:cubicBezTo>
                <a:cubicBezTo>
                  <a:pt x="719873" y="567039"/>
                  <a:pt x="716666" y="568590"/>
                  <a:pt x="710253" y="568590"/>
                </a:cubicBezTo>
                <a:cubicBezTo>
                  <a:pt x="706513" y="568590"/>
                  <a:pt x="701952" y="568175"/>
                  <a:pt x="696570" y="567347"/>
                </a:cubicBezTo>
                <a:cubicBezTo>
                  <a:pt x="691188" y="566518"/>
                  <a:pt x="684112" y="566104"/>
                  <a:pt x="675342" y="566104"/>
                </a:cubicBezTo>
                <a:cubicBezTo>
                  <a:pt x="666572" y="566104"/>
                  <a:pt x="655506" y="566991"/>
                  <a:pt x="642144" y="568765"/>
                </a:cubicBezTo>
                <a:cubicBezTo>
                  <a:pt x="628782" y="570539"/>
                  <a:pt x="618119" y="572491"/>
                  <a:pt x="610154" y="574621"/>
                </a:cubicBezTo>
                <a:cubicBezTo>
                  <a:pt x="608075" y="575217"/>
                  <a:pt x="605872" y="575515"/>
                  <a:pt x="603546" y="575515"/>
                </a:cubicBezTo>
                <a:cubicBezTo>
                  <a:pt x="601220" y="575515"/>
                  <a:pt x="598562" y="574360"/>
                  <a:pt x="595573" y="572051"/>
                </a:cubicBezTo>
                <a:cubicBezTo>
                  <a:pt x="592584" y="569741"/>
                  <a:pt x="591090" y="567711"/>
                  <a:pt x="591090" y="565960"/>
                </a:cubicBezTo>
                <a:cubicBezTo>
                  <a:pt x="591090" y="564209"/>
                  <a:pt x="592492" y="563240"/>
                  <a:pt x="595297" y="563056"/>
                </a:cubicBezTo>
                <a:lnTo>
                  <a:pt x="646918" y="557528"/>
                </a:lnTo>
                <a:cubicBezTo>
                  <a:pt x="647100" y="554400"/>
                  <a:pt x="647192" y="551329"/>
                  <a:pt x="647192" y="548315"/>
                </a:cubicBezTo>
                <a:cubicBezTo>
                  <a:pt x="647192" y="539969"/>
                  <a:pt x="646603" y="534536"/>
                  <a:pt x="645424" y="532016"/>
                </a:cubicBezTo>
                <a:cubicBezTo>
                  <a:pt x="641164" y="532491"/>
                  <a:pt x="637172" y="532728"/>
                  <a:pt x="633448" y="532728"/>
                </a:cubicBezTo>
                <a:cubicBezTo>
                  <a:pt x="629724" y="532728"/>
                  <a:pt x="626586" y="531913"/>
                  <a:pt x="624034" y="530284"/>
                </a:cubicBezTo>
                <a:cubicBezTo>
                  <a:pt x="621483" y="528654"/>
                  <a:pt x="620207" y="527074"/>
                  <a:pt x="620207" y="525544"/>
                </a:cubicBezTo>
                <a:cubicBezTo>
                  <a:pt x="620207" y="524015"/>
                  <a:pt x="622050" y="523082"/>
                  <a:pt x="625736" y="522748"/>
                </a:cubicBezTo>
                <a:cubicBezTo>
                  <a:pt x="629423" y="522413"/>
                  <a:pt x="635158" y="521622"/>
                  <a:pt x="642942" y="520374"/>
                </a:cubicBezTo>
                <a:cubicBezTo>
                  <a:pt x="650726" y="519126"/>
                  <a:pt x="657103" y="517873"/>
                  <a:pt x="662073" y="516616"/>
                </a:cubicBezTo>
                <a:cubicBezTo>
                  <a:pt x="667043" y="515358"/>
                  <a:pt x="671101" y="514730"/>
                  <a:pt x="674248" y="514730"/>
                </a:cubicBezTo>
                <a:close/>
                <a:moveTo>
                  <a:pt x="136200" y="507715"/>
                </a:moveTo>
                <a:cubicBezTo>
                  <a:pt x="146878" y="507715"/>
                  <a:pt x="154843" y="511351"/>
                  <a:pt x="160096" y="518621"/>
                </a:cubicBezTo>
                <a:cubicBezTo>
                  <a:pt x="165348" y="525892"/>
                  <a:pt x="167974" y="537016"/>
                  <a:pt x="167974" y="551992"/>
                </a:cubicBezTo>
                <a:cubicBezTo>
                  <a:pt x="167974" y="567358"/>
                  <a:pt x="165185" y="578981"/>
                  <a:pt x="159608" y="586859"/>
                </a:cubicBezTo>
                <a:cubicBezTo>
                  <a:pt x="154030" y="594738"/>
                  <a:pt x="145836" y="598677"/>
                  <a:pt x="135028" y="598677"/>
                </a:cubicBezTo>
                <a:cubicBezTo>
                  <a:pt x="124349" y="598677"/>
                  <a:pt x="116460" y="594976"/>
                  <a:pt x="111359" y="587575"/>
                </a:cubicBezTo>
                <a:cubicBezTo>
                  <a:pt x="106259" y="580174"/>
                  <a:pt x="103709" y="568986"/>
                  <a:pt x="103709" y="554010"/>
                </a:cubicBezTo>
                <a:cubicBezTo>
                  <a:pt x="103709" y="538991"/>
                  <a:pt x="106552" y="527520"/>
                  <a:pt x="112238" y="519598"/>
                </a:cubicBezTo>
                <a:cubicBezTo>
                  <a:pt x="117925" y="511676"/>
                  <a:pt x="125912" y="507715"/>
                  <a:pt x="136200" y="507715"/>
                </a:cubicBezTo>
                <a:close/>
                <a:moveTo>
                  <a:pt x="1340032" y="505144"/>
                </a:moveTo>
                <a:cubicBezTo>
                  <a:pt x="1342009" y="505144"/>
                  <a:pt x="1344447" y="506110"/>
                  <a:pt x="1347346" y="508042"/>
                </a:cubicBezTo>
                <a:cubicBezTo>
                  <a:pt x="1350246" y="509974"/>
                  <a:pt x="1351695" y="511835"/>
                  <a:pt x="1351695" y="513624"/>
                </a:cubicBezTo>
                <a:cubicBezTo>
                  <a:pt x="1351695" y="515413"/>
                  <a:pt x="1351296" y="516773"/>
                  <a:pt x="1350499" y="517703"/>
                </a:cubicBezTo>
                <a:cubicBezTo>
                  <a:pt x="1349702" y="518633"/>
                  <a:pt x="1348620" y="519890"/>
                  <a:pt x="1347256" y="521474"/>
                </a:cubicBezTo>
                <a:lnTo>
                  <a:pt x="1357896" y="519412"/>
                </a:lnTo>
                <a:cubicBezTo>
                  <a:pt x="1358094" y="518477"/>
                  <a:pt x="1358105" y="517596"/>
                  <a:pt x="1357928" y="516767"/>
                </a:cubicBezTo>
                <a:cubicBezTo>
                  <a:pt x="1357750" y="515939"/>
                  <a:pt x="1357662" y="515210"/>
                  <a:pt x="1357662" y="514583"/>
                </a:cubicBezTo>
                <a:cubicBezTo>
                  <a:pt x="1357662" y="512077"/>
                  <a:pt x="1358627" y="510825"/>
                  <a:pt x="1360557" y="510825"/>
                </a:cubicBezTo>
                <a:cubicBezTo>
                  <a:pt x="1362488" y="510825"/>
                  <a:pt x="1365103" y="511684"/>
                  <a:pt x="1368403" y="513404"/>
                </a:cubicBezTo>
                <a:cubicBezTo>
                  <a:pt x="1371703" y="515123"/>
                  <a:pt x="1373353" y="516744"/>
                  <a:pt x="1373353" y="518266"/>
                </a:cubicBezTo>
                <a:cubicBezTo>
                  <a:pt x="1373353" y="519788"/>
                  <a:pt x="1372794" y="521480"/>
                  <a:pt x="1371677" y="523342"/>
                </a:cubicBezTo>
                <a:cubicBezTo>
                  <a:pt x="1370560" y="525203"/>
                  <a:pt x="1369199" y="528542"/>
                  <a:pt x="1367594" y="533357"/>
                </a:cubicBezTo>
                <a:cubicBezTo>
                  <a:pt x="1365989" y="538173"/>
                  <a:pt x="1362820" y="543883"/>
                  <a:pt x="1358086" y="550486"/>
                </a:cubicBezTo>
                <a:cubicBezTo>
                  <a:pt x="1362682" y="552864"/>
                  <a:pt x="1366020" y="555321"/>
                  <a:pt x="1368102" y="557858"/>
                </a:cubicBezTo>
                <a:cubicBezTo>
                  <a:pt x="1370183" y="560396"/>
                  <a:pt x="1371224" y="563133"/>
                  <a:pt x="1371224" y="566070"/>
                </a:cubicBezTo>
                <a:cubicBezTo>
                  <a:pt x="1371224" y="569999"/>
                  <a:pt x="1370160" y="571963"/>
                  <a:pt x="1368031" y="571963"/>
                </a:cubicBezTo>
                <a:cubicBezTo>
                  <a:pt x="1365903" y="571963"/>
                  <a:pt x="1363949" y="570983"/>
                  <a:pt x="1362169" y="569022"/>
                </a:cubicBezTo>
                <a:cubicBezTo>
                  <a:pt x="1357814" y="564562"/>
                  <a:pt x="1354521" y="561044"/>
                  <a:pt x="1352289" y="558469"/>
                </a:cubicBezTo>
                <a:cubicBezTo>
                  <a:pt x="1347821" y="563979"/>
                  <a:pt x="1341459" y="568435"/>
                  <a:pt x="1333202" y="571834"/>
                </a:cubicBezTo>
                <a:cubicBezTo>
                  <a:pt x="1324945" y="575234"/>
                  <a:pt x="1317546" y="576934"/>
                  <a:pt x="1311004" y="576934"/>
                </a:cubicBezTo>
                <a:cubicBezTo>
                  <a:pt x="1308259" y="576934"/>
                  <a:pt x="1306887" y="576042"/>
                  <a:pt x="1306887" y="574256"/>
                </a:cubicBezTo>
                <a:cubicBezTo>
                  <a:pt x="1306887" y="572471"/>
                  <a:pt x="1308058" y="571285"/>
                  <a:pt x="1310399" y="570699"/>
                </a:cubicBezTo>
                <a:cubicBezTo>
                  <a:pt x="1326856" y="565177"/>
                  <a:pt x="1338349" y="559144"/>
                  <a:pt x="1344878" y="552599"/>
                </a:cubicBezTo>
                <a:cubicBezTo>
                  <a:pt x="1340323" y="549894"/>
                  <a:pt x="1336580" y="547941"/>
                  <a:pt x="1333650" y="546743"/>
                </a:cubicBezTo>
                <a:cubicBezTo>
                  <a:pt x="1330720" y="545544"/>
                  <a:pt x="1329254" y="543878"/>
                  <a:pt x="1329254" y="541746"/>
                </a:cubicBezTo>
                <a:cubicBezTo>
                  <a:pt x="1329254" y="540937"/>
                  <a:pt x="1329739" y="539504"/>
                  <a:pt x="1330708" y="537446"/>
                </a:cubicBezTo>
                <a:cubicBezTo>
                  <a:pt x="1331677" y="535389"/>
                  <a:pt x="1332554" y="533638"/>
                  <a:pt x="1333340" y="532194"/>
                </a:cubicBezTo>
                <a:cubicBezTo>
                  <a:pt x="1326232" y="534324"/>
                  <a:pt x="1319072" y="536610"/>
                  <a:pt x="1311861" y="539051"/>
                </a:cubicBezTo>
                <a:cubicBezTo>
                  <a:pt x="1308038" y="540280"/>
                  <a:pt x="1305069" y="540895"/>
                  <a:pt x="1302954" y="540895"/>
                </a:cubicBezTo>
                <a:cubicBezTo>
                  <a:pt x="1300838" y="540895"/>
                  <a:pt x="1298568" y="539717"/>
                  <a:pt x="1296143" y="537360"/>
                </a:cubicBezTo>
                <a:cubicBezTo>
                  <a:pt x="1293718" y="535004"/>
                  <a:pt x="1292505" y="532832"/>
                  <a:pt x="1292505" y="530846"/>
                </a:cubicBezTo>
                <a:cubicBezTo>
                  <a:pt x="1292505" y="528860"/>
                  <a:pt x="1294006" y="527867"/>
                  <a:pt x="1297010" y="527867"/>
                </a:cubicBezTo>
                <a:lnTo>
                  <a:pt x="1302182" y="528046"/>
                </a:lnTo>
                <a:cubicBezTo>
                  <a:pt x="1307550" y="528046"/>
                  <a:pt x="1318523" y="526534"/>
                  <a:pt x="1335099" y="523510"/>
                </a:cubicBezTo>
                <a:cubicBezTo>
                  <a:pt x="1336411" y="519270"/>
                  <a:pt x="1337067" y="514697"/>
                  <a:pt x="1337067" y="509790"/>
                </a:cubicBezTo>
                <a:cubicBezTo>
                  <a:pt x="1337067" y="506692"/>
                  <a:pt x="1338056" y="505144"/>
                  <a:pt x="1340032" y="505144"/>
                </a:cubicBezTo>
                <a:close/>
                <a:moveTo>
                  <a:pt x="810822" y="494314"/>
                </a:moveTo>
                <a:cubicBezTo>
                  <a:pt x="812988" y="494314"/>
                  <a:pt x="815958" y="495291"/>
                  <a:pt x="819733" y="497246"/>
                </a:cubicBezTo>
                <a:cubicBezTo>
                  <a:pt x="823508" y="499201"/>
                  <a:pt x="825396" y="501311"/>
                  <a:pt x="825396" y="503577"/>
                </a:cubicBezTo>
                <a:cubicBezTo>
                  <a:pt x="825396" y="504312"/>
                  <a:pt x="825086" y="505638"/>
                  <a:pt x="824468" y="507554"/>
                </a:cubicBezTo>
                <a:cubicBezTo>
                  <a:pt x="823850" y="509471"/>
                  <a:pt x="823047" y="513147"/>
                  <a:pt x="822059" y="518584"/>
                </a:cubicBezTo>
                <a:cubicBezTo>
                  <a:pt x="819463" y="530975"/>
                  <a:pt x="815653" y="540602"/>
                  <a:pt x="810629" y="547464"/>
                </a:cubicBezTo>
                <a:cubicBezTo>
                  <a:pt x="805605" y="554326"/>
                  <a:pt x="799808" y="559414"/>
                  <a:pt x="793239" y="562729"/>
                </a:cubicBezTo>
                <a:cubicBezTo>
                  <a:pt x="786669" y="566044"/>
                  <a:pt x="782415" y="567702"/>
                  <a:pt x="780477" y="567702"/>
                </a:cubicBezTo>
                <a:cubicBezTo>
                  <a:pt x="778539" y="567702"/>
                  <a:pt x="777570" y="566879"/>
                  <a:pt x="777570" y="565233"/>
                </a:cubicBezTo>
                <a:cubicBezTo>
                  <a:pt x="777570" y="563587"/>
                  <a:pt x="778587" y="562087"/>
                  <a:pt x="780621" y="560731"/>
                </a:cubicBezTo>
                <a:cubicBezTo>
                  <a:pt x="790172" y="554022"/>
                  <a:pt x="797377" y="546097"/>
                  <a:pt x="802236" y="536956"/>
                </a:cubicBezTo>
                <a:cubicBezTo>
                  <a:pt x="807096" y="527815"/>
                  <a:pt x="809526" y="518582"/>
                  <a:pt x="809526" y="509258"/>
                </a:cubicBezTo>
                <a:cubicBezTo>
                  <a:pt x="809526" y="505525"/>
                  <a:pt x="809201" y="502979"/>
                  <a:pt x="808549" y="501618"/>
                </a:cubicBezTo>
                <a:cubicBezTo>
                  <a:pt x="807898" y="500256"/>
                  <a:pt x="807572" y="499075"/>
                  <a:pt x="807572" y="498074"/>
                </a:cubicBezTo>
                <a:cubicBezTo>
                  <a:pt x="807572" y="495567"/>
                  <a:pt x="808655" y="494314"/>
                  <a:pt x="810822" y="494314"/>
                </a:cubicBezTo>
                <a:close/>
                <a:moveTo>
                  <a:pt x="841703" y="484018"/>
                </a:moveTo>
                <a:cubicBezTo>
                  <a:pt x="843745" y="484018"/>
                  <a:pt x="847100" y="485103"/>
                  <a:pt x="851768" y="487274"/>
                </a:cubicBezTo>
                <a:cubicBezTo>
                  <a:pt x="856437" y="489445"/>
                  <a:pt x="858771" y="491429"/>
                  <a:pt x="858771" y="493228"/>
                </a:cubicBezTo>
                <a:cubicBezTo>
                  <a:pt x="858771" y="495026"/>
                  <a:pt x="858535" y="496813"/>
                  <a:pt x="858062" y="498588"/>
                </a:cubicBezTo>
                <a:cubicBezTo>
                  <a:pt x="857588" y="500363"/>
                  <a:pt x="857352" y="506180"/>
                  <a:pt x="857352" y="516039"/>
                </a:cubicBezTo>
                <a:lnTo>
                  <a:pt x="858062" y="563797"/>
                </a:lnTo>
                <a:cubicBezTo>
                  <a:pt x="858062" y="569959"/>
                  <a:pt x="857434" y="575583"/>
                  <a:pt x="856180" y="580668"/>
                </a:cubicBezTo>
                <a:cubicBezTo>
                  <a:pt x="854925" y="585753"/>
                  <a:pt x="852937" y="588296"/>
                  <a:pt x="850215" y="588296"/>
                </a:cubicBezTo>
                <a:cubicBezTo>
                  <a:pt x="847492" y="588296"/>
                  <a:pt x="845209" y="585989"/>
                  <a:pt x="843363" y="581375"/>
                </a:cubicBezTo>
                <a:cubicBezTo>
                  <a:pt x="841518" y="576761"/>
                  <a:pt x="840595" y="573080"/>
                  <a:pt x="840595" y="570332"/>
                </a:cubicBezTo>
                <a:cubicBezTo>
                  <a:pt x="840595" y="567583"/>
                  <a:pt x="841134" y="565197"/>
                  <a:pt x="842212" y="563174"/>
                </a:cubicBezTo>
                <a:cubicBezTo>
                  <a:pt x="843502" y="560814"/>
                  <a:pt x="844146" y="549056"/>
                  <a:pt x="844146" y="527899"/>
                </a:cubicBezTo>
                <a:cubicBezTo>
                  <a:pt x="844146" y="514357"/>
                  <a:pt x="843830" y="505576"/>
                  <a:pt x="843198" y="501554"/>
                </a:cubicBezTo>
                <a:cubicBezTo>
                  <a:pt x="842565" y="497532"/>
                  <a:pt x="841648" y="494499"/>
                  <a:pt x="840445" y="492456"/>
                </a:cubicBezTo>
                <a:cubicBezTo>
                  <a:pt x="839242" y="490412"/>
                  <a:pt x="838641" y="488495"/>
                  <a:pt x="838641" y="486704"/>
                </a:cubicBezTo>
                <a:cubicBezTo>
                  <a:pt x="838641" y="484913"/>
                  <a:pt x="839662" y="484018"/>
                  <a:pt x="841703" y="484018"/>
                </a:cubicBezTo>
                <a:close/>
                <a:moveTo>
                  <a:pt x="1197847" y="483017"/>
                </a:moveTo>
                <a:cubicBezTo>
                  <a:pt x="1194093" y="483017"/>
                  <a:pt x="1183927" y="484057"/>
                  <a:pt x="1167347" y="486139"/>
                </a:cubicBezTo>
                <a:cubicBezTo>
                  <a:pt x="1168146" y="488452"/>
                  <a:pt x="1168780" y="491649"/>
                  <a:pt x="1169250" y="495730"/>
                </a:cubicBezTo>
                <a:cubicBezTo>
                  <a:pt x="1185390" y="493404"/>
                  <a:pt x="1194135" y="492078"/>
                  <a:pt x="1195483" y="491753"/>
                </a:cubicBezTo>
                <a:cubicBezTo>
                  <a:pt x="1196831" y="491428"/>
                  <a:pt x="1197704" y="490243"/>
                  <a:pt x="1198102" y="488199"/>
                </a:cubicBezTo>
                <a:cubicBezTo>
                  <a:pt x="1198501" y="486154"/>
                  <a:pt x="1198701" y="484779"/>
                  <a:pt x="1198701" y="484074"/>
                </a:cubicBezTo>
                <a:cubicBezTo>
                  <a:pt x="1198701" y="483369"/>
                  <a:pt x="1198416" y="483017"/>
                  <a:pt x="1197847" y="483017"/>
                </a:cubicBezTo>
                <a:close/>
                <a:moveTo>
                  <a:pt x="664981" y="480110"/>
                </a:moveTo>
                <a:cubicBezTo>
                  <a:pt x="667439" y="480110"/>
                  <a:pt x="671492" y="481134"/>
                  <a:pt x="677138" y="483182"/>
                </a:cubicBezTo>
                <a:cubicBezTo>
                  <a:pt x="682784" y="485230"/>
                  <a:pt x="687057" y="487930"/>
                  <a:pt x="689957" y="491282"/>
                </a:cubicBezTo>
                <a:cubicBezTo>
                  <a:pt x="692858" y="494634"/>
                  <a:pt x="694308" y="497904"/>
                  <a:pt x="694308" y="501092"/>
                </a:cubicBezTo>
                <a:cubicBezTo>
                  <a:pt x="694308" y="505375"/>
                  <a:pt x="692462" y="507516"/>
                  <a:pt x="688771" y="507516"/>
                </a:cubicBezTo>
                <a:cubicBezTo>
                  <a:pt x="687067" y="507516"/>
                  <a:pt x="685036" y="506689"/>
                  <a:pt x="682680" y="505033"/>
                </a:cubicBezTo>
                <a:cubicBezTo>
                  <a:pt x="680324" y="503378"/>
                  <a:pt x="676647" y="500294"/>
                  <a:pt x="671652" y="495780"/>
                </a:cubicBezTo>
                <a:cubicBezTo>
                  <a:pt x="666656" y="491266"/>
                  <a:pt x="663580" y="488294"/>
                  <a:pt x="662422" y="486864"/>
                </a:cubicBezTo>
                <a:cubicBezTo>
                  <a:pt x="661265" y="485434"/>
                  <a:pt x="660686" y="483951"/>
                  <a:pt x="660686" y="482414"/>
                </a:cubicBezTo>
                <a:cubicBezTo>
                  <a:pt x="660686" y="480878"/>
                  <a:pt x="662118" y="480110"/>
                  <a:pt x="664981" y="480110"/>
                </a:cubicBezTo>
                <a:close/>
                <a:moveTo>
                  <a:pt x="1006834" y="479112"/>
                </a:moveTo>
                <a:cubicBezTo>
                  <a:pt x="996600" y="481474"/>
                  <a:pt x="988219" y="482803"/>
                  <a:pt x="981693" y="483099"/>
                </a:cubicBezTo>
                <a:cubicBezTo>
                  <a:pt x="984888" y="499241"/>
                  <a:pt x="987348" y="512743"/>
                  <a:pt x="989071" y="523603"/>
                </a:cubicBezTo>
                <a:cubicBezTo>
                  <a:pt x="992962" y="523392"/>
                  <a:pt x="998827" y="522554"/>
                  <a:pt x="1006668" y="521089"/>
                </a:cubicBezTo>
                <a:lnTo>
                  <a:pt x="1006834" y="505031"/>
                </a:lnTo>
                <a:cubicBezTo>
                  <a:pt x="1004182" y="505623"/>
                  <a:pt x="1001691" y="505919"/>
                  <a:pt x="999362" y="505919"/>
                </a:cubicBezTo>
                <a:cubicBezTo>
                  <a:pt x="997033" y="505919"/>
                  <a:pt x="994856" y="505568"/>
                  <a:pt x="992830" y="504867"/>
                </a:cubicBezTo>
                <a:cubicBezTo>
                  <a:pt x="990804" y="504165"/>
                  <a:pt x="989792" y="502949"/>
                  <a:pt x="989792" y="501217"/>
                </a:cubicBezTo>
                <a:cubicBezTo>
                  <a:pt x="989792" y="499486"/>
                  <a:pt x="991266" y="498436"/>
                  <a:pt x="994214" y="498069"/>
                </a:cubicBezTo>
                <a:cubicBezTo>
                  <a:pt x="998005" y="497607"/>
                  <a:pt x="1002212" y="496737"/>
                  <a:pt x="1006834" y="495459"/>
                </a:cubicBezTo>
                <a:close/>
                <a:moveTo>
                  <a:pt x="633409" y="478690"/>
                </a:moveTo>
                <a:cubicBezTo>
                  <a:pt x="634955" y="478690"/>
                  <a:pt x="637739" y="479663"/>
                  <a:pt x="641761" y="481607"/>
                </a:cubicBezTo>
                <a:cubicBezTo>
                  <a:pt x="645783" y="483552"/>
                  <a:pt x="647794" y="485490"/>
                  <a:pt x="647794" y="487422"/>
                </a:cubicBezTo>
                <a:cubicBezTo>
                  <a:pt x="647794" y="488717"/>
                  <a:pt x="647206" y="489815"/>
                  <a:pt x="646030" y="490715"/>
                </a:cubicBezTo>
                <a:cubicBezTo>
                  <a:pt x="644853" y="491615"/>
                  <a:pt x="642937" y="493784"/>
                  <a:pt x="640281" y="497220"/>
                </a:cubicBezTo>
                <a:cubicBezTo>
                  <a:pt x="634301" y="505391"/>
                  <a:pt x="627668" y="512108"/>
                  <a:pt x="620382" y="517374"/>
                </a:cubicBezTo>
                <a:cubicBezTo>
                  <a:pt x="613096" y="522639"/>
                  <a:pt x="608137" y="525272"/>
                  <a:pt x="605505" y="525272"/>
                </a:cubicBezTo>
                <a:cubicBezTo>
                  <a:pt x="603471" y="525272"/>
                  <a:pt x="602454" y="524499"/>
                  <a:pt x="602454" y="522953"/>
                </a:cubicBezTo>
                <a:cubicBezTo>
                  <a:pt x="602454" y="521407"/>
                  <a:pt x="603431" y="519808"/>
                  <a:pt x="605384" y="518157"/>
                </a:cubicBezTo>
                <a:cubicBezTo>
                  <a:pt x="613009" y="511572"/>
                  <a:pt x="618869" y="505223"/>
                  <a:pt x="622962" y="499109"/>
                </a:cubicBezTo>
                <a:cubicBezTo>
                  <a:pt x="627056" y="492996"/>
                  <a:pt x="629162" y="488655"/>
                  <a:pt x="629280" y="486088"/>
                </a:cubicBezTo>
                <a:cubicBezTo>
                  <a:pt x="629397" y="483520"/>
                  <a:pt x="629729" y="481645"/>
                  <a:pt x="630274" y="480463"/>
                </a:cubicBezTo>
                <a:cubicBezTo>
                  <a:pt x="630818" y="479281"/>
                  <a:pt x="631864" y="478690"/>
                  <a:pt x="633409" y="478690"/>
                </a:cubicBezTo>
                <a:close/>
                <a:moveTo>
                  <a:pt x="477145" y="475738"/>
                </a:moveTo>
                <a:cubicBezTo>
                  <a:pt x="476300" y="475738"/>
                  <a:pt x="475443" y="475817"/>
                  <a:pt x="474572" y="475976"/>
                </a:cubicBezTo>
                <a:cubicBezTo>
                  <a:pt x="460197" y="478777"/>
                  <a:pt x="450414" y="480178"/>
                  <a:pt x="445223" y="480178"/>
                </a:cubicBezTo>
                <a:cubicBezTo>
                  <a:pt x="445223" y="481948"/>
                  <a:pt x="445299" y="484588"/>
                  <a:pt x="445452" y="488098"/>
                </a:cubicBezTo>
                <a:cubicBezTo>
                  <a:pt x="457460" y="484786"/>
                  <a:pt x="464643" y="483130"/>
                  <a:pt x="467000" y="483130"/>
                </a:cubicBezTo>
                <a:cubicBezTo>
                  <a:pt x="469358" y="483130"/>
                  <a:pt x="471554" y="483560"/>
                  <a:pt x="473590" y="484421"/>
                </a:cubicBezTo>
                <a:cubicBezTo>
                  <a:pt x="475626" y="485281"/>
                  <a:pt x="476644" y="486422"/>
                  <a:pt x="476644" y="487842"/>
                </a:cubicBezTo>
                <a:cubicBezTo>
                  <a:pt x="476644" y="489263"/>
                  <a:pt x="475900" y="490345"/>
                  <a:pt x="474412" y="491088"/>
                </a:cubicBezTo>
                <a:cubicBezTo>
                  <a:pt x="472924" y="491832"/>
                  <a:pt x="468682" y="492742"/>
                  <a:pt x="461688" y="493819"/>
                </a:cubicBezTo>
                <a:cubicBezTo>
                  <a:pt x="454694" y="494895"/>
                  <a:pt x="449324" y="495527"/>
                  <a:pt x="445576" y="495713"/>
                </a:cubicBezTo>
                <a:lnTo>
                  <a:pt x="445576" y="503187"/>
                </a:lnTo>
                <a:cubicBezTo>
                  <a:pt x="457730" y="500231"/>
                  <a:pt x="465132" y="498753"/>
                  <a:pt x="467784" y="498753"/>
                </a:cubicBezTo>
                <a:cubicBezTo>
                  <a:pt x="470435" y="498753"/>
                  <a:pt x="472634" y="499229"/>
                  <a:pt x="474381" y="500181"/>
                </a:cubicBezTo>
                <a:cubicBezTo>
                  <a:pt x="476127" y="501133"/>
                  <a:pt x="477001" y="502283"/>
                  <a:pt x="477001" y="503630"/>
                </a:cubicBezTo>
                <a:cubicBezTo>
                  <a:pt x="477001" y="504976"/>
                  <a:pt x="476191" y="506014"/>
                  <a:pt x="474572" y="506741"/>
                </a:cubicBezTo>
                <a:cubicBezTo>
                  <a:pt x="472952" y="507469"/>
                  <a:pt x="469025" y="508313"/>
                  <a:pt x="462788" y="509272"/>
                </a:cubicBezTo>
                <a:cubicBezTo>
                  <a:pt x="456552" y="510232"/>
                  <a:pt x="450788" y="510712"/>
                  <a:pt x="445497" y="510712"/>
                </a:cubicBezTo>
                <a:lnTo>
                  <a:pt x="445223" y="518988"/>
                </a:lnTo>
                <a:cubicBezTo>
                  <a:pt x="458230" y="516032"/>
                  <a:pt x="465928" y="514554"/>
                  <a:pt x="468315" y="514554"/>
                </a:cubicBezTo>
                <a:cubicBezTo>
                  <a:pt x="470703" y="514554"/>
                  <a:pt x="472836" y="515024"/>
                  <a:pt x="474714" y="515963"/>
                </a:cubicBezTo>
                <a:cubicBezTo>
                  <a:pt x="476593" y="516901"/>
                  <a:pt x="477532" y="518090"/>
                  <a:pt x="477532" y="519528"/>
                </a:cubicBezTo>
                <a:cubicBezTo>
                  <a:pt x="477532" y="520967"/>
                  <a:pt x="476622" y="522042"/>
                  <a:pt x="474802" y="522753"/>
                </a:cubicBezTo>
                <a:cubicBezTo>
                  <a:pt x="472982" y="523465"/>
                  <a:pt x="468781" y="524329"/>
                  <a:pt x="462200" y="525345"/>
                </a:cubicBezTo>
                <a:cubicBezTo>
                  <a:pt x="455619" y="526361"/>
                  <a:pt x="449879" y="526810"/>
                  <a:pt x="444979" y="526691"/>
                </a:cubicBezTo>
                <a:cubicBezTo>
                  <a:pt x="444883" y="531310"/>
                  <a:pt x="444727" y="534364"/>
                  <a:pt x="444510" y="535853"/>
                </a:cubicBezTo>
                <a:lnTo>
                  <a:pt x="479845" y="532307"/>
                </a:lnTo>
                <a:cubicBezTo>
                  <a:pt x="480270" y="524363"/>
                  <a:pt x="480600" y="517162"/>
                  <a:pt x="480836" y="510703"/>
                </a:cubicBezTo>
                <a:cubicBezTo>
                  <a:pt x="481073" y="504245"/>
                  <a:pt x="481191" y="498446"/>
                  <a:pt x="481191" y="493307"/>
                </a:cubicBezTo>
                <a:lnTo>
                  <a:pt x="481016" y="479431"/>
                </a:lnTo>
                <a:cubicBezTo>
                  <a:pt x="481016" y="476969"/>
                  <a:pt x="479726" y="475738"/>
                  <a:pt x="477145" y="475738"/>
                </a:cubicBezTo>
                <a:close/>
                <a:moveTo>
                  <a:pt x="1044684" y="474319"/>
                </a:moveTo>
                <a:cubicBezTo>
                  <a:pt x="1037452" y="474319"/>
                  <a:pt x="1028942" y="475223"/>
                  <a:pt x="1019152" y="477030"/>
                </a:cubicBezTo>
                <a:cubicBezTo>
                  <a:pt x="1019152" y="479543"/>
                  <a:pt x="1019034" y="484652"/>
                  <a:pt x="1018799" y="492357"/>
                </a:cubicBezTo>
                <a:cubicBezTo>
                  <a:pt x="1023442" y="490703"/>
                  <a:pt x="1026883" y="489877"/>
                  <a:pt x="1029123" y="489877"/>
                </a:cubicBezTo>
                <a:cubicBezTo>
                  <a:pt x="1031362" y="489877"/>
                  <a:pt x="1033486" y="490340"/>
                  <a:pt x="1035494" y="491265"/>
                </a:cubicBezTo>
                <a:cubicBezTo>
                  <a:pt x="1037501" y="492191"/>
                  <a:pt x="1038505" y="493625"/>
                  <a:pt x="1038505" y="495569"/>
                </a:cubicBezTo>
                <a:cubicBezTo>
                  <a:pt x="1038505" y="497513"/>
                  <a:pt x="1037251" y="498914"/>
                  <a:pt x="1034744" y="499774"/>
                </a:cubicBezTo>
                <a:cubicBezTo>
                  <a:pt x="1032237" y="500634"/>
                  <a:pt x="1026862" y="501813"/>
                  <a:pt x="1018620" y="503311"/>
                </a:cubicBezTo>
                <a:cubicBezTo>
                  <a:pt x="1018620" y="508748"/>
                  <a:pt x="1018502" y="514092"/>
                  <a:pt x="1018264" y="519342"/>
                </a:cubicBezTo>
                <a:cubicBezTo>
                  <a:pt x="1024710" y="518043"/>
                  <a:pt x="1029381" y="517393"/>
                  <a:pt x="1032280" y="517393"/>
                </a:cubicBezTo>
                <a:cubicBezTo>
                  <a:pt x="1035178" y="517393"/>
                  <a:pt x="1037160" y="517689"/>
                  <a:pt x="1038225" y="518281"/>
                </a:cubicBezTo>
                <a:cubicBezTo>
                  <a:pt x="1039290" y="518873"/>
                  <a:pt x="1039905" y="519169"/>
                  <a:pt x="1040069" y="519169"/>
                </a:cubicBezTo>
                <a:cubicBezTo>
                  <a:pt x="1040957" y="519169"/>
                  <a:pt x="1042623" y="513259"/>
                  <a:pt x="1045067" y="501438"/>
                </a:cubicBezTo>
                <a:cubicBezTo>
                  <a:pt x="1047511" y="489617"/>
                  <a:pt x="1048733" y="482327"/>
                  <a:pt x="1048733" y="479568"/>
                </a:cubicBezTo>
                <a:cubicBezTo>
                  <a:pt x="1048733" y="476809"/>
                  <a:pt x="1048548" y="475245"/>
                  <a:pt x="1048177" y="474874"/>
                </a:cubicBezTo>
                <a:cubicBezTo>
                  <a:pt x="1047807" y="474504"/>
                  <a:pt x="1046642" y="474319"/>
                  <a:pt x="1044684" y="474319"/>
                </a:cubicBezTo>
                <a:close/>
                <a:moveTo>
                  <a:pt x="227879" y="473541"/>
                </a:moveTo>
                <a:cubicBezTo>
                  <a:pt x="231127" y="473541"/>
                  <a:pt x="233927" y="474717"/>
                  <a:pt x="236280" y="477070"/>
                </a:cubicBezTo>
                <a:cubicBezTo>
                  <a:pt x="238633" y="479423"/>
                  <a:pt x="239809" y="482187"/>
                  <a:pt x="239809" y="485362"/>
                </a:cubicBezTo>
                <a:cubicBezTo>
                  <a:pt x="239809" y="488538"/>
                  <a:pt x="238621" y="491278"/>
                  <a:pt x="236245" y="493584"/>
                </a:cubicBezTo>
                <a:cubicBezTo>
                  <a:pt x="233868" y="495890"/>
                  <a:pt x="231075" y="497042"/>
                  <a:pt x="227863" y="497042"/>
                </a:cubicBezTo>
                <a:cubicBezTo>
                  <a:pt x="224652" y="497042"/>
                  <a:pt x="221863" y="495894"/>
                  <a:pt x="219497" y="493598"/>
                </a:cubicBezTo>
                <a:cubicBezTo>
                  <a:pt x="217132" y="491302"/>
                  <a:pt x="215949" y="488557"/>
                  <a:pt x="215949" y="485362"/>
                </a:cubicBezTo>
                <a:cubicBezTo>
                  <a:pt x="215949" y="482168"/>
                  <a:pt x="217121" y="479399"/>
                  <a:pt x="219464" y="477056"/>
                </a:cubicBezTo>
                <a:cubicBezTo>
                  <a:pt x="221807" y="474713"/>
                  <a:pt x="224612" y="473541"/>
                  <a:pt x="227879" y="473541"/>
                </a:cubicBezTo>
                <a:close/>
                <a:moveTo>
                  <a:pt x="1203660" y="472478"/>
                </a:moveTo>
                <a:cubicBezTo>
                  <a:pt x="1205904" y="472478"/>
                  <a:pt x="1209082" y="473605"/>
                  <a:pt x="1213194" y="475860"/>
                </a:cubicBezTo>
                <a:cubicBezTo>
                  <a:pt x="1217307" y="478114"/>
                  <a:pt x="1219363" y="480255"/>
                  <a:pt x="1219363" y="482283"/>
                </a:cubicBezTo>
                <a:cubicBezTo>
                  <a:pt x="1219363" y="484310"/>
                  <a:pt x="1218372" y="485837"/>
                  <a:pt x="1216390" y="486862"/>
                </a:cubicBezTo>
                <a:cubicBezTo>
                  <a:pt x="1214407" y="487888"/>
                  <a:pt x="1212729" y="489009"/>
                  <a:pt x="1211355" y="490226"/>
                </a:cubicBezTo>
                <a:cubicBezTo>
                  <a:pt x="1209980" y="491443"/>
                  <a:pt x="1209196" y="492290"/>
                  <a:pt x="1209002" y="492767"/>
                </a:cubicBezTo>
                <a:cubicBezTo>
                  <a:pt x="1208808" y="493244"/>
                  <a:pt x="1208770" y="493779"/>
                  <a:pt x="1208889" y="494373"/>
                </a:cubicBezTo>
                <a:cubicBezTo>
                  <a:pt x="1209008" y="494967"/>
                  <a:pt x="1209067" y="495751"/>
                  <a:pt x="1209067" y="496726"/>
                </a:cubicBezTo>
                <a:cubicBezTo>
                  <a:pt x="1209067" y="497700"/>
                  <a:pt x="1208520" y="498436"/>
                  <a:pt x="1207426" y="498933"/>
                </a:cubicBezTo>
                <a:cubicBezTo>
                  <a:pt x="1206331" y="499429"/>
                  <a:pt x="1203186" y="499887"/>
                  <a:pt x="1197991" y="500306"/>
                </a:cubicBezTo>
                <a:cubicBezTo>
                  <a:pt x="1192795" y="500724"/>
                  <a:pt x="1187966" y="501088"/>
                  <a:pt x="1183502" y="501397"/>
                </a:cubicBezTo>
                <a:cubicBezTo>
                  <a:pt x="1185672" y="501444"/>
                  <a:pt x="1187516" y="502124"/>
                  <a:pt x="1189036" y="503436"/>
                </a:cubicBezTo>
                <a:cubicBezTo>
                  <a:pt x="1190555" y="504748"/>
                  <a:pt x="1191315" y="506045"/>
                  <a:pt x="1191315" y="507327"/>
                </a:cubicBezTo>
                <a:cubicBezTo>
                  <a:pt x="1191315" y="508609"/>
                  <a:pt x="1191226" y="509574"/>
                  <a:pt x="1191047" y="510224"/>
                </a:cubicBezTo>
                <a:cubicBezTo>
                  <a:pt x="1190869" y="510873"/>
                  <a:pt x="1190780" y="511250"/>
                  <a:pt x="1190780" y="511353"/>
                </a:cubicBezTo>
                <a:cubicBezTo>
                  <a:pt x="1199188" y="509853"/>
                  <a:pt x="1204807" y="508591"/>
                  <a:pt x="1207638" y="507567"/>
                </a:cubicBezTo>
                <a:cubicBezTo>
                  <a:pt x="1210468" y="506543"/>
                  <a:pt x="1212758" y="506032"/>
                  <a:pt x="1214508" y="506032"/>
                </a:cubicBezTo>
                <a:cubicBezTo>
                  <a:pt x="1216257" y="506032"/>
                  <a:pt x="1219516" y="507305"/>
                  <a:pt x="1224284" y="509852"/>
                </a:cubicBezTo>
                <a:cubicBezTo>
                  <a:pt x="1229053" y="512399"/>
                  <a:pt x="1231437" y="515042"/>
                  <a:pt x="1231437" y="517781"/>
                </a:cubicBezTo>
                <a:cubicBezTo>
                  <a:pt x="1231437" y="519063"/>
                  <a:pt x="1230816" y="520710"/>
                  <a:pt x="1229572" y="522722"/>
                </a:cubicBezTo>
                <a:cubicBezTo>
                  <a:pt x="1228329" y="524735"/>
                  <a:pt x="1227708" y="527857"/>
                  <a:pt x="1227708" y="532089"/>
                </a:cubicBezTo>
                <a:lnTo>
                  <a:pt x="1228064" y="540768"/>
                </a:lnTo>
                <a:cubicBezTo>
                  <a:pt x="1228064" y="545424"/>
                  <a:pt x="1226569" y="550190"/>
                  <a:pt x="1223579" y="555065"/>
                </a:cubicBezTo>
                <a:cubicBezTo>
                  <a:pt x="1220589" y="559940"/>
                  <a:pt x="1217812" y="562377"/>
                  <a:pt x="1215246" y="562377"/>
                </a:cubicBezTo>
                <a:cubicBezTo>
                  <a:pt x="1213630" y="562377"/>
                  <a:pt x="1212139" y="561214"/>
                  <a:pt x="1210772" y="558888"/>
                </a:cubicBezTo>
                <a:cubicBezTo>
                  <a:pt x="1208857" y="555985"/>
                  <a:pt x="1205925" y="552229"/>
                  <a:pt x="1201975" y="547622"/>
                </a:cubicBezTo>
                <a:cubicBezTo>
                  <a:pt x="1200265" y="545742"/>
                  <a:pt x="1199410" y="544081"/>
                  <a:pt x="1199410" y="542638"/>
                </a:cubicBezTo>
                <a:cubicBezTo>
                  <a:pt x="1199410" y="541195"/>
                  <a:pt x="1200095" y="540473"/>
                  <a:pt x="1201465" y="540473"/>
                </a:cubicBezTo>
                <a:cubicBezTo>
                  <a:pt x="1202834" y="540473"/>
                  <a:pt x="1204407" y="540710"/>
                  <a:pt x="1206183" y="541183"/>
                </a:cubicBezTo>
                <a:cubicBezTo>
                  <a:pt x="1207959" y="541656"/>
                  <a:pt x="1209499" y="541893"/>
                  <a:pt x="1210805" y="541893"/>
                </a:cubicBezTo>
                <a:cubicBezTo>
                  <a:pt x="1212110" y="541893"/>
                  <a:pt x="1212964" y="541155"/>
                  <a:pt x="1213367" y="539679"/>
                </a:cubicBezTo>
                <a:cubicBezTo>
                  <a:pt x="1213769" y="538203"/>
                  <a:pt x="1213970" y="535471"/>
                  <a:pt x="1213970" y="531483"/>
                </a:cubicBezTo>
                <a:cubicBezTo>
                  <a:pt x="1213970" y="527495"/>
                  <a:pt x="1213623" y="524160"/>
                  <a:pt x="1212928" y="521480"/>
                </a:cubicBezTo>
                <a:cubicBezTo>
                  <a:pt x="1212234" y="518799"/>
                  <a:pt x="1210580" y="517459"/>
                  <a:pt x="1207967" y="517459"/>
                </a:cubicBezTo>
                <a:cubicBezTo>
                  <a:pt x="1207607" y="517459"/>
                  <a:pt x="1201938" y="518049"/>
                  <a:pt x="1190958" y="519229"/>
                </a:cubicBezTo>
                <a:cubicBezTo>
                  <a:pt x="1191077" y="521119"/>
                  <a:pt x="1191136" y="524957"/>
                  <a:pt x="1191136" y="530740"/>
                </a:cubicBezTo>
                <a:cubicBezTo>
                  <a:pt x="1191136" y="558844"/>
                  <a:pt x="1190348" y="575493"/>
                  <a:pt x="1188770" y="580685"/>
                </a:cubicBezTo>
                <a:cubicBezTo>
                  <a:pt x="1187192" y="585878"/>
                  <a:pt x="1185401" y="588474"/>
                  <a:pt x="1183397" y="588474"/>
                </a:cubicBezTo>
                <a:cubicBezTo>
                  <a:pt x="1181393" y="588474"/>
                  <a:pt x="1179980" y="586559"/>
                  <a:pt x="1179160" y="582730"/>
                </a:cubicBezTo>
                <a:cubicBezTo>
                  <a:pt x="1178339" y="578900"/>
                  <a:pt x="1177928" y="575660"/>
                  <a:pt x="1177928" y="573011"/>
                </a:cubicBezTo>
                <a:cubicBezTo>
                  <a:pt x="1177928" y="570361"/>
                  <a:pt x="1178106" y="564282"/>
                  <a:pt x="1178461" y="554772"/>
                </a:cubicBezTo>
                <a:cubicBezTo>
                  <a:pt x="1178816" y="545262"/>
                  <a:pt x="1178888" y="534008"/>
                  <a:pt x="1178675" y="521010"/>
                </a:cubicBezTo>
                <a:cubicBezTo>
                  <a:pt x="1170876" y="522296"/>
                  <a:pt x="1165087" y="523175"/>
                  <a:pt x="1161310" y="523648"/>
                </a:cubicBezTo>
                <a:cubicBezTo>
                  <a:pt x="1161310" y="530527"/>
                  <a:pt x="1160574" y="537962"/>
                  <a:pt x="1159104" y="545952"/>
                </a:cubicBezTo>
                <a:cubicBezTo>
                  <a:pt x="1157634" y="553942"/>
                  <a:pt x="1155516" y="557938"/>
                  <a:pt x="1152753" y="557938"/>
                </a:cubicBezTo>
                <a:cubicBezTo>
                  <a:pt x="1150977" y="557938"/>
                  <a:pt x="1149374" y="556685"/>
                  <a:pt x="1147943" y="554181"/>
                </a:cubicBezTo>
                <a:cubicBezTo>
                  <a:pt x="1146512" y="551676"/>
                  <a:pt x="1145796" y="549537"/>
                  <a:pt x="1145796" y="547763"/>
                </a:cubicBezTo>
                <a:cubicBezTo>
                  <a:pt x="1145796" y="545989"/>
                  <a:pt x="1146038" y="544619"/>
                  <a:pt x="1146520" y="543652"/>
                </a:cubicBezTo>
                <a:cubicBezTo>
                  <a:pt x="1147003" y="542685"/>
                  <a:pt x="1147536" y="540425"/>
                  <a:pt x="1148118" y="536874"/>
                </a:cubicBezTo>
                <a:cubicBezTo>
                  <a:pt x="1148701" y="533322"/>
                  <a:pt x="1148992" y="530090"/>
                  <a:pt x="1148992" y="527176"/>
                </a:cubicBezTo>
                <a:cubicBezTo>
                  <a:pt x="1148992" y="524263"/>
                  <a:pt x="1148459" y="522244"/>
                  <a:pt x="1147394" y="521120"/>
                </a:cubicBezTo>
                <a:cubicBezTo>
                  <a:pt x="1146329" y="519997"/>
                  <a:pt x="1145796" y="518562"/>
                  <a:pt x="1145796" y="516817"/>
                </a:cubicBezTo>
                <a:cubicBezTo>
                  <a:pt x="1145796" y="515071"/>
                  <a:pt x="1146814" y="514198"/>
                  <a:pt x="1148848" y="514198"/>
                </a:cubicBezTo>
                <a:cubicBezTo>
                  <a:pt x="1150882" y="514198"/>
                  <a:pt x="1153063" y="514750"/>
                  <a:pt x="1155391" y="515852"/>
                </a:cubicBezTo>
                <a:cubicBezTo>
                  <a:pt x="1157482" y="516054"/>
                  <a:pt x="1165172" y="515231"/>
                  <a:pt x="1178463" y="513384"/>
                </a:cubicBezTo>
                <a:cubicBezTo>
                  <a:pt x="1178240" y="508893"/>
                  <a:pt x="1177343" y="505340"/>
                  <a:pt x="1175771" y="502723"/>
                </a:cubicBezTo>
                <a:cubicBezTo>
                  <a:pt x="1172406" y="503183"/>
                  <a:pt x="1170327" y="503535"/>
                  <a:pt x="1169535" y="503778"/>
                </a:cubicBezTo>
                <a:cubicBezTo>
                  <a:pt x="1169006" y="506034"/>
                  <a:pt x="1167703" y="507163"/>
                  <a:pt x="1165626" y="507163"/>
                </a:cubicBezTo>
                <a:cubicBezTo>
                  <a:pt x="1163550" y="507163"/>
                  <a:pt x="1162029" y="505869"/>
                  <a:pt x="1161064" y="503280"/>
                </a:cubicBezTo>
                <a:cubicBezTo>
                  <a:pt x="1158189" y="494299"/>
                  <a:pt x="1155604" y="488317"/>
                  <a:pt x="1153310" y="485333"/>
                </a:cubicBezTo>
                <a:cubicBezTo>
                  <a:pt x="1152205" y="483817"/>
                  <a:pt x="1151653" y="482272"/>
                  <a:pt x="1151653" y="480698"/>
                </a:cubicBezTo>
                <a:cubicBezTo>
                  <a:pt x="1151653" y="479124"/>
                  <a:pt x="1152604" y="478337"/>
                  <a:pt x="1154506" y="478337"/>
                </a:cubicBezTo>
                <a:cubicBezTo>
                  <a:pt x="1156408" y="478337"/>
                  <a:pt x="1158243" y="478513"/>
                  <a:pt x="1160012" y="478866"/>
                </a:cubicBezTo>
                <a:cubicBezTo>
                  <a:pt x="1166102" y="478430"/>
                  <a:pt x="1173660" y="477534"/>
                  <a:pt x="1182683" y="476178"/>
                </a:cubicBezTo>
                <a:cubicBezTo>
                  <a:pt x="1191706" y="474821"/>
                  <a:pt x="1196898" y="473866"/>
                  <a:pt x="1198257" y="473311"/>
                </a:cubicBezTo>
                <a:cubicBezTo>
                  <a:pt x="1199616" y="472755"/>
                  <a:pt x="1201417" y="472478"/>
                  <a:pt x="1203660" y="472478"/>
                </a:cubicBezTo>
                <a:close/>
                <a:moveTo>
                  <a:pt x="60358" y="470462"/>
                </a:moveTo>
                <a:cubicBezTo>
                  <a:pt x="71551" y="470462"/>
                  <a:pt x="81860" y="472052"/>
                  <a:pt x="91286" y="475233"/>
                </a:cubicBezTo>
                <a:lnTo>
                  <a:pt x="87133" y="493614"/>
                </a:lnTo>
                <a:lnTo>
                  <a:pt x="74320" y="493614"/>
                </a:lnTo>
                <a:cubicBezTo>
                  <a:pt x="74025" y="489078"/>
                  <a:pt x="72670" y="485616"/>
                  <a:pt x="70255" y="483231"/>
                </a:cubicBezTo>
                <a:cubicBezTo>
                  <a:pt x="67839" y="480845"/>
                  <a:pt x="64658" y="479652"/>
                  <a:pt x="60711" y="479652"/>
                </a:cubicBezTo>
                <a:cubicBezTo>
                  <a:pt x="57942" y="479652"/>
                  <a:pt x="55365" y="480270"/>
                  <a:pt x="52979" y="481507"/>
                </a:cubicBezTo>
                <a:cubicBezTo>
                  <a:pt x="50593" y="482745"/>
                  <a:pt x="48679" y="484556"/>
                  <a:pt x="47235" y="486942"/>
                </a:cubicBezTo>
                <a:cubicBezTo>
                  <a:pt x="45792" y="489328"/>
                  <a:pt x="45070" y="492111"/>
                  <a:pt x="45070" y="495293"/>
                </a:cubicBezTo>
                <a:cubicBezTo>
                  <a:pt x="45070" y="499829"/>
                  <a:pt x="46411" y="503039"/>
                  <a:pt x="49091" y="504925"/>
                </a:cubicBezTo>
                <a:cubicBezTo>
                  <a:pt x="51771" y="506810"/>
                  <a:pt x="56087" y="507752"/>
                  <a:pt x="62037" y="507752"/>
                </a:cubicBezTo>
                <a:lnTo>
                  <a:pt x="73790" y="507752"/>
                </a:lnTo>
                <a:lnTo>
                  <a:pt x="71315" y="518710"/>
                </a:lnTo>
                <a:lnTo>
                  <a:pt x="63009" y="518710"/>
                </a:lnTo>
                <a:cubicBezTo>
                  <a:pt x="57412" y="518710"/>
                  <a:pt x="52964" y="519137"/>
                  <a:pt x="49665" y="519991"/>
                </a:cubicBezTo>
                <a:cubicBezTo>
                  <a:pt x="46366" y="520845"/>
                  <a:pt x="43539" y="522068"/>
                  <a:pt x="41182" y="523658"/>
                </a:cubicBezTo>
                <a:cubicBezTo>
                  <a:pt x="38826" y="525249"/>
                  <a:pt x="37103" y="527090"/>
                  <a:pt x="36013" y="529181"/>
                </a:cubicBezTo>
                <a:cubicBezTo>
                  <a:pt x="34923" y="531273"/>
                  <a:pt x="34378" y="533614"/>
                  <a:pt x="34378" y="536206"/>
                </a:cubicBezTo>
                <a:cubicBezTo>
                  <a:pt x="34378" y="539918"/>
                  <a:pt x="35586" y="542819"/>
                  <a:pt x="38001" y="544911"/>
                </a:cubicBezTo>
                <a:cubicBezTo>
                  <a:pt x="40416" y="547002"/>
                  <a:pt x="44128" y="548048"/>
                  <a:pt x="49135" y="548048"/>
                </a:cubicBezTo>
                <a:cubicBezTo>
                  <a:pt x="53377" y="548048"/>
                  <a:pt x="57825" y="547164"/>
                  <a:pt x="62479" y="545397"/>
                </a:cubicBezTo>
                <a:cubicBezTo>
                  <a:pt x="67133" y="543629"/>
                  <a:pt x="72111" y="541096"/>
                  <a:pt x="77413" y="537797"/>
                </a:cubicBezTo>
                <a:lnTo>
                  <a:pt x="82891" y="547429"/>
                </a:lnTo>
                <a:cubicBezTo>
                  <a:pt x="68929" y="556442"/>
                  <a:pt x="55557" y="560949"/>
                  <a:pt x="42773" y="560949"/>
                </a:cubicBezTo>
                <a:cubicBezTo>
                  <a:pt x="32287" y="560949"/>
                  <a:pt x="23980" y="558931"/>
                  <a:pt x="17853" y="554896"/>
                </a:cubicBezTo>
                <a:cubicBezTo>
                  <a:pt x="11727" y="550861"/>
                  <a:pt x="8663" y="545043"/>
                  <a:pt x="8663" y="537444"/>
                </a:cubicBezTo>
                <a:cubicBezTo>
                  <a:pt x="8663" y="531199"/>
                  <a:pt x="11211" y="525926"/>
                  <a:pt x="16307" y="521626"/>
                </a:cubicBezTo>
                <a:cubicBezTo>
                  <a:pt x="21403" y="517325"/>
                  <a:pt x="28605" y="514439"/>
                  <a:pt x="37913" y="512966"/>
                </a:cubicBezTo>
                <a:lnTo>
                  <a:pt x="38178" y="511729"/>
                </a:lnTo>
                <a:cubicBezTo>
                  <a:pt x="32758" y="510433"/>
                  <a:pt x="28516" y="508209"/>
                  <a:pt x="25453" y="505057"/>
                </a:cubicBezTo>
                <a:cubicBezTo>
                  <a:pt x="22390" y="501905"/>
                  <a:pt x="20858" y="498179"/>
                  <a:pt x="20858" y="493879"/>
                </a:cubicBezTo>
                <a:cubicBezTo>
                  <a:pt x="20858" y="488812"/>
                  <a:pt x="22478" y="484512"/>
                  <a:pt x="25718" y="480977"/>
                </a:cubicBezTo>
                <a:cubicBezTo>
                  <a:pt x="28958" y="477443"/>
                  <a:pt x="33612" y="474806"/>
                  <a:pt x="39680" y="473068"/>
                </a:cubicBezTo>
                <a:cubicBezTo>
                  <a:pt x="45748" y="471331"/>
                  <a:pt x="52640" y="470462"/>
                  <a:pt x="60358" y="470462"/>
                </a:cubicBezTo>
                <a:close/>
                <a:moveTo>
                  <a:pt x="1324495" y="453125"/>
                </a:moveTo>
                <a:cubicBezTo>
                  <a:pt x="1328722" y="453125"/>
                  <a:pt x="1332092" y="454138"/>
                  <a:pt x="1334607" y="456163"/>
                </a:cubicBezTo>
                <a:cubicBezTo>
                  <a:pt x="1337122" y="458189"/>
                  <a:pt x="1338379" y="461129"/>
                  <a:pt x="1338379" y="464984"/>
                </a:cubicBezTo>
                <a:cubicBezTo>
                  <a:pt x="1338379" y="468839"/>
                  <a:pt x="1337016" y="470767"/>
                  <a:pt x="1334288" y="470767"/>
                </a:cubicBezTo>
                <a:cubicBezTo>
                  <a:pt x="1331560" y="470767"/>
                  <a:pt x="1328441" y="468752"/>
                  <a:pt x="1324932" y="464721"/>
                </a:cubicBezTo>
                <a:cubicBezTo>
                  <a:pt x="1321423" y="460691"/>
                  <a:pt x="1319668" y="457750"/>
                  <a:pt x="1319668" y="455900"/>
                </a:cubicBezTo>
                <a:cubicBezTo>
                  <a:pt x="1319668" y="454050"/>
                  <a:pt x="1321277" y="453125"/>
                  <a:pt x="1324495" y="453125"/>
                </a:cubicBezTo>
                <a:close/>
                <a:moveTo>
                  <a:pt x="699601" y="451174"/>
                </a:moveTo>
                <a:cubicBezTo>
                  <a:pt x="703179" y="451174"/>
                  <a:pt x="708192" y="453386"/>
                  <a:pt x="714640" y="457812"/>
                </a:cubicBezTo>
                <a:cubicBezTo>
                  <a:pt x="721089" y="462237"/>
                  <a:pt x="724313" y="465685"/>
                  <a:pt x="724313" y="468154"/>
                </a:cubicBezTo>
                <a:cubicBezTo>
                  <a:pt x="724313" y="470624"/>
                  <a:pt x="722763" y="472181"/>
                  <a:pt x="719664" y="472826"/>
                </a:cubicBezTo>
                <a:cubicBezTo>
                  <a:pt x="711594" y="474464"/>
                  <a:pt x="704743" y="477007"/>
                  <a:pt x="699112" y="480455"/>
                </a:cubicBezTo>
                <a:cubicBezTo>
                  <a:pt x="696352" y="482163"/>
                  <a:pt x="694317" y="483017"/>
                  <a:pt x="693008" y="483017"/>
                </a:cubicBezTo>
                <a:cubicBezTo>
                  <a:pt x="691699" y="483017"/>
                  <a:pt x="691044" y="482396"/>
                  <a:pt x="691044" y="481155"/>
                </a:cubicBezTo>
                <a:cubicBezTo>
                  <a:pt x="691044" y="479913"/>
                  <a:pt x="691548" y="478160"/>
                  <a:pt x="692554" y="475894"/>
                </a:cubicBezTo>
                <a:cubicBezTo>
                  <a:pt x="695097" y="470576"/>
                  <a:pt x="696369" y="467450"/>
                  <a:pt x="696369" y="466517"/>
                </a:cubicBezTo>
                <a:cubicBezTo>
                  <a:pt x="696369" y="465584"/>
                  <a:pt x="696016" y="464994"/>
                  <a:pt x="695310" y="464747"/>
                </a:cubicBezTo>
                <a:cubicBezTo>
                  <a:pt x="694604" y="464500"/>
                  <a:pt x="693312" y="464376"/>
                  <a:pt x="691435" y="464376"/>
                </a:cubicBezTo>
                <a:cubicBezTo>
                  <a:pt x="686577" y="464376"/>
                  <a:pt x="677839" y="465054"/>
                  <a:pt x="665223" y="466409"/>
                </a:cubicBezTo>
                <a:cubicBezTo>
                  <a:pt x="652606" y="467765"/>
                  <a:pt x="642528" y="469244"/>
                  <a:pt x="634987" y="470848"/>
                </a:cubicBezTo>
                <a:cubicBezTo>
                  <a:pt x="627447" y="472451"/>
                  <a:pt x="622129" y="473253"/>
                  <a:pt x="619033" y="473253"/>
                </a:cubicBezTo>
                <a:cubicBezTo>
                  <a:pt x="615938" y="473253"/>
                  <a:pt x="613758" y="472897"/>
                  <a:pt x="612493" y="472187"/>
                </a:cubicBezTo>
                <a:cubicBezTo>
                  <a:pt x="611086" y="478340"/>
                  <a:pt x="608762" y="483991"/>
                  <a:pt x="605520" y="489140"/>
                </a:cubicBezTo>
                <a:cubicBezTo>
                  <a:pt x="602277" y="494289"/>
                  <a:pt x="599310" y="496864"/>
                  <a:pt x="596619" y="496864"/>
                </a:cubicBezTo>
                <a:cubicBezTo>
                  <a:pt x="593928" y="496864"/>
                  <a:pt x="592157" y="495371"/>
                  <a:pt x="591305" y="492385"/>
                </a:cubicBezTo>
                <a:cubicBezTo>
                  <a:pt x="590452" y="489399"/>
                  <a:pt x="590026" y="487039"/>
                  <a:pt x="590026" y="485304"/>
                </a:cubicBezTo>
                <a:cubicBezTo>
                  <a:pt x="590026" y="483570"/>
                  <a:pt x="590767" y="481961"/>
                  <a:pt x="592249" y="480477"/>
                </a:cubicBezTo>
                <a:cubicBezTo>
                  <a:pt x="594004" y="478517"/>
                  <a:pt x="595823" y="475596"/>
                  <a:pt x="597706" y="471714"/>
                </a:cubicBezTo>
                <a:cubicBezTo>
                  <a:pt x="599590" y="467833"/>
                  <a:pt x="601009" y="464356"/>
                  <a:pt x="601965" y="461284"/>
                </a:cubicBezTo>
                <a:cubicBezTo>
                  <a:pt x="602921" y="458212"/>
                  <a:pt x="604338" y="456676"/>
                  <a:pt x="606215" y="456676"/>
                </a:cubicBezTo>
                <a:cubicBezTo>
                  <a:pt x="608903" y="456676"/>
                  <a:pt x="611056" y="459279"/>
                  <a:pt x="612674" y="464484"/>
                </a:cubicBezTo>
                <a:cubicBezTo>
                  <a:pt x="663509" y="457413"/>
                  <a:pt x="690338" y="453426"/>
                  <a:pt x="693162" y="452525"/>
                </a:cubicBezTo>
                <a:cubicBezTo>
                  <a:pt x="695986" y="451624"/>
                  <a:pt x="698133" y="451174"/>
                  <a:pt x="699601" y="451174"/>
                </a:cubicBezTo>
                <a:close/>
                <a:moveTo>
                  <a:pt x="1369236" y="440343"/>
                </a:moveTo>
                <a:cubicBezTo>
                  <a:pt x="1371534" y="440343"/>
                  <a:pt x="1374244" y="441532"/>
                  <a:pt x="1377368" y="443908"/>
                </a:cubicBezTo>
                <a:cubicBezTo>
                  <a:pt x="1380492" y="446284"/>
                  <a:pt x="1382054" y="448302"/>
                  <a:pt x="1382054" y="449961"/>
                </a:cubicBezTo>
                <a:cubicBezTo>
                  <a:pt x="1382054" y="451725"/>
                  <a:pt x="1380850" y="453295"/>
                  <a:pt x="1378444" y="454670"/>
                </a:cubicBezTo>
                <a:cubicBezTo>
                  <a:pt x="1376038" y="456045"/>
                  <a:pt x="1370616" y="459601"/>
                  <a:pt x="1362180" y="465338"/>
                </a:cubicBezTo>
                <a:cubicBezTo>
                  <a:pt x="1360670" y="466473"/>
                  <a:pt x="1359244" y="467040"/>
                  <a:pt x="1357901" y="467040"/>
                </a:cubicBezTo>
                <a:cubicBezTo>
                  <a:pt x="1356558" y="467040"/>
                  <a:pt x="1355886" y="466384"/>
                  <a:pt x="1355886" y="465073"/>
                </a:cubicBezTo>
                <a:cubicBezTo>
                  <a:pt x="1355886" y="463762"/>
                  <a:pt x="1356141" y="462789"/>
                  <a:pt x="1356652" y="462154"/>
                </a:cubicBezTo>
                <a:cubicBezTo>
                  <a:pt x="1360104" y="457592"/>
                  <a:pt x="1362352" y="454293"/>
                  <a:pt x="1363398" y="452258"/>
                </a:cubicBezTo>
                <a:cubicBezTo>
                  <a:pt x="1364443" y="450223"/>
                  <a:pt x="1365103" y="447728"/>
                  <a:pt x="1365377" y="444774"/>
                </a:cubicBezTo>
                <a:cubicBezTo>
                  <a:pt x="1365652" y="441820"/>
                  <a:pt x="1366938" y="440343"/>
                  <a:pt x="1369236" y="440343"/>
                </a:cubicBezTo>
                <a:close/>
                <a:moveTo>
                  <a:pt x="1150802" y="438568"/>
                </a:moveTo>
                <a:cubicBezTo>
                  <a:pt x="1152772" y="438568"/>
                  <a:pt x="1155933" y="439788"/>
                  <a:pt x="1160284" y="442228"/>
                </a:cubicBezTo>
                <a:cubicBezTo>
                  <a:pt x="1164636" y="444668"/>
                  <a:pt x="1166812" y="448074"/>
                  <a:pt x="1166812" y="452446"/>
                </a:cubicBezTo>
                <a:cubicBezTo>
                  <a:pt x="1166812" y="454465"/>
                  <a:pt x="1166324" y="456248"/>
                  <a:pt x="1165348" y="457795"/>
                </a:cubicBezTo>
                <a:cubicBezTo>
                  <a:pt x="1164371" y="459342"/>
                  <a:pt x="1162954" y="460115"/>
                  <a:pt x="1161097" y="460115"/>
                </a:cubicBezTo>
                <a:cubicBezTo>
                  <a:pt x="1157919" y="460115"/>
                  <a:pt x="1154870" y="457714"/>
                  <a:pt x="1151950" y="452913"/>
                </a:cubicBezTo>
                <a:cubicBezTo>
                  <a:pt x="1149030" y="448111"/>
                  <a:pt x="1147570" y="444405"/>
                  <a:pt x="1147570" y="441794"/>
                </a:cubicBezTo>
                <a:cubicBezTo>
                  <a:pt x="1147570" y="439643"/>
                  <a:pt x="1148647" y="438568"/>
                  <a:pt x="1150802" y="438568"/>
                </a:cubicBezTo>
                <a:close/>
                <a:moveTo>
                  <a:pt x="1401770" y="435726"/>
                </a:moveTo>
                <a:cubicBezTo>
                  <a:pt x="1404427" y="435726"/>
                  <a:pt x="1407753" y="436924"/>
                  <a:pt x="1411746" y="439321"/>
                </a:cubicBezTo>
                <a:cubicBezTo>
                  <a:pt x="1415740" y="441718"/>
                  <a:pt x="1417737" y="444259"/>
                  <a:pt x="1417737" y="446943"/>
                </a:cubicBezTo>
                <a:cubicBezTo>
                  <a:pt x="1417737" y="448636"/>
                  <a:pt x="1416954" y="450265"/>
                  <a:pt x="1415387" y="451830"/>
                </a:cubicBezTo>
                <a:cubicBezTo>
                  <a:pt x="1413700" y="454047"/>
                  <a:pt x="1410810" y="459425"/>
                  <a:pt x="1406719" y="467966"/>
                </a:cubicBezTo>
                <a:cubicBezTo>
                  <a:pt x="1402627" y="476507"/>
                  <a:pt x="1398725" y="482743"/>
                  <a:pt x="1395013" y="486676"/>
                </a:cubicBezTo>
                <a:cubicBezTo>
                  <a:pt x="1398680" y="486242"/>
                  <a:pt x="1405478" y="484034"/>
                  <a:pt x="1415408" y="480050"/>
                </a:cubicBezTo>
                <a:cubicBezTo>
                  <a:pt x="1425338" y="476067"/>
                  <a:pt x="1431714" y="474075"/>
                  <a:pt x="1434535" y="474075"/>
                </a:cubicBezTo>
                <a:cubicBezTo>
                  <a:pt x="1437356" y="474075"/>
                  <a:pt x="1439759" y="474610"/>
                  <a:pt x="1441744" y="475679"/>
                </a:cubicBezTo>
                <a:cubicBezTo>
                  <a:pt x="1443730" y="476748"/>
                  <a:pt x="1444722" y="477982"/>
                  <a:pt x="1444722" y="479383"/>
                </a:cubicBezTo>
                <a:cubicBezTo>
                  <a:pt x="1444722" y="480784"/>
                  <a:pt x="1443886" y="482017"/>
                  <a:pt x="1442212" y="483082"/>
                </a:cubicBezTo>
                <a:cubicBezTo>
                  <a:pt x="1440539" y="484147"/>
                  <a:pt x="1436629" y="485614"/>
                  <a:pt x="1430482" y="487482"/>
                </a:cubicBezTo>
                <a:cubicBezTo>
                  <a:pt x="1424334" y="489350"/>
                  <a:pt x="1417304" y="490752"/>
                  <a:pt x="1409392" y="491689"/>
                </a:cubicBezTo>
                <a:cubicBezTo>
                  <a:pt x="1416494" y="494798"/>
                  <a:pt x="1420044" y="497636"/>
                  <a:pt x="1420044" y="500204"/>
                </a:cubicBezTo>
                <a:cubicBezTo>
                  <a:pt x="1420044" y="501214"/>
                  <a:pt x="1419687" y="502174"/>
                  <a:pt x="1418973" y="503084"/>
                </a:cubicBezTo>
                <a:cubicBezTo>
                  <a:pt x="1418258" y="503993"/>
                  <a:pt x="1417687" y="505277"/>
                  <a:pt x="1417259" y="506934"/>
                </a:cubicBezTo>
                <a:cubicBezTo>
                  <a:pt x="1416831" y="508591"/>
                  <a:pt x="1416202" y="511609"/>
                  <a:pt x="1415373" y="515988"/>
                </a:cubicBezTo>
                <a:cubicBezTo>
                  <a:pt x="1414033" y="523287"/>
                  <a:pt x="1411862" y="530088"/>
                  <a:pt x="1408861" y="536390"/>
                </a:cubicBezTo>
                <a:cubicBezTo>
                  <a:pt x="1414989" y="543318"/>
                  <a:pt x="1421272" y="548957"/>
                  <a:pt x="1427708" y="553306"/>
                </a:cubicBezTo>
                <a:cubicBezTo>
                  <a:pt x="1434144" y="557655"/>
                  <a:pt x="1441990" y="561070"/>
                  <a:pt x="1451248" y="563551"/>
                </a:cubicBezTo>
                <a:cubicBezTo>
                  <a:pt x="1455183" y="564529"/>
                  <a:pt x="1457150" y="565807"/>
                  <a:pt x="1457150" y="567385"/>
                </a:cubicBezTo>
                <a:cubicBezTo>
                  <a:pt x="1457150" y="568963"/>
                  <a:pt x="1456507" y="570027"/>
                  <a:pt x="1455221" y="570578"/>
                </a:cubicBezTo>
                <a:cubicBezTo>
                  <a:pt x="1453936" y="571128"/>
                  <a:pt x="1450620" y="571703"/>
                  <a:pt x="1445275" y="572304"/>
                </a:cubicBezTo>
                <a:cubicBezTo>
                  <a:pt x="1439930" y="572904"/>
                  <a:pt x="1435829" y="573204"/>
                  <a:pt x="1432973" y="573204"/>
                </a:cubicBezTo>
                <a:cubicBezTo>
                  <a:pt x="1426390" y="573204"/>
                  <a:pt x="1421924" y="571459"/>
                  <a:pt x="1419576" y="567969"/>
                </a:cubicBezTo>
                <a:cubicBezTo>
                  <a:pt x="1417228" y="564479"/>
                  <a:pt x="1411811" y="556696"/>
                  <a:pt x="1403324" y="544622"/>
                </a:cubicBezTo>
                <a:cubicBezTo>
                  <a:pt x="1399018" y="551256"/>
                  <a:pt x="1393449" y="556080"/>
                  <a:pt x="1386616" y="559096"/>
                </a:cubicBezTo>
                <a:cubicBezTo>
                  <a:pt x="1379784" y="562111"/>
                  <a:pt x="1375292" y="563619"/>
                  <a:pt x="1373141" y="563619"/>
                </a:cubicBezTo>
                <a:cubicBezTo>
                  <a:pt x="1371107" y="563619"/>
                  <a:pt x="1370090" y="562901"/>
                  <a:pt x="1370090" y="561467"/>
                </a:cubicBezTo>
                <a:cubicBezTo>
                  <a:pt x="1370090" y="560032"/>
                  <a:pt x="1370870" y="558880"/>
                  <a:pt x="1372431" y="558011"/>
                </a:cubicBezTo>
                <a:cubicBezTo>
                  <a:pt x="1379302" y="553819"/>
                  <a:pt x="1384496" y="550023"/>
                  <a:pt x="1388010" y="546624"/>
                </a:cubicBezTo>
                <a:cubicBezTo>
                  <a:pt x="1391525" y="543225"/>
                  <a:pt x="1394428" y="539659"/>
                  <a:pt x="1396718" y="535926"/>
                </a:cubicBezTo>
                <a:cubicBezTo>
                  <a:pt x="1396166" y="535512"/>
                  <a:pt x="1393920" y="532276"/>
                  <a:pt x="1389981" y="526220"/>
                </a:cubicBezTo>
                <a:cubicBezTo>
                  <a:pt x="1386042" y="520164"/>
                  <a:pt x="1382639" y="516145"/>
                  <a:pt x="1379772" y="514161"/>
                </a:cubicBezTo>
                <a:cubicBezTo>
                  <a:pt x="1378288" y="513232"/>
                  <a:pt x="1377546" y="511881"/>
                  <a:pt x="1377546" y="510109"/>
                </a:cubicBezTo>
                <a:cubicBezTo>
                  <a:pt x="1377546" y="508337"/>
                  <a:pt x="1379383" y="507451"/>
                  <a:pt x="1383055" y="507451"/>
                </a:cubicBezTo>
                <a:cubicBezTo>
                  <a:pt x="1386727" y="507451"/>
                  <a:pt x="1390121" y="509975"/>
                  <a:pt x="1393237" y="515024"/>
                </a:cubicBezTo>
                <a:cubicBezTo>
                  <a:pt x="1396354" y="520072"/>
                  <a:pt x="1398798" y="524353"/>
                  <a:pt x="1400570" y="527865"/>
                </a:cubicBezTo>
                <a:cubicBezTo>
                  <a:pt x="1402857" y="520235"/>
                  <a:pt x="1404000" y="511548"/>
                  <a:pt x="1404000" y="501801"/>
                </a:cubicBezTo>
                <a:cubicBezTo>
                  <a:pt x="1404000" y="497767"/>
                  <a:pt x="1403790" y="494820"/>
                  <a:pt x="1403369" y="492959"/>
                </a:cubicBezTo>
                <a:cubicBezTo>
                  <a:pt x="1400804" y="493551"/>
                  <a:pt x="1398380" y="493847"/>
                  <a:pt x="1396099" y="493847"/>
                </a:cubicBezTo>
                <a:cubicBezTo>
                  <a:pt x="1393818" y="493847"/>
                  <a:pt x="1392451" y="493670"/>
                  <a:pt x="1391999" y="493315"/>
                </a:cubicBezTo>
                <a:cubicBezTo>
                  <a:pt x="1389614" y="497112"/>
                  <a:pt x="1386588" y="500813"/>
                  <a:pt x="1382919" y="504417"/>
                </a:cubicBezTo>
                <a:cubicBezTo>
                  <a:pt x="1379251" y="508021"/>
                  <a:pt x="1376668" y="509824"/>
                  <a:pt x="1375172" y="509824"/>
                </a:cubicBezTo>
                <a:cubicBezTo>
                  <a:pt x="1373676" y="509824"/>
                  <a:pt x="1372929" y="509154"/>
                  <a:pt x="1372929" y="507816"/>
                </a:cubicBezTo>
                <a:cubicBezTo>
                  <a:pt x="1372929" y="506477"/>
                  <a:pt x="1373337" y="505154"/>
                  <a:pt x="1374153" y="503846"/>
                </a:cubicBezTo>
                <a:cubicBezTo>
                  <a:pt x="1383374" y="489841"/>
                  <a:pt x="1389795" y="477494"/>
                  <a:pt x="1393417" y="466804"/>
                </a:cubicBezTo>
                <a:cubicBezTo>
                  <a:pt x="1397039" y="456114"/>
                  <a:pt x="1398850" y="448961"/>
                  <a:pt x="1398850" y="445346"/>
                </a:cubicBezTo>
                <a:cubicBezTo>
                  <a:pt x="1398850" y="444661"/>
                  <a:pt x="1398673" y="443876"/>
                  <a:pt x="1398318" y="442989"/>
                </a:cubicBezTo>
                <a:cubicBezTo>
                  <a:pt x="1397962" y="442102"/>
                  <a:pt x="1397784" y="441112"/>
                  <a:pt x="1397784" y="440018"/>
                </a:cubicBezTo>
                <a:cubicBezTo>
                  <a:pt x="1397784" y="437157"/>
                  <a:pt x="1399113" y="435726"/>
                  <a:pt x="1401770" y="435726"/>
                </a:cubicBezTo>
                <a:close/>
                <a:moveTo>
                  <a:pt x="1003550" y="430933"/>
                </a:moveTo>
                <a:cubicBezTo>
                  <a:pt x="1005858" y="430933"/>
                  <a:pt x="1009628" y="431946"/>
                  <a:pt x="1014858" y="433974"/>
                </a:cubicBezTo>
                <a:cubicBezTo>
                  <a:pt x="1020088" y="436001"/>
                  <a:pt x="1022704" y="438904"/>
                  <a:pt x="1022704" y="442682"/>
                </a:cubicBezTo>
                <a:cubicBezTo>
                  <a:pt x="1022704" y="444035"/>
                  <a:pt x="1022320" y="445989"/>
                  <a:pt x="1021553" y="448544"/>
                </a:cubicBezTo>
                <a:cubicBezTo>
                  <a:pt x="1020282" y="452706"/>
                  <a:pt x="1019482" y="459381"/>
                  <a:pt x="1019152" y="468567"/>
                </a:cubicBezTo>
                <a:cubicBezTo>
                  <a:pt x="1033998" y="465996"/>
                  <a:pt x="1042745" y="464269"/>
                  <a:pt x="1045393" y="463387"/>
                </a:cubicBezTo>
                <a:cubicBezTo>
                  <a:pt x="1048570" y="461990"/>
                  <a:pt x="1051040" y="461291"/>
                  <a:pt x="1052804" y="461291"/>
                </a:cubicBezTo>
                <a:cubicBezTo>
                  <a:pt x="1054567" y="461291"/>
                  <a:pt x="1058365" y="462926"/>
                  <a:pt x="1064198" y="466195"/>
                </a:cubicBezTo>
                <a:cubicBezTo>
                  <a:pt x="1070030" y="469463"/>
                  <a:pt x="1072947" y="472337"/>
                  <a:pt x="1072947" y="474816"/>
                </a:cubicBezTo>
                <a:cubicBezTo>
                  <a:pt x="1072947" y="476713"/>
                  <a:pt x="1071961" y="478425"/>
                  <a:pt x="1069989" y="479951"/>
                </a:cubicBezTo>
                <a:cubicBezTo>
                  <a:pt x="1068017" y="481478"/>
                  <a:pt x="1066404" y="483469"/>
                  <a:pt x="1065151" y="485924"/>
                </a:cubicBezTo>
                <a:cubicBezTo>
                  <a:pt x="1063897" y="488378"/>
                  <a:pt x="1062807" y="491427"/>
                  <a:pt x="1061880" y="495071"/>
                </a:cubicBezTo>
                <a:cubicBezTo>
                  <a:pt x="1060954" y="498715"/>
                  <a:pt x="1059335" y="504034"/>
                  <a:pt x="1057024" y="511028"/>
                </a:cubicBezTo>
                <a:cubicBezTo>
                  <a:pt x="1054713" y="518022"/>
                  <a:pt x="1052310" y="523062"/>
                  <a:pt x="1049816" y="526147"/>
                </a:cubicBezTo>
                <a:cubicBezTo>
                  <a:pt x="1047322" y="529232"/>
                  <a:pt x="1045139" y="530774"/>
                  <a:pt x="1043267" y="530774"/>
                </a:cubicBezTo>
                <a:cubicBezTo>
                  <a:pt x="1041395" y="530774"/>
                  <a:pt x="1040015" y="530034"/>
                  <a:pt x="1039127" y="528555"/>
                </a:cubicBezTo>
                <a:cubicBezTo>
                  <a:pt x="1038239" y="527075"/>
                  <a:pt x="1036999" y="526335"/>
                  <a:pt x="1035406" y="526335"/>
                </a:cubicBezTo>
                <a:cubicBezTo>
                  <a:pt x="1033813" y="526335"/>
                  <a:pt x="1028081" y="527032"/>
                  <a:pt x="1018210" y="528427"/>
                </a:cubicBezTo>
                <a:cubicBezTo>
                  <a:pt x="1018112" y="534599"/>
                  <a:pt x="1018293" y="539726"/>
                  <a:pt x="1018753" y="543807"/>
                </a:cubicBezTo>
                <a:cubicBezTo>
                  <a:pt x="1019213" y="547889"/>
                  <a:pt x="1020056" y="550823"/>
                  <a:pt x="1021283" y="552610"/>
                </a:cubicBezTo>
                <a:cubicBezTo>
                  <a:pt x="1022509" y="554397"/>
                  <a:pt x="1025352" y="555869"/>
                  <a:pt x="1029813" y="557026"/>
                </a:cubicBezTo>
                <a:cubicBezTo>
                  <a:pt x="1034273" y="558182"/>
                  <a:pt x="1039527" y="558760"/>
                  <a:pt x="1045576" y="558760"/>
                </a:cubicBezTo>
                <a:cubicBezTo>
                  <a:pt x="1051624" y="558760"/>
                  <a:pt x="1057390" y="558308"/>
                  <a:pt x="1062873" y="557403"/>
                </a:cubicBezTo>
                <a:cubicBezTo>
                  <a:pt x="1068356" y="556498"/>
                  <a:pt x="1071760" y="555409"/>
                  <a:pt x="1073085" y="554134"/>
                </a:cubicBezTo>
                <a:cubicBezTo>
                  <a:pt x="1074411" y="552860"/>
                  <a:pt x="1075636" y="550986"/>
                  <a:pt x="1076762" y="548513"/>
                </a:cubicBezTo>
                <a:cubicBezTo>
                  <a:pt x="1077887" y="546039"/>
                  <a:pt x="1079383" y="540191"/>
                  <a:pt x="1081249" y="530967"/>
                </a:cubicBezTo>
                <a:cubicBezTo>
                  <a:pt x="1081901" y="527718"/>
                  <a:pt x="1083167" y="526094"/>
                  <a:pt x="1085047" y="526094"/>
                </a:cubicBezTo>
                <a:cubicBezTo>
                  <a:pt x="1086926" y="526094"/>
                  <a:pt x="1088037" y="527839"/>
                  <a:pt x="1088379" y="531327"/>
                </a:cubicBezTo>
                <a:cubicBezTo>
                  <a:pt x="1088721" y="534816"/>
                  <a:pt x="1089499" y="538900"/>
                  <a:pt x="1090712" y="543581"/>
                </a:cubicBezTo>
                <a:cubicBezTo>
                  <a:pt x="1091925" y="548262"/>
                  <a:pt x="1092966" y="551379"/>
                  <a:pt x="1093835" y="552932"/>
                </a:cubicBezTo>
                <a:cubicBezTo>
                  <a:pt x="1094704" y="554486"/>
                  <a:pt x="1095139" y="555906"/>
                  <a:pt x="1095139" y="557194"/>
                </a:cubicBezTo>
                <a:cubicBezTo>
                  <a:pt x="1095139" y="561343"/>
                  <a:pt x="1090540" y="565138"/>
                  <a:pt x="1081344" y="568578"/>
                </a:cubicBezTo>
                <a:cubicBezTo>
                  <a:pt x="1072147" y="572019"/>
                  <a:pt x="1061761" y="573739"/>
                  <a:pt x="1050186" y="573739"/>
                </a:cubicBezTo>
                <a:cubicBezTo>
                  <a:pt x="1041764" y="573739"/>
                  <a:pt x="1034624" y="572824"/>
                  <a:pt x="1028769" y="570993"/>
                </a:cubicBezTo>
                <a:cubicBezTo>
                  <a:pt x="1022914" y="569163"/>
                  <a:pt x="1018262" y="566619"/>
                  <a:pt x="1014813" y="563363"/>
                </a:cubicBezTo>
                <a:cubicBezTo>
                  <a:pt x="1011364" y="560106"/>
                  <a:pt x="1009113" y="555872"/>
                  <a:pt x="1008059" y="550662"/>
                </a:cubicBezTo>
                <a:cubicBezTo>
                  <a:pt x="1007005" y="545451"/>
                  <a:pt x="1006538" y="538467"/>
                  <a:pt x="1006656" y="529708"/>
                </a:cubicBezTo>
                <a:cubicBezTo>
                  <a:pt x="998739" y="531120"/>
                  <a:pt x="992991" y="531921"/>
                  <a:pt x="989413" y="532109"/>
                </a:cubicBezTo>
                <a:cubicBezTo>
                  <a:pt x="989294" y="535244"/>
                  <a:pt x="987834" y="536812"/>
                  <a:pt x="985032" y="536812"/>
                </a:cubicBezTo>
                <a:cubicBezTo>
                  <a:pt x="983374" y="536812"/>
                  <a:pt x="981961" y="535791"/>
                  <a:pt x="980794" y="533749"/>
                </a:cubicBezTo>
                <a:cubicBezTo>
                  <a:pt x="979627" y="531707"/>
                  <a:pt x="978789" y="529475"/>
                  <a:pt x="978280" y="527053"/>
                </a:cubicBezTo>
                <a:cubicBezTo>
                  <a:pt x="975569" y="514558"/>
                  <a:pt x="972997" y="504139"/>
                  <a:pt x="970564" y="495795"/>
                </a:cubicBezTo>
                <a:cubicBezTo>
                  <a:pt x="968132" y="487452"/>
                  <a:pt x="966112" y="482507"/>
                  <a:pt x="964505" y="480962"/>
                </a:cubicBezTo>
                <a:cubicBezTo>
                  <a:pt x="962898" y="479418"/>
                  <a:pt x="962094" y="477587"/>
                  <a:pt x="962094" y="475472"/>
                </a:cubicBezTo>
                <a:cubicBezTo>
                  <a:pt x="962094" y="473357"/>
                  <a:pt x="963522" y="472300"/>
                  <a:pt x="966377" y="472300"/>
                </a:cubicBezTo>
                <a:cubicBezTo>
                  <a:pt x="969232" y="472300"/>
                  <a:pt x="972755" y="473186"/>
                  <a:pt x="976945" y="474958"/>
                </a:cubicBezTo>
                <a:cubicBezTo>
                  <a:pt x="988104" y="473470"/>
                  <a:pt x="998066" y="471971"/>
                  <a:pt x="1006834" y="470459"/>
                </a:cubicBezTo>
                <a:cubicBezTo>
                  <a:pt x="1006718" y="457468"/>
                  <a:pt x="1005564" y="448753"/>
                  <a:pt x="1003373" y="444314"/>
                </a:cubicBezTo>
                <a:cubicBezTo>
                  <a:pt x="1001183" y="439874"/>
                  <a:pt x="1000087" y="436534"/>
                  <a:pt x="1000087" y="434293"/>
                </a:cubicBezTo>
                <a:cubicBezTo>
                  <a:pt x="1000087" y="432053"/>
                  <a:pt x="1001242" y="430933"/>
                  <a:pt x="1003550" y="430933"/>
                </a:cubicBezTo>
                <a:close/>
                <a:moveTo>
                  <a:pt x="644565" y="428625"/>
                </a:moveTo>
                <a:cubicBezTo>
                  <a:pt x="647983" y="428625"/>
                  <a:pt x="651702" y="429144"/>
                  <a:pt x="655723" y="430182"/>
                </a:cubicBezTo>
                <a:cubicBezTo>
                  <a:pt x="659744" y="431220"/>
                  <a:pt x="662683" y="433263"/>
                  <a:pt x="664539" y="436312"/>
                </a:cubicBezTo>
                <a:cubicBezTo>
                  <a:pt x="666394" y="439362"/>
                  <a:pt x="667322" y="442079"/>
                  <a:pt x="667322" y="444463"/>
                </a:cubicBezTo>
                <a:cubicBezTo>
                  <a:pt x="667322" y="446848"/>
                  <a:pt x="666614" y="449047"/>
                  <a:pt x="665198" y="451059"/>
                </a:cubicBezTo>
                <a:cubicBezTo>
                  <a:pt x="663781" y="453072"/>
                  <a:pt x="661851" y="454078"/>
                  <a:pt x="659408" y="454078"/>
                </a:cubicBezTo>
                <a:cubicBezTo>
                  <a:pt x="656964" y="454078"/>
                  <a:pt x="653045" y="450848"/>
                  <a:pt x="647650" y="444388"/>
                </a:cubicBezTo>
                <a:cubicBezTo>
                  <a:pt x="642255" y="437929"/>
                  <a:pt x="639557" y="433687"/>
                  <a:pt x="639557" y="431662"/>
                </a:cubicBezTo>
                <a:cubicBezTo>
                  <a:pt x="639557" y="429638"/>
                  <a:pt x="641226" y="428625"/>
                  <a:pt x="644565" y="428625"/>
                </a:cubicBezTo>
                <a:close/>
                <a:moveTo>
                  <a:pt x="1213395" y="427915"/>
                </a:moveTo>
                <a:cubicBezTo>
                  <a:pt x="1215570" y="427915"/>
                  <a:pt x="1218824" y="429262"/>
                  <a:pt x="1223159" y="431955"/>
                </a:cubicBezTo>
                <a:cubicBezTo>
                  <a:pt x="1227494" y="434648"/>
                  <a:pt x="1229662" y="436981"/>
                  <a:pt x="1229662" y="438955"/>
                </a:cubicBezTo>
                <a:cubicBezTo>
                  <a:pt x="1229662" y="441070"/>
                  <a:pt x="1227980" y="442566"/>
                  <a:pt x="1224616" y="443443"/>
                </a:cubicBezTo>
                <a:cubicBezTo>
                  <a:pt x="1221251" y="444319"/>
                  <a:pt x="1217800" y="445524"/>
                  <a:pt x="1214262" y="447056"/>
                </a:cubicBezTo>
                <a:cubicBezTo>
                  <a:pt x="1210723" y="448589"/>
                  <a:pt x="1207186" y="449965"/>
                  <a:pt x="1203649" y="451185"/>
                </a:cubicBezTo>
                <a:cubicBezTo>
                  <a:pt x="1200113" y="452405"/>
                  <a:pt x="1197605" y="453014"/>
                  <a:pt x="1196126" y="453014"/>
                </a:cubicBezTo>
                <a:cubicBezTo>
                  <a:pt x="1194647" y="453014"/>
                  <a:pt x="1193908" y="452292"/>
                  <a:pt x="1193908" y="450847"/>
                </a:cubicBezTo>
                <a:cubicBezTo>
                  <a:pt x="1193908" y="449402"/>
                  <a:pt x="1194922" y="447899"/>
                  <a:pt x="1196950" y="446338"/>
                </a:cubicBezTo>
                <a:cubicBezTo>
                  <a:pt x="1205481" y="439493"/>
                  <a:pt x="1209793" y="435176"/>
                  <a:pt x="1209887" y="433387"/>
                </a:cubicBezTo>
                <a:cubicBezTo>
                  <a:pt x="1210051" y="429739"/>
                  <a:pt x="1211220" y="427915"/>
                  <a:pt x="1213395" y="427915"/>
                </a:cubicBezTo>
                <a:close/>
                <a:moveTo>
                  <a:pt x="1342521" y="425430"/>
                </a:moveTo>
                <a:cubicBezTo>
                  <a:pt x="1344854" y="425430"/>
                  <a:pt x="1347972" y="426305"/>
                  <a:pt x="1351875" y="428054"/>
                </a:cubicBezTo>
                <a:cubicBezTo>
                  <a:pt x="1355778" y="429804"/>
                  <a:pt x="1357730" y="431898"/>
                  <a:pt x="1357730" y="434337"/>
                </a:cubicBezTo>
                <a:cubicBezTo>
                  <a:pt x="1357730" y="435355"/>
                  <a:pt x="1357425" y="436656"/>
                  <a:pt x="1356815" y="438241"/>
                </a:cubicBezTo>
                <a:cubicBezTo>
                  <a:pt x="1356205" y="439825"/>
                  <a:pt x="1355696" y="442516"/>
                  <a:pt x="1355288" y="446311"/>
                </a:cubicBezTo>
                <a:cubicBezTo>
                  <a:pt x="1354880" y="450107"/>
                  <a:pt x="1354332" y="459065"/>
                  <a:pt x="1353646" y="473185"/>
                </a:cubicBezTo>
                <a:cubicBezTo>
                  <a:pt x="1365086" y="470346"/>
                  <a:pt x="1371829" y="468926"/>
                  <a:pt x="1373877" y="468926"/>
                </a:cubicBezTo>
                <a:cubicBezTo>
                  <a:pt x="1375926" y="468926"/>
                  <a:pt x="1377445" y="469422"/>
                  <a:pt x="1378436" y="470415"/>
                </a:cubicBezTo>
                <a:cubicBezTo>
                  <a:pt x="1379426" y="471407"/>
                  <a:pt x="1379922" y="472401"/>
                  <a:pt x="1379922" y="473397"/>
                </a:cubicBezTo>
                <a:cubicBezTo>
                  <a:pt x="1379922" y="476134"/>
                  <a:pt x="1377727" y="478035"/>
                  <a:pt x="1373339" y="479099"/>
                </a:cubicBezTo>
                <a:cubicBezTo>
                  <a:pt x="1368950" y="480163"/>
                  <a:pt x="1362294" y="481448"/>
                  <a:pt x="1353372" y="482955"/>
                </a:cubicBezTo>
                <a:lnTo>
                  <a:pt x="1353128" y="487282"/>
                </a:lnTo>
                <a:lnTo>
                  <a:pt x="1356276" y="485437"/>
                </a:lnTo>
                <a:cubicBezTo>
                  <a:pt x="1360082" y="485437"/>
                  <a:pt x="1364176" y="486466"/>
                  <a:pt x="1368557" y="488524"/>
                </a:cubicBezTo>
                <a:cubicBezTo>
                  <a:pt x="1372938" y="490581"/>
                  <a:pt x="1375129" y="493883"/>
                  <a:pt x="1375129" y="498428"/>
                </a:cubicBezTo>
                <a:cubicBezTo>
                  <a:pt x="1375129" y="501883"/>
                  <a:pt x="1373697" y="503611"/>
                  <a:pt x="1370833" y="503611"/>
                </a:cubicBezTo>
                <a:cubicBezTo>
                  <a:pt x="1368942" y="503611"/>
                  <a:pt x="1365416" y="501317"/>
                  <a:pt x="1360255" y="496730"/>
                </a:cubicBezTo>
                <a:cubicBezTo>
                  <a:pt x="1357674" y="494436"/>
                  <a:pt x="1355738" y="492532"/>
                  <a:pt x="1354448" y="491017"/>
                </a:cubicBezTo>
                <a:lnTo>
                  <a:pt x="1353054" y="488588"/>
                </a:lnTo>
                <a:lnTo>
                  <a:pt x="1352701" y="494851"/>
                </a:lnTo>
                <a:cubicBezTo>
                  <a:pt x="1352472" y="498099"/>
                  <a:pt x="1352238" y="500628"/>
                  <a:pt x="1351999" y="502439"/>
                </a:cubicBezTo>
                <a:cubicBezTo>
                  <a:pt x="1351521" y="506061"/>
                  <a:pt x="1350288" y="507873"/>
                  <a:pt x="1348298" y="507873"/>
                </a:cubicBezTo>
                <a:cubicBezTo>
                  <a:pt x="1346308" y="507873"/>
                  <a:pt x="1344797" y="506693"/>
                  <a:pt x="1343765" y="504334"/>
                </a:cubicBezTo>
                <a:cubicBezTo>
                  <a:pt x="1342733" y="501974"/>
                  <a:pt x="1342217" y="498760"/>
                  <a:pt x="1342217" y="494691"/>
                </a:cubicBezTo>
                <a:cubicBezTo>
                  <a:pt x="1342217" y="490622"/>
                  <a:pt x="1342334" y="487204"/>
                  <a:pt x="1342570" y="484436"/>
                </a:cubicBezTo>
                <a:cubicBezTo>
                  <a:pt x="1341935" y="489732"/>
                  <a:pt x="1338846" y="495090"/>
                  <a:pt x="1333304" y="500512"/>
                </a:cubicBezTo>
                <a:cubicBezTo>
                  <a:pt x="1327761" y="505934"/>
                  <a:pt x="1322030" y="510261"/>
                  <a:pt x="1316110" y="513495"/>
                </a:cubicBezTo>
                <a:cubicBezTo>
                  <a:pt x="1310189" y="516729"/>
                  <a:pt x="1306179" y="518346"/>
                  <a:pt x="1304079" y="518346"/>
                </a:cubicBezTo>
                <a:cubicBezTo>
                  <a:pt x="1302518" y="518346"/>
                  <a:pt x="1301738" y="517739"/>
                  <a:pt x="1301738" y="516524"/>
                </a:cubicBezTo>
                <a:cubicBezTo>
                  <a:pt x="1301738" y="515309"/>
                  <a:pt x="1302446" y="514171"/>
                  <a:pt x="1303864" y="513109"/>
                </a:cubicBezTo>
                <a:cubicBezTo>
                  <a:pt x="1317714" y="502867"/>
                  <a:pt x="1327362" y="493784"/>
                  <a:pt x="1332806" y="485859"/>
                </a:cubicBezTo>
                <a:cubicBezTo>
                  <a:pt x="1328353" y="486567"/>
                  <a:pt x="1324726" y="486922"/>
                  <a:pt x="1321924" y="486922"/>
                </a:cubicBezTo>
                <a:cubicBezTo>
                  <a:pt x="1319121" y="486922"/>
                  <a:pt x="1316654" y="486541"/>
                  <a:pt x="1314522" y="485781"/>
                </a:cubicBezTo>
                <a:cubicBezTo>
                  <a:pt x="1312390" y="485020"/>
                  <a:pt x="1311324" y="483816"/>
                  <a:pt x="1311324" y="482167"/>
                </a:cubicBezTo>
                <a:cubicBezTo>
                  <a:pt x="1311324" y="480518"/>
                  <a:pt x="1312899" y="479610"/>
                  <a:pt x="1316049" y="479442"/>
                </a:cubicBezTo>
                <a:cubicBezTo>
                  <a:pt x="1321344" y="479203"/>
                  <a:pt x="1330327" y="477761"/>
                  <a:pt x="1342997" y="475116"/>
                </a:cubicBezTo>
                <a:cubicBezTo>
                  <a:pt x="1343304" y="469881"/>
                  <a:pt x="1343458" y="464337"/>
                  <a:pt x="1343458" y="458483"/>
                </a:cubicBezTo>
                <a:cubicBezTo>
                  <a:pt x="1343458" y="444358"/>
                  <a:pt x="1342638" y="436204"/>
                  <a:pt x="1340998" y="434021"/>
                </a:cubicBezTo>
                <a:cubicBezTo>
                  <a:pt x="1339680" y="432173"/>
                  <a:pt x="1339021" y="430279"/>
                  <a:pt x="1339021" y="428340"/>
                </a:cubicBezTo>
                <a:cubicBezTo>
                  <a:pt x="1339021" y="426400"/>
                  <a:pt x="1340188" y="425430"/>
                  <a:pt x="1342521" y="425430"/>
                </a:cubicBezTo>
                <a:close/>
                <a:moveTo>
                  <a:pt x="826291" y="424186"/>
                </a:moveTo>
                <a:cubicBezTo>
                  <a:pt x="828827" y="424186"/>
                  <a:pt x="832360" y="425466"/>
                  <a:pt x="836889" y="428027"/>
                </a:cubicBezTo>
                <a:cubicBezTo>
                  <a:pt x="841418" y="430588"/>
                  <a:pt x="843683" y="432865"/>
                  <a:pt x="843683" y="434858"/>
                </a:cubicBezTo>
                <a:cubicBezTo>
                  <a:pt x="843683" y="436850"/>
                  <a:pt x="842938" y="438495"/>
                  <a:pt x="841447" y="439791"/>
                </a:cubicBezTo>
                <a:cubicBezTo>
                  <a:pt x="839957" y="441087"/>
                  <a:pt x="838513" y="442963"/>
                  <a:pt x="837114" y="445419"/>
                </a:cubicBezTo>
                <a:cubicBezTo>
                  <a:pt x="851743" y="459496"/>
                  <a:pt x="865120" y="470956"/>
                  <a:pt x="877245" y="479800"/>
                </a:cubicBezTo>
                <a:cubicBezTo>
                  <a:pt x="889370" y="488644"/>
                  <a:pt x="903423" y="495283"/>
                  <a:pt x="919404" y="499717"/>
                </a:cubicBezTo>
                <a:cubicBezTo>
                  <a:pt x="924077" y="501031"/>
                  <a:pt x="926414" y="502673"/>
                  <a:pt x="926414" y="504643"/>
                </a:cubicBezTo>
                <a:cubicBezTo>
                  <a:pt x="926414" y="505948"/>
                  <a:pt x="925648" y="506897"/>
                  <a:pt x="924118" y="507492"/>
                </a:cubicBezTo>
                <a:cubicBezTo>
                  <a:pt x="922587" y="508087"/>
                  <a:pt x="918395" y="508595"/>
                  <a:pt x="911541" y="509016"/>
                </a:cubicBezTo>
                <a:cubicBezTo>
                  <a:pt x="904688" y="509438"/>
                  <a:pt x="899412" y="509648"/>
                  <a:pt x="895713" y="509648"/>
                </a:cubicBezTo>
                <a:cubicBezTo>
                  <a:pt x="892014" y="509648"/>
                  <a:pt x="889046" y="509221"/>
                  <a:pt x="886808" y="508366"/>
                </a:cubicBezTo>
                <a:cubicBezTo>
                  <a:pt x="884571" y="507511"/>
                  <a:pt x="882401" y="506126"/>
                  <a:pt x="880300" y="504211"/>
                </a:cubicBezTo>
                <a:cubicBezTo>
                  <a:pt x="878199" y="502295"/>
                  <a:pt x="871442" y="495076"/>
                  <a:pt x="860030" y="482552"/>
                </a:cubicBezTo>
                <a:cubicBezTo>
                  <a:pt x="848617" y="470028"/>
                  <a:pt x="839783" y="459708"/>
                  <a:pt x="833528" y="451592"/>
                </a:cubicBezTo>
                <a:cubicBezTo>
                  <a:pt x="826323" y="466283"/>
                  <a:pt x="818118" y="478888"/>
                  <a:pt x="808914" y="489406"/>
                </a:cubicBezTo>
                <a:cubicBezTo>
                  <a:pt x="799710" y="499924"/>
                  <a:pt x="790323" y="507969"/>
                  <a:pt x="780754" y="513541"/>
                </a:cubicBezTo>
                <a:cubicBezTo>
                  <a:pt x="771185" y="519112"/>
                  <a:pt x="764572" y="521898"/>
                  <a:pt x="760915" y="521898"/>
                </a:cubicBezTo>
                <a:cubicBezTo>
                  <a:pt x="758643" y="521898"/>
                  <a:pt x="757507" y="521129"/>
                  <a:pt x="757507" y="519591"/>
                </a:cubicBezTo>
                <a:cubicBezTo>
                  <a:pt x="757507" y="518052"/>
                  <a:pt x="758559" y="516636"/>
                  <a:pt x="760663" y="515341"/>
                </a:cubicBezTo>
                <a:cubicBezTo>
                  <a:pt x="772095" y="508226"/>
                  <a:pt x="782400" y="499787"/>
                  <a:pt x="791580" y="490022"/>
                </a:cubicBezTo>
                <a:cubicBezTo>
                  <a:pt x="800760" y="480258"/>
                  <a:pt x="808294" y="469749"/>
                  <a:pt x="814184" y="458493"/>
                </a:cubicBezTo>
                <a:cubicBezTo>
                  <a:pt x="820073" y="447238"/>
                  <a:pt x="823018" y="439009"/>
                  <a:pt x="823018" y="433806"/>
                </a:cubicBezTo>
                <a:cubicBezTo>
                  <a:pt x="823018" y="433008"/>
                  <a:pt x="822929" y="432166"/>
                  <a:pt x="822752" y="431279"/>
                </a:cubicBezTo>
                <a:cubicBezTo>
                  <a:pt x="822574" y="430392"/>
                  <a:pt x="822486" y="429577"/>
                  <a:pt x="822486" y="428835"/>
                </a:cubicBezTo>
                <a:cubicBezTo>
                  <a:pt x="822486" y="425735"/>
                  <a:pt x="823754" y="424186"/>
                  <a:pt x="826291" y="424186"/>
                </a:cubicBezTo>
                <a:close/>
                <a:moveTo>
                  <a:pt x="460928" y="423832"/>
                </a:moveTo>
                <a:cubicBezTo>
                  <a:pt x="463633" y="423832"/>
                  <a:pt x="467136" y="424571"/>
                  <a:pt x="471437" y="426049"/>
                </a:cubicBezTo>
                <a:cubicBezTo>
                  <a:pt x="475738" y="427527"/>
                  <a:pt x="477889" y="429302"/>
                  <a:pt x="477889" y="431374"/>
                </a:cubicBezTo>
                <a:cubicBezTo>
                  <a:pt x="477889" y="433446"/>
                  <a:pt x="476852" y="435647"/>
                  <a:pt x="474778" y="437977"/>
                </a:cubicBezTo>
                <a:cubicBezTo>
                  <a:pt x="474196" y="438791"/>
                  <a:pt x="472865" y="441294"/>
                  <a:pt x="470785" y="445487"/>
                </a:cubicBezTo>
                <a:cubicBezTo>
                  <a:pt x="471309" y="445199"/>
                  <a:pt x="473350" y="444502"/>
                  <a:pt x="476907" y="443397"/>
                </a:cubicBezTo>
                <a:cubicBezTo>
                  <a:pt x="485021" y="440296"/>
                  <a:pt x="491550" y="438746"/>
                  <a:pt x="496495" y="438746"/>
                </a:cubicBezTo>
                <a:cubicBezTo>
                  <a:pt x="498770" y="438746"/>
                  <a:pt x="500765" y="439331"/>
                  <a:pt x="502480" y="440500"/>
                </a:cubicBezTo>
                <a:cubicBezTo>
                  <a:pt x="504194" y="441670"/>
                  <a:pt x="505052" y="443049"/>
                  <a:pt x="505052" y="444636"/>
                </a:cubicBezTo>
                <a:cubicBezTo>
                  <a:pt x="505052" y="447130"/>
                  <a:pt x="503532" y="448942"/>
                  <a:pt x="500492" y="450072"/>
                </a:cubicBezTo>
                <a:cubicBezTo>
                  <a:pt x="497452" y="451202"/>
                  <a:pt x="486448" y="453425"/>
                  <a:pt x="467480" y="456739"/>
                </a:cubicBezTo>
                <a:cubicBezTo>
                  <a:pt x="464510" y="465194"/>
                  <a:pt x="462713" y="469728"/>
                  <a:pt x="462087" y="470343"/>
                </a:cubicBezTo>
                <a:cubicBezTo>
                  <a:pt x="469083" y="468878"/>
                  <a:pt x="474044" y="467536"/>
                  <a:pt x="476970" y="466316"/>
                </a:cubicBezTo>
                <a:cubicBezTo>
                  <a:pt x="479895" y="465096"/>
                  <a:pt x="482231" y="464487"/>
                  <a:pt x="483975" y="464487"/>
                </a:cubicBezTo>
                <a:cubicBezTo>
                  <a:pt x="485720" y="464487"/>
                  <a:pt x="488899" y="465607"/>
                  <a:pt x="493513" y="467849"/>
                </a:cubicBezTo>
                <a:cubicBezTo>
                  <a:pt x="498127" y="470090"/>
                  <a:pt x="500434" y="472115"/>
                  <a:pt x="500434" y="473923"/>
                </a:cubicBezTo>
                <a:cubicBezTo>
                  <a:pt x="500434" y="475731"/>
                  <a:pt x="499524" y="477867"/>
                  <a:pt x="497705" y="480333"/>
                </a:cubicBezTo>
                <a:cubicBezTo>
                  <a:pt x="496866" y="481383"/>
                  <a:pt x="496100" y="485240"/>
                  <a:pt x="495405" y="491903"/>
                </a:cubicBezTo>
                <a:cubicBezTo>
                  <a:pt x="494710" y="498566"/>
                  <a:pt x="493843" y="511559"/>
                  <a:pt x="492802" y="530882"/>
                </a:cubicBezTo>
                <a:cubicBezTo>
                  <a:pt x="496584" y="530450"/>
                  <a:pt x="501516" y="529692"/>
                  <a:pt x="507598" y="528607"/>
                </a:cubicBezTo>
                <a:cubicBezTo>
                  <a:pt x="513681" y="527522"/>
                  <a:pt x="519229" y="526980"/>
                  <a:pt x="524242" y="526980"/>
                </a:cubicBezTo>
                <a:cubicBezTo>
                  <a:pt x="529256" y="526980"/>
                  <a:pt x="533909" y="528136"/>
                  <a:pt x="538203" y="530448"/>
                </a:cubicBezTo>
                <a:cubicBezTo>
                  <a:pt x="542496" y="532760"/>
                  <a:pt x="544643" y="535106"/>
                  <a:pt x="544643" y="537487"/>
                </a:cubicBezTo>
                <a:cubicBezTo>
                  <a:pt x="544643" y="541179"/>
                  <a:pt x="541199" y="543024"/>
                  <a:pt x="534310" y="543024"/>
                </a:cubicBezTo>
                <a:cubicBezTo>
                  <a:pt x="532914" y="543024"/>
                  <a:pt x="531352" y="542957"/>
                  <a:pt x="529628" y="542823"/>
                </a:cubicBezTo>
                <a:cubicBezTo>
                  <a:pt x="520549" y="541892"/>
                  <a:pt x="512700" y="541426"/>
                  <a:pt x="506081" y="541426"/>
                </a:cubicBezTo>
                <a:cubicBezTo>
                  <a:pt x="489961" y="541426"/>
                  <a:pt x="473347" y="542193"/>
                  <a:pt x="456239" y="543727"/>
                </a:cubicBezTo>
                <a:lnTo>
                  <a:pt x="445223" y="545394"/>
                </a:lnTo>
                <a:lnTo>
                  <a:pt x="453248" y="548111"/>
                </a:lnTo>
                <a:cubicBezTo>
                  <a:pt x="457246" y="550243"/>
                  <a:pt x="459245" y="552146"/>
                  <a:pt x="459245" y="553820"/>
                </a:cubicBezTo>
                <a:cubicBezTo>
                  <a:pt x="459245" y="555477"/>
                  <a:pt x="457869" y="557070"/>
                  <a:pt x="455117" y="558599"/>
                </a:cubicBezTo>
                <a:cubicBezTo>
                  <a:pt x="454172" y="559125"/>
                  <a:pt x="450542" y="562486"/>
                  <a:pt x="444227" y="568683"/>
                </a:cubicBezTo>
                <a:cubicBezTo>
                  <a:pt x="437765" y="574567"/>
                  <a:pt x="431064" y="579395"/>
                  <a:pt x="424123" y="583168"/>
                </a:cubicBezTo>
                <a:cubicBezTo>
                  <a:pt x="417183" y="586941"/>
                  <a:pt x="412427" y="588828"/>
                  <a:pt x="409856" y="588828"/>
                </a:cubicBezTo>
                <a:cubicBezTo>
                  <a:pt x="407584" y="588828"/>
                  <a:pt x="406449" y="588024"/>
                  <a:pt x="406449" y="586417"/>
                </a:cubicBezTo>
                <a:cubicBezTo>
                  <a:pt x="406449" y="584810"/>
                  <a:pt x="407724" y="583254"/>
                  <a:pt x="410276" y="581750"/>
                </a:cubicBezTo>
                <a:cubicBezTo>
                  <a:pt x="412828" y="580246"/>
                  <a:pt x="416705" y="577267"/>
                  <a:pt x="421908" y="572816"/>
                </a:cubicBezTo>
                <a:cubicBezTo>
                  <a:pt x="427111" y="568364"/>
                  <a:pt x="431487" y="563734"/>
                  <a:pt x="435036" y="558927"/>
                </a:cubicBezTo>
                <a:cubicBezTo>
                  <a:pt x="438584" y="554120"/>
                  <a:pt x="440359" y="551175"/>
                  <a:pt x="440359" y="550091"/>
                </a:cubicBezTo>
                <a:cubicBezTo>
                  <a:pt x="440359" y="548365"/>
                  <a:pt x="440646" y="547070"/>
                  <a:pt x="441220" y="546207"/>
                </a:cubicBezTo>
                <a:lnTo>
                  <a:pt x="441816" y="545909"/>
                </a:lnTo>
                <a:lnTo>
                  <a:pt x="408273" y="550984"/>
                </a:lnTo>
                <a:cubicBezTo>
                  <a:pt x="404992" y="551714"/>
                  <a:pt x="402311" y="552079"/>
                  <a:pt x="400228" y="552079"/>
                </a:cubicBezTo>
                <a:cubicBezTo>
                  <a:pt x="398145" y="552079"/>
                  <a:pt x="395258" y="551039"/>
                  <a:pt x="391568" y="548960"/>
                </a:cubicBezTo>
                <a:cubicBezTo>
                  <a:pt x="387878" y="546880"/>
                  <a:pt x="386032" y="544916"/>
                  <a:pt x="386032" y="543068"/>
                </a:cubicBezTo>
                <a:cubicBezTo>
                  <a:pt x="386032" y="541220"/>
                  <a:pt x="388056" y="540295"/>
                  <a:pt x="392104" y="540295"/>
                </a:cubicBezTo>
                <a:cubicBezTo>
                  <a:pt x="396411" y="540295"/>
                  <a:pt x="410428" y="539172"/>
                  <a:pt x="434155" y="536925"/>
                </a:cubicBezTo>
                <a:cubicBezTo>
                  <a:pt x="434266" y="516109"/>
                  <a:pt x="434032" y="502046"/>
                  <a:pt x="433452" y="494735"/>
                </a:cubicBezTo>
                <a:cubicBezTo>
                  <a:pt x="432872" y="487424"/>
                  <a:pt x="431896" y="482665"/>
                  <a:pt x="430524" y="480456"/>
                </a:cubicBezTo>
                <a:cubicBezTo>
                  <a:pt x="429152" y="478248"/>
                  <a:pt x="428465" y="476218"/>
                  <a:pt x="428465" y="474367"/>
                </a:cubicBezTo>
                <a:cubicBezTo>
                  <a:pt x="428465" y="472515"/>
                  <a:pt x="429653" y="471590"/>
                  <a:pt x="432027" y="471590"/>
                </a:cubicBezTo>
                <a:cubicBezTo>
                  <a:pt x="434401" y="471590"/>
                  <a:pt x="437344" y="472180"/>
                  <a:pt x="440857" y="473360"/>
                </a:cubicBezTo>
                <a:cubicBezTo>
                  <a:pt x="442826" y="473281"/>
                  <a:pt x="446459" y="472818"/>
                  <a:pt x="451755" y="471972"/>
                </a:cubicBezTo>
                <a:cubicBezTo>
                  <a:pt x="453408" y="466799"/>
                  <a:pt x="454758" y="462255"/>
                  <a:pt x="455804" y="458339"/>
                </a:cubicBezTo>
                <a:cubicBezTo>
                  <a:pt x="446900" y="459996"/>
                  <a:pt x="441130" y="460825"/>
                  <a:pt x="438494" y="460825"/>
                </a:cubicBezTo>
                <a:cubicBezTo>
                  <a:pt x="435858" y="460825"/>
                  <a:pt x="433201" y="460318"/>
                  <a:pt x="430525" y="459306"/>
                </a:cubicBezTo>
                <a:cubicBezTo>
                  <a:pt x="427849" y="458294"/>
                  <a:pt x="426511" y="456920"/>
                  <a:pt x="426511" y="455185"/>
                </a:cubicBezTo>
                <a:cubicBezTo>
                  <a:pt x="426511" y="453449"/>
                  <a:pt x="428806" y="452382"/>
                  <a:pt x="433396" y="451984"/>
                </a:cubicBezTo>
                <a:cubicBezTo>
                  <a:pt x="437985" y="451585"/>
                  <a:pt x="446106" y="450232"/>
                  <a:pt x="457758" y="447925"/>
                </a:cubicBezTo>
                <a:cubicBezTo>
                  <a:pt x="458586" y="442957"/>
                  <a:pt x="458999" y="439079"/>
                  <a:pt x="458999" y="436291"/>
                </a:cubicBezTo>
                <a:cubicBezTo>
                  <a:pt x="458999" y="434859"/>
                  <a:pt x="458644" y="433491"/>
                  <a:pt x="457935" y="432190"/>
                </a:cubicBezTo>
                <a:cubicBezTo>
                  <a:pt x="457225" y="430888"/>
                  <a:pt x="456870" y="429170"/>
                  <a:pt x="456870" y="427035"/>
                </a:cubicBezTo>
                <a:cubicBezTo>
                  <a:pt x="456870" y="424900"/>
                  <a:pt x="458223" y="423832"/>
                  <a:pt x="460928" y="423832"/>
                </a:cubicBezTo>
                <a:close/>
                <a:moveTo>
                  <a:pt x="1174996" y="420459"/>
                </a:moveTo>
                <a:cubicBezTo>
                  <a:pt x="1177301" y="420459"/>
                  <a:pt x="1180174" y="421085"/>
                  <a:pt x="1183615" y="422336"/>
                </a:cubicBezTo>
                <a:cubicBezTo>
                  <a:pt x="1187055" y="423588"/>
                  <a:pt x="1189494" y="424743"/>
                  <a:pt x="1190932" y="425802"/>
                </a:cubicBezTo>
                <a:cubicBezTo>
                  <a:pt x="1192369" y="426860"/>
                  <a:pt x="1193088" y="428177"/>
                  <a:pt x="1193088" y="429752"/>
                </a:cubicBezTo>
                <a:cubicBezTo>
                  <a:pt x="1193088" y="431327"/>
                  <a:pt x="1192579" y="433761"/>
                  <a:pt x="1191562" y="437053"/>
                </a:cubicBezTo>
                <a:cubicBezTo>
                  <a:pt x="1190545" y="440346"/>
                  <a:pt x="1189929" y="447832"/>
                  <a:pt x="1189714" y="459513"/>
                </a:cubicBezTo>
                <a:cubicBezTo>
                  <a:pt x="1216346" y="456713"/>
                  <a:pt x="1230464" y="455027"/>
                  <a:pt x="1232068" y="454454"/>
                </a:cubicBezTo>
                <a:cubicBezTo>
                  <a:pt x="1234688" y="453332"/>
                  <a:pt x="1236952" y="452771"/>
                  <a:pt x="1238857" y="452771"/>
                </a:cubicBezTo>
                <a:cubicBezTo>
                  <a:pt x="1242443" y="452771"/>
                  <a:pt x="1247399" y="454986"/>
                  <a:pt x="1253726" y="459415"/>
                </a:cubicBezTo>
                <a:cubicBezTo>
                  <a:pt x="1260052" y="463844"/>
                  <a:pt x="1263215" y="467380"/>
                  <a:pt x="1263215" y="470023"/>
                </a:cubicBezTo>
                <a:cubicBezTo>
                  <a:pt x="1263215" y="472666"/>
                  <a:pt x="1260706" y="474216"/>
                  <a:pt x="1255688" y="474672"/>
                </a:cubicBezTo>
                <a:cubicBezTo>
                  <a:pt x="1247763" y="475362"/>
                  <a:pt x="1241084" y="477078"/>
                  <a:pt x="1235651" y="479821"/>
                </a:cubicBezTo>
                <a:cubicBezTo>
                  <a:pt x="1234422" y="480532"/>
                  <a:pt x="1232986" y="480887"/>
                  <a:pt x="1231344" y="480887"/>
                </a:cubicBezTo>
                <a:cubicBezTo>
                  <a:pt x="1229702" y="480887"/>
                  <a:pt x="1228881" y="480212"/>
                  <a:pt x="1228881" y="478861"/>
                </a:cubicBezTo>
                <a:cubicBezTo>
                  <a:pt x="1228881" y="477511"/>
                  <a:pt x="1229250" y="476283"/>
                  <a:pt x="1229987" y="475178"/>
                </a:cubicBezTo>
                <a:cubicBezTo>
                  <a:pt x="1233629" y="470100"/>
                  <a:pt x="1235450" y="467242"/>
                  <a:pt x="1235450" y="466605"/>
                </a:cubicBezTo>
                <a:cubicBezTo>
                  <a:pt x="1235450" y="465967"/>
                  <a:pt x="1235184" y="465555"/>
                  <a:pt x="1234654" y="465367"/>
                </a:cubicBezTo>
                <a:cubicBezTo>
                  <a:pt x="1234123" y="465180"/>
                  <a:pt x="1232566" y="465086"/>
                  <a:pt x="1229981" y="465086"/>
                </a:cubicBezTo>
                <a:cubicBezTo>
                  <a:pt x="1221217" y="465086"/>
                  <a:pt x="1208706" y="465914"/>
                  <a:pt x="1192448" y="467569"/>
                </a:cubicBezTo>
                <a:cubicBezTo>
                  <a:pt x="1176191" y="469224"/>
                  <a:pt x="1164266" y="470792"/>
                  <a:pt x="1156673" y="472273"/>
                </a:cubicBezTo>
                <a:cubicBezTo>
                  <a:pt x="1149081" y="473754"/>
                  <a:pt x="1143137" y="474436"/>
                  <a:pt x="1138840" y="474319"/>
                </a:cubicBezTo>
                <a:cubicBezTo>
                  <a:pt x="1137146" y="480592"/>
                  <a:pt x="1134932" y="486303"/>
                  <a:pt x="1132199" y="491450"/>
                </a:cubicBezTo>
                <a:cubicBezTo>
                  <a:pt x="1129467" y="496598"/>
                  <a:pt x="1126856" y="499172"/>
                  <a:pt x="1124365" y="499172"/>
                </a:cubicBezTo>
                <a:cubicBezTo>
                  <a:pt x="1121875" y="499172"/>
                  <a:pt x="1120149" y="498026"/>
                  <a:pt x="1119188" y="495734"/>
                </a:cubicBezTo>
                <a:cubicBezTo>
                  <a:pt x="1118226" y="493443"/>
                  <a:pt x="1117745" y="491578"/>
                  <a:pt x="1117745" y="490138"/>
                </a:cubicBezTo>
                <a:cubicBezTo>
                  <a:pt x="1117745" y="488699"/>
                  <a:pt x="1118093" y="487032"/>
                  <a:pt x="1118787" y="485136"/>
                </a:cubicBezTo>
                <a:cubicBezTo>
                  <a:pt x="1119482" y="483241"/>
                  <a:pt x="1120288" y="481704"/>
                  <a:pt x="1121207" y="480525"/>
                </a:cubicBezTo>
                <a:cubicBezTo>
                  <a:pt x="1123488" y="477784"/>
                  <a:pt x="1125717" y="472426"/>
                  <a:pt x="1127894" y="464450"/>
                </a:cubicBezTo>
                <a:cubicBezTo>
                  <a:pt x="1128744" y="461752"/>
                  <a:pt x="1130203" y="460403"/>
                  <a:pt x="1132269" y="460403"/>
                </a:cubicBezTo>
                <a:cubicBezTo>
                  <a:pt x="1134335" y="460403"/>
                  <a:pt x="1136108" y="462238"/>
                  <a:pt x="1137588" y="465906"/>
                </a:cubicBezTo>
                <a:cubicBezTo>
                  <a:pt x="1149990" y="463814"/>
                  <a:pt x="1163569" y="462096"/>
                  <a:pt x="1178324" y="460754"/>
                </a:cubicBezTo>
                <a:cubicBezTo>
                  <a:pt x="1178535" y="453210"/>
                  <a:pt x="1178324" y="446797"/>
                  <a:pt x="1177690" y="441516"/>
                </a:cubicBezTo>
                <a:cubicBezTo>
                  <a:pt x="1177057" y="436234"/>
                  <a:pt x="1175873" y="432338"/>
                  <a:pt x="1174139" y="429826"/>
                </a:cubicBezTo>
                <a:cubicBezTo>
                  <a:pt x="1172405" y="427314"/>
                  <a:pt x="1171537" y="425125"/>
                  <a:pt x="1171537" y="423258"/>
                </a:cubicBezTo>
                <a:cubicBezTo>
                  <a:pt x="1171537" y="421392"/>
                  <a:pt x="1172690" y="420459"/>
                  <a:pt x="1174996" y="420459"/>
                </a:cubicBezTo>
                <a:close/>
                <a:moveTo>
                  <a:pt x="218354" y="329148"/>
                </a:moveTo>
                <a:cubicBezTo>
                  <a:pt x="221602" y="329148"/>
                  <a:pt x="224402" y="330324"/>
                  <a:pt x="226755" y="332677"/>
                </a:cubicBezTo>
                <a:cubicBezTo>
                  <a:pt x="229108" y="335029"/>
                  <a:pt x="230284" y="337793"/>
                  <a:pt x="230284" y="340969"/>
                </a:cubicBezTo>
                <a:cubicBezTo>
                  <a:pt x="230284" y="344145"/>
                  <a:pt x="229096" y="346885"/>
                  <a:pt x="226720" y="349191"/>
                </a:cubicBezTo>
                <a:cubicBezTo>
                  <a:pt x="224344" y="351496"/>
                  <a:pt x="221550" y="352649"/>
                  <a:pt x="218339" y="352649"/>
                </a:cubicBezTo>
                <a:cubicBezTo>
                  <a:pt x="215127" y="352649"/>
                  <a:pt x="212339" y="351501"/>
                  <a:pt x="209973" y="349205"/>
                </a:cubicBezTo>
                <a:cubicBezTo>
                  <a:pt x="207607" y="346909"/>
                  <a:pt x="206424" y="344163"/>
                  <a:pt x="206424" y="340969"/>
                </a:cubicBezTo>
                <a:cubicBezTo>
                  <a:pt x="206424" y="337775"/>
                  <a:pt x="207596" y="335006"/>
                  <a:pt x="209939" y="332663"/>
                </a:cubicBezTo>
                <a:cubicBezTo>
                  <a:pt x="212282" y="330319"/>
                  <a:pt x="215087" y="329148"/>
                  <a:pt x="218354" y="329148"/>
                </a:cubicBezTo>
                <a:close/>
                <a:moveTo>
                  <a:pt x="119661" y="322452"/>
                </a:moveTo>
                <a:cubicBezTo>
                  <a:pt x="123264" y="322452"/>
                  <a:pt x="126140" y="323461"/>
                  <a:pt x="128289" y="325480"/>
                </a:cubicBezTo>
                <a:cubicBezTo>
                  <a:pt x="130437" y="327498"/>
                  <a:pt x="131512" y="330157"/>
                  <a:pt x="131512" y="333456"/>
                </a:cubicBezTo>
                <a:cubicBezTo>
                  <a:pt x="131512" y="334628"/>
                  <a:pt x="131273" y="336104"/>
                  <a:pt x="130795" y="337884"/>
                </a:cubicBezTo>
                <a:lnTo>
                  <a:pt x="131316" y="338079"/>
                </a:lnTo>
                <a:cubicBezTo>
                  <a:pt x="134963" y="332957"/>
                  <a:pt x="138782" y="329072"/>
                  <a:pt x="142776" y="326424"/>
                </a:cubicBezTo>
                <a:cubicBezTo>
                  <a:pt x="146770" y="323776"/>
                  <a:pt x="151197" y="322452"/>
                  <a:pt x="156059" y="322452"/>
                </a:cubicBezTo>
                <a:cubicBezTo>
                  <a:pt x="158924" y="322452"/>
                  <a:pt x="161962" y="322864"/>
                  <a:pt x="165175" y="323689"/>
                </a:cubicBezTo>
                <a:lnTo>
                  <a:pt x="161333" y="341204"/>
                </a:lnTo>
                <a:lnTo>
                  <a:pt x="149678" y="341204"/>
                </a:lnTo>
                <a:cubicBezTo>
                  <a:pt x="149678" y="338296"/>
                  <a:pt x="149363" y="336278"/>
                  <a:pt x="148734" y="335149"/>
                </a:cubicBezTo>
                <a:cubicBezTo>
                  <a:pt x="148104" y="334020"/>
                  <a:pt x="147030" y="333456"/>
                  <a:pt x="145511" y="333456"/>
                </a:cubicBezTo>
                <a:cubicBezTo>
                  <a:pt x="144339" y="333456"/>
                  <a:pt x="143058" y="333868"/>
                  <a:pt x="141669" y="334693"/>
                </a:cubicBezTo>
                <a:cubicBezTo>
                  <a:pt x="140280" y="335518"/>
                  <a:pt x="138620" y="337124"/>
                  <a:pt x="136688" y="339511"/>
                </a:cubicBezTo>
                <a:cubicBezTo>
                  <a:pt x="134756" y="341899"/>
                  <a:pt x="133302" y="344178"/>
                  <a:pt x="132325" y="346348"/>
                </a:cubicBezTo>
                <a:cubicBezTo>
                  <a:pt x="131349" y="348519"/>
                  <a:pt x="130491" y="351297"/>
                  <a:pt x="129754" y="354683"/>
                </a:cubicBezTo>
                <a:lnTo>
                  <a:pt x="122396" y="388085"/>
                </a:lnTo>
                <a:lnTo>
                  <a:pt x="103709" y="388085"/>
                </a:lnTo>
                <a:lnTo>
                  <a:pt x="114192" y="342832"/>
                </a:lnTo>
                <a:cubicBezTo>
                  <a:pt x="114843" y="340011"/>
                  <a:pt x="115168" y="337862"/>
                  <a:pt x="115168" y="336386"/>
                </a:cubicBezTo>
                <a:cubicBezTo>
                  <a:pt x="115168" y="334954"/>
                  <a:pt x="114930" y="333847"/>
                  <a:pt x="114452" y="333065"/>
                </a:cubicBezTo>
                <a:cubicBezTo>
                  <a:pt x="113975" y="332284"/>
                  <a:pt x="113150" y="331893"/>
                  <a:pt x="111978" y="331893"/>
                </a:cubicBezTo>
                <a:cubicBezTo>
                  <a:pt x="110632" y="331893"/>
                  <a:pt x="109178" y="332501"/>
                  <a:pt x="107615" y="333716"/>
                </a:cubicBezTo>
                <a:cubicBezTo>
                  <a:pt x="106053" y="334932"/>
                  <a:pt x="104230" y="336733"/>
                  <a:pt x="102146" y="339121"/>
                </a:cubicBezTo>
                <a:lnTo>
                  <a:pt x="97458" y="334433"/>
                </a:lnTo>
                <a:cubicBezTo>
                  <a:pt x="101799" y="330005"/>
                  <a:pt x="105651" y="326901"/>
                  <a:pt x="109015" y="325122"/>
                </a:cubicBezTo>
                <a:cubicBezTo>
                  <a:pt x="112379" y="323342"/>
                  <a:pt x="115928" y="322452"/>
                  <a:pt x="119661" y="322452"/>
                </a:cubicBezTo>
                <a:close/>
                <a:moveTo>
                  <a:pt x="1347427" y="317141"/>
                </a:moveTo>
                <a:lnTo>
                  <a:pt x="1334705" y="320466"/>
                </a:lnTo>
                <a:cubicBezTo>
                  <a:pt x="1331751" y="327006"/>
                  <a:pt x="1330274" y="330472"/>
                  <a:pt x="1330274" y="330866"/>
                </a:cubicBezTo>
                <a:cubicBezTo>
                  <a:pt x="1330274" y="331259"/>
                  <a:pt x="1331180" y="331776"/>
                  <a:pt x="1332991" y="332417"/>
                </a:cubicBezTo>
                <a:cubicBezTo>
                  <a:pt x="1336051" y="333538"/>
                  <a:pt x="1338286" y="334756"/>
                  <a:pt x="1339696" y="336070"/>
                </a:cubicBezTo>
                <a:cubicBezTo>
                  <a:pt x="1342882" y="330168"/>
                  <a:pt x="1345459" y="323858"/>
                  <a:pt x="1347427" y="317141"/>
                </a:cubicBezTo>
                <a:close/>
                <a:moveTo>
                  <a:pt x="1330507" y="295594"/>
                </a:moveTo>
                <a:cubicBezTo>
                  <a:pt x="1332484" y="295594"/>
                  <a:pt x="1334922" y="296560"/>
                  <a:pt x="1337821" y="298492"/>
                </a:cubicBezTo>
                <a:cubicBezTo>
                  <a:pt x="1340720" y="300424"/>
                  <a:pt x="1342170" y="302285"/>
                  <a:pt x="1342170" y="304074"/>
                </a:cubicBezTo>
                <a:cubicBezTo>
                  <a:pt x="1342170" y="305863"/>
                  <a:pt x="1341772" y="307223"/>
                  <a:pt x="1340974" y="308153"/>
                </a:cubicBezTo>
                <a:cubicBezTo>
                  <a:pt x="1340177" y="309083"/>
                  <a:pt x="1339096" y="310340"/>
                  <a:pt x="1337731" y="311924"/>
                </a:cubicBezTo>
                <a:lnTo>
                  <a:pt x="1348371" y="309862"/>
                </a:lnTo>
                <a:cubicBezTo>
                  <a:pt x="1348569" y="308927"/>
                  <a:pt x="1348580" y="308046"/>
                  <a:pt x="1348402" y="307217"/>
                </a:cubicBezTo>
                <a:cubicBezTo>
                  <a:pt x="1348225" y="306389"/>
                  <a:pt x="1348137" y="305660"/>
                  <a:pt x="1348137" y="305033"/>
                </a:cubicBezTo>
                <a:cubicBezTo>
                  <a:pt x="1348137" y="302527"/>
                  <a:pt x="1349102" y="301275"/>
                  <a:pt x="1351032" y="301275"/>
                </a:cubicBezTo>
                <a:cubicBezTo>
                  <a:pt x="1352963" y="301275"/>
                  <a:pt x="1355578" y="302134"/>
                  <a:pt x="1358878" y="303854"/>
                </a:cubicBezTo>
                <a:cubicBezTo>
                  <a:pt x="1362178" y="305573"/>
                  <a:pt x="1363828" y="307194"/>
                  <a:pt x="1363828" y="308716"/>
                </a:cubicBezTo>
                <a:cubicBezTo>
                  <a:pt x="1363828" y="310238"/>
                  <a:pt x="1363269" y="311930"/>
                  <a:pt x="1362152" y="313792"/>
                </a:cubicBezTo>
                <a:cubicBezTo>
                  <a:pt x="1361036" y="315653"/>
                  <a:pt x="1359674" y="318992"/>
                  <a:pt x="1358069" y="323807"/>
                </a:cubicBezTo>
                <a:cubicBezTo>
                  <a:pt x="1356464" y="328623"/>
                  <a:pt x="1353294" y="334333"/>
                  <a:pt x="1348561" y="340936"/>
                </a:cubicBezTo>
                <a:cubicBezTo>
                  <a:pt x="1353157" y="343314"/>
                  <a:pt x="1356496" y="345771"/>
                  <a:pt x="1358577" y="348308"/>
                </a:cubicBezTo>
                <a:cubicBezTo>
                  <a:pt x="1360658" y="350846"/>
                  <a:pt x="1361698" y="353583"/>
                  <a:pt x="1361698" y="356520"/>
                </a:cubicBezTo>
                <a:cubicBezTo>
                  <a:pt x="1361698" y="360449"/>
                  <a:pt x="1360634" y="362413"/>
                  <a:pt x="1358506" y="362413"/>
                </a:cubicBezTo>
                <a:cubicBezTo>
                  <a:pt x="1356378" y="362413"/>
                  <a:pt x="1354424" y="361433"/>
                  <a:pt x="1352644" y="359472"/>
                </a:cubicBezTo>
                <a:cubicBezTo>
                  <a:pt x="1348289" y="355012"/>
                  <a:pt x="1344996" y="351494"/>
                  <a:pt x="1342764" y="348919"/>
                </a:cubicBezTo>
                <a:cubicBezTo>
                  <a:pt x="1338296" y="354430"/>
                  <a:pt x="1331934" y="358885"/>
                  <a:pt x="1323677" y="362284"/>
                </a:cubicBezTo>
                <a:cubicBezTo>
                  <a:pt x="1315420" y="365684"/>
                  <a:pt x="1308021" y="367384"/>
                  <a:pt x="1301479" y="367384"/>
                </a:cubicBezTo>
                <a:cubicBezTo>
                  <a:pt x="1298734" y="367384"/>
                  <a:pt x="1297362" y="366492"/>
                  <a:pt x="1297362" y="364706"/>
                </a:cubicBezTo>
                <a:cubicBezTo>
                  <a:pt x="1297362" y="362921"/>
                  <a:pt x="1298533" y="361735"/>
                  <a:pt x="1300874" y="361149"/>
                </a:cubicBezTo>
                <a:cubicBezTo>
                  <a:pt x="1317331" y="355628"/>
                  <a:pt x="1328824" y="349594"/>
                  <a:pt x="1335353" y="343049"/>
                </a:cubicBezTo>
                <a:cubicBezTo>
                  <a:pt x="1330798" y="340344"/>
                  <a:pt x="1327056" y="338392"/>
                  <a:pt x="1324125" y="337193"/>
                </a:cubicBezTo>
                <a:cubicBezTo>
                  <a:pt x="1321195" y="335994"/>
                  <a:pt x="1319729" y="334328"/>
                  <a:pt x="1319729" y="332196"/>
                </a:cubicBezTo>
                <a:cubicBezTo>
                  <a:pt x="1319729" y="331387"/>
                  <a:pt x="1320214" y="329954"/>
                  <a:pt x="1321183" y="327896"/>
                </a:cubicBezTo>
                <a:cubicBezTo>
                  <a:pt x="1322152" y="325839"/>
                  <a:pt x="1323029" y="324088"/>
                  <a:pt x="1323815" y="322644"/>
                </a:cubicBezTo>
                <a:cubicBezTo>
                  <a:pt x="1316706" y="324774"/>
                  <a:pt x="1309547" y="327060"/>
                  <a:pt x="1302336" y="329501"/>
                </a:cubicBezTo>
                <a:cubicBezTo>
                  <a:pt x="1298513" y="330730"/>
                  <a:pt x="1295544" y="331345"/>
                  <a:pt x="1293428" y="331345"/>
                </a:cubicBezTo>
                <a:cubicBezTo>
                  <a:pt x="1291313" y="331345"/>
                  <a:pt x="1289043" y="330167"/>
                  <a:pt x="1286618" y="327810"/>
                </a:cubicBezTo>
                <a:cubicBezTo>
                  <a:pt x="1284193" y="325454"/>
                  <a:pt x="1282980" y="323282"/>
                  <a:pt x="1282980" y="321296"/>
                </a:cubicBezTo>
                <a:cubicBezTo>
                  <a:pt x="1282980" y="319310"/>
                  <a:pt x="1284482" y="318317"/>
                  <a:pt x="1287485" y="318317"/>
                </a:cubicBezTo>
                <a:lnTo>
                  <a:pt x="1292657" y="318496"/>
                </a:lnTo>
                <a:cubicBezTo>
                  <a:pt x="1298026" y="318496"/>
                  <a:pt x="1308998" y="316984"/>
                  <a:pt x="1325574" y="313960"/>
                </a:cubicBezTo>
                <a:cubicBezTo>
                  <a:pt x="1326886" y="309720"/>
                  <a:pt x="1327542" y="305147"/>
                  <a:pt x="1327542" y="300240"/>
                </a:cubicBezTo>
                <a:cubicBezTo>
                  <a:pt x="1327542" y="297142"/>
                  <a:pt x="1328531" y="295594"/>
                  <a:pt x="1330507" y="295594"/>
                </a:cubicBezTo>
                <a:close/>
                <a:moveTo>
                  <a:pt x="640186" y="290444"/>
                </a:moveTo>
                <a:cubicBezTo>
                  <a:pt x="642156" y="290444"/>
                  <a:pt x="645485" y="291343"/>
                  <a:pt x="650171" y="293141"/>
                </a:cubicBezTo>
                <a:cubicBezTo>
                  <a:pt x="654858" y="294938"/>
                  <a:pt x="657892" y="297351"/>
                  <a:pt x="659275" y="300378"/>
                </a:cubicBezTo>
                <a:cubicBezTo>
                  <a:pt x="660658" y="303406"/>
                  <a:pt x="661349" y="306109"/>
                  <a:pt x="661349" y="308488"/>
                </a:cubicBezTo>
                <a:cubicBezTo>
                  <a:pt x="661349" y="310867"/>
                  <a:pt x="660750" y="312816"/>
                  <a:pt x="659551" y="314333"/>
                </a:cubicBezTo>
                <a:cubicBezTo>
                  <a:pt x="658352" y="315851"/>
                  <a:pt x="656897" y="316610"/>
                  <a:pt x="655186" y="316610"/>
                </a:cubicBezTo>
                <a:cubicBezTo>
                  <a:pt x="653475" y="316610"/>
                  <a:pt x="652010" y="316071"/>
                  <a:pt x="650790" y="314995"/>
                </a:cubicBezTo>
                <a:cubicBezTo>
                  <a:pt x="649571" y="313918"/>
                  <a:pt x="647690" y="311508"/>
                  <a:pt x="645149" y="307763"/>
                </a:cubicBezTo>
                <a:cubicBezTo>
                  <a:pt x="642608" y="304018"/>
                  <a:pt x="640548" y="300981"/>
                  <a:pt x="638969" y="298652"/>
                </a:cubicBezTo>
                <a:cubicBezTo>
                  <a:pt x="637390" y="296323"/>
                  <a:pt x="636601" y="294373"/>
                  <a:pt x="636601" y="292801"/>
                </a:cubicBezTo>
                <a:cubicBezTo>
                  <a:pt x="636601" y="291230"/>
                  <a:pt x="637796" y="290444"/>
                  <a:pt x="640186" y="290444"/>
                </a:cubicBezTo>
                <a:close/>
                <a:moveTo>
                  <a:pt x="801296" y="284764"/>
                </a:moveTo>
                <a:cubicBezTo>
                  <a:pt x="803463" y="284764"/>
                  <a:pt x="806433" y="285741"/>
                  <a:pt x="810208" y="287696"/>
                </a:cubicBezTo>
                <a:cubicBezTo>
                  <a:pt x="813983" y="289651"/>
                  <a:pt x="815871" y="291761"/>
                  <a:pt x="815871" y="294027"/>
                </a:cubicBezTo>
                <a:cubicBezTo>
                  <a:pt x="815871" y="294762"/>
                  <a:pt x="815562" y="296088"/>
                  <a:pt x="814943" y="298004"/>
                </a:cubicBezTo>
                <a:cubicBezTo>
                  <a:pt x="814325" y="299921"/>
                  <a:pt x="813522" y="303597"/>
                  <a:pt x="812534" y="309034"/>
                </a:cubicBezTo>
                <a:cubicBezTo>
                  <a:pt x="809938" y="321425"/>
                  <a:pt x="806128" y="331052"/>
                  <a:pt x="801104" y="337914"/>
                </a:cubicBezTo>
                <a:cubicBezTo>
                  <a:pt x="796080" y="344776"/>
                  <a:pt x="790283" y="349864"/>
                  <a:pt x="783714" y="353179"/>
                </a:cubicBezTo>
                <a:cubicBezTo>
                  <a:pt x="777144" y="356494"/>
                  <a:pt x="772890" y="358152"/>
                  <a:pt x="770952" y="358152"/>
                </a:cubicBezTo>
                <a:cubicBezTo>
                  <a:pt x="769014" y="358152"/>
                  <a:pt x="768045" y="357329"/>
                  <a:pt x="768045" y="355683"/>
                </a:cubicBezTo>
                <a:cubicBezTo>
                  <a:pt x="768045" y="354037"/>
                  <a:pt x="769062" y="352537"/>
                  <a:pt x="771096" y="351181"/>
                </a:cubicBezTo>
                <a:cubicBezTo>
                  <a:pt x="780647" y="344472"/>
                  <a:pt x="787852" y="336547"/>
                  <a:pt x="792712" y="327406"/>
                </a:cubicBezTo>
                <a:cubicBezTo>
                  <a:pt x="797571" y="318265"/>
                  <a:pt x="800001" y="309032"/>
                  <a:pt x="800001" y="299708"/>
                </a:cubicBezTo>
                <a:cubicBezTo>
                  <a:pt x="800001" y="295976"/>
                  <a:pt x="799676" y="293429"/>
                  <a:pt x="799024" y="292068"/>
                </a:cubicBezTo>
                <a:cubicBezTo>
                  <a:pt x="798373" y="290707"/>
                  <a:pt x="798047" y="289525"/>
                  <a:pt x="798047" y="288524"/>
                </a:cubicBezTo>
                <a:cubicBezTo>
                  <a:pt x="798047" y="286017"/>
                  <a:pt x="799130" y="284764"/>
                  <a:pt x="801296" y="284764"/>
                </a:cubicBezTo>
                <a:close/>
                <a:moveTo>
                  <a:pt x="832178" y="274468"/>
                </a:moveTo>
                <a:cubicBezTo>
                  <a:pt x="834220" y="274468"/>
                  <a:pt x="837575" y="275553"/>
                  <a:pt x="842244" y="277724"/>
                </a:cubicBezTo>
                <a:cubicBezTo>
                  <a:pt x="846912" y="279895"/>
                  <a:pt x="849246" y="281879"/>
                  <a:pt x="849246" y="283678"/>
                </a:cubicBezTo>
                <a:cubicBezTo>
                  <a:pt x="849246" y="285476"/>
                  <a:pt x="849010" y="287263"/>
                  <a:pt x="848537" y="289038"/>
                </a:cubicBezTo>
                <a:cubicBezTo>
                  <a:pt x="848064" y="290813"/>
                  <a:pt x="847827" y="296630"/>
                  <a:pt x="847827" y="306489"/>
                </a:cubicBezTo>
                <a:lnTo>
                  <a:pt x="848537" y="354247"/>
                </a:lnTo>
                <a:cubicBezTo>
                  <a:pt x="848537" y="360409"/>
                  <a:pt x="847909" y="366033"/>
                  <a:pt x="846655" y="371118"/>
                </a:cubicBezTo>
                <a:cubicBezTo>
                  <a:pt x="845400" y="376204"/>
                  <a:pt x="843412" y="378746"/>
                  <a:pt x="840690" y="378746"/>
                </a:cubicBezTo>
                <a:cubicBezTo>
                  <a:pt x="837968" y="378746"/>
                  <a:pt x="835684" y="376439"/>
                  <a:pt x="833838" y="371825"/>
                </a:cubicBezTo>
                <a:cubicBezTo>
                  <a:pt x="831992" y="367211"/>
                  <a:pt x="831070" y="363530"/>
                  <a:pt x="831070" y="360782"/>
                </a:cubicBezTo>
                <a:cubicBezTo>
                  <a:pt x="831070" y="358033"/>
                  <a:pt x="831609" y="355647"/>
                  <a:pt x="832687" y="353625"/>
                </a:cubicBezTo>
                <a:cubicBezTo>
                  <a:pt x="833977" y="351264"/>
                  <a:pt x="834621" y="339506"/>
                  <a:pt x="834621" y="318349"/>
                </a:cubicBezTo>
                <a:cubicBezTo>
                  <a:pt x="834621" y="304807"/>
                  <a:pt x="834305" y="296026"/>
                  <a:pt x="833673" y="292004"/>
                </a:cubicBezTo>
                <a:cubicBezTo>
                  <a:pt x="833040" y="287982"/>
                  <a:pt x="832123" y="284949"/>
                  <a:pt x="830920" y="282906"/>
                </a:cubicBezTo>
                <a:cubicBezTo>
                  <a:pt x="829717" y="280862"/>
                  <a:pt x="829116" y="278945"/>
                  <a:pt x="829116" y="277154"/>
                </a:cubicBezTo>
                <a:cubicBezTo>
                  <a:pt x="829116" y="275363"/>
                  <a:pt x="830137" y="274468"/>
                  <a:pt x="832178" y="274468"/>
                </a:cubicBezTo>
                <a:close/>
                <a:moveTo>
                  <a:pt x="1188322" y="273467"/>
                </a:moveTo>
                <a:cubicBezTo>
                  <a:pt x="1184568" y="273467"/>
                  <a:pt x="1174402" y="274507"/>
                  <a:pt x="1157822" y="276589"/>
                </a:cubicBezTo>
                <a:cubicBezTo>
                  <a:pt x="1158621" y="278902"/>
                  <a:pt x="1159255" y="282099"/>
                  <a:pt x="1159725" y="286180"/>
                </a:cubicBezTo>
                <a:cubicBezTo>
                  <a:pt x="1175866" y="283854"/>
                  <a:pt x="1184610" y="282528"/>
                  <a:pt x="1185958" y="282203"/>
                </a:cubicBezTo>
                <a:cubicBezTo>
                  <a:pt x="1187306" y="281878"/>
                  <a:pt x="1188179" y="280693"/>
                  <a:pt x="1188578" y="278649"/>
                </a:cubicBezTo>
                <a:cubicBezTo>
                  <a:pt x="1188976" y="276604"/>
                  <a:pt x="1189176" y="275229"/>
                  <a:pt x="1189176" y="274524"/>
                </a:cubicBezTo>
                <a:cubicBezTo>
                  <a:pt x="1189176" y="273819"/>
                  <a:pt x="1188891" y="273467"/>
                  <a:pt x="1188322" y="273467"/>
                </a:cubicBezTo>
                <a:close/>
                <a:moveTo>
                  <a:pt x="997309" y="269562"/>
                </a:moveTo>
                <a:cubicBezTo>
                  <a:pt x="987075" y="271924"/>
                  <a:pt x="978694" y="273253"/>
                  <a:pt x="972168" y="273549"/>
                </a:cubicBezTo>
                <a:cubicBezTo>
                  <a:pt x="975363" y="289691"/>
                  <a:pt x="977822" y="303193"/>
                  <a:pt x="979546" y="314053"/>
                </a:cubicBezTo>
                <a:cubicBezTo>
                  <a:pt x="983436" y="313842"/>
                  <a:pt x="989302" y="313004"/>
                  <a:pt x="997142" y="311539"/>
                </a:cubicBezTo>
                <a:lnTo>
                  <a:pt x="997309" y="295481"/>
                </a:lnTo>
                <a:cubicBezTo>
                  <a:pt x="994657" y="296073"/>
                  <a:pt x="992166" y="296369"/>
                  <a:pt x="989837" y="296369"/>
                </a:cubicBezTo>
                <a:cubicBezTo>
                  <a:pt x="987508" y="296369"/>
                  <a:pt x="985331" y="296018"/>
                  <a:pt x="983305" y="295317"/>
                </a:cubicBezTo>
                <a:cubicBezTo>
                  <a:pt x="981279" y="294615"/>
                  <a:pt x="980267" y="293399"/>
                  <a:pt x="980267" y="291667"/>
                </a:cubicBezTo>
                <a:cubicBezTo>
                  <a:pt x="980267" y="289936"/>
                  <a:pt x="981741" y="288886"/>
                  <a:pt x="984689" y="288519"/>
                </a:cubicBezTo>
                <a:cubicBezTo>
                  <a:pt x="988480" y="288057"/>
                  <a:pt x="992687" y="287187"/>
                  <a:pt x="997309" y="285909"/>
                </a:cubicBezTo>
                <a:close/>
                <a:moveTo>
                  <a:pt x="1035159" y="264769"/>
                </a:moveTo>
                <a:cubicBezTo>
                  <a:pt x="1027927" y="264769"/>
                  <a:pt x="1019417" y="265673"/>
                  <a:pt x="1009627" y="267480"/>
                </a:cubicBezTo>
                <a:cubicBezTo>
                  <a:pt x="1009627" y="269993"/>
                  <a:pt x="1009509" y="275102"/>
                  <a:pt x="1009274" y="282807"/>
                </a:cubicBezTo>
                <a:cubicBezTo>
                  <a:pt x="1013917" y="281153"/>
                  <a:pt x="1017358" y="280327"/>
                  <a:pt x="1019598" y="280327"/>
                </a:cubicBezTo>
                <a:cubicBezTo>
                  <a:pt x="1021837" y="280327"/>
                  <a:pt x="1023961" y="280790"/>
                  <a:pt x="1025968" y="281715"/>
                </a:cubicBezTo>
                <a:cubicBezTo>
                  <a:pt x="1027976" y="282641"/>
                  <a:pt x="1028980" y="284075"/>
                  <a:pt x="1028980" y="286019"/>
                </a:cubicBezTo>
                <a:cubicBezTo>
                  <a:pt x="1028980" y="287963"/>
                  <a:pt x="1027726" y="289364"/>
                  <a:pt x="1025219" y="290224"/>
                </a:cubicBezTo>
                <a:cubicBezTo>
                  <a:pt x="1022712" y="291084"/>
                  <a:pt x="1017337" y="292263"/>
                  <a:pt x="1009095" y="293761"/>
                </a:cubicBezTo>
                <a:cubicBezTo>
                  <a:pt x="1009095" y="299198"/>
                  <a:pt x="1008977" y="304542"/>
                  <a:pt x="1008739" y="309792"/>
                </a:cubicBezTo>
                <a:cubicBezTo>
                  <a:pt x="1015184" y="308493"/>
                  <a:pt x="1019856" y="307844"/>
                  <a:pt x="1022755" y="307844"/>
                </a:cubicBezTo>
                <a:cubicBezTo>
                  <a:pt x="1025653" y="307844"/>
                  <a:pt x="1027635" y="308139"/>
                  <a:pt x="1028700" y="308731"/>
                </a:cubicBezTo>
                <a:cubicBezTo>
                  <a:pt x="1029765" y="309323"/>
                  <a:pt x="1030380" y="309619"/>
                  <a:pt x="1030544" y="309619"/>
                </a:cubicBezTo>
                <a:cubicBezTo>
                  <a:pt x="1031432" y="309619"/>
                  <a:pt x="1033098" y="303709"/>
                  <a:pt x="1035542" y="291888"/>
                </a:cubicBezTo>
                <a:cubicBezTo>
                  <a:pt x="1037986" y="280067"/>
                  <a:pt x="1039208" y="272777"/>
                  <a:pt x="1039208" y="270018"/>
                </a:cubicBezTo>
                <a:cubicBezTo>
                  <a:pt x="1039208" y="267259"/>
                  <a:pt x="1039023" y="265695"/>
                  <a:pt x="1038652" y="265324"/>
                </a:cubicBezTo>
                <a:cubicBezTo>
                  <a:pt x="1038282" y="264954"/>
                  <a:pt x="1037117" y="264769"/>
                  <a:pt x="1035159" y="264769"/>
                </a:cubicBezTo>
                <a:close/>
                <a:moveTo>
                  <a:pt x="218354" y="263991"/>
                </a:moveTo>
                <a:cubicBezTo>
                  <a:pt x="221602" y="263991"/>
                  <a:pt x="224402" y="265167"/>
                  <a:pt x="226755" y="267520"/>
                </a:cubicBezTo>
                <a:cubicBezTo>
                  <a:pt x="229108" y="269873"/>
                  <a:pt x="230284" y="272637"/>
                  <a:pt x="230284" y="275812"/>
                </a:cubicBezTo>
                <a:cubicBezTo>
                  <a:pt x="230284" y="278988"/>
                  <a:pt x="229096" y="281728"/>
                  <a:pt x="226720" y="284034"/>
                </a:cubicBezTo>
                <a:cubicBezTo>
                  <a:pt x="224344" y="286340"/>
                  <a:pt x="221550" y="287492"/>
                  <a:pt x="218339" y="287492"/>
                </a:cubicBezTo>
                <a:cubicBezTo>
                  <a:pt x="215127" y="287492"/>
                  <a:pt x="212339" y="286344"/>
                  <a:pt x="209973" y="284048"/>
                </a:cubicBezTo>
                <a:cubicBezTo>
                  <a:pt x="207607" y="281752"/>
                  <a:pt x="206424" y="279007"/>
                  <a:pt x="206424" y="275812"/>
                </a:cubicBezTo>
                <a:cubicBezTo>
                  <a:pt x="206424" y="272618"/>
                  <a:pt x="207596" y="269849"/>
                  <a:pt x="209939" y="267506"/>
                </a:cubicBezTo>
                <a:cubicBezTo>
                  <a:pt x="212282" y="265163"/>
                  <a:pt x="215087" y="263991"/>
                  <a:pt x="218354" y="263991"/>
                </a:cubicBezTo>
                <a:close/>
                <a:moveTo>
                  <a:pt x="1194136" y="262928"/>
                </a:moveTo>
                <a:cubicBezTo>
                  <a:pt x="1196379" y="262928"/>
                  <a:pt x="1199557" y="264055"/>
                  <a:pt x="1203669" y="266310"/>
                </a:cubicBezTo>
                <a:cubicBezTo>
                  <a:pt x="1207782" y="268564"/>
                  <a:pt x="1209838" y="270705"/>
                  <a:pt x="1209838" y="272733"/>
                </a:cubicBezTo>
                <a:cubicBezTo>
                  <a:pt x="1209838" y="274760"/>
                  <a:pt x="1208847" y="276287"/>
                  <a:pt x="1206864" y="277312"/>
                </a:cubicBezTo>
                <a:cubicBezTo>
                  <a:pt x="1204882" y="278338"/>
                  <a:pt x="1203204" y="279459"/>
                  <a:pt x="1201830" y="280676"/>
                </a:cubicBezTo>
                <a:cubicBezTo>
                  <a:pt x="1200455" y="281893"/>
                  <a:pt x="1199671" y="282740"/>
                  <a:pt x="1199477" y="283217"/>
                </a:cubicBezTo>
                <a:cubicBezTo>
                  <a:pt x="1199283" y="283694"/>
                  <a:pt x="1199245" y="284229"/>
                  <a:pt x="1199364" y="284823"/>
                </a:cubicBezTo>
                <a:cubicBezTo>
                  <a:pt x="1199483" y="285417"/>
                  <a:pt x="1199542" y="286201"/>
                  <a:pt x="1199542" y="287176"/>
                </a:cubicBezTo>
                <a:cubicBezTo>
                  <a:pt x="1199542" y="288150"/>
                  <a:pt x="1198995" y="288886"/>
                  <a:pt x="1197901" y="289383"/>
                </a:cubicBezTo>
                <a:cubicBezTo>
                  <a:pt x="1196806" y="289879"/>
                  <a:pt x="1193661" y="290337"/>
                  <a:pt x="1188466" y="290756"/>
                </a:cubicBezTo>
                <a:cubicBezTo>
                  <a:pt x="1183270" y="291174"/>
                  <a:pt x="1178441" y="291538"/>
                  <a:pt x="1173976" y="291847"/>
                </a:cubicBezTo>
                <a:cubicBezTo>
                  <a:pt x="1176146" y="291894"/>
                  <a:pt x="1177991" y="292574"/>
                  <a:pt x="1179510" y="293886"/>
                </a:cubicBezTo>
                <a:cubicBezTo>
                  <a:pt x="1181030" y="295198"/>
                  <a:pt x="1181790" y="296495"/>
                  <a:pt x="1181790" y="297777"/>
                </a:cubicBezTo>
                <a:cubicBezTo>
                  <a:pt x="1181790" y="299059"/>
                  <a:pt x="1181700" y="300024"/>
                  <a:pt x="1181522" y="300674"/>
                </a:cubicBezTo>
                <a:cubicBezTo>
                  <a:pt x="1181344" y="301323"/>
                  <a:pt x="1181255" y="301700"/>
                  <a:pt x="1181255" y="301803"/>
                </a:cubicBezTo>
                <a:cubicBezTo>
                  <a:pt x="1189663" y="300303"/>
                  <a:pt x="1195282" y="299041"/>
                  <a:pt x="1198113" y="298017"/>
                </a:cubicBezTo>
                <a:cubicBezTo>
                  <a:pt x="1200943" y="296993"/>
                  <a:pt x="1203233" y="296482"/>
                  <a:pt x="1204983" y="296482"/>
                </a:cubicBezTo>
                <a:cubicBezTo>
                  <a:pt x="1206732" y="296482"/>
                  <a:pt x="1209991" y="297755"/>
                  <a:pt x="1214760" y="300302"/>
                </a:cubicBezTo>
                <a:cubicBezTo>
                  <a:pt x="1219528" y="302849"/>
                  <a:pt x="1221912" y="305492"/>
                  <a:pt x="1221912" y="308231"/>
                </a:cubicBezTo>
                <a:cubicBezTo>
                  <a:pt x="1221912" y="309513"/>
                  <a:pt x="1221291" y="311160"/>
                  <a:pt x="1220047" y="313172"/>
                </a:cubicBezTo>
                <a:cubicBezTo>
                  <a:pt x="1218804" y="315185"/>
                  <a:pt x="1218182" y="318307"/>
                  <a:pt x="1218182" y="322539"/>
                </a:cubicBezTo>
                <a:lnTo>
                  <a:pt x="1218539" y="331218"/>
                </a:lnTo>
                <a:cubicBezTo>
                  <a:pt x="1218539" y="335874"/>
                  <a:pt x="1217044" y="340640"/>
                  <a:pt x="1214054" y="345515"/>
                </a:cubicBezTo>
                <a:cubicBezTo>
                  <a:pt x="1211064" y="350390"/>
                  <a:pt x="1208286" y="352827"/>
                  <a:pt x="1205721" y="352827"/>
                </a:cubicBezTo>
                <a:cubicBezTo>
                  <a:pt x="1204105" y="352827"/>
                  <a:pt x="1202614" y="351664"/>
                  <a:pt x="1201247" y="349338"/>
                </a:cubicBezTo>
                <a:cubicBezTo>
                  <a:pt x="1199332" y="346435"/>
                  <a:pt x="1196400" y="342679"/>
                  <a:pt x="1192450" y="338072"/>
                </a:cubicBezTo>
                <a:cubicBezTo>
                  <a:pt x="1190740" y="336193"/>
                  <a:pt x="1189885" y="334531"/>
                  <a:pt x="1189885" y="333088"/>
                </a:cubicBezTo>
                <a:cubicBezTo>
                  <a:pt x="1189885" y="331645"/>
                  <a:pt x="1190570" y="330923"/>
                  <a:pt x="1191940" y="330923"/>
                </a:cubicBezTo>
                <a:cubicBezTo>
                  <a:pt x="1193309" y="330923"/>
                  <a:pt x="1194882" y="331160"/>
                  <a:pt x="1196658" y="331633"/>
                </a:cubicBezTo>
                <a:cubicBezTo>
                  <a:pt x="1198434" y="332106"/>
                  <a:pt x="1199974" y="332343"/>
                  <a:pt x="1201280" y="332343"/>
                </a:cubicBezTo>
                <a:cubicBezTo>
                  <a:pt x="1202585" y="332343"/>
                  <a:pt x="1203439" y="331605"/>
                  <a:pt x="1203842" y="330129"/>
                </a:cubicBezTo>
                <a:cubicBezTo>
                  <a:pt x="1204244" y="328653"/>
                  <a:pt x="1204446" y="325921"/>
                  <a:pt x="1204446" y="321933"/>
                </a:cubicBezTo>
                <a:cubicBezTo>
                  <a:pt x="1204446" y="317945"/>
                  <a:pt x="1204098" y="314610"/>
                  <a:pt x="1203403" y="311930"/>
                </a:cubicBezTo>
                <a:cubicBezTo>
                  <a:pt x="1202709" y="309249"/>
                  <a:pt x="1201055" y="307909"/>
                  <a:pt x="1198442" y="307909"/>
                </a:cubicBezTo>
                <a:cubicBezTo>
                  <a:pt x="1198082" y="307909"/>
                  <a:pt x="1192412" y="308499"/>
                  <a:pt x="1181433" y="309679"/>
                </a:cubicBezTo>
                <a:cubicBezTo>
                  <a:pt x="1181552" y="311570"/>
                  <a:pt x="1181611" y="315407"/>
                  <a:pt x="1181611" y="321190"/>
                </a:cubicBezTo>
                <a:cubicBezTo>
                  <a:pt x="1181611" y="349294"/>
                  <a:pt x="1180822" y="365943"/>
                  <a:pt x="1179245" y="371135"/>
                </a:cubicBezTo>
                <a:cubicBezTo>
                  <a:pt x="1177667" y="376328"/>
                  <a:pt x="1175876" y="378924"/>
                  <a:pt x="1173872" y="378924"/>
                </a:cubicBezTo>
                <a:cubicBezTo>
                  <a:pt x="1171868" y="378924"/>
                  <a:pt x="1170456" y="377009"/>
                  <a:pt x="1169635" y="373180"/>
                </a:cubicBezTo>
                <a:cubicBezTo>
                  <a:pt x="1168814" y="369350"/>
                  <a:pt x="1168403" y="366110"/>
                  <a:pt x="1168403" y="363461"/>
                </a:cubicBezTo>
                <a:cubicBezTo>
                  <a:pt x="1168403" y="360811"/>
                  <a:pt x="1168581" y="354732"/>
                  <a:pt x="1168936" y="345222"/>
                </a:cubicBezTo>
                <a:cubicBezTo>
                  <a:pt x="1169292" y="335712"/>
                  <a:pt x="1169363" y="324458"/>
                  <a:pt x="1169150" y="311460"/>
                </a:cubicBezTo>
                <a:cubicBezTo>
                  <a:pt x="1161351" y="312746"/>
                  <a:pt x="1155562" y="313625"/>
                  <a:pt x="1151785" y="314098"/>
                </a:cubicBezTo>
                <a:cubicBezTo>
                  <a:pt x="1151785" y="320977"/>
                  <a:pt x="1151049" y="328412"/>
                  <a:pt x="1149579" y="336402"/>
                </a:cubicBezTo>
                <a:cubicBezTo>
                  <a:pt x="1148108" y="344392"/>
                  <a:pt x="1145992" y="348388"/>
                  <a:pt x="1143228" y="348388"/>
                </a:cubicBezTo>
                <a:cubicBezTo>
                  <a:pt x="1141452" y="348388"/>
                  <a:pt x="1139849" y="347135"/>
                  <a:pt x="1138418" y="344631"/>
                </a:cubicBezTo>
                <a:cubicBezTo>
                  <a:pt x="1136987" y="342126"/>
                  <a:pt x="1136272" y="339987"/>
                  <a:pt x="1136272" y="338213"/>
                </a:cubicBezTo>
                <a:cubicBezTo>
                  <a:pt x="1136272" y="336439"/>
                  <a:pt x="1136513" y="335069"/>
                  <a:pt x="1136996" y="334102"/>
                </a:cubicBezTo>
                <a:cubicBezTo>
                  <a:pt x="1137478" y="333135"/>
                  <a:pt x="1138010" y="330875"/>
                  <a:pt x="1138593" y="327324"/>
                </a:cubicBezTo>
                <a:cubicBezTo>
                  <a:pt x="1139176" y="323772"/>
                  <a:pt x="1139467" y="320540"/>
                  <a:pt x="1139467" y="317626"/>
                </a:cubicBezTo>
                <a:cubicBezTo>
                  <a:pt x="1139467" y="314713"/>
                  <a:pt x="1138934" y="312694"/>
                  <a:pt x="1137869" y="311570"/>
                </a:cubicBezTo>
                <a:cubicBezTo>
                  <a:pt x="1136804" y="310447"/>
                  <a:pt x="1136272" y="309012"/>
                  <a:pt x="1136272" y="307267"/>
                </a:cubicBezTo>
                <a:cubicBezTo>
                  <a:pt x="1136272" y="305521"/>
                  <a:pt x="1137289" y="304648"/>
                  <a:pt x="1139323" y="304648"/>
                </a:cubicBezTo>
                <a:cubicBezTo>
                  <a:pt x="1141357" y="304648"/>
                  <a:pt x="1143538" y="305200"/>
                  <a:pt x="1145866" y="306302"/>
                </a:cubicBezTo>
                <a:cubicBezTo>
                  <a:pt x="1147957" y="306504"/>
                  <a:pt x="1155647" y="305681"/>
                  <a:pt x="1168938" y="303834"/>
                </a:cubicBezTo>
                <a:cubicBezTo>
                  <a:pt x="1168715" y="299343"/>
                  <a:pt x="1167818" y="295790"/>
                  <a:pt x="1166246" y="293173"/>
                </a:cubicBezTo>
                <a:cubicBezTo>
                  <a:pt x="1162880" y="293633"/>
                  <a:pt x="1160802" y="293985"/>
                  <a:pt x="1160010" y="294228"/>
                </a:cubicBezTo>
                <a:cubicBezTo>
                  <a:pt x="1159481" y="296484"/>
                  <a:pt x="1158178" y="297613"/>
                  <a:pt x="1156101" y="297613"/>
                </a:cubicBezTo>
                <a:cubicBezTo>
                  <a:pt x="1154024" y="297613"/>
                  <a:pt x="1152504" y="296319"/>
                  <a:pt x="1151538" y="293730"/>
                </a:cubicBezTo>
                <a:cubicBezTo>
                  <a:pt x="1148664" y="284749"/>
                  <a:pt x="1146079" y="278767"/>
                  <a:pt x="1143785" y="275783"/>
                </a:cubicBezTo>
                <a:cubicBezTo>
                  <a:pt x="1142680" y="274267"/>
                  <a:pt x="1142128" y="272722"/>
                  <a:pt x="1142128" y="271148"/>
                </a:cubicBezTo>
                <a:cubicBezTo>
                  <a:pt x="1142128" y="269574"/>
                  <a:pt x="1143079" y="268787"/>
                  <a:pt x="1144981" y="268787"/>
                </a:cubicBezTo>
                <a:cubicBezTo>
                  <a:pt x="1146883" y="268787"/>
                  <a:pt x="1148718" y="268963"/>
                  <a:pt x="1150486" y="269316"/>
                </a:cubicBezTo>
                <a:cubicBezTo>
                  <a:pt x="1156578" y="268880"/>
                  <a:pt x="1164135" y="267984"/>
                  <a:pt x="1173158" y="266628"/>
                </a:cubicBezTo>
                <a:cubicBezTo>
                  <a:pt x="1182181" y="265272"/>
                  <a:pt x="1187372" y="264316"/>
                  <a:pt x="1188732" y="263761"/>
                </a:cubicBezTo>
                <a:cubicBezTo>
                  <a:pt x="1190091" y="263205"/>
                  <a:pt x="1191892" y="262928"/>
                  <a:pt x="1194136" y="262928"/>
                </a:cubicBezTo>
                <a:close/>
                <a:moveTo>
                  <a:pt x="60358" y="260912"/>
                </a:moveTo>
                <a:cubicBezTo>
                  <a:pt x="71551" y="260912"/>
                  <a:pt x="81860" y="262502"/>
                  <a:pt x="91286" y="265683"/>
                </a:cubicBezTo>
                <a:lnTo>
                  <a:pt x="87133" y="284064"/>
                </a:lnTo>
                <a:lnTo>
                  <a:pt x="74320" y="284064"/>
                </a:lnTo>
                <a:cubicBezTo>
                  <a:pt x="74025" y="279528"/>
                  <a:pt x="72670" y="276066"/>
                  <a:pt x="70255" y="273681"/>
                </a:cubicBezTo>
                <a:cubicBezTo>
                  <a:pt x="67839" y="271295"/>
                  <a:pt x="64658" y="270102"/>
                  <a:pt x="60711" y="270102"/>
                </a:cubicBezTo>
                <a:cubicBezTo>
                  <a:pt x="57942" y="270102"/>
                  <a:pt x="55365" y="270720"/>
                  <a:pt x="52979" y="271957"/>
                </a:cubicBezTo>
                <a:cubicBezTo>
                  <a:pt x="50593" y="273195"/>
                  <a:pt x="48679" y="275006"/>
                  <a:pt x="47235" y="277392"/>
                </a:cubicBezTo>
                <a:cubicBezTo>
                  <a:pt x="45792" y="279778"/>
                  <a:pt x="45070" y="282561"/>
                  <a:pt x="45070" y="285743"/>
                </a:cubicBezTo>
                <a:cubicBezTo>
                  <a:pt x="45070" y="290279"/>
                  <a:pt x="46411" y="293489"/>
                  <a:pt x="49091" y="295375"/>
                </a:cubicBezTo>
                <a:cubicBezTo>
                  <a:pt x="51771" y="297260"/>
                  <a:pt x="56087" y="298202"/>
                  <a:pt x="62037" y="298202"/>
                </a:cubicBezTo>
                <a:lnTo>
                  <a:pt x="73790" y="298202"/>
                </a:lnTo>
                <a:lnTo>
                  <a:pt x="71315" y="309160"/>
                </a:lnTo>
                <a:lnTo>
                  <a:pt x="63009" y="309160"/>
                </a:lnTo>
                <a:cubicBezTo>
                  <a:pt x="57412" y="309160"/>
                  <a:pt x="52964" y="309587"/>
                  <a:pt x="49665" y="310441"/>
                </a:cubicBezTo>
                <a:cubicBezTo>
                  <a:pt x="46366" y="311295"/>
                  <a:pt x="43539" y="312518"/>
                  <a:pt x="41182" y="314108"/>
                </a:cubicBezTo>
                <a:cubicBezTo>
                  <a:pt x="38826" y="315699"/>
                  <a:pt x="37103" y="317540"/>
                  <a:pt x="36013" y="319631"/>
                </a:cubicBezTo>
                <a:cubicBezTo>
                  <a:pt x="34923" y="321723"/>
                  <a:pt x="34378" y="324064"/>
                  <a:pt x="34378" y="326656"/>
                </a:cubicBezTo>
                <a:cubicBezTo>
                  <a:pt x="34378" y="330368"/>
                  <a:pt x="35586" y="333269"/>
                  <a:pt x="38001" y="335361"/>
                </a:cubicBezTo>
                <a:cubicBezTo>
                  <a:pt x="40416" y="337452"/>
                  <a:pt x="44128" y="338498"/>
                  <a:pt x="49135" y="338498"/>
                </a:cubicBezTo>
                <a:cubicBezTo>
                  <a:pt x="53377" y="338498"/>
                  <a:pt x="57825" y="337614"/>
                  <a:pt x="62479" y="335847"/>
                </a:cubicBezTo>
                <a:cubicBezTo>
                  <a:pt x="67133" y="334079"/>
                  <a:pt x="72111" y="331546"/>
                  <a:pt x="77413" y="328247"/>
                </a:cubicBezTo>
                <a:lnTo>
                  <a:pt x="82891" y="337879"/>
                </a:lnTo>
                <a:cubicBezTo>
                  <a:pt x="68929" y="346892"/>
                  <a:pt x="55557" y="351399"/>
                  <a:pt x="42773" y="351399"/>
                </a:cubicBezTo>
                <a:cubicBezTo>
                  <a:pt x="32287" y="351399"/>
                  <a:pt x="23980" y="349381"/>
                  <a:pt x="17853" y="345346"/>
                </a:cubicBezTo>
                <a:cubicBezTo>
                  <a:pt x="11727" y="341311"/>
                  <a:pt x="8663" y="335493"/>
                  <a:pt x="8663" y="327894"/>
                </a:cubicBezTo>
                <a:cubicBezTo>
                  <a:pt x="8663" y="321649"/>
                  <a:pt x="11211" y="316376"/>
                  <a:pt x="16307" y="312076"/>
                </a:cubicBezTo>
                <a:cubicBezTo>
                  <a:pt x="21403" y="307775"/>
                  <a:pt x="28605" y="304889"/>
                  <a:pt x="37913" y="303416"/>
                </a:cubicBezTo>
                <a:lnTo>
                  <a:pt x="38178" y="302179"/>
                </a:lnTo>
                <a:cubicBezTo>
                  <a:pt x="32758" y="300883"/>
                  <a:pt x="28516" y="298659"/>
                  <a:pt x="25453" y="295507"/>
                </a:cubicBezTo>
                <a:cubicBezTo>
                  <a:pt x="22390" y="292355"/>
                  <a:pt x="20858" y="288629"/>
                  <a:pt x="20858" y="284329"/>
                </a:cubicBezTo>
                <a:cubicBezTo>
                  <a:pt x="20858" y="279262"/>
                  <a:pt x="22478" y="274962"/>
                  <a:pt x="25718" y="271427"/>
                </a:cubicBezTo>
                <a:cubicBezTo>
                  <a:pt x="28958" y="267893"/>
                  <a:pt x="33612" y="265256"/>
                  <a:pt x="39680" y="263518"/>
                </a:cubicBezTo>
                <a:cubicBezTo>
                  <a:pt x="45748" y="261781"/>
                  <a:pt x="52640" y="260912"/>
                  <a:pt x="60358" y="260912"/>
                </a:cubicBezTo>
                <a:close/>
                <a:moveTo>
                  <a:pt x="492511" y="259619"/>
                </a:moveTo>
                <a:cubicBezTo>
                  <a:pt x="489622" y="259619"/>
                  <a:pt x="485895" y="260300"/>
                  <a:pt x="481329" y="261661"/>
                </a:cubicBezTo>
                <a:cubicBezTo>
                  <a:pt x="476763" y="263022"/>
                  <a:pt x="472855" y="263643"/>
                  <a:pt x="469605" y="263524"/>
                </a:cubicBezTo>
                <a:cubicBezTo>
                  <a:pt x="469842" y="271389"/>
                  <a:pt x="469961" y="277521"/>
                  <a:pt x="469961" y="281919"/>
                </a:cubicBezTo>
                <a:cubicBezTo>
                  <a:pt x="479947" y="278371"/>
                  <a:pt x="486194" y="276597"/>
                  <a:pt x="488702" y="276597"/>
                </a:cubicBezTo>
                <a:cubicBezTo>
                  <a:pt x="491210" y="276597"/>
                  <a:pt x="493300" y="277115"/>
                  <a:pt x="494971" y="278149"/>
                </a:cubicBezTo>
                <a:cubicBezTo>
                  <a:pt x="496642" y="279184"/>
                  <a:pt x="497478" y="280483"/>
                  <a:pt x="497478" y="282045"/>
                </a:cubicBezTo>
                <a:cubicBezTo>
                  <a:pt x="497478" y="283607"/>
                  <a:pt x="496836" y="284772"/>
                  <a:pt x="495554" y="285543"/>
                </a:cubicBezTo>
                <a:cubicBezTo>
                  <a:pt x="494271" y="286313"/>
                  <a:pt x="491043" y="287215"/>
                  <a:pt x="485872" y="288249"/>
                </a:cubicBezTo>
                <a:cubicBezTo>
                  <a:pt x="480700" y="289283"/>
                  <a:pt x="476941" y="289800"/>
                  <a:pt x="474596" y="289800"/>
                </a:cubicBezTo>
                <a:cubicBezTo>
                  <a:pt x="472251" y="289800"/>
                  <a:pt x="470690" y="289563"/>
                  <a:pt x="469913" y="289090"/>
                </a:cubicBezTo>
                <a:lnTo>
                  <a:pt x="469775" y="305177"/>
                </a:lnTo>
                <a:cubicBezTo>
                  <a:pt x="479983" y="301748"/>
                  <a:pt x="486226" y="300033"/>
                  <a:pt x="488504" y="300033"/>
                </a:cubicBezTo>
                <a:cubicBezTo>
                  <a:pt x="490782" y="300033"/>
                  <a:pt x="493055" y="300692"/>
                  <a:pt x="495322" y="302008"/>
                </a:cubicBezTo>
                <a:cubicBezTo>
                  <a:pt x="497589" y="303325"/>
                  <a:pt x="498722" y="304784"/>
                  <a:pt x="498722" y="306384"/>
                </a:cubicBezTo>
                <a:cubicBezTo>
                  <a:pt x="498722" y="307985"/>
                  <a:pt x="498004" y="309165"/>
                  <a:pt x="496567" y="309925"/>
                </a:cubicBezTo>
                <a:cubicBezTo>
                  <a:pt x="495131" y="310684"/>
                  <a:pt x="491706" y="311455"/>
                  <a:pt x="486291" y="312238"/>
                </a:cubicBezTo>
                <a:cubicBezTo>
                  <a:pt x="480877" y="313020"/>
                  <a:pt x="476808" y="313411"/>
                  <a:pt x="474084" y="313411"/>
                </a:cubicBezTo>
                <a:cubicBezTo>
                  <a:pt x="471360" y="313411"/>
                  <a:pt x="469902" y="313293"/>
                  <a:pt x="469710" y="313058"/>
                </a:cubicBezTo>
                <a:lnTo>
                  <a:pt x="469251" y="333406"/>
                </a:lnTo>
                <a:cubicBezTo>
                  <a:pt x="481218" y="330805"/>
                  <a:pt x="489255" y="329504"/>
                  <a:pt x="493361" y="329504"/>
                </a:cubicBezTo>
                <a:cubicBezTo>
                  <a:pt x="496077" y="329504"/>
                  <a:pt x="497677" y="329917"/>
                  <a:pt x="498159" y="330743"/>
                </a:cubicBezTo>
                <a:cubicBezTo>
                  <a:pt x="501475" y="333231"/>
                  <a:pt x="503053" y="334475"/>
                  <a:pt x="502893" y="334475"/>
                </a:cubicBezTo>
                <a:cubicBezTo>
                  <a:pt x="502733" y="334475"/>
                  <a:pt x="502814" y="333571"/>
                  <a:pt x="503138" y="331763"/>
                </a:cubicBezTo>
                <a:cubicBezTo>
                  <a:pt x="503461" y="329955"/>
                  <a:pt x="503622" y="323943"/>
                  <a:pt x="503622" y="313727"/>
                </a:cubicBezTo>
                <a:cubicBezTo>
                  <a:pt x="503622" y="303510"/>
                  <a:pt x="503388" y="294124"/>
                  <a:pt x="502920" y="285568"/>
                </a:cubicBezTo>
                <a:cubicBezTo>
                  <a:pt x="502451" y="277012"/>
                  <a:pt x="501932" y="270884"/>
                  <a:pt x="501362" y="267182"/>
                </a:cubicBezTo>
                <a:cubicBezTo>
                  <a:pt x="500792" y="263481"/>
                  <a:pt x="500358" y="261465"/>
                  <a:pt x="500061" y="261135"/>
                </a:cubicBezTo>
                <a:cubicBezTo>
                  <a:pt x="499764" y="260805"/>
                  <a:pt x="499154" y="260470"/>
                  <a:pt x="498230" y="260130"/>
                </a:cubicBezTo>
                <a:cubicBezTo>
                  <a:pt x="497306" y="259789"/>
                  <a:pt x="495400" y="259619"/>
                  <a:pt x="492511" y="259619"/>
                </a:cubicBezTo>
                <a:close/>
                <a:moveTo>
                  <a:pt x="501157" y="246595"/>
                </a:moveTo>
                <a:cubicBezTo>
                  <a:pt x="502878" y="246595"/>
                  <a:pt x="506690" y="248070"/>
                  <a:pt x="512592" y="251022"/>
                </a:cubicBezTo>
                <a:cubicBezTo>
                  <a:pt x="518495" y="253973"/>
                  <a:pt x="521446" y="256649"/>
                  <a:pt x="521446" y="259051"/>
                </a:cubicBezTo>
                <a:cubicBezTo>
                  <a:pt x="521446" y="260314"/>
                  <a:pt x="520537" y="262035"/>
                  <a:pt x="518720" y="264214"/>
                </a:cubicBezTo>
                <a:cubicBezTo>
                  <a:pt x="516987" y="266382"/>
                  <a:pt x="516121" y="270579"/>
                  <a:pt x="516121" y="276805"/>
                </a:cubicBezTo>
                <a:cubicBezTo>
                  <a:pt x="516121" y="283031"/>
                  <a:pt x="516594" y="292562"/>
                  <a:pt x="517541" y="305399"/>
                </a:cubicBezTo>
                <a:cubicBezTo>
                  <a:pt x="518487" y="318236"/>
                  <a:pt x="518960" y="326695"/>
                  <a:pt x="518960" y="330776"/>
                </a:cubicBezTo>
                <a:cubicBezTo>
                  <a:pt x="518960" y="338581"/>
                  <a:pt x="517552" y="345716"/>
                  <a:pt x="514737" y="352182"/>
                </a:cubicBezTo>
                <a:cubicBezTo>
                  <a:pt x="511922" y="358648"/>
                  <a:pt x="508879" y="361882"/>
                  <a:pt x="505610" y="361882"/>
                </a:cubicBezTo>
                <a:cubicBezTo>
                  <a:pt x="504070" y="361882"/>
                  <a:pt x="502895" y="360887"/>
                  <a:pt x="502084" y="358897"/>
                </a:cubicBezTo>
                <a:cubicBezTo>
                  <a:pt x="501274" y="356907"/>
                  <a:pt x="499736" y="352065"/>
                  <a:pt x="497472" y="344369"/>
                </a:cubicBezTo>
                <a:cubicBezTo>
                  <a:pt x="496528" y="341012"/>
                  <a:pt x="495039" y="339333"/>
                  <a:pt x="493007" y="339333"/>
                </a:cubicBezTo>
                <a:cubicBezTo>
                  <a:pt x="492223" y="339333"/>
                  <a:pt x="490943" y="339510"/>
                  <a:pt x="489167" y="339865"/>
                </a:cubicBezTo>
                <a:cubicBezTo>
                  <a:pt x="481591" y="341878"/>
                  <a:pt x="474785" y="342707"/>
                  <a:pt x="468751" y="342350"/>
                </a:cubicBezTo>
                <a:cubicBezTo>
                  <a:pt x="468457" y="346813"/>
                  <a:pt x="467855" y="350029"/>
                  <a:pt x="466944" y="352000"/>
                </a:cubicBezTo>
                <a:cubicBezTo>
                  <a:pt x="466034" y="353971"/>
                  <a:pt x="464497" y="354956"/>
                  <a:pt x="462333" y="354956"/>
                </a:cubicBezTo>
                <a:cubicBezTo>
                  <a:pt x="460170" y="354956"/>
                  <a:pt x="458374" y="353152"/>
                  <a:pt x="456945" y="349543"/>
                </a:cubicBezTo>
                <a:cubicBezTo>
                  <a:pt x="455516" y="345934"/>
                  <a:pt x="454802" y="342717"/>
                  <a:pt x="454802" y="339893"/>
                </a:cubicBezTo>
                <a:cubicBezTo>
                  <a:pt x="454802" y="337069"/>
                  <a:pt x="454979" y="335047"/>
                  <a:pt x="455333" y="333828"/>
                </a:cubicBezTo>
                <a:cubicBezTo>
                  <a:pt x="456990" y="327848"/>
                  <a:pt x="457819" y="313989"/>
                  <a:pt x="457819" y="292251"/>
                </a:cubicBezTo>
                <a:cubicBezTo>
                  <a:pt x="457819" y="282224"/>
                  <a:pt x="457589" y="275258"/>
                  <a:pt x="457130" y="271352"/>
                </a:cubicBezTo>
                <a:cubicBezTo>
                  <a:pt x="456671" y="267446"/>
                  <a:pt x="455843" y="264445"/>
                  <a:pt x="454645" y="262350"/>
                </a:cubicBezTo>
                <a:cubicBezTo>
                  <a:pt x="453447" y="260254"/>
                  <a:pt x="452848" y="258229"/>
                  <a:pt x="452848" y="256273"/>
                </a:cubicBezTo>
                <a:cubicBezTo>
                  <a:pt x="452848" y="254317"/>
                  <a:pt x="454133" y="253339"/>
                  <a:pt x="456703" y="253339"/>
                </a:cubicBezTo>
                <a:cubicBezTo>
                  <a:pt x="459274" y="253339"/>
                  <a:pt x="462248" y="254049"/>
                  <a:pt x="465626" y="255468"/>
                </a:cubicBezTo>
                <a:cubicBezTo>
                  <a:pt x="474436" y="254561"/>
                  <a:pt x="484379" y="251951"/>
                  <a:pt x="495456" y="247635"/>
                </a:cubicBezTo>
                <a:cubicBezTo>
                  <a:pt x="497535" y="246942"/>
                  <a:pt x="499436" y="246595"/>
                  <a:pt x="501157" y="246595"/>
                </a:cubicBezTo>
                <a:close/>
                <a:moveTo>
                  <a:pt x="619582" y="244463"/>
                </a:moveTo>
                <a:cubicBezTo>
                  <a:pt x="621393" y="244463"/>
                  <a:pt x="624546" y="245554"/>
                  <a:pt x="629041" y="247736"/>
                </a:cubicBezTo>
                <a:cubicBezTo>
                  <a:pt x="633536" y="249918"/>
                  <a:pt x="635784" y="252106"/>
                  <a:pt x="635784" y="254300"/>
                </a:cubicBezTo>
                <a:cubicBezTo>
                  <a:pt x="635784" y="256495"/>
                  <a:pt x="634453" y="258700"/>
                  <a:pt x="631791" y="260917"/>
                </a:cubicBezTo>
                <a:cubicBezTo>
                  <a:pt x="630132" y="262380"/>
                  <a:pt x="628145" y="266527"/>
                  <a:pt x="625830" y="273359"/>
                </a:cubicBezTo>
                <a:cubicBezTo>
                  <a:pt x="621784" y="284365"/>
                  <a:pt x="618415" y="292526"/>
                  <a:pt x="615721" y="297842"/>
                </a:cubicBezTo>
                <a:cubicBezTo>
                  <a:pt x="623109" y="305143"/>
                  <a:pt x="627885" y="310649"/>
                  <a:pt x="630050" y="314359"/>
                </a:cubicBezTo>
                <a:cubicBezTo>
                  <a:pt x="632216" y="318069"/>
                  <a:pt x="633298" y="322419"/>
                  <a:pt x="633298" y="327409"/>
                </a:cubicBezTo>
                <a:cubicBezTo>
                  <a:pt x="633298" y="332399"/>
                  <a:pt x="631812" y="334894"/>
                  <a:pt x="628839" y="334894"/>
                </a:cubicBezTo>
                <a:cubicBezTo>
                  <a:pt x="625866" y="334894"/>
                  <a:pt x="622806" y="332206"/>
                  <a:pt x="619660" y="326832"/>
                </a:cubicBezTo>
                <a:cubicBezTo>
                  <a:pt x="614881" y="318109"/>
                  <a:pt x="611512" y="311801"/>
                  <a:pt x="609554" y="307909"/>
                </a:cubicBezTo>
                <a:cubicBezTo>
                  <a:pt x="601870" y="321636"/>
                  <a:pt x="593936" y="331371"/>
                  <a:pt x="585752" y="337112"/>
                </a:cubicBezTo>
                <a:cubicBezTo>
                  <a:pt x="577569" y="342853"/>
                  <a:pt x="572220" y="345724"/>
                  <a:pt x="569705" y="345724"/>
                </a:cubicBezTo>
                <a:cubicBezTo>
                  <a:pt x="567907" y="345724"/>
                  <a:pt x="567007" y="344943"/>
                  <a:pt x="567007" y="343382"/>
                </a:cubicBezTo>
                <a:cubicBezTo>
                  <a:pt x="567007" y="341974"/>
                  <a:pt x="568399" y="340087"/>
                  <a:pt x="571181" y="337721"/>
                </a:cubicBezTo>
                <a:cubicBezTo>
                  <a:pt x="584585" y="326299"/>
                  <a:pt x="595089" y="313487"/>
                  <a:pt x="602693" y="299284"/>
                </a:cubicBezTo>
                <a:cubicBezTo>
                  <a:pt x="594795" y="290162"/>
                  <a:pt x="589003" y="283697"/>
                  <a:pt x="585318" y="279890"/>
                </a:cubicBezTo>
                <a:cubicBezTo>
                  <a:pt x="581634" y="276083"/>
                  <a:pt x="579792" y="273310"/>
                  <a:pt x="579792" y="271571"/>
                </a:cubicBezTo>
                <a:cubicBezTo>
                  <a:pt x="579792" y="269832"/>
                  <a:pt x="580749" y="268962"/>
                  <a:pt x="582665" y="268962"/>
                </a:cubicBezTo>
                <a:cubicBezTo>
                  <a:pt x="585677" y="268962"/>
                  <a:pt x="593918" y="276063"/>
                  <a:pt x="607388" y="290263"/>
                </a:cubicBezTo>
                <a:cubicBezTo>
                  <a:pt x="608339" y="287692"/>
                  <a:pt x="609866" y="282494"/>
                  <a:pt x="611968" y="274670"/>
                </a:cubicBezTo>
                <a:cubicBezTo>
                  <a:pt x="614070" y="266846"/>
                  <a:pt x="615121" y="262381"/>
                  <a:pt x="615121" y="261276"/>
                </a:cubicBezTo>
                <a:cubicBezTo>
                  <a:pt x="615121" y="260172"/>
                  <a:pt x="615073" y="259619"/>
                  <a:pt x="614977" y="259619"/>
                </a:cubicBezTo>
                <a:cubicBezTo>
                  <a:pt x="612822" y="259619"/>
                  <a:pt x="607034" y="261248"/>
                  <a:pt x="597612" y="264506"/>
                </a:cubicBezTo>
                <a:cubicBezTo>
                  <a:pt x="594958" y="265390"/>
                  <a:pt x="592597" y="265832"/>
                  <a:pt x="590528" y="265832"/>
                </a:cubicBezTo>
                <a:cubicBezTo>
                  <a:pt x="588460" y="265832"/>
                  <a:pt x="585976" y="265372"/>
                  <a:pt x="583076" y="264453"/>
                </a:cubicBezTo>
                <a:cubicBezTo>
                  <a:pt x="580176" y="263534"/>
                  <a:pt x="578726" y="262175"/>
                  <a:pt x="578726" y="260376"/>
                </a:cubicBezTo>
                <a:cubicBezTo>
                  <a:pt x="578726" y="258576"/>
                  <a:pt x="580418" y="257423"/>
                  <a:pt x="583804" y="256916"/>
                </a:cubicBezTo>
                <a:cubicBezTo>
                  <a:pt x="597771" y="254722"/>
                  <a:pt x="608084" y="251043"/>
                  <a:pt x="614742" y="245879"/>
                </a:cubicBezTo>
                <a:cubicBezTo>
                  <a:pt x="616158" y="244935"/>
                  <a:pt x="617771" y="244463"/>
                  <a:pt x="619582" y="244463"/>
                </a:cubicBezTo>
                <a:close/>
                <a:moveTo>
                  <a:pt x="1314970" y="243575"/>
                </a:moveTo>
                <a:cubicBezTo>
                  <a:pt x="1319197" y="243575"/>
                  <a:pt x="1322568" y="244588"/>
                  <a:pt x="1325082" y="246613"/>
                </a:cubicBezTo>
                <a:cubicBezTo>
                  <a:pt x="1327597" y="248639"/>
                  <a:pt x="1328854" y="251579"/>
                  <a:pt x="1328854" y="255434"/>
                </a:cubicBezTo>
                <a:cubicBezTo>
                  <a:pt x="1328854" y="259289"/>
                  <a:pt x="1327490" y="261217"/>
                  <a:pt x="1324763" y="261217"/>
                </a:cubicBezTo>
                <a:cubicBezTo>
                  <a:pt x="1322035" y="261217"/>
                  <a:pt x="1318916" y="259202"/>
                  <a:pt x="1315407" y="255171"/>
                </a:cubicBezTo>
                <a:cubicBezTo>
                  <a:pt x="1311898" y="251141"/>
                  <a:pt x="1310143" y="248200"/>
                  <a:pt x="1310143" y="246350"/>
                </a:cubicBezTo>
                <a:cubicBezTo>
                  <a:pt x="1310143" y="244500"/>
                  <a:pt x="1311752" y="243575"/>
                  <a:pt x="1314970" y="243575"/>
                </a:cubicBezTo>
                <a:close/>
                <a:moveTo>
                  <a:pt x="1359711" y="230793"/>
                </a:moveTo>
                <a:cubicBezTo>
                  <a:pt x="1362009" y="230793"/>
                  <a:pt x="1364720" y="231982"/>
                  <a:pt x="1367843" y="234358"/>
                </a:cubicBezTo>
                <a:cubicBezTo>
                  <a:pt x="1370967" y="236734"/>
                  <a:pt x="1372529" y="238752"/>
                  <a:pt x="1372529" y="240411"/>
                </a:cubicBezTo>
                <a:cubicBezTo>
                  <a:pt x="1372529" y="242175"/>
                  <a:pt x="1371326" y="243745"/>
                  <a:pt x="1368919" y="245120"/>
                </a:cubicBezTo>
                <a:cubicBezTo>
                  <a:pt x="1366513" y="246495"/>
                  <a:pt x="1361092" y="250051"/>
                  <a:pt x="1352656" y="255788"/>
                </a:cubicBezTo>
                <a:cubicBezTo>
                  <a:pt x="1351145" y="256923"/>
                  <a:pt x="1349719" y="257490"/>
                  <a:pt x="1348376" y="257490"/>
                </a:cubicBezTo>
                <a:cubicBezTo>
                  <a:pt x="1347032" y="257490"/>
                  <a:pt x="1346361" y="256834"/>
                  <a:pt x="1346361" y="255523"/>
                </a:cubicBezTo>
                <a:cubicBezTo>
                  <a:pt x="1346361" y="254212"/>
                  <a:pt x="1346616" y="253239"/>
                  <a:pt x="1347127" y="252604"/>
                </a:cubicBezTo>
                <a:cubicBezTo>
                  <a:pt x="1350579" y="248042"/>
                  <a:pt x="1352828" y="244743"/>
                  <a:pt x="1353873" y="242708"/>
                </a:cubicBezTo>
                <a:cubicBezTo>
                  <a:pt x="1354918" y="240673"/>
                  <a:pt x="1355578" y="238178"/>
                  <a:pt x="1355852" y="235224"/>
                </a:cubicBezTo>
                <a:cubicBezTo>
                  <a:pt x="1356126" y="232270"/>
                  <a:pt x="1357413" y="230793"/>
                  <a:pt x="1359711" y="230793"/>
                </a:cubicBezTo>
                <a:close/>
                <a:moveTo>
                  <a:pt x="1141277" y="229018"/>
                </a:moveTo>
                <a:cubicBezTo>
                  <a:pt x="1143247" y="229018"/>
                  <a:pt x="1146408" y="230238"/>
                  <a:pt x="1150760" y="232678"/>
                </a:cubicBezTo>
                <a:cubicBezTo>
                  <a:pt x="1155111" y="235118"/>
                  <a:pt x="1157287" y="238524"/>
                  <a:pt x="1157287" y="242896"/>
                </a:cubicBezTo>
                <a:cubicBezTo>
                  <a:pt x="1157287" y="244915"/>
                  <a:pt x="1156799" y="246698"/>
                  <a:pt x="1155822" y="248245"/>
                </a:cubicBezTo>
                <a:cubicBezTo>
                  <a:pt x="1154846" y="249792"/>
                  <a:pt x="1153429" y="250565"/>
                  <a:pt x="1151572" y="250565"/>
                </a:cubicBezTo>
                <a:cubicBezTo>
                  <a:pt x="1148394" y="250565"/>
                  <a:pt x="1145345" y="248164"/>
                  <a:pt x="1142425" y="243363"/>
                </a:cubicBezTo>
                <a:cubicBezTo>
                  <a:pt x="1139505" y="238561"/>
                  <a:pt x="1138044" y="234855"/>
                  <a:pt x="1138044" y="232244"/>
                </a:cubicBezTo>
                <a:cubicBezTo>
                  <a:pt x="1138044" y="230093"/>
                  <a:pt x="1139122" y="229018"/>
                  <a:pt x="1141277" y="229018"/>
                </a:cubicBezTo>
                <a:close/>
                <a:moveTo>
                  <a:pt x="1392245" y="226176"/>
                </a:moveTo>
                <a:cubicBezTo>
                  <a:pt x="1394902" y="226176"/>
                  <a:pt x="1398228" y="227374"/>
                  <a:pt x="1402222" y="229771"/>
                </a:cubicBezTo>
                <a:cubicBezTo>
                  <a:pt x="1406215" y="232168"/>
                  <a:pt x="1408212" y="234709"/>
                  <a:pt x="1408212" y="237393"/>
                </a:cubicBezTo>
                <a:cubicBezTo>
                  <a:pt x="1408212" y="239086"/>
                  <a:pt x="1407429" y="240715"/>
                  <a:pt x="1405862" y="242280"/>
                </a:cubicBezTo>
                <a:cubicBezTo>
                  <a:pt x="1404175" y="244497"/>
                  <a:pt x="1401286" y="249875"/>
                  <a:pt x="1397194" y="258416"/>
                </a:cubicBezTo>
                <a:cubicBezTo>
                  <a:pt x="1393102" y="266957"/>
                  <a:pt x="1389200" y="273193"/>
                  <a:pt x="1385488" y="277126"/>
                </a:cubicBezTo>
                <a:cubicBezTo>
                  <a:pt x="1389155" y="276692"/>
                  <a:pt x="1395953" y="274484"/>
                  <a:pt x="1405883" y="270500"/>
                </a:cubicBezTo>
                <a:cubicBezTo>
                  <a:pt x="1415814" y="266517"/>
                  <a:pt x="1422189" y="264525"/>
                  <a:pt x="1425010" y="264525"/>
                </a:cubicBezTo>
                <a:cubicBezTo>
                  <a:pt x="1427831" y="264525"/>
                  <a:pt x="1430234" y="265060"/>
                  <a:pt x="1432220" y="266129"/>
                </a:cubicBezTo>
                <a:cubicBezTo>
                  <a:pt x="1434204" y="267198"/>
                  <a:pt x="1435197" y="268432"/>
                  <a:pt x="1435197" y="269833"/>
                </a:cubicBezTo>
                <a:cubicBezTo>
                  <a:pt x="1435197" y="271234"/>
                  <a:pt x="1434361" y="272467"/>
                  <a:pt x="1432688" y="273532"/>
                </a:cubicBezTo>
                <a:cubicBezTo>
                  <a:pt x="1431014" y="274597"/>
                  <a:pt x="1427104" y="276064"/>
                  <a:pt x="1420956" y="277932"/>
                </a:cubicBezTo>
                <a:cubicBezTo>
                  <a:pt x="1414809" y="279800"/>
                  <a:pt x="1407779" y="281202"/>
                  <a:pt x="1399867" y="282139"/>
                </a:cubicBezTo>
                <a:cubicBezTo>
                  <a:pt x="1406969" y="285248"/>
                  <a:pt x="1410519" y="288086"/>
                  <a:pt x="1410519" y="290654"/>
                </a:cubicBezTo>
                <a:cubicBezTo>
                  <a:pt x="1410519" y="291664"/>
                  <a:pt x="1410162" y="292624"/>
                  <a:pt x="1409448" y="293534"/>
                </a:cubicBezTo>
                <a:cubicBezTo>
                  <a:pt x="1408733" y="294443"/>
                  <a:pt x="1408162" y="295727"/>
                  <a:pt x="1407734" y="297384"/>
                </a:cubicBezTo>
                <a:cubicBezTo>
                  <a:pt x="1407306" y="299041"/>
                  <a:pt x="1406677" y="302059"/>
                  <a:pt x="1405848" y="306438"/>
                </a:cubicBezTo>
                <a:cubicBezTo>
                  <a:pt x="1404508" y="313737"/>
                  <a:pt x="1402337" y="320538"/>
                  <a:pt x="1399336" y="326840"/>
                </a:cubicBezTo>
                <a:cubicBezTo>
                  <a:pt x="1405464" y="333768"/>
                  <a:pt x="1411747" y="339407"/>
                  <a:pt x="1418182" y="343756"/>
                </a:cubicBezTo>
                <a:cubicBezTo>
                  <a:pt x="1424618" y="348105"/>
                  <a:pt x="1432465" y="351520"/>
                  <a:pt x="1441723" y="354001"/>
                </a:cubicBezTo>
                <a:cubicBezTo>
                  <a:pt x="1445658" y="354979"/>
                  <a:pt x="1447625" y="356257"/>
                  <a:pt x="1447625" y="357835"/>
                </a:cubicBezTo>
                <a:cubicBezTo>
                  <a:pt x="1447625" y="359413"/>
                  <a:pt x="1446982" y="360477"/>
                  <a:pt x="1445696" y="361028"/>
                </a:cubicBezTo>
                <a:cubicBezTo>
                  <a:pt x="1444411" y="361578"/>
                  <a:pt x="1441095" y="362153"/>
                  <a:pt x="1435750" y="362754"/>
                </a:cubicBezTo>
                <a:cubicBezTo>
                  <a:pt x="1430405" y="363354"/>
                  <a:pt x="1426304" y="363654"/>
                  <a:pt x="1423448" y="363654"/>
                </a:cubicBezTo>
                <a:cubicBezTo>
                  <a:pt x="1416865" y="363654"/>
                  <a:pt x="1412400" y="361909"/>
                  <a:pt x="1410051" y="358419"/>
                </a:cubicBezTo>
                <a:cubicBezTo>
                  <a:pt x="1407704" y="354929"/>
                  <a:pt x="1402286" y="347146"/>
                  <a:pt x="1393799" y="335072"/>
                </a:cubicBezTo>
                <a:cubicBezTo>
                  <a:pt x="1389493" y="341706"/>
                  <a:pt x="1383924" y="346530"/>
                  <a:pt x="1377091" y="349546"/>
                </a:cubicBezTo>
                <a:cubicBezTo>
                  <a:pt x="1370259" y="352561"/>
                  <a:pt x="1365767" y="354068"/>
                  <a:pt x="1363616" y="354068"/>
                </a:cubicBezTo>
                <a:cubicBezTo>
                  <a:pt x="1361582" y="354068"/>
                  <a:pt x="1360564" y="353351"/>
                  <a:pt x="1360564" y="351917"/>
                </a:cubicBezTo>
                <a:cubicBezTo>
                  <a:pt x="1360564" y="350482"/>
                  <a:pt x="1361345" y="349330"/>
                  <a:pt x="1362906" y="348461"/>
                </a:cubicBezTo>
                <a:cubicBezTo>
                  <a:pt x="1369777" y="344268"/>
                  <a:pt x="1374970" y="340473"/>
                  <a:pt x="1378485" y="337074"/>
                </a:cubicBezTo>
                <a:cubicBezTo>
                  <a:pt x="1382000" y="333675"/>
                  <a:pt x="1384903" y="330109"/>
                  <a:pt x="1387194" y="326376"/>
                </a:cubicBezTo>
                <a:cubicBezTo>
                  <a:pt x="1386641" y="325962"/>
                  <a:pt x="1384395" y="322726"/>
                  <a:pt x="1380456" y="316670"/>
                </a:cubicBezTo>
                <a:cubicBezTo>
                  <a:pt x="1376517" y="310614"/>
                  <a:pt x="1373114" y="306595"/>
                  <a:pt x="1370247" y="304611"/>
                </a:cubicBezTo>
                <a:cubicBezTo>
                  <a:pt x="1368763" y="303682"/>
                  <a:pt x="1368021" y="302331"/>
                  <a:pt x="1368021" y="300559"/>
                </a:cubicBezTo>
                <a:cubicBezTo>
                  <a:pt x="1368021" y="298787"/>
                  <a:pt x="1369858" y="297901"/>
                  <a:pt x="1373530" y="297901"/>
                </a:cubicBezTo>
                <a:cubicBezTo>
                  <a:pt x="1377202" y="297901"/>
                  <a:pt x="1380596" y="300425"/>
                  <a:pt x="1383712" y="305474"/>
                </a:cubicBezTo>
                <a:cubicBezTo>
                  <a:pt x="1386829" y="310522"/>
                  <a:pt x="1389273" y="314803"/>
                  <a:pt x="1391045" y="318315"/>
                </a:cubicBezTo>
                <a:cubicBezTo>
                  <a:pt x="1393332" y="310685"/>
                  <a:pt x="1394475" y="301998"/>
                  <a:pt x="1394475" y="292251"/>
                </a:cubicBezTo>
                <a:cubicBezTo>
                  <a:pt x="1394475" y="288217"/>
                  <a:pt x="1394265" y="285270"/>
                  <a:pt x="1393844" y="283409"/>
                </a:cubicBezTo>
                <a:cubicBezTo>
                  <a:pt x="1391278" y="284001"/>
                  <a:pt x="1388855" y="284297"/>
                  <a:pt x="1386574" y="284297"/>
                </a:cubicBezTo>
                <a:cubicBezTo>
                  <a:pt x="1384293" y="284297"/>
                  <a:pt x="1382926" y="284120"/>
                  <a:pt x="1382474" y="283765"/>
                </a:cubicBezTo>
                <a:cubicBezTo>
                  <a:pt x="1380089" y="287562"/>
                  <a:pt x="1377062" y="291263"/>
                  <a:pt x="1373394" y="294867"/>
                </a:cubicBezTo>
                <a:cubicBezTo>
                  <a:pt x="1369726" y="298471"/>
                  <a:pt x="1367143" y="300274"/>
                  <a:pt x="1365648" y="300274"/>
                </a:cubicBezTo>
                <a:cubicBezTo>
                  <a:pt x="1364152" y="300274"/>
                  <a:pt x="1363404" y="299604"/>
                  <a:pt x="1363404" y="298266"/>
                </a:cubicBezTo>
                <a:cubicBezTo>
                  <a:pt x="1363404" y="296927"/>
                  <a:pt x="1363812" y="295604"/>
                  <a:pt x="1364628" y="294296"/>
                </a:cubicBezTo>
                <a:cubicBezTo>
                  <a:pt x="1373848" y="280291"/>
                  <a:pt x="1380270" y="267944"/>
                  <a:pt x="1383892" y="257254"/>
                </a:cubicBezTo>
                <a:cubicBezTo>
                  <a:pt x="1387514" y="246564"/>
                  <a:pt x="1389326" y="239411"/>
                  <a:pt x="1389326" y="235796"/>
                </a:cubicBezTo>
                <a:cubicBezTo>
                  <a:pt x="1389326" y="235111"/>
                  <a:pt x="1389148" y="234326"/>
                  <a:pt x="1388792" y="233439"/>
                </a:cubicBezTo>
                <a:cubicBezTo>
                  <a:pt x="1388437" y="232552"/>
                  <a:pt x="1388259" y="231562"/>
                  <a:pt x="1388259" y="230468"/>
                </a:cubicBezTo>
                <a:cubicBezTo>
                  <a:pt x="1388259" y="227607"/>
                  <a:pt x="1389588" y="226176"/>
                  <a:pt x="1392245" y="226176"/>
                </a:cubicBezTo>
                <a:close/>
                <a:moveTo>
                  <a:pt x="994025" y="221383"/>
                </a:moveTo>
                <a:cubicBezTo>
                  <a:pt x="996333" y="221383"/>
                  <a:pt x="1000103" y="222396"/>
                  <a:pt x="1005333" y="224424"/>
                </a:cubicBezTo>
                <a:cubicBezTo>
                  <a:pt x="1010564" y="226451"/>
                  <a:pt x="1013179" y="229354"/>
                  <a:pt x="1013179" y="233132"/>
                </a:cubicBezTo>
                <a:cubicBezTo>
                  <a:pt x="1013179" y="234485"/>
                  <a:pt x="1012795" y="236439"/>
                  <a:pt x="1012028" y="238994"/>
                </a:cubicBezTo>
                <a:cubicBezTo>
                  <a:pt x="1010757" y="243156"/>
                  <a:pt x="1009957" y="249831"/>
                  <a:pt x="1009627" y="259017"/>
                </a:cubicBezTo>
                <a:cubicBezTo>
                  <a:pt x="1024473" y="256446"/>
                  <a:pt x="1033220" y="254719"/>
                  <a:pt x="1035868" y="253837"/>
                </a:cubicBezTo>
                <a:cubicBezTo>
                  <a:pt x="1039045" y="252440"/>
                  <a:pt x="1041515" y="251741"/>
                  <a:pt x="1043278" y="251741"/>
                </a:cubicBezTo>
                <a:cubicBezTo>
                  <a:pt x="1045042" y="251741"/>
                  <a:pt x="1048840" y="253376"/>
                  <a:pt x="1054673" y="256645"/>
                </a:cubicBezTo>
                <a:cubicBezTo>
                  <a:pt x="1060506" y="259913"/>
                  <a:pt x="1063422" y="262787"/>
                  <a:pt x="1063422" y="265266"/>
                </a:cubicBezTo>
                <a:cubicBezTo>
                  <a:pt x="1063422" y="267163"/>
                  <a:pt x="1062436" y="268875"/>
                  <a:pt x="1060464" y="270401"/>
                </a:cubicBezTo>
                <a:cubicBezTo>
                  <a:pt x="1058492" y="271928"/>
                  <a:pt x="1056880" y="273919"/>
                  <a:pt x="1055626" y="276374"/>
                </a:cubicBezTo>
                <a:cubicBezTo>
                  <a:pt x="1054372" y="278828"/>
                  <a:pt x="1053282" y="281877"/>
                  <a:pt x="1052356" y="285521"/>
                </a:cubicBezTo>
                <a:cubicBezTo>
                  <a:pt x="1051429" y="289165"/>
                  <a:pt x="1049810" y="294484"/>
                  <a:pt x="1047499" y="301478"/>
                </a:cubicBezTo>
                <a:cubicBezTo>
                  <a:pt x="1045188" y="308472"/>
                  <a:pt x="1042785" y="313512"/>
                  <a:pt x="1040291" y="316597"/>
                </a:cubicBezTo>
                <a:cubicBezTo>
                  <a:pt x="1037797" y="319682"/>
                  <a:pt x="1035614" y="321224"/>
                  <a:pt x="1033742" y="321224"/>
                </a:cubicBezTo>
                <a:cubicBezTo>
                  <a:pt x="1031870" y="321224"/>
                  <a:pt x="1030490" y="320484"/>
                  <a:pt x="1029602" y="319005"/>
                </a:cubicBezTo>
                <a:cubicBezTo>
                  <a:pt x="1028714" y="317525"/>
                  <a:pt x="1027474" y="316785"/>
                  <a:pt x="1025881" y="316785"/>
                </a:cubicBezTo>
                <a:cubicBezTo>
                  <a:pt x="1024288" y="316785"/>
                  <a:pt x="1018556" y="317482"/>
                  <a:pt x="1008685" y="318877"/>
                </a:cubicBezTo>
                <a:cubicBezTo>
                  <a:pt x="1008587" y="325049"/>
                  <a:pt x="1008768" y="330176"/>
                  <a:pt x="1009228" y="334257"/>
                </a:cubicBezTo>
                <a:cubicBezTo>
                  <a:pt x="1009688" y="338339"/>
                  <a:pt x="1010531" y="341273"/>
                  <a:pt x="1011758" y="343060"/>
                </a:cubicBezTo>
                <a:cubicBezTo>
                  <a:pt x="1012984" y="344847"/>
                  <a:pt x="1015827" y="346319"/>
                  <a:pt x="1020288" y="347476"/>
                </a:cubicBezTo>
                <a:cubicBezTo>
                  <a:pt x="1024748" y="348632"/>
                  <a:pt x="1030002" y="349210"/>
                  <a:pt x="1036051" y="349210"/>
                </a:cubicBezTo>
                <a:cubicBezTo>
                  <a:pt x="1042099" y="349210"/>
                  <a:pt x="1047865" y="348758"/>
                  <a:pt x="1053348" y="347853"/>
                </a:cubicBezTo>
                <a:cubicBezTo>
                  <a:pt x="1058831" y="346948"/>
                  <a:pt x="1062235" y="345859"/>
                  <a:pt x="1063560" y="344584"/>
                </a:cubicBezTo>
                <a:cubicBezTo>
                  <a:pt x="1064886" y="343310"/>
                  <a:pt x="1066111" y="341436"/>
                  <a:pt x="1067236" y="338963"/>
                </a:cubicBezTo>
                <a:cubicBezTo>
                  <a:pt x="1068362" y="336489"/>
                  <a:pt x="1069858" y="330641"/>
                  <a:pt x="1071724" y="321417"/>
                </a:cubicBezTo>
                <a:cubicBezTo>
                  <a:pt x="1072376" y="318168"/>
                  <a:pt x="1073642" y="316544"/>
                  <a:pt x="1075522" y="316544"/>
                </a:cubicBezTo>
                <a:cubicBezTo>
                  <a:pt x="1077401" y="316544"/>
                  <a:pt x="1078512" y="318289"/>
                  <a:pt x="1078854" y="321777"/>
                </a:cubicBezTo>
                <a:cubicBezTo>
                  <a:pt x="1079196" y="325266"/>
                  <a:pt x="1079974" y="329350"/>
                  <a:pt x="1081187" y="334031"/>
                </a:cubicBezTo>
                <a:cubicBezTo>
                  <a:pt x="1082400" y="338712"/>
                  <a:pt x="1083441" y="341829"/>
                  <a:pt x="1084310" y="343382"/>
                </a:cubicBezTo>
                <a:cubicBezTo>
                  <a:pt x="1085179" y="344936"/>
                  <a:pt x="1085614" y="346356"/>
                  <a:pt x="1085614" y="347644"/>
                </a:cubicBezTo>
                <a:cubicBezTo>
                  <a:pt x="1085614" y="351793"/>
                  <a:pt x="1081016" y="355588"/>
                  <a:pt x="1071819" y="359028"/>
                </a:cubicBezTo>
                <a:cubicBezTo>
                  <a:pt x="1062622" y="362469"/>
                  <a:pt x="1052236" y="364189"/>
                  <a:pt x="1040661" y="364189"/>
                </a:cubicBezTo>
                <a:cubicBezTo>
                  <a:pt x="1032238" y="364189"/>
                  <a:pt x="1025099" y="363274"/>
                  <a:pt x="1019244" y="361443"/>
                </a:cubicBezTo>
                <a:cubicBezTo>
                  <a:pt x="1013389" y="359613"/>
                  <a:pt x="1008737" y="357069"/>
                  <a:pt x="1005288" y="353813"/>
                </a:cubicBezTo>
                <a:cubicBezTo>
                  <a:pt x="1001839" y="350556"/>
                  <a:pt x="999588" y="346322"/>
                  <a:pt x="998534" y="341112"/>
                </a:cubicBezTo>
                <a:cubicBezTo>
                  <a:pt x="997480" y="335901"/>
                  <a:pt x="997012" y="328917"/>
                  <a:pt x="997131" y="320158"/>
                </a:cubicBezTo>
                <a:cubicBezTo>
                  <a:pt x="989214" y="321570"/>
                  <a:pt x="983466" y="322371"/>
                  <a:pt x="979888" y="322559"/>
                </a:cubicBezTo>
                <a:cubicBezTo>
                  <a:pt x="979769" y="325694"/>
                  <a:pt x="978309" y="327262"/>
                  <a:pt x="975508" y="327262"/>
                </a:cubicBezTo>
                <a:cubicBezTo>
                  <a:pt x="973849" y="327262"/>
                  <a:pt x="972436" y="326241"/>
                  <a:pt x="971269" y="324199"/>
                </a:cubicBezTo>
                <a:cubicBezTo>
                  <a:pt x="970102" y="322157"/>
                  <a:pt x="969264" y="319925"/>
                  <a:pt x="968755" y="317503"/>
                </a:cubicBezTo>
                <a:cubicBezTo>
                  <a:pt x="966044" y="305008"/>
                  <a:pt x="963472" y="294589"/>
                  <a:pt x="961040" y="286245"/>
                </a:cubicBezTo>
                <a:cubicBezTo>
                  <a:pt x="958607" y="277902"/>
                  <a:pt x="956587" y="272957"/>
                  <a:pt x="954980" y="271412"/>
                </a:cubicBezTo>
                <a:cubicBezTo>
                  <a:pt x="953372" y="269868"/>
                  <a:pt x="952569" y="268038"/>
                  <a:pt x="952569" y="265922"/>
                </a:cubicBezTo>
                <a:cubicBezTo>
                  <a:pt x="952569" y="263807"/>
                  <a:pt x="953997" y="262750"/>
                  <a:pt x="956852" y="262750"/>
                </a:cubicBezTo>
                <a:cubicBezTo>
                  <a:pt x="959707" y="262750"/>
                  <a:pt x="963230" y="263636"/>
                  <a:pt x="967420" y="265408"/>
                </a:cubicBezTo>
                <a:cubicBezTo>
                  <a:pt x="978578" y="263920"/>
                  <a:pt x="988542" y="262421"/>
                  <a:pt x="997309" y="260909"/>
                </a:cubicBezTo>
                <a:cubicBezTo>
                  <a:pt x="997192" y="247918"/>
                  <a:pt x="996039" y="239203"/>
                  <a:pt x="993848" y="234764"/>
                </a:cubicBezTo>
                <a:cubicBezTo>
                  <a:pt x="991658" y="230324"/>
                  <a:pt x="990562" y="226984"/>
                  <a:pt x="990562" y="224743"/>
                </a:cubicBezTo>
                <a:cubicBezTo>
                  <a:pt x="990562" y="222503"/>
                  <a:pt x="991717" y="221383"/>
                  <a:pt x="994025" y="221383"/>
                </a:cubicBezTo>
                <a:close/>
                <a:moveTo>
                  <a:pt x="1203870" y="218365"/>
                </a:moveTo>
                <a:cubicBezTo>
                  <a:pt x="1206044" y="218365"/>
                  <a:pt x="1209299" y="219712"/>
                  <a:pt x="1213634" y="222405"/>
                </a:cubicBezTo>
                <a:cubicBezTo>
                  <a:pt x="1217969" y="225098"/>
                  <a:pt x="1220136" y="227431"/>
                  <a:pt x="1220136" y="229405"/>
                </a:cubicBezTo>
                <a:cubicBezTo>
                  <a:pt x="1220136" y="231520"/>
                  <a:pt x="1218454" y="233016"/>
                  <a:pt x="1215090" y="233893"/>
                </a:cubicBezTo>
                <a:cubicBezTo>
                  <a:pt x="1211726" y="234769"/>
                  <a:pt x="1208275" y="235974"/>
                  <a:pt x="1204737" y="237506"/>
                </a:cubicBezTo>
                <a:cubicBezTo>
                  <a:pt x="1201198" y="239039"/>
                  <a:pt x="1197661" y="240415"/>
                  <a:pt x="1194124" y="241635"/>
                </a:cubicBezTo>
                <a:cubicBezTo>
                  <a:pt x="1190588" y="242855"/>
                  <a:pt x="1188080" y="243464"/>
                  <a:pt x="1186601" y="243464"/>
                </a:cubicBezTo>
                <a:cubicBezTo>
                  <a:pt x="1185122" y="243464"/>
                  <a:pt x="1184383" y="242742"/>
                  <a:pt x="1184383" y="241297"/>
                </a:cubicBezTo>
                <a:cubicBezTo>
                  <a:pt x="1184383" y="239852"/>
                  <a:pt x="1185397" y="238349"/>
                  <a:pt x="1187425" y="236788"/>
                </a:cubicBezTo>
                <a:cubicBezTo>
                  <a:pt x="1195956" y="229943"/>
                  <a:pt x="1200268" y="225626"/>
                  <a:pt x="1200362" y="223837"/>
                </a:cubicBezTo>
                <a:cubicBezTo>
                  <a:pt x="1200526" y="220189"/>
                  <a:pt x="1201696" y="218365"/>
                  <a:pt x="1203870" y="218365"/>
                </a:cubicBezTo>
                <a:close/>
                <a:moveTo>
                  <a:pt x="416825" y="216946"/>
                </a:moveTo>
                <a:cubicBezTo>
                  <a:pt x="419204" y="216946"/>
                  <a:pt x="422944" y="218057"/>
                  <a:pt x="428046" y="220280"/>
                </a:cubicBezTo>
                <a:cubicBezTo>
                  <a:pt x="433147" y="222502"/>
                  <a:pt x="435698" y="225011"/>
                  <a:pt x="435698" y="227804"/>
                </a:cubicBezTo>
                <a:cubicBezTo>
                  <a:pt x="435698" y="228685"/>
                  <a:pt x="435248" y="230475"/>
                  <a:pt x="434347" y="233174"/>
                </a:cubicBezTo>
                <a:cubicBezTo>
                  <a:pt x="433447" y="235874"/>
                  <a:pt x="432640" y="239301"/>
                  <a:pt x="431927" y="243456"/>
                </a:cubicBezTo>
                <a:cubicBezTo>
                  <a:pt x="431213" y="247611"/>
                  <a:pt x="430576" y="253626"/>
                  <a:pt x="430014" y="261503"/>
                </a:cubicBezTo>
                <a:cubicBezTo>
                  <a:pt x="434919" y="260085"/>
                  <a:pt x="438778" y="259376"/>
                  <a:pt x="441592" y="259376"/>
                </a:cubicBezTo>
                <a:cubicBezTo>
                  <a:pt x="444406" y="259376"/>
                  <a:pt x="447056" y="259961"/>
                  <a:pt x="449542" y="261132"/>
                </a:cubicBezTo>
                <a:cubicBezTo>
                  <a:pt x="452029" y="262303"/>
                  <a:pt x="453272" y="263858"/>
                  <a:pt x="453272" y="265798"/>
                </a:cubicBezTo>
                <a:cubicBezTo>
                  <a:pt x="453272" y="268692"/>
                  <a:pt x="450617" y="270650"/>
                  <a:pt x="445306" y="271673"/>
                </a:cubicBezTo>
                <a:cubicBezTo>
                  <a:pt x="439996" y="272695"/>
                  <a:pt x="434701" y="273776"/>
                  <a:pt x="429423" y="274915"/>
                </a:cubicBezTo>
                <a:lnTo>
                  <a:pt x="429129" y="288445"/>
                </a:lnTo>
                <a:cubicBezTo>
                  <a:pt x="438438" y="289007"/>
                  <a:pt x="444138" y="290806"/>
                  <a:pt x="446229" y="293843"/>
                </a:cubicBezTo>
                <a:cubicBezTo>
                  <a:pt x="448321" y="296880"/>
                  <a:pt x="449367" y="299783"/>
                  <a:pt x="449367" y="302550"/>
                </a:cubicBezTo>
                <a:cubicBezTo>
                  <a:pt x="449367" y="306714"/>
                  <a:pt x="447698" y="308796"/>
                  <a:pt x="444362" y="308796"/>
                </a:cubicBezTo>
                <a:cubicBezTo>
                  <a:pt x="442471" y="308796"/>
                  <a:pt x="440349" y="307758"/>
                  <a:pt x="437996" y="305680"/>
                </a:cubicBezTo>
                <a:lnTo>
                  <a:pt x="429041" y="295481"/>
                </a:lnTo>
                <a:cubicBezTo>
                  <a:pt x="428981" y="301117"/>
                  <a:pt x="428951" y="315013"/>
                  <a:pt x="428951" y="337167"/>
                </a:cubicBezTo>
                <a:cubicBezTo>
                  <a:pt x="428951" y="346900"/>
                  <a:pt x="428133" y="354577"/>
                  <a:pt x="426499" y="360196"/>
                </a:cubicBezTo>
                <a:cubicBezTo>
                  <a:pt x="424864" y="365816"/>
                  <a:pt x="422920" y="368626"/>
                  <a:pt x="420664" y="368626"/>
                </a:cubicBezTo>
                <a:cubicBezTo>
                  <a:pt x="418408" y="368626"/>
                  <a:pt x="416403" y="366768"/>
                  <a:pt x="414648" y="363054"/>
                </a:cubicBezTo>
                <a:cubicBezTo>
                  <a:pt x="412893" y="359339"/>
                  <a:pt x="412015" y="356154"/>
                  <a:pt x="412015" y="353500"/>
                </a:cubicBezTo>
                <a:cubicBezTo>
                  <a:pt x="412015" y="350846"/>
                  <a:pt x="412548" y="347933"/>
                  <a:pt x="413613" y="344762"/>
                </a:cubicBezTo>
                <a:cubicBezTo>
                  <a:pt x="416460" y="333231"/>
                  <a:pt x="418235" y="314910"/>
                  <a:pt x="418940" y="289800"/>
                </a:cubicBezTo>
                <a:cubicBezTo>
                  <a:pt x="417494" y="297440"/>
                  <a:pt x="413829" y="304773"/>
                  <a:pt x="407945" y="311798"/>
                </a:cubicBezTo>
                <a:cubicBezTo>
                  <a:pt x="402060" y="318823"/>
                  <a:pt x="395568" y="324784"/>
                  <a:pt x="388467" y="329681"/>
                </a:cubicBezTo>
                <a:cubicBezTo>
                  <a:pt x="381367" y="334577"/>
                  <a:pt x="376505" y="337026"/>
                  <a:pt x="373880" y="337026"/>
                </a:cubicBezTo>
                <a:cubicBezTo>
                  <a:pt x="371844" y="337026"/>
                  <a:pt x="370827" y="336309"/>
                  <a:pt x="370827" y="334875"/>
                </a:cubicBezTo>
                <a:cubicBezTo>
                  <a:pt x="370827" y="333442"/>
                  <a:pt x="371695" y="332015"/>
                  <a:pt x="373431" y="330595"/>
                </a:cubicBezTo>
                <a:cubicBezTo>
                  <a:pt x="389428" y="317518"/>
                  <a:pt x="403651" y="299777"/>
                  <a:pt x="416099" y="277372"/>
                </a:cubicBezTo>
                <a:cubicBezTo>
                  <a:pt x="404893" y="279858"/>
                  <a:pt x="397215" y="281102"/>
                  <a:pt x="393064" y="281102"/>
                </a:cubicBezTo>
                <a:cubicBezTo>
                  <a:pt x="388913" y="281102"/>
                  <a:pt x="385441" y="280564"/>
                  <a:pt x="382649" y="279490"/>
                </a:cubicBezTo>
                <a:cubicBezTo>
                  <a:pt x="379857" y="278415"/>
                  <a:pt x="378461" y="277061"/>
                  <a:pt x="378461" y="275428"/>
                </a:cubicBezTo>
                <a:cubicBezTo>
                  <a:pt x="378461" y="273794"/>
                  <a:pt x="381267" y="272456"/>
                  <a:pt x="386878" y="271412"/>
                </a:cubicBezTo>
                <a:cubicBezTo>
                  <a:pt x="392489" y="270369"/>
                  <a:pt x="403235" y="267859"/>
                  <a:pt x="419116" y="263884"/>
                </a:cubicBezTo>
                <a:cubicBezTo>
                  <a:pt x="419116" y="253736"/>
                  <a:pt x="419029" y="246189"/>
                  <a:pt x="418854" y="241243"/>
                </a:cubicBezTo>
                <a:cubicBezTo>
                  <a:pt x="418680" y="236298"/>
                  <a:pt x="418345" y="232945"/>
                  <a:pt x="417850" y="231185"/>
                </a:cubicBezTo>
                <a:cubicBezTo>
                  <a:pt x="417355" y="229425"/>
                  <a:pt x="416466" y="227598"/>
                  <a:pt x="415182" y="225703"/>
                </a:cubicBezTo>
                <a:cubicBezTo>
                  <a:pt x="413899" y="223809"/>
                  <a:pt x="413257" y="221876"/>
                  <a:pt x="413257" y="219904"/>
                </a:cubicBezTo>
                <a:cubicBezTo>
                  <a:pt x="413257" y="217932"/>
                  <a:pt x="414446" y="216946"/>
                  <a:pt x="416825" y="216946"/>
                </a:cubicBezTo>
                <a:close/>
                <a:moveTo>
                  <a:pt x="1332996" y="215880"/>
                </a:moveTo>
                <a:cubicBezTo>
                  <a:pt x="1335328" y="215880"/>
                  <a:pt x="1338447" y="216755"/>
                  <a:pt x="1342350" y="218504"/>
                </a:cubicBezTo>
                <a:cubicBezTo>
                  <a:pt x="1346253" y="220254"/>
                  <a:pt x="1348204" y="222348"/>
                  <a:pt x="1348204" y="224787"/>
                </a:cubicBezTo>
                <a:cubicBezTo>
                  <a:pt x="1348204" y="225805"/>
                  <a:pt x="1347900" y="227107"/>
                  <a:pt x="1347290" y="228691"/>
                </a:cubicBezTo>
                <a:cubicBezTo>
                  <a:pt x="1346680" y="230275"/>
                  <a:pt x="1346171" y="232966"/>
                  <a:pt x="1345763" y="236761"/>
                </a:cubicBezTo>
                <a:cubicBezTo>
                  <a:pt x="1345355" y="240557"/>
                  <a:pt x="1344808" y="249515"/>
                  <a:pt x="1344121" y="263635"/>
                </a:cubicBezTo>
                <a:cubicBezTo>
                  <a:pt x="1355560" y="260796"/>
                  <a:pt x="1362304" y="259376"/>
                  <a:pt x="1364352" y="259376"/>
                </a:cubicBezTo>
                <a:cubicBezTo>
                  <a:pt x="1366401" y="259376"/>
                  <a:pt x="1367920" y="259872"/>
                  <a:pt x="1368911" y="260865"/>
                </a:cubicBezTo>
                <a:cubicBezTo>
                  <a:pt x="1369901" y="261857"/>
                  <a:pt x="1370397" y="262851"/>
                  <a:pt x="1370397" y="263847"/>
                </a:cubicBezTo>
                <a:cubicBezTo>
                  <a:pt x="1370397" y="266584"/>
                  <a:pt x="1368202" y="268485"/>
                  <a:pt x="1363814" y="269549"/>
                </a:cubicBezTo>
                <a:cubicBezTo>
                  <a:pt x="1359425" y="270613"/>
                  <a:pt x="1352770" y="271898"/>
                  <a:pt x="1343847" y="273405"/>
                </a:cubicBezTo>
                <a:lnTo>
                  <a:pt x="1343603" y="277732"/>
                </a:lnTo>
                <a:lnTo>
                  <a:pt x="1346751" y="275887"/>
                </a:lnTo>
                <a:cubicBezTo>
                  <a:pt x="1350557" y="275887"/>
                  <a:pt x="1354651" y="276916"/>
                  <a:pt x="1359032" y="278974"/>
                </a:cubicBezTo>
                <a:cubicBezTo>
                  <a:pt x="1363413" y="281031"/>
                  <a:pt x="1365604" y="284333"/>
                  <a:pt x="1365604" y="288878"/>
                </a:cubicBezTo>
                <a:cubicBezTo>
                  <a:pt x="1365604" y="292333"/>
                  <a:pt x="1364172" y="294061"/>
                  <a:pt x="1361308" y="294061"/>
                </a:cubicBezTo>
                <a:cubicBezTo>
                  <a:pt x="1359418" y="294061"/>
                  <a:pt x="1355891" y="291767"/>
                  <a:pt x="1350730" y="287180"/>
                </a:cubicBezTo>
                <a:cubicBezTo>
                  <a:pt x="1348149" y="284886"/>
                  <a:pt x="1346213" y="282982"/>
                  <a:pt x="1344923" y="281467"/>
                </a:cubicBezTo>
                <a:lnTo>
                  <a:pt x="1343529" y="279038"/>
                </a:lnTo>
                <a:lnTo>
                  <a:pt x="1343176" y="285301"/>
                </a:lnTo>
                <a:cubicBezTo>
                  <a:pt x="1342947" y="288549"/>
                  <a:pt x="1342713" y="291078"/>
                  <a:pt x="1342474" y="292889"/>
                </a:cubicBezTo>
                <a:cubicBezTo>
                  <a:pt x="1341996" y="296511"/>
                  <a:pt x="1340763" y="298323"/>
                  <a:pt x="1338773" y="298323"/>
                </a:cubicBezTo>
                <a:cubicBezTo>
                  <a:pt x="1336783" y="298323"/>
                  <a:pt x="1335272" y="297143"/>
                  <a:pt x="1334240" y="294784"/>
                </a:cubicBezTo>
                <a:cubicBezTo>
                  <a:pt x="1333208" y="292424"/>
                  <a:pt x="1332692" y="289210"/>
                  <a:pt x="1332692" y="285141"/>
                </a:cubicBezTo>
                <a:cubicBezTo>
                  <a:pt x="1332692" y="281072"/>
                  <a:pt x="1332810" y="277654"/>
                  <a:pt x="1333045" y="274886"/>
                </a:cubicBezTo>
                <a:cubicBezTo>
                  <a:pt x="1332410" y="280182"/>
                  <a:pt x="1329321" y="285540"/>
                  <a:pt x="1323779" y="290962"/>
                </a:cubicBezTo>
                <a:cubicBezTo>
                  <a:pt x="1318236" y="296384"/>
                  <a:pt x="1312505" y="300711"/>
                  <a:pt x="1306585" y="303945"/>
                </a:cubicBezTo>
                <a:cubicBezTo>
                  <a:pt x="1300664" y="307179"/>
                  <a:pt x="1296654" y="308796"/>
                  <a:pt x="1294554" y="308796"/>
                </a:cubicBezTo>
                <a:cubicBezTo>
                  <a:pt x="1292993" y="308796"/>
                  <a:pt x="1292213" y="308189"/>
                  <a:pt x="1292213" y="306974"/>
                </a:cubicBezTo>
                <a:cubicBezTo>
                  <a:pt x="1292213" y="305759"/>
                  <a:pt x="1292922" y="304621"/>
                  <a:pt x="1294339" y="303559"/>
                </a:cubicBezTo>
                <a:cubicBezTo>
                  <a:pt x="1308189" y="293317"/>
                  <a:pt x="1317837" y="284234"/>
                  <a:pt x="1323281" y="276309"/>
                </a:cubicBezTo>
                <a:cubicBezTo>
                  <a:pt x="1318828" y="277017"/>
                  <a:pt x="1315201" y="277372"/>
                  <a:pt x="1312398" y="277372"/>
                </a:cubicBezTo>
                <a:cubicBezTo>
                  <a:pt x="1309596" y="277372"/>
                  <a:pt x="1307129" y="276991"/>
                  <a:pt x="1304997" y="276231"/>
                </a:cubicBezTo>
                <a:cubicBezTo>
                  <a:pt x="1302865" y="275470"/>
                  <a:pt x="1301799" y="274266"/>
                  <a:pt x="1301799" y="272617"/>
                </a:cubicBezTo>
                <a:cubicBezTo>
                  <a:pt x="1301799" y="270968"/>
                  <a:pt x="1303374" y="270060"/>
                  <a:pt x="1306524" y="269892"/>
                </a:cubicBezTo>
                <a:cubicBezTo>
                  <a:pt x="1311819" y="269653"/>
                  <a:pt x="1320802" y="268211"/>
                  <a:pt x="1333472" y="265566"/>
                </a:cubicBezTo>
                <a:cubicBezTo>
                  <a:pt x="1333779" y="260331"/>
                  <a:pt x="1333933" y="254787"/>
                  <a:pt x="1333933" y="248933"/>
                </a:cubicBezTo>
                <a:cubicBezTo>
                  <a:pt x="1333933" y="234808"/>
                  <a:pt x="1333113" y="226654"/>
                  <a:pt x="1331473" y="224471"/>
                </a:cubicBezTo>
                <a:cubicBezTo>
                  <a:pt x="1330155" y="222623"/>
                  <a:pt x="1329496" y="220729"/>
                  <a:pt x="1329496" y="218790"/>
                </a:cubicBezTo>
                <a:cubicBezTo>
                  <a:pt x="1329496" y="216850"/>
                  <a:pt x="1330663" y="215880"/>
                  <a:pt x="1332996" y="215880"/>
                </a:cubicBezTo>
                <a:close/>
                <a:moveTo>
                  <a:pt x="671279" y="215348"/>
                </a:moveTo>
                <a:cubicBezTo>
                  <a:pt x="674275" y="215348"/>
                  <a:pt x="678370" y="216712"/>
                  <a:pt x="683562" y="219439"/>
                </a:cubicBezTo>
                <a:cubicBezTo>
                  <a:pt x="688755" y="222166"/>
                  <a:pt x="691351" y="224514"/>
                  <a:pt x="691351" y="226484"/>
                </a:cubicBezTo>
                <a:cubicBezTo>
                  <a:pt x="691351" y="228454"/>
                  <a:pt x="690703" y="230865"/>
                  <a:pt x="689406" y="233717"/>
                </a:cubicBezTo>
                <a:cubicBezTo>
                  <a:pt x="687981" y="236783"/>
                  <a:pt x="687323" y="246696"/>
                  <a:pt x="687432" y="263457"/>
                </a:cubicBezTo>
                <a:cubicBezTo>
                  <a:pt x="693727" y="262207"/>
                  <a:pt x="698785" y="261066"/>
                  <a:pt x="702607" y="260035"/>
                </a:cubicBezTo>
                <a:cubicBezTo>
                  <a:pt x="706429" y="259004"/>
                  <a:pt x="710008" y="258488"/>
                  <a:pt x="713343" y="258488"/>
                </a:cubicBezTo>
                <a:cubicBezTo>
                  <a:pt x="716678" y="258488"/>
                  <a:pt x="720001" y="259603"/>
                  <a:pt x="723312" y="261833"/>
                </a:cubicBezTo>
                <a:cubicBezTo>
                  <a:pt x="726623" y="264064"/>
                  <a:pt x="728279" y="266154"/>
                  <a:pt x="728279" y="268105"/>
                </a:cubicBezTo>
                <a:cubicBezTo>
                  <a:pt x="728279" y="271680"/>
                  <a:pt x="723742" y="273467"/>
                  <a:pt x="714669" y="273467"/>
                </a:cubicBezTo>
                <a:lnTo>
                  <a:pt x="701902" y="272935"/>
                </a:lnTo>
                <a:cubicBezTo>
                  <a:pt x="697326" y="272935"/>
                  <a:pt x="692508" y="273178"/>
                  <a:pt x="687446" y="273665"/>
                </a:cubicBezTo>
                <a:cubicBezTo>
                  <a:pt x="687665" y="281507"/>
                  <a:pt x="688282" y="293788"/>
                  <a:pt x="689297" y="310509"/>
                </a:cubicBezTo>
                <a:cubicBezTo>
                  <a:pt x="690312" y="327229"/>
                  <a:pt x="690820" y="336767"/>
                  <a:pt x="690820" y="339121"/>
                </a:cubicBezTo>
                <a:cubicBezTo>
                  <a:pt x="690820" y="348358"/>
                  <a:pt x="689030" y="355822"/>
                  <a:pt x="685450" y="361513"/>
                </a:cubicBezTo>
                <a:cubicBezTo>
                  <a:pt x="681870" y="367203"/>
                  <a:pt x="678874" y="370048"/>
                  <a:pt x="676462" y="370048"/>
                </a:cubicBezTo>
                <a:cubicBezTo>
                  <a:pt x="674050" y="370048"/>
                  <a:pt x="672066" y="368580"/>
                  <a:pt x="670511" y="365645"/>
                </a:cubicBezTo>
                <a:cubicBezTo>
                  <a:pt x="666356" y="358184"/>
                  <a:pt x="662684" y="352858"/>
                  <a:pt x="659494" y="349669"/>
                </a:cubicBezTo>
                <a:cubicBezTo>
                  <a:pt x="656304" y="346479"/>
                  <a:pt x="654710" y="344214"/>
                  <a:pt x="654710" y="342875"/>
                </a:cubicBezTo>
                <a:cubicBezTo>
                  <a:pt x="654710" y="341535"/>
                  <a:pt x="655441" y="340866"/>
                  <a:pt x="656902" y="340866"/>
                </a:cubicBezTo>
                <a:cubicBezTo>
                  <a:pt x="658364" y="340866"/>
                  <a:pt x="660841" y="341458"/>
                  <a:pt x="664332" y="342642"/>
                </a:cubicBezTo>
                <a:cubicBezTo>
                  <a:pt x="667824" y="343826"/>
                  <a:pt x="670266" y="344417"/>
                  <a:pt x="671659" y="344417"/>
                </a:cubicBezTo>
                <a:cubicBezTo>
                  <a:pt x="673052" y="344417"/>
                  <a:pt x="674041" y="343766"/>
                  <a:pt x="674624" y="342463"/>
                </a:cubicBezTo>
                <a:cubicBezTo>
                  <a:pt x="675207" y="341161"/>
                  <a:pt x="675674" y="337451"/>
                  <a:pt x="676024" y="331333"/>
                </a:cubicBezTo>
                <a:cubicBezTo>
                  <a:pt x="676373" y="325216"/>
                  <a:pt x="676548" y="316142"/>
                  <a:pt x="676548" y="304112"/>
                </a:cubicBezTo>
                <a:cubicBezTo>
                  <a:pt x="676548" y="292082"/>
                  <a:pt x="676497" y="282222"/>
                  <a:pt x="676396" y="274533"/>
                </a:cubicBezTo>
                <a:cubicBezTo>
                  <a:pt x="665812" y="275933"/>
                  <a:pt x="657842" y="277467"/>
                  <a:pt x="652484" y="279134"/>
                </a:cubicBezTo>
                <a:cubicBezTo>
                  <a:pt x="647127" y="280800"/>
                  <a:pt x="642985" y="281633"/>
                  <a:pt x="640061" y="281633"/>
                </a:cubicBezTo>
                <a:cubicBezTo>
                  <a:pt x="637136" y="281633"/>
                  <a:pt x="634496" y="280777"/>
                  <a:pt x="632143" y="279066"/>
                </a:cubicBezTo>
                <a:cubicBezTo>
                  <a:pt x="629789" y="277354"/>
                  <a:pt x="628612" y="275719"/>
                  <a:pt x="628612" y="274162"/>
                </a:cubicBezTo>
                <a:cubicBezTo>
                  <a:pt x="628612" y="272605"/>
                  <a:pt x="630675" y="271599"/>
                  <a:pt x="634800" y="271142"/>
                </a:cubicBezTo>
                <a:cubicBezTo>
                  <a:pt x="645552" y="270196"/>
                  <a:pt x="659409" y="268265"/>
                  <a:pt x="676370" y="265348"/>
                </a:cubicBezTo>
                <a:cubicBezTo>
                  <a:pt x="675904" y="254420"/>
                  <a:pt x="675094" y="245461"/>
                  <a:pt x="673938" y="238471"/>
                </a:cubicBezTo>
                <a:cubicBezTo>
                  <a:pt x="672783" y="231481"/>
                  <a:pt x="671301" y="227142"/>
                  <a:pt x="669494" y="225455"/>
                </a:cubicBezTo>
                <a:cubicBezTo>
                  <a:pt x="667688" y="223767"/>
                  <a:pt x="666784" y="221661"/>
                  <a:pt x="666784" y="219136"/>
                </a:cubicBezTo>
                <a:cubicBezTo>
                  <a:pt x="666784" y="216611"/>
                  <a:pt x="668282" y="215348"/>
                  <a:pt x="671279" y="215348"/>
                </a:cubicBezTo>
                <a:close/>
                <a:moveTo>
                  <a:pt x="816766" y="214636"/>
                </a:moveTo>
                <a:cubicBezTo>
                  <a:pt x="819302" y="214636"/>
                  <a:pt x="822835" y="215916"/>
                  <a:pt x="827364" y="218477"/>
                </a:cubicBezTo>
                <a:cubicBezTo>
                  <a:pt x="831893" y="221038"/>
                  <a:pt x="834158" y="223315"/>
                  <a:pt x="834158" y="225308"/>
                </a:cubicBezTo>
                <a:cubicBezTo>
                  <a:pt x="834158" y="227300"/>
                  <a:pt x="833412" y="228945"/>
                  <a:pt x="831922" y="230241"/>
                </a:cubicBezTo>
                <a:cubicBezTo>
                  <a:pt x="830432" y="231537"/>
                  <a:pt x="828988" y="233413"/>
                  <a:pt x="827589" y="235869"/>
                </a:cubicBezTo>
                <a:cubicBezTo>
                  <a:pt x="842218" y="249946"/>
                  <a:pt x="855595" y="261406"/>
                  <a:pt x="867720" y="270250"/>
                </a:cubicBezTo>
                <a:cubicBezTo>
                  <a:pt x="879845" y="279094"/>
                  <a:pt x="893898" y="285733"/>
                  <a:pt x="909879" y="290167"/>
                </a:cubicBezTo>
                <a:cubicBezTo>
                  <a:pt x="914552" y="291481"/>
                  <a:pt x="916889" y="293123"/>
                  <a:pt x="916889" y="295093"/>
                </a:cubicBezTo>
                <a:cubicBezTo>
                  <a:pt x="916889" y="296398"/>
                  <a:pt x="916123" y="297347"/>
                  <a:pt x="914592" y="297942"/>
                </a:cubicBezTo>
                <a:cubicBezTo>
                  <a:pt x="913062" y="298537"/>
                  <a:pt x="908870" y="299045"/>
                  <a:pt x="902016" y="299466"/>
                </a:cubicBezTo>
                <a:cubicBezTo>
                  <a:pt x="895163" y="299888"/>
                  <a:pt x="889887" y="300098"/>
                  <a:pt x="886188" y="300098"/>
                </a:cubicBezTo>
                <a:cubicBezTo>
                  <a:pt x="882489" y="300098"/>
                  <a:pt x="879521" y="299671"/>
                  <a:pt x="877283" y="298816"/>
                </a:cubicBezTo>
                <a:cubicBezTo>
                  <a:pt x="875046" y="297961"/>
                  <a:pt x="872876" y="296576"/>
                  <a:pt x="870775" y="294661"/>
                </a:cubicBezTo>
                <a:cubicBezTo>
                  <a:pt x="868674" y="292745"/>
                  <a:pt x="861917" y="285526"/>
                  <a:pt x="850505" y="273002"/>
                </a:cubicBezTo>
                <a:cubicBezTo>
                  <a:pt x="839092" y="260478"/>
                  <a:pt x="830258" y="250158"/>
                  <a:pt x="824003" y="242042"/>
                </a:cubicBezTo>
                <a:cubicBezTo>
                  <a:pt x="816798" y="256733"/>
                  <a:pt x="808593" y="269338"/>
                  <a:pt x="799389" y="279856"/>
                </a:cubicBezTo>
                <a:cubicBezTo>
                  <a:pt x="790185" y="290374"/>
                  <a:pt x="780798" y="298419"/>
                  <a:pt x="771229" y="303991"/>
                </a:cubicBezTo>
                <a:cubicBezTo>
                  <a:pt x="761660" y="309562"/>
                  <a:pt x="755047" y="312348"/>
                  <a:pt x="751390" y="312348"/>
                </a:cubicBezTo>
                <a:cubicBezTo>
                  <a:pt x="749118" y="312348"/>
                  <a:pt x="747982" y="311579"/>
                  <a:pt x="747982" y="310041"/>
                </a:cubicBezTo>
                <a:cubicBezTo>
                  <a:pt x="747982" y="308502"/>
                  <a:pt x="749034" y="307086"/>
                  <a:pt x="751138" y="305791"/>
                </a:cubicBezTo>
                <a:cubicBezTo>
                  <a:pt x="762570" y="298676"/>
                  <a:pt x="772875" y="290237"/>
                  <a:pt x="782055" y="280472"/>
                </a:cubicBezTo>
                <a:cubicBezTo>
                  <a:pt x="791235" y="270708"/>
                  <a:pt x="798769" y="260199"/>
                  <a:pt x="804659" y="248943"/>
                </a:cubicBezTo>
                <a:cubicBezTo>
                  <a:pt x="810548" y="237688"/>
                  <a:pt x="813492" y="229459"/>
                  <a:pt x="813492" y="224256"/>
                </a:cubicBezTo>
                <a:cubicBezTo>
                  <a:pt x="813492" y="223458"/>
                  <a:pt x="813404" y="222616"/>
                  <a:pt x="813227" y="221729"/>
                </a:cubicBezTo>
                <a:cubicBezTo>
                  <a:pt x="813050" y="220842"/>
                  <a:pt x="812961" y="220027"/>
                  <a:pt x="812961" y="219285"/>
                </a:cubicBezTo>
                <a:cubicBezTo>
                  <a:pt x="812961" y="216185"/>
                  <a:pt x="814229" y="214636"/>
                  <a:pt x="816766" y="214636"/>
                </a:cubicBezTo>
                <a:close/>
                <a:moveTo>
                  <a:pt x="1165471" y="210909"/>
                </a:moveTo>
                <a:cubicBezTo>
                  <a:pt x="1167776" y="210909"/>
                  <a:pt x="1170649" y="211535"/>
                  <a:pt x="1174090" y="212786"/>
                </a:cubicBezTo>
                <a:cubicBezTo>
                  <a:pt x="1177530" y="214038"/>
                  <a:pt x="1179969" y="215193"/>
                  <a:pt x="1181406" y="216252"/>
                </a:cubicBezTo>
                <a:cubicBezTo>
                  <a:pt x="1182844" y="217310"/>
                  <a:pt x="1183563" y="218627"/>
                  <a:pt x="1183563" y="220202"/>
                </a:cubicBezTo>
                <a:cubicBezTo>
                  <a:pt x="1183563" y="221777"/>
                  <a:pt x="1183054" y="224211"/>
                  <a:pt x="1182037" y="227503"/>
                </a:cubicBezTo>
                <a:cubicBezTo>
                  <a:pt x="1181020" y="230796"/>
                  <a:pt x="1180404" y="238282"/>
                  <a:pt x="1180189" y="249963"/>
                </a:cubicBezTo>
                <a:cubicBezTo>
                  <a:pt x="1206821" y="247163"/>
                  <a:pt x="1220939" y="245477"/>
                  <a:pt x="1222543" y="244904"/>
                </a:cubicBezTo>
                <a:cubicBezTo>
                  <a:pt x="1225163" y="243782"/>
                  <a:pt x="1227426" y="243221"/>
                  <a:pt x="1229332" y="243221"/>
                </a:cubicBezTo>
                <a:cubicBezTo>
                  <a:pt x="1232918" y="243221"/>
                  <a:pt x="1237874" y="245436"/>
                  <a:pt x="1244201" y="249865"/>
                </a:cubicBezTo>
                <a:cubicBezTo>
                  <a:pt x="1250527" y="254294"/>
                  <a:pt x="1253690" y="257830"/>
                  <a:pt x="1253690" y="260473"/>
                </a:cubicBezTo>
                <a:cubicBezTo>
                  <a:pt x="1253690" y="263116"/>
                  <a:pt x="1251181" y="264666"/>
                  <a:pt x="1246163" y="265122"/>
                </a:cubicBezTo>
                <a:cubicBezTo>
                  <a:pt x="1238238" y="265812"/>
                  <a:pt x="1231559" y="267528"/>
                  <a:pt x="1226126" y="270271"/>
                </a:cubicBezTo>
                <a:cubicBezTo>
                  <a:pt x="1224896" y="270982"/>
                  <a:pt x="1223461" y="271337"/>
                  <a:pt x="1221819" y="271337"/>
                </a:cubicBezTo>
                <a:cubicBezTo>
                  <a:pt x="1220177" y="271337"/>
                  <a:pt x="1219356" y="270662"/>
                  <a:pt x="1219356" y="269311"/>
                </a:cubicBezTo>
                <a:cubicBezTo>
                  <a:pt x="1219356" y="267961"/>
                  <a:pt x="1219725" y="266733"/>
                  <a:pt x="1220462" y="265628"/>
                </a:cubicBezTo>
                <a:cubicBezTo>
                  <a:pt x="1224104" y="260550"/>
                  <a:pt x="1225925" y="257692"/>
                  <a:pt x="1225925" y="257055"/>
                </a:cubicBezTo>
                <a:cubicBezTo>
                  <a:pt x="1225925" y="256417"/>
                  <a:pt x="1225660" y="256005"/>
                  <a:pt x="1225129" y="255817"/>
                </a:cubicBezTo>
                <a:cubicBezTo>
                  <a:pt x="1224598" y="255630"/>
                  <a:pt x="1223040" y="255536"/>
                  <a:pt x="1220456" y="255536"/>
                </a:cubicBezTo>
                <a:cubicBezTo>
                  <a:pt x="1211692" y="255536"/>
                  <a:pt x="1199181" y="256364"/>
                  <a:pt x="1182924" y="258019"/>
                </a:cubicBezTo>
                <a:cubicBezTo>
                  <a:pt x="1166666" y="259674"/>
                  <a:pt x="1154741" y="261242"/>
                  <a:pt x="1147148" y="262723"/>
                </a:cubicBezTo>
                <a:cubicBezTo>
                  <a:pt x="1139556" y="264204"/>
                  <a:pt x="1133612" y="264886"/>
                  <a:pt x="1129315" y="264769"/>
                </a:cubicBezTo>
                <a:cubicBezTo>
                  <a:pt x="1127620" y="271042"/>
                  <a:pt x="1125407" y="276753"/>
                  <a:pt x="1122674" y="281900"/>
                </a:cubicBezTo>
                <a:cubicBezTo>
                  <a:pt x="1119942" y="287048"/>
                  <a:pt x="1117330" y="289622"/>
                  <a:pt x="1114840" y="289622"/>
                </a:cubicBezTo>
                <a:cubicBezTo>
                  <a:pt x="1112350" y="289622"/>
                  <a:pt x="1110624" y="288476"/>
                  <a:pt x="1109662" y="286184"/>
                </a:cubicBezTo>
                <a:cubicBezTo>
                  <a:pt x="1108701" y="283893"/>
                  <a:pt x="1108220" y="282028"/>
                  <a:pt x="1108220" y="280588"/>
                </a:cubicBezTo>
                <a:cubicBezTo>
                  <a:pt x="1108220" y="279149"/>
                  <a:pt x="1108568" y="277482"/>
                  <a:pt x="1109262" y="275586"/>
                </a:cubicBezTo>
                <a:cubicBezTo>
                  <a:pt x="1109957" y="273691"/>
                  <a:pt x="1110764" y="272154"/>
                  <a:pt x="1111682" y="270976"/>
                </a:cubicBezTo>
                <a:cubicBezTo>
                  <a:pt x="1113963" y="268234"/>
                  <a:pt x="1116192" y="262876"/>
                  <a:pt x="1118369" y="254900"/>
                </a:cubicBezTo>
                <a:cubicBezTo>
                  <a:pt x="1119219" y="252202"/>
                  <a:pt x="1120678" y="250853"/>
                  <a:pt x="1122744" y="250853"/>
                </a:cubicBezTo>
                <a:cubicBezTo>
                  <a:pt x="1124810" y="250853"/>
                  <a:pt x="1126583" y="252688"/>
                  <a:pt x="1128063" y="256356"/>
                </a:cubicBezTo>
                <a:cubicBezTo>
                  <a:pt x="1140465" y="254264"/>
                  <a:pt x="1154044" y="252546"/>
                  <a:pt x="1168799" y="251204"/>
                </a:cubicBezTo>
                <a:cubicBezTo>
                  <a:pt x="1169010" y="243660"/>
                  <a:pt x="1168799" y="237247"/>
                  <a:pt x="1168166" y="231966"/>
                </a:cubicBezTo>
                <a:cubicBezTo>
                  <a:pt x="1167532" y="226684"/>
                  <a:pt x="1166348" y="222788"/>
                  <a:pt x="1164614" y="220276"/>
                </a:cubicBezTo>
                <a:cubicBezTo>
                  <a:pt x="1162880" y="217764"/>
                  <a:pt x="1162012" y="215575"/>
                  <a:pt x="1162012" y="213708"/>
                </a:cubicBezTo>
                <a:cubicBezTo>
                  <a:pt x="1162012" y="211842"/>
                  <a:pt x="1163165" y="210909"/>
                  <a:pt x="1165471" y="210909"/>
                </a:cubicBezTo>
                <a:close/>
                <a:moveTo>
                  <a:pt x="180254" y="110073"/>
                </a:moveTo>
                <a:cubicBezTo>
                  <a:pt x="183502" y="110073"/>
                  <a:pt x="186303" y="111249"/>
                  <a:pt x="188655" y="113602"/>
                </a:cubicBezTo>
                <a:cubicBezTo>
                  <a:pt x="191008" y="115954"/>
                  <a:pt x="192184" y="118718"/>
                  <a:pt x="192184" y="121894"/>
                </a:cubicBezTo>
                <a:cubicBezTo>
                  <a:pt x="192184" y="125070"/>
                  <a:pt x="190996" y="127810"/>
                  <a:pt x="188620" y="130116"/>
                </a:cubicBezTo>
                <a:cubicBezTo>
                  <a:pt x="186244" y="132421"/>
                  <a:pt x="183450" y="133574"/>
                  <a:pt x="180239" y="133574"/>
                </a:cubicBezTo>
                <a:cubicBezTo>
                  <a:pt x="177027" y="133574"/>
                  <a:pt x="174239" y="132426"/>
                  <a:pt x="171873" y="130130"/>
                </a:cubicBezTo>
                <a:cubicBezTo>
                  <a:pt x="169507" y="127834"/>
                  <a:pt x="168324" y="125088"/>
                  <a:pt x="168324" y="121894"/>
                </a:cubicBezTo>
                <a:cubicBezTo>
                  <a:pt x="168324" y="118700"/>
                  <a:pt x="169496" y="115931"/>
                  <a:pt x="171839" y="113588"/>
                </a:cubicBezTo>
                <a:cubicBezTo>
                  <a:pt x="174182" y="111244"/>
                  <a:pt x="176987" y="110073"/>
                  <a:pt x="180254" y="110073"/>
                </a:cubicBezTo>
                <a:close/>
                <a:moveTo>
                  <a:pt x="688224" y="106764"/>
                </a:moveTo>
                <a:cubicBezTo>
                  <a:pt x="686631" y="106764"/>
                  <a:pt x="675424" y="107981"/>
                  <a:pt x="654602" y="110415"/>
                </a:cubicBezTo>
                <a:cubicBezTo>
                  <a:pt x="655997" y="113589"/>
                  <a:pt x="656963" y="120162"/>
                  <a:pt x="657501" y="130133"/>
                </a:cubicBezTo>
                <a:cubicBezTo>
                  <a:pt x="662545" y="129697"/>
                  <a:pt x="668294" y="128912"/>
                  <a:pt x="674747" y="127777"/>
                </a:cubicBezTo>
                <a:cubicBezTo>
                  <a:pt x="681200" y="126642"/>
                  <a:pt x="685221" y="125851"/>
                  <a:pt x="686810" y="125405"/>
                </a:cubicBezTo>
                <a:cubicBezTo>
                  <a:pt x="688399" y="124958"/>
                  <a:pt x="689547" y="124146"/>
                  <a:pt x="690254" y="122970"/>
                </a:cubicBezTo>
                <a:cubicBezTo>
                  <a:pt x="690961" y="121794"/>
                  <a:pt x="691516" y="119789"/>
                  <a:pt x="691920" y="116957"/>
                </a:cubicBezTo>
                <a:cubicBezTo>
                  <a:pt x="692323" y="114124"/>
                  <a:pt x="692525" y="111999"/>
                  <a:pt x="692525" y="110580"/>
                </a:cubicBezTo>
                <a:cubicBezTo>
                  <a:pt x="692525" y="109162"/>
                  <a:pt x="692206" y="108171"/>
                  <a:pt x="691569" y="107608"/>
                </a:cubicBezTo>
                <a:cubicBezTo>
                  <a:pt x="690932" y="107046"/>
                  <a:pt x="689817" y="106764"/>
                  <a:pt x="688224" y="106764"/>
                </a:cubicBezTo>
                <a:close/>
                <a:moveTo>
                  <a:pt x="1002497" y="102845"/>
                </a:moveTo>
                <a:lnTo>
                  <a:pt x="997047" y="107255"/>
                </a:lnTo>
                <a:cubicBezTo>
                  <a:pt x="993353" y="108349"/>
                  <a:pt x="990198" y="108896"/>
                  <a:pt x="987582" y="108896"/>
                </a:cubicBezTo>
                <a:cubicBezTo>
                  <a:pt x="984966" y="108896"/>
                  <a:pt x="983459" y="108778"/>
                  <a:pt x="983059" y="108540"/>
                </a:cubicBezTo>
                <a:lnTo>
                  <a:pt x="983506" y="121963"/>
                </a:lnTo>
                <a:cubicBezTo>
                  <a:pt x="993920" y="120576"/>
                  <a:pt x="1000106" y="119801"/>
                  <a:pt x="1002064" y="119639"/>
                </a:cubicBezTo>
                <a:close/>
                <a:moveTo>
                  <a:pt x="631310" y="98355"/>
                </a:moveTo>
                <a:cubicBezTo>
                  <a:pt x="634292" y="98355"/>
                  <a:pt x="635784" y="99348"/>
                  <a:pt x="635784" y="101336"/>
                </a:cubicBezTo>
                <a:cubicBezTo>
                  <a:pt x="635784" y="103324"/>
                  <a:pt x="632362" y="106013"/>
                  <a:pt x="625519" y="109401"/>
                </a:cubicBezTo>
                <a:cubicBezTo>
                  <a:pt x="618676" y="112790"/>
                  <a:pt x="611740" y="116430"/>
                  <a:pt x="604711" y="120323"/>
                </a:cubicBezTo>
                <a:cubicBezTo>
                  <a:pt x="597682" y="124216"/>
                  <a:pt x="593450" y="126717"/>
                  <a:pt x="592013" y="127827"/>
                </a:cubicBezTo>
                <a:cubicBezTo>
                  <a:pt x="590577" y="128936"/>
                  <a:pt x="588797" y="129491"/>
                  <a:pt x="586674" y="129491"/>
                </a:cubicBezTo>
                <a:cubicBezTo>
                  <a:pt x="584552" y="129491"/>
                  <a:pt x="581868" y="127934"/>
                  <a:pt x="578622" y="124821"/>
                </a:cubicBezTo>
                <a:cubicBezTo>
                  <a:pt x="575377" y="121707"/>
                  <a:pt x="573754" y="119169"/>
                  <a:pt x="573754" y="117204"/>
                </a:cubicBezTo>
                <a:cubicBezTo>
                  <a:pt x="573754" y="115053"/>
                  <a:pt x="575340" y="113978"/>
                  <a:pt x="578511" y="113978"/>
                </a:cubicBezTo>
                <a:cubicBezTo>
                  <a:pt x="581682" y="113978"/>
                  <a:pt x="586471" y="113008"/>
                  <a:pt x="592880" y="111069"/>
                </a:cubicBezTo>
                <a:cubicBezTo>
                  <a:pt x="599288" y="109131"/>
                  <a:pt x="610393" y="105187"/>
                  <a:pt x="626195" y="99240"/>
                </a:cubicBezTo>
                <a:cubicBezTo>
                  <a:pt x="627961" y="98650"/>
                  <a:pt x="629666" y="98355"/>
                  <a:pt x="631310" y="98355"/>
                </a:cubicBezTo>
                <a:close/>
                <a:moveTo>
                  <a:pt x="697249" y="95337"/>
                </a:moveTo>
                <a:cubicBezTo>
                  <a:pt x="699242" y="95337"/>
                  <a:pt x="702546" y="96929"/>
                  <a:pt x="707158" y="100113"/>
                </a:cubicBezTo>
                <a:cubicBezTo>
                  <a:pt x="711771" y="103297"/>
                  <a:pt x="714078" y="105976"/>
                  <a:pt x="714078" y="108150"/>
                </a:cubicBezTo>
                <a:cubicBezTo>
                  <a:pt x="714078" y="109730"/>
                  <a:pt x="713010" y="111263"/>
                  <a:pt x="710874" y="112751"/>
                </a:cubicBezTo>
                <a:cubicBezTo>
                  <a:pt x="708738" y="114238"/>
                  <a:pt x="706549" y="116431"/>
                  <a:pt x="704305" y="119331"/>
                </a:cubicBezTo>
                <a:cubicBezTo>
                  <a:pt x="702062" y="122230"/>
                  <a:pt x="700940" y="124303"/>
                  <a:pt x="700940" y="125549"/>
                </a:cubicBezTo>
                <a:cubicBezTo>
                  <a:pt x="700940" y="125634"/>
                  <a:pt x="700856" y="125634"/>
                  <a:pt x="700689" y="125549"/>
                </a:cubicBezTo>
                <a:cubicBezTo>
                  <a:pt x="703695" y="127504"/>
                  <a:pt x="705199" y="129754"/>
                  <a:pt x="705199" y="132299"/>
                </a:cubicBezTo>
                <a:cubicBezTo>
                  <a:pt x="705199" y="134844"/>
                  <a:pt x="703025" y="136272"/>
                  <a:pt x="698678" y="136583"/>
                </a:cubicBezTo>
                <a:lnTo>
                  <a:pt x="658329" y="138797"/>
                </a:lnTo>
                <a:cubicBezTo>
                  <a:pt x="658448" y="139274"/>
                  <a:pt x="658076" y="140209"/>
                  <a:pt x="657212" y="141602"/>
                </a:cubicBezTo>
                <a:cubicBezTo>
                  <a:pt x="656349" y="142995"/>
                  <a:pt x="655136" y="143692"/>
                  <a:pt x="653574" y="143692"/>
                </a:cubicBezTo>
                <a:cubicBezTo>
                  <a:pt x="652012" y="143692"/>
                  <a:pt x="650575" y="142598"/>
                  <a:pt x="649262" y="140410"/>
                </a:cubicBezTo>
                <a:cubicBezTo>
                  <a:pt x="647949" y="138222"/>
                  <a:pt x="647142" y="135626"/>
                  <a:pt x="646841" y="132621"/>
                </a:cubicBezTo>
                <a:cubicBezTo>
                  <a:pt x="646541" y="129616"/>
                  <a:pt x="645723" y="125413"/>
                  <a:pt x="644387" y="120011"/>
                </a:cubicBezTo>
                <a:cubicBezTo>
                  <a:pt x="643051" y="114609"/>
                  <a:pt x="641716" y="110937"/>
                  <a:pt x="640380" y="108997"/>
                </a:cubicBezTo>
                <a:cubicBezTo>
                  <a:pt x="639044" y="107056"/>
                  <a:pt x="638377" y="105182"/>
                  <a:pt x="638377" y="103375"/>
                </a:cubicBezTo>
                <a:cubicBezTo>
                  <a:pt x="638377" y="101568"/>
                  <a:pt x="639585" y="100665"/>
                  <a:pt x="642002" y="100665"/>
                </a:cubicBezTo>
                <a:cubicBezTo>
                  <a:pt x="644418" y="100665"/>
                  <a:pt x="647556" y="101267"/>
                  <a:pt x="651415" y="102472"/>
                </a:cubicBezTo>
                <a:cubicBezTo>
                  <a:pt x="656202" y="102579"/>
                  <a:pt x="663479" y="101902"/>
                  <a:pt x="673247" y="100440"/>
                </a:cubicBezTo>
                <a:cubicBezTo>
                  <a:pt x="683015" y="98978"/>
                  <a:pt x="688959" y="97762"/>
                  <a:pt x="691078" y="96792"/>
                </a:cubicBezTo>
                <a:cubicBezTo>
                  <a:pt x="693198" y="95822"/>
                  <a:pt x="695255" y="95337"/>
                  <a:pt x="697249" y="95337"/>
                </a:cubicBezTo>
                <a:close/>
                <a:moveTo>
                  <a:pt x="1223830" y="93383"/>
                </a:moveTo>
                <a:cubicBezTo>
                  <a:pt x="1225564" y="93383"/>
                  <a:pt x="1229512" y="94955"/>
                  <a:pt x="1235675" y="98097"/>
                </a:cubicBezTo>
                <a:cubicBezTo>
                  <a:pt x="1241838" y="101240"/>
                  <a:pt x="1246854" y="105246"/>
                  <a:pt x="1250726" y="110117"/>
                </a:cubicBezTo>
                <a:cubicBezTo>
                  <a:pt x="1254597" y="114987"/>
                  <a:pt x="1256532" y="120291"/>
                  <a:pt x="1256532" y="126030"/>
                </a:cubicBezTo>
                <a:cubicBezTo>
                  <a:pt x="1256532" y="131768"/>
                  <a:pt x="1254805" y="134637"/>
                  <a:pt x="1251349" y="134637"/>
                </a:cubicBezTo>
                <a:cubicBezTo>
                  <a:pt x="1248881" y="134637"/>
                  <a:pt x="1246066" y="132770"/>
                  <a:pt x="1242903" y="129037"/>
                </a:cubicBezTo>
                <a:cubicBezTo>
                  <a:pt x="1239739" y="125303"/>
                  <a:pt x="1235290" y="119302"/>
                  <a:pt x="1229556" y="111034"/>
                </a:cubicBezTo>
                <a:cubicBezTo>
                  <a:pt x="1223821" y="102766"/>
                  <a:pt x="1220954" y="97721"/>
                  <a:pt x="1220954" y="95900"/>
                </a:cubicBezTo>
                <a:cubicBezTo>
                  <a:pt x="1220954" y="94222"/>
                  <a:pt x="1221912" y="93383"/>
                  <a:pt x="1223830" y="93383"/>
                </a:cubicBezTo>
                <a:close/>
                <a:moveTo>
                  <a:pt x="1194893" y="92498"/>
                </a:moveTo>
                <a:cubicBezTo>
                  <a:pt x="1197167" y="92498"/>
                  <a:pt x="1199693" y="93854"/>
                  <a:pt x="1202473" y="96566"/>
                </a:cubicBezTo>
                <a:cubicBezTo>
                  <a:pt x="1205253" y="99278"/>
                  <a:pt x="1206642" y="101424"/>
                  <a:pt x="1206642" y="103003"/>
                </a:cubicBezTo>
                <a:cubicBezTo>
                  <a:pt x="1206642" y="104625"/>
                  <a:pt x="1205951" y="105850"/>
                  <a:pt x="1204567" y="106681"/>
                </a:cubicBezTo>
                <a:cubicBezTo>
                  <a:pt x="1203183" y="107511"/>
                  <a:pt x="1200976" y="109199"/>
                  <a:pt x="1197944" y="111744"/>
                </a:cubicBezTo>
                <a:cubicBezTo>
                  <a:pt x="1188336" y="120523"/>
                  <a:pt x="1180375" y="126445"/>
                  <a:pt x="1174061" y="129509"/>
                </a:cubicBezTo>
                <a:cubicBezTo>
                  <a:pt x="1167748" y="132573"/>
                  <a:pt x="1163836" y="134106"/>
                  <a:pt x="1162326" y="134106"/>
                </a:cubicBezTo>
                <a:cubicBezTo>
                  <a:pt x="1160816" y="134106"/>
                  <a:pt x="1160061" y="133413"/>
                  <a:pt x="1160061" y="132029"/>
                </a:cubicBezTo>
                <a:cubicBezTo>
                  <a:pt x="1160061" y="130644"/>
                  <a:pt x="1160864" y="129328"/>
                  <a:pt x="1162470" y="128080"/>
                </a:cubicBezTo>
                <a:cubicBezTo>
                  <a:pt x="1170366" y="122158"/>
                  <a:pt x="1177175" y="116107"/>
                  <a:pt x="1182898" y="109926"/>
                </a:cubicBezTo>
                <a:cubicBezTo>
                  <a:pt x="1188621" y="103744"/>
                  <a:pt x="1191483" y="99365"/>
                  <a:pt x="1191483" y="96788"/>
                </a:cubicBezTo>
                <a:cubicBezTo>
                  <a:pt x="1191483" y="93928"/>
                  <a:pt x="1192620" y="92498"/>
                  <a:pt x="1194893" y="92498"/>
                </a:cubicBezTo>
                <a:close/>
                <a:moveTo>
                  <a:pt x="968002" y="70903"/>
                </a:moveTo>
                <a:cubicBezTo>
                  <a:pt x="958753" y="72322"/>
                  <a:pt x="952351" y="73382"/>
                  <a:pt x="948796" y="74081"/>
                </a:cubicBezTo>
                <a:cubicBezTo>
                  <a:pt x="952083" y="92429"/>
                  <a:pt x="954116" y="109574"/>
                  <a:pt x="954895" y="125515"/>
                </a:cubicBezTo>
                <a:lnTo>
                  <a:pt x="973049" y="123089"/>
                </a:lnTo>
                <a:cubicBezTo>
                  <a:pt x="972930" y="117348"/>
                  <a:pt x="972578" y="109558"/>
                  <a:pt x="971992" y="99717"/>
                </a:cubicBezTo>
                <a:cubicBezTo>
                  <a:pt x="971405" y="89877"/>
                  <a:pt x="970792" y="83006"/>
                  <a:pt x="970152" y="79103"/>
                </a:cubicBezTo>
                <a:cubicBezTo>
                  <a:pt x="969512" y="75201"/>
                  <a:pt x="968795" y="72468"/>
                  <a:pt x="968002" y="70903"/>
                </a:cubicBezTo>
                <a:close/>
                <a:moveTo>
                  <a:pt x="833946" y="69418"/>
                </a:moveTo>
                <a:cubicBezTo>
                  <a:pt x="835689" y="69418"/>
                  <a:pt x="838349" y="70056"/>
                  <a:pt x="841925" y="71333"/>
                </a:cubicBezTo>
                <a:cubicBezTo>
                  <a:pt x="845502" y="72609"/>
                  <a:pt x="848326" y="74451"/>
                  <a:pt x="850399" y="76858"/>
                </a:cubicBezTo>
                <a:cubicBezTo>
                  <a:pt x="852471" y="79265"/>
                  <a:pt x="853508" y="82061"/>
                  <a:pt x="853508" y="85245"/>
                </a:cubicBezTo>
                <a:cubicBezTo>
                  <a:pt x="853508" y="88429"/>
                  <a:pt x="852923" y="90918"/>
                  <a:pt x="851753" y="92712"/>
                </a:cubicBezTo>
                <a:cubicBezTo>
                  <a:pt x="850584" y="94506"/>
                  <a:pt x="848995" y="95402"/>
                  <a:pt x="846987" y="95402"/>
                </a:cubicBezTo>
                <a:cubicBezTo>
                  <a:pt x="844979" y="95402"/>
                  <a:pt x="843136" y="94178"/>
                  <a:pt x="841457" y="91729"/>
                </a:cubicBezTo>
                <a:cubicBezTo>
                  <a:pt x="839779" y="89280"/>
                  <a:pt x="837509" y="85792"/>
                  <a:pt x="834650" y="81264"/>
                </a:cubicBezTo>
                <a:cubicBezTo>
                  <a:pt x="831790" y="76736"/>
                  <a:pt x="830360" y="73629"/>
                  <a:pt x="830360" y="71945"/>
                </a:cubicBezTo>
                <a:cubicBezTo>
                  <a:pt x="830360" y="70261"/>
                  <a:pt x="831555" y="69418"/>
                  <a:pt x="833946" y="69418"/>
                </a:cubicBezTo>
                <a:close/>
                <a:moveTo>
                  <a:pt x="412227" y="68239"/>
                </a:moveTo>
                <a:cubicBezTo>
                  <a:pt x="405384" y="68239"/>
                  <a:pt x="398294" y="70685"/>
                  <a:pt x="390957" y="75577"/>
                </a:cubicBezTo>
                <a:lnTo>
                  <a:pt x="390957" y="113477"/>
                </a:lnTo>
                <a:cubicBezTo>
                  <a:pt x="390957" y="117217"/>
                  <a:pt x="392711" y="120337"/>
                  <a:pt x="396220" y="122836"/>
                </a:cubicBezTo>
                <a:cubicBezTo>
                  <a:pt x="399728" y="125334"/>
                  <a:pt x="404353" y="126584"/>
                  <a:pt x="410095" y="126584"/>
                </a:cubicBezTo>
                <a:cubicBezTo>
                  <a:pt x="417097" y="126584"/>
                  <a:pt x="422925" y="123952"/>
                  <a:pt x="427581" y="118687"/>
                </a:cubicBezTo>
                <a:cubicBezTo>
                  <a:pt x="432236" y="113423"/>
                  <a:pt x="434564" y="106952"/>
                  <a:pt x="434564" y="99274"/>
                </a:cubicBezTo>
                <a:cubicBezTo>
                  <a:pt x="434564" y="89412"/>
                  <a:pt x="432520" y="81775"/>
                  <a:pt x="428432" y="76360"/>
                </a:cubicBezTo>
                <a:cubicBezTo>
                  <a:pt x="424344" y="70946"/>
                  <a:pt x="418942" y="68239"/>
                  <a:pt x="412227" y="68239"/>
                </a:cubicBezTo>
                <a:close/>
                <a:moveTo>
                  <a:pt x="1001674" y="65932"/>
                </a:moveTo>
                <a:lnTo>
                  <a:pt x="977378" y="69382"/>
                </a:lnTo>
                <a:cubicBezTo>
                  <a:pt x="979301" y="69489"/>
                  <a:pt x="980640" y="70366"/>
                  <a:pt x="981395" y="72013"/>
                </a:cubicBezTo>
                <a:cubicBezTo>
                  <a:pt x="982150" y="73659"/>
                  <a:pt x="982528" y="76000"/>
                  <a:pt x="982528" y="79035"/>
                </a:cubicBezTo>
                <a:lnTo>
                  <a:pt x="982528" y="80599"/>
                </a:lnTo>
                <a:cubicBezTo>
                  <a:pt x="989033" y="78233"/>
                  <a:pt x="993874" y="77050"/>
                  <a:pt x="997051" y="77050"/>
                </a:cubicBezTo>
                <a:cubicBezTo>
                  <a:pt x="998229" y="77050"/>
                  <a:pt x="999506" y="77480"/>
                  <a:pt x="1000881" y="78340"/>
                </a:cubicBezTo>
                <a:cubicBezTo>
                  <a:pt x="1002256" y="79199"/>
                  <a:pt x="1002944" y="80200"/>
                  <a:pt x="1002944" y="81343"/>
                </a:cubicBezTo>
                <a:cubicBezTo>
                  <a:pt x="1002944" y="83505"/>
                  <a:pt x="1000932" y="85324"/>
                  <a:pt x="996910" y="86799"/>
                </a:cubicBezTo>
                <a:cubicBezTo>
                  <a:pt x="992886" y="88274"/>
                  <a:pt x="989474" y="89012"/>
                  <a:pt x="986673" y="89012"/>
                </a:cubicBezTo>
                <a:cubicBezTo>
                  <a:pt x="983872" y="89012"/>
                  <a:pt x="982549" y="88952"/>
                  <a:pt x="982706" y="88834"/>
                </a:cubicBezTo>
                <a:lnTo>
                  <a:pt x="982974" y="101015"/>
                </a:lnTo>
                <a:cubicBezTo>
                  <a:pt x="987472" y="98651"/>
                  <a:pt x="991045" y="97469"/>
                  <a:pt x="993693" y="97469"/>
                </a:cubicBezTo>
                <a:cubicBezTo>
                  <a:pt x="996341" y="97469"/>
                  <a:pt x="998485" y="97879"/>
                  <a:pt x="1000126" y="98700"/>
                </a:cubicBezTo>
                <a:lnTo>
                  <a:pt x="1002503" y="102631"/>
                </a:lnTo>
                <a:lnTo>
                  <a:pt x="1003051" y="81343"/>
                </a:lnTo>
                <a:cubicBezTo>
                  <a:pt x="1003051" y="73114"/>
                  <a:pt x="1002592" y="67977"/>
                  <a:pt x="1001674" y="65932"/>
                </a:cubicBezTo>
                <a:close/>
                <a:moveTo>
                  <a:pt x="1038189" y="62027"/>
                </a:moveTo>
                <a:cubicBezTo>
                  <a:pt x="1035632" y="62027"/>
                  <a:pt x="1026725" y="62832"/>
                  <a:pt x="1011467" y="64442"/>
                </a:cubicBezTo>
                <a:cubicBezTo>
                  <a:pt x="1015846" y="65806"/>
                  <a:pt x="1018036" y="68067"/>
                  <a:pt x="1018036" y="71222"/>
                </a:cubicBezTo>
                <a:cubicBezTo>
                  <a:pt x="1018036" y="72619"/>
                  <a:pt x="1017584" y="74461"/>
                  <a:pt x="1016682" y="76748"/>
                </a:cubicBezTo>
                <a:cubicBezTo>
                  <a:pt x="1015780" y="79035"/>
                  <a:pt x="1014752" y="92805"/>
                  <a:pt x="1013596" y="118058"/>
                </a:cubicBezTo>
                <a:cubicBezTo>
                  <a:pt x="1019610" y="117351"/>
                  <a:pt x="1024028" y="116998"/>
                  <a:pt x="1026850" y="116998"/>
                </a:cubicBezTo>
                <a:cubicBezTo>
                  <a:pt x="1029672" y="116998"/>
                  <a:pt x="1031804" y="117394"/>
                  <a:pt x="1033246" y="118187"/>
                </a:cubicBezTo>
                <a:cubicBezTo>
                  <a:pt x="1034688" y="118980"/>
                  <a:pt x="1035946" y="120074"/>
                  <a:pt x="1037020" y="121471"/>
                </a:cubicBezTo>
                <a:cubicBezTo>
                  <a:pt x="1038093" y="122868"/>
                  <a:pt x="1038559" y="123567"/>
                  <a:pt x="1038418" y="123567"/>
                </a:cubicBezTo>
                <a:cubicBezTo>
                  <a:pt x="1038823" y="123567"/>
                  <a:pt x="1039895" y="119136"/>
                  <a:pt x="1041633" y="110276"/>
                </a:cubicBezTo>
                <a:cubicBezTo>
                  <a:pt x="1043371" y="101416"/>
                  <a:pt x="1044240" y="89345"/>
                  <a:pt x="1044240" y="74064"/>
                </a:cubicBezTo>
                <a:cubicBezTo>
                  <a:pt x="1044240" y="68299"/>
                  <a:pt x="1043871" y="64852"/>
                  <a:pt x="1043132" y="63722"/>
                </a:cubicBezTo>
                <a:cubicBezTo>
                  <a:pt x="1042393" y="62592"/>
                  <a:pt x="1040745" y="62027"/>
                  <a:pt x="1038189" y="62027"/>
                </a:cubicBezTo>
                <a:close/>
                <a:moveTo>
                  <a:pt x="796840" y="55280"/>
                </a:moveTo>
                <a:cubicBezTo>
                  <a:pt x="795341" y="55280"/>
                  <a:pt x="791848" y="55870"/>
                  <a:pt x="786360" y="57050"/>
                </a:cubicBezTo>
                <a:cubicBezTo>
                  <a:pt x="780873" y="58230"/>
                  <a:pt x="777157" y="58926"/>
                  <a:pt x="775214" y="59137"/>
                </a:cubicBezTo>
                <a:cubicBezTo>
                  <a:pt x="775904" y="61891"/>
                  <a:pt x="776509" y="67921"/>
                  <a:pt x="777029" y="77226"/>
                </a:cubicBezTo>
                <a:cubicBezTo>
                  <a:pt x="776618" y="77165"/>
                  <a:pt x="778230" y="76530"/>
                  <a:pt x="781866" y="75318"/>
                </a:cubicBezTo>
                <a:cubicBezTo>
                  <a:pt x="785501" y="74107"/>
                  <a:pt x="788354" y="73502"/>
                  <a:pt x="790424" y="73502"/>
                </a:cubicBezTo>
                <a:cubicBezTo>
                  <a:pt x="792494" y="73502"/>
                  <a:pt x="794175" y="73975"/>
                  <a:pt x="795467" y="74923"/>
                </a:cubicBezTo>
                <a:cubicBezTo>
                  <a:pt x="796759" y="75870"/>
                  <a:pt x="797406" y="77107"/>
                  <a:pt x="797406" y="78634"/>
                </a:cubicBezTo>
                <a:cubicBezTo>
                  <a:pt x="797406" y="80161"/>
                  <a:pt x="796551" y="81313"/>
                  <a:pt x="794842" y="82091"/>
                </a:cubicBezTo>
                <a:cubicBezTo>
                  <a:pt x="793133" y="82868"/>
                  <a:pt x="790370" y="83654"/>
                  <a:pt x="786553" y="84448"/>
                </a:cubicBezTo>
                <a:cubicBezTo>
                  <a:pt x="782735" y="85241"/>
                  <a:pt x="779726" y="85520"/>
                  <a:pt x="777524" y="85285"/>
                </a:cubicBezTo>
                <a:cubicBezTo>
                  <a:pt x="777759" y="90422"/>
                  <a:pt x="777877" y="94802"/>
                  <a:pt x="777877" y="98425"/>
                </a:cubicBezTo>
                <a:cubicBezTo>
                  <a:pt x="777877" y="102048"/>
                  <a:pt x="777818" y="104806"/>
                  <a:pt x="777699" y="106696"/>
                </a:cubicBezTo>
                <a:cubicBezTo>
                  <a:pt x="783528" y="104687"/>
                  <a:pt x="787985" y="103682"/>
                  <a:pt x="791070" y="103682"/>
                </a:cubicBezTo>
                <a:cubicBezTo>
                  <a:pt x="794155" y="103682"/>
                  <a:pt x="796171" y="104037"/>
                  <a:pt x="797119" y="104747"/>
                </a:cubicBezTo>
                <a:cubicBezTo>
                  <a:pt x="798066" y="105456"/>
                  <a:pt x="798565" y="105811"/>
                  <a:pt x="798616" y="105811"/>
                </a:cubicBezTo>
                <a:cubicBezTo>
                  <a:pt x="799134" y="105811"/>
                  <a:pt x="799643" y="102045"/>
                  <a:pt x="800141" y="94512"/>
                </a:cubicBezTo>
                <a:cubicBezTo>
                  <a:pt x="800640" y="86979"/>
                  <a:pt x="800889" y="79340"/>
                  <a:pt x="800889" y="71597"/>
                </a:cubicBezTo>
                <a:cubicBezTo>
                  <a:pt x="800889" y="63854"/>
                  <a:pt x="800710" y="59198"/>
                  <a:pt x="800352" y="57631"/>
                </a:cubicBezTo>
                <a:cubicBezTo>
                  <a:pt x="799994" y="56063"/>
                  <a:pt x="798823" y="55280"/>
                  <a:pt x="796840" y="55280"/>
                </a:cubicBezTo>
                <a:close/>
                <a:moveTo>
                  <a:pt x="482500" y="53439"/>
                </a:moveTo>
                <a:lnTo>
                  <a:pt x="488336" y="53439"/>
                </a:lnTo>
                <a:lnTo>
                  <a:pt x="488336" y="69237"/>
                </a:lnTo>
                <a:cubicBezTo>
                  <a:pt x="490910" y="65657"/>
                  <a:pt x="495040" y="62662"/>
                  <a:pt x="500728" y="60251"/>
                </a:cubicBezTo>
                <a:cubicBezTo>
                  <a:pt x="506415" y="57840"/>
                  <a:pt x="511447" y="56634"/>
                  <a:pt x="515822" y="56634"/>
                </a:cubicBezTo>
                <a:cubicBezTo>
                  <a:pt x="530639" y="56634"/>
                  <a:pt x="538048" y="65285"/>
                  <a:pt x="538048" y="82587"/>
                </a:cubicBezTo>
                <a:lnTo>
                  <a:pt x="538048" y="117917"/>
                </a:lnTo>
                <a:cubicBezTo>
                  <a:pt x="538048" y="119955"/>
                  <a:pt x="538254" y="121386"/>
                  <a:pt x="538667" y="122211"/>
                </a:cubicBezTo>
                <a:cubicBezTo>
                  <a:pt x="539080" y="123035"/>
                  <a:pt x="539954" y="123582"/>
                  <a:pt x="541289" y="123849"/>
                </a:cubicBezTo>
                <a:lnTo>
                  <a:pt x="550298" y="125487"/>
                </a:lnTo>
                <a:lnTo>
                  <a:pt x="550298" y="131442"/>
                </a:lnTo>
                <a:cubicBezTo>
                  <a:pt x="542870" y="131087"/>
                  <a:pt x="536112" y="130910"/>
                  <a:pt x="530023" y="130910"/>
                </a:cubicBezTo>
                <a:cubicBezTo>
                  <a:pt x="523926" y="130910"/>
                  <a:pt x="517169" y="131087"/>
                  <a:pt x="509751" y="131442"/>
                </a:cubicBezTo>
                <a:lnTo>
                  <a:pt x="509751" y="125413"/>
                </a:lnTo>
                <a:lnTo>
                  <a:pt x="521056" y="123770"/>
                </a:lnTo>
                <a:cubicBezTo>
                  <a:pt x="522632" y="123555"/>
                  <a:pt x="523420" y="121781"/>
                  <a:pt x="523420" y="118448"/>
                </a:cubicBezTo>
                <a:lnTo>
                  <a:pt x="523420" y="83475"/>
                </a:lnTo>
                <a:cubicBezTo>
                  <a:pt x="523420" y="78781"/>
                  <a:pt x="522107" y="75068"/>
                  <a:pt x="519481" y="72337"/>
                </a:cubicBezTo>
                <a:cubicBezTo>
                  <a:pt x="516855" y="69605"/>
                  <a:pt x="513268" y="68239"/>
                  <a:pt x="508719" y="68239"/>
                </a:cubicBezTo>
                <a:cubicBezTo>
                  <a:pt x="501653" y="68239"/>
                  <a:pt x="494859" y="71500"/>
                  <a:pt x="488336" y="78023"/>
                </a:cubicBezTo>
                <a:lnTo>
                  <a:pt x="488336" y="120402"/>
                </a:lnTo>
                <a:cubicBezTo>
                  <a:pt x="488336" y="121475"/>
                  <a:pt x="489504" y="122303"/>
                  <a:pt x="491840" y="122885"/>
                </a:cubicBezTo>
                <a:lnTo>
                  <a:pt x="503072" y="125552"/>
                </a:lnTo>
                <a:lnTo>
                  <a:pt x="503072" y="131442"/>
                </a:lnTo>
                <a:cubicBezTo>
                  <a:pt x="497369" y="131087"/>
                  <a:pt x="490375" y="130910"/>
                  <a:pt x="482090" y="130910"/>
                </a:cubicBezTo>
                <a:cubicBezTo>
                  <a:pt x="473780" y="130910"/>
                  <a:pt x="466785" y="131087"/>
                  <a:pt x="461105" y="131442"/>
                </a:cubicBezTo>
                <a:lnTo>
                  <a:pt x="461105" y="125492"/>
                </a:lnTo>
                <a:lnTo>
                  <a:pt x="472405" y="123207"/>
                </a:lnTo>
                <a:cubicBezTo>
                  <a:pt x="473512" y="123143"/>
                  <a:pt x="474065" y="121971"/>
                  <a:pt x="474065" y="119690"/>
                </a:cubicBezTo>
                <a:lnTo>
                  <a:pt x="474065" y="84538"/>
                </a:lnTo>
                <a:cubicBezTo>
                  <a:pt x="474065" y="81445"/>
                  <a:pt x="473489" y="79391"/>
                  <a:pt x="472337" y="78377"/>
                </a:cubicBezTo>
                <a:cubicBezTo>
                  <a:pt x="471185" y="77362"/>
                  <a:pt x="468389" y="76508"/>
                  <a:pt x="463947" y="75815"/>
                </a:cubicBezTo>
                <a:lnTo>
                  <a:pt x="463947" y="69794"/>
                </a:lnTo>
                <a:cubicBezTo>
                  <a:pt x="471850" y="67941"/>
                  <a:pt x="478034" y="62489"/>
                  <a:pt x="482500" y="53439"/>
                </a:cubicBezTo>
                <a:close/>
                <a:moveTo>
                  <a:pt x="385409" y="50243"/>
                </a:moveTo>
                <a:lnTo>
                  <a:pt x="390957" y="50243"/>
                </a:lnTo>
                <a:lnTo>
                  <a:pt x="390957" y="67462"/>
                </a:lnTo>
                <a:cubicBezTo>
                  <a:pt x="399616" y="60243"/>
                  <a:pt x="408955" y="56634"/>
                  <a:pt x="418974" y="56634"/>
                </a:cubicBezTo>
                <a:cubicBezTo>
                  <a:pt x="428419" y="56634"/>
                  <a:pt x="436023" y="59985"/>
                  <a:pt x="441787" y="66688"/>
                </a:cubicBezTo>
                <a:cubicBezTo>
                  <a:pt x="447551" y="73391"/>
                  <a:pt x="450433" y="82241"/>
                  <a:pt x="450433" y="93239"/>
                </a:cubicBezTo>
                <a:cubicBezTo>
                  <a:pt x="450433" y="104505"/>
                  <a:pt x="446652" y="114073"/>
                  <a:pt x="439089" y="121945"/>
                </a:cubicBezTo>
                <a:cubicBezTo>
                  <a:pt x="431527" y="129816"/>
                  <a:pt x="421862" y="133752"/>
                  <a:pt x="410095" y="133752"/>
                </a:cubicBezTo>
                <a:cubicBezTo>
                  <a:pt x="403060" y="133752"/>
                  <a:pt x="396680" y="132036"/>
                  <a:pt x="390957" y="128603"/>
                </a:cubicBezTo>
                <a:lnTo>
                  <a:pt x="390957" y="164430"/>
                </a:lnTo>
                <a:cubicBezTo>
                  <a:pt x="390957" y="165537"/>
                  <a:pt x="391296" y="166389"/>
                  <a:pt x="391974" y="166988"/>
                </a:cubicBezTo>
                <a:cubicBezTo>
                  <a:pt x="392651" y="167586"/>
                  <a:pt x="394289" y="168093"/>
                  <a:pt x="396887" y="168508"/>
                </a:cubicBezTo>
                <a:lnTo>
                  <a:pt x="409066" y="170538"/>
                </a:lnTo>
                <a:lnTo>
                  <a:pt x="409066" y="176536"/>
                </a:lnTo>
                <a:cubicBezTo>
                  <a:pt x="403115" y="176063"/>
                  <a:pt x="395706" y="175826"/>
                  <a:pt x="386840" y="175826"/>
                </a:cubicBezTo>
                <a:cubicBezTo>
                  <a:pt x="379477" y="175826"/>
                  <a:pt x="372126" y="176063"/>
                  <a:pt x="364789" y="176536"/>
                </a:cubicBezTo>
                <a:lnTo>
                  <a:pt x="364789" y="170589"/>
                </a:lnTo>
                <a:lnTo>
                  <a:pt x="373702" y="168890"/>
                </a:lnTo>
                <a:cubicBezTo>
                  <a:pt x="374948" y="168637"/>
                  <a:pt x="375727" y="168285"/>
                  <a:pt x="376039" y="167835"/>
                </a:cubicBezTo>
                <a:cubicBezTo>
                  <a:pt x="376351" y="167384"/>
                  <a:pt x="376507" y="166190"/>
                  <a:pt x="376507" y="164252"/>
                </a:cubicBezTo>
                <a:lnTo>
                  <a:pt x="376507" y="75306"/>
                </a:lnTo>
                <a:cubicBezTo>
                  <a:pt x="376507" y="72095"/>
                  <a:pt x="376057" y="70421"/>
                  <a:pt x="375156" y="70284"/>
                </a:cubicBezTo>
                <a:lnTo>
                  <a:pt x="365502" y="68644"/>
                </a:lnTo>
                <a:lnTo>
                  <a:pt x="366231" y="63531"/>
                </a:lnTo>
                <a:cubicBezTo>
                  <a:pt x="372618" y="60848"/>
                  <a:pt x="376941" y="58737"/>
                  <a:pt x="379198" y="57195"/>
                </a:cubicBezTo>
                <a:cubicBezTo>
                  <a:pt x="381456" y="55654"/>
                  <a:pt x="383526" y="53337"/>
                  <a:pt x="385409" y="50243"/>
                </a:cubicBezTo>
                <a:close/>
                <a:moveTo>
                  <a:pt x="1223298" y="45337"/>
                </a:moveTo>
                <a:cubicBezTo>
                  <a:pt x="1220970" y="45337"/>
                  <a:pt x="1216250" y="46106"/>
                  <a:pt x="1209140" y="47645"/>
                </a:cubicBezTo>
                <a:cubicBezTo>
                  <a:pt x="1202029" y="49183"/>
                  <a:pt x="1197824" y="49775"/>
                  <a:pt x="1196525" y="49421"/>
                </a:cubicBezTo>
                <a:cubicBezTo>
                  <a:pt x="1198998" y="67316"/>
                  <a:pt x="1200235" y="76289"/>
                  <a:pt x="1200235" y="76338"/>
                </a:cubicBezTo>
                <a:cubicBezTo>
                  <a:pt x="1205562" y="75414"/>
                  <a:pt x="1210751" y="74378"/>
                  <a:pt x="1215802" y="73230"/>
                </a:cubicBezTo>
                <a:cubicBezTo>
                  <a:pt x="1220852" y="72082"/>
                  <a:pt x="1223578" y="71362"/>
                  <a:pt x="1223979" y="71070"/>
                </a:cubicBezTo>
                <a:cubicBezTo>
                  <a:pt x="1224381" y="70778"/>
                  <a:pt x="1224840" y="70011"/>
                  <a:pt x="1225356" y="68769"/>
                </a:cubicBezTo>
                <a:cubicBezTo>
                  <a:pt x="1225873" y="67528"/>
                  <a:pt x="1226511" y="63839"/>
                  <a:pt x="1227271" y="57702"/>
                </a:cubicBezTo>
                <a:cubicBezTo>
                  <a:pt x="1228031" y="51564"/>
                  <a:pt x="1228410" y="48201"/>
                  <a:pt x="1228410" y="47611"/>
                </a:cubicBezTo>
                <a:cubicBezTo>
                  <a:pt x="1228410" y="46095"/>
                  <a:pt x="1226706" y="45337"/>
                  <a:pt x="1223298" y="45337"/>
                </a:cubicBezTo>
                <a:close/>
                <a:moveTo>
                  <a:pt x="180254" y="44916"/>
                </a:moveTo>
                <a:cubicBezTo>
                  <a:pt x="183502" y="44916"/>
                  <a:pt x="186303" y="46092"/>
                  <a:pt x="188655" y="48445"/>
                </a:cubicBezTo>
                <a:cubicBezTo>
                  <a:pt x="191008" y="50798"/>
                  <a:pt x="192184" y="53562"/>
                  <a:pt x="192184" y="56737"/>
                </a:cubicBezTo>
                <a:cubicBezTo>
                  <a:pt x="192184" y="59913"/>
                  <a:pt x="190996" y="62653"/>
                  <a:pt x="188620" y="64959"/>
                </a:cubicBezTo>
                <a:cubicBezTo>
                  <a:pt x="186244" y="67265"/>
                  <a:pt x="183450" y="68417"/>
                  <a:pt x="180239" y="68417"/>
                </a:cubicBezTo>
                <a:cubicBezTo>
                  <a:pt x="177027" y="68417"/>
                  <a:pt x="174239" y="67269"/>
                  <a:pt x="171873" y="64973"/>
                </a:cubicBezTo>
                <a:cubicBezTo>
                  <a:pt x="169507" y="62677"/>
                  <a:pt x="168324" y="59932"/>
                  <a:pt x="168324" y="56737"/>
                </a:cubicBezTo>
                <a:cubicBezTo>
                  <a:pt x="168324" y="53543"/>
                  <a:pt x="169496" y="50774"/>
                  <a:pt x="171839" y="48431"/>
                </a:cubicBezTo>
                <a:cubicBezTo>
                  <a:pt x="174182" y="46088"/>
                  <a:pt x="176987" y="44916"/>
                  <a:pt x="180254" y="44916"/>
                </a:cubicBezTo>
                <a:close/>
                <a:moveTo>
                  <a:pt x="1231727" y="32844"/>
                </a:moveTo>
                <a:cubicBezTo>
                  <a:pt x="1233434" y="32844"/>
                  <a:pt x="1237018" y="34451"/>
                  <a:pt x="1242480" y="37663"/>
                </a:cubicBezTo>
                <a:cubicBezTo>
                  <a:pt x="1247942" y="40875"/>
                  <a:pt x="1250673" y="43422"/>
                  <a:pt x="1250673" y="45303"/>
                </a:cubicBezTo>
                <a:cubicBezTo>
                  <a:pt x="1250673" y="46468"/>
                  <a:pt x="1249872" y="47705"/>
                  <a:pt x="1248270" y="49013"/>
                </a:cubicBezTo>
                <a:cubicBezTo>
                  <a:pt x="1244906" y="51564"/>
                  <a:pt x="1242188" y="55279"/>
                  <a:pt x="1240113" y="60159"/>
                </a:cubicBezTo>
                <a:cubicBezTo>
                  <a:pt x="1238038" y="65039"/>
                  <a:pt x="1237001" y="68549"/>
                  <a:pt x="1237001" y="70691"/>
                </a:cubicBezTo>
                <a:cubicBezTo>
                  <a:pt x="1237001" y="71850"/>
                  <a:pt x="1237593" y="72874"/>
                  <a:pt x="1238777" y="73762"/>
                </a:cubicBezTo>
                <a:cubicBezTo>
                  <a:pt x="1239961" y="74650"/>
                  <a:pt x="1240553" y="75821"/>
                  <a:pt x="1240553" y="77275"/>
                </a:cubicBezTo>
                <a:cubicBezTo>
                  <a:pt x="1240553" y="78730"/>
                  <a:pt x="1240042" y="79712"/>
                  <a:pt x="1239022" y="80223"/>
                </a:cubicBezTo>
                <a:cubicBezTo>
                  <a:pt x="1238001" y="80734"/>
                  <a:pt x="1233282" y="81407"/>
                  <a:pt x="1224866" y="82242"/>
                </a:cubicBezTo>
                <a:cubicBezTo>
                  <a:pt x="1216450" y="83077"/>
                  <a:pt x="1208333" y="83815"/>
                  <a:pt x="1200515" y="84456"/>
                </a:cubicBezTo>
                <a:cubicBezTo>
                  <a:pt x="1199910" y="87848"/>
                  <a:pt x="1198354" y="89543"/>
                  <a:pt x="1195848" y="89543"/>
                </a:cubicBezTo>
                <a:cubicBezTo>
                  <a:pt x="1193342" y="89543"/>
                  <a:pt x="1191605" y="86642"/>
                  <a:pt x="1190638" y="80840"/>
                </a:cubicBezTo>
                <a:cubicBezTo>
                  <a:pt x="1188048" y="63183"/>
                  <a:pt x="1184863" y="51892"/>
                  <a:pt x="1181086" y="46966"/>
                </a:cubicBezTo>
                <a:cubicBezTo>
                  <a:pt x="1179970" y="45571"/>
                  <a:pt x="1179412" y="44023"/>
                  <a:pt x="1179412" y="42322"/>
                </a:cubicBezTo>
                <a:cubicBezTo>
                  <a:pt x="1179412" y="40620"/>
                  <a:pt x="1180596" y="39770"/>
                  <a:pt x="1182964" y="39770"/>
                </a:cubicBezTo>
                <a:cubicBezTo>
                  <a:pt x="1185333" y="39770"/>
                  <a:pt x="1188206" y="40432"/>
                  <a:pt x="1191582" y="41757"/>
                </a:cubicBezTo>
                <a:cubicBezTo>
                  <a:pt x="1194562" y="41861"/>
                  <a:pt x="1199668" y="41097"/>
                  <a:pt x="1206898" y="39464"/>
                </a:cubicBezTo>
                <a:cubicBezTo>
                  <a:pt x="1214129" y="37832"/>
                  <a:pt x="1219648" y="36320"/>
                  <a:pt x="1223456" y="34930"/>
                </a:cubicBezTo>
                <a:cubicBezTo>
                  <a:pt x="1227264" y="33540"/>
                  <a:pt x="1230021" y="32844"/>
                  <a:pt x="1231727" y="32844"/>
                </a:cubicBezTo>
                <a:close/>
                <a:moveTo>
                  <a:pt x="59360" y="30780"/>
                </a:moveTo>
                <a:lnTo>
                  <a:pt x="45519" y="73145"/>
                </a:lnTo>
                <a:lnTo>
                  <a:pt x="74033" y="73145"/>
                </a:lnTo>
                <a:close/>
                <a:moveTo>
                  <a:pt x="1027161" y="11362"/>
                </a:moveTo>
                <a:cubicBezTo>
                  <a:pt x="1030077" y="11362"/>
                  <a:pt x="1033013" y="12031"/>
                  <a:pt x="1035969" y="13368"/>
                </a:cubicBezTo>
                <a:cubicBezTo>
                  <a:pt x="1038925" y="14706"/>
                  <a:pt x="1040403" y="16297"/>
                  <a:pt x="1040403" y="18140"/>
                </a:cubicBezTo>
                <a:cubicBezTo>
                  <a:pt x="1040403" y="21194"/>
                  <a:pt x="1036259" y="23336"/>
                  <a:pt x="1027972" y="24565"/>
                </a:cubicBezTo>
                <a:lnTo>
                  <a:pt x="994246" y="30274"/>
                </a:lnTo>
                <a:cubicBezTo>
                  <a:pt x="997441" y="30960"/>
                  <a:pt x="999039" y="32517"/>
                  <a:pt x="999039" y="34945"/>
                </a:cubicBezTo>
                <a:cubicBezTo>
                  <a:pt x="999039" y="37374"/>
                  <a:pt x="997889" y="39418"/>
                  <a:pt x="995589" y="41079"/>
                </a:cubicBezTo>
                <a:cubicBezTo>
                  <a:pt x="993289" y="42740"/>
                  <a:pt x="987456" y="49521"/>
                  <a:pt x="978088" y="61424"/>
                </a:cubicBezTo>
                <a:cubicBezTo>
                  <a:pt x="995237" y="58764"/>
                  <a:pt x="1008826" y="56604"/>
                  <a:pt x="1018853" y="54942"/>
                </a:cubicBezTo>
                <a:cubicBezTo>
                  <a:pt x="1028880" y="53280"/>
                  <a:pt x="1035112" y="51840"/>
                  <a:pt x="1037550" y="50622"/>
                </a:cubicBezTo>
                <a:cubicBezTo>
                  <a:pt x="1039865" y="49540"/>
                  <a:pt x="1042303" y="48999"/>
                  <a:pt x="1044864" y="48999"/>
                </a:cubicBezTo>
                <a:cubicBezTo>
                  <a:pt x="1047425" y="48999"/>
                  <a:pt x="1051819" y="50938"/>
                  <a:pt x="1058048" y="54814"/>
                </a:cubicBezTo>
                <a:cubicBezTo>
                  <a:pt x="1064276" y="58691"/>
                  <a:pt x="1067391" y="61853"/>
                  <a:pt x="1067391" y="64300"/>
                </a:cubicBezTo>
                <a:cubicBezTo>
                  <a:pt x="1067391" y="66161"/>
                  <a:pt x="1065922" y="68378"/>
                  <a:pt x="1062985" y="70951"/>
                </a:cubicBezTo>
                <a:cubicBezTo>
                  <a:pt x="1061534" y="72159"/>
                  <a:pt x="1060478" y="74278"/>
                  <a:pt x="1059817" y="77308"/>
                </a:cubicBezTo>
                <a:cubicBezTo>
                  <a:pt x="1059156" y="80337"/>
                  <a:pt x="1058381" y="88220"/>
                  <a:pt x="1057492" y="100957"/>
                </a:cubicBezTo>
                <a:cubicBezTo>
                  <a:pt x="1056604" y="113695"/>
                  <a:pt x="1055464" y="123026"/>
                  <a:pt x="1054074" y="128952"/>
                </a:cubicBezTo>
                <a:cubicBezTo>
                  <a:pt x="1052683" y="134878"/>
                  <a:pt x="1050528" y="139852"/>
                  <a:pt x="1047609" y="143874"/>
                </a:cubicBezTo>
                <a:cubicBezTo>
                  <a:pt x="1044690" y="147896"/>
                  <a:pt x="1042100" y="149907"/>
                  <a:pt x="1039837" y="149907"/>
                </a:cubicBezTo>
                <a:cubicBezTo>
                  <a:pt x="1036606" y="149907"/>
                  <a:pt x="1034676" y="146705"/>
                  <a:pt x="1034048" y="140301"/>
                </a:cubicBezTo>
                <a:cubicBezTo>
                  <a:pt x="1033419" y="133897"/>
                  <a:pt x="1032644" y="130051"/>
                  <a:pt x="1031723" y="128761"/>
                </a:cubicBezTo>
                <a:cubicBezTo>
                  <a:pt x="1030802" y="127472"/>
                  <a:pt x="1029576" y="126827"/>
                  <a:pt x="1028044" y="126827"/>
                </a:cubicBezTo>
                <a:cubicBezTo>
                  <a:pt x="1026512" y="126827"/>
                  <a:pt x="1020760" y="127179"/>
                  <a:pt x="1010788" y="127882"/>
                </a:cubicBezTo>
                <a:cubicBezTo>
                  <a:pt x="1000816" y="128585"/>
                  <a:pt x="991671" y="129468"/>
                  <a:pt x="983353" y="130530"/>
                </a:cubicBezTo>
                <a:cubicBezTo>
                  <a:pt x="975036" y="131592"/>
                  <a:pt x="965489" y="132619"/>
                  <a:pt x="954711" y="133611"/>
                </a:cubicBezTo>
                <a:cubicBezTo>
                  <a:pt x="954351" y="139858"/>
                  <a:pt x="952545" y="142982"/>
                  <a:pt x="949293" y="142982"/>
                </a:cubicBezTo>
                <a:cubicBezTo>
                  <a:pt x="947755" y="142982"/>
                  <a:pt x="946272" y="141248"/>
                  <a:pt x="944844" y="137779"/>
                </a:cubicBezTo>
                <a:cubicBezTo>
                  <a:pt x="943416" y="134310"/>
                  <a:pt x="942639" y="130085"/>
                  <a:pt x="942512" y="125102"/>
                </a:cubicBezTo>
                <a:cubicBezTo>
                  <a:pt x="942043" y="113476"/>
                  <a:pt x="940908" y="102870"/>
                  <a:pt x="939108" y="93284"/>
                </a:cubicBezTo>
                <a:cubicBezTo>
                  <a:pt x="937307" y="83698"/>
                  <a:pt x="934951" y="76821"/>
                  <a:pt x="932038" y="72653"/>
                </a:cubicBezTo>
                <a:cubicBezTo>
                  <a:pt x="930500" y="70563"/>
                  <a:pt x="929731" y="68465"/>
                  <a:pt x="929731" y="66360"/>
                </a:cubicBezTo>
                <a:cubicBezTo>
                  <a:pt x="929731" y="64255"/>
                  <a:pt x="930683" y="63203"/>
                  <a:pt x="932587" y="63203"/>
                </a:cubicBezTo>
                <a:cubicBezTo>
                  <a:pt x="934491" y="63203"/>
                  <a:pt x="936707" y="63494"/>
                  <a:pt x="939235" y="64077"/>
                </a:cubicBezTo>
                <a:cubicBezTo>
                  <a:pt x="941763" y="64659"/>
                  <a:pt x="943627" y="65373"/>
                  <a:pt x="944828" y="66217"/>
                </a:cubicBezTo>
                <a:lnTo>
                  <a:pt x="968822" y="62663"/>
                </a:lnTo>
                <a:cubicBezTo>
                  <a:pt x="973618" y="53631"/>
                  <a:pt x="977089" y="46730"/>
                  <a:pt x="979236" y="41960"/>
                </a:cubicBezTo>
                <a:cubicBezTo>
                  <a:pt x="981383" y="37189"/>
                  <a:pt x="982365" y="34173"/>
                  <a:pt x="982180" y="32909"/>
                </a:cubicBezTo>
                <a:cubicBezTo>
                  <a:pt x="976540" y="34093"/>
                  <a:pt x="971462" y="34685"/>
                  <a:pt x="966947" y="34685"/>
                </a:cubicBezTo>
                <a:cubicBezTo>
                  <a:pt x="962432" y="34685"/>
                  <a:pt x="958828" y="34012"/>
                  <a:pt x="956136" y="32666"/>
                </a:cubicBezTo>
                <a:cubicBezTo>
                  <a:pt x="953444" y="31320"/>
                  <a:pt x="952098" y="29830"/>
                  <a:pt x="952098" y="28196"/>
                </a:cubicBezTo>
                <a:cubicBezTo>
                  <a:pt x="952098" y="26561"/>
                  <a:pt x="953832" y="25579"/>
                  <a:pt x="957299" y="25249"/>
                </a:cubicBezTo>
                <a:cubicBezTo>
                  <a:pt x="970938" y="23603"/>
                  <a:pt x="990473" y="19683"/>
                  <a:pt x="1015903" y="13489"/>
                </a:cubicBezTo>
                <a:cubicBezTo>
                  <a:pt x="1020492" y="12071"/>
                  <a:pt x="1024244" y="11362"/>
                  <a:pt x="1027161" y="11362"/>
                </a:cubicBezTo>
                <a:close/>
                <a:moveTo>
                  <a:pt x="59601" y="10299"/>
                </a:moveTo>
                <a:lnTo>
                  <a:pt x="67380" y="10299"/>
                </a:lnTo>
                <a:lnTo>
                  <a:pt x="107067" y="117512"/>
                </a:lnTo>
                <a:cubicBezTo>
                  <a:pt x="107772" y="119228"/>
                  <a:pt x="108388" y="120348"/>
                  <a:pt x="108913" y="120873"/>
                </a:cubicBezTo>
                <a:cubicBezTo>
                  <a:pt x="109439" y="121398"/>
                  <a:pt x="110485" y="121907"/>
                  <a:pt x="112049" y="122399"/>
                </a:cubicBezTo>
                <a:lnTo>
                  <a:pt x="123100" y="125820"/>
                </a:lnTo>
                <a:lnTo>
                  <a:pt x="123100" y="131442"/>
                </a:lnTo>
                <a:cubicBezTo>
                  <a:pt x="115795" y="131087"/>
                  <a:pt x="107440" y="130910"/>
                  <a:pt x="98035" y="130910"/>
                </a:cubicBezTo>
                <a:cubicBezTo>
                  <a:pt x="88623" y="130910"/>
                  <a:pt x="80267" y="131087"/>
                  <a:pt x="72967" y="131442"/>
                </a:cubicBezTo>
                <a:lnTo>
                  <a:pt x="72967" y="125600"/>
                </a:lnTo>
                <a:lnTo>
                  <a:pt x="86198" y="123592"/>
                </a:lnTo>
                <a:cubicBezTo>
                  <a:pt x="88217" y="123272"/>
                  <a:pt x="89476" y="122978"/>
                  <a:pt x="89973" y="122713"/>
                </a:cubicBezTo>
                <a:cubicBezTo>
                  <a:pt x="90471" y="122447"/>
                  <a:pt x="90720" y="122150"/>
                  <a:pt x="90720" y="121822"/>
                </a:cubicBezTo>
                <a:cubicBezTo>
                  <a:pt x="90720" y="121368"/>
                  <a:pt x="90453" y="120391"/>
                  <a:pt x="89920" y="118892"/>
                </a:cubicBezTo>
                <a:lnTo>
                  <a:pt x="75970" y="80489"/>
                </a:lnTo>
                <a:lnTo>
                  <a:pt x="43567" y="80489"/>
                </a:lnTo>
                <a:lnTo>
                  <a:pt x="29864" y="120221"/>
                </a:lnTo>
                <a:cubicBezTo>
                  <a:pt x="29531" y="121339"/>
                  <a:pt x="29364" y="122169"/>
                  <a:pt x="29364" y="122710"/>
                </a:cubicBezTo>
                <a:cubicBezTo>
                  <a:pt x="29364" y="123121"/>
                  <a:pt x="29525" y="123435"/>
                  <a:pt x="29849" y="123651"/>
                </a:cubicBezTo>
                <a:cubicBezTo>
                  <a:pt x="30172" y="123868"/>
                  <a:pt x="31330" y="124029"/>
                  <a:pt x="33323" y="124135"/>
                </a:cubicBezTo>
                <a:lnTo>
                  <a:pt x="47294" y="125133"/>
                </a:lnTo>
                <a:lnTo>
                  <a:pt x="47294" y="131267"/>
                </a:lnTo>
                <a:cubicBezTo>
                  <a:pt x="43714" y="131029"/>
                  <a:pt x="35832" y="130910"/>
                  <a:pt x="23646" y="130910"/>
                </a:cubicBezTo>
                <a:cubicBezTo>
                  <a:pt x="11451" y="130910"/>
                  <a:pt x="3569" y="131029"/>
                  <a:pt x="0" y="131267"/>
                </a:cubicBezTo>
                <a:lnTo>
                  <a:pt x="0" y="125142"/>
                </a:lnTo>
                <a:lnTo>
                  <a:pt x="12824" y="124124"/>
                </a:lnTo>
                <a:cubicBezTo>
                  <a:pt x="15952" y="123841"/>
                  <a:pt x="18127" y="122789"/>
                  <a:pt x="19351" y="120968"/>
                </a:cubicBezTo>
                <a:close/>
                <a:moveTo>
                  <a:pt x="790377" y="9055"/>
                </a:moveTo>
                <a:cubicBezTo>
                  <a:pt x="793076" y="9055"/>
                  <a:pt x="796697" y="9723"/>
                  <a:pt x="801241" y="11060"/>
                </a:cubicBezTo>
                <a:cubicBezTo>
                  <a:pt x="805786" y="12396"/>
                  <a:pt x="808058" y="14075"/>
                  <a:pt x="808058" y="16096"/>
                </a:cubicBezTo>
                <a:cubicBezTo>
                  <a:pt x="808058" y="18117"/>
                  <a:pt x="806845" y="20198"/>
                  <a:pt x="804418" y="22339"/>
                </a:cubicBezTo>
                <a:cubicBezTo>
                  <a:pt x="800039" y="26257"/>
                  <a:pt x="792199" y="35675"/>
                  <a:pt x="780897" y="50594"/>
                </a:cubicBezTo>
                <a:cubicBezTo>
                  <a:pt x="787729" y="48558"/>
                  <a:pt x="792820" y="46676"/>
                  <a:pt x="796170" y="44947"/>
                </a:cubicBezTo>
                <a:cubicBezTo>
                  <a:pt x="798236" y="43980"/>
                  <a:pt x="800173" y="43496"/>
                  <a:pt x="801981" y="43496"/>
                </a:cubicBezTo>
                <a:cubicBezTo>
                  <a:pt x="803789" y="43496"/>
                  <a:pt x="807029" y="44549"/>
                  <a:pt x="811703" y="46655"/>
                </a:cubicBezTo>
                <a:cubicBezTo>
                  <a:pt x="816376" y="48761"/>
                  <a:pt x="818712" y="51151"/>
                  <a:pt x="818712" y="53826"/>
                </a:cubicBezTo>
                <a:cubicBezTo>
                  <a:pt x="818712" y="55376"/>
                  <a:pt x="818052" y="57111"/>
                  <a:pt x="816732" y="59032"/>
                </a:cubicBezTo>
                <a:cubicBezTo>
                  <a:pt x="815411" y="60953"/>
                  <a:pt x="814338" y="70290"/>
                  <a:pt x="813512" y="87044"/>
                </a:cubicBezTo>
                <a:cubicBezTo>
                  <a:pt x="812687" y="103797"/>
                  <a:pt x="811103" y="114646"/>
                  <a:pt x="808762" y="119589"/>
                </a:cubicBezTo>
                <a:cubicBezTo>
                  <a:pt x="806420" y="124533"/>
                  <a:pt x="804400" y="127005"/>
                  <a:pt x="802699" y="127005"/>
                </a:cubicBezTo>
                <a:cubicBezTo>
                  <a:pt x="800184" y="127005"/>
                  <a:pt x="798071" y="123255"/>
                  <a:pt x="796359" y="115754"/>
                </a:cubicBezTo>
                <a:cubicBezTo>
                  <a:pt x="795924" y="113667"/>
                  <a:pt x="795387" y="112623"/>
                  <a:pt x="794749" y="112623"/>
                </a:cubicBezTo>
                <a:cubicBezTo>
                  <a:pt x="794111" y="112623"/>
                  <a:pt x="793038" y="112855"/>
                  <a:pt x="791530" y="113319"/>
                </a:cubicBezTo>
                <a:cubicBezTo>
                  <a:pt x="785380" y="114868"/>
                  <a:pt x="780580" y="115465"/>
                  <a:pt x="777128" y="115109"/>
                </a:cubicBezTo>
                <a:cubicBezTo>
                  <a:pt x="776428" y="121737"/>
                  <a:pt x="774996" y="125051"/>
                  <a:pt x="772830" y="125051"/>
                </a:cubicBezTo>
                <a:cubicBezTo>
                  <a:pt x="770664" y="125051"/>
                  <a:pt x="768999" y="123815"/>
                  <a:pt x="767836" y="121344"/>
                </a:cubicBezTo>
                <a:cubicBezTo>
                  <a:pt x="766673" y="118873"/>
                  <a:pt x="766091" y="115895"/>
                  <a:pt x="766091" y="112411"/>
                </a:cubicBezTo>
                <a:lnTo>
                  <a:pt x="766269" y="98920"/>
                </a:lnTo>
                <a:cubicBezTo>
                  <a:pt x="766269" y="89029"/>
                  <a:pt x="765776" y="80484"/>
                  <a:pt x="764789" y="73285"/>
                </a:cubicBezTo>
                <a:cubicBezTo>
                  <a:pt x="763802" y="66087"/>
                  <a:pt x="762501" y="61306"/>
                  <a:pt x="760885" y="58942"/>
                </a:cubicBezTo>
                <a:cubicBezTo>
                  <a:pt x="759741" y="57228"/>
                  <a:pt x="759169" y="55616"/>
                  <a:pt x="759169" y="54106"/>
                </a:cubicBezTo>
                <a:cubicBezTo>
                  <a:pt x="759169" y="52596"/>
                  <a:pt x="760439" y="51841"/>
                  <a:pt x="762978" y="51841"/>
                </a:cubicBezTo>
                <a:cubicBezTo>
                  <a:pt x="765517" y="51841"/>
                  <a:pt x="767743" y="52136"/>
                  <a:pt x="769654" y="52726"/>
                </a:cubicBezTo>
                <a:cubicBezTo>
                  <a:pt x="770693" y="52638"/>
                  <a:pt x="771418" y="52542"/>
                  <a:pt x="771829" y="52441"/>
                </a:cubicBezTo>
                <a:cubicBezTo>
                  <a:pt x="777426" y="43260"/>
                  <a:pt x="781567" y="35483"/>
                  <a:pt x="784254" y="29110"/>
                </a:cubicBezTo>
                <a:cubicBezTo>
                  <a:pt x="786940" y="22738"/>
                  <a:pt x="787958" y="18753"/>
                  <a:pt x="787306" y="17158"/>
                </a:cubicBezTo>
                <a:cubicBezTo>
                  <a:pt x="786655" y="15562"/>
                  <a:pt x="786329" y="13812"/>
                  <a:pt x="786329" y="11909"/>
                </a:cubicBezTo>
                <a:cubicBezTo>
                  <a:pt x="786329" y="10006"/>
                  <a:pt x="787679" y="9055"/>
                  <a:pt x="790377" y="9055"/>
                </a:cubicBezTo>
                <a:close/>
                <a:moveTo>
                  <a:pt x="1161621" y="5859"/>
                </a:moveTo>
                <a:cubicBezTo>
                  <a:pt x="1163990" y="5859"/>
                  <a:pt x="1167529" y="7167"/>
                  <a:pt x="1172239" y="9783"/>
                </a:cubicBezTo>
                <a:cubicBezTo>
                  <a:pt x="1176949" y="12398"/>
                  <a:pt x="1179304" y="14921"/>
                  <a:pt x="1179304" y="17350"/>
                </a:cubicBezTo>
                <a:cubicBezTo>
                  <a:pt x="1179304" y="19779"/>
                  <a:pt x="1177796" y="21371"/>
                  <a:pt x="1174780" y="22127"/>
                </a:cubicBezTo>
                <a:cubicBezTo>
                  <a:pt x="1170033" y="23223"/>
                  <a:pt x="1165982" y="24551"/>
                  <a:pt x="1162628" y="26113"/>
                </a:cubicBezTo>
                <a:cubicBezTo>
                  <a:pt x="1159273" y="27675"/>
                  <a:pt x="1156073" y="28597"/>
                  <a:pt x="1153029" y="28880"/>
                </a:cubicBezTo>
                <a:cubicBezTo>
                  <a:pt x="1154767" y="28708"/>
                  <a:pt x="1156414" y="29104"/>
                  <a:pt x="1157972" y="30068"/>
                </a:cubicBezTo>
                <a:cubicBezTo>
                  <a:pt x="1159529" y="31031"/>
                  <a:pt x="1160307" y="32146"/>
                  <a:pt x="1160307" y="33413"/>
                </a:cubicBezTo>
                <a:cubicBezTo>
                  <a:pt x="1160307" y="34680"/>
                  <a:pt x="1160093" y="36323"/>
                  <a:pt x="1159664" y="38344"/>
                </a:cubicBezTo>
                <a:cubicBezTo>
                  <a:pt x="1159235" y="40365"/>
                  <a:pt x="1158680" y="43975"/>
                  <a:pt x="1157997" y="49175"/>
                </a:cubicBezTo>
                <a:cubicBezTo>
                  <a:pt x="1159221" y="48794"/>
                  <a:pt x="1161344" y="48226"/>
                  <a:pt x="1164366" y="47471"/>
                </a:cubicBezTo>
                <a:cubicBezTo>
                  <a:pt x="1167389" y="46716"/>
                  <a:pt x="1170141" y="46338"/>
                  <a:pt x="1172622" y="46338"/>
                </a:cubicBezTo>
                <a:cubicBezTo>
                  <a:pt x="1175103" y="46338"/>
                  <a:pt x="1177132" y="46969"/>
                  <a:pt x="1178710" y="48232"/>
                </a:cubicBezTo>
                <a:cubicBezTo>
                  <a:pt x="1180288" y="49494"/>
                  <a:pt x="1181077" y="50903"/>
                  <a:pt x="1181077" y="52460"/>
                </a:cubicBezTo>
                <a:cubicBezTo>
                  <a:pt x="1181077" y="54018"/>
                  <a:pt x="1179116" y="55159"/>
                  <a:pt x="1175195" y="55885"/>
                </a:cubicBezTo>
                <a:lnTo>
                  <a:pt x="1157573" y="59411"/>
                </a:lnTo>
                <a:lnTo>
                  <a:pt x="1157112" y="74384"/>
                </a:lnTo>
                <a:cubicBezTo>
                  <a:pt x="1157636" y="74269"/>
                  <a:pt x="1159573" y="74211"/>
                  <a:pt x="1162922" y="74211"/>
                </a:cubicBezTo>
                <a:cubicBezTo>
                  <a:pt x="1166271" y="74211"/>
                  <a:pt x="1169779" y="75094"/>
                  <a:pt x="1173446" y="76860"/>
                </a:cubicBezTo>
                <a:cubicBezTo>
                  <a:pt x="1177114" y="78625"/>
                  <a:pt x="1178948" y="81303"/>
                  <a:pt x="1178948" y="84895"/>
                </a:cubicBezTo>
                <a:cubicBezTo>
                  <a:pt x="1178948" y="86823"/>
                  <a:pt x="1178359" y="88376"/>
                  <a:pt x="1177182" y="89553"/>
                </a:cubicBezTo>
                <a:cubicBezTo>
                  <a:pt x="1176005" y="90730"/>
                  <a:pt x="1174636" y="91319"/>
                  <a:pt x="1173074" y="91319"/>
                </a:cubicBezTo>
                <a:cubicBezTo>
                  <a:pt x="1171514" y="91319"/>
                  <a:pt x="1169948" y="90862"/>
                  <a:pt x="1168379" y="89946"/>
                </a:cubicBezTo>
                <a:cubicBezTo>
                  <a:pt x="1166810" y="89031"/>
                  <a:pt x="1163025" y="85524"/>
                  <a:pt x="1157024" y="79426"/>
                </a:cubicBezTo>
                <a:cubicBezTo>
                  <a:pt x="1156826" y="93233"/>
                  <a:pt x="1156847" y="105364"/>
                  <a:pt x="1157087" y="115821"/>
                </a:cubicBezTo>
                <a:cubicBezTo>
                  <a:pt x="1157326" y="126278"/>
                  <a:pt x="1156535" y="134337"/>
                  <a:pt x="1154713" y="139997"/>
                </a:cubicBezTo>
                <a:cubicBezTo>
                  <a:pt x="1152891" y="145657"/>
                  <a:pt x="1150995" y="148487"/>
                  <a:pt x="1149025" y="148487"/>
                </a:cubicBezTo>
                <a:cubicBezTo>
                  <a:pt x="1147055" y="148487"/>
                  <a:pt x="1145294" y="146566"/>
                  <a:pt x="1143744" y="142722"/>
                </a:cubicBezTo>
                <a:cubicBezTo>
                  <a:pt x="1142193" y="138878"/>
                  <a:pt x="1141418" y="135750"/>
                  <a:pt x="1141418" y="133339"/>
                </a:cubicBezTo>
                <a:cubicBezTo>
                  <a:pt x="1141418" y="130928"/>
                  <a:pt x="1141928" y="127621"/>
                  <a:pt x="1142948" y="123417"/>
                </a:cubicBezTo>
                <a:cubicBezTo>
                  <a:pt x="1145485" y="112232"/>
                  <a:pt x="1147106" y="95201"/>
                  <a:pt x="1147809" y="72322"/>
                </a:cubicBezTo>
                <a:cubicBezTo>
                  <a:pt x="1146010" y="80892"/>
                  <a:pt x="1141978" y="88822"/>
                  <a:pt x="1135712" y="96112"/>
                </a:cubicBezTo>
                <a:cubicBezTo>
                  <a:pt x="1129445" y="103402"/>
                  <a:pt x="1123182" y="109041"/>
                  <a:pt x="1116921" y="113030"/>
                </a:cubicBezTo>
                <a:cubicBezTo>
                  <a:pt x="1110661" y="117019"/>
                  <a:pt x="1106411" y="119014"/>
                  <a:pt x="1104171" y="119014"/>
                </a:cubicBezTo>
                <a:cubicBezTo>
                  <a:pt x="1102373" y="119014"/>
                  <a:pt x="1101474" y="118329"/>
                  <a:pt x="1101474" y="116958"/>
                </a:cubicBezTo>
                <a:cubicBezTo>
                  <a:pt x="1101474" y="115588"/>
                  <a:pt x="1102400" y="114130"/>
                  <a:pt x="1104253" y="112587"/>
                </a:cubicBezTo>
                <a:cubicBezTo>
                  <a:pt x="1123629" y="96478"/>
                  <a:pt x="1137201" y="79506"/>
                  <a:pt x="1144970" y="61670"/>
                </a:cubicBezTo>
                <a:cubicBezTo>
                  <a:pt x="1136468" y="63784"/>
                  <a:pt x="1128014" y="66186"/>
                  <a:pt x="1119608" y="68878"/>
                </a:cubicBezTo>
                <a:cubicBezTo>
                  <a:pt x="1117939" y="69400"/>
                  <a:pt x="1115796" y="69662"/>
                  <a:pt x="1113179" y="69662"/>
                </a:cubicBezTo>
                <a:cubicBezTo>
                  <a:pt x="1110561" y="69662"/>
                  <a:pt x="1107690" y="68574"/>
                  <a:pt x="1104564" y="66398"/>
                </a:cubicBezTo>
                <a:cubicBezTo>
                  <a:pt x="1101439" y="64223"/>
                  <a:pt x="1099876" y="62288"/>
                  <a:pt x="1099876" y="60594"/>
                </a:cubicBezTo>
                <a:cubicBezTo>
                  <a:pt x="1099876" y="58901"/>
                  <a:pt x="1102029" y="58054"/>
                  <a:pt x="1106334" y="58054"/>
                </a:cubicBezTo>
                <a:cubicBezTo>
                  <a:pt x="1114022" y="57958"/>
                  <a:pt x="1127906" y="55653"/>
                  <a:pt x="1147987" y="51140"/>
                </a:cubicBezTo>
                <a:cubicBezTo>
                  <a:pt x="1147872" y="40815"/>
                  <a:pt x="1147325" y="34442"/>
                  <a:pt x="1146347" y="32022"/>
                </a:cubicBezTo>
                <a:cubicBezTo>
                  <a:pt x="1136930" y="35692"/>
                  <a:pt x="1130683" y="37527"/>
                  <a:pt x="1127605" y="37527"/>
                </a:cubicBezTo>
                <a:cubicBezTo>
                  <a:pt x="1125570" y="37527"/>
                  <a:pt x="1124554" y="36807"/>
                  <a:pt x="1124554" y="35365"/>
                </a:cubicBezTo>
                <a:cubicBezTo>
                  <a:pt x="1124554" y="33924"/>
                  <a:pt x="1125298" y="32797"/>
                  <a:pt x="1126787" y="31985"/>
                </a:cubicBezTo>
                <a:cubicBezTo>
                  <a:pt x="1136287" y="26993"/>
                  <a:pt x="1143610" y="22580"/>
                  <a:pt x="1148759" y="18747"/>
                </a:cubicBezTo>
                <a:cubicBezTo>
                  <a:pt x="1153907" y="14913"/>
                  <a:pt x="1156677" y="12115"/>
                  <a:pt x="1157070" y="10353"/>
                </a:cubicBezTo>
                <a:cubicBezTo>
                  <a:pt x="1157735" y="7357"/>
                  <a:pt x="1159252" y="5859"/>
                  <a:pt x="1161621" y="5859"/>
                </a:cubicBezTo>
                <a:close/>
                <a:moveTo>
                  <a:pt x="608861" y="5150"/>
                </a:moveTo>
                <a:cubicBezTo>
                  <a:pt x="611080" y="5150"/>
                  <a:pt x="614405" y="6714"/>
                  <a:pt x="618837" y="9842"/>
                </a:cubicBezTo>
                <a:cubicBezTo>
                  <a:pt x="623269" y="12971"/>
                  <a:pt x="625485" y="15693"/>
                  <a:pt x="625485" y="18009"/>
                </a:cubicBezTo>
                <a:cubicBezTo>
                  <a:pt x="625485" y="20325"/>
                  <a:pt x="624247" y="22498"/>
                  <a:pt x="621772" y="24529"/>
                </a:cubicBezTo>
                <a:cubicBezTo>
                  <a:pt x="619297" y="26561"/>
                  <a:pt x="610534" y="36748"/>
                  <a:pt x="595483" y="55090"/>
                </a:cubicBezTo>
                <a:cubicBezTo>
                  <a:pt x="599017" y="55422"/>
                  <a:pt x="605798" y="55479"/>
                  <a:pt x="615825" y="55263"/>
                </a:cubicBezTo>
                <a:cubicBezTo>
                  <a:pt x="620142" y="48395"/>
                  <a:pt x="622850" y="43809"/>
                  <a:pt x="623948" y="41504"/>
                </a:cubicBezTo>
                <a:cubicBezTo>
                  <a:pt x="625046" y="39200"/>
                  <a:pt x="625595" y="37329"/>
                  <a:pt x="625595" y="35893"/>
                </a:cubicBezTo>
                <a:cubicBezTo>
                  <a:pt x="625595" y="32203"/>
                  <a:pt x="626867" y="30359"/>
                  <a:pt x="629411" y="30359"/>
                </a:cubicBezTo>
                <a:cubicBezTo>
                  <a:pt x="631955" y="30359"/>
                  <a:pt x="634541" y="31875"/>
                  <a:pt x="637168" y="34906"/>
                </a:cubicBezTo>
                <a:cubicBezTo>
                  <a:pt x="639795" y="37937"/>
                  <a:pt x="641108" y="40289"/>
                  <a:pt x="641108" y="41961"/>
                </a:cubicBezTo>
                <a:cubicBezTo>
                  <a:pt x="641108" y="43633"/>
                  <a:pt x="640203" y="45106"/>
                  <a:pt x="638394" y="46379"/>
                </a:cubicBezTo>
                <a:cubicBezTo>
                  <a:pt x="636584" y="47653"/>
                  <a:pt x="632471" y="51888"/>
                  <a:pt x="626055" y="59084"/>
                </a:cubicBezTo>
                <a:cubicBezTo>
                  <a:pt x="619639" y="66281"/>
                  <a:pt x="612526" y="73749"/>
                  <a:pt x="604715" y="81487"/>
                </a:cubicBezTo>
                <a:cubicBezTo>
                  <a:pt x="617114" y="78056"/>
                  <a:pt x="625742" y="76341"/>
                  <a:pt x="630600" y="76341"/>
                </a:cubicBezTo>
                <a:cubicBezTo>
                  <a:pt x="633464" y="76341"/>
                  <a:pt x="634896" y="77182"/>
                  <a:pt x="634896" y="78866"/>
                </a:cubicBezTo>
                <a:cubicBezTo>
                  <a:pt x="634896" y="80549"/>
                  <a:pt x="633339" y="81860"/>
                  <a:pt x="630227" y="82799"/>
                </a:cubicBezTo>
                <a:cubicBezTo>
                  <a:pt x="610855" y="90223"/>
                  <a:pt x="599773" y="95097"/>
                  <a:pt x="596981" y="97421"/>
                </a:cubicBezTo>
                <a:cubicBezTo>
                  <a:pt x="595669" y="98443"/>
                  <a:pt x="594007" y="98954"/>
                  <a:pt x="591995" y="98954"/>
                </a:cubicBezTo>
                <a:cubicBezTo>
                  <a:pt x="589982" y="98954"/>
                  <a:pt x="588421" y="97845"/>
                  <a:pt x="587312" y="95626"/>
                </a:cubicBezTo>
                <a:cubicBezTo>
                  <a:pt x="586203" y="93407"/>
                  <a:pt x="585648" y="91259"/>
                  <a:pt x="585648" y="89183"/>
                </a:cubicBezTo>
                <a:cubicBezTo>
                  <a:pt x="585648" y="87106"/>
                  <a:pt x="586768" y="85509"/>
                  <a:pt x="589007" y="84391"/>
                </a:cubicBezTo>
                <a:cubicBezTo>
                  <a:pt x="597622" y="79682"/>
                  <a:pt x="605499" y="72464"/>
                  <a:pt x="612636" y="62736"/>
                </a:cubicBezTo>
                <a:cubicBezTo>
                  <a:pt x="608792" y="62736"/>
                  <a:pt x="604479" y="63255"/>
                  <a:pt x="599696" y="64292"/>
                </a:cubicBezTo>
                <a:cubicBezTo>
                  <a:pt x="594913" y="65328"/>
                  <a:pt x="591173" y="66609"/>
                  <a:pt x="588476" y="68135"/>
                </a:cubicBezTo>
                <a:cubicBezTo>
                  <a:pt x="586679" y="69034"/>
                  <a:pt x="584994" y="69483"/>
                  <a:pt x="583420" y="69483"/>
                </a:cubicBezTo>
                <a:cubicBezTo>
                  <a:pt x="581846" y="69483"/>
                  <a:pt x="580699" y="68566"/>
                  <a:pt x="579981" y="66732"/>
                </a:cubicBezTo>
                <a:cubicBezTo>
                  <a:pt x="579263" y="64898"/>
                  <a:pt x="578904" y="63318"/>
                  <a:pt x="578904" y="61993"/>
                </a:cubicBezTo>
                <a:cubicBezTo>
                  <a:pt x="578904" y="58006"/>
                  <a:pt x="580336" y="55390"/>
                  <a:pt x="583202" y="54146"/>
                </a:cubicBezTo>
                <a:cubicBezTo>
                  <a:pt x="588673" y="51835"/>
                  <a:pt x="594176" y="45329"/>
                  <a:pt x="599713" y="34630"/>
                </a:cubicBezTo>
                <a:cubicBezTo>
                  <a:pt x="605250" y="23931"/>
                  <a:pt x="607545" y="17124"/>
                  <a:pt x="606598" y="14210"/>
                </a:cubicBezTo>
                <a:cubicBezTo>
                  <a:pt x="605888" y="12204"/>
                  <a:pt x="605532" y="10192"/>
                  <a:pt x="605532" y="8175"/>
                </a:cubicBezTo>
                <a:cubicBezTo>
                  <a:pt x="605532" y="6158"/>
                  <a:pt x="606642" y="5150"/>
                  <a:pt x="608861" y="5150"/>
                </a:cubicBezTo>
                <a:close/>
                <a:moveTo>
                  <a:pt x="666986" y="1066"/>
                </a:moveTo>
                <a:cubicBezTo>
                  <a:pt x="669724" y="1066"/>
                  <a:pt x="673553" y="2082"/>
                  <a:pt x="678471" y="4115"/>
                </a:cubicBezTo>
                <a:cubicBezTo>
                  <a:pt x="683389" y="6147"/>
                  <a:pt x="685849" y="8692"/>
                  <a:pt x="685849" y="11750"/>
                </a:cubicBezTo>
                <a:cubicBezTo>
                  <a:pt x="685849" y="13182"/>
                  <a:pt x="685161" y="15351"/>
                  <a:pt x="683784" y="18256"/>
                </a:cubicBezTo>
                <a:cubicBezTo>
                  <a:pt x="682525" y="20773"/>
                  <a:pt x="681497" y="30842"/>
                  <a:pt x="680699" y="48465"/>
                </a:cubicBezTo>
                <a:cubicBezTo>
                  <a:pt x="686824" y="47104"/>
                  <a:pt x="693382" y="45387"/>
                  <a:pt x="700372" y="43316"/>
                </a:cubicBezTo>
                <a:cubicBezTo>
                  <a:pt x="702217" y="42963"/>
                  <a:pt x="704728" y="42787"/>
                  <a:pt x="707904" y="42787"/>
                </a:cubicBezTo>
                <a:cubicBezTo>
                  <a:pt x="711079" y="42787"/>
                  <a:pt x="714529" y="43634"/>
                  <a:pt x="718254" y="45327"/>
                </a:cubicBezTo>
                <a:cubicBezTo>
                  <a:pt x="721980" y="47021"/>
                  <a:pt x="723842" y="49026"/>
                  <a:pt x="723842" y="51341"/>
                </a:cubicBezTo>
                <a:cubicBezTo>
                  <a:pt x="723842" y="54796"/>
                  <a:pt x="720043" y="56524"/>
                  <a:pt x="712443" y="56524"/>
                </a:cubicBezTo>
                <a:cubicBezTo>
                  <a:pt x="710773" y="56524"/>
                  <a:pt x="709020" y="56435"/>
                  <a:pt x="707184" y="56257"/>
                </a:cubicBezTo>
                <a:cubicBezTo>
                  <a:pt x="705348" y="56079"/>
                  <a:pt x="702435" y="55989"/>
                  <a:pt x="698445" y="55989"/>
                </a:cubicBezTo>
                <a:cubicBezTo>
                  <a:pt x="694455" y="55989"/>
                  <a:pt x="688451" y="56570"/>
                  <a:pt x="680434" y="57731"/>
                </a:cubicBezTo>
                <a:lnTo>
                  <a:pt x="679636" y="76694"/>
                </a:lnTo>
                <a:cubicBezTo>
                  <a:pt x="684027" y="75801"/>
                  <a:pt x="687276" y="75074"/>
                  <a:pt x="689383" y="74515"/>
                </a:cubicBezTo>
                <a:cubicBezTo>
                  <a:pt x="691491" y="73956"/>
                  <a:pt x="693379" y="73677"/>
                  <a:pt x="695047" y="73677"/>
                </a:cubicBezTo>
                <a:cubicBezTo>
                  <a:pt x="699611" y="73677"/>
                  <a:pt x="703036" y="74534"/>
                  <a:pt x="705322" y="76249"/>
                </a:cubicBezTo>
                <a:cubicBezTo>
                  <a:pt x="707608" y="77963"/>
                  <a:pt x="708750" y="79738"/>
                  <a:pt x="708750" y="81573"/>
                </a:cubicBezTo>
                <a:cubicBezTo>
                  <a:pt x="708750" y="83409"/>
                  <a:pt x="707756" y="84486"/>
                  <a:pt x="705769" y="84805"/>
                </a:cubicBezTo>
                <a:cubicBezTo>
                  <a:pt x="703781" y="85125"/>
                  <a:pt x="700376" y="85285"/>
                  <a:pt x="695553" y="85285"/>
                </a:cubicBezTo>
                <a:cubicBezTo>
                  <a:pt x="690731" y="85285"/>
                  <a:pt x="684811" y="85727"/>
                  <a:pt x="677794" y="86611"/>
                </a:cubicBezTo>
                <a:cubicBezTo>
                  <a:pt x="670776" y="87495"/>
                  <a:pt x="665369" y="88442"/>
                  <a:pt x="661572" y="89451"/>
                </a:cubicBezTo>
                <a:cubicBezTo>
                  <a:pt x="657776" y="90461"/>
                  <a:pt x="654546" y="90966"/>
                  <a:pt x="651882" y="90966"/>
                </a:cubicBezTo>
                <a:cubicBezTo>
                  <a:pt x="649218" y="90966"/>
                  <a:pt x="646775" y="90141"/>
                  <a:pt x="644552" y="88491"/>
                </a:cubicBezTo>
                <a:cubicBezTo>
                  <a:pt x="642330" y="86842"/>
                  <a:pt x="641218" y="85195"/>
                  <a:pt x="641218" y="83550"/>
                </a:cubicBezTo>
                <a:cubicBezTo>
                  <a:pt x="641218" y="81905"/>
                  <a:pt x="642728" y="80994"/>
                  <a:pt x="645746" y="80817"/>
                </a:cubicBezTo>
                <a:cubicBezTo>
                  <a:pt x="651838" y="80349"/>
                  <a:pt x="659165" y="79527"/>
                  <a:pt x="667726" y="78348"/>
                </a:cubicBezTo>
                <a:lnTo>
                  <a:pt x="668560" y="59007"/>
                </a:lnTo>
                <a:cubicBezTo>
                  <a:pt x="660229" y="60664"/>
                  <a:pt x="654528" y="61848"/>
                  <a:pt x="651456" y="62558"/>
                </a:cubicBezTo>
                <a:cubicBezTo>
                  <a:pt x="648384" y="63269"/>
                  <a:pt x="645648" y="63624"/>
                  <a:pt x="643246" y="63624"/>
                </a:cubicBezTo>
                <a:cubicBezTo>
                  <a:pt x="640844" y="63624"/>
                  <a:pt x="638456" y="62904"/>
                  <a:pt x="636080" y="61464"/>
                </a:cubicBezTo>
                <a:cubicBezTo>
                  <a:pt x="633705" y="60024"/>
                  <a:pt x="632518" y="58505"/>
                  <a:pt x="632518" y="56908"/>
                </a:cubicBezTo>
                <a:cubicBezTo>
                  <a:pt x="632518" y="55312"/>
                  <a:pt x="634175" y="54347"/>
                  <a:pt x="637489" y="54016"/>
                </a:cubicBezTo>
                <a:cubicBezTo>
                  <a:pt x="648080" y="53194"/>
                  <a:pt x="658508" y="51964"/>
                  <a:pt x="668775" y="50325"/>
                </a:cubicBezTo>
                <a:cubicBezTo>
                  <a:pt x="668867" y="47215"/>
                  <a:pt x="668913" y="43707"/>
                  <a:pt x="668913" y="39801"/>
                </a:cubicBezTo>
                <a:cubicBezTo>
                  <a:pt x="668913" y="23306"/>
                  <a:pt x="667814" y="13573"/>
                  <a:pt x="665616" y="10604"/>
                </a:cubicBezTo>
                <a:cubicBezTo>
                  <a:pt x="663791" y="8385"/>
                  <a:pt x="662879" y="6241"/>
                  <a:pt x="662879" y="4171"/>
                </a:cubicBezTo>
                <a:cubicBezTo>
                  <a:pt x="662879" y="2101"/>
                  <a:pt x="664248" y="1066"/>
                  <a:pt x="666986" y="1066"/>
                </a:cubicBezTo>
                <a:close/>
                <a:moveTo>
                  <a:pt x="851454" y="0"/>
                </a:moveTo>
                <a:cubicBezTo>
                  <a:pt x="853798" y="0"/>
                  <a:pt x="857389" y="729"/>
                  <a:pt x="862229" y="2188"/>
                </a:cubicBezTo>
                <a:cubicBezTo>
                  <a:pt x="867068" y="3646"/>
                  <a:pt x="869487" y="5590"/>
                  <a:pt x="869487" y="8020"/>
                </a:cubicBezTo>
                <a:cubicBezTo>
                  <a:pt x="869487" y="9603"/>
                  <a:pt x="868600" y="11219"/>
                  <a:pt x="866826" y="12866"/>
                </a:cubicBezTo>
                <a:cubicBezTo>
                  <a:pt x="864306" y="15383"/>
                  <a:pt x="860372" y="21352"/>
                  <a:pt x="855023" y="30772"/>
                </a:cubicBezTo>
                <a:cubicBezTo>
                  <a:pt x="852486" y="35607"/>
                  <a:pt x="848667" y="41026"/>
                  <a:pt x="843566" y="47028"/>
                </a:cubicBezTo>
                <a:cubicBezTo>
                  <a:pt x="843928" y="46923"/>
                  <a:pt x="845140" y="46870"/>
                  <a:pt x="847202" y="46870"/>
                </a:cubicBezTo>
                <a:cubicBezTo>
                  <a:pt x="849264" y="46870"/>
                  <a:pt x="852918" y="46300"/>
                  <a:pt x="858162" y="45159"/>
                </a:cubicBezTo>
                <a:cubicBezTo>
                  <a:pt x="863407" y="44019"/>
                  <a:pt x="867247" y="42687"/>
                  <a:pt x="869684" y="41165"/>
                </a:cubicBezTo>
                <a:cubicBezTo>
                  <a:pt x="872120" y="39643"/>
                  <a:pt x="874336" y="38882"/>
                  <a:pt x="876332" y="38882"/>
                </a:cubicBezTo>
                <a:cubicBezTo>
                  <a:pt x="878327" y="38882"/>
                  <a:pt x="881946" y="40272"/>
                  <a:pt x="887189" y="43054"/>
                </a:cubicBezTo>
                <a:cubicBezTo>
                  <a:pt x="892432" y="45835"/>
                  <a:pt x="895053" y="48373"/>
                  <a:pt x="895053" y="50668"/>
                </a:cubicBezTo>
                <a:cubicBezTo>
                  <a:pt x="895053" y="52962"/>
                  <a:pt x="894118" y="55254"/>
                  <a:pt x="892249" y="57545"/>
                </a:cubicBezTo>
                <a:cubicBezTo>
                  <a:pt x="890380" y="59835"/>
                  <a:pt x="889131" y="63072"/>
                  <a:pt x="888502" y="67255"/>
                </a:cubicBezTo>
                <a:cubicBezTo>
                  <a:pt x="887874" y="71438"/>
                  <a:pt x="887411" y="77828"/>
                  <a:pt x="887114" y="86424"/>
                </a:cubicBezTo>
                <a:cubicBezTo>
                  <a:pt x="886817" y="95021"/>
                  <a:pt x="885679" y="104986"/>
                  <a:pt x="883700" y="116321"/>
                </a:cubicBezTo>
                <a:cubicBezTo>
                  <a:pt x="881720" y="127655"/>
                  <a:pt x="878175" y="135909"/>
                  <a:pt x="873064" y="141082"/>
                </a:cubicBezTo>
                <a:cubicBezTo>
                  <a:pt x="867954" y="146254"/>
                  <a:pt x="863909" y="148841"/>
                  <a:pt x="860931" y="148841"/>
                </a:cubicBezTo>
                <a:cubicBezTo>
                  <a:pt x="858352" y="148841"/>
                  <a:pt x="856655" y="147415"/>
                  <a:pt x="855841" y="144563"/>
                </a:cubicBezTo>
                <a:cubicBezTo>
                  <a:pt x="855026" y="141710"/>
                  <a:pt x="853647" y="138598"/>
                  <a:pt x="851704" y="135227"/>
                </a:cubicBezTo>
                <a:cubicBezTo>
                  <a:pt x="849760" y="131855"/>
                  <a:pt x="847877" y="129164"/>
                  <a:pt x="846054" y="127154"/>
                </a:cubicBezTo>
                <a:cubicBezTo>
                  <a:pt x="844231" y="125143"/>
                  <a:pt x="843320" y="123425"/>
                  <a:pt x="843320" y="122000"/>
                </a:cubicBezTo>
                <a:cubicBezTo>
                  <a:pt x="843320" y="120558"/>
                  <a:pt x="844138" y="119837"/>
                  <a:pt x="845774" y="119837"/>
                </a:cubicBezTo>
                <a:cubicBezTo>
                  <a:pt x="847410" y="119837"/>
                  <a:pt x="849767" y="120606"/>
                  <a:pt x="852845" y="122146"/>
                </a:cubicBezTo>
                <a:cubicBezTo>
                  <a:pt x="855922" y="123685"/>
                  <a:pt x="858572" y="124455"/>
                  <a:pt x="860793" y="124455"/>
                </a:cubicBezTo>
                <a:cubicBezTo>
                  <a:pt x="863015" y="124455"/>
                  <a:pt x="864984" y="123024"/>
                  <a:pt x="866701" y="120163"/>
                </a:cubicBezTo>
                <a:cubicBezTo>
                  <a:pt x="868417" y="117303"/>
                  <a:pt x="870275" y="110074"/>
                  <a:pt x="872275" y="98476"/>
                </a:cubicBezTo>
                <a:cubicBezTo>
                  <a:pt x="874276" y="86879"/>
                  <a:pt x="875276" y="77217"/>
                  <a:pt x="875276" y="69492"/>
                </a:cubicBezTo>
                <a:cubicBezTo>
                  <a:pt x="875276" y="61766"/>
                  <a:pt x="874953" y="57052"/>
                  <a:pt x="874309" y="55349"/>
                </a:cubicBezTo>
                <a:cubicBezTo>
                  <a:pt x="873664" y="53646"/>
                  <a:pt x="872186" y="52794"/>
                  <a:pt x="869876" y="52794"/>
                </a:cubicBezTo>
                <a:cubicBezTo>
                  <a:pt x="867566" y="52794"/>
                  <a:pt x="861906" y="53613"/>
                  <a:pt x="852897" y="55251"/>
                </a:cubicBezTo>
                <a:cubicBezTo>
                  <a:pt x="851491" y="55508"/>
                  <a:pt x="850203" y="55636"/>
                  <a:pt x="849034" y="55636"/>
                </a:cubicBezTo>
                <a:cubicBezTo>
                  <a:pt x="845703" y="55636"/>
                  <a:pt x="842691" y="54511"/>
                  <a:pt x="839997" y="52262"/>
                </a:cubicBezTo>
                <a:cubicBezTo>
                  <a:pt x="836466" y="57121"/>
                  <a:pt x="832300" y="61826"/>
                  <a:pt x="827500" y="66380"/>
                </a:cubicBezTo>
                <a:cubicBezTo>
                  <a:pt x="822699" y="70934"/>
                  <a:pt x="819344" y="73210"/>
                  <a:pt x="817434" y="73210"/>
                </a:cubicBezTo>
                <a:cubicBezTo>
                  <a:pt x="815755" y="73210"/>
                  <a:pt x="814915" y="72518"/>
                  <a:pt x="814915" y="71135"/>
                </a:cubicBezTo>
                <a:cubicBezTo>
                  <a:pt x="814915" y="69751"/>
                  <a:pt x="815544" y="68362"/>
                  <a:pt x="816801" y="66967"/>
                </a:cubicBezTo>
                <a:cubicBezTo>
                  <a:pt x="828806" y="52255"/>
                  <a:pt x="837292" y="39410"/>
                  <a:pt x="842259" y="28433"/>
                </a:cubicBezTo>
                <a:cubicBezTo>
                  <a:pt x="847226" y="17456"/>
                  <a:pt x="849415" y="10875"/>
                  <a:pt x="848824" y="8690"/>
                </a:cubicBezTo>
                <a:cubicBezTo>
                  <a:pt x="848233" y="6505"/>
                  <a:pt x="847937" y="4511"/>
                  <a:pt x="847937" y="2706"/>
                </a:cubicBezTo>
                <a:cubicBezTo>
                  <a:pt x="847937" y="902"/>
                  <a:pt x="849109" y="0"/>
                  <a:pt x="8514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F52EB41-FB26-4498-A87F-4EBAFFC9ED86}"/>
              </a:ext>
            </a:extLst>
          </p:cNvPr>
          <p:cNvGrpSpPr/>
          <p:nvPr/>
        </p:nvGrpSpPr>
        <p:grpSpPr>
          <a:xfrm>
            <a:off x="-7079412" y="2086772"/>
            <a:ext cx="6848928" cy="2282028"/>
            <a:chOff x="2253448" y="1124931"/>
            <a:chExt cx="7685101" cy="256063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972D12F-AC18-4189-A356-66B0CF6C05A4}"/>
                </a:ext>
              </a:extLst>
            </p:cNvPr>
            <p:cNvSpPr/>
            <p:nvPr/>
          </p:nvSpPr>
          <p:spPr>
            <a:xfrm>
              <a:off x="6816857" y="2027192"/>
              <a:ext cx="2706561" cy="131318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E79AD73-B53C-44C9-B1D9-9EB587F555E3}"/>
                </a:ext>
              </a:extLst>
            </p:cNvPr>
            <p:cNvGrpSpPr/>
            <p:nvPr/>
          </p:nvGrpSpPr>
          <p:grpSpPr>
            <a:xfrm>
              <a:off x="2253448" y="1218957"/>
              <a:ext cx="7685101" cy="1476853"/>
              <a:chOff x="2253448" y="1218957"/>
              <a:chExt cx="7685101" cy="1476853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1DE9172B-AF38-43DC-BAC1-818DD60B7F3E}"/>
                  </a:ext>
                </a:extLst>
              </p:cNvPr>
              <p:cNvSpPr/>
              <p:nvPr/>
            </p:nvSpPr>
            <p:spPr>
              <a:xfrm rot="10800000" flipH="1">
                <a:off x="6452270" y="1382635"/>
                <a:ext cx="3486279" cy="1313175"/>
              </a:xfrm>
              <a:custGeom>
                <a:avLst/>
                <a:gdLst>
                  <a:gd name="connsiteX0" fmla="*/ 0 w 3570457"/>
                  <a:gd name="connsiteY0" fmla="*/ 2411017 h 2474128"/>
                  <a:gd name="connsiteX1" fmla="*/ 1485900 w 3570457"/>
                  <a:gd name="connsiteY1" fmla="*/ 2430067 h 2474128"/>
                  <a:gd name="connsiteX2" fmla="*/ 3419475 w 3570457"/>
                  <a:gd name="connsiteY2" fmla="*/ 2249092 h 2474128"/>
                  <a:gd name="connsiteX3" fmla="*/ 3400425 w 3570457"/>
                  <a:gd name="connsiteY3" fmla="*/ 125017 h 2474128"/>
                  <a:gd name="connsiteX4" fmla="*/ 3048000 w 3570457"/>
                  <a:gd name="connsiteY4" fmla="*/ 248842 h 2474128"/>
                  <a:gd name="connsiteX5" fmla="*/ 2724150 w 3570457"/>
                  <a:gd name="connsiteY5" fmla="*/ 248842 h 2474128"/>
                  <a:gd name="connsiteX0" fmla="*/ 0 w 3516707"/>
                  <a:gd name="connsiteY0" fmla="*/ 2164004 h 2195238"/>
                  <a:gd name="connsiteX1" fmla="*/ 1485900 w 3516707"/>
                  <a:gd name="connsiteY1" fmla="*/ 2183054 h 2195238"/>
                  <a:gd name="connsiteX2" fmla="*/ 3419475 w 3516707"/>
                  <a:gd name="connsiteY2" fmla="*/ 2002079 h 2195238"/>
                  <a:gd name="connsiteX3" fmla="*/ 3209925 w 3516707"/>
                  <a:gd name="connsiteY3" fmla="*/ 468554 h 2195238"/>
                  <a:gd name="connsiteX4" fmla="*/ 3048000 w 3516707"/>
                  <a:gd name="connsiteY4" fmla="*/ 1829 h 2195238"/>
                  <a:gd name="connsiteX5" fmla="*/ 2724150 w 3516707"/>
                  <a:gd name="connsiteY5" fmla="*/ 1829 h 2195238"/>
                  <a:gd name="connsiteX0" fmla="*/ 0 w 3520471"/>
                  <a:gd name="connsiteY0" fmla="*/ 2164004 h 2195238"/>
                  <a:gd name="connsiteX1" fmla="*/ 1485900 w 3520471"/>
                  <a:gd name="connsiteY1" fmla="*/ 2183054 h 2195238"/>
                  <a:gd name="connsiteX2" fmla="*/ 3419475 w 3520471"/>
                  <a:gd name="connsiteY2" fmla="*/ 2002079 h 2195238"/>
                  <a:gd name="connsiteX3" fmla="*/ 3209925 w 3520471"/>
                  <a:gd name="connsiteY3" fmla="*/ 468554 h 2195238"/>
                  <a:gd name="connsiteX4" fmla="*/ 2886075 w 3520471"/>
                  <a:gd name="connsiteY4" fmla="*/ 1829 h 2195238"/>
                  <a:gd name="connsiteX5" fmla="*/ 2724150 w 3520471"/>
                  <a:gd name="connsiteY5" fmla="*/ 1829 h 2195238"/>
                  <a:gd name="connsiteX0" fmla="*/ 0 w 3216045"/>
                  <a:gd name="connsiteY0" fmla="*/ 2164034 h 2200422"/>
                  <a:gd name="connsiteX1" fmla="*/ 1485900 w 3216045"/>
                  <a:gd name="connsiteY1" fmla="*/ 2183084 h 2200422"/>
                  <a:gd name="connsiteX2" fmla="*/ 2590800 w 3216045"/>
                  <a:gd name="connsiteY2" fmla="*/ 2021159 h 2200422"/>
                  <a:gd name="connsiteX3" fmla="*/ 3209925 w 3216045"/>
                  <a:gd name="connsiteY3" fmla="*/ 468584 h 2200422"/>
                  <a:gd name="connsiteX4" fmla="*/ 2886075 w 3216045"/>
                  <a:gd name="connsiteY4" fmla="*/ 1859 h 2200422"/>
                  <a:gd name="connsiteX5" fmla="*/ 2724150 w 3216045"/>
                  <a:gd name="connsiteY5" fmla="*/ 1859 h 2200422"/>
                  <a:gd name="connsiteX0" fmla="*/ 0 w 3216045"/>
                  <a:gd name="connsiteY0" fmla="*/ 2164034 h 2175328"/>
                  <a:gd name="connsiteX1" fmla="*/ 1485900 w 3216045"/>
                  <a:gd name="connsiteY1" fmla="*/ 2135459 h 2175328"/>
                  <a:gd name="connsiteX2" fmla="*/ 2590800 w 3216045"/>
                  <a:gd name="connsiteY2" fmla="*/ 2021159 h 2175328"/>
                  <a:gd name="connsiteX3" fmla="*/ 3209925 w 3216045"/>
                  <a:gd name="connsiteY3" fmla="*/ 468584 h 2175328"/>
                  <a:gd name="connsiteX4" fmla="*/ 2886075 w 3216045"/>
                  <a:gd name="connsiteY4" fmla="*/ 1859 h 2175328"/>
                  <a:gd name="connsiteX5" fmla="*/ 2724150 w 3216045"/>
                  <a:gd name="connsiteY5" fmla="*/ 1859 h 2175328"/>
                  <a:gd name="connsiteX0" fmla="*/ 0 w 3211038"/>
                  <a:gd name="connsiteY0" fmla="*/ 2163807 h 2177877"/>
                  <a:gd name="connsiteX1" fmla="*/ 1485900 w 3211038"/>
                  <a:gd name="connsiteY1" fmla="*/ 2135232 h 2177877"/>
                  <a:gd name="connsiteX2" fmla="*/ 2771775 w 3211038"/>
                  <a:gd name="connsiteY2" fmla="*/ 1868532 h 2177877"/>
                  <a:gd name="connsiteX3" fmla="*/ 3209925 w 3211038"/>
                  <a:gd name="connsiteY3" fmla="*/ 468357 h 2177877"/>
                  <a:gd name="connsiteX4" fmla="*/ 2886075 w 3211038"/>
                  <a:gd name="connsiteY4" fmla="*/ 1632 h 2177877"/>
                  <a:gd name="connsiteX5" fmla="*/ 2724150 w 3211038"/>
                  <a:gd name="connsiteY5" fmla="*/ 1632 h 2177877"/>
                  <a:gd name="connsiteX0" fmla="*/ 0 w 3116486"/>
                  <a:gd name="connsiteY0" fmla="*/ 2162989 h 2177059"/>
                  <a:gd name="connsiteX1" fmla="*/ 1485900 w 3116486"/>
                  <a:gd name="connsiteY1" fmla="*/ 2134414 h 2177059"/>
                  <a:gd name="connsiteX2" fmla="*/ 2771775 w 3116486"/>
                  <a:gd name="connsiteY2" fmla="*/ 1867714 h 2177059"/>
                  <a:gd name="connsiteX3" fmla="*/ 3114675 w 3116486"/>
                  <a:gd name="connsiteY3" fmla="*/ 667564 h 2177059"/>
                  <a:gd name="connsiteX4" fmla="*/ 2886075 w 3116486"/>
                  <a:gd name="connsiteY4" fmla="*/ 814 h 2177059"/>
                  <a:gd name="connsiteX5" fmla="*/ 2724150 w 3116486"/>
                  <a:gd name="connsiteY5" fmla="*/ 814 h 2177059"/>
                  <a:gd name="connsiteX0" fmla="*/ 0 w 3120142"/>
                  <a:gd name="connsiteY0" fmla="*/ 2162175 h 2176245"/>
                  <a:gd name="connsiteX1" fmla="*/ 1485900 w 3120142"/>
                  <a:gd name="connsiteY1" fmla="*/ 2133600 h 2176245"/>
                  <a:gd name="connsiteX2" fmla="*/ 2771775 w 3120142"/>
                  <a:gd name="connsiteY2" fmla="*/ 1866900 h 2176245"/>
                  <a:gd name="connsiteX3" fmla="*/ 3114675 w 3120142"/>
                  <a:gd name="connsiteY3" fmla="*/ 666750 h 2176245"/>
                  <a:gd name="connsiteX4" fmla="*/ 2943225 w 3120142"/>
                  <a:gd name="connsiteY4" fmla="*/ 19050 h 2176245"/>
                  <a:gd name="connsiteX5" fmla="*/ 2724150 w 3120142"/>
                  <a:gd name="connsiteY5" fmla="*/ 0 h 2176245"/>
                  <a:gd name="connsiteX0" fmla="*/ 0 w 3115206"/>
                  <a:gd name="connsiteY0" fmla="*/ 2162175 h 2176245"/>
                  <a:gd name="connsiteX1" fmla="*/ 1485900 w 3115206"/>
                  <a:gd name="connsiteY1" fmla="*/ 2133600 h 2176245"/>
                  <a:gd name="connsiteX2" fmla="*/ 2771775 w 3115206"/>
                  <a:gd name="connsiteY2" fmla="*/ 1866900 h 2176245"/>
                  <a:gd name="connsiteX3" fmla="*/ 3114675 w 3115206"/>
                  <a:gd name="connsiteY3" fmla="*/ 666750 h 2176245"/>
                  <a:gd name="connsiteX4" fmla="*/ 2724150 w 3115206"/>
                  <a:gd name="connsiteY4" fmla="*/ 0 h 2176245"/>
                  <a:gd name="connsiteX0" fmla="*/ 0 w 3115412"/>
                  <a:gd name="connsiteY0" fmla="*/ 2352675 h 2366745"/>
                  <a:gd name="connsiteX1" fmla="*/ 1485900 w 3115412"/>
                  <a:gd name="connsiteY1" fmla="*/ 2324100 h 2366745"/>
                  <a:gd name="connsiteX2" fmla="*/ 2771775 w 3115412"/>
                  <a:gd name="connsiteY2" fmla="*/ 2057400 h 2366745"/>
                  <a:gd name="connsiteX3" fmla="*/ 3114675 w 3115412"/>
                  <a:gd name="connsiteY3" fmla="*/ 857250 h 2366745"/>
                  <a:gd name="connsiteX4" fmla="*/ 2714625 w 3115412"/>
                  <a:gd name="connsiteY4" fmla="*/ 0 h 2366745"/>
                  <a:gd name="connsiteX0" fmla="*/ 0 w 3134358"/>
                  <a:gd name="connsiteY0" fmla="*/ 2352675 h 2366745"/>
                  <a:gd name="connsiteX1" fmla="*/ 1485900 w 3134358"/>
                  <a:gd name="connsiteY1" fmla="*/ 2324100 h 2366745"/>
                  <a:gd name="connsiteX2" fmla="*/ 2771775 w 3134358"/>
                  <a:gd name="connsiteY2" fmla="*/ 2057400 h 2366745"/>
                  <a:gd name="connsiteX3" fmla="*/ 3133725 w 3134358"/>
                  <a:gd name="connsiteY3" fmla="*/ 238125 h 2366745"/>
                  <a:gd name="connsiteX4" fmla="*/ 2714625 w 3134358"/>
                  <a:gd name="connsiteY4" fmla="*/ 0 h 2366745"/>
                  <a:gd name="connsiteX0" fmla="*/ 0 w 3134358"/>
                  <a:gd name="connsiteY0" fmla="*/ 2369490 h 2383560"/>
                  <a:gd name="connsiteX1" fmla="*/ 1485900 w 3134358"/>
                  <a:gd name="connsiteY1" fmla="*/ 2340915 h 2383560"/>
                  <a:gd name="connsiteX2" fmla="*/ 2771775 w 3134358"/>
                  <a:gd name="connsiteY2" fmla="*/ 2074215 h 2383560"/>
                  <a:gd name="connsiteX3" fmla="*/ 3133725 w 3134358"/>
                  <a:gd name="connsiteY3" fmla="*/ 254940 h 2383560"/>
                  <a:gd name="connsiteX4" fmla="*/ 2714625 w 3134358"/>
                  <a:gd name="connsiteY4" fmla="*/ 16815 h 2383560"/>
                  <a:gd name="connsiteX0" fmla="*/ 0 w 3049613"/>
                  <a:gd name="connsiteY0" fmla="*/ 2363964 h 2378034"/>
                  <a:gd name="connsiteX1" fmla="*/ 1485900 w 3049613"/>
                  <a:gd name="connsiteY1" fmla="*/ 2335389 h 2378034"/>
                  <a:gd name="connsiteX2" fmla="*/ 2771775 w 3049613"/>
                  <a:gd name="connsiteY2" fmla="*/ 2068689 h 2378034"/>
                  <a:gd name="connsiteX3" fmla="*/ 3048000 w 3049613"/>
                  <a:gd name="connsiteY3" fmla="*/ 268464 h 2378034"/>
                  <a:gd name="connsiteX4" fmla="*/ 2714625 w 3049613"/>
                  <a:gd name="connsiteY4" fmla="*/ 11289 h 2378034"/>
                  <a:gd name="connsiteX0" fmla="*/ 0 w 3107581"/>
                  <a:gd name="connsiteY0" fmla="*/ 2371001 h 2423593"/>
                  <a:gd name="connsiteX1" fmla="*/ 1485900 w 3107581"/>
                  <a:gd name="connsiteY1" fmla="*/ 2342426 h 2423593"/>
                  <a:gd name="connsiteX2" fmla="*/ 2943225 w 3107581"/>
                  <a:gd name="connsiteY2" fmla="*/ 2247176 h 2423593"/>
                  <a:gd name="connsiteX3" fmla="*/ 3048000 w 3107581"/>
                  <a:gd name="connsiteY3" fmla="*/ 275501 h 2423593"/>
                  <a:gd name="connsiteX4" fmla="*/ 2714625 w 3107581"/>
                  <a:gd name="connsiteY4" fmla="*/ 18326 h 2423593"/>
                  <a:gd name="connsiteX0" fmla="*/ 0 w 3106974"/>
                  <a:gd name="connsiteY0" fmla="*/ 2371001 h 2449664"/>
                  <a:gd name="connsiteX1" fmla="*/ 1495425 w 3106974"/>
                  <a:gd name="connsiteY1" fmla="*/ 2399576 h 2449664"/>
                  <a:gd name="connsiteX2" fmla="*/ 2943225 w 3106974"/>
                  <a:gd name="connsiteY2" fmla="*/ 2247176 h 2449664"/>
                  <a:gd name="connsiteX3" fmla="*/ 3048000 w 3106974"/>
                  <a:gd name="connsiteY3" fmla="*/ 275501 h 2449664"/>
                  <a:gd name="connsiteX4" fmla="*/ 2714625 w 3106974"/>
                  <a:gd name="connsiteY4" fmla="*/ 18326 h 2449664"/>
                  <a:gd name="connsiteX0" fmla="*/ 0 w 3106974"/>
                  <a:gd name="connsiteY0" fmla="*/ 2369741 h 2431143"/>
                  <a:gd name="connsiteX1" fmla="*/ 1495425 w 3106974"/>
                  <a:gd name="connsiteY1" fmla="*/ 2398316 h 2431143"/>
                  <a:gd name="connsiteX2" fmla="*/ 2943225 w 3106974"/>
                  <a:gd name="connsiteY2" fmla="*/ 2217341 h 2431143"/>
                  <a:gd name="connsiteX3" fmla="*/ 3048000 w 3106974"/>
                  <a:gd name="connsiteY3" fmla="*/ 274241 h 2431143"/>
                  <a:gd name="connsiteX4" fmla="*/ 2714625 w 3106974"/>
                  <a:gd name="connsiteY4" fmla="*/ 17066 h 2431143"/>
                  <a:gd name="connsiteX0" fmla="*/ 0 w 3112544"/>
                  <a:gd name="connsiteY0" fmla="*/ 2363964 h 2412430"/>
                  <a:gd name="connsiteX1" fmla="*/ 1495425 w 3112544"/>
                  <a:gd name="connsiteY1" fmla="*/ 2392539 h 2412430"/>
                  <a:gd name="connsiteX2" fmla="*/ 2952750 w 3112544"/>
                  <a:gd name="connsiteY2" fmla="*/ 2068689 h 2412430"/>
                  <a:gd name="connsiteX3" fmla="*/ 3048000 w 3112544"/>
                  <a:gd name="connsiteY3" fmla="*/ 268464 h 2412430"/>
                  <a:gd name="connsiteX4" fmla="*/ 2714625 w 3112544"/>
                  <a:gd name="connsiteY4" fmla="*/ 11289 h 241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12544" h="2412430">
                    <a:moveTo>
                      <a:pt x="0" y="2363964"/>
                    </a:moveTo>
                    <a:cubicBezTo>
                      <a:pt x="457994" y="2386982"/>
                      <a:pt x="1003300" y="2441751"/>
                      <a:pt x="1495425" y="2392539"/>
                    </a:cubicBezTo>
                    <a:cubicBezTo>
                      <a:pt x="1987550" y="2343327"/>
                      <a:pt x="2693988" y="2422701"/>
                      <a:pt x="2952750" y="2068689"/>
                    </a:cubicBezTo>
                    <a:cubicBezTo>
                      <a:pt x="3211512" y="1714677"/>
                      <a:pt x="3087688" y="611364"/>
                      <a:pt x="3048000" y="268464"/>
                    </a:cubicBezTo>
                    <a:cubicBezTo>
                      <a:pt x="3008313" y="-74436"/>
                      <a:pt x="2872185" y="7320"/>
                      <a:pt x="2714625" y="11289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BC78E4F4-A9C2-41D9-87AD-9D735C686465}"/>
                  </a:ext>
                </a:extLst>
              </p:cNvPr>
              <p:cNvSpPr/>
              <p:nvPr/>
            </p:nvSpPr>
            <p:spPr>
              <a:xfrm rot="10800000">
                <a:off x="2253448" y="1388012"/>
                <a:ext cx="3529168" cy="1307798"/>
              </a:xfrm>
              <a:custGeom>
                <a:avLst/>
                <a:gdLst>
                  <a:gd name="connsiteX0" fmla="*/ 0 w 3570457"/>
                  <a:gd name="connsiteY0" fmla="*/ 2411017 h 2474128"/>
                  <a:gd name="connsiteX1" fmla="*/ 1485900 w 3570457"/>
                  <a:gd name="connsiteY1" fmla="*/ 2430067 h 2474128"/>
                  <a:gd name="connsiteX2" fmla="*/ 3419475 w 3570457"/>
                  <a:gd name="connsiteY2" fmla="*/ 2249092 h 2474128"/>
                  <a:gd name="connsiteX3" fmla="*/ 3400425 w 3570457"/>
                  <a:gd name="connsiteY3" fmla="*/ 125017 h 2474128"/>
                  <a:gd name="connsiteX4" fmla="*/ 3048000 w 3570457"/>
                  <a:gd name="connsiteY4" fmla="*/ 248842 h 2474128"/>
                  <a:gd name="connsiteX5" fmla="*/ 2724150 w 3570457"/>
                  <a:gd name="connsiteY5" fmla="*/ 248842 h 2474128"/>
                  <a:gd name="connsiteX0" fmla="*/ 0 w 3516707"/>
                  <a:gd name="connsiteY0" fmla="*/ 2164004 h 2195238"/>
                  <a:gd name="connsiteX1" fmla="*/ 1485900 w 3516707"/>
                  <a:gd name="connsiteY1" fmla="*/ 2183054 h 2195238"/>
                  <a:gd name="connsiteX2" fmla="*/ 3419475 w 3516707"/>
                  <a:gd name="connsiteY2" fmla="*/ 2002079 h 2195238"/>
                  <a:gd name="connsiteX3" fmla="*/ 3209925 w 3516707"/>
                  <a:gd name="connsiteY3" fmla="*/ 468554 h 2195238"/>
                  <a:gd name="connsiteX4" fmla="*/ 3048000 w 3516707"/>
                  <a:gd name="connsiteY4" fmla="*/ 1829 h 2195238"/>
                  <a:gd name="connsiteX5" fmla="*/ 2724150 w 3516707"/>
                  <a:gd name="connsiteY5" fmla="*/ 1829 h 2195238"/>
                  <a:gd name="connsiteX0" fmla="*/ 0 w 3520471"/>
                  <a:gd name="connsiteY0" fmla="*/ 2164004 h 2195238"/>
                  <a:gd name="connsiteX1" fmla="*/ 1485900 w 3520471"/>
                  <a:gd name="connsiteY1" fmla="*/ 2183054 h 2195238"/>
                  <a:gd name="connsiteX2" fmla="*/ 3419475 w 3520471"/>
                  <a:gd name="connsiteY2" fmla="*/ 2002079 h 2195238"/>
                  <a:gd name="connsiteX3" fmla="*/ 3209925 w 3520471"/>
                  <a:gd name="connsiteY3" fmla="*/ 468554 h 2195238"/>
                  <a:gd name="connsiteX4" fmla="*/ 2886075 w 3520471"/>
                  <a:gd name="connsiteY4" fmla="*/ 1829 h 2195238"/>
                  <a:gd name="connsiteX5" fmla="*/ 2724150 w 3520471"/>
                  <a:gd name="connsiteY5" fmla="*/ 1829 h 2195238"/>
                  <a:gd name="connsiteX0" fmla="*/ 0 w 3216045"/>
                  <a:gd name="connsiteY0" fmla="*/ 2164034 h 2200422"/>
                  <a:gd name="connsiteX1" fmla="*/ 1485900 w 3216045"/>
                  <a:gd name="connsiteY1" fmla="*/ 2183084 h 2200422"/>
                  <a:gd name="connsiteX2" fmla="*/ 2590800 w 3216045"/>
                  <a:gd name="connsiteY2" fmla="*/ 2021159 h 2200422"/>
                  <a:gd name="connsiteX3" fmla="*/ 3209925 w 3216045"/>
                  <a:gd name="connsiteY3" fmla="*/ 468584 h 2200422"/>
                  <a:gd name="connsiteX4" fmla="*/ 2886075 w 3216045"/>
                  <a:gd name="connsiteY4" fmla="*/ 1859 h 2200422"/>
                  <a:gd name="connsiteX5" fmla="*/ 2724150 w 3216045"/>
                  <a:gd name="connsiteY5" fmla="*/ 1859 h 2200422"/>
                  <a:gd name="connsiteX0" fmla="*/ 0 w 3216045"/>
                  <a:gd name="connsiteY0" fmla="*/ 2164034 h 2175328"/>
                  <a:gd name="connsiteX1" fmla="*/ 1485900 w 3216045"/>
                  <a:gd name="connsiteY1" fmla="*/ 2135459 h 2175328"/>
                  <a:gd name="connsiteX2" fmla="*/ 2590800 w 3216045"/>
                  <a:gd name="connsiteY2" fmla="*/ 2021159 h 2175328"/>
                  <a:gd name="connsiteX3" fmla="*/ 3209925 w 3216045"/>
                  <a:gd name="connsiteY3" fmla="*/ 468584 h 2175328"/>
                  <a:gd name="connsiteX4" fmla="*/ 2886075 w 3216045"/>
                  <a:gd name="connsiteY4" fmla="*/ 1859 h 2175328"/>
                  <a:gd name="connsiteX5" fmla="*/ 2724150 w 3216045"/>
                  <a:gd name="connsiteY5" fmla="*/ 1859 h 2175328"/>
                  <a:gd name="connsiteX0" fmla="*/ 0 w 3211038"/>
                  <a:gd name="connsiteY0" fmla="*/ 2163807 h 2177877"/>
                  <a:gd name="connsiteX1" fmla="*/ 1485900 w 3211038"/>
                  <a:gd name="connsiteY1" fmla="*/ 2135232 h 2177877"/>
                  <a:gd name="connsiteX2" fmla="*/ 2771775 w 3211038"/>
                  <a:gd name="connsiteY2" fmla="*/ 1868532 h 2177877"/>
                  <a:gd name="connsiteX3" fmla="*/ 3209925 w 3211038"/>
                  <a:gd name="connsiteY3" fmla="*/ 468357 h 2177877"/>
                  <a:gd name="connsiteX4" fmla="*/ 2886075 w 3211038"/>
                  <a:gd name="connsiteY4" fmla="*/ 1632 h 2177877"/>
                  <a:gd name="connsiteX5" fmla="*/ 2724150 w 3211038"/>
                  <a:gd name="connsiteY5" fmla="*/ 1632 h 2177877"/>
                  <a:gd name="connsiteX0" fmla="*/ 0 w 3116486"/>
                  <a:gd name="connsiteY0" fmla="*/ 2162989 h 2177059"/>
                  <a:gd name="connsiteX1" fmla="*/ 1485900 w 3116486"/>
                  <a:gd name="connsiteY1" fmla="*/ 2134414 h 2177059"/>
                  <a:gd name="connsiteX2" fmla="*/ 2771775 w 3116486"/>
                  <a:gd name="connsiteY2" fmla="*/ 1867714 h 2177059"/>
                  <a:gd name="connsiteX3" fmla="*/ 3114675 w 3116486"/>
                  <a:gd name="connsiteY3" fmla="*/ 667564 h 2177059"/>
                  <a:gd name="connsiteX4" fmla="*/ 2886075 w 3116486"/>
                  <a:gd name="connsiteY4" fmla="*/ 814 h 2177059"/>
                  <a:gd name="connsiteX5" fmla="*/ 2724150 w 3116486"/>
                  <a:gd name="connsiteY5" fmla="*/ 814 h 2177059"/>
                  <a:gd name="connsiteX0" fmla="*/ 0 w 3120142"/>
                  <a:gd name="connsiteY0" fmla="*/ 2162175 h 2176245"/>
                  <a:gd name="connsiteX1" fmla="*/ 1485900 w 3120142"/>
                  <a:gd name="connsiteY1" fmla="*/ 2133600 h 2176245"/>
                  <a:gd name="connsiteX2" fmla="*/ 2771775 w 3120142"/>
                  <a:gd name="connsiteY2" fmla="*/ 1866900 h 2176245"/>
                  <a:gd name="connsiteX3" fmla="*/ 3114675 w 3120142"/>
                  <a:gd name="connsiteY3" fmla="*/ 666750 h 2176245"/>
                  <a:gd name="connsiteX4" fmla="*/ 2943225 w 3120142"/>
                  <a:gd name="connsiteY4" fmla="*/ 19050 h 2176245"/>
                  <a:gd name="connsiteX5" fmla="*/ 2724150 w 3120142"/>
                  <a:gd name="connsiteY5" fmla="*/ 0 h 2176245"/>
                  <a:gd name="connsiteX0" fmla="*/ 0 w 3115206"/>
                  <a:gd name="connsiteY0" fmla="*/ 2162175 h 2176245"/>
                  <a:gd name="connsiteX1" fmla="*/ 1485900 w 3115206"/>
                  <a:gd name="connsiteY1" fmla="*/ 2133600 h 2176245"/>
                  <a:gd name="connsiteX2" fmla="*/ 2771775 w 3115206"/>
                  <a:gd name="connsiteY2" fmla="*/ 1866900 h 2176245"/>
                  <a:gd name="connsiteX3" fmla="*/ 3114675 w 3115206"/>
                  <a:gd name="connsiteY3" fmla="*/ 666750 h 2176245"/>
                  <a:gd name="connsiteX4" fmla="*/ 2724150 w 3115206"/>
                  <a:gd name="connsiteY4" fmla="*/ 0 h 2176245"/>
                  <a:gd name="connsiteX0" fmla="*/ 0 w 3115412"/>
                  <a:gd name="connsiteY0" fmla="*/ 2352675 h 2366745"/>
                  <a:gd name="connsiteX1" fmla="*/ 1485900 w 3115412"/>
                  <a:gd name="connsiteY1" fmla="*/ 2324100 h 2366745"/>
                  <a:gd name="connsiteX2" fmla="*/ 2771775 w 3115412"/>
                  <a:gd name="connsiteY2" fmla="*/ 2057400 h 2366745"/>
                  <a:gd name="connsiteX3" fmla="*/ 3114675 w 3115412"/>
                  <a:gd name="connsiteY3" fmla="*/ 857250 h 2366745"/>
                  <a:gd name="connsiteX4" fmla="*/ 2714625 w 3115412"/>
                  <a:gd name="connsiteY4" fmla="*/ 0 h 2366745"/>
                  <a:gd name="connsiteX0" fmla="*/ 0 w 3134358"/>
                  <a:gd name="connsiteY0" fmla="*/ 2352675 h 2366745"/>
                  <a:gd name="connsiteX1" fmla="*/ 1485900 w 3134358"/>
                  <a:gd name="connsiteY1" fmla="*/ 2324100 h 2366745"/>
                  <a:gd name="connsiteX2" fmla="*/ 2771775 w 3134358"/>
                  <a:gd name="connsiteY2" fmla="*/ 2057400 h 2366745"/>
                  <a:gd name="connsiteX3" fmla="*/ 3133725 w 3134358"/>
                  <a:gd name="connsiteY3" fmla="*/ 238125 h 2366745"/>
                  <a:gd name="connsiteX4" fmla="*/ 2714625 w 3134358"/>
                  <a:gd name="connsiteY4" fmla="*/ 0 h 2366745"/>
                  <a:gd name="connsiteX0" fmla="*/ 0 w 3134358"/>
                  <a:gd name="connsiteY0" fmla="*/ 2369490 h 2383560"/>
                  <a:gd name="connsiteX1" fmla="*/ 1485900 w 3134358"/>
                  <a:gd name="connsiteY1" fmla="*/ 2340915 h 2383560"/>
                  <a:gd name="connsiteX2" fmla="*/ 2771775 w 3134358"/>
                  <a:gd name="connsiteY2" fmla="*/ 2074215 h 2383560"/>
                  <a:gd name="connsiteX3" fmla="*/ 3133725 w 3134358"/>
                  <a:gd name="connsiteY3" fmla="*/ 254940 h 2383560"/>
                  <a:gd name="connsiteX4" fmla="*/ 2714625 w 3134358"/>
                  <a:gd name="connsiteY4" fmla="*/ 16815 h 2383560"/>
                  <a:gd name="connsiteX0" fmla="*/ 0 w 3049613"/>
                  <a:gd name="connsiteY0" fmla="*/ 2363964 h 2378034"/>
                  <a:gd name="connsiteX1" fmla="*/ 1485900 w 3049613"/>
                  <a:gd name="connsiteY1" fmla="*/ 2335389 h 2378034"/>
                  <a:gd name="connsiteX2" fmla="*/ 2771775 w 3049613"/>
                  <a:gd name="connsiteY2" fmla="*/ 2068689 h 2378034"/>
                  <a:gd name="connsiteX3" fmla="*/ 3048000 w 3049613"/>
                  <a:gd name="connsiteY3" fmla="*/ 268464 h 2378034"/>
                  <a:gd name="connsiteX4" fmla="*/ 2714625 w 3049613"/>
                  <a:gd name="connsiteY4" fmla="*/ 11289 h 2378034"/>
                  <a:gd name="connsiteX0" fmla="*/ 0 w 3107581"/>
                  <a:gd name="connsiteY0" fmla="*/ 2371001 h 2423593"/>
                  <a:gd name="connsiteX1" fmla="*/ 1485900 w 3107581"/>
                  <a:gd name="connsiteY1" fmla="*/ 2342426 h 2423593"/>
                  <a:gd name="connsiteX2" fmla="*/ 2943225 w 3107581"/>
                  <a:gd name="connsiteY2" fmla="*/ 2247176 h 2423593"/>
                  <a:gd name="connsiteX3" fmla="*/ 3048000 w 3107581"/>
                  <a:gd name="connsiteY3" fmla="*/ 275501 h 2423593"/>
                  <a:gd name="connsiteX4" fmla="*/ 2714625 w 3107581"/>
                  <a:gd name="connsiteY4" fmla="*/ 18326 h 2423593"/>
                  <a:gd name="connsiteX0" fmla="*/ 0 w 3106974"/>
                  <a:gd name="connsiteY0" fmla="*/ 2371001 h 2449664"/>
                  <a:gd name="connsiteX1" fmla="*/ 1495425 w 3106974"/>
                  <a:gd name="connsiteY1" fmla="*/ 2399576 h 2449664"/>
                  <a:gd name="connsiteX2" fmla="*/ 2943225 w 3106974"/>
                  <a:gd name="connsiteY2" fmla="*/ 2247176 h 2449664"/>
                  <a:gd name="connsiteX3" fmla="*/ 3048000 w 3106974"/>
                  <a:gd name="connsiteY3" fmla="*/ 275501 h 2449664"/>
                  <a:gd name="connsiteX4" fmla="*/ 2714625 w 3106974"/>
                  <a:gd name="connsiteY4" fmla="*/ 18326 h 2449664"/>
                  <a:gd name="connsiteX0" fmla="*/ 0 w 3106974"/>
                  <a:gd name="connsiteY0" fmla="*/ 2369741 h 2431143"/>
                  <a:gd name="connsiteX1" fmla="*/ 1495425 w 3106974"/>
                  <a:gd name="connsiteY1" fmla="*/ 2398316 h 2431143"/>
                  <a:gd name="connsiteX2" fmla="*/ 2943225 w 3106974"/>
                  <a:gd name="connsiteY2" fmla="*/ 2217341 h 2431143"/>
                  <a:gd name="connsiteX3" fmla="*/ 3048000 w 3106974"/>
                  <a:gd name="connsiteY3" fmla="*/ 274241 h 2431143"/>
                  <a:gd name="connsiteX4" fmla="*/ 2714625 w 3106974"/>
                  <a:gd name="connsiteY4" fmla="*/ 17066 h 2431143"/>
                  <a:gd name="connsiteX0" fmla="*/ 0 w 3112544"/>
                  <a:gd name="connsiteY0" fmla="*/ 2363964 h 2412430"/>
                  <a:gd name="connsiteX1" fmla="*/ 1495425 w 3112544"/>
                  <a:gd name="connsiteY1" fmla="*/ 2392539 h 2412430"/>
                  <a:gd name="connsiteX2" fmla="*/ 2952750 w 3112544"/>
                  <a:gd name="connsiteY2" fmla="*/ 2068689 h 2412430"/>
                  <a:gd name="connsiteX3" fmla="*/ 3048000 w 3112544"/>
                  <a:gd name="connsiteY3" fmla="*/ 268464 h 2412430"/>
                  <a:gd name="connsiteX4" fmla="*/ 2714625 w 3112544"/>
                  <a:gd name="connsiteY4" fmla="*/ 11289 h 241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12544" h="2412430">
                    <a:moveTo>
                      <a:pt x="0" y="2363964"/>
                    </a:moveTo>
                    <a:cubicBezTo>
                      <a:pt x="457994" y="2386982"/>
                      <a:pt x="1003300" y="2441751"/>
                      <a:pt x="1495425" y="2392539"/>
                    </a:cubicBezTo>
                    <a:cubicBezTo>
                      <a:pt x="1987550" y="2343327"/>
                      <a:pt x="2693988" y="2422701"/>
                      <a:pt x="2952750" y="2068689"/>
                    </a:cubicBezTo>
                    <a:cubicBezTo>
                      <a:pt x="3211512" y="1714677"/>
                      <a:pt x="3087688" y="611364"/>
                      <a:pt x="3048000" y="268464"/>
                    </a:cubicBezTo>
                    <a:cubicBezTo>
                      <a:pt x="3008313" y="-74436"/>
                      <a:pt x="2872185" y="7320"/>
                      <a:pt x="2714625" y="112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AF468792-D4A0-4BCF-9A6F-506369BE68DC}"/>
                  </a:ext>
                </a:extLst>
              </p:cNvPr>
              <p:cNvGrpSpPr/>
              <p:nvPr/>
            </p:nvGrpSpPr>
            <p:grpSpPr>
              <a:xfrm rot="10800000" flipH="1" flipV="1">
                <a:off x="5760488" y="1218957"/>
                <a:ext cx="715431" cy="322947"/>
                <a:chOff x="2915443" y="4344145"/>
                <a:chExt cx="509929" cy="230183"/>
              </a:xfrm>
            </p:grpSpPr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4EA83786-EF0A-4804-90DC-D53683D697B7}"/>
                    </a:ext>
                  </a:extLst>
                </p:cNvPr>
                <p:cNvGrpSpPr/>
                <p:nvPr/>
              </p:nvGrpSpPr>
              <p:grpSpPr>
                <a:xfrm>
                  <a:off x="2915443" y="4385862"/>
                  <a:ext cx="509929" cy="188466"/>
                  <a:chOff x="2915443" y="4261175"/>
                  <a:chExt cx="509929" cy="313153"/>
                </a:xfrm>
              </p:grpSpPr>
              <p:cxnSp>
                <p:nvCxnSpPr>
                  <p:cNvPr id="67" name="直接连接符 66">
                    <a:extLst>
                      <a:ext uri="{FF2B5EF4-FFF2-40B4-BE49-F238E27FC236}">
                        <a16:creationId xmlns:a16="http://schemas.microsoft.com/office/drawing/2014/main" id="{BCFCBBDF-01A9-493E-8B1A-AFD2189552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43468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连接符 67">
                    <a:extLst>
                      <a:ext uri="{FF2B5EF4-FFF2-40B4-BE49-F238E27FC236}">
                        <a16:creationId xmlns:a16="http://schemas.microsoft.com/office/drawing/2014/main" id="{794B2DD3-ECFB-459D-B48C-DEC12D55331F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083149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连接符 68">
                    <a:extLst>
                      <a:ext uri="{FF2B5EF4-FFF2-40B4-BE49-F238E27FC236}">
                        <a16:creationId xmlns:a16="http://schemas.microsoft.com/office/drawing/2014/main" id="{BB791E14-910C-47B7-ACB6-89CD184855F7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2915443" y="4422858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连接符 69">
                    <a:extLst>
                      <a:ext uri="{FF2B5EF4-FFF2-40B4-BE49-F238E27FC236}">
                        <a16:creationId xmlns:a16="http://schemas.microsoft.com/office/drawing/2014/main" id="{F299C72F-75FE-4DD2-80BA-8C911E7BE11F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3257666" y="4419497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连接符 70">
                    <a:extLst>
                      <a:ext uri="{FF2B5EF4-FFF2-40B4-BE49-F238E27FC236}">
                        <a16:creationId xmlns:a16="http://schemas.microsoft.com/office/drawing/2014/main" id="{742A405F-7BE6-44B1-9B6A-51FDE78D33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6644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接连接符 71">
                    <a:extLst>
                      <a:ext uri="{FF2B5EF4-FFF2-40B4-BE49-F238E27FC236}">
                        <a16:creationId xmlns:a16="http://schemas.microsoft.com/office/drawing/2014/main" id="{082C4BB6-C3BF-4E97-82C8-08102736A1EB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196325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37738F29-EE1C-49E5-AE1C-870914B0EED3}"/>
                    </a:ext>
                  </a:extLst>
                </p:cNvPr>
                <p:cNvSpPr txBox="1"/>
                <p:nvPr/>
              </p:nvSpPr>
              <p:spPr>
                <a:xfrm>
                  <a:off x="2957817" y="4344145"/>
                  <a:ext cx="75285" cy="74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5" h="74676">
                      <a:moveTo>
                        <a:pt x="32613" y="0"/>
                      </a:moveTo>
                      <a:lnTo>
                        <a:pt x="42672" y="0"/>
                      </a:lnTo>
                      <a:lnTo>
                        <a:pt x="42672" y="32156"/>
                      </a:lnTo>
                      <a:lnTo>
                        <a:pt x="75285" y="32156"/>
                      </a:lnTo>
                      <a:lnTo>
                        <a:pt x="75285" y="42367"/>
                      </a:lnTo>
                      <a:lnTo>
                        <a:pt x="42672" y="42367"/>
                      </a:lnTo>
                      <a:lnTo>
                        <a:pt x="42672" y="74676"/>
                      </a:lnTo>
                      <a:lnTo>
                        <a:pt x="32613" y="74676"/>
                      </a:lnTo>
                      <a:lnTo>
                        <a:pt x="32613" y="42367"/>
                      </a:lnTo>
                      <a:lnTo>
                        <a:pt x="0" y="42367"/>
                      </a:lnTo>
                      <a:lnTo>
                        <a:pt x="0" y="32156"/>
                      </a:lnTo>
                      <a:lnTo>
                        <a:pt x="32613" y="3215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0F35311-CFDB-4230-9A41-98CC20AC5D09}"/>
                    </a:ext>
                  </a:extLst>
                </p:cNvPr>
                <p:cNvSpPr txBox="1"/>
                <p:nvPr/>
              </p:nvSpPr>
              <p:spPr>
                <a:xfrm>
                  <a:off x="3308812" y="4366118"/>
                  <a:ext cx="6126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5" h="13716">
                      <a:moveTo>
                        <a:pt x="0" y="0"/>
                      </a:moveTo>
                      <a:lnTo>
                        <a:pt x="61265" y="0"/>
                      </a:lnTo>
                      <a:lnTo>
                        <a:pt x="61265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A44A904-AB68-4D57-808C-57FD4C726AFF}"/>
                </a:ext>
              </a:extLst>
            </p:cNvPr>
            <p:cNvSpPr/>
            <p:nvPr/>
          </p:nvSpPr>
          <p:spPr>
            <a:xfrm>
              <a:off x="2668583" y="2027192"/>
              <a:ext cx="2706265" cy="13131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255F9A4-850F-43B6-9CFD-404BBB1AF33E}"/>
                </a:ext>
              </a:extLst>
            </p:cNvPr>
            <p:cNvSpPr/>
            <p:nvPr/>
          </p:nvSpPr>
          <p:spPr>
            <a:xfrm>
              <a:off x="5056667" y="2027192"/>
              <a:ext cx="1039333" cy="13131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A4B736B-FF7E-47D9-B5CE-3E40CE8D68D2}"/>
                </a:ext>
              </a:extLst>
            </p:cNvPr>
            <p:cNvSpPr/>
            <p:nvPr/>
          </p:nvSpPr>
          <p:spPr>
            <a:xfrm>
              <a:off x="6095998" y="2027192"/>
              <a:ext cx="1019072" cy="13131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F7296A3-F4FD-4EB1-B358-826A62E1170C}"/>
                </a:ext>
              </a:extLst>
            </p:cNvPr>
            <p:cNvGrpSpPr/>
            <p:nvPr/>
          </p:nvGrpSpPr>
          <p:grpSpPr>
            <a:xfrm>
              <a:off x="5193550" y="1695977"/>
              <a:ext cx="1767288" cy="307268"/>
              <a:chOff x="5193550" y="1695977"/>
              <a:chExt cx="1767288" cy="307268"/>
            </a:xfrm>
          </p:grpSpPr>
          <p:sp>
            <p:nvSpPr>
              <p:cNvPr id="57" name="右大括号 56">
                <a:extLst>
                  <a:ext uri="{FF2B5EF4-FFF2-40B4-BE49-F238E27FC236}">
                    <a16:creationId xmlns:a16="http://schemas.microsoft.com/office/drawing/2014/main" id="{86CD2F9A-E41B-444F-87A1-177130F3164D}"/>
                  </a:ext>
                </a:extLst>
              </p:cNvPr>
              <p:cNvSpPr/>
              <p:nvPr/>
            </p:nvSpPr>
            <p:spPr>
              <a:xfrm rot="16200000">
                <a:off x="5590674" y="1512279"/>
                <a:ext cx="93839" cy="888088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右大括号 57">
                <a:extLst>
                  <a:ext uri="{FF2B5EF4-FFF2-40B4-BE49-F238E27FC236}">
                    <a16:creationId xmlns:a16="http://schemas.microsoft.com/office/drawing/2014/main" id="{57373AEE-50CE-4C6C-BF5A-73702B0A6A6F}"/>
                  </a:ext>
                </a:extLst>
              </p:cNvPr>
              <p:cNvSpPr/>
              <p:nvPr/>
            </p:nvSpPr>
            <p:spPr>
              <a:xfrm rot="16200000">
                <a:off x="6483651" y="1526059"/>
                <a:ext cx="93843" cy="860530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1531EB9-FB63-44CD-86E0-D03F505BC296}"/>
                  </a:ext>
                </a:extLst>
              </p:cNvPr>
              <p:cNvSpPr txBox="1"/>
              <p:nvPr/>
            </p:nvSpPr>
            <p:spPr>
              <a:xfrm>
                <a:off x="6432974" y="1705927"/>
                <a:ext cx="190891" cy="123622"/>
              </a:xfrm>
              <a:custGeom>
                <a:avLst/>
                <a:gdLst/>
                <a:ahLst/>
                <a:cxnLst/>
                <a:rect l="l" t="t" r="r" b="b"/>
                <a:pathLst>
                  <a:path w="105493" h="68318">
                    <a:moveTo>
                      <a:pt x="0" y="36667"/>
                    </a:moveTo>
                    <a:lnTo>
                      <a:pt x="24252" y="36667"/>
                    </a:lnTo>
                    <a:lnTo>
                      <a:pt x="24252" y="43341"/>
                    </a:lnTo>
                    <a:lnTo>
                      <a:pt x="0" y="43341"/>
                    </a:lnTo>
                    <a:close/>
                    <a:moveTo>
                      <a:pt x="72848" y="7516"/>
                    </a:moveTo>
                    <a:cubicBezTo>
                      <a:pt x="66019" y="7516"/>
                      <a:pt x="60207" y="9954"/>
                      <a:pt x="55414" y="14828"/>
                    </a:cubicBezTo>
                    <a:cubicBezTo>
                      <a:pt x="50621" y="19703"/>
                      <a:pt x="48224" y="25670"/>
                      <a:pt x="48224" y="32729"/>
                    </a:cubicBezTo>
                    <a:cubicBezTo>
                      <a:pt x="48224" y="39875"/>
                      <a:pt x="50665" y="45794"/>
                      <a:pt x="55547" y="50485"/>
                    </a:cubicBezTo>
                    <a:cubicBezTo>
                      <a:pt x="60428" y="55176"/>
                      <a:pt x="66224" y="57522"/>
                      <a:pt x="72933" y="57522"/>
                    </a:cubicBezTo>
                    <a:cubicBezTo>
                      <a:pt x="77425" y="57522"/>
                      <a:pt x="81457" y="56568"/>
                      <a:pt x="85027" y="54660"/>
                    </a:cubicBezTo>
                    <a:lnTo>
                      <a:pt x="71570" y="37003"/>
                    </a:lnTo>
                    <a:lnTo>
                      <a:pt x="80174" y="37003"/>
                    </a:lnTo>
                    <a:lnTo>
                      <a:pt x="90663" y="50541"/>
                    </a:lnTo>
                    <a:cubicBezTo>
                      <a:pt x="95258" y="45752"/>
                      <a:pt x="97556" y="39730"/>
                      <a:pt x="97556" y="32477"/>
                    </a:cubicBezTo>
                    <a:cubicBezTo>
                      <a:pt x="97556" y="25487"/>
                      <a:pt x="95116" y="19579"/>
                      <a:pt x="90236" y="14754"/>
                    </a:cubicBezTo>
                    <a:cubicBezTo>
                      <a:pt x="85357" y="9929"/>
                      <a:pt x="79561" y="7516"/>
                      <a:pt x="72848" y="7516"/>
                    </a:cubicBezTo>
                    <a:close/>
                    <a:moveTo>
                      <a:pt x="72848" y="0"/>
                    </a:moveTo>
                    <a:cubicBezTo>
                      <a:pt x="78773" y="0"/>
                      <a:pt x="84258" y="1442"/>
                      <a:pt x="89304" y="4325"/>
                    </a:cubicBezTo>
                    <a:cubicBezTo>
                      <a:pt x="94350" y="7208"/>
                      <a:pt x="98310" y="11150"/>
                      <a:pt x="101183" y="16150"/>
                    </a:cubicBezTo>
                    <a:cubicBezTo>
                      <a:pt x="104057" y="21151"/>
                      <a:pt x="105493" y="26593"/>
                      <a:pt x="105493" y="32477"/>
                    </a:cubicBezTo>
                    <a:cubicBezTo>
                      <a:pt x="105493" y="41970"/>
                      <a:pt x="102046" y="49884"/>
                      <a:pt x="95150" y="56219"/>
                    </a:cubicBezTo>
                    <a:lnTo>
                      <a:pt x="104064" y="68318"/>
                    </a:lnTo>
                    <a:lnTo>
                      <a:pt x="95375" y="68318"/>
                    </a:lnTo>
                    <a:lnTo>
                      <a:pt x="89455" y="60497"/>
                    </a:lnTo>
                    <a:cubicBezTo>
                      <a:pt x="84769" y="63524"/>
                      <a:pt x="79401" y="65038"/>
                      <a:pt x="73353" y="65038"/>
                    </a:cubicBezTo>
                    <a:cubicBezTo>
                      <a:pt x="63976" y="65038"/>
                      <a:pt x="56107" y="61914"/>
                      <a:pt x="49745" y="55667"/>
                    </a:cubicBezTo>
                    <a:cubicBezTo>
                      <a:pt x="43384" y="49421"/>
                      <a:pt x="40203" y="41774"/>
                      <a:pt x="40203" y="32729"/>
                    </a:cubicBezTo>
                    <a:cubicBezTo>
                      <a:pt x="40203" y="23513"/>
                      <a:pt x="43282" y="15755"/>
                      <a:pt x="49439" y="9453"/>
                    </a:cubicBezTo>
                    <a:cubicBezTo>
                      <a:pt x="55597" y="3151"/>
                      <a:pt x="63400" y="0"/>
                      <a:pt x="7284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568AE73-5948-4186-8192-8C4B0220984A}"/>
                  </a:ext>
                </a:extLst>
              </p:cNvPr>
              <p:cNvSpPr txBox="1"/>
              <p:nvPr/>
            </p:nvSpPr>
            <p:spPr>
              <a:xfrm>
                <a:off x="5556636" y="1695977"/>
                <a:ext cx="221708" cy="123622"/>
              </a:xfrm>
              <a:custGeom>
                <a:avLst/>
                <a:gdLst/>
                <a:ahLst/>
                <a:cxnLst/>
                <a:rect l="l" t="t" r="r" b="b"/>
                <a:pathLst>
                  <a:path w="122524" h="68318">
                    <a:moveTo>
                      <a:pt x="17997" y="11101"/>
                    </a:moveTo>
                    <a:lnTo>
                      <a:pt x="25261" y="11101"/>
                    </a:lnTo>
                    <a:lnTo>
                      <a:pt x="25261" y="28846"/>
                    </a:lnTo>
                    <a:lnTo>
                      <a:pt x="43257" y="28846"/>
                    </a:lnTo>
                    <a:lnTo>
                      <a:pt x="43257" y="36108"/>
                    </a:lnTo>
                    <a:lnTo>
                      <a:pt x="25261" y="36108"/>
                    </a:lnTo>
                    <a:lnTo>
                      <a:pt x="25261" y="53938"/>
                    </a:lnTo>
                    <a:lnTo>
                      <a:pt x="17997" y="53938"/>
                    </a:lnTo>
                    <a:lnTo>
                      <a:pt x="17997" y="36108"/>
                    </a:lnTo>
                    <a:lnTo>
                      <a:pt x="0" y="36108"/>
                    </a:lnTo>
                    <a:lnTo>
                      <a:pt x="0" y="28846"/>
                    </a:lnTo>
                    <a:lnTo>
                      <a:pt x="17997" y="28846"/>
                    </a:lnTo>
                    <a:close/>
                    <a:moveTo>
                      <a:pt x="89879" y="7516"/>
                    </a:moveTo>
                    <a:cubicBezTo>
                      <a:pt x="83050" y="7516"/>
                      <a:pt x="77238" y="9954"/>
                      <a:pt x="72445" y="14828"/>
                    </a:cubicBezTo>
                    <a:cubicBezTo>
                      <a:pt x="67652" y="19703"/>
                      <a:pt x="65255" y="25670"/>
                      <a:pt x="65255" y="32729"/>
                    </a:cubicBezTo>
                    <a:cubicBezTo>
                      <a:pt x="65255" y="39875"/>
                      <a:pt x="67696" y="45794"/>
                      <a:pt x="72578" y="50485"/>
                    </a:cubicBezTo>
                    <a:cubicBezTo>
                      <a:pt x="77459" y="55176"/>
                      <a:pt x="83255" y="57522"/>
                      <a:pt x="89964" y="57522"/>
                    </a:cubicBezTo>
                    <a:cubicBezTo>
                      <a:pt x="94456" y="57522"/>
                      <a:pt x="98488" y="56568"/>
                      <a:pt x="102058" y="54660"/>
                    </a:cubicBezTo>
                    <a:lnTo>
                      <a:pt x="88601" y="37003"/>
                    </a:lnTo>
                    <a:lnTo>
                      <a:pt x="97205" y="37003"/>
                    </a:lnTo>
                    <a:lnTo>
                      <a:pt x="107694" y="50541"/>
                    </a:lnTo>
                    <a:cubicBezTo>
                      <a:pt x="112289" y="45752"/>
                      <a:pt x="114587" y="39730"/>
                      <a:pt x="114587" y="32477"/>
                    </a:cubicBezTo>
                    <a:cubicBezTo>
                      <a:pt x="114587" y="25487"/>
                      <a:pt x="112147" y="19579"/>
                      <a:pt x="107267" y="14754"/>
                    </a:cubicBezTo>
                    <a:cubicBezTo>
                      <a:pt x="102388" y="9929"/>
                      <a:pt x="96592" y="7516"/>
                      <a:pt x="89879" y="7516"/>
                    </a:cubicBezTo>
                    <a:close/>
                    <a:moveTo>
                      <a:pt x="89879" y="0"/>
                    </a:moveTo>
                    <a:cubicBezTo>
                      <a:pt x="95804" y="0"/>
                      <a:pt x="101289" y="1442"/>
                      <a:pt x="106335" y="4325"/>
                    </a:cubicBezTo>
                    <a:cubicBezTo>
                      <a:pt x="111381" y="7208"/>
                      <a:pt x="115341" y="11150"/>
                      <a:pt x="118214" y="16150"/>
                    </a:cubicBezTo>
                    <a:cubicBezTo>
                      <a:pt x="121088" y="21151"/>
                      <a:pt x="122524" y="26593"/>
                      <a:pt x="122524" y="32477"/>
                    </a:cubicBezTo>
                    <a:cubicBezTo>
                      <a:pt x="122524" y="41970"/>
                      <a:pt x="119077" y="49884"/>
                      <a:pt x="112181" y="56219"/>
                    </a:cubicBezTo>
                    <a:lnTo>
                      <a:pt x="121095" y="68318"/>
                    </a:lnTo>
                    <a:lnTo>
                      <a:pt x="112406" y="68318"/>
                    </a:lnTo>
                    <a:lnTo>
                      <a:pt x="106486" y="60497"/>
                    </a:lnTo>
                    <a:cubicBezTo>
                      <a:pt x="101800" y="63524"/>
                      <a:pt x="96432" y="65038"/>
                      <a:pt x="90384" y="65038"/>
                    </a:cubicBezTo>
                    <a:cubicBezTo>
                      <a:pt x="81007" y="65038"/>
                      <a:pt x="73138" y="61914"/>
                      <a:pt x="66776" y="55667"/>
                    </a:cubicBezTo>
                    <a:cubicBezTo>
                      <a:pt x="60415" y="49421"/>
                      <a:pt x="57234" y="41774"/>
                      <a:pt x="57234" y="32729"/>
                    </a:cubicBezTo>
                    <a:cubicBezTo>
                      <a:pt x="57234" y="23513"/>
                      <a:pt x="60313" y="15755"/>
                      <a:pt x="66470" y="9453"/>
                    </a:cubicBezTo>
                    <a:cubicBezTo>
                      <a:pt x="72628" y="3151"/>
                      <a:pt x="80431" y="0"/>
                      <a:pt x="8987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798AE42-AD35-4E41-8024-86F6B342B037}"/>
                </a:ext>
              </a:extLst>
            </p:cNvPr>
            <p:cNvSpPr txBox="1"/>
            <p:nvPr/>
          </p:nvSpPr>
          <p:spPr>
            <a:xfrm>
              <a:off x="3667662" y="2487564"/>
              <a:ext cx="508519" cy="271477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FA1C477-A256-495D-A7CE-8D9EBE8E7214}"/>
                </a:ext>
              </a:extLst>
            </p:cNvPr>
            <p:cNvSpPr txBox="1"/>
            <p:nvPr/>
          </p:nvSpPr>
          <p:spPr>
            <a:xfrm>
              <a:off x="8165370" y="2482825"/>
              <a:ext cx="457140" cy="271477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4510470-3368-4A25-9506-CF5B9DCB7EA4}"/>
                </a:ext>
              </a:extLst>
            </p:cNvPr>
            <p:cNvGrpSpPr/>
            <p:nvPr/>
          </p:nvGrpSpPr>
          <p:grpSpPr>
            <a:xfrm>
              <a:off x="5206859" y="3430500"/>
              <a:ext cx="1756987" cy="255067"/>
              <a:chOff x="5206859" y="3430500"/>
              <a:chExt cx="1756987" cy="255067"/>
            </a:xfrm>
          </p:grpSpPr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A6EC5BA-7B35-46B3-82B3-4614C1A4F134}"/>
                  </a:ext>
                </a:extLst>
              </p:cNvPr>
              <p:cNvCxnSpPr/>
              <p:nvPr/>
            </p:nvCxnSpPr>
            <p:spPr>
              <a:xfrm>
                <a:off x="5206859" y="3430500"/>
                <a:ext cx="0" cy="144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1266DA1-7E89-452C-84B9-CDFFD67FBAA9}"/>
                  </a:ext>
                </a:extLst>
              </p:cNvPr>
              <p:cNvCxnSpPr/>
              <p:nvPr/>
            </p:nvCxnSpPr>
            <p:spPr>
              <a:xfrm>
                <a:off x="6963846" y="3430500"/>
                <a:ext cx="0" cy="144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BF45A68D-6CF3-452A-BFC8-7E31AC3CC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6859" y="3517623"/>
                <a:ext cx="175397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44388EC-9978-40B0-A482-6A9E7BA51637}"/>
                  </a:ext>
                </a:extLst>
              </p:cNvPr>
              <p:cNvSpPr txBox="1"/>
              <p:nvPr/>
            </p:nvSpPr>
            <p:spPr>
              <a:xfrm>
                <a:off x="6016723" y="3558915"/>
                <a:ext cx="184831" cy="126652"/>
              </a:xfrm>
              <a:custGeom>
                <a:avLst/>
                <a:gdLst/>
                <a:ahLst/>
                <a:cxnLst/>
                <a:rect l="l" t="t" r="r" b="b"/>
                <a:pathLst>
                  <a:path w="152753" h="104671">
                    <a:moveTo>
                      <a:pt x="122839" y="59048"/>
                    </a:moveTo>
                    <a:cubicBezTo>
                      <a:pt x="120643" y="59048"/>
                      <a:pt x="118606" y="59522"/>
                      <a:pt x="116727" y="60471"/>
                    </a:cubicBezTo>
                    <a:cubicBezTo>
                      <a:pt x="114848" y="61420"/>
                      <a:pt x="113128" y="62722"/>
                      <a:pt x="111565" y="64378"/>
                    </a:cubicBezTo>
                    <a:cubicBezTo>
                      <a:pt x="110002" y="66033"/>
                      <a:pt x="108607" y="67950"/>
                      <a:pt x="107379" y="70126"/>
                    </a:cubicBezTo>
                    <a:cubicBezTo>
                      <a:pt x="106151" y="72303"/>
                      <a:pt x="105119" y="74628"/>
                      <a:pt x="104282" y="77102"/>
                    </a:cubicBezTo>
                    <a:cubicBezTo>
                      <a:pt x="103445" y="79577"/>
                      <a:pt x="102812" y="82107"/>
                      <a:pt x="102384" y="84693"/>
                    </a:cubicBezTo>
                    <a:cubicBezTo>
                      <a:pt x="101956" y="87279"/>
                      <a:pt x="101742" y="89799"/>
                      <a:pt x="101742" y="92255"/>
                    </a:cubicBezTo>
                    <a:cubicBezTo>
                      <a:pt x="101742" y="96273"/>
                      <a:pt x="102310" y="99259"/>
                      <a:pt x="103445" y="101213"/>
                    </a:cubicBezTo>
                    <a:cubicBezTo>
                      <a:pt x="104579" y="103166"/>
                      <a:pt x="106412" y="104143"/>
                      <a:pt x="108942" y="104143"/>
                    </a:cubicBezTo>
                    <a:cubicBezTo>
                      <a:pt x="110653" y="104143"/>
                      <a:pt x="112551" y="103566"/>
                      <a:pt x="114635" y="102413"/>
                    </a:cubicBezTo>
                    <a:cubicBezTo>
                      <a:pt x="116718" y="101259"/>
                      <a:pt x="118737" y="99594"/>
                      <a:pt x="120690" y="97417"/>
                    </a:cubicBezTo>
                    <a:cubicBezTo>
                      <a:pt x="122643" y="95241"/>
                      <a:pt x="124439" y="92590"/>
                      <a:pt x="126076" y="89464"/>
                    </a:cubicBezTo>
                    <a:cubicBezTo>
                      <a:pt x="127713" y="86339"/>
                      <a:pt x="128941" y="82823"/>
                      <a:pt x="129759" y="78916"/>
                    </a:cubicBezTo>
                    <a:cubicBezTo>
                      <a:pt x="130168" y="76907"/>
                      <a:pt x="130541" y="74898"/>
                      <a:pt x="130875" y="72889"/>
                    </a:cubicBezTo>
                    <a:cubicBezTo>
                      <a:pt x="131210" y="70880"/>
                      <a:pt x="131378" y="69038"/>
                      <a:pt x="131378" y="67364"/>
                    </a:cubicBezTo>
                    <a:cubicBezTo>
                      <a:pt x="131378" y="64350"/>
                      <a:pt x="130699" y="62210"/>
                      <a:pt x="129341" y="60945"/>
                    </a:cubicBezTo>
                    <a:cubicBezTo>
                      <a:pt x="127983" y="59680"/>
                      <a:pt x="125815" y="59048"/>
                      <a:pt x="122839" y="59048"/>
                    </a:cubicBezTo>
                    <a:close/>
                    <a:moveTo>
                      <a:pt x="147395" y="34324"/>
                    </a:moveTo>
                    <a:lnTo>
                      <a:pt x="150242" y="34324"/>
                    </a:lnTo>
                    <a:lnTo>
                      <a:pt x="137294" y="91250"/>
                    </a:lnTo>
                    <a:cubicBezTo>
                      <a:pt x="136773" y="93446"/>
                      <a:pt x="136429" y="95194"/>
                      <a:pt x="136261" y="96497"/>
                    </a:cubicBezTo>
                    <a:cubicBezTo>
                      <a:pt x="136094" y="97799"/>
                      <a:pt x="136010" y="98971"/>
                      <a:pt x="136010" y="100013"/>
                    </a:cubicBezTo>
                    <a:cubicBezTo>
                      <a:pt x="136010" y="101427"/>
                      <a:pt x="136298" y="102450"/>
                      <a:pt x="136875" y="103082"/>
                    </a:cubicBezTo>
                    <a:cubicBezTo>
                      <a:pt x="137452" y="103715"/>
                      <a:pt x="138280" y="104031"/>
                      <a:pt x="139359" y="104031"/>
                    </a:cubicBezTo>
                    <a:cubicBezTo>
                      <a:pt x="140028" y="104031"/>
                      <a:pt x="140689" y="103901"/>
                      <a:pt x="141340" y="103640"/>
                    </a:cubicBezTo>
                    <a:cubicBezTo>
                      <a:pt x="141991" y="103380"/>
                      <a:pt x="142698" y="102971"/>
                      <a:pt x="143461" y="102413"/>
                    </a:cubicBezTo>
                    <a:cubicBezTo>
                      <a:pt x="144223" y="101854"/>
                      <a:pt x="145061" y="101138"/>
                      <a:pt x="145972" y="100264"/>
                    </a:cubicBezTo>
                    <a:cubicBezTo>
                      <a:pt x="146884" y="99389"/>
                      <a:pt x="147916" y="98338"/>
                      <a:pt x="149070" y="97111"/>
                    </a:cubicBezTo>
                    <a:cubicBezTo>
                      <a:pt x="149665" y="97743"/>
                      <a:pt x="150279" y="98366"/>
                      <a:pt x="150911" y="98980"/>
                    </a:cubicBezTo>
                    <a:cubicBezTo>
                      <a:pt x="151544" y="99594"/>
                      <a:pt x="152158" y="100199"/>
                      <a:pt x="152753" y="100794"/>
                    </a:cubicBezTo>
                    <a:lnTo>
                      <a:pt x="148721" y="104671"/>
                    </a:lnTo>
                    <a:lnTo>
                      <a:pt x="127144" y="104671"/>
                    </a:lnTo>
                    <a:lnTo>
                      <a:pt x="126243" y="101799"/>
                    </a:lnTo>
                    <a:cubicBezTo>
                      <a:pt x="126243" y="100124"/>
                      <a:pt x="126504" y="98524"/>
                      <a:pt x="127024" y="96999"/>
                    </a:cubicBezTo>
                    <a:lnTo>
                      <a:pt x="126243" y="96664"/>
                    </a:lnTo>
                    <a:cubicBezTo>
                      <a:pt x="124346" y="99306"/>
                      <a:pt x="122504" y="101557"/>
                      <a:pt x="120718" y="103417"/>
                    </a:cubicBezTo>
                    <a:lnTo>
                      <a:pt x="119274" y="104671"/>
                    </a:lnTo>
                    <a:lnTo>
                      <a:pt x="93723" y="104671"/>
                    </a:lnTo>
                    <a:lnTo>
                      <a:pt x="90636" y="92869"/>
                    </a:lnTo>
                    <a:cubicBezTo>
                      <a:pt x="90636" y="89260"/>
                      <a:pt x="91017" y="85790"/>
                      <a:pt x="91780" y="82460"/>
                    </a:cubicBezTo>
                    <a:cubicBezTo>
                      <a:pt x="92543" y="79130"/>
                      <a:pt x="93622" y="76005"/>
                      <a:pt x="95017" y="73084"/>
                    </a:cubicBezTo>
                    <a:cubicBezTo>
                      <a:pt x="96412" y="70163"/>
                      <a:pt x="98077" y="67503"/>
                      <a:pt x="100012" y="65103"/>
                    </a:cubicBezTo>
                    <a:cubicBezTo>
                      <a:pt x="101947" y="62703"/>
                      <a:pt x="104068" y="60648"/>
                      <a:pt x="106375" y="58936"/>
                    </a:cubicBezTo>
                    <a:cubicBezTo>
                      <a:pt x="108681" y="57225"/>
                      <a:pt x="111137" y="55894"/>
                      <a:pt x="113742" y="54946"/>
                    </a:cubicBezTo>
                    <a:cubicBezTo>
                      <a:pt x="116346" y="53997"/>
                      <a:pt x="119044" y="53523"/>
                      <a:pt x="121834" y="53523"/>
                    </a:cubicBezTo>
                    <a:cubicBezTo>
                      <a:pt x="124290" y="53523"/>
                      <a:pt x="126541" y="53764"/>
                      <a:pt x="128587" y="54248"/>
                    </a:cubicBezTo>
                    <a:cubicBezTo>
                      <a:pt x="130634" y="54732"/>
                      <a:pt x="132587" y="55699"/>
                      <a:pt x="134447" y="57150"/>
                    </a:cubicBezTo>
                    <a:cubicBezTo>
                      <a:pt x="135080" y="54806"/>
                      <a:pt x="135582" y="52806"/>
                      <a:pt x="135954" y="51151"/>
                    </a:cubicBezTo>
                    <a:cubicBezTo>
                      <a:pt x="136326" y="49495"/>
                      <a:pt x="136633" y="47969"/>
                      <a:pt x="136875" y="46574"/>
                    </a:cubicBezTo>
                    <a:cubicBezTo>
                      <a:pt x="137117" y="45179"/>
                      <a:pt x="137238" y="44016"/>
                      <a:pt x="137238" y="43086"/>
                    </a:cubicBezTo>
                    <a:cubicBezTo>
                      <a:pt x="137238" y="42305"/>
                      <a:pt x="137135" y="41653"/>
                      <a:pt x="136931" y="41133"/>
                    </a:cubicBezTo>
                    <a:cubicBezTo>
                      <a:pt x="136726" y="40612"/>
                      <a:pt x="136363" y="40184"/>
                      <a:pt x="135843" y="39849"/>
                    </a:cubicBezTo>
                    <a:cubicBezTo>
                      <a:pt x="135322" y="39514"/>
                      <a:pt x="134587" y="39272"/>
                      <a:pt x="133638" y="39123"/>
                    </a:cubicBezTo>
                    <a:cubicBezTo>
                      <a:pt x="132689" y="38975"/>
                      <a:pt x="131489" y="38863"/>
                      <a:pt x="130038" y="38789"/>
                    </a:cubicBezTo>
                    <a:lnTo>
                      <a:pt x="130764" y="34993"/>
                    </a:lnTo>
                    <a:close/>
                    <a:moveTo>
                      <a:pt x="27161" y="0"/>
                    </a:moveTo>
                    <a:cubicBezTo>
                      <a:pt x="28699" y="0"/>
                      <a:pt x="30051" y="174"/>
                      <a:pt x="31216" y="521"/>
                    </a:cubicBezTo>
                    <a:cubicBezTo>
                      <a:pt x="32382" y="868"/>
                      <a:pt x="33412" y="1402"/>
                      <a:pt x="34305" y="2121"/>
                    </a:cubicBezTo>
                    <a:cubicBezTo>
                      <a:pt x="35198" y="2840"/>
                      <a:pt x="35991" y="3771"/>
                      <a:pt x="36686" y="4912"/>
                    </a:cubicBezTo>
                    <a:cubicBezTo>
                      <a:pt x="37380" y="6053"/>
                      <a:pt x="38050" y="7603"/>
                      <a:pt x="38695" y="9562"/>
                    </a:cubicBezTo>
                    <a:cubicBezTo>
                      <a:pt x="39340" y="11522"/>
                      <a:pt x="39948" y="13953"/>
                      <a:pt x="40518" y="16855"/>
                    </a:cubicBezTo>
                    <a:cubicBezTo>
                      <a:pt x="41089" y="19757"/>
                      <a:pt x="41597" y="22771"/>
                      <a:pt x="42044" y="25896"/>
                    </a:cubicBezTo>
                    <a:lnTo>
                      <a:pt x="42788" y="25896"/>
                    </a:lnTo>
                    <a:cubicBezTo>
                      <a:pt x="47550" y="19199"/>
                      <a:pt x="51159" y="14300"/>
                      <a:pt x="53615" y="11200"/>
                    </a:cubicBezTo>
                    <a:cubicBezTo>
                      <a:pt x="56071" y="8099"/>
                      <a:pt x="58142" y="5792"/>
                      <a:pt x="59829" y="4279"/>
                    </a:cubicBezTo>
                    <a:cubicBezTo>
                      <a:pt x="61515" y="2766"/>
                      <a:pt x="63140" y="1699"/>
                      <a:pt x="64703" y="1079"/>
                    </a:cubicBezTo>
                    <a:cubicBezTo>
                      <a:pt x="66265" y="459"/>
                      <a:pt x="68337" y="149"/>
                      <a:pt x="70916" y="149"/>
                    </a:cubicBezTo>
                    <a:cubicBezTo>
                      <a:pt x="73248" y="149"/>
                      <a:pt x="75158" y="447"/>
                      <a:pt x="76646" y="1042"/>
                    </a:cubicBezTo>
                    <a:lnTo>
                      <a:pt x="73670" y="14511"/>
                    </a:lnTo>
                    <a:lnTo>
                      <a:pt x="68461" y="14511"/>
                    </a:lnTo>
                    <a:cubicBezTo>
                      <a:pt x="68163" y="12427"/>
                      <a:pt x="67295" y="11386"/>
                      <a:pt x="65856" y="11386"/>
                    </a:cubicBezTo>
                    <a:cubicBezTo>
                      <a:pt x="65410" y="11386"/>
                      <a:pt x="64938" y="11460"/>
                      <a:pt x="64442" y="11609"/>
                    </a:cubicBezTo>
                    <a:cubicBezTo>
                      <a:pt x="63946" y="11758"/>
                      <a:pt x="63338" y="12080"/>
                      <a:pt x="62619" y="12576"/>
                    </a:cubicBezTo>
                    <a:cubicBezTo>
                      <a:pt x="61900" y="13072"/>
                      <a:pt x="60846" y="14040"/>
                      <a:pt x="59457" y="15478"/>
                    </a:cubicBezTo>
                    <a:cubicBezTo>
                      <a:pt x="58067" y="16917"/>
                      <a:pt x="56505" y="18678"/>
                      <a:pt x="54768" y="20762"/>
                    </a:cubicBezTo>
                    <a:cubicBezTo>
                      <a:pt x="53032" y="22845"/>
                      <a:pt x="51246" y="25028"/>
                      <a:pt x="49411" y="27310"/>
                    </a:cubicBezTo>
                    <a:lnTo>
                      <a:pt x="44350" y="33635"/>
                    </a:lnTo>
                    <a:cubicBezTo>
                      <a:pt x="45243" y="38398"/>
                      <a:pt x="46087" y="42515"/>
                      <a:pt x="46881" y="45988"/>
                    </a:cubicBezTo>
                    <a:cubicBezTo>
                      <a:pt x="47674" y="49461"/>
                      <a:pt x="48381" y="52350"/>
                      <a:pt x="49001" y="54657"/>
                    </a:cubicBezTo>
                    <a:cubicBezTo>
                      <a:pt x="49621" y="56964"/>
                      <a:pt x="50167" y="58787"/>
                      <a:pt x="50638" y="60127"/>
                    </a:cubicBezTo>
                    <a:cubicBezTo>
                      <a:pt x="51110" y="61466"/>
                      <a:pt x="51618" y="62471"/>
                      <a:pt x="52164" y="63141"/>
                    </a:cubicBezTo>
                    <a:cubicBezTo>
                      <a:pt x="52710" y="63810"/>
                      <a:pt x="53268" y="64282"/>
                      <a:pt x="53838" y="64554"/>
                    </a:cubicBezTo>
                    <a:cubicBezTo>
                      <a:pt x="54409" y="64827"/>
                      <a:pt x="55066" y="64964"/>
                      <a:pt x="55810" y="64964"/>
                    </a:cubicBezTo>
                    <a:cubicBezTo>
                      <a:pt x="57150" y="64964"/>
                      <a:pt x="58452" y="64443"/>
                      <a:pt x="59717" y="63401"/>
                    </a:cubicBezTo>
                    <a:cubicBezTo>
                      <a:pt x="60982" y="62359"/>
                      <a:pt x="62805" y="60003"/>
                      <a:pt x="65186" y="56332"/>
                    </a:cubicBezTo>
                    <a:lnTo>
                      <a:pt x="70023" y="59531"/>
                    </a:lnTo>
                    <a:cubicBezTo>
                      <a:pt x="66551" y="64691"/>
                      <a:pt x="63413" y="68325"/>
                      <a:pt x="60610" y="70433"/>
                    </a:cubicBezTo>
                    <a:cubicBezTo>
                      <a:pt x="57807" y="72541"/>
                      <a:pt x="54471" y="73596"/>
                      <a:pt x="50601" y="73596"/>
                    </a:cubicBezTo>
                    <a:cubicBezTo>
                      <a:pt x="48468" y="73596"/>
                      <a:pt x="46657" y="73211"/>
                      <a:pt x="45169" y="72442"/>
                    </a:cubicBezTo>
                    <a:cubicBezTo>
                      <a:pt x="43681" y="71673"/>
                      <a:pt x="42391" y="70445"/>
                      <a:pt x="41299" y="68759"/>
                    </a:cubicBezTo>
                    <a:cubicBezTo>
                      <a:pt x="40208" y="67072"/>
                      <a:pt x="39241" y="64443"/>
                      <a:pt x="38397" y="60871"/>
                    </a:cubicBezTo>
                    <a:cubicBezTo>
                      <a:pt x="36859" y="54521"/>
                      <a:pt x="35917" y="49659"/>
                      <a:pt x="35570" y="46286"/>
                    </a:cubicBezTo>
                    <a:lnTo>
                      <a:pt x="34825" y="46286"/>
                    </a:lnTo>
                    <a:cubicBezTo>
                      <a:pt x="29567" y="53678"/>
                      <a:pt x="25660" y="58986"/>
                      <a:pt x="23105" y="62210"/>
                    </a:cubicBezTo>
                    <a:cubicBezTo>
                      <a:pt x="20550" y="65435"/>
                      <a:pt x="18442" y="67816"/>
                      <a:pt x="16780" y="69354"/>
                    </a:cubicBezTo>
                    <a:cubicBezTo>
                      <a:pt x="15118" y="70892"/>
                      <a:pt x="13506" y="71971"/>
                      <a:pt x="11943" y="72591"/>
                    </a:cubicBezTo>
                    <a:cubicBezTo>
                      <a:pt x="10380" y="73211"/>
                      <a:pt x="8309" y="73521"/>
                      <a:pt x="5730" y="73521"/>
                    </a:cubicBezTo>
                    <a:cubicBezTo>
                      <a:pt x="3398" y="73521"/>
                      <a:pt x="1488" y="73224"/>
                      <a:pt x="0" y="72628"/>
                    </a:cubicBezTo>
                    <a:lnTo>
                      <a:pt x="2976" y="59159"/>
                    </a:lnTo>
                    <a:lnTo>
                      <a:pt x="8185" y="59159"/>
                    </a:lnTo>
                    <a:cubicBezTo>
                      <a:pt x="8483" y="61243"/>
                      <a:pt x="9351" y="62285"/>
                      <a:pt x="10790" y="62285"/>
                    </a:cubicBezTo>
                    <a:cubicBezTo>
                      <a:pt x="11484" y="62285"/>
                      <a:pt x="12216" y="62099"/>
                      <a:pt x="12985" y="61727"/>
                    </a:cubicBezTo>
                    <a:cubicBezTo>
                      <a:pt x="13754" y="61355"/>
                      <a:pt x="14858" y="60462"/>
                      <a:pt x="16296" y="59048"/>
                    </a:cubicBezTo>
                    <a:cubicBezTo>
                      <a:pt x="17735" y="57634"/>
                      <a:pt x="19719" y="55414"/>
                      <a:pt x="22249" y="52388"/>
                    </a:cubicBezTo>
                    <a:cubicBezTo>
                      <a:pt x="24780" y="49362"/>
                      <a:pt x="28451" y="44822"/>
                      <a:pt x="33263" y="38770"/>
                    </a:cubicBezTo>
                    <a:cubicBezTo>
                      <a:pt x="32519" y="34851"/>
                      <a:pt x="31750" y="31080"/>
                      <a:pt x="30956" y="27459"/>
                    </a:cubicBezTo>
                    <a:cubicBezTo>
                      <a:pt x="30162" y="23837"/>
                      <a:pt x="29344" y="20464"/>
                      <a:pt x="28500" y="17339"/>
                    </a:cubicBezTo>
                    <a:cubicBezTo>
                      <a:pt x="27657" y="14213"/>
                      <a:pt x="26962" y="12167"/>
                      <a:pt x="26417" y="11200"/>
                    </a:cubicBezTo>
                    <a:cubicBezTo>
                      <a:pt x="25871" y="10232"/>
                      <a:pt x="25288" y="9562"/>
                      <a:pt x="24668" y="9190"/>
                    </a:cubicBezTo>
                    <a:cubicBezTo>
                      <a:pt x="24048" y="8818"/>
                      <a:pt x="23266" y="8632"/>
                      <a:pt x="22324" y="8632"/>
                    </a:cubicBezTo>
                    <a:cubicBezTo>
                      <a:pt x="21282" y="8632"/>
                      <a:pt x="20340" y="8868"/>
                      <a:pt x="19496" y="9339"/>
                    </a:cubicBezTo>
                    <a:cubicBezTo>
                      <a:pt x="18653" y="9810"/>
                      <a:pt x="17735" y="10629"/>
                      <a:pt x="16743" y="11795"/>
                    </a:cubicBezTo>
                    <a:cubicBezTo>
                      <a:pt x="15751" y="12961"/>
                      <a:pt x="14436" y="14784"/>
                      <a:pt x="12799" y="17264"/>
                    </a:cubicBezTo>
                    <a:lnTo>
                      <a:pt x="7962" y="14064"/>
                    </a:lnTo>
                    <a:cubicBezTo>
                      <a:pt x="11087" y="9352"/>
                      <a:pt x="14089" y="5829"/>
                      <a:pt x="16966" y="3498"/>
                    </a:cubicBezTo>
                    <a:cubicBezTo>
                      <a:pt x="19843" y="1166"/>
                      <a:pt x="23242" y="0"/>
                      <a:pt x="2716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B54CC69-03A6-4E8B-A517-D27D2F190894}"/>
                </a:ext>
              </a:extLst>
            </p:cNvPr>
            <p:cNvSpPr txBox="1"/>
            <p:nvPr/>
          </p:nvSpPr>
          <p:spPr>
            <a:xfrm>
              <a:off x="4887016" y="1124931"/>
              <a:ext cx="608407" cy="152555"/>
            </a:xfrm>
            <a:custGeom>
              <a:avLst/>
              <a:gdLst/>
              <a:ahLst/>
              <a:cxnLst/>
              <a:rect l="l" t="t" r="r" b="b"/>
              <a:pathLst>
                <a:path w="805129" h="201882">
                  <a:moveTo>
                    <a:pt x="377533" y="126273"/>
                  </a:moveTo>
                  <a:cubicBezTo>
                    <a:pt x="379933" y="126273"/>
                    <a:pt x="384348" y="127301"/>
                    <a:pt x="390778" y="129359"/>
                  </a:cubicBezTo>
                  <a:cubicBezTo>
                    <a:pt x="397207" y="131416"/>
                    <a:pt x="401493" y="134116"/>
                    <a:pt x="403636" y="137460"/>
                  </a:cubicBezTo>
                  <a:cubicBezTo>
                    <a:pt x="405779" y="140803"/>
                    <a:pt x="406851" y="143846"/>
                    <a:pt x="406851" y="146589"/>
                  </a:cubicBezTo>
                  <a:cubicBezTo>
                    <a:pt x="406851" y="150704"/>
                    <a:pt x="404579" y="152762"/>
                    <a:pt x="400036" y="152762"/>
                  </a:cubicBezTo>
                  <a:cubicBezTo>
                    <a:pt x="395492" y="152762"/>
                    <a:pt x="390092" y="149204"/>
                    <a:pt x="383834" y="142089"/>
                  </a:cubicBezTo>
                  <a:cubicBezTo>
                    <a:pt x="377576" y="134974"/>
                    <a:pt x="374447" y="130302"/>
                    <a:pt x="374447" y="128073"/>
                  </a:cubicBezTo>
                  <a:cubicBezTo>
                    <a:pt x="374447" y="126873"/>
                    <a:pt x="375476" y="126273"/>
                    <a:pt x="377533" y="126273"/>
                  </a:cubicBezTo>
                  <a:close/>
                  <a:moveTo>
                    <a:pt x="478603" y="124730"/>
                  </a:moveTo>
                  <a:lnTo>
                    <a:pt x="613105" y="124730"/>
                  </a:lnTo>
                  <a:lnTo>
                    <a:pt x="613105" y="136045"/>
                  </a:lnTo>
                  <a:lnTo>
                    <a:pt x="478603" y="136045"/>
                  </a:lnTo>
                  <a:close/>
                  <a:moveTo>
                    <a:pt x="478603" y="66608"/>
                  </a:moveTo>
                  <a:lnTo>
                    <a:pt x="613105" y="66608"/>
                  </a:lnTo>
                  <a:lnTo>
                    <a:pt x="613105" y="77667"/>
                  </a:lnTo>
                  <a:lnTo>
                    <a:pt x="478603" y="77667"/>
                  </a:lnTo>
                  <a:close/>
                  <a:moveTo>
                    <a:pt x="64808" y="64808"/>
                  </a:moveTo>
                  <a:cubicBezTo>
                    <a:pt x="48006" y="68237"/>
                    <a:pt x="34119" y="70208"/>
                    <a:pt x="23146" y="70723"/>
                  </a:cubicBezTo>
                  <a:cubicBezTo>
                    <a:pt x="27775" y="95412"/>
                    <a:pt x="31461" y="116671"/>
                    <a:pt x="34204" y="134502"/>
                  </a:cubicBezTo>
                  <a:cubicBezTo>
                    <a:pt x="41577" y="133988"/>
                    <a:pt x="51692" y="132531"/>
                    <a:pt x="64551" y="130130"/>
                  </a:cubicBezTo>
                  <a:lnTo>
                    <a:pt x="64808" y="102355"/>
                  </a:lnTo>
                  <a:cubicBezTo>
                    <a:pt x="58979" y="103213"/>
                    <a:pt x="54521" y="103641"/>
                    <a:pt x="51435" y="103641"/>
                  </a:cubicBezTo>
                  <a:cubicBezTo>
                    <a:pt x="48349" y="103641"/>
                    <a:pt x="45692" y="103255"/>
                    <a:pt x="43463" y="102484"/>
                  </a:cubicBezTo>
                  <a:cubicBezTo>
                    <a:pt x="41234" y="101712"/>
                    <a:pt x="40119" y="100727"/>
                    <a:pt x="40119" y="99526"/>
                  </a:cubicBezTo>
                  <a:cubicBezTo>
                    <a:pt x="40119" y="98326"/>
                    <a:pt x="41491" y="97555"/>
                    <a:pt x="44234" y="97212"/>
                  </a:cubicBezTo>
                  <a:cubicBezTo>
                    <a:pt x="49892" y="96526"/>
                    <a:pt x="56750" y="95069"/>
                    <a:pt x="64808" y="92840"/>
                  </a:cubicBezTo>
                  <a:close/>
                  <a:moveTo>
                    <a:pt x="117015" y="57864"/>
                  </a:moveTo>
                  <a:cubicBezTo>
                    <a:pt x="106385" y="57864"/>
                    <a:pt x="93183" y="59321"/>
                    <a:pt x="77410" y="62236"/>
                  </a:cubicBezTo>
                  <a:cubicBezTo>
                    <a:pt x="77410" y="68237"/>
                    <a:pt x="77238" y="77238"/>
                    <a:pt x="76896" y="89239"/>
                  </a:cubicBezTo>
                  <a:cubicBezTo>
                    <a:pt x="85639" y="86668"/>
                    <a:pt x="91469" y="85382"/>
                    <a:pt x="94383" y="85382"/>
                  </a:cubicBezTo>
                  <a:cubicBezTo>
                    <a:pt x="97298" y="85382"/>
                    <a:pt x="99870" y="85896"/>
                    <a:pt x="102099" y="86925"/>
                  </a:cubicBezTo>
                  <a:cubicBezTo>
                    <a:pt x="104327" y="87954"/>
                    <a:pt x="105442" y="89325"/>
                    <a:pt x="105442" y="91040"/>
                  </a:cubicBezTo>
                  <a:cubicBezTo>
                    <a:pt x="105442" y="92754"/>
                    <a:pt x="103942" y="94126"/>
                    <a:pt x="100941" y="95154"/>
                  </a:cubicBezTo>
                  <a:cubicBezTo>
                    <a:pt x="97941" y="96183"/>
                    <a:pt x="89840" y="97898"/>
                    <a:pt x="76638" y="100298"/>
                  </a:cubicBezTo>
                  <a:cubicBezTo>
                    <a:pt x="76638" y="110242"/>
                    <a:pt x="76467" y="119586"/>
                    <a:pt x="76124" y="128330"/>
                  </a:cubicBezTo>
                  <a:cubicBezTo>
                    <a:pt x="87268" y="126273"/>
                    <a:pt x="94812" y="125244"/>
                    <a:pt x="98755" y="125244"/>
                  </a:cubicBezTo>
                  <a:cubicBezTo>
                    <a:pt x="102699" y="125244"/>
                    <a:pt x="105442" y="125673"/>
                    <a:pt x="106985" y="126530"/>
                  </a:cubicBezTo>
                  <a:cubicBezTo>
                    <a:pt x="108528" y="127387"/>
                    <a:pt x="109642" y="127816"/>
                    <a:pt x="110328" y="127816"/>
                  </a:cubicBezTo>
                  <a:cubicBezTo>
                    <a:pt x="113071" y="127816"/>
                    <a:pt x="116286" y="118900"/>
                    <a:pt x="119972" y="101069"/>
                  </a:cubicBezTo>
                  <a:cubicBezTo>
                    <a:pt x="123658" y="83239"/>
                    <a:pt x="125502" y="72094"/>
                    <a:pt x="125502" y="67637"/>
                  </a:cubicBezTo>
                  <a:cubicBezTo>
                    <a:pt x="125502" y="63179"/>
                    <a:pt x="124987" y="60436"/>
                    <a:pt x="123959" y="59407"/>
                  </a:cubicBezTo>
                  <a:cubicBezTo>
                    <a:pt x="122930" y="58378"/>
                    <a:pt x="120615" y="57864"/>
                    <a:pt x="117015" y="57864"/>
                  </a:cubicBezTo>
                  <a:close/>
                  <a:moveTo>
                    <a:pt x="333942" y="48349"/>
                  </a:moveTo>
                  <a:cubicBezTo>
                    <a:pt x="336085" y="48349"/>
                    <a:pt x="340414" y="49506"/>
                    <a:pt x="346929" y="51820"/>
                  </a:cubicBezTo>
                  <a:cubicBezTo>
                    <a:pt x="353444" y="54135"/>
                    <a:pt x="356702" y="56921"/>
                    <a:pt x="356702" y="60179"/>
                  </a:cubicBezTo>
                  <a:cubicBezTo>
                    <a:pt x="356702" y="61379"/>
                    <a:pt x="356273" y="62879"/>
                    <a:pt x="355416" y="64679"/>
                  </a:cubicBezTo>
                  <a:cubicBezTo>
                    <a:pt x="354559" y="66479"/>
                    <a:pt x="353659" y="70937"/>
                    <a:pt x="352716" y="78052"/>
                  </a:cubicBezTo>
                  <a:cubicBezTo>
                    <a:pt x="351773" y="85167"/>
                    <a:pt x="351130" y="92754"/>
                    <a:pt x="350787" y="100812"/>
                  </a:cubicBezTo>
                  <a:lnTo>
                    <a:pt x="368018" y="96183"/>
                  </a:lnTo>
                  <a:cubicBezTo>
                    <a:pt x="374876" y="93954"/>
                    <a:pt x="380919" y="92840"/>
                    <a:pt x="386148" y="92840"/>
                  </a:cubicBezTo>
                  <a:cubicBezTo>
                    <a:pt x="391378" y="92840"/>
                    <a:pt x="395064" y="93611"/>
                    <a:pt x="397207" y="95154"/>
                  </a:cubicBezTo>
                  <a:cubicBezTo>
                    <a:pt x="399350" y="96697"/>
                    <a:pt x="400422" y="98155"/>
                    <a:pt x="400422" y="99526"/>
                  </a:cubicBezTo>
                  <a:cubicBezTo>
                    <a:pt x="400422" y="100898"/>
                    <a:pt x="398236" y="102398"/>
                    <a:pt x="393864" y="104027"/>
                  </a:cubicBezTo>
                  <a:cubicBezTo>
                    <a:pt x="389492" y="105656"/>
                    <a:pt x="374961" y="108356"/>
                    <a:pt x="350273" y="112128"/>
                  </a:cubicBezTo>
                  <a:lnTo>
                    <a:pt x="348472" y="170764"/>
                  </a:lnTo>
                  <a:cubicBezTo>
                    <a:pt x="362703" y="169564"/>
                    <a:pt x="379419" y="167335"/>
                    <a:pt x="398621" y="164077"/>
                  </a:cubicBezTo>
                  <a:cubicBezTo>
                    <a:pt x="403422" y="163392"/>
                    <a:pt x="408351" y="163049"/>
                    <a:pt x="413409" y="163049"/>
                  </a:cubicBezTo>
                  <a:cubicBezTo>
                    <a:pt x="418467" y="163049"/>
                    <a:pt x="423696" y="164720"/>
                    <a:pt x="429097" y="168064"/>
                  </a:cubicBezTo>
                  <a:cubicBezTo>
                    <a:pt x="434497" y="171407"/>
                    <a:pt x="437198" y="174364"/>
                    <a:pt x="437198" y="176936"/>
                  </a:cubicBezTo>
                  <a:cubicBezTo>
                    <a:pt x="437198" y="180022"/>
                    <a:pt x="434026" y="181565"/>
                    <a:pt x="427682" y="181565"/>
                  </a:cubicBezTo>
                  <a:cubicBezTo>
                    <a:pt x="424939" y="181565"/>
                    <a:pt x="421767" y="181222"/>
                    <a:pt x="418167" y="180537"/>
                  </a:cubicBezTo>
                  <a:cubicBezTo>
                    <a:pt x="408566" y="178822"/>
                    <a:pt x="396564" y="177965"/>
                    <a:pt x="382162" y="177965"/>
                  </a:cubicBezTo>
                  <a:cubicBezTo>
                    <a:pt x="350958" y="177965"/>
                    <a:pt x="320269" y="181222"/>
                    <a:pt x="290094" y="187737"/>
                  </a:cubicBezTo>
                  <a:cubicBezTo>
                    <a:pt x="285979" y="188595"/>
                    <a:pt x="282593" y="189023"/>
                    <a:pt x="279935" y="189023"/>
                  </a:cubicBezTo>
                  <a:cubicBezTo>
                    <a:pt x="277278" y="189023"/>
                    <a:pt x="273892" y="187780"/>
                    <a:pt x="269777" y="185294"/>
                  </a:cubicBezTo>
                  <a:cubicBezTo>
                    <a:pt x="265662" y="182808"/>
                    <a:pt x="263605" y="180922"/>
                    <a:pt x="263605" y="179636"/>
                  </a:cubicBezTo>
                  <a:cubicBezTo>
                    <a:pt x="263605" y="178351"/>
                    <a:pt x="265233" y="177622"/>
                    <a:pt x="268491" y="177450"/>
                  </a:cubicBezTo>
                  <a:cubicBezTo>
                    <a:pt x="282550" y="177108"/>
                    <a:pt x="305267" y="175307"/>
                    <a:pt x="336642" y="172050"/>
                  </a:cubicBezTo>
                  <a:lnTo>
                    <a:pt x="337671" y="114185"/>
                  </a:lnTo>
                  <a:cubicBezTo>
                    <a:pt x="324641" y="116071"/>
                    <a:pt x="316025" y="117014"/>
                    <a:pt x="311825" y="117014"/>
                  </a:cubicBezTo>
                  <a:cubicBezTo>
                    <a:pt x="307624" y="117014"/>
                    <a:pt x="304110" y="116457"/>
                    <a:pt x="301281" y="115343"/>
                  </a:cubicBezTo>
                  <a:cubicBezTo>
                    <a:pt x="298452" y="114228"/>
                    <a:pt x="297037" y="113114"/>
                    <a:pt x="297037" y="111999"/>
                  </a:cubicBezTo>
                  <a:cubicBezTo>
                    <a:pt x="297037" y="110885"/>
                    <a:pt x="298495" y="110156"/>
                    <a:pt x="301409" y="109813"/>
                  </a:cubicBezTo>
                  <a:cubicBezTo>
                    <a:pt x="309125" y="108785"/>
                    <a:pt x="321212" y="106642"/>
                    <a:pt x="337671" y="103384"/>
                  </a:cubicBezTo>
                  <a:cubicBezTo>
                    <a:pt x="337842" y="86753"/>
                    <a:pt x="337628" y="75523"/>
                    <a:pt x="337028" y="69694"/>
                  </a:cubicBezTo>
                  <a:cubicBezTo>
                    <a:pt x="336428" y="63865"/>
                    <a:pt x="335228" y="59579"/>
                    <a:pt x="333428" y="56835"/>
                  </a:cubicBezTo>
                  <a:cubicBezTo>
                    <a:pt x="331627" y="54092"/>
                    <a:pt x="330727" y="51992"/>
                    <a:pt x="330727" y="50535"/>
                  </a:cubicBezTo>
                  <a:cubicBezTo>
                    <a:pt x="330727" y="49077"/>
                    <a:pt x="331799" y="48349"/>
                    <a:pt x="333942" y="48349"/>
                  </a:cubicBezTo>
                  <a:close/>
                  <a:moveTo>
                    <a:pt x="636165" y="19802"/>
                  </a:moveTo>
                  <a:cubicBezTo>
                    <a:pt x="647481" y="20317"/>
                    <a:pt x="659054" y="20574"/>
                    <a:pt x="670884" y="20574"/>
                  </a:cubicBezTo>
                  <a:cubicBezTo>
                    <a:pt x="687858" y="20574"/>
                    <a:pt x="699430" y="20317"/>
                    <a:pt x="705603" y="19802"/>
                  </a:cubicBezTo>
                  <a:lnTo>
                    <a:pt x="705603" y="23917"/>
                  </a:lnTo>
                  <a:lnTo>
                    <a:pt x="689401" y="25974"/>
                  </a:lnTo>
                  <a:cubicBezTo>
                    <a:pt x="686314" y="26317"/>
                    <a:pt x="684128" y="27475"/>
                    <a:pt x="682843" y="29446"/>
                  </a:cubicBezTo>
                  <a:cubicBezTo>
                    <a:pt x="681557" y="31418"/>
                    <a:pt x="680914" y="34547"/>
                    <a:pt x="680914" y="38833"/>
                  </a:cubicBezTo>
                  <a:lnTo>
                    <a:pt x="680914" y="130645"/>
                  </a:lnTo>
                  <a:cubicBezTo>
                    <a:pt x="680914" y="147104"/>
                    <a:pt x="684343" y="158977"/>
                    <a:pt x="691201" y="166263"/>
                  </a:cubicBezTo>
                  <a:cubicBezTo>
                    <a:pt x="698059" y="173550"/>
                    <a:pt x="709289" y="177193"/>
                    <a:pt x="724891" y="177193"/>
                  </a:cubicBezTo>
                  <a:cubicBezTo>
                    <a:pt x="745808" y="177193"/>
                    <a:pt x="759909" y="172350"/>
                    <a:pt x="767196" y="162663"/>
                  </a:cubicBezTo>
                  <a:cubicBezTo>
                    <a:pt x="774483" y="152976"/>
                    <a:pt x="778126" y="135531"/>
                    <a:pt x="778126" y="110328"/>
                  </a:cubicBezTo>
                  <a:lnTo>
                    <a:pt x="778126" y="39090"/>
                  </a:lnTo>
                  <a:cubicBezTo>
                    <a:pt x="778126" y="32232"/>
                    <a:pt x="774611" y="28117"/>
                    <a:pt x="767582" y="26746"/>
                  </a:cubicBezTo>
                  <a:lnTo>
                    <a:pt x="752408" y="23917"/>
                  </a:lnTo>
                  <a:lnTo>
                    <a:pt x="752408" y="19802"/>
                  </a:lnTo>
                  <a:cubicBezTo>
                    <a:pt x="756523" y="20317"/>
                    <a:pt x="765267" y="20574"/>
                    <a:pt x="778640" y="20574"/>
                  </a:cubicBezTo>
                  <a:cubicBezTo>
                    <a:pt x="792013" y="20574"/>
                    <a:pt x="800843" y="20317"/>
                    <a:pt x="805129" y="19802"/>
                  </a:cubicBezTo>
                  <a:lnTo>
                    <a:pt x="805129" y="23917"/>
                  </a:lnTo>
                  <a:lnTo>
                    <a:pt x="790213" y="27260"/>
                  </a:lnTo>
                  <a:cubicBezTo>
                    <a:pt x="786441" y="27946"/>
                    <a:pt x="784555" y="31889"/>
                    <a:pt x="784555" y="39090"/>
                  </a:cubicBezTo>
                  <a:lnTo>
                    <a:pt x="784555" y="117014"/>
                  </a:lnTo>
                  <a:cubicBezTo>
                    <a:pt x="784555" y="141017"/>
                    <a:pt x="780098" y="158419"/>
                    <a:pt x="771182" y="169221"/>
                  </a:cubicBezTo>
                  <a:cubicBezTo>
                    <a:pt x="762267" y="180022"/>
                    <a:pt x="747094" y="185423"/>
                    <a:pt x="725662" y="185423"/>
                  </a:cubicBezTo>
                  <a:cubicBezTo>
                    <a:pt x="704745" y="185423"/>
                    <a:pt x="688672" y="181051"/>
                    <a:pt x="677442" y="172307"/>
                  </a:cubicBezTo>
                  <a:cubicBezTo>
                    <a:pt x="666212" y="163563"/>
                    <a:pt x="660597" y="150961"/>
                    <a:pt x="660597" y="134502"/>
                  </a:cubicBezTo>
                  <a:lnTo>
                    <a:pt x="660597" y="38062"/>
                  </a:lnTo>
                  <a:cubicBezTo>
                    <a:pt x="660597" y="33947"/>
                    <a:pt x="660168" y="30989"/>
                    <a:pt x="659311" y="29189"/>
                  </a:cubicBezTo>
                  <a:cubicBezTo>
                    <a:pt x="658454" y="27389"/>
                    <a:pt x="656825" y="26317"/>
                    <a:pt x="654425" y="25974"/>
                  </a:cubicBezTo>
                  <a:lnTo>
                    <a:pt x="636165" y="23917"/>
                  </a:lnTo>
                  <a:close/>
                  <a:moveTo>
                    <a:pt x="383319" y="18002"/>
                  </a:moveTo>
                  <a:cubicBezTo>
                    <a:pt x="386834" y="18002"/>
                    <a:pt x="390306" y="18859"/>
                    <a:pt x="393735" y="20574"/>
                  </a:cubicBezTo>
                  <a:cubicBezTo>
                    <a:pt x="397164" y="22288"/>
                    <a:pt x="398879" y="23831"/>
                    <a:pt x="398879" y="25203"/>
                  </a:cubicBezTo>
                  <a:cubicBezTo>
                    <a:pt x="398879" y="26574"/>
                    <a:pt x="398407" y="27646"/>
                    <a:pt x="397464" y="28418"/>
                  </a:cubicBezTo>
                  <a:cubicBezTo>
                    <a:pt x="396521" y="29189"/>
                    <a:pt x="395064" y="29875"/>
                    <a:pt x="393092" y="30475"/>
                  </a:cubicBezTo>
                  <a:cubicBezTo>
                    <a:pt x="391120" y="31075"/>
                    <a:pt x="382162" y="32575"/>
                    <a:pt x="366217" y="34975"/>
                  </a:cubicBezTo>
                  <a:cubicBezTo>
                    <a:pt x="350273" y="37376"/>
                    <a:pt x="335828" y="39219"/>
                    <a:pt x="322883" y="40505"/>
                  </a:cubicBezTo>
                  <a:cubicBezTo>
                    <a:pt x="309939" y="41791"/>
                    <a:pt x="301238" y="42434"/>
                    <a:pt x="296780" y="42434"/>
                  </a:cubicBezTo>
                  <a:cubicBezTo>
                    <a:pt x="292322" y="42434"/>
                    <a:pt x="288465" y="42091"/>
                    <a:pt x="285207" y="41405"/>
                  </a:cubicBezTo>
                  <a:cubicBezTo>
                    <a:pt x="285379" y="57350"/>
                    <a:pt x="282936" y="77281"/>
                    <a:pt x="277878" y="101198"/>
                  </a:cubicBezTo>
                  <a:cubicBezTo>
                    <a:pt x="272820" y="125115"/>
                    <a:pt x="265876" y="144318"/>
                    <a:pt x="257047" y="158805"/>
                  </a:cubicBezTo>
                  <a:cubicBezTo>
                    <a:pt x="248217" y="173293"/>
                    <a:pt x="239987" y="183751"/>
                    <a:pt x="232358" y="190181"/>
                  </a:cubicBezTo>
                  <a:cubicBezTo>
                    <a:pt x="224728" y="196610"/>
                    <a:pt x="219628" y="199825"/>
                    <a:pt x="217056" y="199825"/>
                  </a:cubicBezTo>
                  <a:cubicBezTo>
                    <a:pt x="216541" y="199825"/>
                    <a:pt x="216284" y="199568"/>
                    <a:pt x="216284" y="199053"/>
                  </a:cubicBezTo>
                  <a:cubicBezTo>
                    <a:pt x="216284" y="197853"/>
                    <a:pt x="217570" y="195881"/>
                    <a:pt x="220142" y="193138"/>
                  </a:cubicBezTo>
                  <a:cubicBezTo>
                    <a:pt x="230943" y="181308"/>
                    <a:pt x="240287" y="166778"/>
                    <a:pt x="248174" y="149547"/>
                  </a:cubicBezTo>
                  <a:cubicBezTo>
                    <a:pt x="256061" y="132316"/>
                    <a:pt x="261547" y="115043"/>
                    <a:pt x="264633" y="97726"/>
                  </a:cubicBezTo>
                  <a:cubicBezTo>
                    <a:pt x="267719" y="80410"/>
                    <a:pt x="269262" y="66051"/>
                    <a:pt x="269262" y="54649"/>
                  </a:cubicBezTo>
                  <a:cubicBezTo>
                    <a:pt x="269262" y="43248"/>
                    <a:pt x="267977" y="35833"/>
                    <a:pt x="265405" y="32404"/>
                  </a:cubicBezTo>
                  <a:cubicBezTo>
                    <a:pt x="264033" y="30861"/>
                    <a:pt x="263347" y="29532"/>
                    <a:pt x="263347" y="28418"/>
                  </a:cubicBezTo>
                  <a:cubicBezTo>
                    <a:pt x="263347" y="27303"/>
                    <a:pt x="264205" y="26746"/>
                    <a:pt x="265919" y="26746"/>
                  </a:cubicBezTo>
                  <a:cubicBezTo>
                    <a:pt x="269520" y="26746"/>
                    <a:pt x="276035" y="29318"/>
                    <a:pt x="285464" y="34461"/>
                  </a:cubicBezTo>
                  <a:cubicBezTo>
                    <a:pt x="294723" y="34461"/>
                    <a:pt x="304924" y="33518"/>
                    <a:pt x="316068" y="31632"/>
                  </a:cubicBezTo>
                  <a:cubicBezTo>
                    <a:pt x="327212" y="29746"/>
                    <a:pt x="344186" y="26060"/>
                    <a:pt x="366989" y="20574"/>
                  </a:cubicBezTo>
                  <a:cubicBezTo>
                    <a:pt x="374361" y="18859"/>
                    <a:pt x="379805" y="18002"/>
                    <a:pt x="383319" y="18002"/>
                  </a:cubicBezTo>
                  <a:close/>
                  <a:moveTo>
                    <a:pt x="58507" y="0"/>
                  </a:moveTo>
                  <a:cubicBezTo>
                    <a:pt x="60822" y="0"/>
                    <a:pt x="65408" y="1328"/>
                    <a:pt x="72266" y="3986"/>
                  </a:cubicBezTo>
                  <a:cubicBezTo>
                    <a:pt x="79124" y="6643"/>
                    <a:pt x="82553" y="10201"/>
                    <a:pt x="82553" y="14659"/>
                  </a:cubicBezTo>
                  <a:cubicBezTo>
                    <a:pt x="82553" y="16373"/>
                    <a:pt x="82039" y="18945"/>
                    <a:pt x="81010" y="22374"/>
                  </a:cubicBezTo>
                  <a:cubicBezTo>
                    <a:pt x="79124" y="28546"/>
                    <a:pt x="77924" y="39347"/>
                    <a:pt x="77410" y="54778"/>
                  </a:cubicBezTo>
                  <a:cubicBezTo>
                    <a:pt x="101070" y="50835"/>
                    <a:pt x="114957" y="48177"/>
                    <a:pt x="119072" y="46806"/>
                  </a:cubicBezTo>
                  <a:cubicBezTo>
                    <a:pt x="123358" y="44920"/>
                    <a:pt x="126573" y="43977"/>
                    <a:pt x="128716" y="43977"/>
                  </a:cubicBezTo>
                  <a:cubicBezTo>
                    <a:pt x="130859" y="43977"/>
                    <a:pt x="135831" y="46163"/>
                    <a:pt x="143632" y="50535"/>
                  </a:cubicBezTo>
                  <a:cubicBezTo>
                    <a:pt x="151433" y="54907"/>
                    <a:pt x="155334" y="58464"/>
                    <a:pt x="155334" y="61207"/>
                  </a:cubicBezTo>
                  <a:cubicBezTo>
                    <a:pt x="155334" y="63093"/>
                    <a:pt x="154005" y="65065"/>
                    <a:pt x="151348" y="67122"/>
                  </a:cubicBezTo>
                  <a:cubicBezTo>
                    <a:pt x="148690" y="69180"/>
                    <a:pt x="146376" y="72137"/>
                    <a:pt x="144404" y="75995"/>
                  </a:cubicBezTo>
                  <a:cubicBezTo>
                    <a:pt x="142432" y="79853"/>
                    <a:pt x="140761" y="84482"/>
                    <a:pt x="139389" y="89882"/>
                  </a:cubicBezTo>
                  <a:cubicBezTo>
                    <a:pt x="138017" y="95283"/>
                    <a:pt x="135703" y="102913"/>
                    <a:pt x="132445" y="112771"/>
                  </a:cubicBezTo>
                  <a:cubicBezTo>
                    <a:pt x="129188" y="122629"/>
                    <a:pt x="125930" y="129573"/>
                    <a:pt x="122673" y="133602"/>
                  </a:cubicBezTo>
                  <a:cubicBezTo>
                    <a:pt x="119415" y="137631"/>
                    <a:pt x="116886" y="139646"/>
                    <a:pt x="115086" y="139646"/>
                  </a:cubicBezTo>
                  <a:cubicBezTo>
                    <a:pt x="113286" y="139646"/>
                    <a:pt x="111743" y="138574"/>
                    <a:pt x="110457" y="136431"/>
                  </a:cubicBezTo>
                  <a:cubicBezTo>
                    <a:pt x="109171" y="134288"/>
                    <a:pt x="107071" y="133216"/>
                    <a:pt x="104156" y="133216"/>
                  </a:cubicBezTo>
                  <a:cubicBezTo>
                    <a:pt x="101241" y="133216"/>
                    <a:pt x="91897" y="134331"/>
                    <a:pt x="76124" y="136560"/>
                  </a:cubicBezTo>
                  <a:cubicBezTo>
                    <a:pt x="75953" y="147190"/>
                    <a:pt x="76210" y="155548"/>
                    <a:pt x="76896" y="161634"/>
                  </a:cubicBezTo>
                  <a:cubicBezTo>
                    <a:pt x="77581" y="167721"/>
                    <a:pt x="78953" y="172264"/>
                    <a:pt x="81010" y="175264"/>
                  </a:cubicBezTo>
                  <a:cubicBezTo>
                    <a:pt x="83068" y="178265"/>
                    <a:pt x="87568" y="180665"/>
                    <a:pt x="94512" y="182465"/>
                  </a:cubicBezTo>
                  <a:cubicBezTo>
                    <a:pt x="101456" y="184266"/>
                    <a:pt x="109385" y="185166"/>
                    <a:pt x="118301" y="185166"/>
                  </a:cubicBezTo>
                  <a:cubicBezTo>
                    <a:pt x="127216" y="185166"/>
                    <a:pt x="135831" y="184480"/>
                    <a:pt x="144147" y="183108"/>
                  </a:cubicBezTo>
                  <a:cubicBezTo>
                    <a:pt x="152462" y="181737"/>
                    <a:pt x="157734" y="179979"/>
                    <a:pt x="159963" y="177836"/>
                  </a:cubicBezTo>
                  <a:cubicBezTo>
                    <a:pt x="162192" y="175693"/>
                    <a:pt x="164164" y="172736"/>
                    <a:pt x="165878" y="168964"/>
                  </a:cubicBezTo>
                  <a:cubicBezTo>
                    <a:pt x="167593" y="165192"/>
                    <a:pt x="169821" y="156534"/>
                    <a:pt x="172565" y="142989"/>
                  </a:cubicBezTo>
                  <a:cubicBezTo>
                    <a:pt x="173250" y="139560"/>
                    <a:pt x="174193" y="137845"/>
                    <a:pt x="175394" y="137845"/>
                  </a:cubicBezTo>
                  <a:cubicBezTo>
                    <a:pt x="176594" y="137845"/>
                    <a:pt x="177408" y="140031"/>
                    <a:pt x="177837" y="144403"/>
                  </a:cubicBezTo>
                  <a:cubicBezTo>
                    <a:pt x="178265" y="148775"/>
                    <a:pt x="179380" y="154433"/>
                    <a:pt x="181180" y="161377"/>
                  </a:cubicBezTo>
                  <a:cubicBezTo>
                    <a:pt x="182980" y="168321"/>
                    <a:pt x="184480" y="172864"/>
                    <a:pt x="185681" y="175007"/>
                  </a:cubicBezTo>
                  <a:cubicBezTo>
                    <a:pt x="186881" y="177150"/>
                    <a:pt x="187481" y="178993"/>
                    <a:pt x="187481" y="180537"/>
                  </a:cubicBezTo>
                  <a:cubicBezTo>
                    <a:pt x="187481" y="185337"/>
                    <a:pt x="181180" y="190095"/>
                    <a:pt x="168578" y="194810"/>
                  </a:cubicBezTo>
                  <a:cubicBezTo>
                    <a:pt x="155977" y="199525"/>
                    <a:pt x="141446" y="201882"/>
                    <a:pt x="124987" y="201882"/>
                  </a:cubicBezTo>
                  <a:cubicBezTo>
                    <a:pt x="113157" y="201882"/>
                    <a:pt x="103127" y="200596"/>
                    <a:pt x="94898" y="198024"/>
                  </a:cubicBezTo>
                  <a:cubicBezTo>
                    <a:pt x="86668" y="195453"/>
                    <a:pt x="80239" y="191981"/>
                    <a:pt x="75610" y="187609"/>
                  </a:cubicBezTo>
                  <a:cubicBezTo>
                    <a:pt x="70980" y="183237"/>
                    <a:pt x="67937" y="177450"/>
                    <a:pt x="66480" y="170250"/>
                  </a:cubicBezTo>
                  <a:cubicBezTo>
                    <a:pt x="65023" y="163049"/>
                    <a:pt x="64380" y="152333"/>
                    <a:pt x="64551" y="138103"/>
                  </a:cubicBezTo>
                  <a:cubicBezTo>
                    <a:pt x="51007" y="140160"/>
                    <a:pt x="40977" y="141360"/>
                    <a:pt x="34462" y="141703"/>
                  </a:cubicBezTo>
                  <a:cubicBezTo>
                    <a:pt x="34290" y="146161"/>
                    <a:pt x="33004" y="148390"/>
                    <a:pt x="30604" y="148390"/>
                  </a:cubicBezTo>
                  <a:cubicBezTo>
                    <a:pt x="29232" y="148390"/>
                    <a:pt x="27861" y="147190"/>
                    <a:pt x="26489" y="144789"/>
                  </a:cubicBezTo>
                  <a:cubicBezTo>
                    <a:pt x="25118" y="142389"/>
                    <a:pt x="24089" y="139560"/>
                    <a:pt x="23403" y="136302"/>
                  </a:cubicBezTo>
                  <a:cubicBezTo>
                    <a:pt x="19460" y="118129"/>
                    <a:pt x="15688" y="102870"/>
                    <a:pt x="12087" y="90525"/>
                  </a:cubicBezTo>
                  <a:cubicBezTo>
                    <a:pt x="8487" y="78181"/>
                    <a:pt x="5572" y="70937"/>
                    <a:pt x="3343" y="68794"/>
                  </a:cubicBezTo>
                  <a:cubicBezTo>
                    <a:pt x="1115" y="66651"/>
                    <a:pt x="0" y="64636"/>
                    <a:pt x="0" y="62750"/>
                  </a:cubicBezTo>
                  <a:cubicBezTo>
                    <a:pt x="0" y="60864"/>
                    <a:pt x="1543" y="59921"/>
                    <a:pt x="4629" y="59921"/>
                  </a:cubicBezTo>
                  <a:cubicBezTo>
                    <a:pt x="7715" y="59921"/>
                    <a:pt x="12345" y="61293"/>
                    <a:pt x="18517" y="64036"/>
                  </a:cubicBezTo>
                  <a:cubicBezTo>
                    <a:pt x="35490" y="61636"/>
                    <a:pt x="50921" y="59236"/>
                    <a:pt x="64808" y="56835"/>
                  </a:cubicBezTo>
                  <a:cubicBezTo>
                    <a:pt x="64637" y="36261"/>
                    <a:pt x="62965" y="22760"/>
                    <a:pt x="59793" y="16330"/>
                  </a:cubicBezTo>
                  <a:cubicBezTo>
                    <a:pt x="56622" y="9901"/>
                    <a:pt x="55036" y="5572"/>
                    <a:pt x="55036" y="3343"/>
                  </a:cubicBezTo>
                  <a:cubicBezTo>
                    <a:pt x="55036" y="1114"/>
                    <a:pt x="56193" y="0"/>
                    <a:pt x="5850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211D8D8-2B31-4622-A01F-44550F94A3A6}"/>
                </a:ext>
              </a:extLst>
            </p:cNvPr>
            <p:cNvSpPr txBox="1"/>
            <p:nvPr/>
          </p:nvSpPr>
          <p:spPr>
            <a:xfrm>
              <a:off x="5495864" y="1132038"/>
              <a:ext cx="297820" cy="120299"/>
            </a:xfrm>
            <a:custGeom>
              <a:avLst/>
              <a:gdLst/>
              <a:ahLst/>
              <a:cxnLst/>
              <a:rect l="l" t="t" r="r" b="b"/>
              <a:pathLst>
                <a:path w="844180" h="340994">
                  <a:moveTo>
                    <a:pt x="445592" y="69308"/>
                  </a:moveTo>
                  <a:lnTo>
                    <a:pt x="360536" y="292550"/>
                  </a:lnTo>
                  <a:lnTo>
                    <a:pt x="515913" y="292550"/>
                  </a:lnTo>
                  <a:close/>
                  <a:moveTo>
                    <a:pt x="121667" y="54128"/>
                  </a:moveTo>
                  <a:lnTo>
                    <a:pt x="153368" y="54128"/>
                  </a:lnTo>
                  <a:lnTo>
                    <a:pt x="153368" y="182715"/>
                  </a:lnTo>
                  <a:lnTo>
                    <a:pt x="275035" y="182715"/>
                  </a:lnTo>
                  <a:lnTo>
                    <a:pt x="275035" y="212407"/>
                  </a:lnTo>
                  <a:lnTo>
                    <a:pt x="153368" y="212407"/>
                  </a:lnTo>
                  <a:lnTo>
                    <a:pt x="153368" y="340994"/>
                  </a:lnTo>
                  <a:lnTo>
                    <a:pt x="121667" y="340994"/>
                  </a:lnTo>
                  <a:lnTo>
                    <a:pt x="121667" y="212407"/>
                  </a:lnTo>
                  <a:lnTo>
                    <a:pt x="0" y="212407"/>
                  </a:lnTo>
                  <a:lnTo>
                    <a:pt x="0" y="182715"/>
                  </a:lnTo>
                  <a:lnTo>
                    <a:pt x="121667" y="182715"/>
                  </a:lnTo>
                  <a:close/>
                  <a:moveTo>
                    <a:pt x="437778" y="19972"/>
                  </a:moveTo>
                  <a:lnTo>
                    <a:pt x="470818" y="19972"/>
                  </a:lnTo>
                  <a:lnTo>
                    <a:pt x="565026" y="313982"/>
                  </a:lnTo>
                  <a:lnTo>
                    <a:pt x="565026" y="328269"/>
                  </a:lnTo>
                  <a:lnTo>
                    <a:pt x="321023" y="328269"/>
                  </a:lnTo>
                  <a:lnTo>
                    <a:pt x="321023" y="313982"/>
                  </a:lnTo>
                  <a:close/>
                  <a:moveTo>
                    <a:pt x="627010" y="0"/>
                  </a:moveTo>
                  <a:lnTo>
                    <a:pt x="659929" y="0"/>
                  </a:lnTo>
                  <a:lnTo>
                    <a:pt x="659929" y="197967"/>
                  </a:lnTo>
                  <a:cubicBezTo>
                    <a:pt x="659929" y="218389"/>
                    <a:pt x="660462" y="233781"/>
                    <a:pt x="661529" y="244144"/>
                  </a:cubicBezTo>
                  <a:cubicBezTo>
                    <a:pt x="662596" y="254508"/>
                    <a:pt x="666253" y="264490"/>
                    <a:pt x="672502" y="274091"/>
                  </a:cubicBezTo>
                  <a:cubicBezTo>
                    <a:pt x="678750" y="283692"/>
                    <a:pt x="687513" y="291312"/>
                    <a:pt x="698791" y="296951"/>
                  </a:cubicBezTo>
                  <a:cubicBezTo>
                    <a:pt x="710068" y="302590"/>
                    <a:pt x="722870" y="305409"/>
                    <a:pt x="737195" y="305409"/>
                  </a:cubicBezTo>
                  <a:cubicBezTo>
                    <a:pt x="748778" y="305409"/>
                    <a:pt x="759446" y="303047"/>
                    <a:pt x="769199" y="298323"/>
                  </a:cubicBezTo>
                  <a:cubicBezTo>
                    <a:pt x="778953" y="293598"/>
                    <a:pt x="787183" y="286969"/>
                    <a:pt x="793888" y="278434"/>
                  </a:cubicBezTo>
                  <a:cubicBezTo>
                    <a:pt x="800594" y="269900"/>
                    <a:pt x="805242" y="260527"/>
                    <a:pt x="807833" y="250317"/>
                  </a:cubicBezTo>
                  <a:cubicBezTo>
                    <a:pt x="810424" y="240106"/>
                    <a:pt x="811719" y="222656"/>
                    <a:pt x="811719" y="197967"/>
                  </a:cubicBezTo>
                  <a:lnTo>
                    <a:pt x="811719" y="0"/>
                  </a:lnTo>
                  <a:lnTo>
                    <a:pt x="844180" y="0"/>
                  </a:lnTo>
                  <a:lnTo>
                    <a:pt x="844180" y="197967"/>
                  </a:lnTo>
                  <a:cubicBezTo>
                    <a:pt x="844180" y="231190"/>
                    <a:pt x="840827" y="256641"/>
                    <a:pt x="834122" y="274320"/>
                  </a:cubicBezTo>
                  <a:cubicBezTo>
                    <a:pt x="827416" y="291998"/>
                    <a:pt x="815605" y="306781"/>
                    <a:pt x="798689" y="318668"/>
                  </a:cubicBezTo>
                  <a:cubicBezTo>
                    <a:pt x="781772" y="330555"/>
                    <a:pt x="761884" y="336499"/>
                    <a:pt x="739024" y="336499"/>
                  </a:cubicBezTo>
                  <a:cubicBezTo>
                    <a:pt x="720736" y="336499"/>
                    <a:pt x="704277" y="333527"/>
                    <a:pt x="689647" y="327583"/>
                  </a:cubicBezTo>
                  <a:cubicBezTo>
                    <a:pt x="675016" y="321640"/>
                    <a:pt x="662824" y="313334"/>
                    <a:pt x="653071" y="302666"/>
                  </a:cubicBezTo>
                  <a:cubicBezTo>
                    <a:pt x="643317" y="291998"/>
                    <a:pt x="636535" y="280111"/>
                    <a:pt x="632725" y="267004"/>
                  </a:cubicBezTo>
                  <a:cubicBezTo>
                    <a:pt x="628915" y="253898"/>
                    <a:pt x="627010" y="230886"/>
                    <a:pt x="627010" y="197967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60E8E79-FFC6-4925-BF4C-CD9E1FE186E1}"/>
                </a:ext>
              </a:extLst>
            </p:cNvPr>
            <p:cNvGrpSpPr/>
            <p:nvPr/>
          </p:nvGrpSpPr>
          <p:grpSpPr>
            <a:xfrm>
              <a:off x="4958805" y="1715222"/>
              <a:ext cx="2227802" cy="1637352"/>
              <a:chOff x="4390830" y="4009991"/>
              <a:chExt cx="3577041" cy="2314566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BF16CDA-704D-4522-A305-CF1D7846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122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8F2A4AF-056B-4C9D-B5E8-301F9ADA0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4346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0E6DFFA-00AB-4058-8C60-29E570223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1799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D130842A-4C62-45C5-BF7B-958092C73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22024" y="4446450"/>
                <a:ext cx="0" cy="18781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右大括号 48">
                <a:extLst>
                  <a:ext uri="{FF2B5EF4-FFF2-40B4-BE49-F238E27FC236}">
                    <a16:creationId xmlns:a16="http://schemas.microsoft.com/office/drawing/2014/main" id="{99CBF289-8DA5-47B4-88DA-FEA1C92A03FC}"/>
                  </a:ext>
                </a:extLst>
              </p:cNvPr>
              <p:cNvSpPr/>
              <p:nvPr/>
            </p:nvSpPr>
            <p:spPr>
              <a:xfrm rot="16200000">
                <a:off x="4565188" y="4260763"/>
                <a:ext cx="134213" cy="168669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右大括号 49">
                <a:extLst>
                  <a:ext uri="{FF2B5EF4-FFF2-40B4-BE49-F238E27FC236}">
                    <a16:creationId xmlns:a16="http://schemas.microsoft.com/office/drawing/2014/main" id="{4B4615E0-9D4B-42E4-BB54-486763D593AE}"/>
                  </a:ext>
                </a:extLst>
              </p:cNvPr>
              <p:cNvSpPr/>
              <p:nvPr/>
            </p:nvSpPr>
            <p:spPr>
              <a:xfrm rot="16200000">
                <a:off x="7670169" y="4260760"/>
                <a:ext cx="134213" cy="168669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A286066-2685-4DB2-AEF6-B41D42C58AA1}"/>
                  </a:ext>
                </a:extLst>
              </p:cNvPr>
              <p:cNvSpPr txBox="1"/>
              <p:nvPr/>
            </p:nvSpPr>
            <p:spPr>
              <a:xfrm>
                <a:off x="7448359" y="4009991"/>
                <a:ext cx="519512" cy="176803"/>
              </a:xfrm>
              <a:custGeom>
                <a:avLst/>
                <a:gdLst/>
                <a:ahLst/>
                <a:cxnLst/>
                <a:rect l="l" t="t" r="r" b="b"/>
                <a:pathLst>
                  <a:path w="200743" h="68318">
                    <a:moveTo>
                      <a:pt x="0" y="36667"/>
                    </a:moveTo>
                    <a:lnTo>
                      <a:pt x="24252" y="36667"/>
                    </a:lnTo>
                    <a:lnTo>
                      <a:pt x="24252" y="43341"/>
                    </a:lnTo>
                    <a:lnTo>
                      <a:pt x="0" y="43341"/>
                    </a:lnTo>
                    <a:close/>
                    <a:moveTo>
                      <a:pt x="77656" y="14160"/>
                    </a:moveTo>
                    <a:lnTo>
                      <a:pt x="53438" y="58784"/>
                    </a:lnTo>
                    <a:lnTo>
                      <a:pt x="103022" y="58784"/>
                    </a:lnTo>
                    <a:close/>
                    <a:moveTo>
                      <a:pt x="168098" y="7516"/>
                    </a:moveTo>
                    <a:cubicBezTo>
                      <a:pt x="161269" y="7516"/>
                      <a:pt x="155457" y="9954"/>
                      <a:pt x="150664" y="14828"/>
                    </a:cubicBezTo>
                    <a:cubicBezTo>
                      <a:pt x="145871" y="19703"/>
                      <a:pt x="143474" y="25670"/>
                      <a:pt x="143474" y="32729"/>
                    </a:cubicBezTo>
                    <a:cubicBezTo>
                      <a:pt x="143474" y="39875"/>
                      <a:pt x="145915" y="45794"/>
                      <a:pt x="150797" y="50485"/>
                    </a:cubicBezTo>
                    <a:cubicBezTo>
                      <a:pt x="155678" y="55176"/>
                      <a:pt x="161474" y="57522"/>
                      <a:pt x="168183" y="57522"/>
                    </a:cubicBezTo>
                    <a:cubicBezTo>
                      <a:pt x="172675" y="57522"/>
                      <a:pt x="176707" y="56568"/>
                      <a:pt x="180277" y="54660"/>
                    </a:cubicBezTo>
                    <a:lnTo>
                      <a:pt x="166820" y="37003"/>
                    </a:lnTo>
                    <a:lnTo>
                      <a:pt x="175424" y="37003"/>
                    </a:lnTo>
                    <a:lnTo>
                      <a:pt x="185913" y="50541"/>
                    </a:lnTo>
                    <a:cubicBezTo>
                      <a:pt x="190508" y="45752"/>
                      <a:pt x="192806" y="39730"/>
                      <a:pt x="192806" y="32477"/>
                    </a:cubicBezTo>
                    <a:cubicBezTo>
                      <a:pt x="192806" y="25487"/>
                      <a:pt x="190366" y="19579"/>
                      <a:pt x="185486" y="14754"/>
                    </a:cubicBezTo>
                    <a:cubicBezTo>
                      <a:pt x="180607" y="9929"/>
                      <a:pt x="174811" y="7516"/>
                      <a:pt x="168098" y="7516"/>
                    </a:cubicBezTo>
                    <a:close/>
                    <a:moveTo>
                      <a:pt x="77704" y="3195"/>
                    </a:moveTo>
                    <a:lnTo>
                      <a:pt x="112558" y="64870"/>
                    </a:lnTo>
                    <a:lnTo>
                      <a:pt x="44071" y="64870"/>
                    </a:lnTo>
                    <a:close/>
                    <a:moveTo>
                      <a:pt x="168098" y="0"/>
                    </a:moveTo>
                    <a:cubicBezTo>
                      <a:pt x="174023" y="0"/>
                      <a:pt x="179508" y="1442"/>
                      <a:pt x="184554" y="4325"/>
                    </a:cubicBezTo>
                    <a:cubicBezTo>
                      <a:pt x="189600" y="7208"/>
                      <a:pt x="193560" y="11150"/>
                      <a:pt x="196433" y="16150"/>
                    </a:cubicBezTo>
                    <a:cubicBezTo>
                      <a:pt x="199307" y="21151"/>
                      <a:pt x="200743" y="26593"/>
                      <a:pt x="200743" y="32477"/>
                    </a:cubicBezTo>
                    <a:cubicBezTo>
                      <a:pt x="200743" y="41970"/>
                      <a:pt x="197296" y="49884"/>
                      <a:pt x="190400" y="56219"/>
                    </a:cubicBezTo>
                    <a:lnTo>
                      <a:pt x="199314" y="68318"/>
                    </a:lnTo>
                    <a:lnTo>
                      <a:pt x="190625" y="68318"/>
                    </a:lnTo>
                    <a:lnTo>
                      <a:pt x="184705" y="60497"/>
                    </a:lnTo>
                    <a:cubicBezTo>
                      <a:pt x="180019" y="63524"/>
                      <a:pt x="174651" y="65038"/>
                      <a:pt x="168603" y="65038"/>
                    </a:cubicBezTo>
                    <a:cubicBezTo>
                      <a:pt x="159226" y="65038"/>
                      <a:pt x="151357" y="61914"/>
                      <a:pt x="144995" y="55667"/>
                    </a:cubicBezTo>
                    <a:cubicBezTo>
                      <a:pt x="138634" y="49421"/>
                      <a:pt x="135453" y="41774"/>
                      <a:pt x="135453" y="32729"/>
                    </a:cubicBezTo>
                    <a:cubicBezTo>
                      <a:pt x="135453" y="23513"/>
                      <a:pt x="138532" y="15755"/>
                      <a:pt x="144689" y="9453"/>
                    </a:cubicBezTo>
                    <a:cubicBezTo>
                      <a:pt x="150847" y="3151"/>
                      <a:pt x="158650" y="0"/>
                      <a:pt x="16809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49E7021-31DC-4E9F-B636-106C199BACD3}"/>
                  </a:ext>
                </a:extLst>
              </p:cNvPr>
              <p:cNvSpPr txBox="1"/>
              <p:nvPr/>
            </p:nvSpPr>
            <p:spPr>
              <a:xfrm>
                <a:off x="4390830" y="4009991"/>
                <a:ext cx="563587" cy="176803"/>
              </a:xfrm>
              <a:custGeom>
                <a:avLst/>
                <a:gdLst/>
                <a:ahLst/>
                <a:cxnLst/>
                <a:rect l="l" t="t" r="r" b="b"/>
                <a:pathLst>
                  <a:path w="217774" h="68318">
                    <a:moveTo>
                      <a:pt x="94687" y="14160"/>
                    </a:moveTo>
                    <a:lnTo>
                      <a:pt x="70469" y="58784"/>
                    </a:lnTo>
                    <a:lnTo>
                      <a:pt x="120053" y="58784"/>
                    </a:lnTo>
                    <a:close/>
                    <a:moveTo>
                      <a:pt x="17997" y="11101"/>
                    </a:moveTo>
                    <a:lnTo>
                      <a:pt x="25261" y="11101"/>
                    </a:lnTo>
                    <a:lnTo>
                      <a:pt x="25261" y="28846"/>
                    </a:lnTo>
                    <a:lnTo>
                      <a:pt x="43257" y="28846"/>
                    </a:lnTo>
                    <a:lnTo>
                      <a:pt x="43257" y="36108"/>
                    </a:lnTo>
                    <a:lnTo>
                      <a:pt x="25261" y="36108"/>
                    </a:lnTo>
                    <a:lnTo>
                      <a:pt x="25261" y="53938"/>
                    </a:lnTo>
                    <a:lnTo>
                      <a:pt x="17997" y="53938"/>
                    </a:lnTo>
                    <a:lnTo>
                      <a:pt x="17997" y="36108"/>
                    </a:lnTo>
                    <a:lnTo>
                      <a:pt x="0" y="36108"/>
                    </a:lnTo>
                    <a:lnTo>
                      <a:pt x="0" y="28846"/>
                    </a:lnTo>
                    <a:lnTo>
                      <a:pt x="17997" y="28846"/>
                    </a:lnTo>
                    <a:close/>
                    <a:moveTo>
                      <a:pt x="185129" y="7516"/>
                    </a:moveTo>
                    <a:cubicBezTo>
                      <a:pt x="178300" y="7516"/>
                      <a:pt x="172488" y="9954"/>
                      <a:pt x="167695" y="14828"/>
                    </a:cubicBezTo>
                    <a:cubicBezTo>
                      <a:pt x="162902" y="19703"/>
                      <a:pt x="160505" y="25670"/>
                      <a:pt x="160505" y="32729"/>
                    </a:cubicBezTo>
                    <a:cubicBezTo>
                      <a:pt x="160505" y="39875"/>
                      <a:pt x="162946" y="45794"/>
                      <a:pt x="167828" y="50485"/>
                    </a:cubicBezTo>
                    <a:cubicBezTo>
                      <a:pt x="172709" y="55176"/>
                      <a:pt x="178505" y="57522"/>
                      <a:pt x="185214" y="57522"/>
                    </a:cubicBezTo>
                    <a:cubicBezTo>
                      <a:pt x="189706" y="57522"/>
                      <a:pt x="193738" y="56568"/>
                      <a:pt x="197308" y="54660"/>
                    </a:cubicBezTo>
                    <a:lnTo>
                      <a:pt x="183851" y="37003"/>
                    </a:lnTo>
                    <a:lnTo>
                      <a:pt x="192455" y="37003"/>
                    </a:lnTo>
                    <a:lnTo>
                      <a:pt x="202944" y="50541"/>
                    </a:lnTo>
                    <a:cubicBezTo>
                      <a:pt x="207539" y="45752"/>
                      <a:pt x="209837" y="39730"/>
                      <a:pt x="209837" y="32477"/>
                    </a:cubicBezTo>
                    <a:cubicBezTo>
                      <a:pt x="209837" y="25487"/>
                      <a:pt x="207397" y="19579"/>
                      <a:pt x="202517" y="14754"/>
                    </a:cubicBezTo>
                    <a:cubicBezTo>
                      <a:pt x="197638" y="9929"/>
                      <a:pt x="191842" y="7516"/>
                      <a:pt x="185129" y="7516"/>
                    </a:cubicBezTo>
                    <a:close/>
                    <a:moveTo>
                      <a:pt x="94735" y="3195"/>
                    </a:moveTo>
                    <a:lnTo>
                      <a:pt x="129589" y="64870"/>
                    </a:lnTo>
                    <a:lnTo>
                      <a:pt x="61102" y="64870"/>
                    </a:lnTo>
                    <a:close/>
                    <a:moveTo>
                      <a:pt x="185129" y="0"/>
                    </a:moveTo>
                    <a:cubicBezTo>
                      <a:pt x="191054" y="0"/>
                      <a:pt x="196539" y="1442"/>
                      <a:pt x="201585" y="4325"/>
                    </a:cubicBezTo>
                    <a:cubicBezTo>
                      <a:pt x="206631" y="7208"/>
                      <a:pt x="210591" y="11150"/>
                      <a:pt x="213464" y="16150"/>
                    </a:cubicBezTo>
                    <a:cubicBezTo>
                      <a:pt x="216338" y="21151"/>
                      <a:pt x="217774" y="26593"/>
                      <a:pt x="217774" y="32477"/>
                    </a:cubicBezTo>
                    <a:cubicBezTo>
                      <a:pt x="217774" y="41970"/>
                      <a:pt x="214327" y="49884"/>
                      <a:pt x="207431" y="56219"/>
                    </a:cubicBezTo>
                    <a:lnTo>
                      <a:pt x="216345" y="68318"/>
                    </a:lnTo>
                    <a:lnTo>
                      <a:pt x="207656" y="68318"/>
                    </a:lnTo>
                    <a:lnTo>
                      <a:pt x="201736" y="60497"/>
                    </a:lnTo>
                    <a:cubicBezTo>
                      <a:pt x="197050" y="63524"/>
                      <a:pt x="191682" y="65038"/>
                      <a:pt x="185634" y="65038"/>
                    </a:cubicBezTo>
                    <a:cubicBezTo>
                      <a:pt x="176257" y="65038"/>
                      <a:pt x="168388" y="61914"/>
                      <a:pt x="162026" y="55667"/>
                    </a:cubicBezTo>
                    <a:cubicBezTo>
                      <a:pt x="155665" y="49421"/>
                      <a:pt x="152484" y="41774"/>
                      <a:pt x="152484" y="32729"/>
                    </a:cubicBezTo>
                    <a:cubicBezTo>
                      <a:pt x="152484" y="23513"/>
                      <a:pt x="155563" y="15755"/>
                      <a:pt x="161720" y="9453"/>
                    </a:cubicBezTo>
                    <a:cubicBezTo>
                      <a:pt x="167878" y="3151"/>
                      <a:pt x="175681" y="0"/>
                      <a:pt x="18512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7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2EBC09A0-0475-430A-B124-0C2274440384}"/>
              </a:ext>
            </a:extLst>
          </p:cNvPr>
          <p:cNvSpPr txBox="1"/>
          <p:nvPr/>
        </p:nvSpPr>
        <p:spPr>
          <a:xfrm>
            <a:off x="13993622" y="4276633"/>
            <a:ext cx="1035215" cy="249402"/>
          </a:xfrm>
          <a:custGeom>
            <a:avLst/>
            <a:gdLst/>
            <a:ahLst/>
            <a:cxnLst/>
            <a:rect l="l" t="t" r="r" b="b"/>
            <a:pathLst>
              <a:path w="2693069" h="648810">
                <a:moveTo>
                  <a:pt x="2269223" y="439577"/>
                </a:moveTo>
                <a:lnTo>
                  <a:pt x="2269223" y="540914"/>
                </a:lnTo>
                <a:lnTo>
                  <a:pt x="2504441" y="540914"/>
                </a:lnTo>
                <a:lnTo>
                  <a:pt x="2504441" y="439577"/>
                </a:lnTo>
                <a:close/>
                <a:moveTo>
                  <a:pt x="1711819" y="309736"/>
                </a:moveTo>
                <a:lnTo>
                  <a:pt x="1711819" y="399640"/>
                </a:lnTo>
                <a:lnTo>
                  <a:pt x="1861591" y="399640"/>
                </a:lnTo>
                <a:lnTo>
                  <a:pt x="1861591" y="309736"/>
                </a:lnTo>
                <a:close/>
                <a:moveTo>
                  <a:pt x="1501921" y="309736"/>
                </a:moveTo>
                <a:lnTo>
                  <a:pt x="1501921" y="399640"/>
                </a:lnTo>
                <a:lnTo>
                  <a:pt x="1655723" y="399640"/>
                </a:lnTo>
                <a:lnTo>
                  <a:pt x="1655723" y="309736"/>
                </a:lnTo>
                <a:close/>
                <a:moveTo>
                  <a:pt x="2389913" y="277439"/>
                </a:moveTo>
                <a:cubicBezTo>
                  <a:pt x="2331049" y="335260"/>
                  <a:pt x="2280281" y="373633"/>
                  <a:pt x="2237611" y="392557"/>
                </a:cubicBezTo>
                <a:cubicBezTo>
                  <a:pt x="2256679" y="393242"/>
                  <a:pt x="2303425" y="393585"/>
                  <a:pt x="2377853" y="393585"/>
                </a:cubicBezTo>
                <a:cubicBezTo>
                  <a:pt x="2452279" y="393585"/>
                  <a:pt x="2505913" y="393075"/>
                  <a:pt x="2538753" y="392053"/>
                </a:cubicBezTo>
                <a:cubicBezTo>
                  <a:pt x="2491461" y="371650"/>
                  <a:pt x="2441849" y="333446"/>
                  <a:pt x="2389913" y="277439"/>
                </a:cubicBezTo>
                <a:close/>
                <a:moveTo>
                  <a:pt x="2379863" y="200479"/>
                </a:moveTo>
                <a:cubicBezTo>
                  <a:pt x="2397785" y="211938"/>
                  <a:pt x="2414199" y="221074"/>
                  <a:pt x="2429101" y="227890"/>
                </a:cubicBezTo>
                <a:cubicBezTo>
                  <a:pt x="2437337" y="231326"/>
                  <a:pt x="2441455" y="235912"/>
                  <a:pt x="2441455" y="241649"/>
                </a:cubicBezTo>
                <a:cubicBezTo>
                  <a:pt x="2441455" y="249364"/>
                  <a:pt x="2438095" y="253221"/>
                  <a:pt x="2431377" y="253221"/>
                </a:cubicBezTo>
                <a:cubicBezTo>
                  <a:pt x="2424659" y="253221"/>
                  <a:pt x="2420617" y="252979"/>
                  <a:pt x="2419253" y="252493"/>
                </a:cubicBezTo>
                <a:cubicBezTo>
                  <a:pt x="2488947" y="328174"/>
                  <a:pt x="2580219" y="377194"/>
                  <a:pt x="2693069" y="399554"/>
                </a:cubicBezTo>
                <a:cubicBezTo>
                  <a:pt x="2679511" y="416520"/>
                  <a:pt x="2669755" y="434569"/>
                  <a:pt x="2663805" y="453700"/>
                </a:cubicBezTo>
                <a:cubicBezTo>
                  <a:pt x="2618091" y="439020"/>
                  <a:pt x="2584251" y="424446"/>
                  <a:pt x="2562285" y="409980"/>
                </a:cubicBezTo>
                <a:cubicBezTo>
                  <a:pt x="2561571" y="421560"/>
                  <a:pt x="2561213" y="434073"/>
                  <a:pt x="2561213" y="447517"/>
                </a:cubicBezTo>
                <a:lnTo>
                  <a:pt x="2561213" y="579384"/>
                </a:lnTo>
                <a:cubicBezTo>
                  <a:pt x="2561213" y="591864"/>
                  <a:pt x="2562335" y="608276"/>
                  <a:pt x="2564579" y="628622"/>
                </a:cubicBezTo>
                <a:lnTo>
                  <a:pt x="2504441" y="628622"/>
                </a:lnTo>
                <a:lnTo>
                  <a:pt x="2504441" y="584891"/>
                </a:lnTo>
                <a:lnTo>
                  <a:pt x="2269223" y="584891"/>
                </a:lnTo>
                <a:lnTo>
                  <a:pt x="2269223" y="635351"/>
                </a:lnTo>
                <a:lnTo>
                  <a:pt x="2209087" y="635351"/>
                </a:lnTo>
                <a:cubicBezTo>
                  <a:pt x="2212231" y="608669"/>
                  <a:pt x="2213803" y="589788"/>
                  <a:pt x="2213803" y="578709"/>
                </a:cubicBezTo>
                <a:lnTo>
                  <a:pt x="2213803" y="444152"/>
                </a:lnTo>
                <a:cubicBezTo>
                  <a:pt x="2213803" y="431415"/>
                  <a:pt x="2213373" y="420696"/>
                  <a:pt x="2212515" y="411995"/>
                </a:cubicBezTo>
                <a:cubicBezTo>
                  <a:pt x="2188699" y="427854"/>
                  <a:pt x="2156167" y="444449"/>
                  <a:pt x="2114919" y="461780"/>
                </a:cubicBezTo>
                <a:cubicBezTo>
                  <a:pt x="2108939" y="445056"/>
                  <a:pt x="2097719" y="429593"/>
                  <a:pt x="2081261" y="415392"/>
                </a:cubicBezTo>
                <a:cubicBezTo>
                  <a:pt x="2148239" y="394575"/>
                  <a:pt x="2201821" y="369593"/>
                  <a:pt x="2242005" y="340447"/>
                </a:cubicBezTo>
                <a:cubicBezTo>
                  <a:pt x="2282189" y="311300"/>
                  <a:pt x="2313005" y="286888"/>
                  <a:pt x="2334455" y="267211"/>
                </a:cubicBezTo>
                <a:cubicBezTo>
                  <a:pt x="2355903" y="247533"/>
                  <a:pt x="2371039" y="225289"/>
                  <a:pt x="2379863" y="200479"/>
                </a:cubicBezTo>
                <a:close/>
                <a:moveTo>
                  <a:pt x="1099342" y="183818"/>
                </a:moveTo>
                <a:lnTo>
                  <a:pt x="872037" y="194693"/>
                </a:lnTo>
                <a:cubicBezTo>
                  <a:pt x="856760" y="195564"/>
                  <a:pt x="841700" y="197177"/>
                  <a:pt x="826857" y="199531"/>
                </a:cubicBezTo>
                <a:lnTo>
                  <a:pt x="823618" y="200216"/>
                </a:lnTo>
                <a:lnTo>
                  <a:pt x="837110" y="206860"/>
                </a:lnTo>
                <a:cubicBezTo>
                  <a:pt x="844523" y="210371"/>
                  <a:pt x="850480" y="213027"/>
                  <a:pt x="854983" y="214827"/>
                </a:cubicBezTo>
                <a:cubicBezTo>
                  <a:pt x="863987" y="218428"/>
                  <a:pt x="868490" y="223384"/>
                  <a:pt x="868490" y="229695"/>
                </a:cubicBezTo>
                <a:cubicBezTo>
                  <a:pt x="868490" y="236007"/>
                  <a:pt x="864827" y="240425"/>
                  <a:pt x="857501" y="242950"/>
                </a:cubicBezTo>
                <a:cubicBezTo>
                  <a:pt x="850175" y="245476"/>
                  <a:pt x="840604" y="253071"/>
                  <a:pt x="828788" y="265737"/>
                </a:cubicBezTo>
                <a:cubicBezTo>
                  <a:pt x="808821" y="303271"/>
                  <a:pt x="794695" y="324577"/>
                  <a:pt x="786408" y="329656"/>
                </a:cubicBezTo>
                <a:lnTo>
                  <a:pt x="916667" y="320366"/>
                </a:lnTo>
                <a:cubicBezTo>
                  <a:pt x="905187" y="299063"/>
                  <a:pt x="890835" y="275903"/>
                  <a:pt x="873612" y="250885"/>
                </a:cubicBezTo>
                <a:lnTo>
                  <a:pt x="913410" y="227397"/>
                </a:lnTo>
                <a:cubicBezTo>
                  <a:pt x="944892" y="271024"/>
                  <a:pt x="971853" y="319573"/>
                  <a:pt x="994291" y="373044"/>
                </a:cubicBezTo>
                <a:lnTo>
                  <a:pt x="970081" y="382984"/>
                </a:lnTo>
                <a:lnTo>
                  <a:pt x="1000549" y="386350"/>
                </a:lnTo>
                <a:lnTo>
                  <a:pt x="1018087" y="387200"/>
                </a:lnTo>
                <a:lnTo>
                  <a:pt x="995384" y="340714"/>
                </a:lnTo>
                <a:cubicBezTo>
                  <a:pt x="1027063" y="323312"/>
                  <a:pt x="1058067" y="279854"/>
                  <a:pt x="1088395" y="210339"/>
                </a:cubicBezTo>
                <a:close/>
                <a:moveTo>
                  <a:pt x="1711819" y="166436"/>
                </a:moveTo>
                <a:lnTo>
                  <a:pt x="1711819" y="263733"/>
                </a:lnTo>
                <a:lnTo>
                  <a:pt x="1861591" y="263733"/>
                </a:lnTo>
                <a:lnTo>
                  <a:pt x="1861591" y="166436"/>
                </a:lnTo>
                <a:close/>
                <a:moveTo>
                  <a:pt x="1501921" y="166436"/>
                </a:moveTo>
                <a:lnTo>
                  <a:pt x="1501921" y="263733"/>
                </a:lnTo>
                <a:lnTo>
                  <a:pt x="1655723" y="263733"/>
                </a:lnTo>
                <a:lnTo>
                  <a:pt x="1655723" y="166436"/>
                </a:lnTo>
                <a:close/>
                <a:moveTo>
                  <a:pt x="2465233" y="147330"/>
                </a:moveTo>
                <a:cubicBezTo>
                  <a:pt x="2534207" y="183213"/>
                  <a:pt x="2591763" y="221210"/>
                  <a:pt x="2637905" y="261322"/>
                </a:cubicBezTo>
                <a:lnTo>
                  <a:pt x="2604537" y="300317"/>
                </a:lnTo>
                <a:cubicBezTo>
                  <a:pt x="2561117" y="260490"/>
                  <a:pt x="2506445" y="222528"/>
                  <a:pt x="2440523" y="186431"/>
                </a:cubicBezTo>
                <a:close/>
                <a:moveTo>
                  <a:pt x="2299559" y="141275"/>
                </a:moveTo>
                <a:cubicBezTo>
                  <a:pt x="2313289" y="155334"/>
                  <a:pt x="2325683" y="165225"/>
                  <a:pt x="2336743" y="170947"/>
                </a:cubicBezTo>
                <a:cubicBezTo>
                  <a:pt x="2343757" y="174440"/>
                  <a:pt x="2347265" y="179176"/>
                  <a:pt x="2347265" y="185156"/>
                </a:cubicBezTo>
                <a:cubicBezTo>
                  <a:pt x="2347265" y="191135"/>
                  <a:pt x="2342815" y="194525"/>
                  <a:pt x="2333913" y="195325"/>
                </a:cubicBezTo>
                <a:cubicBezTo>
                  <a:pt x="2326541" y="195718"/>
                  <a:pt x="2314661" y="202812"/>
                  <a:pt x="2298273" y="216606"/>
                </a:cubicBezTo>
                <a:cubicBezTo>
                  <a:pt x="2253725" y="252696"/>
                  <a:pt x="2210105" y="284411"/>
                  <a:pt x="2167415" y="311750"/>
                </a:cubicBezTo>
                <a:cubicBezTo>
                  <a:pt x="2160613" y="295691"/>
                  <a:pt x="2149165" y="282314"/>
                  <a:pt x="2133071" y="271620"/>
                </a:cubicBezTo>
                <a:cubicBezTo>
                  <a:pt x="2209737" y="230622"/>
                  <a:pt x="2265233" y="187174"/>
                  <a:pt x="2299559" y="141275"/>
                </a:cubicBezTo>
                <a:close/>
                <a:moveTo>
                  <a:pt x="1648319" y="9419"/>
                </a:moveTo>
                <a:cubicBezTo>
                  <a:pt x="1673179" y="12563"/>
                  <a:pt x="1695199" y="14134"/>
                  <a:pt x="1714379" y="14134"/>
                </a:cubicBezTo>
                <a:cubicBezTo>
                  <a:pt x="1727025" y="14134"/>
                  <a:pt x="1733347" y="17849"/>
                  <a:pt x="1733347" y="25279"/>
                </a:cubicBezTo>
                <a:cubicBezTo>
                  <a:pt x="1733347" y="32708"/>
                  <a:pt x="1730767" y="37455"/>
                  <a:pt x="1725605" y="39520"/>
                </a:cubicBezTo>
                <a:cubicBezTo>
                  <a:pt x="1720443" y="41584"/>
                  <a:pt x="1716855" y="44460"/>
                  <a:pt x="1714841" y="48146"/>
                </a:cubicBezTo>
                <a:cubicBezTo>
                  <a:pt x="1712827" y="51832"/>
                  <a:pt x="1711819" y="55111"/>
                  <a:pt x="1711819" y="57983"/>
                </a:cubicBezTo>
                <a:lnTo>
                  <a:pt x="1711819" y="119083"/>
                </a:lnTo>
                <a:cubicBezTo>
                  <a:pt x="1804151" y="119090"/>
                  <a:pt x="1874347" y="116397"/>
                  <a:pt x="1922403" y="111004"/>
                </a:cubicBezTo>
                <a:cubicBezTo>
                  <a:pt x="1919259" y="134342"/>
                  <a:pt x="1917687" y="161971"/>
                  <a:pt x="1917687" y="193889"/>
                </a:cubicBezTo>
                <a:lnTo>
                  <a:pt x="1917687" y="392353"/>
                </a:lnTo>
                <a:cubicBezTo>
                  <a:pt x="1917687" y="424200"/>
                  <a:pt x="1919931" y="458554"/>
                  <a:pt x="1924417" y="495416"/>
                </a:cubicBezTo>
                <a:lnTo>
                  <a:pt x="1861591" y="495416"/>
                </a:lnTo>
                <a:lnTo>
                  <a:pt x="1861591" y="446981"/>
                </a:lnTo>
                <a:lnTo>
                  <a:pt x="1711819" y="446981"/>
                </a:lnTo>
                <a:lnTo>
                  <a:pt x="1711819" y="534303"/>
                </a:lnTo>
                <a:cubicBezTo>
                  <a:pt x="1711819" y="548490"/>
                  <a:pt x="1712987" y="558279"/>
                  <a:pt x="1715323" y="563669"/>
                </a:cubicBezTo>
                <a:cubicBezTo>
                  <a:pt x="1717659" y="569059"/>
                  <a:pt x="1723065" y="573006"/>
                  <a:pt x="1731541" y="575510"/>
                </a:cubicBezTo>
                <a:cubicBezTo>
                  <a:pt x="1740017" y="578014"/>
                  <a:pt x="1754893" y="579266"/>
                  <a:pt x="1776167" y="579266"/>
                </a:cubicBezTo>
                <a:lnTo>
                  <a:pt x="1882573" y="578591"/>
                </a:lnTo>
                <a:cubicBezTo>
                  <a:pt x="1906689" y="578591"/>
                  <a:pt x="1922923" y="571263"/>
                  <a:pt x="1931269" y="556608"/>
                </a:cubicBezTo>
                <a:cubicBezTo>
                  <a:pt x="1939617" y="541952"/>
                  <a:pt x="1946391" y="516536"/>
                  <a:pt x="1951591" y="480361"/>
                </a:cubicBezTo>
                <a:cubicBezTo>
                  <a:pt x="1967915" y="493534"/>
                  <a:pt x="1987115" y="503674"/>
                  <a:pt x="2009189" y="510782"/>
                </a:cubicBezTo>
                <a:cubicBezTo>
                  <a:pt x="1997887" y="557581"/>
                  <a:pt x="1983727" y="589369"/>
                  <a:pt x="1966707" y="606146"/>
                </a:cubicBezTo>
                <a:cubicBezTo>
                  <a:pt x="1949687" y="622923"/>
                  <a:pt x="1921831" y="631311"/>
                  <a:pt x="1883141" y="631311"/>
                </a:cubicBezTo>
                <a:lnTo>
                  <a:pt x="1776949" y="630647"/>
                </a:lnTo>
                <a:cubicBezTo>
                  <a:pt x="1740543" y="630647"/>
                  <a:pt x="1713867" y="627983"/>
                  <a:pt x="1696919" y="622653"/>
                </a:cubicBezTo>
                <a:cubicBezTo>
                  <a:pt x="1679971" y="617324"/>
                  <a:pt x="1668867" y="607771"/>
                  <a:pt x="1663609" y="593994"/>
                </a:cubicBezTo>
                <a:cubicBezTo>
                  <a:pt x="1658351" y="580218"/>
                  <a:pt x="1655723" y="558977"/>
                  <a:pt x="1655723" y="530274"/>
                </a:cubicBezTo>
                <a:lnTo>
                  <a:pt x="1655723" y="446981"/>
                </a:lnTo>
                <a:lnTo>
                  <a:pt x="1501921" y="446981"/>
                </a:lnTo>
                <a:lnTo>
                  <a:pt x="1501921" y="508875"/>
                </a:lnTo>
                <a:lnTo>
                  <a:pt x="1441111" y="508875"/>
                </a:lnTo>
                <a:cubicBezTo>
                  <a:pt x="1446039" y="471442"/>
                  <a:pt x="1448503" y="434844"/>
                  <a:pt x="1448503" y="399082"/>
                </a:cubicBezTo>
                <a:lnTo>
                  <a:pt x="1448503" y="193889"/>
                </a:lnTo>
                <a:cubicBezTo>
                  <a:pt x="1448503" y="165000"/>
                  <a:pt x="1446935" y="137371"/>
                  <a:pt x="1443799" y="111004"/>
                </a:cubicBezTo>
                <a:cubicBezTo>
                  <a:pt x="1493913" y="116397"/>
                  <a:pt x="1564555" y="119090"/>
                  <a:pt x="1655723" y="119083"/>
                </a:cubicBezTo>
                <a:cubicBezTo>
                  <a:pt x="1655723" y="74528"/>
                  <a:pt x="1653255" y="37973"/>
                  <a:pt x="1648319" y="9419"/>
                </a:cubicBezTo>
                <a:close/>
                <a:moveTo>
                  <a:pt x="369346" y="8744"/>
                </a:moveTo>
                <a:cubicBezTo>
                  <a:pt x="393092" y="13238"/>
                  <a:pt x="411071" y="15485"/>
                  <a:pt x="423283" y="15485"/>
                </a:cubicBezTo>
                <a:cubicBezTo>
                  <a:pt x="435496" y="15485"/>
                  <a:pt x="441602" y="19506"/>
                  <a:pt x="441602" y="27550"/>
                </a:cubicBezTo>
                <a:cubicBezTo>
                  <a:pt x="441602" y="35594"/>
                  <a:pt x="438637" y="42125"/>
                  <a:pt x="432708" y="47144"/>
                </a:cubicBezTo>
                <a:cubicBezTo>
                  <a:pt x="426779" y="52162"/>
                  <a:pt x="422789" y="68741"/>
                  <a:pt x="420738" y="96880"/>
                </a:cubicBezTo>
                <a:lnTo>
                  <a:pt x="535117" y="88801"/>
                </a:lnTo>
                <a:cubicBezTo>
                  <a:pt x="527488" y="130013"/>
                  <a:pt x="523673" y="169770"/>
                  <a:pt x="523673" y="208071"/>
                </a:cubicBezTo>
                <a:cubicBezTo>
                  <a:pt x="523673" y="246372"/>
                  <a:pt x="528923" y="278232"/>
                  <a:pt x="539425" y="303649"/>
                </a:cubicBezTo>
                <a:cubicBezTo>
                  <a:pt x="549926" y="329067"/>
                  <a:pt x="558759" y="341775"/>
                  <a:pt x="565925" y="341775"/>
                </a:cubicBezTo>
                <a:cubicBezTo>
                  <a:pt x="569968" y="341775"/>
                  <a:pt x="574108" y="336862"/>
                  <a:pt x="578344" y="327036"/>
                </a:cubicBezTo>
                <a:cubicBezTo>
                  <a:pt x="582580" y="317210"/>
                  <a:pt x="586281" y="299245"/>
                  <a:pt x="589445" y="273142"/>
                </a:cubicBezTo>
                <a:cubicBezTo>
                  <a:pt x="599875" y="283079"/>
                  <a:pt x="608053" y="289713"/>
                  <a:pt x="613979" y="293046"/>
                </a:cubicBezTo>
                <a:cubicBezTo>
                  <a:pt x="619905" y="296379"/>
                  <a:pt x="628375" y="298045"/>
                  <a:pt x="639391" y="298045"/>
                </a:cubicBezTo>
                <a:cubicBezTo>
                  <a:pt x="624053" y="366389"/>
                  <a:pt x="602033" y="400561"/>
                  <a:pt x="573329" y="400561"/>
                </a:cubicBezTo>
                <a:cubicBezTo>
                  <a:pt x="564185" y="400561"/>
                  <a:pt x="554778" y="397091"/>
                  <a:pt x="545109" y="390151"/>
                </a:cubicBezTo>
                <a:cubicBezTo>
                  <a:pt x="535440" y="383211"/>
                  <a:pt x="526016" y="373658"/>
                  <a:pt x="516836" y="361492"/>
                </a:cubicBezTo>
                <a:cubicBezTo>
                  <a:pt x="507657" y="349326"/>
                  <a:pt x="499977" y="337305"/>
                  <a:pt x="493798" y="325429"/>
                </a:cubicBezTo>
                <a:cubicBezTo>
                  <a:pt x="487618" y="313552"/>
                  <a:pt x="482600" y="294448"/>
                  <a:pt x="478742" y="268116"/>
                </a:cubicBezTo>
                <a:cubicBezTo>
                  <a:pt x="474885" y="241784"/>
                  <a:pt x="472956" y="216342"/>
                  <a:pt x="472956" y="191789"/>
                </a:cubicBezTo>
                <a:cubicBezTo>
                  <a:pt x="472956" y="167236"/>
                  <a:pt x="473852" y="148690"/>
                  <a:pt x="475645" y="136153"/>
                </a:cubicBezTo>
                <a:lnTo>
                  <a:pt x="417385" y="141104"/>
                </a:lnTo>
                <a:cubicBezTo>
                  <a:pt x="413648" y="179287"/>
                  <a:pt x="405126" y="212606"/>
                  <a:pt x="391817" y="241059"/>
                </a:cubicBezTo>
                <a:cubicBezTo>
                  <a:pt x="419921" y="260533"/>
                  <a:pt x="447052" y="282732"/>
                  <a:pt x="473213" y="307657"/>
                </a:cubicBezTo>
                <a:lnTo>
                  <a:pt x="436598" y="343372"/>
                </a:lnTo>
                <a:cubicBezTo>
                  <a:pt x="408844" y="317512"/>
                  <a:pt x="386609" y="296880"/>
                  <a:pt x="369893" y="281479"/>
                </a:cubicBezTo>
                <a:cubicBezTo>
                  <a:pt x="351433" y="313811"/>
                  <a:pt x="323530" y="340164"/>
                  <a:pt x="286182" y="360538"/>
                </a:cubicBezTo>
                <a:cubicBezTo>
                  <a:pt x="299413" y="362381"/>
                  <a:pt x="314397" y="363303"/>
                  <a:pt x="331134" y="363303"/>
                </a:cubicBezTo>
                <a:cubicBezTo>
                  <a:pt x="340636" y="363303"/>
                  <a:pt x="345386" y="366968"/>
                  <a:pt x="345386" y="374297"/>
                </a:cubicBezTo>
                <a:cubicBezTo>
                  <a:pt x="345386" y="381627"/>
                  <a:pt x="342372" y="387302"/>
                  <a:pt x="336342" y="391324"/>
                </a:cubicBezTo>
                <a:cubicBezTo>
                  <a:pt x="331877" y="394768"/>
                  <a:pt x="326148" y="406508"/>
                  <a:pt x="319154" y="426547"/>
                </a:cubicBezTo>
                <a:cubicBezTo>
                  <a:pt x="420281" y="426547"/>
                  <a:pt x="493387" y="424525"/>
                  <a:pt x="538471" y="420482"/>
                </a:cubicBezTo>
                <a:lnTo>
                  <a:pt x="524241" y="555970"/>
                </a:lnTo>
                <a:cubicBezTo>
                  <a:pt x="521869" y="577751"/>
                  <a:pt x="516929" y="594150"/>
                  <a:pt x="509421" y="605165"/>
                </a:cubicBezTo>
                <a:cubicBezTo>
                  <a:pt x="501913" y="616181"/>
                  <a:pt x="489292" y="624289"/>
                  <a:pt x="471557" y="629490"/>
                </a:cubicBezTo>
                <a:cubicBezTo>
                  <a:pt x="453823" y="634690"/>
                  <a:pt x="424239" y="638887"/>
                  <a:pt x="382805" y="642081"/>
                </a:cubicBezTo>
                <a:cubicBezTo>
                  <a:pt x="383705" y="632958"/>
                  <a:pt x="384155" y="626861"/>
                  <a:pt x="384155" y="623789"/>
                </a:cubicBezTo>
                <a:cubicBezTo>
                  <a:pt x="384155" y="609395"/>
                  <a:pt x="377426" y="593203"/>
                  <a:pt x="363967" y="575215"/>
                </a:cubicBezTo>
                <a:cubicBezTo>
                  <a:pt x="392549" y="579259"/>
                  <a:pt x="414029" y="581280"/>
                  <a:pt x="428405" y="581280"/>
                </a:cubicBezTo>
                <a:cubicBezTo>
                  <a:pt x="442782" y="581280"/>
                  <a:pt x="453044" y="578301"/>
                  <a:pt x="459191" y="572343"/>
                </a:cubicBezTo>
                <a:cubicBezTo>
                  <a:pt x="465339" y="566386"/>
                  <a:pt x="469030" y="554923"/>
                  <a:pt x="470266" y="537957"/>
                </a:cubicBezTo>
                <a:lnTo>
                  <a:pt x="474970" y="471874"/>
                </a:lnTo>
                <a:lnTo>
                  <a:pt x="308878" y="471874"/>
                </a:lnTo>
                <a:cubicBezTo>
                  <a:pt x="298584" y="512186"/>
                  <a:pt x="275160" y="546135"/>
                  <a:pt x="238605" y="573720"/>
                </a:cubicBezTo>
                <a:cubicBezTo>
                  <a:pt x="202050" y="601306"/>
                  <a:pt x="146586" y="626336"/>
                  <a:pt x="72213" y="648810"/>
                </a:cubicBezTo>
                <a:cubicBezTo>
                  <a:pt x="67162" y="624421"/>
                  <a:pt x="54975" y="604565"/>
                  <a:pt x="35651" y="589242"/>
                </a:cubicBezTo>
                <a:cubicBezTo>
                  <a:pt x="99052" y="580548"/>
                  <a:pt x="149878" y="564901"/>
                  <a:pt x="188129" y="542302"/>
                </a:cubicBezTo>
                <a:cubicBezTo>
                  <a:pt x="226380" y="519703"/>
                  <a:pt x="248438" y="496227"/>
                  <a:pt x="254303" y="471874"/>
                </a:cubicBezTo>
                <a:cubicBezTo>
                  <a:pt x="146654" y="471874"/>
                  <a:pt x="74892" y="473217"/>
                  <a:pt x="39016" y="475903"/>
                </a:cubicBezTo>
                <a:lnTo>
                  <a:pt x="39016" y="420482"/>
                </a:lnTo>
                <a:cubicBezTo>
                  <a:pt x="81857" y="424525"/>
                  <a:pt x="156952" y="426547"/>
                  <a:pt x="264301" y="426547"/>
                </a:cubicBezTo>
                <a:cubicBezTo>
                  <a:pt x="267509" y="413016"/>
                  <a:pt x="269112" y="401404"/>
                  <a:pt x="269112" y="391710"/>
                </a:cubicBezTo>
                <a:cubicBezTo>
                  <a:pt x="269112" y="382016"/>
                  <a:pt x="269123" y="375769"/>
                  <a:pt x="269145" y="372969"/>
                </a:cubicBezTo>
                <a:cubicBezTo>
                  <a:pt x="257436" y="382798"/>
                  <a:pt x="248263" y="388406"/>
                  <a:pt x="241627" y="389792"/>
                </a:cubicBezTo>
                <a:cubicBezTo>
                  <a:pt x="233676" y="375140"/>
                  <a:pt x="221306" y="361706"/>
                  <a:pt x="204519" y="349491"/>
                </a:cubicBezTo>
                <a:cubicBezTo>
                  <a:pt x="263626" y="323344"/>
                  <a:pt x="305788" y="291615"/>
                  <a:pt x="331006" y="254304"/>
                </a:cubicBezTo>
                <a:cubicBezTo>
                  <a:pt x="320154" y="247560"/>
                  <a:pt x="303560" y="237955"/>
                  <a:pt x="281221" y="225489"/>
                </a:cubicBezTo>
                <a:lnTo>
                  <a:pt x="306799" y="185681"/>
                </a:lnTo>
                <a:cubicBezTo>
                  <a:pt x="327187" y="196632"/>
                  <a:pt x="341936" y="206276"/>
                  <a:pt x="351044" y="214613"/>
                </a:cubicBezTo>
                <a:cubicBezTo>
                  <a:pt x="359717" y="193932"/>
                  <a:pt x="365371" y="170247"/>
                  <a:pt x="368007" y="143558"/>
                </a:cubicBezTo>
                <a:cubicBezTo>
                  <a:pt x="333388" y="145772"/>
                  <a:pt x="304227" y="148015"/>
                  <a:pt x="280525" y="150287"/>
                </a:cubicBezTo>
                <a:lnTo>
                  <a:pt x="277438" y="112365"/>
                </a:lnTo>
                <a:lnTo>
                  <a:pt x="277438" y="148273"/>
                </a:lnTo>
                <a:cubicBezTo>
                  <a:pt x="247463" y="144679"/>
                  <a:pt x="216066" y="142883"/>
                  <a:pt x="183248" y="142883"/>
                </a:cubicBezTo>
                <a:lnTo>
                  <a:pt x="183248" y="199140"/>
                </a:lnTo>
                <a:cubicBezTo>
                  <a:pt x="205001" y="190746"/>
                  <a:pt x="230793" y="181327"/>
                  <a:pt x="260626" y="170883"/>
                </a:cubicBezTo>
                <a:cubicBezTo>
                  <a:pt x="260133" y="190199"/>
                  <a:pt x="262822" y="207276"/>
                  <a:pt x="268694" y="222114"/>
                </a:cubicBezTo>
                <a:cubicBezTo>
                  <a:pt x="240662" y="229379"/>
                  <a:pt x="212180" y="237177"/>
                  <a:pt x="183248" y="245506"/>
                </a:cubicBezTo>
                <a:lnTo>
                  <a:pt x="183248" y="316326"/>
                </a:lnTo>
                <a:cubicBezTo>
                  <a:pt x="183248" y="333621"/>
                  <a:pt x="180408" y="347303"/>
                  <a:pt x="174729" y="357372"/>
                </a:cubicBezTo>
                <a:cubicBezTo>
                  <a:pt x="169050" y="367441"/>
                  <a:pt x="158808" y="374904"/>
                  <a:pt x="144002" y="379762"/>
                </a:cubicBezTo>
                <a:cubicBezTo>
                  <a:pt x="129197" y="384620"/>
                  <a:pt x="105192" y="388413"/>
                  <a:pt x="71988" y="391142"/>
                </a:cubicBezTo>
                <a:cubicBezTo>
                  <a:pt x="73331" y="370890"/>
                  <a:pt x="66376" y="350169"/>
                  <a:pt x="51124" y="328981"/>
                </a:cubicBezTo>
                <a:cubicBezTo>
                  <a:pt x="72970" y="332131"/>
                  <a:pt x="89331" y="333706"/>
                  <a:pt x="100207" y="333706"/>
                </a:cubicBezTo>
                <a:cubicBezTo>
                  <a:pt x="111084" y="333706"/>
                  <a:pt x="118854" y="331719"/>
                  <a:pt x="123519" y="327743"/>
                </a:cubicBezTo>
                <a:cubicBezTo>
                  <a:pt x="128184" y="323768"/>
                  <a:pt x="130517" y="314133"/>
                  <a:pt x="130517" y="298838"/>
                </a:cubicBezTo>
                <a:lnTo>
                  <a:pt x="130517" y="258601"/>
                </a:lnTo>
                <a:cubicBezTo>
                  <a:pt x="94819" y="271581"/>
                  <a:pt x="57593" y="284590"/>
                  <a:pt x="18838" y="297627"/>
                </a:cubicBezTo>
                <a:cubicBezTo>
                  <a:pt x="18838" y="276303"/>
                  <a:pt x="12559" y="257565"/>
                  <a:pt x="0" y="241413"/>
                </a:cubicBezTo>
                <a:cubicBezTo>
                  <a:pt x="42613" y="235319"/>
                  <a:pt x="86118" y="225839"/>
                  <a:pt x="130517" y="212973"/>
                </a:cubicBezTo>
                <a:lnTo>
                  <a:pt x="130517" y="142883"/>
                </a:lnTo>
                <a:cubicBezTo>
                  <a:pt x="81010" y="142883"/>
                  <a:pt x="41766" y="144679"/>
                  <a:pt x="12784" y="148273"/>
                </a:cubicBezTo>
                <a:lnTo>
                  <a:pt x="12784" y="93516"/>
                </a:lnTo>
                <a:cubicBezTo>
                  <a:pt x="41359" y="97559"/>
                  <a:pt x="80603" y="99581"/>
                  <a:pt x="130517" y="99581"/>
                </a:cubicBezTo>
                <a:cubicBezTo>
                  <a:pt x="130517" y="61940"/>
                  <a:pt x="128498" y="32112"/>
                  <a:pt x="124462" y="10095"/>
                </a:cubicBezTo>
                <a:cubicBezTo>
                  <a:pt x="144693" y="14588"/>
                  <a:pt x="165367" y="16835"/>
                  <a:pt x="186484" y="16835"/>
                </a:cubicBezTo>
                <a:cubicBezTo>
                  <a:pt x="198686" y="16835"/>
                  <a:pt x="204786" y="19305"/>
                  <a:pt x="204786" y="24245"/>
                </a:cubicBezTo>
                <a:cubicBezTo>
                  <a:pt x="204786" y="29184"/>
                  <a:pt x="201197" y="34569"/>
                  <a:pt x="194017" y="40398"/>
                </a:cubicBezTo>
                <a:cubicBezTo>
                  <a:pt x="186838" y="46228"/>
                  <a:pt x="183248" y="53436"/>
                  <a:pt x="183248" y="62022"/>
                </a:cubicBezTo>
                <a:lnTo>
                  <a:pt x="183248" y="99591"/>
                </a:lnTo>
                <a:cubicBezTo>
                  <a:pt x="215716" y="99206"/>
                  <a:pt x="247113" y="97180"/>
                  <a:pt x="277438" y="93516"/>
                </a:cubicBezTo>
                <a:lnTo>
                  <a:pt x="277438" y="100925"/>
                </a:lnTo>
                <a:lnTo>
                  <a:pt x="328627" y="101777"/>
                </a:lnTo>
                <a:cubicBezTo>
                  <a:pt x="344379" y="101649"/>
                  <a:pt x="358509" y="101102"/>
                  <a:pt x="371018" y="100138"/>
                </a:cubicBezTo>
                <a:cubicBezTo>
                  <a:pt x="371697" y="88844"/>
                  <a:pt x="372036" y="76430"/>
                  <a:pt x="372036" y="62896"/>
                </a:cubicBezTo>
                <a:cubicBezTo>
                  <a:pt x="372036" y="49362"/>
                  <a:pt x="371139" y="31311"/>
                  <a:pt x="369346" y="8744"/>
                </a:cubicBezTo>
                <a:close/>
                <a:moveTo>
                  <a:pt x="2375661" y="3365"/>
                </a:moveTo>
                <a:cubicBezTo>
                  <a:pt x="2397357" y="31890"/>
                  <a:pt x="2415681" y="59029"/>
                  <a:pt x="2430633" y="84782"/>
                </a:cubicBezTo>
                <a:cubicBezTo>
                  <a:pt x="2538431" y="84782"/>
                  <a:pt x="2615373" y="83207"/>
                  <a:pt x="2661457" y="80057"/>
                </a:cubicBezTo>
                <a:lnTo>
                  <a:pt x="2661457" y="220249"/>
                </a:lnTo>
                <a:lnTo>
                  <a:pt x="2606027" y="220249"/>
                </a:lnTo>
                <a:lnTo>
                  <a:pt x="2606027" y="132799"/>
                </a:lnTo>
                <a:lnTo>
                  <a:pt x="2175707" y="132799"/>
                </a:lnTo>
                <a:lnTo>
                  <a:pt x="2175707" y="223614"/>
                </a:lnTo>
                <a:lnTo>
                  <a:pt x="2121627" y="223614"/>
                </a:lnTo>
                <a:lnTo>
                  <a:pt x="2121627" y="80057"/>
                </a:lnTo>
                <a:cubicBezTo>
                  <a:pt x="2154237" y="83207"/>
                  <a:pt x="2238333" y="84782"/>
                  <a:pt x="2373915" y="84782"/>
                </a:cubicBezTo>
                <a:cubicBezTo>
                  <a:pt x="2362963" y="71745"/>
                  <a:pt x="2347269" y="52314"/>
                  <a:pt x="2326831" y="26489"/>
                </a:cubicBezTo>
                <a:close/>
                <a:moveTo>
                  <a:pt x="962744" y="0"/>
                </a:moveTo>
                <a:cubicBezTo>
                  <a:pt x="980554" y="13831"/>
                  <a:pt x="995688" y="24182"/>
                  <a:pt x="1008147" y="31054"/>
                </a:cubicBezTo>
                <a:cubicBezTo>
                  <a:pt x="1015505" y="35076"/>
                  <a:pt x="1019183" y="40764"/>
                  <a:pt x="1019183" y="48119"/>
                </a:cubicBezTo>
                <a:cubicBezTo>
                  <a:pt x="1019183" y="55473"/>
                  <a:pt x="1013919" y="60049"/>
                  <a:pt x="1003389" y="61846"/>
                </a:cubicBezTo>
                <a:cubicBezTo>
                  <a:pt x="992859" y="63642"/>
                  <a:pt x="978598" y="72126"/>
                  <a:pt x="960607" y="87295"/>
                </a:cubicBezTo>
                <a:cubicBezTo>
                  <a:pt x="942615" y="102465"/>
                  <a:pt x="912806" y="122476"/>
                  <a:pt x="871179" y="147330"/>
                </a:cubicBezTo>
                <a:lnTo>
                  <a:pt x="1106387" y="140536"/>
                </a:lnTo>
                <a:cubicBezTo>
                  <a:pt x="1091857" y="131735"/>
                  <a:pt x="1068533" y="114115"/>
                  <a:pt x="1036414" y="87676"/>
                </a:cubicBezTo>
                <a:lnTo>
                  <a:pt x="1069643" y="54489"/>
                </a:lnTo>
                <a:cubicBezTo>
                  <a:pt x="1126065" y="97380"/>
                  <a:pt x="1173831" y="141479"/>
                  <a:pt x="1212943" y="186785"/>
                </a:cubicBezTo>
                <a:lnTo>
                  <a:pt x="1173328" y="218910"/>
                </a:lnTo>
                <a:cubicBezTo>
                  <a:pt x="1161276" y="205408"/>
                  <a:pt x="1149918" y="193075"/>
                  <a:pt x="1139252" y="181909"/>
                </a:cubicBezTo>
                <a:lnTo>
                  <a:pt x="1110983" y="183261"/>
                </a:lnTo>
                <a:lnTo>
                  <a:pt x="1126886" y="190377"/>
                </a:lnTo>
                <a:cubicBezTo>
                  <a:pt x="1134187" y="193686"/>
                  <a:pt x="1140277" y="196496"/>
                  <a:pt x="1145157" y="198807"/>
                </a:cubicBezTo>
                <a:cubicBezTo>
                  <a:pt x="1154915" y="203429"/>
                  <a:pt x="1159794" y="208428"/>
                  <a:pt x="1159794" y="213804"/>
                </a:cubicBezTo>
                <a:cubicBezTo>
                  <a:pt x="1159794" y="219180"/>
                  <a:pt x="1156315" y="223482"/>
                  <a:pt x="1149357" y="226711"/>
                </a:cubicBezTo>
                <a:cubicBezTo>
                  <a:pt x="1142399" y="229940"/>
                  <a:pt x="1132326" y="242827"/>
                  <a:pt x="1119139" y="265373"/>
                </a:cubicBezTo>
                <a:cubicBezTo>
                  <a:pt x="1103709" y="291683"/>
                  <a:pt x="1087881" y="313111"/>
                  <a:pt x="1071658" y="329656"/>
                </a:cubicBezTo>
                <a:lnTo>
                  <a:pt x="1202592" y="318608"/>
                </a:lnTo>
                <a:cubicBezTo>
                  <a:pt x="1189069" y="301942"/>
                  <a:pt x="1174942" y="283618"/>
                  <a:pt x="1160212" y="263637"/>
                </a:cubicBezTo>
                <a:lnTo>
                  <a:pt x="1197374" y="237491"/>
                </a:lnTo>
                <a:cubicBezTo>
                  <a:pt x="1241108" y="291012"/>
                  <a:pt x="1274330" y="340689"/>
                  <a:pt x="1297040" y="386524"/>
                </a:cubicBezTo>
                <a:lnTo>
                  <a:pt x="1247523" y="411995"/>
                </a:lnTo>
                <a:cubicBezTo>
                  <a:pt x="1239093" y="391542"/>
                  <a:pt x="1230739" y="373826"/>
                  <a:pt x="1222459" y="358845"/>
                </a:cubicBezTo>
                <a:lnTo>
                  <a:pt x="1070008" y="374940"/>
                </a:lnTo>
                <a:cubicBezTo>
                  <a:pt x="1062357" y="375594"/>
                  <a:pt x="1054228" y="376990"/>
                  <a:pt x="1045622" y="379130"/>
                </a:cubicBezTo>
                <a:lnTo>
                  <a:pt x="1019911" y="387288"/>
                </a:lnTo>
                <a:lnTo>
                  <a:pt x="1024916" y="387531"/>
                </a:lnTo>
                <a:cubicBezTo>
                  <a:pt x="1038589" y="387531"/>
                  <a:pt x="1045426" y="390698"/>
                  <a:pt x="1045426" y="397030"/>
                </a:cubicBezTo>
                <a:cubicBezTo>
                  <a:pt x="1045426" y="403363"/>
                  <a:pt x="1042511" y="408771"/>
                  <a:pt x="1036682" y="413254"/>
                </a:cubicBezTo>
                <a:cubicBezTo>
                  <a:pt x="1030853" y="417737"/>
                  <a:pt x="1027938" y="424450"/>
                  <a:pt x="1027938" y="433394"/>
                </a:cubicBezTo>
                <a:lnTo>
                  <a:pt x="1027938" y="443370"/>
                </a:lnTo>
                <a:cubicBezTo>
                  <a:pt x="1118128" y="443370"/>
                  <a:pt x="1189666" y="440673"/>
                  <a:pt x="1242551" y="435280"/>
                </a:cubicBezTo>
                <a:lnTo>
                  <a:pt x="1242551" y="494741"/>
                </a:lnTo>
                <a:cubicBezTo>
                  <a:pt x="1187265" y="490697"/>
                  <a:pt x="1115728" y="488233"/>
                  <a:pt x="1027938" y="487347"/>
                </a:cubicBezTo>
                <a:lnTo>
                  <a:pt x="1027938" y="556388"/>
                </a:lnTo>
                <a:cubicBezTo>
                  <a:pt x="1146310" y="556388"/>
                  <a:pt x="1240497" y="553695"/>
                  <a:pt x="1310499" y="548308"/>
                </a:cubicBezTo>
                <a:lnTo>
                  <a:pt x="1310499" y="607769"/>
                </a:lnTo>
                <a:cubicBezTo>
                  <a:pt x="1233403" y="602833"/>
                  <a:pt x="1130083" y="600365"/>
                  <a:pt x="1000538" y="600365"/>
                </a:cubicBezTo>
                <a:cubicBezTo>
                  <a:pt x="870993" y="600365"/>
                  <a:pt x="770152" y="602833"/>
                  <a:pt x="698015" y="607769"/>
                </a:cubicBezTo>
                <a:lnTo>
                  <a:pt x="698015" y="548308"/>
                </a:lnTo>
                <a:cubicBezTo>
                  <a:pt x="766609" y="553695"/>
                  <a:pt x="858331" y="556388"/>
                  <a:pt x="973181" y="556388"/>
                </a:cubicBezTo>
                <a:lnTo>
                  <a:pt x="973181" y="487347"/>
                </a:lnTo>
                <a:cubicBezTo>
                  <a:pt x="886613" y="487790"/>
                  <a:pt x="816419" y="490255"/>
                  <a:pt x="762598" y="494741"/>
                </a:cubicBezTo>
                <a:lnTo>
                  <a:pt x="762598" y="435280"/>
                </a:lnTo>
                <a:cubicBezTo>
                  <a:pt x="807025" y="440223"/>
                  <a:pt x="877219" y="442692"/>
                  <a:pt x="973181" y="442684"/>
                </a:cubicBezTo>
                <a:cubicBezTo>
                  <a:pt x="972960" y="430844"/>
                  <a:pt x="972456" y="419933"/>
                  <a:pt x="971671" y="409953"/>
                </a:cubicBezTo>
                <a:lnTo>
                  <a:pt x="968561" y="383608"/>
                </a:lnTo>
                <a:lnTo>
                  <a:pt x="943660" y="393832"/>
                </a:lnTo>
                <a:cubicBezTo>
                  <a:pt x="939216" y="382888"/>
                  <a:pt x="935041" y="372347"/>
                  <a:pt x="931133" y="362210"/>
                </a:cubicBezTo>
                <a:lnTo>
                  <a:pt x="778296" y="378937"/>
                </a:lnTo>
                <a:cubicBezTo>
                  <a:pt x="764137" y="380266"/>
                  <a:pt x="744731" y="385452"/>
                  <a:pt x="720078" y="394496"/>
                </a:cubicBezTo>
                <a:cubicBezTo>
                  <a:pt x="716385" y="379180"/>
                  <a:pt x="710823" y="363778"/>
                  <a:pt x="703394" y="348290"/>
                </a:cubicBezTo>
                <a:cubicBezTo>
                  <a:pt x="732841" y="333013"/>
                  <a:pt x="763859" y="291667"/>
                  <a:pt x="796445" y="224250"/>
                </a:cubicBezTo>
                <a:lnTo>
                  <a:pt x="805790" y="203989"/>
                </a:lnTo>
                <a:lnTo>
                  <a:pt x="782979" y="208816"/>
                </a:lnTo>
                <a:cubicBezTo>
                  <a:pt x="779507" y="191664"/>
                  <a:pt x="773835" y="175569"/>
                  <a:pt x="765963" y="160531"/>
                </a:cubicBezTo>
                <a:cubicBezTo>
                  <a:pt x="800781" y="148315"/>
                  <a:pt x="837402" y="126418"/>
                  <a:pt x="875825" y="94839"/>
                </a:cubicBezTo>
                <a:cubicBezTo>
                  <a:pt x="914247" y="63260"/>
                  <a:pt x="943220" y="31647"/>
                  <a:pt x="962744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5400" b="1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9B24EC9-C7D0-4CE7-A727-90BCF5DFF43B}"/>
              </a:ext>
            </a:extLst>
          </p:cNvPr>
          <p:cNvGrpSpPr/>
          <p:nvPr/>
        </p:nvGrpSpPr>
        <p:grpSpPr>
          <a:xfrm>
            <a:off x="13614716" y="2362745"/>
            <a:ext cx="1868267" cy="1582799"/>
            <a:chOff x="8688755" y="2362745"/>
            <a:chExt cx="1868267" cy="1582799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60AF0BA2-471F-43C1-BB9C-8456E1393BA5}"/>
                </a:ext>
              </a:extLst>
            </p:cNvPr>
            <p:cNvGrpSpPr/>
            <p:nvPr/>
          </p:nvGrpSpPr>
          <p:grpSpPr>
            <a:xfrm rot="10800000">
              <a:off x="9153303" y="3192749"/>
              <a:ext cx="903583" cy="752795"/>
              <a:chOff x="5612081" y="2321455"/>
              <a:chExt cx="411164" cy="291983"/>
            </a:xfrm>
          </p:grpSpPr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AB836884-F86C-4228-B080-400A4166006F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D6F5C0A7-E0A3-405E-9BA4-1B02DF650764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013C496F-D920-4C11-B72F-850BB466C606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00E3E997-7B5B-4F8E-BDF1-957271E2769F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70C0F534-592B-42CC-B8B5-D88C05C86B55}"/>
                </a:ext>
              </a:extLst>
            </p:cNvPr>
            <p:cNvGrpSpPr/>
            <p:nvPr/>
          </p:nvGrpSpPr>
          <p:grpSpPr>
            <a:xfrm>
              <a:off x="9341891" y="3199691"/>
              <a:ext cx="122298" cy="716586"/>
              <a:chOff x="2449740" y="3316514"/>
              <a:chExt cx="268062" cy="1570670"/>
            </a:xfrm>
          </p:grpSpPr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30C15450-0B1B-4517-BA14-7326A59C9E94}"/>
                  </a:ext>
                </a:extLst>
              </p:cNvPr>
              <p:cNvGrpSpPr/>
              <p:nvPr/>
            </p:nvGrpSpPr>
            <p:grpSpPr>
              <a:xfrm>
                <a:off x="2449740" y="3316514"/>
                <a:ext cx="268062" cy="268062"/>
                <a:chOff x="2297340" y="3316514"/>
                <a:chExt cx="268062" cy="268062"/>
              </a:xfrm>
            </p:grpSpPr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65904611-530F-403E-B844-7F71E61B6C54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863E7AC0-CBCD-4E47-9192-ADD2E93F7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968EDEEA-7A2F-4ABD-9727-7B6CB1A126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AB33B041-44BA-479F-968B-10F9EC08F5DF}"/>
                  </a:ext>
                </a:extLst>
              </p:cNvPr>
              <p:cNvGrpSpPr/>
              <p:nvPr/>
            </p:nvGrpSpPr>
            <p:grpSpPr>
              <a:xfrm>
                <a:off x="2449740" y="3642166"/>
                <a:ext cx="268062" cy="268062"/>
                <a:chOff x="2297340" y="3316514"/>
                <a:chExt cx="268062" cy="268062"/>
              </a:xfrm>
            </p:grpSpPr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82855BB0-E833-438D-8D25-F8EE5010B192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A33ACB35-1863-4C4B-AB3E-CE8E2FCFBB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4B26D17E-C582-45F6-8ACA-7D17F0341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03DF874B-4619-4775-B9D3-4BDB42593087}"/>
                  </a:ext>
                </a:extLst>
              </p:cNvPr>
              <p:cNvGrpSpPr/>
              <p:nvPr/>
            </p:nvGrpSpPr>
            <p:grpSpPr>
              <a:xfrm>
                <a:off x="2449740" y="3967818"/>
                <a:ext cx="268062" cy="268062"/>
                <a:chOff x="2297340" y="3316514"/>
                <a:chExt cx="268062" cy="268062"/>
              </a:xfrm>
            </p:grpSpPr>
            <p:sp>
              <p:nvSpPr>
                <p:cNvPr id="116" name="椭圆 115">
                  <a:extLst>
                    <a:ext uri="{FF2B5EF4-FFF2-40B4-BE49-F238E27FC236}">
                      <a16:creationId xmlns:a16="http://schemas.microsoft.com/office/drawing/2014/main" id="{8D75E5AD-3837-433F-AB53-2014ADAB59EF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17" name="直接连接符 116">
                  <a:extLst>
                    <a:ext uri="{FF2B5EF4-FFF2-40B4-BE49-F238E27FC236}">
                      <a16:creationId xmlns:a16="http://schemas.microsoft.com/office/drawing/2014/main" id="{58389F05-0DA6-4E70-89DA-4BA6D2BBA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>
                  <a:extLst>
                    <a:ext uri="{FF2B5EF4-FFF2-40B4-BE49-F238E27FC236}">
                      <a16:creationId xmlns:a16="http://schemas.microsoft.com/office/drawing/2014/main" id="{0C72CB4F-1999-48FC-8174-EBD33F55F3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54EFD9BB-304E-45CF-BFFD-AC88FE33CFEF}"/>
                  </a:ext>
                </a:extLst>
              </p:cNvPr>
              <p:cNvGrpSpPr/>
              <p:nvPr/>
            </p:nvGrpSpPr>
            <p:grpSpPr>
              <a:xfrm>
                <a:off x="2449740" y="4293470"/>
                <a:ext cx="268062" cy="268062"/>
                <a:chOff x="2297340" y="3316514"/>
                <a:chExt cx="268062" cy="268062"/>
              </a:xfrm>
            </p:grpSpPr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25FD0C14-8411-4445-9942-35E5444FCCA9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1B537DC8-3D2A-43A4-A922-A3919D1DF7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E55FECD7-72E7-4644-BBB1-DB16E3BEAB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0DD55468-8E6D-4FAF-9F82-1CD957000083}"/>
                  </a:ext>
                </a:extLst>
              </p:cNvPr>
              <p:cNvGrpSpPr/>
              <p:nvPr/>
            </p:nvGrpSpPr>
            <p:grpSpPr>
              <a:xfrm>
                <a:off x="2449740" y="4619122"/>
                <a:ext cx="268062" cy="268062"/>
                <a:chOff x="2297340" y="3316514"/>
                <a:chExt cx="268062" cy="268062"/>
              </a:xfrm>
            </p:grpSpPr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BD870C3B-6EDC-423E-A656-D7A6D4AE4077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9C8C52EB-3A63-490E-9413-B4B6BDFAF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3445E5E9-F7F6-4267-B0A6-54560DDF3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6D7E03A8-8546-4588-807B-D453C1F1BD52}"/>
                </a:ext>
              </a:extLst>
            </p:cNvPr>
            <p:cNvGrpSpPr/>
            <p:nvPr/>
          </p:nvGrpSpPr>
          <p:grpSpPr>
            <a:xfrm>
              <a:off x="9760676" y="3191067"/>
              <a:ext cx="122298" cy="716586"/>
              <a:chOff x="3581288" y="3316514"/>
              <a:chExt cx="268062" cy="1570670"/>
            </a:xfrm>
          </p:grpSpPr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A3D01661-BE6C-48EB-A3C2-352DE5E75972}"/>
                  </a:ext>
                </a:extLst>
              </p:cNvPr>
              <p:cNvGrpSpPr/>
              <p:nvPr/>
            </p:nvGrpSpPr>
            <p:grpSpPr>
              <a:xfrm>
                <a:off x="3581288" y="3316514"/>
                <a:ext cx="268062" cy="268062"/>
                <a:chOff x="2745015" y="3316514"/>
                <a:chExt cx="268062" cy="268062"/>
              </a:xfrm>
            </p:grpSpPr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990CFA65-1840-4EEE-956E-6416726DF462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2BC0F6B2-0D6A-470E-85C4-E9A36574C2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916CAA2C-B6BC-4B93-BC88-9C4CB6863BB8}"/>
                  </a:ext>
                </a:extLst>
              </p:cNvPr>
              <p:cNvGrpSpPr/>
              <p:nvPr/>
            </p:nvGrpSpPr>
            <p:grpSpPr>
              <a:xfrm>
                <a:off x="3581288" y="3642166"/>
                <a:ext cx="268062" cy="268062"/>
                <a:chOff x="2745015" y="3316514"/>
                <a:chExt cx="268062" cy="268062"/>
              </a:xfrm>
            </p:grpSpPr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94DCC3AF-21AC-4461-91AF-8D9849EEB300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C8449AFF-38E7-4E64-B748-16181B4342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8AA918E4-3935-4001-8484-187EC7F0E084}"/>
                  </a:ext>
                </a:extLst>
              </p:cNvPr>
              <p:cNvGrpSpPr/>
              <p:nvPr/>
            </p:nvGrpSpPr>
            <p:grpSpPr>
              <a:xfrm>
                <a:off x="3581288" y="3967818"/>
                <a:ext cx="268062" cy="268062"/>
                <a:chOff x="2745015" y="3316514"/>
                <a:chExt cx="268062" cy="268062"/>
              </a:xfrm>
            </p:grpSpPr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6A5DD197-1E40-494F-915E-3988FF24F79D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4913890A-8A18-4978-925B-3156F41C5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EBF3830A-C59E-43BB-A537-5564E45DCCE6}"/>
                  </a:ext>
                </a:extLst>
              </p:cNvPr>
              <p:cNvGrpSpPr/>
              <p:nvPr/>
            </p:nvGrpSpPr>
            <p:grpSpPr>
              <a:xfrm>
                <a:off x="3581288" y="4293470"/>
                <a:ext cx="268062" cy="268062"/>
                <a:chOff x="2745015" y="3316514"/>
                <a:chExt cx="268062" cy="268062"/>
              </a:xfrm>
            </p:grpSpPr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6A50902F-041E-490F-A437-4F64F388E467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98" name="直接连接符 97">
                  <a:extLst>
                    <a:ext uri="{FF2B5EF4-FFF2-40B4-BE49-F238E27FC236}">
                      <a16:creationId xmlns:a16="http://schemas.microsoft.com/office/drawing/2014/main" id="{5919C719-478E-4481-9A53-BB1CEF3A2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00820FE1-3D4D-410F-ADAC-10DD0682915D}"/>
                  </a:ext>
                </a:extLst>
              </p:cNvPr>
              <p:cNvGrpSpPr/>
              <p:nvPr/>
            </p:nvGrpSpPr>
            <p:grpSpPr>
              <a:xfrm>
                <a:off x="3581288" y="4619122"/>
                <a:ext cx="268062" cy="268062"/>
                <a:chOff x="2745015" y="3316514"/>
                <a:chExt cx="268062" cy="268062"/>
              </a:xfrm>
            </p:grpSpPr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99597F75-E7B0-4837-A2C0-B9D862BB8DCB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96" name="直接连接符 95">
                  <a:extLst>
                    <a:ext uri="{FF2B5EF4-FFF2-40B4-BE49-F238E27FC236}">
                      <a16:creationId xmlns:a16="http://schemas.microsoft.com/office/drawing/2014/main" id="{56190D0E-442C-4CA7-BB56-17F8A0B441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7A68F409-5598-4832-BB77-9B161FB8331E}"/>
                </a:ext>
              </a:extLst>
            </p:cNvPr>
            <p:cNvSpPr/>
            <p:nvPr/>
          </p:nvSpPr>
          <p:spPr>
            <a:xfrm rot="10800000" flipH="1">
              <a:off x="9882974" y="2526420"/>
              <a:ext cx="674048" cy="1054996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322056 h 2370522"/>
                <a:gd name="connsiteX1" fmla="*/ 1495425 w 3112544"/>
                <a:gd name="connsiteY1" fmla="*/ 2350631 h 2370522"/>
                <a:gd name="connsiteX2" fmla="*/ 2952750 w 3112544"/>
                <a:gd name="connsiteY2" fmla="*/ 2026781 h 2370522"/>
                <a:gd name="connsiteX3" fmla="*/ 3048000 w 3112544"/>
                <a:gd name="connsiteY3" fmla="*/ 226556 h 2370522"/>
                <a:gd name="connsiteX4" fmla="*/ 779350 w 3112544"/>
                <a:gd name="connsiteY4" fmla="*/ 34723 h 2370522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757361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914921" y="7320"/>
                    <a:pt x="757361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C3BDDE73-64B3-46E0-8DD6-3CB12DF1AA91}"/>
                </a:ext>
              </a:extLst>
            </p:cNvPr>
            <p:cNvSpPr/>
            <p:nvPr/>
          </p:nvSpPr>
          <p:spPr>
            <a:xfrm rot="10800000">
              <a:off x="8688755" y="2531798"/>
              <a:ext cx="524564" cy="1051129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400842 h 2449308"/>
                <a:gd name="connsiteX1" fmla="*/ 1495425 w 3112544"/>
                <a:gd name="connsiteY1" fmla="*/ 2429417 h 2449308"/>
                <a:gd name="connsiteX2" fmla="*/ 2952750 w 3112544"/>
                <a:gd name="connsiteY2" fmla="*/ 2105567 h 2449308"/>
                <a:gd name="connsiteX3" fmla="*/ 3048000 w 3112544"/>
                <a:gd name="connsiteY3" fmla="*/ 305342 h 2449308"/>
                <a:gd name="connsiteX4" fmla="*/ 453931 w 3112544"/>
                <a:gd name="connsiteY4" fmla="*/ 3004 h 2449308"/>
                <a:gd name="connsiteX0" fmla="*/ 0 w 3112544"/>
                <a:gd name="connsiteY0" fmla="*/ 2477111 h 2525577"/>
                <a:gd name="connsiteX1" fmla="*/ 1495425 w 3112544"/>
                <a:gd name="connsiteY1" fmla="*/ 2505686 h 2525577"/>
                <a:gd name="connsiteX2" fmla="*/ 2952750 w 3112544"/>
                <a:gd name="connsiteY2" fmla="*/ 2181836 h 2525577"/>
                <a:gd name="connsiteX3" fmla="*/ 3048000 w 3112544"/>
                <a:gd name="connsiteY3" fmla="*/ 381611 h 2525577"/>
                <a:gd name="connsiteX4" fmla="*/ 199600 w 3112544"/>
                <a:gd name="connsiteY4" fmla="*/ 238 h 2525577"/>
                <a:gd name="connsiteX0" fmla="*/ 0 w 3112544"/>
                <a:gd name="connsiteY0" fmla="*/ 2443548 h 2492014"/>
                <a:gd name="connsiteX1" fmla="*/ 1495425 w 3112544"/>
                <a:gd name="connsiteY1" fmla="*/ 2472123 h 2492014"/>
                <a:gd name="connsiteX2" fmla="*/ 2952750 w 3112544"/>
                <a:gd name="connsiteY2" fmla="*/ 2148273 h 2492014"/>
                <a:gd name="connsiteX3" fmla="*/ 3048000 w 3112544"/>
                <a:gd name="connsiteY3" fmla="*/ 348048 h 2492014"/>
                <a:gd name="connsiteX4" fmla="*/ 86565 w 3112544"/>
                <a:gd name="connsiteY4" fmla="*/ 548 h 2492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92014">
                  <a:moveTo>
                    <a:pt x="0" y="2443548"/>
                  </a:moveTo>
                  <a:cubicBezTo>
                    <a:pt x="457994" y="2466566"/>
                    <a:pt x="1003300" y="2521335"/>
                    <a:pt x="1495425" y="2472123"/>
                  </a:cubicBezTo>
                  <a:cubicBezTo>
                    <a:pt x="1987550" y="2422911"/>
                    <a:pt x="2693988" y="2502285"/>
                    <a:pt x="2952750" y="2148273"/>
                  </a:cubicBezTo>
                  <a:cubicBezTo>
                    <a:pt x="3211512" y="1794261"/>
                    <a:pt x="3087688" y="690948"/>
                    <a:pt x="3048000" y="348048"/>
                  </a:cubicBezTo>
                  <a:cubicBezTo>
                    <a:pt x="3008313" y="5148"/>
                    <a:pt x="244125" y="-3421"/>
                    <a:pt x="86565" y="54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723D2208-9B55-41B6-96E3-CC4C56A87963}"/>
                </a:ext>
              </a:extLst>
            </p:cNvPr>
            <p:cNvGrpSpPr/>
            <p:nvPr/>
          </p:nvGrpSpPr>
          <p:grpSpPr>
            <a:xfrm rot="10800000" flipH="1" flipV="1">
              <a:off x="9191191" y="2362745"/>
              <a:ext cx="715431" cy="322947"/>
              <a:chOff x="2915443" y="4344145"/>
              <a:chExt cx="509929" cy="230183"/>
            </a:xfrm>
          </p:grpSpPr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CBC994BB-1D31-45FC-BDDF-F2F586640799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84" name="直接连接符 83">
                  <a:extLst>
                    <a:ext uri="{FF2B5EF4-FFF2-40B4-BE49-F238E27FC236}">
                      <a16:creationId xmlns:a16="http://schemas.microsoft.com/office/drawing/2014/main" id="{527F071D-AC19-4D9D-811C-F15F59120F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>
                  <a:extLst>
                    <a:ext uri="{FF2B5EF4-FFF2-40B4-BE49-F238E27FC236}">
                      <a16:creationId xmlns:a16="http://schemas.microsoft.com/office/drawing/2014/main" id="{FECECC4A-39EA-4667-93B0-08704FB0ACFE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FB450A99-7E4D-4964-BD2F-40231A4FFBE3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B0AC707C-18CB-4C5F-A59D-C6D39B5FB58B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624CC1DA-D00A-45D5-B31A-35947E9159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BA8A0D85-4858-4AA1-AEF0-8C1C18861D95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16498E6-F6D3-40D0-9EDA-5C65F2A6F9DD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C12A5BF4-8042-447C-B3F4-BFB5F26FEF99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129" name="箭头: 左 128">
            <a:extLst>
              <a:ext uri="{FF2B5EF4-FFF2-40B4-BE49-F238E27FC236}">
                <a16:creationId xmlns:a16="http://schemas.microsoft.com/office/drawing/2014/main" id="{95F3A336-BEF2-42BA-A054-D6F1FDFCB43A}"/>
              </a:ext>
            </a:extLst>
          </p:cNvPr>
          <p:cNvSpPr/>
          <p:nvPr/>
        </p:nvSpPr>
        <p:spPr>
          <a:xfrm flipH="1">
            <a:off x="12649164" y="3022600"/>
            <a:ext cx="517536" cy="325663"/>
          </a:xfrm>
          <a:prstGeom prst="leftArrow">
            <a:avLst/>
          </a:prstGeom>
          <a:solidFill>
            <a:srgbClr val="2DC8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3F895538-AE9C-47AE-B7DF-11057E6FADAE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768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9478BB2-41C5-45B6-8A74-9ECE506B6BF9}"/>
              </a:ext>
            </a:extLst>
          </p:cNvPr>
          <p:cNvSpPr txBox="1"/>
          <p:nvPr/>
        </p:nvSpPr>
        <p:spPr>
          <a:xfrm>
            <a:off x="1939059" y="2206636"/>
            <a:ext cx="3977987" cy="1875861"/>
          </a:xfrm>
          <a:custGeom>
            <a:avLst/>
            <a:gdLst/>
            <a:ahLst/>
            <a:cxnLst/>
            <a:rect l="l" t="t" r="r" b="b"/>
            <a:pathLst>
              <a:path w="2020876" h="952965">
                <a:moveTo>
                  <a:pt x="1607739" y="820322"/>
                </a:moveTo>
                <a:cubicBezTo>
                  <a:pt x="1598800" y="820322"/>
                  <a:pt x="1590870" y="824816"/>
                  <a:pt x="1583949" y="833803"/>
                </a:cubicBezTo>
                <a:cubicBezTo>
                  <a:pt x="1577029" y="842790"/>
                  <a:pt x="1571454" y="854876"/>
                  <a:pt x="1567225" y="870063"/>
                </a:cubicBezTo>
                <a:cubicBezTo>
                  <a:pt x="1562996" y="885250"/>
                  <a:pt x="1560881" y="898851"/>
                  <a:pt x="1560881" y="910865"/>
                </a:cubicBezTo>
                <a:cubicBezTo>
                  <a:pt x="1560881" y="917882"/>
                  <a:pt x="1561914" y="923120"/>
                  <a:pt x="1563981" y="926581"/>
                </a:cubicBezTo>
                <a:cubicBezTo>
                  <a:pt x="1566047" y="930041"/>
                  <a:pt x="1569243" y="931771"/>
                  <a:pt x="1573569" y="931771"/>
                </a:cubicBezTo>
                <a:cubicBezTo>
                  <a:pt x="1579912" y="931771"/>
                  <a:pt x="1586376" y="928671"/>
                  <a:pt x="1592960" y="922472"/>
                </a:cubicBezTo>
                <a:cubicBezTo>
                  <a:pt x="1599544" y="916272"/>
                  <a:pt x="1604855" y="908991"/>
                  <a:pt x="1608892" y="900629"/>
                </a:cubicBezTo>
                <a:cubicBezTo>
                  <a:pt x="1612929" y="892266"/>
                  <a:pt x="1616533" y="880828"/>
                  <a:pt x="1619705" y="866315"/>
                </a:cubicBezTo>
                <a:lnTo>
                  <a:pt x="1620859" y="860980"/>
                </a:lnTo>
                <a:cubicBezTo>
                  <a:pt x="1622397" y="853867"/>
                  <a:pt x="1623166" y="846803"/>
                  <a:pt x="1623166" y="839786"/>
                </a:cubicBezTo>
                <a:cubicBezTo>
                  <a:pt x="1623166" y="833346"/>
                  <a:pt x="1621964" y="828492"/>
                  <a:pt x="1619561" y="825224"/>
                </a:cubicBezTo>
                <a:cubicBezTo>
                  <a:pt x="1617158" y="821956"/>
                  <a:pt x="1613217" y="820322"/>
                  <a:pt x="1607739" y="820322"/>
                </a:cubicBezTo>
                <a:close/>
                <a:moveTo>
                  <a:pt x="1669591" y="744196"/>
                </a:moveTo>
                <a:lnTo>
                  <a:pt x="1685883" y="744196"/>
                </a:lnTo>
                <a:lnTo>
                  <a:pt x="1649406" y="905675"/>
                </a:lnTo>
                <a:cubicBezTo>
                  <a:pt x="1647964" y="912019"/>
                  <a:pt x="1647243" y="917497"/>
                  <a:pt x="1647243" y="922111"/>
                </a:cubicBezTo>
                <a:cubicBezTo>
                  <a:pt x="1647243" y="925283"/>
                  <a:pt x="1647772" y="927734"/>
                  <a:pt x="1648829" y="929464"/>
                </a:cubicBezTo>
                <a:cubicBezTo>
                  <a:pt x="1649886" y="931194"/>
                  <a:pt x="1651713" y="932059"/>
                  <a:pt x="1654308" y="932059"/>
                </a:cubicBezTo>
                <a:cubicBezTo>
                  <a:pt x="1657287" y="932059"/>
                  <a:pt x="1660507" y="930714"/>
                  <a:pt x="1663968" y="928022"/>
                </a:cubicBezTo>
                <a:cubicBezTo>
                  <a:pt x="1667428" y="925331"/>
                  <a:pt x="1671465" y="921342"/>
                  <a:pt x="1676079" y="916056"/>
                </a:cubicBezTo>
                <a:lnTo>
                  <a:pt x="1686459" y="926436"/>
                </a:lnTo>
                <a:cubicBezTo>
                  <a:pt x="1676367" y="936529"/>
                  <a:pt x="1667668" y="943473"/>
                  <a:pt x="1660363" y="947270"/>
                </a:cubicBezTo>
                <a:cubicBezTo>
                  <a:pt x="1653058" y="951067"/>
                  <a:pt x="1645369" y="952965"/>
                  <a:pt x="1637295" y="952965"/>
                </a:cubicBezTo>
                <a:cubicBezTo>
                  <a:pt x="1629221" y="952965"/>
                  <a:pt x="1622829" y="950730"/>
                  <a:pt x="1618119" y="946261"/>
                </a:cubicBezTo>
                <a:cubicBezTo>
                  <a:pt x="1613410" y="941791"/>
                  <a:pt x="1611055" y="935904"/>
                  <a:pt x="1611055" y="928599"/>
                </a:cubicBezTo>
                <a:cubicBezTo>
                  <a:pt x="1611055" y="926196"/>
                  <a:pt x="1611343" y="923889"/>
                  <a:pt x="1611920" y="921679"/>
                </a:cubicBezTo>
                <a:lnTo>
                  <a:pt x="1610045" y="921246"/>
                </a:lnTo>
                <a:cubicBezTo>
                  <a:pt x="1600914" y="932300"/>
                  <a:pt x="1592384" y="940350"/>
                  <a:pt x="1584454" y="945396"/>
                </a:cubicBezTo>
                <a:cubicBezTo>
                  <a:pt x="1576524" y="950442"/>
                  <a:pt x="1567033" y="952965"/>
                  <a:pt x="1555979" y="952965"/>
                </a:cubicBezTo>
                <a:cubicBezTo>
                  <a:pt x="1545118" y="952965"/>
                  <a:pt x="1536683" y="949024"/>
                  <a:pt x="1530676" y="941143"/>
                </a:cubicBezTo>
                <a:cubicBezTo>
                  <a:pt x="1524669" y="933261"/>
                  <a:pt x="1521665" y="921871"/>
                  <a:pt x="1521665" y="906973"/>
                </a:cubicBezTo>
                <a:cubicBezTo>
                  <a:pt x="1521665" y="893997"/>
                  <a:pt x="1523539" y="881117"/>
                  <a:pt x="1527288" y="868333"/>
                </a:cubicBezTo>
                <a:cubicBezTo>
                  <a:pt x="1531036" y="855549"/>
                  <a:pt x="1536419" y="844520"/>
                  <a:pt x="1543436" y="835244"/>
                </a:cubicBezTo>
                <a:cubicBezTo>
                  <a:pt x="1550452" y="825969"/>
                  <a:pt x="1559271" y="818664"/>
                  <a:pt x="1569892" y="813329"/>
                </a:cubicBezTo>
                <a:cubicBezTo>
                  <a:pt x="1580513" y="807995"/>
                  <a:pt x="1592504" y="805328"/>
                  <a:pt x="1605864" y="805328"/>
                </a:cubicBezTo>
                <a:cubicBezTo>
                  <a:pt x="1614419" y="805328"/>
                  <a:pt x="1622685" y="806817"/>
                  <a:pt x="1630663" y="809797"/>
                </a:cubicBezTo>
                <a:lnTo>
                  <a:pt x="1635565" y="787738"/>
                </a:lnTo>
                <a:cubicBezTo>
                  <a:pt x="1636142" y="785335"/>
                  <a:pt x="1636814" y="781875"/>
                  <a:pt x="1637583" y="777357"/>
                </a:cubicBezTo>
                <a:cubicBezTo>
                  <a:pt x="1638352" y="772840"/>
                  <a:pt x="1638737" y="769427"/>
                  <a:pt x="1638737" y="767121"/>
                </a:cubicBezTo>
                <a:cubicBezTo>
                  <a:pt x="1638737" y="765006"/>
                  <a:pt x="1638520" y="763348"/>
                  <a:pt x="1638088" y="762146"/>
                </a:cubicBezTo>
                <a:cubicBezTo>
                  <a:pt x="1637655" y="760945"/>
                  <a:pt x="1637007" y="759960"/>
                  <a:pt x="1636142" y="759191"/>
                </a:cubicBezTo>
                <a:cubicBezTo>
                  <a:pt x="1635276" y="758422"/>
                  <a:pt x="1634123" y="757821"/>
                  <a:pt x="1632681" y="757389"/>
                </a:cubicBezTo>
                <a:cubicBezTo>
                  <a:pt x="1631240" y="756956"/>
                  <a:pt x="1628404" y="756451"/>
                  <a:pt x="1624175" y="755875"/>
                </a:cubicBezTo>
                <a:lnTo>
                  <a:pt x="1626482" y="746503"/>
                </a:lnTo>
                <a:close/>
                <a:moveTo>
                  <a:pt x="1360596" y="663346"/>
                </a:moveTo>
                <a:cubicBezTo>
                  <a:pt x="1371262" y="663346"/>
                  <a:pt x="1379394" y="664945"/>
                  <a:pt x="1384994" y="668145"/>
                </a:cubicBezTo>
                <a:cubicBezTo>
                  <a:pt x="1390594" y="671345"/>
                  <a:pt x="1395193" y="676911"/>
                  <a:pt x="1398793" y="684844"/>
                </a:cubicBezTo>
                <a:cubicBezTo>
                  <a:pt x="1402393" y="692777"/>
                  <a:pt x="1405793" y="705476"/>
                  <a:pt x="1408993" y="722942"/>
                </a:cubicBezTo>
                <a:lnTo>
                  <a:pt x="1410992" y="722942"/>
                </a:lnTo>
                <a:cubicBezTo>
                  <a:pt x="1420859" y="709076"/>
                  <a:pt x="1428525" y="698643"/>
                  <a:pt x="1433991" y="691644"/>
                </a:cubicBezTo>
                <a:cubicBezTo>
                  <a:pt x="1439457" y="684644"/>
                  <a:pt x="1444524" y="679045"/>
                  <a:pt x="1449190" y="674845"/>
                </a:cubicBezTo>
                <a:cubicBezTo>
                  <a:pt x="1453857" y="670645"/>
                  <a:pt x="1458390" y="667679"/>
                  <a:pt x="1462789" y="665945"/>
                </a:cubicBezTo>
                <a:cubicBezTo>
                  <a:pt x="1467189" y="664212"/>
                  <a:pt x="1472389" y="663346"/>
                  <a:pt x="1478388" y="663346"/>
                </a:cubicBezTo>
                <a:cubicBezTo>
                  <a:pt x="1485055" y="663346"/>
                  <a:pt x="1491788" y="664545"/>
                  <a:pt x="1498587" y="666945"/>
                </a:cubicBezTo>
                <a:lnTo>
                  <a:pt x="1489188" y="710143"/>
                </a:lnTo>
                <a:lnTo>
                  <a:pt x="1471189" y="710143"/>
                </a:lnTo>
                <a:cubicBezTo>
                  <a:pt x="1470522" y="704543"/>
                  <a:pt x="1468056" y="701743"/>
                  <a:pt x="1463789" y="701743"/>
                </a:cubicBezTo>
                <a:cubicBezTo>
                  <a:pt x="1461923" y="701743"/>
                  <a:pt x="1459956" y="702210"/>
                  <a:pt x="1457890" y="703143"/>
                </a:cubicBezTo>
                <a:cubicBezTo>
                  <a:pt x="1455823" y="704076"/>
                  <a:pt x="1453090" y="706176"/>
                  <a:pt x="1449690" y="709443"/>
                </a:cubicBezTo>
                <a:cubicBezTo>
                  <a:pt x="1446290" y="712709"/>
                  <a:pt x="1442057" y="717442"/>
                  <a:pt x="1436991" y="723642"/>
                </a:cubicBezTo>
                <a:cubicBezTo>
                  <a:pt x="1431924" y="729841"/>
                  <a:pt x="1424325" y="739274"/>
                  <a:pt x="1414192" y="751940"/>
                </a:cubicBezTo>
                <a:cubicBezTo>
                  <a:pt x="1418859" y="780072"/>
                  <a:pt x="1422692" y="800237"/>
                  <a:pt x="1425692" y="812436"/>
                </a:cubicBezTo>
                <a:cubicBezTo>
                  <a:pt x="1428691" y="824636"/>
                  <a:pt x="1431791" y="832535"/>
                  <a:pt x="1434991" y="836135"/>
                </a:cubicBezTo>
                <a:cubicBezTo>
                  <a:pt x="1436858" y="838135"/>
                  <a:pt x="1439124" y="839135"/>
                  <a:pt x="1441791" y="839135"/>
                </a:cubicBezTo>
                <a:cubicBezTo>
                  <a:pt x="1445124" y="839135"/>
                  <a:pt x="1448223" y="837835"/>
                  <a:pt x="1451090" y="835235"/>
                </a:cubicBezTo>
                <a:cubicBezTo>
                  <a:pt x="1453957" y="832635"/>
                  <a:pt x="1457656" y="826802"/>
                  <a:pt x="1462189" y="817736"/>
                </a:cubicBezTo>
                <a:lnTo>
                  <a:pt x="1480388" y="826136"/>
                </a:lnTo>
                <a:cubicBezTo>
                  <a:pt x="1472655" y="840268"/>
                  <a:pt x="1463889" y="850801"/>
                  <a:pt x="1454090" y="857734"/>
                </a:cubicBezTo>
                <a:cubicBezTo>
                  <a:pt x="1444290" y="864667"/>
                  <a:pt x="1432791" y="868133"/>
                  <a:pt x="1419592" y="868133"/>
                </a:cubicBezTo>
                <a:cubicBezTo>
                  <a:pt x="1411459" y="868133"/>
                  <a:pt x="1404960" y="867100"/>
                  <a:pt x="1400093" y="865033"/>
                </a:cubicBezTo>
                <a:cubicBezTo>
                  <a:pt x="1395227" y="862967"/>
                  <a:pt x="1391094" y="859534"/>
                  <a:pt x="1387694" y="854734"/>
                </a:cubicBezTo>
                <a:cubicBezTo>
                  <a:pt x="1384294" y="849934"/>
                  <a:pt x="1381294" y="843168"/>
                  <a:pt x="1378694" y="834435"/>
                </a:cubicBezTo>
                <a:cubicBezTo>
                  <a:pt x="1376095" y="825702"/>
                  <a:pt x="1373661" y="814270"/>
                  <a:pt x="1371395" y="800137"/>
                </a:cubicBezTo>
                <a:lnTo>
                  <a:pt x="1369395" y="800137"/>
                </a:lnTo>
                <a:cubicBezTo>
                  <a:pt x="1358062" y="816403"/>
                  <a:pt x="1348996" y="828802"/>
                  <a:pt x="1342197" y="837335"/>
                </a:cubicBezTo>
                <a:cubicBezTo>
                  <a:pt x="1335397" y="845868"/>
                  <a:pt x="1329564" y="852267"/>
                  <a:pt x="1324698" y="856534"/>
                </a:cubicBezTo>
                <a:cubicBezTo>
                  <a:pt x="1319831" y="860800"/>
                  <a:pt x="1315165" y="863800"/>
                  <a:pt x="1310699" y="865533"/>
                </a:cubicBezTo>
                <a:cubicBezTo>
                  <a:pt x="1306232" y="867266"/>
                  <a:pt x="1300866" y="868133"/>
                  <a:pt x="1294600" y="868133"/>
                </a:cubicBezTo>
                <a:cubicBezTo>
                  <a:pt x="1291666" y="868133"/>
                  <a:pt x="1288100" y="867766"/>
                  <a:pt x="1283900" y="867033"/>
                </a:cubicBezTo>
                <a:cubicBezTo>
                  <a:pt x="1279700" y="866300"/>
                  <a:pt x="1276534" y="865533"/>
                  <a:pt x="1274401" y="864733"/>
                </a:cubicBezTo>
                <a:lnTo>
                  <a:pt x="1283800" y="821336"/>
                </a:lnTo>
                <a:lnTo>
                  <a:pt x="1301799" y="821336"/>
                </a:lnTo>
                <a:cubicBezTo>
                  <a:pt x="1301932" y="824136"/>
                  <a:pt x="1302632" y="826236"/>
                  <a:pt x="1303899" y="827635"/>
                </a:cubicBezTo>
                <a:cubicBezTo>
                  <a:pt x="1305166" y="829035"/>
                  <a:pt x="1306799" y="829735"/>
                  <a:pt x="1308799" y="829735"/>
                </a:cubicBezTo>
                <a:cubicBezTo>
                  <a:pt x="1311199" y="829735"/>
                  <a:pt x="1313432" y="829235"/>
                  <a:pt x="1315498" y="828235"/>
                </a:cubicBezTo>
                <a:cubicBezTo>
                  <a:pt x="1317565" y="827236"/>
                  <a:pt x="1320431" y="825002"/>
                  <a:pt x="1324098" y="821536"/>
                </a:cubicBezTo>
                <a:cubicBezTo>
                  <a:pt x="1327764" y="818069"/>
                  <a:pt x="1332397" y="812970"/>
                  <a:pt x="1337997" y="806237"/>
                </a:cubicBezTo>
                <a:cubicBezTo>
                  <a:pt x="1343597" y="799504"/>
                  <a:pt x="1353063" y="787671"/>
                  <a:pt x="1366395" y="770739"/>
                </a:cubicBezTo>
                <a:cubicBezTo>
                  <a:pt x="1363595" y="755007"/>
                  <a:pt x="1360962" y="741441"/>
                  <a:pt x="1358496" y="730041"/>
                </a:cubicBezTo>
                <a:cubicBezTo>
                  <a:pt x="1356029" y="718642"/>
                  <a:pt x="1353796" y="710376"/>
                  <a:pt x="1351796" y="705243"/>
                </a:cubicBezTo>
                <a:cubicBezTo>
                  <a:pt x="1349796" y="700110"/>
                  <a:pt x="1347896" y="696677"/>
                  <a:pt x="1346096" y="694944"/>
                </a:cubicBezTo>
                <a:cubicBezTo>
                  <a:pt x="1344297" y="693210"/>
                  <a:pt x="1342263" y="692344"/>
                  <a:pt x="1339997" y="692344"/>
                </a:cubicBezTo>
                <a:cubicBezTo>
                  <a:pt x="1337330" y="692344"/>
                  <a:pt x="1334997" y="693044"/>
                  <a:pt x="1332997" y="694444"/>
                </a:cubicBezTo>
                <a:cubicBezTo>
                  <a:pt x="1330997" y="695844"/>
                  <a:pt x="1328897" y="698110"/>
                  <a:pt x="1326698" y="701243"/>
                </a:cubicBezTo>
                <a:cubicBezTo>
                  <a:pt x="1324498" y="704376"/>
                  <a:pt x="1322131" y="708543"/>
                  <a:pt x="1319598" y="713742"/>
                </a:cubicBezTo>
                <a:lnTo>
                  <a:pt x="1301399" y="705343"/>
                </a:lnTo>
                <a:cubicBezTo>
                  <a:pt x="1309132" y="691210"/>
                  <a:pt x="1317831" y="680678"/>
                  <a:pt x="1327498" y="673745"/>
                </a:cubicBezTo>
                <a:cubicBezTo>
                  <a:pt x="1337164" y="666812"/>
                  <a:pt x="1348196" y="663346"/>
                  <a:pt x="1360596" y="663346"/>
                </a:cubicBezTo>
                <a:close/>
                <a:moveTo>
                  <a:pt x="574299" y="499914"/>
                </a:moveTo>
                <a:lnTo>
                  <a:pt x="820684" y="499914"/>
                </a:lnTo>
                <a:lnTo>
                  <a:pt x="820684" y="526512"/>
                </a:lnTo>
                <a:lnTo>
                  <a:pt x="574299" y="526512"/>
                </a:lnTo>
                <a:close/>
                <a:moveTo>
                  <a:pt x="251082" y="477631"/>
                </a:moveTo>
                <a:lnTo>
                  <a:pt x="409965" y="477631"/>
                </a:lnTo>
                <a:lnTo>
                  <a:pt x="398575" y="529823"/>
                </a:lnTo>
                <a:lnTo>
                  <a:pt x="380121" y="529823"/>
                </a:lnTo>
                <a:cubicBezTo>
                  <a:pt x="380024" y="519154"/>
                  <a:pt x="379400" y="511681"/>
                  <a:pt x="378246" y="507404"/>
                </a:cubicBezTo>
                <a:cubicBezTo>
                  <a:pt x="377093" y="503127"/>
                  <a:pt x="375243" y="499907"/>
                  <a:pt x="372695" y="497744"/>
                </a:cubicBezTo>
                <a:cubicBezTo>
                  <a:pt x="370148" y="495581"/>
                  <a:pt x="366568" y="494500"/>
                  <a:pt x="361954" y="494500"/>
                </a:cubicBezTo>
                <a:lnTo>
                  <a:pt x="349122" y="494500"/>
                </a:lnTo>
                <a:lnTo>
                  <a:pt x="318124" y="635505"/>
                </a:lnTo>
                <a:cubicBezTo>
                  <a:pt x="317452" y="638677"/>
                  <a:pt x="316971" y="641369"/>
                  <a:pt x="316683" y="643579"/>
                </a:cubicBezTo>
                <a:cubicBezTo>
                  <a:pt x="316394" y="645790"/>
                  <a:pt x="316250" y="648722"/>
                  <a:pt x="316250" y="652374"/>
                </a:cubicBezTo>
                <a:cubicBezTo>
                  <a:pt x="316250" y="656796"/>
                  <a:pt x="317379" y="659919"/>
                  <a:pt x="319638" y="661746"/>
                </a:cubicBezTo>
                <a:cubicBezTo>
                  <a:pt x="321897" y="663572"/>
                  <a:pt x="325429" y="664629"/>
                  <a:pt x="330235" y="664918"/>
                </a:cubicBezTo>
                <a:lnTo>
                  <a:pt x="328217" y="674433"/>
                </a:lnTo>
                <a:lnTo>
                  <a:pt x="251659" y="674433"/>
                </a:lnTo>
                <a:lnTo>
                  <a:pt x="253677" y="664918"/>
                </a:lnTo>
                <a:cubicBezTo>
                  <a:pt x="257906" y="664341"/>
                  <a:pt x="261270" y="663091"/>
                  <a:pt x="263770" y="661169"/>
                </a:cubicBezTo>
                <a:cubicBezTo>
                  <a:pt x="266269" y="659247"/>
                  <a:pt x="268359" y="656387"/>
                  <a:pt x="270041" y="652590"/>
                </a:cubicBezTo>
                <a:cubicBezTo>
                  <a:pt x="271723" y="648794"/>
                  <a:pt x="273429" y="643099"/>
                  <a:pt x="275160" y="635505"/>
                </a:cubicBezTo>
                <a:lnTo>
                  <a:pt x="306158" y="494500"/>
                </a:lnTo>
                <a:lnTo>
                  <a:pt x="294623" y="494500"/>
                </a:lnTo>
                <a:cubicBezTo>
                  <a:pt x="289337" y="494500"/>
                  <a:pt x="285060" y="495293"/>
                  <a:pt x="281792" y="496879"/>
                </a:cubicBezTo>
                <a:cubicBezTo>
                  <a:pt x="278524" y="498465"/>
                  <a:pt x="274871" y="501781"/>
                  <a:pt x="270834" y="506827"/>
                </a:cubicBezTo>
                <a:cubicBezTo>
                  <a:pt x="266797" y="511873"/>
                  <a:pt x="262904" y="518530"/>
                  <a:pt x="259156" y="526796"/>
                </a:cubicBezTo>
                <a:lnTo>
                  <a:pt x="240269" y="526796"/>
                </a:lnTo>
                <a:close/>
                <a:moveTo>
                  <a:pt x="963601" y="455358"/>
                </a:moveTo>
                <a:lnTo>
                  <a:pt x="1492239" y="455358"/>
                </a:lnTo>
                <a:lnTo>
                  <a:pt x="2020876" y="455358"/>
                </a:lnTo>
                <a:lnTo>
                  <a:pt x="2020876" y="483933"/>
                </a:lnTo>
                <a:lnTo>
                  <a:pt x="1492239" y="483933"/>
                </a:lnTo>
                <a:lnTo>
                  <a:pt x="963601" y="483933"/>
                </a:lnTo>
                <a:close/>
                <a:moveTo>
                  <a:pt x="574299" y="416919"/>
                </a:moveTo>
                <a:lnTo>
                  <a:pt x="820684" y="416919"/>
                </a:lnTo>
                <a:lnTo>
                  <a:pt x="820684" y="443517"/>
                </a:lnTo>
                <a:lnTo>
                  <a:pt x="574299" y="443517"/>
                </a:lnTo>
                <a:close/>
                <a:moveTo>
                  <a:pt x="156790" y="312525"/>
                </a:moveTo>
                <a:cubicBezTo>
                  <a:pt x="179589" y="312525"/>
                  <a:pt x="201987" y="315792"/>
                  <a:pt x="223986" y="322324"/>
                </a:cubicBezTo>
                <a:lnTo>
                  <a:pt x="211187" y="380721"/>
                </a:lnTo>
                <a:lnTo>
                  <a:pt x="184988" y="380721"/>
                </a:lnTo>
                <a:cubicBezTo>
                  <a:pt x="184588" y="368855"/>
                  <a:pt x="183388" y="359922"/>
                  <a:pt x="181389" y="353923"/>
                </a:cubicBezTo>
                <a:cubicBezTo>
                  <a:pt x="179389" y="347923"/>
                  <a:pt x="176255" y="343423"/>
                  <a:pt x="171989" y="340423"/>
                </a:cubicBezTo>
                <a:cubicBezTo>
                  <a:pt x="167723" y="337424"/>
                  <a:pt x="161923" y="335924"/>
                  <a:pt x="154590" y="335924"/>
                </a:cubicBezTo>
                <a:cubicBezTo>
                  <a:pt x="143391" y="335924"/>
                  <a:pt x="132325" y="340323"/>
                  <a:pt x="121392" y="349123"/>
                </a:cubicBezTo>
                <a:cubicBezTo>
                  <a:pt x="110460" y="357922"/>
                  <a:pt x="100360" y="371222"/>
                  <a:pt x="91094" y="389020"/>
                </a:cubicBezTo>
                <a:cubicBezTo>
                  <a:pt x="81828" y="406819"/>
                  <a:pt x="74362" y="427851"/>
                  <a:pt x="68695" y="452117"/>
                </a:cubicBezTo>
                <a:cubicBezTo>
                  <a:pt x="63029" y="476382"/>
                  <a:pt x="60196" y="498247"/>
                  <a:pt x="60196" y="517713"/>
                </a:cubicBezTo>
                <a:cubicBezTo>
                  <a:pt x="60196" y="528912"/>
                  <a:pt x="61229" y="538178"/>
                  <a:pt x="63296" y="545511"/>
                </a:cubicBezTo>
                <a:cubicBezTo>
                  <a:pt x="65362" y="552844"/>
                  <a:pt x="68962" y="558510"/>
                  <a:pt x="74095" y="562510"/>
                </a:cubicBezTo>
                <a:cubicBezTo>
                  <a:pt x="79228" y="566510"/>
                  <a:pt x="86328" y="568509"/>
                  <a:pt x="95394" y="568509"/>
                </a:cubicBezTo>
                <a:cubicBezTo>
                  <a:pt x="109260" y="568509"/>
                  <a:pt x="120759" y="565043"/>
                  <a:pt x="129892" y="558110"/>
                </a:cubicBezTo>
                <a:cubicBezTo>
                  <a:pt x="139024" y="551177"/>
                  <a:pt x="147257" y="539245"/>
                  <a:pt x="154590" y="522312"/>
                </a:cubicBezTo>
                <a:lnTo>
                  <a:pt x="180789" y="522312"/>
                </a:lnTo>
                <a:lnTo>
                  <a:pt x="167989" y="581309"/>
                </a:lnTo>
                <a:cubicBezTo>
                  <a:pt x="155057" y="585042"/>
                  <a:pt x="142191" y="587742"/>
                  <a:pt x="129392" y="589408"/>
                </a:cubicBezTo>
                <a:cubicBezTo>
                  <a:pt x="116592" y="591075"/>
                  <a:pt x="102860" y="591908"/>
                  <a:pt x="88194" y="591908"/>
                </a:cubicBezTo>
                <a:cubicBezTo>
                  <a:pt x="59796" y="591908"/>
                  <a:pt x="37997" y="584142"/>
                  <a:pt x="22798" y="568609"/>
                </a:cubicBezTo>
                <a:cubicBezTo>
                  <a:pt x="7599" y="553077"/>
                  <a:pt x="0" y="530712"/>
                  <a:pt x="0" y="501514"/>
                </a:cubicBezTo>
                <a:cubicBezTo>
                  <a:pt x="0" y="490448"/>
                  <a:pt x="1200" y="477715"/>
                  <a:pt x="3599" y="463316"/>
                </a:cubicBezTo>
                <a:cubicBezTo>
                  <a:pt x="7466" y="440517"/>
                  <a:pt x="13865" y="419452"/>
                  <a:pt x="22798" y="400120"/>
                </a:cubicBezTo>
                <a:cubicBezTo>
                  <a:pt x="31731" y="380788"/>
                  <a:pt x="42964" y="364555"/>
                  <a:pt x="56496" y="351423"/>
                </a:cubicBezTo>
                <a:cubicBezTo>
                  <a:pt x="70029" y="338290"/>
                  <a:pt x="85228" y="328524"/>
                  <a:pt x="102093" y="322125"/>
                </a:cubicBezTo>
                <a:cubicBezTo>
                  <a:pt x="118959" y="315725"/>
                  <a:pt x="137191" y="312525"/>
                  <a:pt x="156790" y="312525"/>
                </a:cubicBezTo>
                <a:close/>
                <a:moveTo>
                  <a:pt x="1492332" y="214778"/>
                </a:moveTo>
                <a:cubicBezTo>
                  <a:pt x="1500310" y="214778"/>
                  <a:pt x="1506677" y="217012"/>
                  <a:pt x="1511435" y="221482"/>
                </a:cubicBezTo>
                <a:cubicBezTo>
                  <a:pt x="1516193" y="225951"/>
                  <a:pt x="1518572" y="231839"/>
                  <a:pt x="1518572" y="239144"/>
                </a:cubicBezTo>
                <a:cubicBezTo>
                  <a:pt x="1518572" y="241739"/>
                  <a:pt x="1518043" y="245007"/>
                  <a:pt x="1516986" y="248948"/>
                </a:cubicBezTo>
                <a:lnTo>
                  <a:pt x="1518139" y="249380"/>
                </a:lnTo>
                <a:cubicBezTo>
                  <a:pt x="1526213" y="238038"/>
                  <a:pt x="1534672" y="229436"/>
                  <a:pt x="1543515" y="223572"/>
                </a:cubicBezTo>
                <a:cubicBezTo>
                  <a:pt x="1552358" y="217709"/>
                  <a:pt x="1562162" y="214778"/>
                  <a:pt x="1572927" y="214778"/>
                </a:cubicBezTo>
                <a:cubicBezTo>
                  <a:pt x="1579271" y="214778"/>
                  <a:pt x="1585999" y="215691"/>
                  <a:pt x="1593112" y="217517"/>
                </a:cubicBezTo>
                <a:lnTo>
                  <a:pt x="1584605" y="256301"/>
                </a:lnTo>
                <a:lnTo>
                  <a:pt x="1558797" y="256301"/>
                </a:lnTo>
                <a:cubicBezTo>
                  <a:pt x="1558797" y="249861"/>
                  <a:pt x="1558101" y="245391"/>
                  <a:pt x="1556707" y="242892"/>
                </a:cubicBezTo>
                <a:cubicBezTo>
                  <a:pt x="1555313" y="240393"/>
                  <a:pt x="1552934" y="239144"/>
                  <a:pt x="1549570" y="239144"/>
                </a:cubicBezTo>
                <a:cubicBezTo>
                  <a:pt x="1546975" y="239144"/>
                  <a:pt x="1544139" y="240057"/>
                  <a:pt x="1541064" y="241883"/>
                </a:cubicBezTo>
                <a:cubicBezTo>
                  <a:pt x="1537988" y="243709"/>
                  <a:pt x="1534311" y="247266"/>
                  <a:pt x="1530034" y="252552"/>
                </a:cubicBezTo>
                <a:cubicBezTo>
                  <a:pt x="1525757" y="257839"/>
                  <a:pt x="1522537" y="262885"/>
                  <a:pt x="1520374" y="267691"/>
                </a:cubicBezTo>
                <a:cubicBezTo>
                  <a:pt x="1518212" y="272497"/>
                  <a:pt x="1516313" y="278648"/>
                  <a:pt x="1514679" y="286145"/>
                </a:cubicBezTo>
                <a:lnTo>
                  <a:pt x="1498387" y="360108"/>
                </a:lnTo>
                <a:lnTo>
                  <a:pt x="1457008" y="360108"/>
                </a:lnTo>
                <a:lnTo>
                  <a:pt x="1480221" y="259905"/>
                </a:lnTo>
                <a:cubicBezTo>
                  <a:pt x="1481663" y="253657"/>
                  <a:pt x="1482383" y="248900"/>
                  <a:pt x="1482383" y="245632"/>
                </a:cubicBezTo>
                <a:cubicBezTo>
                  <a:pt x="1482383" y="242460"/>
                  <a:pt x="1481855" y="240009"/>
                  <a:pt x="1480798" y="238278"/>
                </a:cubicBezTo>
                <a:cubicBezTo>
                  <a:pt x="1479740" y="236548"/>
                  <a:pt x="1477914" y="235683"/>
                  <a:pt x="1475319" y="235683"/>
                </a:cubicBezTo>
                <a:cubicBezTo>
                  <a:pt x="1472339" y="235683"/>
                  <a:pt x="1469119" y="237029"/>
                  <a:pt x="1465659" y="239720"/>
                </a:cubicBezTo>
                <a:cubicBezTo>
                  <a:pt x="1462199" y="242412"/>
                  <a:pt x="1458162" y="246400"/>
                  <a:pt x="1453548" y="251687"/>
                </a:cubicBezTo>
                <a:lnTo>
                  <a:pt x="1443167" y="241306"/>
                </a:lnTo>
                <a:cubicBezTo>
                  <a:pt x="1452779" y="231502"/>
                  <a:pt x="1461310" y="224630"/>
                  <a:pt x="1468759" y="220689"/>
                </a:cubicBezTo>
                <a:cubicBezTo>
                  <a:pt x="1476208" y="216748"/>
                  <a:pt x="1484065" y="214778"/>
                  <a:pt x="1492332" y="214778"/>
                </a:cubicBezTo>
                <a:close/>
                <a:moveTo>
                  <a:pt x="1918613" y="177147"/>
                </a:moveTo>
                <a:cubicBezTo>
                  <a:pt x="1911788" y="177147"/>
                  <a:pt x="1906406" y="180151"/>
                  <a:pt x="1902465" y="186158"/>
                </a:cubicBezTo>
                <a:cubicBezTo>
                  <a:pt x="1898524" y="192166"/>
                  <a:pt x="1895688" y="201105"/>
                  <a:pt x="1893958" y="212975"/>
                </a:cubicBezTo>
                <a:cubicBezTo>
                  <a:pt x="1892228" y="224846"/>
                  <a:pt x="1891363" y="240297"/>
                  <a:pt x="1891363" y="259328"/>
                </a:cubicBezTo>
                <a:cubicBezTo>
                  <a:pt x="1891363" y="280474"/>
                  <a:pt x="1892300" y="297295"/>
                  <a:pt x="1894175" y="309790"/>
                </a:cubicBezTo>
                <a:cubicBezTo>
                  <a:pt x="1896049" y="322286"/>
                  <a:pt x="1899005" y="331489"/>
                  <a:pt x="1903042" y="337400"/>
                </a:cubicBezTo>
                <a:cubicBezTo>
                  <a:pt x="1907078" y="343312"/>
                  <a:pt x="1912461" y="346267"/>
                  <a:pt x="1919189" y="346267"/>
                </a:cubicBezTo>
                <a:cubicBezTo>
                  <a:pt x="1922842" y="346267"/>
                  <a:pt x="1926038" y="345378"/>
                  <a:pt x="1928777" y="343600"/>
                </a:cubicBezTo>
                <a:cubicBezTo>
                  <a:pt x="1931517" y="341822"/>
                  <a:pt x="1933968" y="339034"/>
                  <a:pt x="1936130" y="335238"/>
                </a:cubicBezTo>
                <a:cubicBezTo>
                  <a:pt x="1938293" y="331441"/>
                  <a:pt x="1940143" y="326395"/>
                  <a:pt x="1941681" y="320099"/>
                </a:cubicBezTo>
                <a:cubicBezTo>
                  <a:pt x="1943219" y="313803"/>
                  <a:pt x="1944324" y="305970"/>
                  <a:pt x="1944997" y="296598"/>
                </a:cubicBezTo>
                <a:cubicBezTo>
                  <a:pt x="1945670" y="287227"/>
                  <a:pt x="1946006" y="276774"/>
                  <a:pt x="1946006" y="265240"/>
                </a:cubicBezTo>
                <a:cubicBezTo>
                  <a:pt x="1946006" y="248034"/>
                  <a:pt x="1945358" y="233569"/>
                  <a:pt x="1944060" y="221842"/>
                </a:cubicBezTo>
                <a:cubicBezTo>
                  <a:pt x="1942762" y="210116"/>
                  <a:pt x="1940912" y="201081"/>
                  <a:pt x="1938509" y="194737"/>
                </a:cubicBezTo>
                <a:cubicBezTo>
                  <a:pt x="1936106" y="188393"/>
                  <a:pt x="1933271" y="183876"/>
                  <a:pt x="1930003" y="181184"/>
                </a:cubicBezTo>
                <a:cubicBezTo>
                  <a:pt x="1926735" y="178493"/>
                  <a:pt x="1922938" y="177147"/>
                  <a:pt x="1918613" y="177147"/>
                </a:cubicBezTo>
                <a:close/>
                <a:moveTo>
                  <a:pt x="1919478" y="160999"/>
                </a:moveTo>
                <a:cubicBezTo>
                  <a:pt x="1943123" y="160999"/>
                  <a:pt x="1960761" y="169049"/>
                  <a:pt x="1972391" y="185149"/>
                </a:cubicBezTo>
                <a:cubicBezTo>
                  <a:pt x="1984021" y="201249"/>
                  <a:pt x="1989836" y="225879"/>
                  <a:pt x="1989836" y="259040"/>
                </a:cubicBezTo>
                <a:cubicBezTo>
                  <a:pt x="1989836" y="293066"/>
                  <a:pt x="1983661" y="318801"/>
                  <a:pt x="1971309" y="336247"/>
                </a:cubicBezTo>
                <a:cubicBezTo>
                  <a:pt x="1958958" y="353692"/>
                  <a:pt x="1940816" y="362415"/>
                  <a:pt x="1916883" y="362415"/>
                </a:cubicBezTo>
                <a:cubicBezTo>
                  <a:pt x="1893237" y="362415"/>
                  <a:pt x="1875768" y="354221"/>
                  <a:pt x="1864474" y="337833"/>
                </a:cubicBezTo>
                <a:cubicBezTo>
                  <a:pt x="1853180" y="321445"/>
                  <a:pt x="1847533" y="296670"/>
                  <a:pt x="1847533" y="263509"/>
                </a:cubicBezTo>
                <a:cubicBezTo>
                  <a:pt x="1847533" y="230253"/>
                  <a:pt x="1853829" y="204853"/>
                  <a:pt x="1866420" y="187312"/>
                </a:cubicBezTo>
                <a:cubicBezTo>
                  <a:pt x="1879012" y="169770"/>
                  <a:pt x="1896698" y="160999"/>
                  <a:pt x="1919478" y="160999"/>
                </a:cubicBezTo>
                <a:close/>
                <a:moveTo>
                  <a:pt x="1755818" y="72796"/>
                </a:moveTo>
                <a:cubicBezTo>
                  <a:pt x="1781150" y="72796"/>
                  <a:pt x="1804482" y="76395"/>
                  <a:pt x="1825814" y="83595"/>
                </a:cubicBezTo>
                <a:lnTo>
                  <a:pt x="1816414" y="125192"/>
                </a:lnTo>
                <a:lnTo>
                  <a:pt x="1787416" y="125192"/>
                </a:lnTo>
                <a:cubicBezTo>
                  <a:pt x="1786749" y="114926"/>
                  <a:pt x="1783683" y="107093"/>
                  <a:pt x="1778217" y="101694"/>
                </a:cubicBezTo>
                <a:cubicBezTo>
                  <a:pt x="1772750" y="96294"/>
                  <a:pt x="1765551" y="93594"/>
                  <a:pt x="1756618" y="93594"/>
                </a:cubicBezTo>
                <a:cubicBezTo>
                  <a:pt x="1750352" y="93594"/>
                  <a:pt x="1744519" y="94994"/>
                  <a:pt x="1739119" y="97794"/>
                </a:cubicBezTo>
                <a:cubicBezTo>
                  <a:pt x="1733719" y="100594"/>
                  <a:pt x="1729386" y="104694"/>
                  <a:pt x="1726120" y="110093"/>
                </a:cubicBezTo>
                <a:cubicBezTo>
                  <a:pt x="1722853" y="115493"/>
                  <a:pt x="1721220" y="121793"/>
                  <a:pt x="1721220" y="128992"/>
                </a:cubicBezTo>
                <a:cubicBezTo>
                  <a:pt x="1721220" y="139258"/>
                  <a:pt x="1724253" y="146524"/>
                  <a:pt x="1730320" y="150791"/>
                </a:cubicBezTo>
                <a:cubicBezTo>
                  <a:pt x="1736386" y="155057"/>
                  <a:pt x="1746152" y="157190"/>
                  <a:pt x="1759618" y="157190"/>
                </a:cubicBezTo>
                <a:lnTo>
                  <a:pt x="1786216" y="157190"/>
                </a:lnTo>
                <a:lnTo>
                  <a:pt x="1780616" y="181989"/>
                </a:lnTo>
                <a:lnTo>
                  <a:pt x="1761818" y="181989"/>
                </a:lnTo>
                <a:cubicBezTo>
                  <a:pt x="1749152" y="181989"/>
                  <a:pt x="1739086" y="182956"/>
                  <a:pt x="1731619" y="184889"/>
                </a:cubicBezTo>
                <a:cubicBezTo>
                  <a:pt x="1724153" y="186822"/>
                  <a:pt x="1717754" y="189588"/>
                  <a:pt x="1712421" y="193188"/>
                </a:cubicBezTo>
                <a:cubicBezTo>
                  <a:pt x="1707088" y="196788"/>
                  <a:pt x="1703188" y="200954"/>
                  <a:pt x="1700721" y="205687"/>
                </a:cubicBezTo>
                <a:cubicBezTo>
                  <a:pt x="1698255" y="210420"/>
                  <a:pt x="1697022" y="215720"/>
                  <a:pt x="1697022" y="221586"/>
                </a:cubicBezTo>
                <a:cubicBezTo>
                  <a:pt x="1697022" y="229986"/>
                  <a:pt x="1699755" y="236552"/>
                  <a:pt x="1705221" y="241285"/>
                </a:cubicBezTo>
                <a:cubicBezTo>
                  <a:pt x="1710687" y="246018"/>
                  <a:pt x="1719087" y="248385"/>
                  <a:pt x="1730419" y="248385"/>
                </a:cubicBezTo>
                <a:cubicBezTo>
                  <a:pt x="1740019" y="248385"/>
                  <a:pt x="1750085" y="246385"/>
                  <a:pt x="1760618" y="242385"/>
                </a:cubicBezTo>
                <a:cubicBezTo>
                  <a:pt x="1771150" y="238385"/>
                  <a:pt x="1782416" y="232652"/>
                  <a:pt x="1794416" y="225186"/>
                </a:cubicBezTo>
                <a:lnTo>
                  <a:pt x="1806815" y="246985"/>
                </a:lnTo>
                <a:cubicBezTo>
                  <a:pt x="1775217" y="267384"/>
                  <a:pt x="1744952" y="277583"/>
                  <a:pt x="1716020" y="277583"/>
                </a:cubicBezTo>
                <a:cubicBezTo>
                  <a:pt x="1692289" y="277583"/>
                  <a:pt x="1673490" y="273017"/>
                  <a:pt x="1659624" y="263884"/>
                </a:cubicBezTo>
                <a:cubicBezTo>
                  <a:pt x="1645758" y="254751"/>
                  <a:pt x="1638825" y="241585"/>
                  <a:pt x="1638825" y="224386"/>
                </a:cubicBezTo>
                <a:cubicBezTo>
                  <a:pt x="1638825" y="210254"/>
                  <a:pt x="1644591" y="198321"/>
                  <a:pt x="1656124" y="188588"/>
                </a:cubicBezTo>
                <a:cubicBezTo>
                  <a:pt x="1667657" y="178856"/>
                  <a:pt x="1683956" y="172323"/>
                  <a:pt x="1705021" y="168990"/>
                </a:cubicBezTo>
                <a:lnTo>
                  <a:pt x="1705621" y="166190"/>
                </a:lnTo>
                <a:cubicBezTo>
                  <a:pt x="1693355" y="163257"/>
                  <a:pt x="1683756" y="158224"/>
                  <a:pt x="1676823" y="151091"/>
                </a:cubicBezTo>
                <a:cubicBezTo>
                  <a:pt x="1669890" y="143958"/>
                  <a:pt x="1666423" y="135525"/>
                  <a:pt x="1666423" y="125792"/>
                </a:cubicBezTo>
                <a:cubicBezTo>
                  <a:pt x="1666423" y="114326"/>
                  <a:pt x="1670090" y="104594"/>
                  <a:pt x="1677423" y="96594"/>
                </a:cubicBezTo>
                <a:cubicBezTo>
                  <a:pt x="1684756" y="88595"/>
                  <a:pt x="1695288" y="82628"/>
                  <a:pt x="1709021" y="78695"/>
                </a:cubicBezTo>
                <a:cubicBezTo>
                  <a:pt x="1722753" y="74762"/>
                  <a:pt x="1738352" y="72796"/>
                  <a:pt x="1755818" y="72796"/>
                </a:cubicBezTo>
                <a:close/>
                <a:moveTo>
                  <a:pt x="1365293" y="72796"/>
                </a:moveTo>
                <a:cubicBezTo>
                  <a:pt x="1390625" y="72796"/>
                  <a:pt x="1413957" y="76395"/>
                  <a:pt x="1435289" y="83595"/>
                </a:cubicBezTo>
                <a:lnTo>
                  <a:pt x="1425889" y="125192"/>
                </a:lnTo>
                <a:lnTo>
                  <a:pt x="1396891" y="125192"/>
                </a:lnTo>
                <a:cubicBezTo>
                  <a:pt x="1396224" y="114926"/>
                  <a:pt x="1393158" y="107093"/>
                  <a:pt x="1387692" y="101694"/>
                </a:cubicBezTo>
                <a:cubicBezTo>
                  <a:pt x="1382225" y="96294"/>
                  <a:pt x="1375026" y="93594"/>
                  <a:pt x="1366093" y="93594"/>
                </a:cubicBezTo>
                <a:cubicBezTo>
                  <a:pt x="1359827" y="93594"/>
                  <a:pt x="1353994" y="94994"/>
                  <a:pt x="1348594" y="97794"/>
                </a:cubicBezTo>
                <a:cubicBezTo>
                  <a:pt x="1343194" y="100594"/>
                  <a:pt x="1338861" y="104694"/>
                  <a:pt x="1335595" y="110093"/>
                </a:cubicBezTo>
                <a:cubicBezTo>
                  <a:pt x="1332328" y="115493"/>
                  <a:pt x="1330695" y="121793"/>
                  <a:pt x="1330695" y="128992"/>
                </a:cubicBezTo>
                <a:cubicBezTo>
                  <a:pt x="1330695" y="139258"/>
                  <a:pt x="1333728" y="146524"/>
                  <a:pt x="1339795" y="150791"/>
                </a:cubicBezTo>
                <a:cubicBezTo>
                  <a:pt x="1345861" y="155057"/>
                  <a:pt x="1355627" y="157190"/>
                  <a:pt x="1369093" y="157190"/>
                </a:cubicBezTo>
                <a:lnTo>
                  <a:pt x="1395691" y="157190"/>
                </a:lnTo>
                <a:lnTo>
                  <a:pt x="1390091" y="181989"/>
                </a:lnTo>
                <a:lnTo>
                  <a:pt x="1371293" y="181989"/>
                </a:lnTo>
                <a:cubicBezTo>
                  <a:pt x="1358627" y="181989"/>
                  <a:pt x="1348561" y="182956"/>
                  <a:pt x="1341094" y="184889"/>
                </a:cubicBezTo>
                <a:cubicBezTo>
                  <a:pt x="1333628" y="186822"/>
                  <a:pt x="1327229" y="189588"/>
                  <a:pt x="1321896" y="193188"/>
                </a:cubicBezTo>
                <a:cubicBezTo>
                  <a:pt x="1316563" y="196788"/>
                  <a:pt x="1312663" y="200954"/>
                  <a:pt x="1310196" y="205687"/>
                </a:cubicBezTo>
                <a:cubicBezTo>
                  <a:pt x="1307730" y="210420"/>
                  <a:pt x="1306497" y="215720"/>
                  <a:pt x="1306497" y="221586"/>
                </a:cubicBezTo>
                <a:cubicBezTo>
                  <a:pt x="1306497" y="229986"/>
                  <a:pt x="1309230" y="236552"/>
                  <a:pt x="1314696" y="241285"/>
                </a:cubicBezTo>
                <a:cubicBezTo>
                  <a:pt x="1320162" y="246018"/>
                  <a:pt x="1328562" y="248385"/>
                  <a:pt x="1339894" y="248385"/>
                </a:cubicBezTo>
                <a:cubicBezTo>
                  <a:pt x="1349494" y="248385"/>
                  <a:pt x="1359560" y="246385"/>
                  <a:pt x="1370093" y="242385"/>
                </a:cubicBezTo>
                <a:cubicBezTo>
                  <a:pt x="1380625" y="238385"/>
                  <a:pt x="1391891" y="232652"/>
                  <a:pt x="1403891" y="225186"/>
                </a:cubicBezTo>
                <a:lnTo>
                  <a:pt x="1416290" y="246985"/>
                </a:lnTo>
                <a:cubicBezTo>
                  <a:pt x="1384692" y="267384"/>
                  <a:pt x="1354427" y="277583"/>
                  <a:pt x="1325495" y="277583"/>
                </a:cubicBezTo>
                <a:cubicBezTo>
                  <a:pt x="1301764" y="277583"/>
                  <a:pt x="1282965" y="273017"/>
                  <a:pt x="1269099" y="263884"/>
                </a:cubicBezTo>
                <a:cubicBezTo>
                  <a:pt x="1255233" y="254751"/>
                  <a:pt x="1248300" y="241585"/>
                  <a:pt x="1248300" y="224386"/>
                </a:cubicBezTo>
                <a:cubicBezTo>
                  <a:pt x="1248300" y="210254"/>
                  <a:pt x="1254066" y="198321"/>
                  <a:pt x="1265599" y="188588"/>
                </a:cubicBezTo>
                <a:cubicBezTo>
                  <a:pt x="1277132" y="178856"/>
                  <a:pt x="1293431" y="172323"/>
                  <a:pt x="1314496" y="168990"/>
                </a:cubicBezTo>
                <a:lnTo>
                  <a:pt x="1315096" y="166190"/>
                </a:lnTo>
                <a:cubicBezTo>
                  <a:pt x="1302830" y="163257"/>
                  <a:pt x="1293231" y="158224"/>
                  <a:pt x="1286298" y="151091"/>
                </a:cubicBezTo>
                <a:cubicBezTo>
                  <a:pt x="1279365" y="143958"/>
                  <a:pt x="1275898" y="135525"/>
                  <a:pt x="1275898" y="125792"/>
                </a:cubicBezTo>
                <a:cubicBezTo>
                  <a:pt x="1275898" y="114326"/>
                  <a:pt x="1279565" y="104594"/>
                  <a:pt x="1286898" y="96594"/>
                </a:cubicBezTo>
                <a:cubicBezTo>
                  <a:pt x="1294231" y="88595"/>
                  <a:pt x="1304763" y="82628"/>
                  <a:pt x="1318496" y="78695"/>
                </a:cubicBezTo>
                <a:cubicBezTo>
                  <a:pt x="1332228" y="74762"/>
                  <a:pt x="1347827" y="72796"/>
                  <a:pt x="1365293" y="72796"/>
                </a:cubicBezTo>
                <a:close/>
                <a:moveTo>
                  <a:pt x="1126991" y="49797"/>
                </a:moveTo>
                <a:lnTo>
                  <a:pt x="1065195" y="166390"/>
                </a:lnTo>
                <a:lnTo>
                  <a:pt x="1130391" y="166390"/>
                </a:lnTo>
                <a:lnTo>
                  <a:pt x="1129591" y="118393"/>
                </a:lnTo>
                <a:cubicBezTo>
                  <a:pt x="1129324" y="101327"/>
                  <a:pt x="1129191" y="87195"/>
                  <a:pt x="1129191" y="75995"/>
                </a:cubicBezTo>
                <a:cubicBezTo>
                  <a:pt x="1129191" y="67463"/>
                  <a:pt x="1129258" y="58730"/>
                  <a:pt x="1129391" y="49797"/>
                </a:cubicBezTo>
                <a:close/>
                <a:moveTo>
                  <a:pt x="1124191" y="0"/>
                </a:moveTo>
                <a:lnTo>
                  <a:pt x="1181788" y="0"/>
                </a:lnTo>
                <a:lnTo>
                  <a:pt x="1190387" y="213787"/>
                </a:lnTo>
                <a:cubicBezTo>
                  <a:pt x="1190654" y="221386"/>
                  <a:pt x="1191187" y="228219"/>
                  <a:pt x="1191987" y="234286"/>
                </a:cubicBezTo>
                <a:cubicBezTo>
                  <a:pt x="1192787" y="240352"/>
                  <a:pt x="1194054" y="245318"/>
                  <a:pt x="1195787" y="249185"/>
                </a:cubicBezTo>
                <a:cubicBezTo>
                  <a:pt x="1197520" y="253051"/>
                  <a:pt x="1199687" y="255884"/>
                  <a:pt x="1202287" y="257684"/>
                </a:cubicBezTo>
                <a:cubicBezTo>
                  <a:pt x="1204886" y="259484"/>
                  <a:pt x="1208186" y="260651"/>
                  <a:pt x="1212186" y="261184"/>
                </a:cubicBezTo>
                <a:lnTo>
                  <a:pt x="1209186" y="274383"/>
                </a:lnTo>
                <a:lnTo>
                  <a:pt x="1105793" y="274383"/>
                </a:lnTo>
                <a:lnTo>
                  <a:pt x="1108792" y="261184"/>
                </a:lnTo>
                <a:cubicBezTo>
                  <a:pt x="1114659" y="260784"/>
                  <a:pt x="1119292" y="259284"/>
                  <a:pt x="1122691" y="256684"/>
                </a:cubicBezTo>
                <a:cubicBezTo>
                  <a:pt x="1126091" y="254084"/>
                  <a:pt x="1128458" y="250551"/>
                  <a:pt x="1129791" y="246085"/>
                </a:cubicBezTo>
                <a:cubicBezTo>
                  <a:pt x="1131124" y="241619"/>
                  <a:pt x="1131791" y="235386"/>
                  <a:pt x="1131791" y="227386"/>
                </a:cubicBezTo>
                <a:cubicBezTo>
                  <a:pt x="1131791" y="221653"/>
                  <a:pt x="1131658" y="215653"/>
                  <a:pt x="1131391" y="209387"/>
                </a:cubicBezTo>
                <a:lnTo>
                  <a:pt x="1130991" y="189788"/>
                </a:lnTo>
                <a:lnTo>
                  <a:pt x="1052796" y="189788"/>
                </a:lnTo>
                <a:lnTo>
                  <a:pt x="1049996" y="194788"/>
                </a:lnTo>
                <a:cubicBezTo>
                  <a:pt x="1042530" y="208254"/>
                  <a:pt x="1037563" y="218453"/>
                  <a:pt x="1035097" y="225386"/>
                </a:cubicBezTo>
                <a:cubicBezTo>
                  <a:pt x="1032630" y="232319"/>
                  <a:pt x="1031397" y="238719"/>
                  <a:pt x="1031397" y="244585"/>
                </a:cubicBezTo>
                <a:cubicBezTo>
                  <a:pt x="1031397" y="254184"/>
                  <a:pt x="1037063" y="259717"/>
                  <a:pt x="1048396" y="261184"/>
                </a:cubicBezTo>
                <a:lnTo>
                  <a:pt x="1045396" y="274383"/>
                </a:lnTo>
                <a:lnTo>
                  <a:pt x="961001" y="274383"/>
                </a:lnTo>
                <a:lnTo>
                  <a:pt x="964001" y="261184"/>
                </a:lnTo>
                <a:cubicBezTo>
                  <a:pt x="968668" y="260117"/>
                  <a:pt x="972767" y="258318"/>
                  <a:pt x="976300" y="255784"/>
                </a:cubicBezTo>
                <a:cubicBezTo>
                  <a:pt x="979834" y="253251"/>
                  <a:pt x="983200" y="249818"/>
                  <a:pt x="986400" y="245485"/>
                </a:cubicBezTo>
                <a:cubicBezTo>
                  <a:pt x="989600" y="241152"/>
                  <a:pt x="994133" y="233719"/>
                  <a:pt x="999999" y="2231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2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860CBC-8BE7-4435-AB2F-AF72929BD187}"/>
              </a:ext>
            </a:extLst>
          </p:cNvPr>
          <p:cNvSpPr txBox="1"/>
          <p:nvPr/>
        </p:nvSpPr>
        <p:spPr>
          <a:xfrm>
            <a:off x="7058647" y="2288453"/>
            <a:ext cx="3051011" cy="1712225"/>
          </a:xfrm>
          <a:custGeom>
            <a:avLst/>
            <a:gdLst/>
            <a:ahLst/>
            <a:cxnLst/>
            <a:rect l="l" t="t" r="r" b="b"/>
            <a:pathLst>
              <a:path w="1457150" h="817752">
                <a:moveTo>
                  <a:pt x="151194" y="757849"/>
                </a:moveTo>
                <a:cubicBezTo>
                  <a:pt x="147157" y="757849"/>
                  <a:pt x="143576" y="759878"/>
                  <a:pt x="140451" y="763937"/>
                </a:cubicBezTo>
                <a:cubicBezTo>
                  <a:pt x="137325" y="767995"/>
                  <a:pt x="134807" y="773454"/>
                  <a:pt x="132898" y="780312"/>
                </a:cubicBezTo>
                <a:cubicBezTo>
                  <a:pt x="130988" y="787171"/>
                  <a:pt x="130033" y="793313"/>
                  <a:pt x="130033" y="798739"/>
                </a:cubicBezTo>
                <a:cubicBezTo>
                  <a:pt x="130033" y="801908"/>
                  <a:pt x="130499" y="804274"/>
                  <a:pt x="131432" y="805836"/>
                </a:cubicBezTo>
                <a:cubicBezTo>
                  <a:pt x="132366" y="807399"/>
                  <a:pt x="133809" y="808181"/>
                  <a:pt x="135762" y="808181"/>
                </a:cubicBezTo>
                <a:cubicBezTo>
                  <a:pt x="138627" y="808181"/>
                  <a:pt x="141547" y="806781"/>
                  <a:pt x="144520" y="803981"/>
                </a:cubicBezTo>
                <a:cubicBezTo>
                  <a:pt x="147494" y="801181"/>
                  <a:pt x="149892" y="797893"/>
                  <a:pt x="151715" y="794116"/>
                </a:cubicBezTo>
                <a:cubicBezTo>
                  <a:pt x="153538" y="790340"/>
                  <a:pt x="155166" y="785174"/>
                  <a:pt x="156598" y="778620"/>
                </a:cubicBezTo>
                <a:lnTo>
                  <a:pt x="157119" y="776210"/>
                </a:lnTo>
                <a:cubicBezTo>
                  <a:pt x="157814" y="772998"/>
                  <a:pt x="158161" y="769808"/>
                  <a:pt x="158161" y="766639"/>
                </a:cubicBezTo>
                <a:cubicBezTo>
                  <a:pt x="158161" y="763730"/>
                  <a:pt x="157618" y="761538"/>
                  <a:pt x="156533" y="760063"/>
                </a:cubicBezTo>
                <a:cubicBezTo>
                  <a:pt x="155448" y="758587"/>
                  <a:pt x="153668" y="757849"/>
                  <a:pt x="151194" y="757849"/>
                </a:cubicBezTo>
                <a:close/>
                <a:moveTo>
                  <a:pt x="237404" y="757773"/>
                </a:moveTo>
                <a:cubicBezTo>
                  <a:pt x="240652" y="757773"/>
                  <a:pt x="243452" y="758949"/>
                  <a:pt x="245805" y="761302"/>
                </a:cubicBezTo>
                <a:cubicBezTo>
                  <a:pt x="248158" y="763654"/>
                  <a:pt x="249334" y="766418"/>
                  <a:pt x="249334" y="769594"/>
                </a:cubicBezTo>
                <a:cubicBezTo>
                  <a:pt x="249334" y="772770"/>
                  <a:pt x="248146" y="775510"/>
                  <a:pt x="245770" y="777816"/>
                </a:cubicBezTo>
                <a:cubicBezTo>
                  <a:pt x="243394" y="780121"/>
                  <a:pt x="240600" y="781274"/>
                  <a:pt x="237388" y="781274"/>
                </a:cubicBezTo>
                <a:cubicBezTo>
                  <a:pt x="234177" y="781274"/>
                  <a:pt x="231388" y="780126"/>
                  <a:pt x="229022" y="777830"/>
                </a:cubicBezTo>
                <a:cubicBezTo>
                  <a:pt x="226657" y="775534"/>
                  <a:pt x="225474" y="772788"/>
                  <a:pt x="225474" y="769594"/>
                </a:cubicBezTo>
                <a:cubicBezTo>
                  <a:pt x="225474" y="766400"/>
                  <a:pt x="226645" y="763631"/>
                  <a:pt x="228989" y="761288"/>
                </a:cubicBezTo>
                <a:cubicBezTo>
                  <a:pt x="231332" y="758944"/>
                  <a:pt x="234137" y="757773"/>
                  <a:pt x="237404" y="757773"/>
                </a:cubicBezTo>
                <a:close/>
                <a:moveTo>
                  <a:pt x="659120" y="737356"/>
                </a:moveTo>
                <a:cubicBezTo>
                  <a:pt x="661550" y="737356"/>
                  <a:pt x="664698" y="738136"/>
                  <a:pt x="668564" y="739695"/>
                </a:cubicBezTo>
                <a:cubicBezTo>
                  <a:pt x="672429" y="741254"/>
                  <a:pt x="674362" y="743444"/>
                  <a:pt x="674362" y="746264"/>
                </a:cubicBezTo>
                <a:cubicBezTo>
                  <a:pt x="674362" y="747221"/>
                  <a:pt x="674118" y="748219"/>
                  <a:pt x="673631" y="749257"/>
                </a:cubicBezTo>
                <a:cubicBezTo>
                  <a:pt x="673144" y="750295"/>
                  <a:pt x="672855" y="751535"/>
                  <a:pt x="672764" y="752977"/>
                </a:cubicBezTo>
                <a:cubicBezTo>
                  <a:pt x="676785" y="752130"/>
                  <a:pt x="680334" y="751387"/>
                  <a:pt x="683411" y="750746"/>
                </a:cubicBezTo>
                <a:cubicBezTo>
                  <a:pt x="686487" y="750105"/>
                  <a:pt x="689601" y="749784"/>
                  <a:pt x="692751" y="749784"/>
                </a:cubicBezTo>
                <a:cubicBezTo>
                  <a:pt x="695901" y="749784"/>
                  <a:pt x="698743" y="750436"/>
                  <a:pt x="701276" y="751738"/>
                </a:cubicBezTo>
                <a:cubicBezTo>
                  <a:pt x="703810" y="753041"/>
                  <a:pt x="705077" y="754594"/>
                  <a:pt x="705077" y="756398"/>
                </a:cubicBezTo>
                <a:cubicBezTo>
                  <a:pt x="705077" y="758202"/>
                  <a:pt x="703646" y="759397"/>
                  <a:pt x="700784" y="759981"/>
                </a:cubicBezTo>
                <a:cubicBezTo>
                  <a:pt x="697923" y="760565"/>
                  <a:pt x="688372" y="761916"/>
                  <a:pt x="672134" y="764033"/>
                </a:cubicBezTo>
                <a:lnTo>
                  <a:pt x="671345" y="779430"/>
                </a:lnTo>
                <a:cubicBezTo>
                  <a:pt x="692014" y="777447"/>
                  <a:pt x="704086" y="776212"/>
                  <a:pt x="707561" y="775725"/>
                </a:cubicBezTo>
                <a:cubicBezTo>
                  <a:pt x="711036" y="775237"/>
                  <a:pt x="713806" y="774994"/>
                  <a:pt x="715870" y="774994"/>
                </a:cubicBezTo>
                <a:cubicBezTo>
                  <a:pt x="721070" y="774994"/>
                  <a:pt x="725867" y="776339"/>
                  <a:pt x="730262" y="779029"/>
                </a:cubicBezTo>
                <a:cubicBezTo>
                  <a:pt x="734657" y="781719"/>
                  <a:pt x="736855" y="784541"/>
                  <a:pt x="736855" y="787495"/>
                </a:cubicBezTo>
                <a:cubicBezTo>
                  <a:pt x="736855" y="790449"/>
                  <a:pt x="733529" y="791926"/>
                  <a:pt x="726879" y="791926"/>
                </a:cubicBezTo>
                <a:cubicBezTo>
                  <a:pt x="724322" y="791926"/>
                  <a:pt x="720617" y="791571"/>
                  <a:pt x="715763" y="790860"/>
                </a:cubicBezTo>
                <a:cubicBezTo>
                  <a:pt x="710908" y="790149"/>
                  <a:pt x="702458" y="789794"/>
                  <a:pt x="690411" y="789794"/>
                </a:cubicBezTo>
                <a:cubicBezTo>
                  <a:pt x="678364" y="789794"/>
                  <a:pt x="665708" y="790413"/>
                  <a:pt x="652444" y="791652"/>
                </a:cubicBezTo>
                <a:cubicBezTo>
                  <a:pt x="639180" y="792890"/>
                  <a:pt x="629874" y="794074"/>
                  <a:pt x="624524" y="795203"/>
                </a:cubicBezTo>
                <a:cubicBezTo>
                  <a:pt x="619175" y="796333"/>
                  <a:pt x="615597" y="796897"/>
                  <a:pt x="613789" y="796897"/>
                </a:cubicBezTo>
                <a:cubicBezTo>
                  <a:pt x="609728" y="796897"/>
                  <a:pt x="605956" y="795758"/>
                  <a:pt x="602471" y="793478"/>
                </a:cubicBezTo>
                <a:cubicBezTo>
                  <a:pt x="598986" y="791199"/>
                  <a:pt x="597244" y="789292"/>
                  <a:pt x="597244" y="787756"/>
                </a:cubicBezTo>
                <a:cubicBezTo>
                  <a:pt x="597244" y="786221"/>
                  <a:pt x="597822" y="785337"/>
                  <a:pt x="598979" y="785105"/>
                </a:cubicBezTo>
                <a:cubicBezTo>
                  <a:pt x="600135" y="784874"/>
                  <a:pt x="601758" y="784758"/>
                  <a:pt x="603847" y="784758"/>
                </a:cubicBezTo>
                <a:cubicBezTo>
                  <a:pt x="609246" y="784758"/>
                  <a:pt x="627538" y="783335"/>
                  <a:pt x="658725" y="780491"/>
                </a:cubicBezTo>
                <a:lnTo>
                  <a:pt x="659381" y="765473"/>
                </a:lnTo>
                <a:cubicBezTo>
                  <a:pt x="650750" y="766538"/>
                  <a:pt x="644726" y="767070"/>
                  <a:pt x="641307" y="767070"/>
                </a:cubicBezTo>
                <a:cubicBezTo>
                  <a:pt x="637888" y="767070"/>
                  <a:pt x="634927" y="766391"/>
                  <a:pt x="632422" y="765031"/>
                </a:cubicBezTo>
                <a:cubicBezTo>
                  <a:pt x="629918" y="763672"/>
                  <a:pt x="628666" y="762143"/>
                  <a:pt x="628666" y="760443"/>
                </a:cubicBezTo>
                <a:cubicBezTo>
                  <a:pt x="628666" y="758744"/>
                  <a:pt x="630978" y="757762"/>
                  <a:pt x="635602" y="757498"/>
                </a:cubicBezTo>
                <a:cubicBezTo>
                  <a:pt x="640226" y="757234"/>
                  <a:pt x="648212" y="756340"/>
                  <a:pt x="659559" y="754815"/>
                </a:cubicBezTo>
                <a:cubicBezTo>
                  <a:pt x="659448" y="750673"/>
                  <a:pt x="658739" y="747534"/>
                  <a:pt x="657434" y="745398"/>
                </a:cubicBezTo>
                <a:cubicBezTo>
                  <a:pt x="656128" y="743263"/>
                  <a:pt x="655476" y="741388"/>
                  <a:pt x="655476" y="739776"/>
                </a:cubicBezTo>
                <a:cubicBezTo>
                  <a:pt x="655476" y="738163"/>
                  <a:pt x="656690" y="737356"/>
                  <a:pt x="659120" y="737356"/>
                </a:cubicBezTo>
                <a:close/>
                <a:moveTo>
                  <a:pt x="1054019" y="730256"/>
                </a:moveTo>
                <a:cubicBezTo>
                  <a:pt x="1055529" y="730256"/>
                  <a:pt x="1058341" y="731483"/>
                  <a:pt x="1062454" y="733938"/>
                </a:cubicBezTo>
                <a:cubicBezTo>
                  <a:pt x="1066568" y="736392"/>
                  <a:pt x="1068624" y="738467"/>
                  <a:pt x="1068624" y="740163"/>
                </a:cubicBezTo>
                <a:cubicBezTo>
                  <a:pt x="1068624" y="741859"/>
                  <a:pt x="1067599" y="743302"/>
                  <a:pt x="1065548" y="744494"/>
                </a:cubicBezTo>
                <a:cubicBezTo>
                  <a:pt x="1063497" y="745685"/>
                  <a:pt x="1062101" y="746730"/>
                  <a:pt x="1061360" y="747628"/>
                </a:cubicBezTo>
                <a:cubicBezTo>
                  <a:pt x="1060619" y="748526"/>
                  <a:pt x="1058874" y="750947"/>
                  <a:pt x="1056124" y="754891"/>
                </a:cubicBezTo>
                <a:cubicBezTo>
                  <a:pt x="1053375" y="758835"/>
                  <a:pt x="1049966" y="762650"/>
                  <a:pt x="1045898" y="766338"/>
                </a:cubicBezTo>
                <a:cubicBezTo>
                  <a:pt x="1054070" y="771680"/>
                  <a:pt x="1062331" y="775947"/>
                  <a:pt x="1070682" y="779136"/>
                </a:cubicBezTo>
                <a:cubicBezTo>
                  <a:pt x="1079032" y="782326"/>
                  <a:pt x="1091839" y="785037"/>
                  <a:pt x="1109104" y="787269"/>
                </a:cubicBezTo>
                <a:cubicBezTo>
                  <a:pt x="1113956" y="787876"/>
                  <a:pt x="1116382" y="789298"/>
                  <a:pt x="1116382" y="791536"/>
                </a:cubicBezTo>
                <a:cubicBezTo>
                  <a:pt x="1116382" y="793006"/>
                  <a:pt x="1115493" y="794166"/>
                  <a:pt x="1113714" y="795015"/>
                </a:cubicBezTo>
                <a:cubicBezTo>
                  <a:pt x="1111935" y="795865"/>
                  <a:pt x="1107369" y="796953"/>
                  <a:pt x="1100015" y="798280"/>
                </a:cubicBezTo>
                <a:cubicBezTo>
                  <a:pt x="1092661" y="799607"/>
                  <a:pt x="1086033" y="800271"/>
                  <a:pt x="1080130" y="800271"/>
                </a:cubicBezTo>
                <a:cubicBezTo>
                  <a:pt x="1074228" y="800271"/>
                  <a:pt x="1069218" y="798524"/>
                  <a:pt x="1065101" y="795031"/>
                </a:cubicBezTo>
                <a:lnTo>
                  <a:pt x="1039722" y="773817"/>
                </a:lnTo>
                <a:cubicBezTo>
                  <a:pt x="1034300" y="779216"/>
                  <a:pt x="1026721" y="783821"/>
                  <a:pt x="1016983" y="787631"/>
                </a:cubicBezTo>
                <a:cubicBezTo>
                  <a:pt x="1007245" y="791441"/>
                  <a:pt x="998823" y="793346"/>
                  <a:pt x="991716" y="793346"/>
                </a:cubicBezTo>
                <a:cubicBezTo>
                  <a:pt x="989672" y="793346"/>
                  <a:pt x="987647" y="793145"/>
                  <a:pt x="985639" y="792743"/>
                </a:cubicBezTo>
                <a:cubicBezTo>
                  <a:pt x="983631" y="792342"/>
                  <a:pt x="982627" y="791414"/>
                  <a:pt x="982627" y="789961"/>
                </a:cubicBezTo>
                <a:cubicBezTo>
                  <a:pt x="982627" y="788507"/>
                  <a:pt x="984319" y="787412"/>
                  <a:pt x="987703" y="786675"/>
                </a:cubicBezTo>
                <a:cubicBezTo>
                  <a:pt x="1007594" y="781732"/>
                  <a:pt x="1022057" y="775209"/>
                  <a:pt x="1031095" y="767107"/>
                </a:cubicBezTo>
                <a:cubicBezTo>
                  <a:pt x="1022478" y="761265"/>
                  <a:pt x="1015724" y="757428"/>
                  <a:pt x="1010834" y="755595"/>
                </a:cubicBezTo>
                <a:cubicBezTo>
                  <a:pt x="1008008" y="754464"/>
                  <a:pt x="1006595" y="753006"/>
                  <a:pt x="1006595" y="751219"/>
                </a:cubicBezTo>
                <a:cubicBezTo>
                  <a:pt x="1006595" y="749433"/>
                  <a:pt x="1007436" y="748540"/>
                  <a:pt x="1009119" y="748540"/>
                </a:cubicBezTo>
                <a:cubicBezTo>
                  <a:pt x="1010802" y="748540"/>
                  <a:pt x="1013239" y="748759"/>
                  <a:pt x="1016430" y="749198"/>
                </a:cubicBezTo>
                <a:cubicBezTo>
                  <a:pt x="1019622" y="749636"/>
                  <a:pt x="1022680" y="750602"/>
                  <a:pt x="1025606" y="752097"/>
                </a:cubicBezTo>
                <a:cubicBezTo>
                  <a:pt x="1028532" y="753592"/>
                  <a:pt x="1032471" y="756252"/>
                  <a:pt x="1037423" y="760077"/>
                </a:cubicBezTo>
                <a:cubicBezTo>
                  <a:pt x="1038611" y="758873"/>
                  <a:pt x="1040427" y="755740"/>
                  <a:pt x="1042872" y="750681"/>
                </a:cubicBezTo>
                <a:cubicBezTo>
                  <a:pt x="1045317" y="745621"/>
                  <a:pt x="1046540" y="743063"/>
                  <a:pt x="1046540" y="743008"/>
                </a:cubicBezTo>
                <a:cubicBezTo>
                  <a:pt x="1046540" y="742952"/>
                  <a:pt x="1046390" y="742924"/>
                  <a:pt x="1046092" y="742924"/>
                </a:cubicBezTo>
                <a:cubicBezTo>
                  <a:pt x="1045793" y="742924"/>
                  <a:pt x="1042654" y="743664"/>
                  <a:pt x="1036677" y="745144"/>
                </a:cubicBezTo>
                <a:cubicBezTo>
                  <a:pt x="1030699" y="746624"/>
                  <a:pt x="1025960" y="747364"/>
                  <a:pt x="1022460" y="747364"/>
                </a:cubicBezTo>
                <a:cubicBezTo>
                  <a:pt x="1018960" y="747364"/>
                  <a:pt x="1016092" y="746842"/>
                  <a:pt x="1013855" y="745799"/>
                </a:cubicBezTo>
                <a:cubicBezTo>
                  <a:pt x="1011619" y="744755"/>
                  <a:pt x="1010500" y="743500"/>
                  <a:pt x="1010500" y="742032"/>
                </a:cubicBezTo>
                <a:cubicBezTo>
                  <a:pt x="1010500" y="740564"/>
                  <a:pt x="1012359" y="739669"/>
                  <a:pt x="1016077" y="739347"/>
                </a:cubicBezTo>
                <a:cubicBezTo>
                  <a:pt x="1022814" y="738872"/>
                  <a:pt x="1029421" y="737797"/>
                  <a:pt x="1035896" y="736121"/>
                </a:cubicBezTo>
                <a:cubicBezTo>
                  <a:pt x="1042372" y="734445"/>
                  <a:pt x="1046634" y="733048"/>
                  <a:pt x="1048682" y="731931"/>
                </a:cubicBezTo>
                <a:cubicBezTo>
                  <a:pt x="1050730" y="730814"/>
                  <a:pt x="1052509" y="730256"/>
                  <a:pt x="1054019" y="730256"/>
                </a:cubicBezTo>
                <a:close/>
                <a:moveTo>
                  <a:pt x="179127" y="723469"/>
                </a:moveTo>
                <a:lnTo>
                  <a:pt x="186485" y="723469"/>
                </a:lnTo>
                <a:lnTo>
                  <a:pt x="170012" y="796395"/>
                </a:lnTo>
                <a:cubicBezTo>
                  <a:pt x="169360" y="799260"/>
                  <a:pt x="169035" y="801734"/>
                  <a:pt x="169035" y="803818"/>
                </a:cubicBezTo>
                <a:cubicBezTo>
                  <a:pt x="169035" y="805250"/>
                  <a:pt x="169274" y="806357"/>
                  <a:pt x="169751" y="807139"/>
                </a:cubicBezTo>
                <a:cubicBezTo>
                  <a:pt x="170229" y="807920"/>
                  <a:pt x="171053" y="808311"/>
                  <a:pt x="172225" y="808311"/>
                </a:cubicBezTo>
                <a:cubicBezTo>
                  <a:pt x="173571" y="808311"/>
                  <a:pt x="175025" y="807703"/>
                  <a:pt x="176588" y="806488"/>
                </a:cubicBezTo>
                <a:cubicBezTo>
                  <a:pt x="178151" y="805272"/>
                  <a:pt x="179974" y="803471"/>
                  <a:pt x="182057" y="801083"/>
                </a:cubicBezTo>
                <a:lnTo>
                  <a:pt x="186745" y="805771"/>
                </a:lnTo>
                <a:cubicBezTo>
                  <a:pt x="182188" y="810329"/>
                  <a:pt x="178259" y="813465"/>
                  <a:pt x="174960" y="815180"/>
                </a:cubicBezTo>
                <a:cubicBezTo>
                  <a:pt x="171661" y="816895"/>
                  <a:pt x="168188" y="817752"/>
                  <a:pt x="164542" y="817752"/>
                </a:cubicBezTo>
                <a:cubicBezTo>
                  <a:pt x="160896" y="817752"/>
                  <a:pt x="158009" y="816743"/>
                  <a:pt x="155882" y="814724"/>
                </a:cubicBezTo>
                <a:cubicBezTo>
                  <a:pt x="153755" y="812706"/>
                  <a:pt x="152692" y="810047"/>
                  <a:pt x="152692" y="806748"/>
                </a:cubicBezTo>
                <a:cubicBezTo>
                  <a:pt x="152692" y="805663"/>
                  <a:pt x="152822" y="804621"/>
                  <a:pt x="153082" y="803623"/>
                </a:cubicBezTo>
                <a:lnTo>
                  <a:pt x="152236" y="803427"/>
                </a:lnTo>
                <a:cubicBezTo>
                  <a:pt x="148112" y="808419"/>
                  <a:pt x="144260" y="812055"/>
                  <a:pt x="140678" y="814334"/>
                </a:cubicBezTo>
                <a:cubicBezTo>
                  <a:pt x="137097" y="816613"/>
                  <a:pt x="132811" y="817752"/>
                  <a:pt x="127819" y="817752"/>
                </a:cubicBezTo>
                <a:cubicBezTo>
                  <a:pt x="122914" y="817752"/>
                  <a:pt x="119105" y="815972"/>
                  <a:pt x="116392" y="812413"/>
                </a:cubicBezTo>
                <a:cubicBezTo>
                  <a:pt x="113679" y="808853"/>
                  <a:pt x="112322" y="803709"/>
                  <a:pt x="112322" y="796981"/>
                </a:cubicBezTo>
                <a:cubicBezTo>
                  <a:pt x="112322" y="791121"/>
                  <a:pt x="113168" y="785304"/>
                  <a:pt x="114861" y="779531"/>
                </a:cubicBezTo>
                <a:cubicBezTo>
                  <a:pt x="116554" y="773758"/>
                  <a:pt x="118985" y="768777"/>
                  <a:pt x="122154" y="764588"/>
                </a:cubicBezTo>
                <a:cubicBezTo>
                  <a:pt x="125323" y="760399"/>
                  <a:pt x="129306" y="757100"/>
                  <a:pt x="134102" y="754691"/>
                </a:cubicBezTo>
                <a:cubicBezTo>
                  <a:pt x="138899" y="752282"/>
                  <a:pt x="144314" y="751077"/>
                  <a:pt x="150348" y="751077"/>
                </a:cubicBezTo>
                <a:cubicBezTo>
                  <a:pt x="154211" y="751077"/>
                  <a:pt x="157944" y="751750"/>
                  <a:pt x="161547" y="753096"/>
                </a:cubicBezTo>
                <a:lnTo>
                  <a:pt x="163761" y="743133"/>
                </a:lnTo>
                <a:cubicBezTo>
                  <a:pt x="164021" y="742048"/>
                  <a:pt x="164325" y="740485"/>
                  <a:pt x="164672" y="738445"/>
                </a:cubicBezTo>
                <a:cubicBezTo>
                  <a:pt x="165020" y="736405"/>
                  <a:pt x="165193" y="734864"/>
                  <a:pt x="165193" y="733822"/>
                </a:cubicBezTo>
                <a:cubicBezTo>
                  <a:pt x="165193" y="732867"/>
                  <a:pt x="165096" y="732118"/>
                  <a:pt x="164900" y="731576"/>
                </a:cubicBezTo>
                <a:cubicBezTo>
                  <a:pt x="164705" y="731033"/>
                  <a:pt x="164412" y="730588"/>
                  <a:pt x="164021" y="730241"/>
                </a:cubicBezTo>
                <a:cubicBezTo>
                  <a:pt x="163631" y="729894"/>
                  <a:pt x="163110" y="729623"/>
                  <a:pt x="162459" y="729427"/>
                </a:cubicBezTo>
                <a:cubicBezTo>
                  <a:pt x="161807" y="729232"/>
                  <a:pt x="160527" y="729004"/>
                  <a:pt x="158617" y="728744"/>
                </a:cubicBezTo>
                <a:lnTo>
                  <a:pt x="159659" y="724511"/>
                </a:lnTo>
                <a:close/>
                <a:moveTo>
                  <a:pt x="839237" y="722089"/>
                </a:moveTo>
                <a:cubicBezTo>
                  <a:pt x="841451" y="722089"/>
                  <a:pt x="844274" y="722580"/>
                  <a:pt x="847705" y="723560"/>
                </a:cubicBezTo>
                <a:cubicBezTo>
                  <a:pt x="851136" y="724540"/>
                  <a:pt x="852851" y="726368"/>
                  <a:pt x="852851" y="729043"/>
                </a:cubicBezTo>
                <a:cubicBezTo>
                  <a:pt x="852851" y="730357"/>
                  <a:pt x="852494" y="731535"/>
                  <a:pt x="851780" y="732576"/>
                </a:cubicBezTo>
                <a:cubicBezTo>
                  <a:pt x="851065" y="733618"/>
                  <a:pt x="850310" y="735331"/>
                  <a:pt x="849515" y="737717"/>
                </a:cubicBezTo>
                <a:lnTo>
                  <a:pt x="848039" y="743146"/>
                </a:lnTo>
                <a:lnTo>
                  <a:pt x="848712" y="742684"/>
                </a:lnTo>
                <a:cubicBezTo>
                  <a:pt x="850732" y="742684"/>
                  <a:pt x="853111" y="743560"/>
                  <a:pt x="855849" y="745314"/>
                </a:cubicBezTo>
                <a:cubicBezTo>
                  <a:pt x="858586" y="747067"/>
                  <a:pt x="859955" y="748793"/>
                  <a:pt x="859955" y="750493"/>
                </a:cubicBezTo>
                <a:cubicBezTo>
                  <a:pt x="859955" y="752192"/>
                  <a:pt x="859438" y="753778"/>
                  <a:pt x="858405" y="755250"/>
                </a:cubicBezTo>
                <a:cubicBezTo>
                  <a:pt x="857425" y="756817"/>
                  <a:pt x="856935" y="759974"/>
                  <a:pt x="856935" y="764720"/>
                </a:cubicBezTo>
                <a:cubicBezTo>
                  <a:pt x="856935" y="769467"/>
                  <a:pt x="857442" y="772779"/>
                  <a:pt x="858457" y="774657"/>
                </a:cubicBezTo>
                <a:cubicBezTo>
                  <a:pt x="859472" y="776535"/>
                  <a:pt x="861316" y="777918"/>
                  <a:pt x="863987" y="778808"/>
                </a:cubicBezTo>
                <a:cubicBezTo>
                  <a:pt x="866658" y="779698"/>
                  <a:pt x="872465" y="780143"/>
                  <a:pt x="881407" y="780143"/>
                </a:cubicBezTo>
                <a:cubicBezTo>
                  <a:pt x="890349" y="780143"/>
                  <a:pt x="896968" y="779164"/>
                  <a:pt x="901262" y="777206"/>
                </a:cubicBezTo>
                <a:cubicBezTo>
                  <a:pt x="905556" y="775249"/>
                  <a:pt x="908807" y="770567"/>
                  <a:pt x="911015" y="763162"/>
                </a:cubicBezTo>
                <a:cubicBezTo>
                  <a:pt x="912069" y="757912"/>
                  <a:pt x="913441" y="755287"/>
                  <a:pt x="915132" y="755287"/>
                </a:cubicBezTo>
                <a:cubicBezTo>
                  <a:pt x="916959" y="755287"/>
                  <a:pt x="918026" y="757453"/>
                  <a:pt x="918333" y="761785"/>
                </a:cubicBezTo>
                <a:cubicBezTo>
                  <a:pt x="918904" y="769203"/>
                  <a:pt x="919762" y="773816"/>
                  <a:pt x="920906" y="775624"/>
                </a:cubicBezTo>
                <a:cubicBezTo>
                  <a:pt x="922051" y="777432"/>
                  <a:pt x="922623" y="779126"/>
                  <a:pt x="922623" y="780706"/>
                </a:cubicBezTo>
                <a:cubicBezTo>
                  <a:pt x="922623" y="783861"/>
                  <a:pt x="920852" y="786241"/>
                  <a:pt x="917311" y="787844"/>
                </a:cubicBezTo>
                <a:cubicBezTo>
                  <a:pt x="913770" y="789448"/>
                  <a:pt x="908767" y="790884"/>
                  <a:pt x="902304" y="792152"/>
                </a:cubicBezTo>
                <a:cubicBezTo>
                  <a:pt x="895841" y="793421"/>
                  <a:pt x="889395" y="794055"/>
                  <a:pt x="882965" y="794055"/>
                </a:cubicBezTo>
                <a:cubicBezTo>
                  <a:pt x="876536" y="794055"/>
                  <a:pt x="870892" y="793410"/>
                  <a:pt x="866033" y="792118"/>
                </a:cubicBezTo>
                <a:cubicBezTo>
                  <a:pt x="861174" y="790827"/>
                  <a:pt x="857280" y="789259"/>
                  <a:pt x="854353" y="787413"/>
                </a:cubicBezTo>
                <a:cubicBezTo>
                  <a:pt x="851425" y="785567"/>
                  <a:pt x="849367" y="783256"/>
                  <a:pt x="848177" y="780479"/>
                </a:cubicBezTo>
                <a:cubicBezTo>
                  <a:pt x="846988" y="777703"/>
                  <a:pt x="846393" y="773331"/>
                  <a:pt x="846393" y="767364"/>
                </a:cubicBezTo>
                <a:lnTo>
                  <a:pt x="846746" y="752479"/>
                </a:lnTo>
                <a:cubicBezTo>
                  <a:pt x="846746" y="750381"/>
                  <a:pt x="846569" y="748919"/>
                  <a:pt x="846213" y="748092"/>
                </a:cubicBezTo>
                <a:lnTo>
                  <a:pt x="846094" y="747350"/>
                </a:lnTo>
                <a:lnTo>
                  <a:pt x="836660" y="765953"/>
                </a:lnTo>
                <a:cubicBezTo>
                  <a:pt x="830339" y="774403"/>
                  <a:pt x="821987" y="780873"/>
                  <a:pt x="811605" y="785366"/>
                </a:cubicBezTo>
                <a:cubicBezTo>
                  <a:pt x="801222" y="789858"/>
                  <a:pt x="793004" y="792104"/>
                  <a:pt x="786951" y="792104"/>
                </a:cubicBezTo>
                <a:cubicBezTo>
                  <a:pt x="783852" y="792104"/>
                  <a:pt x="782302" y="791331"/>
                  <a:pt x="782302" y="789785"/>
                </a:cubicBezTo>
                <a:cubicBezTo>
                  <a:pt x="782302" y="788240"/>
                  <a:pt x="784000" y="786775"/>
                  <a:pt x="787395" y="785391"/>
                </a:cubicBezTo>
                <a:cubicBezTo>
                  <a:pt x="801671" y="779947"/>
                  <a:pt x="812210" y="774141"/>
                  <a:pt x="819010" y="767974"/>
                </a:cubicBezTo>
                <a:cubicBezTo>
                  <a:pt x="825811" y="761806"/>
                  <a:pt x="830566" y="755237"/>
                  <a:pt x="833275" y="748264"/>
                </a:cubicBezTo>
                <a:cubicBezTo>
                  <a:pt x="835984" y="741292"/>
                  <a:pt x="837338" y="735536"/>
                  <a:pt x="837338" y="730997"/>
                </a:cubicBezTo>
                <a:cubicBezTo>
                  <a:pt x="837338" y="729440"/>
                  <a:pt x="837101" y="728218"/>
                  <a:pt x="836627" y="727331"/>
                </a:cubicBezTo>
                <a:cubicBezTo>
                  <a:pt x="836153" y="726444"/>
                  <a:pt x="835916" y="725348"/>
                  <a:pt x="835916" y="724045"/>
                </a:cubicBezTo>
                <a:cubicBezTo>
                  <a:pt x="835916" y="722741"/>
                  <a:pt x="837023" y="722089"/>
                  <a:pt x="839237" y="722089"/>
                </a:cubicBezTo>
                <a:close/>
                <a:moveTo>
                  <a:pt x="1047428" y="708129"/>
                </a:moveTo>
                <a:cubicBezTo>
                  <a:pt x="1044858" y="708602"/>
                  <a:pt x="1038786" y="709796"/>
                  <a:pt x="1029212" y="711712"/>
                </a:cubicBezTo>
                <a:cubicBezTo>
                  <a:pt x="1029212" y="717561"/>
                  <a:pt x="1029242" y="721493"/>
                  <a:pt x="1029302" y="723506"/>
                </a:cubicBezTo>
                <a:cubicBezTo>
                  <a:pt x="1039076" y="721862"/>
                  <a:pt x="1044163" y="720508"/>
                  <a:pt x="1044562" y="719443"/>
                </a:cubicBezTo>
                <a:cubicBezTo>
                  <a:pt x="1044960" y="718378"/>
                  <a:pt x="1045916" y="714606"/>
                  <a:pt x="1047428" y="708129"/>
                </a:cubicBezTo>
                <a:close/>
                <a:moveTo>
                  <a:pt x="684471" y="693150"/>
                </a:moveTo>
                <a:cubicBezTo>
                  <a:pt x="686285" y="693150"/>
                  <a:pt x="689196" y="694152"/>
                  <a:pt x="693204" y="696156"/>
                </a:cubicBezTo>
                <a:cubicBezTo>
                  <a:pt x="697213" y="698160"/>
                  <a:pt x="699218" y="699854"/>
                  <a:pt x="699218" y="701236"/>
                </a:cubicBezTo>
                <a:cubicBezTo>
                  <a:pt x="699218" y="702619"/>
                  <a:pt x="698410" y="704192"/>
                  <a:pt x="696794" y="705954"/>
                </a:cubicBezTo>
                <a:cubicBezTo>
                  <a:pt x="694340" y="708409"/>
                  <a:pt x="692278" y="710626"/>
                  <a:pt x="690610" y="712605"/>
                </a:cubicBezTo>
                <a:lnTo>
                  <a:pt x="678623" y="726345"/>
                </a:lnTo>
                <a:cubicBezTo>
                  <a:pt x="688060" y="724688"/>
                  <a:pt x="697092" y="723144"/>
                  <a:pt x="705719" y="721713"/>
                </a:cubicBezTo>
                <a:cubicBezTo>
                  <a:pt x="702167" y="716787"/>
                  <a:pt x="700391" y="713458"/>
                  <a:pt x="700391" y="711726"/>
                </a:cubicBezTo>
                <a:cubicBezTo>
                  <a:pt x="700391" y="709993"/>
                  <a:pt x="701350" y="709127"/>
                  <a:pt x="703267" y="709127"/>
                </a:cubicBezTo>
                <a:cubicBezTo>
                  <a:pt x="705593" y="709127"/>
                  <a:pt x="709850" y="711558"/>
                  <a:pt x="716036" y="716418"/>
                </a:cubicBezTo>
                <a:cubicBezTo>
                  <a:pt x="722222" y="721279"/>
                  <a:pt x="725315" y="726731"/>
                  <a:pt x="725315" y="732773"/>
                </a:cubicBezTo>
                <a:cubicBezTo>
                  <a:pt x="725315" y="734656"/>
                  <a:pt x="724943" y="736464"/>
                  <a:pt x="724201" y="738196"/>
                </a:cubicBezTo>
                <a:cubicBezTo>
                  <a:pt x="723458" y="739929"/>
                  <a:pt x="722220" y="740795"/>
                  <a:pt x="720488" y="740795"/>
                </a:cubicBezTo>
                <a:cubicBezTo>
                  <a:pt x="717526" y="740795"/>
                  <a:pt x="713732" y="736771"/>
                  <a:pt x="709103" y="728723"/>
                </a:cubicBezTo>
                <a:cubicBezTo>
                  <a:pt x="693954" y="732356"/>
                  <a:pt x="683231" y="735572"/>
                  <a:pt x="676932" y="738372"/>
                </a:cubicBezTo>
                <a:cubicBezTo>
                  <a:pt x="674755" y="739395"/>
                  <a:pt x="672886" y="739907"/>
                  <a:pt x="671326" y="739907"/>
                </a:cubicBezTo>
                <a:cubicBezTo>
                  <a:pt x="669766" y="739907"/>
                  <a:pt x="668273" y="738623"/>
                  <a:pt x="666846" y="736056"/>
                </a:cubicBezTo>
                <a:cubicBezTo>
                  <a:pt x="665419" y="733488"/>
                  <a:pt x="664705" y="731334"/>
                  <a:pt x="664705" y="729593"/>
                </a:cubicBezTo>
                <a:cubicBezTo>
                  <a:pt x="664705" y="727852"/>
                  <a:pt x="665705" y="726337"/>
                  <a:pt x="667705" y="725047"/>
                </a:cubicBezTo>
                <a:cubicBezTo>
                  <a:pt x="669706" y="723758"/>
                  <a:pt x="671727" y="721864"/>
                  <a:pt x="673771" y="719365"/>
                </a:cubicBezTo>
                <a:cubicBezTo>
                  <a:pt x="675814" y="716866"/>
                  <a:pt x="677541" y="714151"/>
                  <a:pt x="678950" y="711220"/>
                </a:cubicBezTo>
                <a:cubicBezTo>
                  <a:pt x="680359" y="708288"/>
                  <a:pt x="681178" y="706080"/>
                  <a:pt x="681407" y="704596"/>
                </a:cubicBezTo>
                <a:cubicBezTo>
                  <a:pt x="681636" y="703111"/>
                  <a:pt x="681751" y="700832"/>
                  <a:pt x="681751" y="697760"/>
                </a:cubicBezTo>
                <a:cubicBezTo>
                  <a:pt x="681751" y="694687"/>
                  <a:pt x="682658" y="693150"/>
                  <a:pt x="684471" y="693150"/>
                </a:cubicBezTo>
                <a:close/>
                <a:moveTo>
                  <a:pt x="237404" y="692616"/>
                </a:moveTo>
                <a:cubicBezTo>
                  <a:pt x="240652" y="692616"/>
                  <a:pt x="243452" y="693792"/>
                  <a:pt x="245805" y="696145"/>
                </a:cubicBezTo>
                <a:cubicBezTo>
                  <a:pt x="248158" y="698498"/>
                  <a:pt x="249334" y="701262"/>
                  <a:pt x="249334" y="704437"/>
                </a:cubicBezTo>
                <a:cubicBezTo>
                  <a:pt x="249334" y="707613"/>
                  <a:pt x="248146" y="710353"/>
                  <a:pt x="245770" y="712659"/>
                </a:cubicBezTo>
                <a:cubicBezTo>
                  <a:pt x="243394" y="714964"/>
                  <a:pt x="240600" y="716117"/>
                  <a:pt x="237388" y="716117"/>
                </a:cubicBezTo>
                <a:cubicBezTo>
                  <a:pt x="234177" y="716117"/>
                  <a:pt x="231388" y="714969"/>
                  <a:pt x="229022" y="712673"/>
                </a:cubicBezTo>
                <a:cubicBezTo>
                  <a:pt x="226657" y="710377"/>
                  <a:pt x="225474" y="707632"/>
                  <a:pt x="225474" y="704437"/>
                </a:cubicBezTo>
                <a:cubicBezTo>
                  <a:pt x="225474" y="701243"/>
                  <a:pt x="226645" y="698474"/>
                  <a:pt x="228989" y="696131"/>
                </a:cubicBezTo>
                <a:cubicBezTo>
                  <a:pt x="231332" y="693788"/>
                  <a:pt x="234137" y="692616"/>
                  <a:pt x="237404" y="692616"/>
                </a:cubicBezTo>
                <a:close/>
                <a:moveTo>
                  <a:pt x="41447" y="689537"/>
                </a:moveTo>
                <a:cubicBezTo>
                  <a:pt x="46160" y="689537"/>
                  <a:pt x="49754" y="690244"/>
                  <a:pt x="52228" y="691657"/>
                </a:cubicBezTo>
                <a:cubicBezTo>
                  <a:pt x="54702" y="693071"/>
                  <a:pt x="56735" y="695531"/>
                  <a:pt x="58325" y="699036"/>
                </a:cubicBezTo>
                <a:cubicBezTo>
                  <a:pt x="59916" y="702541"/>
                  <a:pt x="61418" y="708152"/>
                  <a:pt x="62832" y="715870"/>
                </a:cubicBezTo>
                <a:lnTo>
                  <a:pt x="63716" y="715870"/>
                </a:lnTo>
                <a:cubicBezTo>
                  <a:pt x="68075" y="709743"/>
                  <a:pt x="71463" y="705133"/>
                  <a:pt x="73878" y="702041"/>
                </a:cubicBezTo>
                <a:cubicBezTo>
                  <a:pt x="76293" y="698948"/>
                  <a:pt x="78532" y="696473"/>
                  <a:pt x="80594" y="694618"/>
                </a:cubicBezTo>
                <a:cubicBezTo>
                  <a:pt x="82656" y="692762"/>
                  <a:pt x="84659" y="691451"/>
                  <a:pt x="86603" y="690685"/>
                </a:cubicBezTo>
                <a:cubicBezTo>
                  <a:pt x="88547" y="689920"/>
                  <a:pt x="90844" y="689537"/>
                  <a:pt x="93495" y="689537"/>
                </a:cubicBezTo>
                <a:cubicBezTo>
                  <a:pt x="96441" y="689537"/>
                  <a:pt x="99416" y="690067"/>
                  <a:pt x="102420" y="691127"/>
                </a:cubicBezTo>
                <a:lnTo>
                  <a:pt x="98267" y="710214"/>
                </a:lnTo>
                <a:lnTo>
                  <a:pt x="90314" y="710214"/>
                </a:lnTo>
                <a:cubicBezTo>
                  <a:pt x="90020" y="707740"/>
                  <a:pt x="88930" y="706503"/>
                  <a:pt x="87045" y="706503"/>
                </a:cubicBezTo>
                <a:cubicBezTo>
                  <a:pt x="86220" y="706503"/>
                  <a:pt x="85351" y="706709"/>
                  <a:pt x="84438" y="707122"/>
                </a:cubicBezTo>
                <a:cubicBezTo>
                  <a:pt x="83525" y="707534"/>
                  <a:pt x="82317" y="708462"/>
                  <a:pt x="80815" y="709905"/>
                </a:cubicBezTo>
                <a:cubicBezTo>
                  <a:pt x="79312" y="711348"/>
                  <a:pt x="77442" y="713440"/>
                  <a:pt x="75203" y="716179"/>
                </a:cubicBezTo>
                <a:cubicBezTo>
                  <a:pt x="72965" y="718919"/>
                  <a:pt x="69607" y="723086"/>
                  <a:pt x="65130" y="728683"/>
                </a:cubicBezTo>
                <a:cubicBezTo>
                  <a:pt x="67191" y="741113"/>
                  <a:pt x="68885" y="750024"/>
                  <a:pt x="70211" y="755414"/>
                </a:cubicBezTo>
                <a:cubicBezTo>
                  <a:pt x="71536" y="760804"/>
                  <a:pt x="72906" y="764295"/>
                  <a:pt x="74320" y="765885"/>
                </a:cubicBezTo>
                <a:cubicBezTo>
                  <a:pt x="75144" y="766769"/>
                  <a:pt x="76146" y="767211"/>
                  <a:pt x="77324" y="767211"/>
                </a:cubicBezTo>
                <a:cubicBezTo>
                  <a:pt x="78797" y="767211"/>
                  <a:pt x="80167" y="766637"/>
                  <a:pt x="81433" y="765488"/>
                </a:cubicBezTo>
                <a:cubicBezTo>
                  <a:pt x="82700" y="764339"/>
                  <a:pt x="84335" y="761762"/>
                  <a:pt x="86338" y="757756"/>
                </a:cubicBezTo>
                <a:lnTo>
                  <a:pt x="94379" y="761467"/>
                </a:lnTo>
                <a:cubicBezTo>
                  <a:pt x="90962" y="767712"/>
                  <a:pt x="87089" y="772366"/>
                  <a:pt x="82759" y="775429"/>
                </a:cubicBezTo>
                <a:cubicBezTo>
                  <a:pt x="78429" y="778492"/>
                  <a:pt x="73348" y="780024"/>
                  <a:pt x="67515" y="780024"/>
                </a:cubicBezTo>
                <a:cubicBezTo>
                  <a:pt x="63922" y="780024"/>
                  <a:pt x="61050" y="779568"/>
                  <a:pt x="58900" y="778654"/>
                </a:cubicBezTo>
                <a:cubicBezTo>
                  <a:pt x="56749" y="777741"/>
                  <a:pt x="54923" y="776224"/>
                  <a:pt x="53421" y="774104"/>
                </a:cubicBezTo>
                <a:cubicBezTo>
                  <a:pt x="51919" y="771983"/>
                  <a:pt x="50593" y="768993"/>
                  <a:pt x="49444" y="765134"/>
                </a:cubicBezTo>
                <a:cubicBezTo>
                  <a:pt x="48296" y="761276"/>
                  <a:pt x="47221" y="756224"/>
                  <a:pt x="46219" y="749979"/>
                </a:cubicBezTo>
                <a:lnTo>
                  <a:pt x="45335" y="749979"/>
                </a:lnTo>
                <a:cubicBezTo>
                  <a:pt x="40328" y="757167"/>
                  <a:pt x="36322" y="762645"/>
                  <a:pt x="33318" y="766416"/>
                </a:cubicBezTo>
                <a:cubicBezTo>
                  <a:pt x="30313" y="770186"/>
                  <a:pt x="27736" y="773014"/>
                  <a:pt x="25585" y="774899"/>
                </a:cubicBezTo>
                <a:cubicBezTo>
                  <a:pt x="23435" y="776784"/>
                  <a:pt x="21373" y="778109"/>
                  <a:pt x="19400" y="778875"/>
                </a:cubicBezTo>
                <a:cubicBezTo>
                  <a:pt x="17426" y="779641"/>
                  <a:pt x="15055" y="780024"/>
                  <a:pt x="12286" y="780024"/>
                </a:cubicBezTo>
                <a:cubicBezTo>
                  <a:pt x="10990" y="780024"/>
                  <a:pt x="9414" y="779862"/>
                  <a:pt x="7559" y="779538"/>
                </a:cubicBezTo>
                <a:cubicBezTo>
                  <a:pt x="5703" y="779214"/>
                  <a:pt x="4304" y="778875"/>
                  <a:pt x="3361" y="778522"/>
                </a:cubicBezTo>
                <a:lnTo>
                  <a:pt x="7514" y="759346"/>
                </a:lnTo>
                <a:lnTo>
                  <a:pt x="15467" y="759346"/>
                </a:lnTo>
                <a:cubicBezTo>
                  <a:pt x="15526" y="760583"/>
                  <a:pt x="15836" y="761511"/>
                  <a:pt x="16395" y="762130"/>
                </a:cubicBezTo>
                <a:cubicBezTo>
                  <a:pt x="16955" y="762748"/>
                  <a:pt x="17677" y="763058"/>
                  <a:pt x="18560" y="763058"/>
                </a:cubicBezTo>
                <a:cubicBezTo>
                  <a:pt x="19621" y="763058"/>
                  <a:pt x="20607" y="762837"/>
                  <a:pt x="21521" y="762395"/>
                </a:cubicBezTo>
                <a:cubicBezTo>
                  <a:pt x="22434" y="761953"/>
                  <a:pt x="23700" y="760966"/>
                  <a:pt x="25320" y="759435"/>
                </a:cubicBezTo>
                <a:cubicBezTo>
                  <a:pt x="26940" y="757903"/>
                  <a:pt x="28988" y="755650"/>
                  <a:pt x="31462" y="752675"/>
                </a:cubicBezTo>
                <a:cubicBezTo>
                  <a:pt x="33936" y="749700"/>
                  <a:pt x="38119" y="744471"/>
                  <a:pt x="44010" y="736990"/>
                </a:cubicBezTo>
                <a:cubicBezTo>
                  <a:pt x="42773" y="730038"/>
                  <a:pt x="41609" y="724044"/>
                  <a:pt x="40519" y="719007"/>
                </a:cubicBezTo>
                <a:cubicBezTo>
                  <a:pt x="39430" y="713970"/>
                  <a:pt x="38443" y="710317"/>
                  <a:pt x="37559" y="708049"/>
                </a:cubicBezTo>
                <a:cubicBezTo>
                  <a:pt x="36675" y="705781"/>
                  <a:pt x="35836" y="704264"/>
                  <a:pt x="35041" y="703499"/>
                </a:cubicBezTo>
                <a:cubicBezTo>
                  <a:pt x="34245" y="702733"/>
                  <a:pt x="33347" y="702350"/>
                  <a:pt x="32346" y="702350"/>
                </a:cubicBezTo>
                <a:cubicBezTo>
                  <a:pt x="31167" y="702350"/>
                  <a:pt x="30136" y="702659"/>
                  <a:pt x="29253" y="703278"/>
                </a:cubicBezTo>
                <a:cubicBezTo>
                  <a:pt x="28369" y="703896"/>
                  <a:pt x="27441" y="704898"/>
                  <a:pt x="26469" y="706282"/>
                </a:cubicBezTo>
                <a:cubicBezTo>
                  <a:pt x="25497" y="707666"/>
                  <a:pt x="24451" y="709507"/>
                  <a:pt x="23332" y="711805"/>
                </a:cubicBezTo>
                <a:lnTo>
                  <a:pt x="15291" y="708094"/>
                </a:lnTo>
                <a:cubicBezTo>
                  <a:pt x="18708" y="701849"/>
                  <a:pt x="22552" y="697195"/>
                  <a:pt x="26823" y="694132"/>
                </a:cubicBezTo>
                <a:cubicBezTo>
                  <a:pt x="31094" y="691068"/>
                  <a:pt x="35969" y="689537"/>
                  <a:pt x="41447" y="689537"/>
                </a:cubicBezTo>
                <a:close/>
                <a:moveTo>
                  <a:pt x="1046670" y="679810"/>
                </a:moveTo>
                <a:lnTo>
                  <a:pt x="1038817" y="681142"/>
                </a:lnTo>
                <a:cubicBezTo>
                  <a:pt x="1024564" y="683747"/>
                  <a:pt x="1014984" y="685049"/>
                  <a:pt x="1010078" y="685049"/>
                </a:cubicBezTo>
                <a:cubicBezTo>
                  <a:pt x="1005172" y="685049"/>
                  <a:pt x="1002080" y="684812"/>
                  <a:pt x="1000804" y="684339"/>
                </a:cubicBezTo>
                <a:cubicBezTo>
                  <a:pt x="1000916" y="688134"/>
                  <a:pt x="1000740" y="692691"/>
                  <a:pt x="1000275" y="698010"/>
                </a:cubicBezTo>
                <a:lnTo>
                  <a:pt x="998966" y="708581"/>
                </a:lnTo>
                <a:lnTo>
                  <a:pt x="999908" y="707904"/>
                </a:lnTo>
                <a:cubicBezTo>
                  <a:pt x="1002432" y="707686"/>
                  <a:pt x="1008863" y="706715"/>
                  <a:pt x="1019201" y="704990"/>
                </a:cubicBezTo>
                <a:cubicBezTo>
                  <a:pt x="1018754" y="701103"/>
                  <a:pt x="1017454" y="697514"/>
                  <a:pt x="1015299" y="694222"/>
                </a:cubicBezTo>
                <a:cubicBezTo>
                  <a:pt x="1014349" y="692865"/>
                  <a:pt x="1013874" y="691163"/>
                  <a:pt x="1013874" y="689117"/>
                </a:cubicBezTo>
                <a:cubicBezTo>
                  <a:pt x="1013874" y="687070"/>
                  <a:pt x="1015067" y="686047"/>
                  <a:pt x="1017454" y="686047"/>
                </a:cubicBezTo>
                <a:cubicBezTo>
                  <a:pt x="1019840" y="686047"/>
                  <a:pt x="1022515" y="686977"/>
                  <a:pt x="1025478" y="688838"/>
                </a:cubicBezTo>
                <a:cubicBezTo>
                  <a:pt x="1028440" y="690699"/>
                  <a:pt x="1029921" y="692797"/>
                  <a:pt x="1029921" y="695133"/>
                </a:cubicBezTo>
                <a:cubicBezTo>
                  <a:pt x="1029921" y="695662"/>
                  <a:pt x="1029862" y="696135"/>
                  <a:pt x="1029743" y="696549"/>
                </a:cubicBezTo>
                <a:cubicBezTo>
                  <a:pt x="1029507" y="698182"/>
                  <a:pt x="1029390" y="700480"/>
                  <a:pt x="1029390" y="703443"/>
                </a:cubicBezTo>
                <a:cubicBezTo>
                  <a:pt x="1033658" y="702497"/>
                  <a:pt x="1040008" y="701186"/>
                  <a:pt x="1048440" y="699510"/>
                </a:cubicBezTo>
                <a:cubicBezTo>
                  <a:pt x="1048712" y="697065"/>
                  <a:pt x="1048847" y="694896"/>
                  <a:pt x="1048847" y="693003"/>
                </a:cubicBezTo>
                <a:cubicBezTo>
                  <a:pt x="1048847" y="689851"/>
                  <a:pt x="1048374" y="687594"/>
                  <a:pt x="1047428" y="686232"/>
                </a:cubicBezTo>
                <a:cubicBezTo>
                  <a:pt x="1046481" y="684870"/>
                  <a:pt x="1046008" y="683517"/>
                  <a:pt x="1046008" y="682173"/>
                </a:cubicBezTo>
                <a:close/>
                <a:moveTo>
                  <a:pt x="1068056" y="664743"/>
                </a:moveTo>
                <a:cubicBezTo>
                  <a:pt x="1070776" y="664743"/>
                  <a:pt x="1073356" y="665532"/>
                  <a:pt x="1075796" y="667111"/>
                </a:cubicBezTo>
                <a:cubicBezTo>
                  <a:pt x="1078235" y="668690"/>
                  <a:pt x="1079455" y="670042"/>
                  <a:pt x="1079455" y="671168"/>
                </a:cubicBezTo>
                <a:cubicBezTo>
                  <a:pt x="1079455" y="673407"/>
                  <a:pt x="1076245" y="674978"/>
                  <a:pt x="1069826" y="675881"/>
                </a:cubicBezTo>
                <a:lnTo>
                  <a:pt x="1051066" y="679064"/>
                </a:lnTo>
                <a:lnTo>
                  <a:pt x="1058522" y="681613"/>
                </a:lnTo>
                <a:cubicBezTo>
                  <a:pt x="1062654" y="683745"/>
                  <a:pt x="1064719" y="686122"/>
                  <a:pt x="1064719" y="688742"/>
                </a:cubicBezTo>
                <a:cubicBezTo>
                  <a:pt x="1064719" y="689971"/>
                  <a:pt x="1064343" y="691338"/>
                  <a:pt x="1063590" y="692842"/>
                </a:cubicBezTo>
                <a:cubicBezTo>
                  <a:pt x="1062836" y="694347"/>
                  <a:pt x="1062029" y="695868"/>
                  <a:pt x="1061168" y="697406"/>
                </a:cubicBezTo>
                <a:lnTo>
                  <a:pt x="1067669" y="696083"/>
                </a:lnTo>
                <a:cubicBezTo>
                  <a:pt x="1071673" y="694955"/>
                  <a:pt x="1075111" y="694392"/>
                  <a:pt x="1077983" y="694392"/>
                </a:cubicBezTo>
                <a:cubicBezTo>
                  <a:pt x="1080855" y="694392"/>
                  <a:pt x="1083534" y="695209"/>
                  <a:pt x="1086021" y="696843"/>
                </a:cubicBezTo>
                <a:cubicBezTo>
                  <a:pt x="1088507" y="698478"/>
                  <a:pt x="1089750" y="700061"/>
                  <a:pt x="1089750" y="701593"/>
                </a:cubicBezTo>
                <a:cubicBezTo>
                  <a:pt x="1089750" y="703124"/>
                  <a:pt x="1088826" y="704212"/>
                  <a:pt x="1086978" y="704856"/>
                </a:cubicBezTo>
                <a:cubicBezTo>
                  <a:pt x="1085130" y="705500"/>
                  <a:pt x="1081601" y="705822"/>
                  <a:pt x="1076394" y="705822"/>
                </a:cubicBezTo>
                <a:cubicBezTo>
                  <a:pt x="1071186" y="705822"/>
                  <a:pt x="1065265" y="706137"/>
                  <a:pt x="1058631" y="706769"/>
                </a:cubicBezTo>
                <a:cubicBezTo>
                  <a:pt x="1057244" y="712021"/>
                  <a:pt x="1056550" y="715027"/>
                  <a:pt x="1056550" y="715788"/>
                </a:cubicBezTo>
                <a:cubicBezTo>
                  <a:pt x="1056550" y="716548"/>
                  <a:pt x="1057349" y="717521"/>
                  <a:pt x="1058948" y="718705"/>
                </a:cubicBezTo>
                <a:cubicBezTo>
                  <a:pt x="1060546" y="719889"/>
                  <a:pt x="1061346" y="721145"/>
                  <a:pt x="1061346" y="722474"/>
                </a:cubicBezTo>
                <a:cubicBezTo>
                  <a:pt x="1061346" y="724853"/>
                  <a:pt x="1059344" y="726282"/>
                  <a:pt x="1055341" y="726761"/>
                </a:cubicBezTo>
                <a:cubicBezTo>
                  <a:pt x="1051338" y="727240"/>
                  <a:pt x="1042167" y="728828"/>
                  <a:pt x="1027829" y="731526"/>
                </a:cubicBezTo>
                <a:cubicBezTo>
                  <a:pt x="1027063" y="733563"/>
                  <a:pt x="1025737" y="734582"/>
                  <a:pt x="1023850" y="734582"/>
                </a:cubicBezTo>
                <a:cubicBezTo>
                  <a:pt x="1020513" y="734582"/>
                  <a:pt x="1018845" y="730665"/>
                  <a:pt x="1018845" y="722830"/>
                </a:cubicBezTo>
                <a:lnTo>
                  <a:pt x="1019023" y="713100"/>
                </a:lnTo>
                <a:cubicBezTo>
                  <a:pt x="1011869" y="714993"/>
                  <a:pt x="1007384" y="715939"/>
                  <a:pt x="1005569" y="715939"/>
                </a:cubicBezTo>
                <a:cubicBezTo>
                  <a:pt x="1003753" y="715939"/>
                  <a:pt x="1001725" y="715453"/>
                  <a:pt x="999484" y="714481"/>
                </a:cubicBezTo>
                <a:lnTo>
                  <a:pt x="998390" y="713228"/>
                </a:lnTo>
                <a:lnTo>
                  <a:pt x="998016" y="716253"/>
                </a:lnTo>
                <a:cubicBezTo>
                  <a:pt x="995933" y="729939"/>
                  <a:pt x="992757" y="742134"/>
                  <a:pt x="988488" y="752838"/>
                </a:cubicBezTo>
                <a:cubicBezTo>
                  <a:pt x="984219" y="763542"/>
                  <a:pt x="979736" y="771486"/>
                  <a:pt x="975039" y="776670"/>
                </a:cubicBezTo>
                <a:cubicBezTo>
                  <a:pt x="970342" y="781855"/>
                  <a:pt x="966028" y="786166"/>
                  <a:pt x="962098" y="789606"/>
                </a:cubicBezTo>
                <a:cubicBezTo>
                  <a:pt x="958168" y="793045"/>
                  <a:pt x="955376" y="794765"/>
                  <a:pt x="953722" y="794765"/>
                </a:cubicBezTo>
                <a:cubicBezTo>
                  <a:pt x="952043" y="794765"/>
                  <a:pt x="951203" y="793985"/>
                  <a:pt x="951203" y="792424"/>
                </a:cubicBezTo>
                <a:cubicBezTo>
                  <a:pt x="951203" y="790761"/>
                  <a:pt x="953126" y="787613"/>
                  <a:pt x="956971" y="782979"/>
                </a:cubicBezTo>
                <a:cubicBezTo>
                  <a:pt x="967639" y="770929"/>
                  <a:pt x="975293" y="755598"/>
                  <a:pt x="979931" y="736985"/>
                </a:cubicBezTo>
                <a:cubicBezTo>
                  <a:pt x="984570" y="718371"/>
                  <a:pt x="986889" y="702527"/>
                  <a:pt x="986889" y="689452"/>
                </a:cubicBezTo>
                <a:cubicBezTo>
                  <a:pt x="986889" y="686486"/>
                  <a:pt x="986652" y="684204"/>
                  <a:pt x="986179" y="682606"/>
                </a:cubicBezTo>
                <a:cubicBezTo>
                  <a:pt x="985706" y="681007"/>
                  <a:pt x="985469" y="679199"/>
                  <a:pt x="985469" y="677181"/>
                </a:cubicBezTo>
                <a:cubicBezTo>
                  <a:pt x="985469" y="675163"/>
                  <a:pt x="986465" y="674154"/>
                  <a:pt x="988455" y="674154"/>
                </a:cubicBezTo>
                <a:cubicBezTo>
                  <a:pt x="990446" y="674154"/>
                  <a:pt x="992661" y="674764"/>
                  <a:pt x="995100" y="675983"/>
                </a:cubicBezTo>
                <a:lnTo>
                  <a:pt x="1040220" y="668982"/>
                </a:lnTo>
                <a:lnTo>
                  <a:pt x="1040507" y="669069"/>
                </a:lnTo>
                <a:lnTo>
                  <a:pt x="1040871" y="668881"/>
                </a:lnTo>
                <a:lnTo>
                  <a:pt x="1056106" y="666516"/>
                </a:lnTo>
                <a:cubicBezTo>
                  <a:pt x="1060274" y="665334"/>
                  <a:pt x="1064257" y="664743"/>
                  <a:pt x="1068056" y="664743"/>
                </a:cubicBezTo>
                <a:close/>
                <a:moveTo>
                  <a:pt x="439663" y="647169"/>
                </a:moveTo>
                <a:cubicBezTo>
                  <a:pt x="441726" y="647169"/>
                  <a:pt x="444874" y="647840"/>
                  <a:pt x="449108" y="649183"/>
                </a:cubicBezTo>
                <a:cubicBezTo>
                  <a:pt x="453341" y="650527"/>
                  <a:pt x="455457" y="652351"/>
                  <a:pt x="455457" y="654656"/>
                </a:cubicBezTo>
                <a:cubicBezTo>
                  <a:pt x="455457" y="655465"/>
                  <a:pt x="455192" y="656532"/>
                  <a:pt x="454663" y="657857"/>
                </a:cubicBezTo>
                <a:cubicBezTo>
                  <a:pt x="453628" y="660269"/>
                  <a:pt x="453005" y="665344"/>
                  <a:pt x="452794" y="673085"/>
                </a:cubicBezTo>
                <a:cubicBezTo>
                  <a:pt x="457486" y="671548"/>
                  <a:pt x="460708" y="670780"/>
                  <a:pt x="462460" y="670780"/>
                </a:cubicBezTo>
                <a:cubicBezTo>
                  <a:pt x="464212" y="670780"/>
                  <a:pt x="465791" y="671131"/>
                  <a:pt x="467197" y="671834"/>
                </a:cubicBezTo>
                <a:cubicBezTo>
                  <a:pt x="468602" y="672536"/>
                  <a:pt x="469305" y="673556"/>
                  <a:pt x="469305" y="674895"/>
                </a:cubicBezTo>
                <a:cubicBezTo>
                  <a:pt x="469305" y="677711"/>
                  <a:pt x="463801" y="680658"/>
                  <a:pt x="452794" y="683734"/>
                </a:cubicBezTo>
                <a:lnTo>
                  <a:pt x="452794" y="695099"/>
                </a:lnTo>
                <a:cubicBezTo>
                  <a:pt x="458432" y="692143"/>
                  <a:pt x="462622" y="690665"/>
                  <a:pt x="465363" y="690665"/>
                </a:cubicBezTo>
                <a:cubicBezTo>
                  <a:pt x="467634" y="690665"/>
                  <a:pt x="468770" y="691444"/>
                  <a:pt x="468770" y="693003"/>
                </a:cubicBezTo>
                <a:cubicBezTo>
                  <a:pt x="468770" y="694325"/>
                  <a:pt x="463445" y="697767"/>
                  <a:pt x="452794" y="703330"/>
                </a:cubicBezTo>
                <a:cubicBezTo>
                  <a:pt x="452912" y="708220"/>
                  <a:pt x="452972" y="713773"/>
                  <a:pt x="452972" y="719988"/>
                </a:cubicBezTo>
                <a:cubicBezTo>
                  <a:pt x="452972" y="722780"/>
                  <a:pt x="451986" y="726739"/>
                  <a:pt x="450014" y="731865"/>
                </a:cubicBezTo>
                <a:cubicBezTo>
                  <a:pt x="448042" y="736991"/>
                  <a:pt x="445643" y="739554"/>
                  <a:pt x="442817" y="739554"/>
                </a:cubicBezTo>
                <a:cubicBezTo>
                  <a:pt x="440606" y="739554"/>
                  <a:pt x="439168" y="738468"/>
                  <a:pt x="438502" y="736296"/>
                </a:cubicBezTo>
                <a:cubicBezTo>
                  <a:pt x="437914" y="734064"/>
                  <a:pt x="435941" y="731054"/>
                  <a:pt x="432584" y="727267"/>
                </a:cubicBezTo>
                <a:cubicBezTo>
                  <a:pt x="431217" y="726070"/>
                  <a:pt x="430534" y="724848"/>
                  <a:pt x="430534" y="723602"/>
                </a:cubicBezTo>
                <a:cubicBezTo>
                  <a:pt x="430534" y="722356"/>
                  <a:pt x="431152" y="721733"/>
                  <a:pt x="432387" y="721733"/>
                </a:cubicBezTo>
                <a:cubicBezTo>
                  <a:pt x="433623" y="721733"/>
                  <a:pt x="434981" y="721852"/>
                  <a:pt x="436461" y="722088"/>
                </a:cubicBezTo>
                <a:cubicBezTo>
                  <a:pt x="437940" y="722325"/>
                  <a:pt x="439068" y="722443"/>
                  <a:pt x="439843" y="722443"/>
                </a:cubicBezTo>
                <a:cubicBezTo>
                  <a:pt x="440617" y="722443"/>
                  <a:pt x="441155" y="722067"/>
                  <a:pt x="441456" y="721316"/>
                </a:cubicBezTo>
                <a:cubicBezTo>
                  <a:pt x="441756" y="720565"/>
                  <a:pt x="442080" y="715991"/>
                  <a:pt x="442427" y="707595"/>
                </a:cubicBezTo>
                <a:cubicBezTo>
                  <a:pt x="437171" y="711210"/>
                  <a:pt x="429372" y="716047"/>
                  <a:pt x="419030" y="722104"/>
                </a:cubicBezTo>
                <a:cubicBezTo>
                  <a:pt x="417098" y="723203"/>
                  <a:pt x="414901" y="723752"/>
                  <a:pt x="412438" y="723752"/>
                </a:cubicBezTo>
                <a:cubicBezTo>
                  <a:pt x="409975" y="723752"/>
                  <a:pt x="407492" y="722674"/>
                  <a:pt x="404991" y="720519"/>
                </a:cubicBezTo>
                <a:cubicBezTo>
                  <a:pt x="402489" y="718363"/>
                  <a:pt x="401238" y="716437"/>
                  <a:pt x="401238" y="714742"/>
                </a:cubicBezTo>
                <a:cubicBezTo>
                  <a:pt x="401238" y="713046"/>
                  <a:pt x="403263" y="711933"/>
                  <a:pt x="407312" y="711402"/>
                </a:cubicBezTo>
                <a:cubicBezTo>
                  <a:pt x="411362" y="710871"/>
                  <a:pt x="415713" y="709791"/>
                  <a:pt x="420367" y="708161"/>
                </a:cubicBezTo>
                <a:cubicBezTo>
                  <a:pt x="425020" y="706532"/>
                  <a:pt x="432433" y="703451"/>
                  <a:pt x="442605" y="698919"/>
                </a:cubicBezTo>
                <a:lnTo>
                  <a:pt x="442605" y="685759"/>
                </a:lnTo>
                <a:cubicBezTo>
                  <a:pt x="437983" y="687297"/>
                  <a:pt x="431840" y="688066"/>
                  <a:pt x="424177" y="688066"/>
                </a:cubicBezTo>
                <a:cubicBezTo>
                  <a:pt x="421229" y="688066"/>
                  <a:pt x="418888" y="687778"/>
                  <a:pt x="417154" y="687201"/>
                </a:cubicBezTo>
                <a:cubicBezTo>
                  <a:pt x="415421" y="686624"/>
                  <a:pt x="414554" y="685605"/>
                  <a:pt x="414554" y="684143"/>
                </a:cubicBezTo>
                <a:cubicBezTo>
                  <a:pt x="414554" y="682681"/>
                  <a:pt x="415825" y="681695"/>
                  <a:pt x="418366" y="681186"/>
                </a:cubicBezTo>
                <a:cubicBezTo>
                  <a:pt x="426836" y="679635"/>
                  <a:pt x="434916" y="677743"/>
                  <a:pt x="442605" y="675511"/>
                </a:cubicBezTo>
                <a:cubicBezTo>
                  <a:pt x="442375" y="670847"/>
                  <a:pt x="442002" y="666712"/>
                  <a:pt x="441487" y="663104"/>
                </a:cubicBezTo>
                <a:cubicBezTo>
                  <a:pt x="440971" y="659497"/>
                  <a:pt x="440023" y="656762"/>
                  <a:pt x="438641" y="654898"/>
                </a:cubicBezTo>
                <a:cubicBezTo>
                  <a:pt x="437259" y="653035"/>
                  <a:pt x="436568" y="651281"/>
                  <a:pt x="436568" y="649636"/>
                </a:cubicBezTo>
                <a:cubicBezTo>
                  <a:pt x="436568" y="647991"/>
                  <a:pt x="437600" y="647169"/>
                  <a:pt x="439663" y="647169"/>
                </a:cubicBezTo>
                <a:close/>
                <a:moveTo>
                  <a:pt x="656906" y="646991"/>
                </a:moveTo>
                <a:cubicBezTo>
                  <a:pt x="659874" y="646991"/>
                  <a:pt x="663613" y="647820"/>
                  <a:pt x="668125" y="649479"/>
                </a:cubicBezTo>
                <a:cubicBezTo>
                  <a:pt x="672638" y="651138"/>
                  <a:pt x="674894" y="653041"/>
                  <a:pt x="674894" y="655188"/>
                </a:cubicBezTo>
                <a:cubicBezTo>
                  <a:pt x="674894" y="656725"/>
                  <a:pt x="673670" y="658459"/>
                  <a:pt x="671222" y="660393"/>
                </a:cubicBezTo>
                <a:cubicBezTo>
                  <a:pt x="668774" y="662326"/>
                  <a:pt x="666501" y="664507"/>
                  <a:pt x="664403" y="666937"/>
                </a:cubicBezTo>
                <a:lnTo>
                  <a:pt x="648087" y="684447"/>
                </a:lnTo>
                <a:cubicBezTo>
                  <a:pt x="658877" y="683417"/>
                  <a:pt x="670158" y="681987"/>
                  <a:pt x="681929" y="680157"/>
                </a:cubicBezTo>
                <a:lnTo>
                  <a:pt x="676418" y="674530"/>
                </a:lnTo>
                <a:cubicBezTo>
                  <a:pt x="674646" y="672252"/>
                  <a:pt x="673760" y="670437"/>
                  <a:pt x="673760" y="669084"/>
                </a:cubicBezTo>
                <a:cubicBezTo>
                  <a:pt x="673760" y="667730"/>
                  <a:pt x="674712" y="667053"/>
                  <a:pt x="676616" y="667053"/>
                </a:cubicBezTo>
                <a:cubicBezTo>
                  <a:pt x="678520" y="667053"/>
                  <a:pt x="681681" y="668000"/>
                  <a:pt x="686100" y="669894"/>
                </a:cubicBezTo>
                <a:cubicBezTo>
                  <a:pt x="690519" y="671787"/>
                  <a:pt x="694076" y="674403"/>
                  <a:pt x="696772" y="677739"/>
                </a:cubicBezTo>
                <a:cubicBezTo>
                  <a:pt x="699468" y="681076"/>
                  <a:pt x="700815" y="684726"/>
                  <a:pt x="700815" y="688690"/>
                </a:cubicBezTo>
                <a:cubicBezTo>
                  <a:pt x="700815" y="692653"/>
                  <a:pt x="699299" y="694635"/>
                  <a:pt x="696266" y="694635"/>
                </a:cubicBezTo>
                <a:cubicBezTo>
                  <a:pt x="693232" y="694635"/>
                  <a:pt x="689807" y="692090"/>
                  <a:pt x="685990" y="687000"/>
                </a:cubicBezTo>
                <a:cubicBezTo>
                  <a:pt x="671152" y="689930"/>
                  <a:pt x="661504" y="691974"/>
                  <a:pt x="657046" y="693132"/>
                </a:cubicBezTo>
                <a:cubicBezTo>
                  <a:pt x="652589" y="694290"/>
                  <a:pt x="648572" y="695850"/>
                  <a:pt x="644996" y="697811"/>
                </a:cubicBezTo>
                <a:lnTo>
                  <a:pt x="639558" y="699210"/>
                </a:lnTo>
                <a:lnTo>
                  <a:pt x="645601" y="704319"/>
                </a:lnTo>
                <a:cubicBezTo>
                  <a:pt x="645601" y="705869"/>
                  <a:pt x="644691" y="707388"/>
                  <a:pt x="642872" y="708875"/>
                </a:cubicBezTo>
                <a:cubicBezTo>
                  <a:pt x="639656" y="711650"/>
                  <a:pt x="632517" y="718539"/>
                  <a:pt x="621455" y="729541"/>
                </a:cubicBezTo>
                <a:cubicBezTo>
                  <a:pt x="627957" y="728739"/>
                  <a:pt x="636929" y="727225"/>
                  <a:pt x="648372" y="724996"/>
                </a:cubicBezTo>
                <a:cubicBezTo>
                  <a:pt x="643876" y="719835"/>
                  <a:pt x="641628" y="716432"/>
                  <a:pt x="641628" y="714788"/>
                </a:cubicBezTo>
                <a:cubicBezTo>
                  <a:pt x="641628" y="713144"/>
                  <a:pt x="642555" y="712322"/>
                  <a:pt x="644409" y="712322"/>
                </a:cubicBezTo>
                <a:cubicBezTo>
                  <a:pt x="646263" y="712322"/>
                  <a:pt x="649118" y="713222"/>
                  <a:pt x="652973" y="715020"/>
                </a:cubicBezTo>
                <a:cubicBezTo>
                  <a:pt x="656828" y="716819"/>
                  <a:pt x="659789" y="719299"/>
                  <a:pt x="661855" y="722463"/>
                </a:cubicBezTo>
                <a:cubicBezTo>
                  <a:pt x="663921" y="725626"/>
                  <a:pt x="664954" y="728292"/>
                  <a:pt x="664954" y="730460"/>
                </a:cubicBezTo>
                <a:cubicBezTo>
                  <a:pt x="664954" y="732628"/>
                  <a:pt x="664395" y="734271"/>
                  <a:pt x="663276" y="735390"/>
                </a:cubicBezTo>
                <a:cubicBezTo>
                  <a:pt x="662157" y="736509"/>
                  <a:pt x="660728" y="737068"/>
                  <a:pt x="658989" y="737068"/>
                </a:cubicBezTo>
                <a:cubicBezTo>
                  <a:pt x="657250" y="737068"/>
                  <a:pt x="655831" y="736347"/>
                  <a:pt x="654733" y="734906"/>
                </a:cubicBezTo>
                <a:cubicBezTo>
                  <a:pt x="653635" y="733465"/>
                  <a:pt x="652859" y="732410"/>
                  <a:pt x="652405" y="731741"/>
                </a:cubicBezTo>
                <a:cubicBezTo>
                  <a:pt x="634925" y="736325"/>
                  <a:pt x="622178" y="740506"/>
                  <a:pt x="614162" y="744284"/>
                </a:cubicBezTo>
                <a:cubicBezTo>
                  <a:pt x="611536" y="745391"/>
                  <a:pt x="609448" y="745944"/>
                  <a:pt x="607896" y="745944"/>
                </a:cubicBezTo>
                <a:cubicBezTo>
                  <a:pt x="606344" y="745944"/>
                  <a:pt x="604891" y="744625"/>
                  <a:pt x="603536" y="741987"/>
                </a:cubicBezTo>
                <a:cubicBezTo>
                  <a:pt x="602180" y="739349"/>
                  <a:pt x="601502" y="737209"/>
                  <a:pt x="601502" y="735568"/>
                </a:cubicBezTo>
                <a:cubicBezTo>
                  <a:pt x="601502" y="733927"/>
                  <a:pt x="602958" y="732775"/>
                  <a:pt x="605870" y="732114"/>
                </a:cubicBezTo>
                <a:cubicBezTo>
                  <a:pt x="608782" y="731452"/>
                  <a:pt x="611042" y="730451"/>
                  <a:pt x="612651" y="729109"/>
                </a:cubicBezTo>
                <a:cubicBezTo>
                  <a:pt x="614260" y="727768"/>
                  <a:pt x="616528" y="725089"/>
                  <a:pt x="619454" y="721071"/>
                </a:cubicBezTo>
                <a:cubicBezTo>
                  <a:pt x="622381" y="717054"/>
                  <a:pt x="624530" y="713533"/>
                  <a:pt x="625900" y="710507"/>
                </a:cubicBezTo>
                <a:cubicBezTo>
                  <a:pt x="627271" y="707481"/>
                  <a:pt x="627956" y="705036"/>
                  <a:pt x="627956" y="703172"/>
                </a:cubicBezTo>
                <a:lnTo>
                  <a:pt x="627602" y="700146"/>
                </a:lnTo>
                <a:cubicBezTo>
                  <a:pt x="627602" y="697375"/>
                  <a:pt x="628502" y="695989"/>
                  <a:pt x="630300" y="695989"/>
                </a:cubicBezTo>
                <a:lnTo>
                  <a:pt x="638647" y="698773"/>
                </a:lnTo>
                <a:lnTo>
                  <a:pt x="633897" y="695722"/>
                </a:lnTo>
                <a:cubicBezTo>
                  <a:pt x="632185" y="693369"/>
                  <a:pt x="631329" y="691247"/>
                  <a:pt x="631329" y="689358"/>
                </a:cubicBezTo>
                <a:cubicBezTo>
                  <a:pt x="631329" y="687470"/>
                  <a:pt x="632576" y="685943"/>
                  <a:pt x="635068" y="684780"/>
                </a:cubicBezTo>
                <a:cubicBezTo>
                  <a:pt x="641015" y="682247"/>
                  <a:pt x="645608" y="677744"/>
                  <a:pt x="648844" y="671271"/>
                </a:cubicBezTo>
                <a:cubicBezTo>
                  <a:pt x="652081" y="664798"/>
                  <a:pt x="653700" y="659497"/>
                  <a:pt x="653700" y="655366"/>
                </a:cubicBezTo>
                <a:cubicBezTo>
                  <a:pt x="653700" y="654546"/>
                  <a:pt x="653492" y="653811"/>
                  <a:pt x="653078" y="653159"/>
                </a:cubicBezTo>
                <a:cubicBezTo>
                  <a:pt x="652663" y="652508"/>
                  <a:pt x="652455" y="651704"/>
                  <a:pt x="652455" y="650749"/>
                </a:cubicBezTo>
                <a:cubicBezTo>
                  <a:pt x="652455" y="648243"/>
                  <a:pt x="653939" y="646991"/>
                  <a:pt x="656906" y="646991"/>
                </a:cubicBezTo>
                <a:close/>
                <a:moveTo>
                  <a:pt x="1025979" y="646634"/>
                </a:moveTo>
                <a:cubicBezTo>
                  <a:pt x="1031563" y="646634"/>
                  <a:pt x="1036368" y="647954"/>
                  <a:pt x="1040394" y="650594"/>
                </a:cubicBezTo>
                <a:cubicBezTo>
                  <a:pt x="1044420" y="653235"/>
                  <a:pt x="1046432" y="656837"/>
                  <a:pt x="1046432" y="661401"/>
                </a:cubicBezTo>
                <a:cubicBezTo>
                  <a:pt x="1046432" y="663591"/>
                  <a:pt x="1045864" y="665417"/>
                  <a:pt x="1044727" y="666878"/>
                </a:cubicBezTo>
                <a:lnTo>
                  <a:pt x="1040871" y="668881"/>
                </a:lnTo>
                <a:lnTo>
                  <a:pt x="1040220" y="668982"/>
                </a:lnTo>
                <a:lnTo>
                  <a:pt x="1035865" y="667651"/>
                </a:lnTo>
                <a:cubicBezTo>
                  <a:pt x="1034448" y="666706"/>
                  <a:pt x="1031434" y="663866"/>
                  <a:pt x="1026825" y="659133"/>
                </a:cubicBezTo>
                <a:cubicBezTo>
                  <a:pt x="1022216" y="654399"/>
                  <a:pt x="1019911" y="651133"/>
                  <a:pt x="1019911" y="649333"/>
                </a:cubicBezTo>
                <a:cubicBezTo>
                  <a:pt x="1019911" y="647534"/>
                  <a:pt x="1021934" y="646634"/>
                  <a:pt x="1025979" y="646634"/>
                </a:cubicBezTo>
                <a:close/>
                <a:moveTo>
                  <a:pt x="842165" y="641663"/>
                </a:moveTo>
                <a:cubicBezTo>
                  <a:pt x="847331" y="641663"/>
                  <a:pt x="852060" y="642819"/>
                  <a:pt x="856354" y="645131"/>
                </a:cubicBezTo>
                <a:cubicBezTo>
                  <a:pt x="860647" y="647443"/>
                  <a:pt x="862794" y="650677"/>
                  <a:pt x="862794" y="654832"/>
                </a:cubicBezTo>
                <a:cubicBezTo>
                  <a:pt x="862794" y="656941"/>
                  <a:pt x="862187" y="658984"/>
                  <a:pt x="860973" y="660960"/>
                </a:cubicBezTo>
                <a:lnTo>
                  <a:pt x="858276" y="662515"/>
                </a:lnTo>
                <a:lnTo>
                  <a:pt x="871539" y="660970"/>
                </a:lnTo>
                <a:cubicBezTo>
                  <a:pt x="877765" y="660198"/>
                  <a:pt x="882340" y="659571"/>
                  <a:pt x="885263" y="659089"/>
                </a:cubicBezTo>
                <a:cubicBezTo>
                  <a:pt x="891109" y="658125"/>
                  <a:pt x="894733" y="657643"/>
                  <a:pt x="896135" y="657643"/>
                </a:cubicBezTo>
                <a:cubicBezTo>
                  <a:pt x="900317" y="657643"/>
                  <a:pt x="904978" y="659506"/>
                  <a:pt x="910119" y="663233"/>
                </a:cubicBezTo>
                <a:cubicBezTo>
                  <a:pt x="915259" y="666960"/>
                  <a:pt x="917830" y="670022"/>
                  <a:pt x="917830" y="672420"/>
                </a:cubicBezTo>
                <a:cubicBezTo>
                  <a:pt x="917830" y="674818"/>
                  <a:pt x="916102" y="676181"/>
                  <a:pt x="912647" y="676509"/>
                </a:cubicBezTo>
                <a:cubicBezTo>
                  <a:pt x="907021" y="676969"/>
                  <a:pt x="901692" y="678916"/>
                  <a:pt x="896659" y="682348"/>
                </a:cubicBezTo>
                <a:cubicBezTo>
                  <a:pt x="894687" y="683792"/>
                  <a:pt x="892947" y="684515"/>
                  <a:pt x="891440" y="684515"/>
                </a:cubicBezTo>
                <a:cubicBezTo>
                  <a:pt x="889933" y="684515"/>
                  <a:pt x="889179" y="683757"/>
                  <a:pt x="889179" y="682241"/>
                </a:cubicBezTo>
                <a:cubicBezTo>
                  <a:pt x="889179" y="680725"/>
                  <a:pt x="889948" y="678725"/>
                  <a:pt x="891487" y="676239"/>
                </a:cubicBezTo>
                <a:cubicBezTo>
                  <a:pt x="893025" y="673754"/>
                  <a:pt x="893794" y="672194"/>
                  <a:pt x="893794" y="671559"/>
                </a:cubicBezTo>
                <a:cubicBezTo>
                  <a:pt x="893794" y="670925"/>
                  <a:pt x="893281" y="670470"/>
                  <a:pt x="892256" y="670193"/>
                </a:cubicBezTo>
                <a:cubicBezTo>
                  <a:pt x="891230" y="669917"/>
                  <a:pt x="888059" y="669779"/>
                  <a:pt x="882742" y="669779"/>
                </a:cubicBezTo>
                <a:lnTo>
                  <a:pt x="863423" y="670702"/>
                </a:lnTo>
                <a:lnTo>
                  <a:pt x="869364" y="672540"/>
                </a:lnTo>
                <a:cubicBezTo>
                  <a:pt x="873031" y="674306"/>
                  <a:pt x="874865" y="676007"/>
                  <a:pt x="874865" y="677643"/>
                </a:cubicBezTo>
                <a:cubicBezTo>
                  <a:pt x="874865" y="679279"/>
                  <a:pt x="874286" y="680676"/>
                  <a:pt x="873129" y="681834"/>
                </a:cubicBezTo>
                <a:cubicBezTo>
                  <a:pt x="871972" y="682991"/>
                  <a:pt x="870835" y="684218"/>
                  <a:pt x="869719" y="685513"/>
                </a:cubicBezTo>
                <a:cubicBezTo>
                  <a:pt x="870335" y="685537"/>
                  <a:pt x="872360" y="685218"/>
                  <a:pt x="875794" y="684556"/>
                </a:cubicBezTo>
                <a:cubicBezTo>
                  <a:pt x="879228" y="683893"/>
                  <a:pt x="882422" y="683562"/>
                  <a:pt x="885377" y="683562"/>
                </a:cubicBezTo>
                <a:cubicBezTo>
                  <a:pt x="888332" y="683562"/>
                  <a:pt x="890899" y="684361"/>
                  <a:pt x="893079" y="685961"/>
                </a:cubicBezTo>
                <a:cubicBezTo>
                  <a:pt x="895258" y="687561"/>
                  <a:pt x="896348" y="689139"/>
                  <a:pt x="896348" y="690696"/>
                </a:cubicBezTo>
                <a:cubicBezTo>
                  <a:pt x="896348" y="693795"/>
                  <a:pt x="893969" y="695345"/>
                  <a:pt x="889213" y="695345"/>
                </a:cubicBezTo>
                <a:cubicBezTo>
                  <a:pt x="888684" y="695345"/>
                  <a:pt x="886003" y="695256"/>
                  <a:pt x="881171" y="695079"/>
                </a:cubicBezTo>
                <a:cubicBezTo>
                  <a:pt x="876339" y="694902"/>
                  <a:pt x="871485" y="694865"/>
                  <a:pt x="866608" y="694969"/>
                </a:cubicBezTo>
                <a:cubicBezTo>
                  <a:pt x="865884" y="696686"/>
                  <a:pt x="863845" y="699634"/>
                  <a:pt x="860489" y="703812"/>
                </a:cubicBezTo>
                <a:lnTo>
                  <a:pt x="856172" y="708404"/>
                </a:lnTo>
                <a:lnTo>
                  <a:pt x="861131" y="707368"/>
                </a:lnTo>
                <a:cubicBezTo>
                  <a:pt x="862462" y="706884"/>
                  <a:pt x="864336" y="706642"/>
                  <a:pt x="866754" y="706642"/>
                </a:cubicBezTo>
                <a:cubicBezTo>
                  <a:pt x="869172" y="706642"/>
                  <a:pt x="872223" y="707781"/>
                  <a:pt x="875907" y="710059"/>
                </a:cubicBezTo>
                <a:cubicBezTo>
                  <a:pt x="879592" y="712337"/>
                  <a:pt x="881434" y="714269"/>
                  <a:pt x="881434" y="715854"/>
                </a:cubicBezTo>
                <a:cubicBezTo>
                  <a:pt x="881434" y="717440"/>
                  <a:pt x="880947" y="718965"/>
                  <a:pt x="879972" y="720430"/>
                </a:cubicBezTo>
                <a:cubicBezTo>
                  <a:pt x="878108" y="723433"/>
                  <a:pt x="877175" y="728388"/>
                  <a:pt x="877175" y="735295"/>
                </a:cubicBezTo>
                <a:lnTo>
                  <a:pt x="877707" y="747002"/>
                </a:lnTo>
                <a:cubicBezTo>
                  <a:pt x="877707" y="750129"/>
                  <a:pt x="876816" y="753339"/>
                  <a:pt x="875034" y="756630"/>
                </a:cubicBezTo>
                <a:cubicBezTo>
                  <a:pt x="873251" y="759922"/>
                  <a:pt x="871362" y="761567"/>
                  <a:pt x="869365" y="761567"/>
                </a:cubicBezTo>
                <a:cubicBezTo>
                  <a:pt x="867369" y="761567"/>
                  <a:pt x="865763" y="760617"/>
                  <a:pt x="864548" y="758717"/>
                </a:cubicBezTo>
                <a:cubicBezTo>
                  <a:pt x="863333" y="756817"/>
                  <a:pt x="862726" y="755010"/>
                  <a:pt x="862726" y="753295"/>
                </a:cubicBezTo>
                <a:cubicBezTo>
                  <a:pt x="862726" y="751580"/>
                  <a:pt x="863022" y="749184"/>
                  <a:pt x="863614" y="746105"/>
                </a:cubicBezTo>
                <a:cubicBezTo>
                  <a:pt x="864206" y="743027"/>
                  <a:pt x="864502" y="739269"/>
                  <a:pt x="864502" y="734831"/>
                </a:cubicBezTo>
                <a:cubicBezTo>
                  <a:pt x="864502" y="730394"/>
                  <a:pt x="864361" y="726716"/>
                  <a:pt x="864080" y="723799"/>
                </a:cubicBezTo>
                <a:cubicBezTo>
                  <a:pt x="863799" y="720882"/>
                  <a:pt x="863472" y="719168"/>
                  <a:pt x="863099" y="718658"/>
                </a:cubicBezTo>
                <a:cubicBezTo>
                  <a:pt x="862726" y="718148"/>
                  <a:pt x="861707" y="717893"/>
                  <a:pt x="860042" y="717893"/>
                </a:cubicBezTo>
                <a:cubicBezTo>
                  <a:pt x="858378" y="717893"/>
                  <a:pt x="854074" y="718156"/>
                  <a:pt x="847132" y="718681"/>
                </a:cubicBezTo>
                <a:cubicBezTo>
                  <a:pt x="840190" y="719206"/>
                  <a:pt x="833161" y="719990"/>
                  <a:pt x="826044" y="721035"/>
                </a:cubicBezTo>
                <a:cubicBezTo>
                  <a:pt x="826163" y="723497"/>
                  <a:pt x="826223" y="725989"/>
                  <a:pt x="826223" y="728511"/>
                </a:cubicBezTo>
                <a:cubicBezTo>
                  <a:pt x="826223" y="738859"/>
                  <a:pt x="825465" y="746571"/>
                  <a:pt x="823949" y="751646"/>
                </a:cubicBezTo>
                <a:cubicBezTo>
                  <a:pt x="822433" y="756722"/>
                  <a:pt x="820650" y="759260"/>
                  <a:pt x="818599" y="759260"/>
                </a:cubicBezTo>
                <a:cubicBezTo>
                  <a:pt x="816548" y="759260"/>
                  <a:pt x="814838" y="758036"/>
                  <a:pt x="813469" y="755587"/>
                </a:cubicBezTo>
                <a:cubicBezTo>
                  <a:pt x="812101" y="753138"/>
                  <a:pt x="811417" y="750994"/>
                  <a:pt x="811417" y="749155"/>
                </a:cubicBezTo>
                <a:cubicBezTo>
                  <a:pt x="811417" y="747316"/>
                  <a:pt x="811860" y="745035"/>
                  <a:pt x="812748" y="742312"/>
                </a:cubicBezTo>
                <a:cubicBezTo>
                  <a:pt x="813636" y="739589"/>
                  <a:pt x="814080" y="733509"/>
                  <a:pt x="814080" y="724072"/>
                </a:cubicBezTo>
                <a:cubicBezTo>
                  <a:pt x="814080" y="720737"/>
                  <a:pt x="813666" y="718567"/>
                  <a:pt x="812837" y="717561"/>
                </a:cubicBezTo>
                <a:cubicBezTo>
                  <a:pt x="812009" y="716555"/>
                  <a:pt x="811595" y="715342"/>
                  <a:pt x="811595" y="713922"/>
                </a:cubicBezTo>
                <a:cubicBezTo>
                  <a:pt x="811595" y="712501"/>
                  <a:pt x="812700" y="711791"/>
                  <a:pt x="814912" y="711791"/>
                </a:cubicBezTo>
                <a:cubicBezTo>
                  <a:pt x="817123" y="711791"/>
                  <a:pt x="819695" y="712145"/>
                  <a:pt x="822628" y="712854"/>
                </a:cubicBezTo>
                <a:cubicBezTo>
                  <a:pt x="833483" y="711865"/>
                  <a:pt x="842119" y="710914"/>
                  <a:pt x="848536" y="709999"/>
                </a:cubicBezTo>
                <a:lnTo>
                  <a:pt x="851789" y="709320"/>
                </a:lnTo>
                <a:lnTo>
                  <a:pt x="850298" y="708279"/>
                </a:lnTo>
                <a:cubicBezTo>
                  <a:pt x="850298" y="707078"/>
                  <a:pt x="850416" y="706445"/>
                  <a:pt x="850651" y="706379"/>
                </a:cubicBezTo>
                <a:cubicBezTo>
                  <a:pt x="852699" y="702009"/>
                  <a:pt x="854238" y="698331"/>
                  <a:pt x="855269" y="695345"/>
                </a:cubicBezTo>
                <a:cubicBezTo>
                  <a:pt x="851005" y="695575"/>
                  <a:pt x="845050" y="696213"/>
                  <a:pt x="837406" y="697259"/>
                </a:cubicBezTo>
                <a:lnTo>
                  <a:pt x="837584" y="706755"/>
                </a:lnTo>
                <a:cubicBezTo>
                  <a:pt x="837584" y="709564"/>
                  <a:pt x="836090" y="710968"/>
                  <a:pt x="833102" y="710968"/>
                </a:cubicBezTo>
                <a:cubicBezTo>
                  <a:pt x="830114" y="710968"/>
                  <a:pt x="828480" y="709563"/>
                  <a:pt x="828199" y="706753"/>
                </a:cubicBezTo>
                <a:cubicBezTo>
                  <a:pt x="827918" y="703943"/>
                  <a:pt x="827616" y="701324"/>
                  <a:pt x="827291" y="698896"/>
                </a:cubicBezTo>
                <a:cubicBezTo>
                  <a:pt x="822311" y="699711"/>
                  <a:pt x="818952" y="700417"/>
                  <a:pt x="817216" y="701016"/>
                </a:cubicBezTo>
                <a:cubicBezTo>
                  <a:pt x="815480" y="701614"/>
                  <a:pt x="813541" y="701914"/>
                  <a:pt x="811400" y="701914"/>
                </a:cubicBezTo>
                <a:cubicBezTo>
                  <a:pt x="809258" y="701914"/>
                  <a:pt x="807098" y="701152"/>
                  <a:pt x="804920" y="699627"/>
                </a:cubicBezTo>
                <a:cubicBezTo>
                  <a:pt x="802742" y="698103"/>
                  <a:pt x="801652" y="696650"/>
                  <a:pt x="801652" y="695268"/>
                </a:cubicBezTo>
                <a:cubicBezTo>
                  <a:pt x="801652" y="693887"/>
                  <a:pt x="803601" y="692952"/>
                  <a:pt x="807497" y="692466"/>
                </a:cubicBezTo>
                <a:lnTo>
                  <a:pt x="826152" y="690371"/>
                </a:lnTo>
                <a:cubicBezTo>
                  <a:pt x="825398" y="687315"/>
                  <a:pt x="824292" y="684877"/>
                  <a:pt x="822835" y="683055"/>
                </a:cubicBezTo>
                <a:cubicBezTo>
                  <a:pt x="821378" y="681234"/>
                  <a:pt x="820649" y="679414"/>
                  <a:pt x="820649" y="677594"/>
                </a:cubicBezTo>
                <a:cubicBezTo>
                  <a:pt x="820649" y="675774"/>
                  <a:pt x="821826" y="674863"/>
                  <a:pt x="824181" y="674863"/>
                </a:cubicBezTo>
                <a:cubicBezTo>
                  <a:pt x="826536" y="674863"/>
                  <a:pt x="829388" y="675491"/>
                  <a:pt x="832738" y="676747"/>
                </a:cubicBezTo>
                <a:cubicBezTo>
                  <a:pt x="836088" y="678002"/>
                  <a:pt x="837762" y="680048"/>
                  <a:pt x="837762" y="682883"/>
                </a:cubicBezTo>
                <a:cubicBezTo>
                  <a:pt x="837762" y="683569"/>
                  <a:pt x="837698" y="684206"/>
                  <a:pt x="837567" y="684793"/>
                </a:cubicBezTo>
                <a:cubicBezTo>
                  <a:pt x="837437" y="685380"/>
                  <a:pt x="837324" y="686863"/>
                  <a:pt x="837228" y="689240"/>
                </a:cubicBezTo>
                <a:cubicBezTo>
                  <a:pt x="849930" y="687975"/>
                  <a:pt x="856724" y="687273"/>
                  <a:pt x="857610" y="687136"/>
                </a:cubicBezTo>
                <a:cubicBezTo>
                  <a:pt x="858653" y="683920"/>
                  <a:pt x="859174" y="681581"/>
                  <a:pt x="859174" y="680120"/>
                </a:cubicBezTo>
                <a:cubicBezTo>
                  <a:pt x="859174" y="678659"/>
                  <a:pt x="858938" y="677367"/>
                  <a:pt x="858464" y="676242"/>
                </a:cubicBezTo>
                <a:cubicBezTo>
                  <a:pt x="857991" y="675118"/>
                  <a:pt x="857755" y="673778"/>
                  <a:pt x="857755" y="672224"/>
                </a:cubicBezTo>
                <a:lnTo>
                  <a:pt x="859503" y="670889"/>
                </a:lnTo>
                <a:lnTo>
                  <a:pt x="858756" y="670924"/>
                </a:lnTo>
                <a:cubicBezTo>
                  <a:pt x="848082" y="671688"/>
                  <a:pt x="840575" y="672431"/>
                  <a:pt x="836236" y="673153"/>
                </a:cubicBezTo>
                <a:cubicBezTo>
                  <a:pt x="827355" y="674691"/>
                  <a:pt x="820902" y="675460"/>
                  <a:pt x="816878" y="675460"/>
                </a:cubicBezTo>
                <a:cubicBezTo>
                  <a:pt x="812854" y="675460"/>
                  <a:pt x="810448" y="675342"/>
                  <a:pt x="809658" y="675107"/>
                </a:cubicBezTo>
                <a:cubicBezTo>
                  <a:pt x="807669" y="681207"/>
                  <a:pt x="805012" y="686431"/>
                  <a:pt x="801688" y="690778"/>
                </a:cubicBezTo>
                <a:cubicBezTo>
                  <a:pt x="798363" y="695125"/>
                  <a:pt x="795130" y="697299"/>
                  <a:pt x="791987" y="697299"/>
                </a:cubicBezTo>
                <a:cubicBezTo>
                  <a:pt x="788845" y="697299"/>
                  <a:pt x="787273" y="694802"/>
                  <a:pt x="787273" y="689808"/>
                </a:cubicBezTo>
                <a:cubicBezTo>
                  <a:pt x="787273" y="686835"/>
                  <a:pt x="788550" y="683879"/>
                  <a:pt x="791102" y="680940"/>
                </a:cubicBezTo>
                <a:cubicBezTo>
                  <a:pt x="794463" y="676883"/>
                  <a:pt x="796974" y="672331"/>
                  <a:pt x="798635" y="667282"/>
                </a:cubicBezTo>
                <a:cubicBezTo>
                  <a:pt x="799610" y="663816"/>
                  <a:pt x="801087" y="662082"/>
                  <a:pt x="803068" y="662082"/>
                </a:cubicBezTo>
                <a:cubicBezTo>
                  <a:pt x="805048" y="662082"/>
                  <a:pt x="807220" y="663737"/>
                  <a:pt x="809584" y="667048"/>
                </a:cubicBezTo>
                <a:cubicBezTo>
                  <a:pt x="816075" y="666955"/>
                  <a:pt x="828849" y="665847"/>
                  <a:pt x="847907" y="663722"/>
                </a:cubicBezTo>
                <a:lnTo>
                  <a:pt x="853774" y="663039"/>
                </a:lnTo>
                <a:lnTo>
                  <a:pt x="850482" y="661627"/>
                </a:lnTo>
                <a:lnTo>
                  <a:pt x="843195" y="650797"/>
                </a:lnTo>
                <a:cubicBezTo>
                  <a:pt x="839526" y="647927"/>
                  <a:pt x="837692" y="645688"/>
                  <a:pt x="837692" y="644078"/>
                </a:cubicBezTo>
                <a:cubicBezTo>
                  <a:pt x="837692" y="642468"/>
                  <a:pt x="839183" y="641663"/>
                  <a:pt x="842165" y="641663"/>
                </a:cubicBezTo>
                <a:close/>
                <a:moveTo>
                  <a:pt x="491935" y="641488"/>
                </a:moveTo>
                <a:cubicBezTo>
                  <a:pt x="494405" y="641488"/>
                  <a:pt x="497523" y="642139"/>
                  <a:pt x="501291" y="643440"/>
                </a:cubicBezTo>
                <a:cubicBezTo>
                  <a:pt x="505058" y="644742"/>
                  <a:pt x="506942" y="646824"/>
                  <a:pt x="506942" y="649685"/>
                </a:cubicBezTo>
                <a:cubicBezTo>
                  <a:pt x="506942" y="651124"/>
                  <a:pt x="506446" y="652553"/>
                  <a:pt x="505454" y="653972"/>
                </a:cubicBezTo>
                <a:cubicBezTo>
                  <a:pt x="504118" y="656423"/>
                  <a:pt x="502483" y="662261"/>
                  <a:pt x="500551" y="671487"/>
                </a:cubicBezTo>
                <a:cubicBezTo>
                  <a:pt x="506736" y="669951"/>
                  <a:pt x="511339" y="667730"/>
                  <a:pt x="514359" y="664825"/>
                </a:cubicBezTo>
                <a:cubicBezTo>
                  <a:pt x="515639" y="663705"/>
                  <a:pt x="517133" y="663145"/>
                  <a:pt x="518841" y="663145"/>
                </a:cubicBezTo>
                <a:cubicBezTo>
                  <a:pt x="520549" y="663145"/>
                  <a:pt x="523224" y="664124"/>
                  <a:pt x="526866" y="666081"/>
                </a:cubicBezTo>
                <a:cubicBezTo>
                  <a:pt x="530508" y="668037"/>
                  <a:pt x="532329" y="669811"/>
                  <a:pt x="532329" y="671402"/>
                </a:cubicBezTo>
                <a:cubicBezTo>
                  <a:pt x="532329" y="672993"/>
                  <a:pt x="531212" y="674683"/>
                  <a:pt x="528978" y="676470"/>
                </a:cubicBezTo>
                <a:cubicBezTo>
                  <a:pt x="526744" y="678257"/>
                  <a:pt x="525063" y="679849"/>
                  <a:pt x="523935" y="681247"/>
                </a:cubicBezTo>
                <a:cubicBezTo>
                  <a:pt x="522807" y="682645"/>
                  <a:pt x="521912" y="684695"/>
                  <a:pt x="521250" y="687396"/>
                </a:cubicBezTo>
                <a:cubicBezTo>
                  <a:pt x="520588" y="690097"/>
                  <a:pt x="520258" y="693683"/>
                  <a:pt x="520258" y="698153"/>
                </a:cubicBezTo>
                <a:cubicBezTo>
                  <a:pt x="520258" y="706108"/>
                  <a:pt x="522199" y="711731"/>
                  <a:pt x="526083" y="715022"/>
                </a:cubicBezTo>
                <a:cubicBezTo>
                  <a:pt x="529966" y="718312"/>
                  <a:pt x="532365" y="719957"/>
                  <a:pt x="533278" y="719957"/>
                </a:cubicBezTo>
                <a:cubicBezTo>
                  <a:pt x="534191" y="719957"/>
                  <a:pt x="535000" y="719207"/>
                  <a:pt x="535703" y="717706"/>
                </a:cubicBezTo>
                <a:cubicBezTo>
                  <a:pt x="536406" y="716206"/>
                  <a:pt x="537119" y="713484"/>
                  <a:pt x="537842" y="709540"/>
                </a:cubicBezTo>
                <a:cubicBezTo>
                  <a:pt x="538565" y="705596"/>
                  <a:pt x="539987" y="703624"/>
                  <a:pt x="542108" y="703624"/>
                </a:cubicBezTo>
                <a:cubicBezTo>
                  <a:pt x="544228" y="703624"/>
                  <a:pt x="545289" y="705647"/>
                  <a:pt x="545289" y="709693"/>
                </a:cubicBezTo>
                <a:cubicBezTo>
                  <a:pt x="545289" y="717007"/>
                  <a:pt x="546148" y="723423"/>
                  <a:pt x="547868" y="728941"/>
                </a:cubicBezTo>
                <a:cubicBezTo>
                  <a:pt x="548162" y="729982"/>
                  <a:pt x="548309" y="730844"/>
                  <a:pt x="548309" y="731528"/>
                </a:cubicBezTo>
                <a:cubicBezTo>
                  <a:pt x="548309" y="734746"/>
                  <a:pt x="546489" y="736355"/>
                  <a:pt x="542848" y="736355"/>
                </a:cubicBezTo>
                <a:cubicBezTo>
                  <a:pt x="539208" y="736355"/>
                  <a:pt x="534469" y="735082"/>
                  <a:pt x="528632" y="732537"/>
                </a:cubicBezTo>
                <a:cubicBezTo>
                  <a:pt x="522795" y="729991"/>
                  <a:pt x="518064" y="726031"/>
                  <a:pt x="514440" y="720659"/>
                </a:cubicBezTo>
                <a:cubicBezTo>
                  <a:pt x="510815" y="715286"/>
                  <a:pt x="509003" y="708967"/>
                  <a:pt x="509003" y="701701"/>
                </a:cubicBezTo>
                <a:cubicBezTo>
                  <a:pt x="509003" y="697473"/>
                  <a:pt x="509566" y="692400"/>
                  <a:pt x="510690" y="686481"/>
                </a:cubicBezTo>
                <a:cubicBezTo>
                  <a:pt x="511252" y="683522"/>
                  <a:pt x="511674" y="681254"/>
                  <a:pt x="511955" y="679678"/>
                </a:cubicBezTo>
                <a:lnTo>
                  <a:pt x="512366" y="677094"/>
                </a:lnTo>
                <a:lnTo>
                  <a:pt x="507188" y="678876"/>
                </a:lnTo>
                <a:cubicBezTo>
                  <a:pt x="503616" y="680086"/>
                  <a:pt x="501007" y="680908"/>
                  <a:pt x="499364" y="681342"/>
                </a:cubicBezTo>
                <a:cubicBezTo>
                  <a:pt x="497969" y="687348"/>
                  <a:pt x="495879" y="693200"/>
                  <a:pt x="493094" y="698899"/>
                </a:cubicBezTo>
                <a:cubicBezTo>
                  <a:pt x="501498" y="703239"/>
                  <a:pt x="505700" y="708256"/>
                  <a:pt x="505700" y="713951"/>
                </a:cubicBezTo>
                <a:cubicBezTo>
                  <a:pt x="505700" y="715514"/>
                  <a:pt x="505378" y="717301"/>
                  <a:pt x="504733" y="719313"/>
                </a:cubicBezTo>
                <a:cubicBezTo>
                  <a:pt x="504089" y="721324"/>
                  <a:pt x="502926" y="722330"/>
                  <a:pt x="501244" y="722330"/>
                </a:cubicBezTo>
                <a:cubicBezTo>
                  <a:pt x="499562" y="722330"/>
                  <a:pt x="498181" y="721501"/>
                  <a:pt x="497098" y="719844"/>
                </a:cubicBezTo>
                <a:cubicBezTo>
                  <a:pt x="492382" y="713968"/>
                  <a:pt x="489364" y="710063"/>
                  <a:pt x="488044" y="708129"/>
                </a:cubicBezTo>
                <a:cubicBezTo>
                  <a:pt x="483978" y="715113"/>
                  <a:pt x="478974" y="720617"/>
                  <a:pt x="473033" y="724640"/>
                </a:cubicBezTo>
                <a:lnTo>
                  <a:pt x="472309" y="725081"/>
                </a:lnTo>
                <a:lnTo>
                  <a:pt x="479165" y="726762"/>
                </a:lnTo>
                <a:cubicBezTo>
                  <a:pt x="482061" y="728104"/>
                  <a:pt x="483508" y="729584"/>
                  <a:pt x="483508" y="731205"/>
                </a:cubicBezTo>
                <a:cubicBezTo>
                  <a:pt x="483508" y="732825"/>
                  <a:pt x="483178" y="734164"/>
                  <a:pt x="482516" y="735223"/>
                </a:cubicBezTo>
                <a:cubicBezTo>
                  <a:pt x="481854" y="736281"/>
                  <a:pt x="481119" y="736873"/>
                  <a:pt x="480310" y="736997"/>
                </a:cubicBezTo>
                <a:cubicBezTo>
                  <a:pt x="489512" y="735188"/>
                  <a:pt x="495039" y="733789"/>
                  <a:pt x="496891" y="732801"/>
                </a:cubicBezTo>
                <a:cubicBezTo>
                  <a:pt x="498743" y="731813"/>
                  <a:pt x="500541" y="731319"/>
                  <a:pt x="502285" y="731319"/>
                </a:cubicBezTo>
                <a:cubicBezTo>
                  <a:pt x="504028" y="731319"/>
                  <a:pt x="507164" y="732566"/>
                  <a:pt x="511691" y="735059"/>
                </a:cubicBezTo>
                <a:cubicBezTo>
                  <a:pt x="516218" y="737552"/>
                  <a:pt x="518482" y="739667"/>
                  <a:pt x="518482" y="741404"/>
                </a:cubicBezTo>
                <a:cubicBezTo>
                  <a:pt x="518482" y="743141"/>
                  <a:pt x="517823" y="744669"/>
                  <a:pt x="516505" y="745987"/>
                </a:cubicBezTo>
                <a:cubicBezTo>
                  <a:pt x="515188" y="747304"/>
                  <a:pt x="514205" y="749068"/>
                  <a:pt x="513557" y="751279"/>
                </a:cubicBezTo>
                <a:cubicBezTo>
                  <a:pt x="512910" y="753489"/>
                  <a:pt x="511959" y="758807"/>
                  <a:pt x="510704" y="767233"/>
                </a:cubicBezTo>
                <a:cubicBezTo>
                  <a:pt x="509450" y="775659"/>
                  <a:pt x="507567" y="782566"/>
                  <a:pt x="505057" y="787954"/>
                </a:cubicBezTo>
                <a:cubicBezTo>
                  <a:pt x="502547" y="793343"/>
                  <a:pt x="499317" y="797631"/>
                  <a:pt x="495367" y="800816"/>
                </a:cubicBezTo>
                <a:cubicBezTo>
                  <a:pt x="491416" y="804002"/>
                  <a:pt x="488347" y="805595"/>
                  <a:pt x="486159" y="805595"/>
                </a:cubicBezTo>
                <a:cubicBezTo>
                  <a:pt x="483972" y="805595"/>
                  <a:pt x="482467" y="804430"/>
                  <a:pt x="481645" y="802100"/>
                </a:cubicBezTo>
                <a:cubicBezTo>
                  <a:pt x="479539" y="796407"/>
                  <a:pt x="476350" y="790931"/>
                  <a:pt x="472076" y="785671"/>
                </a:cubicBezTo>
                <a:cubicBezTo>
                  <a:pt x="471011" y="784849"/>
                  <a:pt x="470478" y="783782"/>
                  <a:pt x="470478" y="782469"/>
                </a:cubicBezTo>
                <a:cubicBezTo>
                  <a:pt x="470478" y="781156"/>
                  <a:pt x="471190" y="780499"/>
                  <a:pt x="472613" y="780499"/>
                </a:cubicBezTo>
                <a:cubicBezTo>
                  <a:pt x="474036" y="780499"/>
                  <a:pt x="476080" y="781032"/>
                  <a:pt x="478745" y="782097"/>
                </a:cubicBezTo>
                <a:cubicBezTo>
                  <a:pt x="481410" y="783162"/>
                  <a:pt x="483696" y="783694"/>
                  <a:pt x="485604" y="783694"/>
                </a:cubicBezTo>
                <a:cubicBezTo>
                  <a:pt x="489410" y="783694"/>
                  <a:pt x="492575" y="779714"/>
                  <a:pt x="495098" y="771752"/>
                </a:cubicBezTo>
                <a:cubicBezTo>
                  <a:pt x="497621" y="763790"/>
                  <a:pt x="498883" y="757650"/>
                  <a:pt x="498883" y="753333"/>
                </a:cubicBezTo>
                <a:cubicBezTo>
                  <a:pt x="498883" y="749016"/>
                  <a:pt x="498545" y="746350"/>
                  <a:pt x="497869" y="745335"/>
                </a:cubicBezTo>
                <a:cubicBezTo>
                  <a:pt x="497193" y="744320"/>
                  <a:pt x="495733" y="743812"/>
                  <a:pt x="493488" y="743812"/>
                </a:cubicBezTo>
                <a:cubicBezTo>
                  <a:pt x="491242" y="743812"/>
                  <a:pt x="486105" y="744409"/>
                  <a:pt x="478076" y="745602"/>
                </a:cubicBezTo>
                <a:cubicBezTo>
                  <a:pt x="474674" y="756150"/>
                  <a:pt x="468778" y="765889"/>
                  <a:pt x="460389" y="774821"/>
                </a:cubicBezTo>
                <a:cubicBezTo>
                  <a:pt x="452000" y="783753"/>
                  <a:pt x="442993" y="790701"/>
                  <a:pt x="433368" y="795664"/>
                </a:cubicBezTo>
                <a:cubicBezTo>
                  <a:pt x="423744" y="800628"/>
                  <a:pt x="416596" y="803110"/>
                  <a:pt x="411924" y="803110"/>
                </a:cubicBezTo>
                <a:cubicBezTo>
                  <a:pt x="409890" y="803110"/>
                  <a:pt x="408873" y="802358"/>
                  <a:pt x="408873" y="800853"/>
                </a:cubicBezTo>
                <a:cubicBezTo>
                  <a:pt x="408873" y="799349"/>
                  <a:pt x="409761" y="798174"/>
                  <a:pt x="411537" y="797330"/>
                </a:cubicBezTo>
                <a:cubicBezTo>
                  <a:pt x="439204" y="782799"/>
                  <a:pt x="457016" y="766203"/>
                  <a:pt x="464976" y="747542"/>
                </a:cubicBezTo>
                <a:cubicBezTo>
                  <a:pt x="457955" y="748944"/>
                  <a:pt x="452393" y="750294"/>
                  <a:pt x="448289" y="751591"/>
                </a:cubicBezTo>
                <a:cubicBezTo>
                  <a:pt x="443116" y="752915"/>
                  <a:pt x="439457" y="753576"/>
                  <a:pt x="437310" y="753576"/>
                </a:cubicBezTo>
                <a:cubicBezTo>
                  <a:pt x="435164" y="753576"/>
                  <a:pt x="432965" y="752814"/>
                  <a:pt x="430713" y="751289"/>
                </a:cubicBezTo>
                <a:cubicBezTo>
                  <a:pt x="428461" y="749764"/>
                  <a:pt x="427336" y="748172"/>
                  <a:pt x="427336" y="746515"/>
                </a:cubicBezTo>
                <a:cubicBezTo>
                  <a:pt x="427336" y="744858"/>
                  <a:pt x="429204" y="743944"/>
                  <a:pt x="432940" y="743773"/>
                </a:cubicBezTo>
                <a:cubicBezTo>
                  <a:pt x="440756" y="743314"/>
                  <a:pt x="452058" y="741787"/>
                  <a:pt x="466847" y="739192"/>
                </a:cubicBezTo>
                <a:cubicBezTo>
                  <a:pt x="467848" y="735321"/>
                  <a:pt x="468145" y="732819"/>
                  <a:pt x="467738" y="731684"/>
                </a:cubicBezTo>
                <a:cubicBezTo>
                  <a:pt x="467316" y="730836"/>
                  <a:pt x="467105" y="729896"/>
                  <a:pt x="467105" y="728865"/>
                </a:cubicBezTo>
                <a:lnTo>
                  <a:pt x="467343" y="728102"/>
                </a:lnTo>
                <a:lnTo>
                  <a:pt x="465595" y="729166"/>
                </a:lnTo>
                <a:cubicBezTo>
                  <a:pt x="463607" y="730172"/>
                  <a:pt x="462110" y="730674"/>
                  <a:pt x="461104" y="730674"/>
                </a:cubicBezTo>
                <a:cubicBezTo>
                  <a:pt x="459306" y="730674"/>
                  <a:pt x="458407" y="729996"/>
                  <a:pt x="458407" y="728640"/>
                </a:cubicBezTo>
                <a:cubicBezTo>
                  <a:pt x="458407" y="727284"/>
                  <a:pt x="459206" y="725886"/>
                  <a:pt x="460805" y="724448"/>
                </a:cubicBezTo>
                <a:cubicBezTo>
                  <a:pt x="470430" y="716097"/>
                  <a:pt x="477205" y="708622"/>
                  <a:pt x="481130" y="702024"/>
                </a:cubicBezTo>
                <a:cubicBezTo>
                  <a:pt x="481187" y="702410"/>
                  <a:pt x="479988" y="701627"/>
                  <a:pt x="477533" y="699674"/>
                </a:cubicBezTo>
                <a:cubicBezTo>
                  <a:pt x="475079" y="697721"/>
                  <a:pt x="473852" y="695820"/>
                  <a:pt x="473852" y="693971"/>
                </a:cubicBezTo>
                <a:cubicBezTo>
                  <a:pt x="473852" y="692121"/>
                  <a:pt x="475013" y="691196"/>
                  <a:pt x="477334" y="691196"/>
                </a:cubicBezTo>
                <a:cubicBezTo>
                  <a:pt x="479656" y="691196"/>
                  <a:pt x="482024" y="692261"/>
                  <a:pt x="484439" y="694389"/>
                </a:cubicBezTo>
                <a:cubicBezTo>
                  <a:pt x="486303" y="689816"/>
                  <a:pt x="487627" y="686229"/>
                  <a:pt x="488409" y="683629"/>
                </a:cubicBezTo>
                <a:cubicBezTo>
                  <a:pt x="482367" y="685522"/>
                  <a:pt x="478081" y="686468"/>
                  <a:pt x="475551" y="686468"/>
                </a:cubicBezTo>
                <a:cubicBezTo>
                  <a:pt x="473021" y="686468"/>
                  <a:pt x="471011" y="685802"/>
                  <a:pt x="469520" y="684468"/>
                </a:cubicBezTo>
                <a:cubicBezTo>
                  <a:pt x="468028" y="683134"/>
                  <a:pt x="467283" y="681766"/>
                  <a:pt x="467283" y="680363"/>
                </a:cubicBezTo>
                <a:cubicBezTo>
                  <a:pt x="467283" y="678961"/>
                  <a:pt x="468793" y="678092"/>
                  <a:pt x="471813" y="677756"/>
                </a:cubicBezTo>
                <a:cubicBezTo>
                  <a:pt x="481435" y="676192"/>
                  <a:pt x="487380" y="675116"/>
                  <a:pt x="489647" y="674530"/>
                </a:cubicBezTo>
                <a:cubicBezTo>
                  <a:pt x="490598" y="669148"/>
                  <a:pt x="491073" y="663822"/>
                  <a:pt x="491073" y="658552"/>
                </a:cubicBezTo>
                <a:cubicBezTo>
                  <a:pt x="491073" y="653282"/>
                  <a:pt x="490599" y="649996"/>
                  <a:pt x="489652" y="648696"/>
                </a:cubicBezTo>
                <a:cubicBezTo>
                  <a:pt x="488704" y="647395"/>
                  <a:pt x="488231" y="645868"/>
                  <a:pt x="488231" y="644116"/>
                </a:cubicBezTo>
                <a:cubicBezTo>
                  <a:pt x="488231" y="642364"/>
                  <a:pt x="489466" y="641488"/>
                  <a:pt x="491935" y="641488"/>
                </a:cubicBezTo>
                <a:close/>
                <a:moveTo>
                  <a:pt x="478208" y="545088"/>
                </a:moveTo>
                <a:cubicBezTo>
                  <a:pt x="480059" y="545088"/>
                  <a:pt x="484018" y="546791"/>
                  <a:pt x="490085" y="550197"/>
                </a:cubicBezTo>
                <a:cubicBezTo>
                  <a:pt x="496151" y="553602"/>
                  <a:pt x="500724" y="557285"/>
                  <a:pt x="503805" y="561245"/>
                </a:cubicBezTo>
                <a:cubicBezTo>
                  <a:pt x="506885" y="565204"/>
                  <a:pt x="508425" y="569653"/>
                  <a:pt x="508425" y="574590"/>
                </a:cubicBezTo>
                <a:cubicBezTo>
                  <a:pt x="508425" y="581833"/>
                  <a:pt x="506165" y="585454"/>
                  <a:pt x="501644" y="585454"/>
                </a:cubicBezTo>
                <a:cubicBezTo>
                  <a:pt x="500270" y="585454"/>
                  <a:pt x="499047" y="585072"/>
                  <a:pt x="497974" y="584306"/>
                </a:cubicBezTo>
                <a:cubicBezTo>
                  <a:pt x="496901" y="583541"/>
                  <a:pt x="496017" y="582530"/>
                  <a:pt x="495322" y="581275"/>
                </a:cubicBezTo>
                <a:lnTo>
                  <a:pt x="486951" y="567919"/>
                </a:lnTo>
                <a:cubicBezTo>
                  <a:pt x="482122" y="560141"/>
                  <a:pt x="478948" y="555178"/>
                  <a:pt x="477432" y="553030"/>
                </a:cubicBezTo>
                <a:cubicBezTo>
                  <a:pt x="475915" y="550882"/>
                  <a:pt x="475157" y="549021"/>
                  <a:pt x="475157" y="547448"/>
                </a:cubicBezTo>
                <a:cubicBezTo>
                  <a:pt x="475157" y="545875"/>
                  <a:pt x="476174" y="545088"/>
                  <a:pt x="478208" y="545088"/>
                </a:cubicBezTo>
                <a:close/>
                <a:moveTo>
                  <a:pt x="227879" y="538698"/>
                </a:moveTo>
                <a:cubicBezTo>
                  <a:pt x="231127" y="538698"/>
                  <a:pt x="233927" y="539874"/>
                  <a:pt x="236280" y="542227"/>
                </a:cubicBezTo>
                <a:cubicBezTo>
                  <a:pt x="238633" y="544579"/>
                  <a:pt x="239809" y="547343"/>
                  <a:pt x="239809" y="550519"/>
                </a:cubicBezTo>
                <a:cubicBezTo>
                  <a:pt x="239809" y="553695"/>
                  <a:pt x="238621" y="556435"/>
                  <a:pt x="236245" y="558741"/>
                </a:cubicBezTo>
                <a:cubicBezTo>
                  <a:pt x="233868" y="561046"/>
                  <a:pt x="231075" y="562199"/>
                  <a:pt x="227863" y="562199"/>
                </a:cubicBezTo>
                <a:cubicBezTo>
                  <a:pt x="224652" y="562199"/>
                  <a:pt x="221863" y="561051"/>
                  <a:pt x="219497" y="558755"/>
                </a:cubicBezTo>
                <a:cubicBezTo>
                  <a:pt x="217132" y="556459"/>
                  <a:pt x="215949" y="553713"/>
                  <a:pt x="215949" y="550519"/>
                </a:cubicBezTo>
                <a:cubicBezTo>
                  <a:pt x="215949" y="547325"/>
                  <a:pt x="217121" y="544556"/>
                  <a:pt x="219464" y="542213"/>
                </a:cubicBezTo>
                <a:cubicBezTo>
                  <a:pt x="221807" y="539869"/>
                  <a:pt x="224612" y="538698"/>
                  <a:pt x="227879" y="538698"/>
                </a:cubicBezTo>
                <a:close/>
                <a:moveTo>
                  <a:pt x="1356952" y="526691"/>
                </a:moveTo>
                <a:lnTo>
                  <a:pt x="1344230" y="530016"/>
                </a:lnTo>
                <a:cubicBezTo>
                  <a:pt x="1341276" y="536556"/>
                  <a:pt x="1339799" y="540022"/>
                  <a:pt x="1339799" y="540415"/>
                </a:cubicBezTo>
                <a:cubicBezTo>
                  <a:pt x="1339799" y="540809"/>
                  <a:pt x="1340705" y="541326"/>
                  <a:pt x="1342516" y="541966"/>
                </a:cubicBezTo>
                <a:cubicBezTo>
                  <a:pt x="1345576" y="543088"/>
                  <a:pt x="1347811" y="544306"/>
                  <a:pt x="1349221" y="545620"/>
                </a:cubicBezTo>
                <a:cubicBezTo>
                  <a:pt x="1352407" y="539717"/>
                  <a:pt x="1354984" y="533408"/>
                  <a:pt x="1356952" y="526691"/>
                </a:cubicBezTo>
                <a:close/>
                <a:moveTo>
                  <a:pt x="135809" y="515008"/>
                </a:moveTo>
                <a:cubicBezTo>
                  <a:pt x="132727" y="515008"/>
                  <a:pt x="130296" y="516364"/>
                  <a:pt x="128516" y="519077"/>
                </a:cubicBezTo>
                <a:cubicBezTo>
                  <a:pt x="126737" y="521790"/>
                  <a:pt x="125456" y="525827"/>
                  <a:pt x="124675" y="531188"/>
                </a:cubicBezTo>
                <a:cubicBezTo>
                  <a:pt x="123893" y="536549"/>
                  <a:pt x="123503" y="543527"/>
                  <a:pt x="123503" y="552122"/>
                </a:cubicBezTo>
                <a:cubicBezTo>
                  <a:pt x="123503" y="561672"/>
                  <a:pt x="123926" y="569268"/>
                  <a:pt x="124772" y="574911"/>
                </a:cubicBezTo>
                <a:cubicBezTo>
                  <a:pt x="125619" y="580554"/>
                  <a:pt x="126954" y="584710"/>
                  <a:pt x="128777" y="587380"/>
                </a:cubicBezTo>
                <a:cubicBezTo>
                  <a:pt x="130600" y="590050"/>
                  <a:pt x="133031" y="591384"/>
                  <a:pt x="136069" y="591384"/>
                </a:cubicBezTo>
                <a:cubicBezTo>
                  <a:pt x="137719" y="591384"/>
                  <a:pt x="139162" y="590983"/>
                  <a:pt x="140399" y="590180"/>
                </a:cubicBezTo>
                <a:cubicBezTo>
                  <a:pt x="141637" y="589377"/>
                  <a:pt x="142743" y="588118"/>
                  <a:pt x="143720" y="586403"/>
                </a:cubicBezTo>
                <a:cubicBezTo>
                  <a:pt x="144697" y="584689"/>
                  <a:pt x="145532" y="582410"/>
                  <a:pt x="146227" y="579567"/>
                </a:cubicBezTo>
                <a:cubicBezTo>
                  <a:pt x="146921" y="576723"/>
                  <a:pt x="147421" y="573186"/>
                  <a:pt x="147725" y="568953"/>
                </a:cubicBezTo>
                <a:cubicBezTo>
                  <a:pt x="148028" y="564721"/>
                  <a:pt x="148180" y="560000"/>
                  <a:pt x="148180" y="554791"/>
                </a:cubicBezTo>
                <a:cubicBezTo>
                  <a:pt x="148180" y="547021"/>
                  <a:pt x="147887" y="540488"/>
                  <a:pt x="147301" y="535193"/>
                </a:cubicBezTo>
                <a:cubicBezTo>
                  <a:pt x="146715" y="529897"/>
                  <a:pt x="145880" y="525816"/>
                  <a:pt x="144794" y="522951"/>
                </a:cubicBezTo>
                <a:cubicBezTo>
                  <a:pt x="143709" y="520086"/>
                  <a:pt x="142429" y="518046"/>
                  <a:pt x="140953" y="516831"/>
                </a:cubicBezTo>
                <a:cubicBezTo>
                  <a:pt x="139477" y="515615"/>
                  <a:pt x="137762" y="515008"/>
                  <a:pt x="135809" y="515008"/>
                </a:cubicBezTo>
                <a:close/>
                <a:moveTo>
                  <a:pt x="674248" y="514730"/>
                </a:moveTo>
                <a:cubicBezTo>
                  <a:pt x="677394" y="514730"/>
                  <a:pt x="680340" y="515308"/>
                  <a:pt x="683087" y="516465"/>
                </a:cubicBezTo>
                <a:cubicBezTo>
                  <a:pt x="685834" y="517621"/>
                  <a:pt x="687207" y="519125"/>
                  <a:pt x="687207" y="520976"/>
                </a:cubicBezTo>
                <a:cubicBezTo>
                  <a:pt x="687207" y="523793"/>
                  <a:pt x="684557" y="525921"/>
                  <a:pt x="679256" y="527361"/>
                </a:cubicBezTo>
                <a:cubicBezTo>
                  <a:pt x="673954" y="528802"/>
                  <a:pt x="666190" y="529910"/>
                  <a:pt x="655961" y="530687"/>
                </a:cubicBezTo>
                <a:cubicBezTo>
                  <a:pt x="658176" y="530374"/>
                  <a:pt x="659795" y="530897"/>
                  <a:pt x="660817" y="532256"/>
                </a:cubicBezTo>
                <a:cubicBezTo>
                  <a:pt x="661840" y="533615"/>
                  <a:pt x="662126" y="535511"/>
                  <a:pt x="661676" y="537943"/>
                </a:cubicBezTo>
                <a:cubicBezTo>
                  <a:pt x="660799" y="541775"/>
                  <a:pt x="660136" y="547826"/>
                  <a:pt x="659688" y="556094"/>
                </a:cubicBezTo>
                <a:cubicBezTo>
                  <a:pt x="675432" y="554122"/>
                  <a:pt x="685144" y="552860"/>
                  <a:pt x="688822" y="552309"/>
                </a:cubicBezTo>
                <a:cubicBezTo>
                  <a:pt x="692500" y="551758"/>
                  <a:pt x="695678" y="551482"/>
                  <a:pt x="698357" y="551482"/>
                </a:cubicBezTo>
                <a:cubicBezTo>
                  <a:pt x="704708" y="551482"/>
                  <a:pt x="709882" y="553054"/>
                  <a:pt x="713878" y="556198"/>
                </a:cubicBezTo>
                <a:cubicBezTo>
                  <a:pt x="717875" y="559343"/>
                  <a:pt x="719873" y="561923"/>
                  <a:pt x="719873" y="563938"/>
                </a:cubicBezTo>
                <a:cubicBezTo>
                  <a:pt x="719873" y="567039"/>
                  <a:pt x="716666" y="568590"/>
                  <a:pt x="710253" y="568590"/>
                </a:cubicBezTo>
                <a:cubicBezTo>
                  <a:pt x="706513" y="568590"/>
                  <a:pt x="701952" y="568175"/>
                  <a:pt x="696570" y="567347"/>
                </a:cubicBezTo>
                <a:cubicBezTo>
                  <a:pt x="691188" y="566518"/>
                  <a:pt x="684112" y="566104"/>
                  <a:pt x="675342" y="566104"/>
                </a:cubicBezTo>
                <a:cubicBezTo>
                  <a:pt x="666572" y="566104"/>
                  <a:pt x="655506" y="566991"/>
                  <a:pt x="642144" y="568765"/>
                </a:cubicBezTo>
                <a:cubicBezTo>
                  <a:pt x="628782" y="570539"/>
                  <a:pt x="618119" y="572491"/>
                  <a:pt x="610154" y="574621"/>
                </a:cubicBezTo>
                <a:cubicBezTo>
                  <a:pt x="608075" y="575217"/>
                  <a:pt x="605872" y="575515"/>
                  <a:pt x="603546" y="575515"/>
                </a:cubicBezTo>
                <a:cubicBezTo>
                  <a:pt x="601220" y="575515"/>
                  <a:pt x="598562" y="574360"/>
                  <a:pt x="595573" y="572051"/>
                </a:cubicBezTo>
                <a:cubicBezTo>
                  <a:pt x="592584" y="569741"/>
                  <a:pt x="591090" y="567711"/>
                  <a:pt x="591090" y="565960"/>
                </a:cubicBezTo>
                <a:cubicBezTo>
                  <a:pt x="591090" y="564209"/>
                  <a:pt x="592492" y="563240"/>
                  <a:pt x="595297" y="563056"/>
                </a:cubicBezTo>
                <a:lnTo>
                  <a:pt x="646918" y="557528"/>
                </a:lnTo>
                <a:cubicBezTo>
                  <a:pt x="647100" y="554400"/>
                  <a:pt x="647192" y="551329"/>
                  <a:pt x="647192" y="548315"/>
                </a:cubicBezTo>
                <a:cubicBezTo>
                  <a:pt x="647192" y="539969"/>
                  <a:pt x="646603" y="534536"/>
                  <a:pt x="645424" y="532016"/>
                </a:cubicBezTo>
                <a:cubicBezTo>
                  <a:pt x="641164" y="532491"/>
                  <a:pt x="637172" y="532728"/>
                  <a:pt x="633448" y="532728"/>
                </a:cubicBezTo>
                <a:cubicBezTo>
                  <a:pt x="629724" y="532728"/>
                  <a:pt x="626586" y="531913"/>
                  <a:pt x="624034" y="530284"/>
                </a:cubicBezTo>
                <a:cubicBezTo>
                  <a:pt x="621483" y="528654"/>
                  <a:pt x="620207" y="527074"/>
                  <a:pt x="620207" y="525544"/>
                </a:cubicBezTo>
                <a:cubicBezTo>
                  <a:pt x="620207" y="524015"/>
                  <a:pt x="622050" y="523082"/>
                  <a:pt x="625736" y="522748"/>
                </a:cubicBezTo>
                <a:cubicBezTo>
                  <a:pt x="629423" y="522413"/>
                  <a:pt x="635158" y="521622"/>
                  <a:pt x="642942" y="520374"/>
                </a:cubicBezTo>
                <a:cubicBezTo>
                  <a:pt x="650726" y="519126"/>
                  <a:pt x="657103" y="517873"/>
                  <a:pt x="662073" y="516616"/>
                </a:cubicBezTo>
                <a:cubicBezTo>
                  <a:pt x="667043" y="515358"/>
                  <a:pt x="671101" y="514730"/>
                  <a:pt x="674248" y="514730"/>
                </a:cubicBezTo>
                <a:close/>
                <a:moveTo>
                  <a:pt x="136200" y="507715"/>
                </a:moveTo>
                <a:cubicBezTo>
                  <a:pt x="146878" y="507715"/>
                  <a:pt x="154843" y="511351"/>
                  <a:pt x="160096" y="518621"/>
                </a:cubicBezTo>
                <a:cubicBezTo>
                  <a:pt x="165348" y="525892"/>
                  <a:pt x="167974" y="537016"/>
                  <a:pt x="167974" y="551992"/>
                </a:cubicBezTo>
                <a:cubicBezTo>
                  <a:pt x="167974" y="567358"/>
                  <a:pt x="165185" y="578981"/>
                  <a:pt x="159608" y="586859"/>
                </a:cubicBezTo>
                <a:cubicBezTo>
                  <a:pt x="154030" y="594738"/>
                  <a:pt x="145836" y="598677"/>
                  <a:pt x="135028" y="598677"/>
                </a:cubicBezTo>
                <a:cubicBezTo>
                  <a:pt x="124349" y="598677"/>
                  <a:pt x="116460" y="594976"/>
                  <a:pt x="111359" y="587575"/>
                </a:cubicBezTo>
                <a:cubicBezTo>
                  <a:pt x="106259" y="580174"/>
                  <a:pt x="103709" y="568986"/>
                  <a:pt x="103709" y="554010"/>
                </a:cubicBezTo>
                <a:cubicBezTo>
                  <a:pt x="103709" y="538991"/>
                  <a:pt x="106552" y="527520"/>
                  <a:pt x="112238" y="519598"/>
                </a:cubicBezTo>
                <a:cubicBezTo>
                  <a:pt x="117925" y="511676"/>
                  <a:pt x="125912" y="507715"/>
                  <a:pt x="136200" y="507715"/>
                </a:cubicBezTo>
                <a:close/>
                <a:moveTo>
                  <a:pt x="1340032" y="505144"/>
                </a:moveTo>
                <a:cubicBezTo>
                  <a:pt x="1342009" y="505144"/>
                  <a:pt x="1344447" y="506110"/>
                  <a:pt x="1347346" y="508042"/>
                </a:cubicBezTo>
                <a:cubicBezTo>
                  <a:pt x="1350246" y="509974"/>
                  <a:pt x="1351695" y="511835"/>
                  <a:pt x="1351695" y="513624"/>
                </a:cubicBezTo>
                <a:cubicBezTo>
                  <a:pt x="1351695" y="515413"/>
                  <a:pt x="1351296" y="516773"/>
                  <a:pt x="1350499" y="517703"/>
                </a:cubicBezTo>
                <a:cubicBezTo>
                  <a:pt x="1349702" y="518633"/>
                  <a:pt x="1348620" y="519890"/>
                  <a:pt x="1347256" y="521474"/>
                </a:cubicBezTo>
                <a:lnTo>
                  <a:pt x="1357896" y="519412"/>
                </a:lnTo>
                <a:cubicBezTo>
                  <a:pt x="1358094" y="518477"/>
                  <a:pt x="1358105" y="517596"/>
                  <a:pt x="1357928" y="516767"/>
                </a:cubicBezTo>
                <a:cubicBezTo>
                  <a:pt x="1357750" y="515939"/>
                  <a:pt x="1357662" y="515210"/>
                  <a:pt x="1357662" y="514583"/>
                </a:cubicBezTo>
                <a:cubicBezTo>
                  <a:pt x="1357662" y="512077"/>
                  <a:pt x="1358627" y="510825"/>
                  <a:pt x="1360557" y="510825"/>
                </a:cubicBezTo>
                <a:cubicBezTo>
                  <a:pt x="1362488" y="510825"/>
                  <a:pt x="1365103" y="511684"/>
                  <a:pt x="1368403" y="513404"/>
                </a:cubicBezTo>
                <a:cubicBezTo>
                  <a:pt x="1371703" y="515123"/>
                  <a:pt x="1373353" y="516744"/>
                  <a:pt x="1373353" y="518266"/>
                </a:cubicBezTo>
                <a:cubicBezTo>
                  <a:pt x="1373353" y="519788"/>
                  <a:pt x="1372794" y="521480"/>
                  <a:pt x="1371677" y="523342"/>
                </a:cubicBezTo>
                <a:cubicBezTo>
                  <a:pt x="1370560" y="525203"/>
                  <a:pt x="1369199" y="528542"/>
                  <a:pt x="1367594" y="533357"/>
                </a:cubicBezTo>
                <a:cubicBezTo>
                  <a:pt x="1365989" y="538173"/>
                  <a:pt x="1362820" y="543883"/>
                  <a:pt x="1358086" y="550486"/>
                </a:cubicBezTo>
                <a:cubicBezTo>
                  <a:pt x="1362682" y="552864"/>
                  <a:pt x="1366020" y="555321"/>
                  <a:pt x="1368102" y="557858"/>
                </a:cubicBezTo>
                <a:cubicBezTo>
                  <a:pt x="1370183" y="560396"/>
                  <a:pt x="1371224" y="563133"/>
                  <a:pt x="1371224" y="566070"/>
                </a:cubicBezTo>
                <a:cubicBezTo>
                  <a:pt x="1371224" y="569999"/>
                  <a:pt x="1370160" y="571963"/>
                  <a:pt x="1368031" y="571963"/>
                </a:cubicBezTo>
                <a:cubicBezTo>
                  <a:pt x="1365903" y="571963"/>
                  <a:pt x="1363949" y="570983"/>
                  <a:pt x="1362169" y="569022"/>
                </a:cubicBezTo>
                <a:cubicBezTo>
                  <a:pt x="1357814" y="564562"/>
                  <a:pt x="1354521" y="561044"/>
                  <a:pt x="1352289" y="558469"/>
                </a:cubicBezTo>
                <a:cubicBezTo>
                  <a:pt x="1347821" y="563979"/>
                  <a:pt x="1341459" y="568435"/>
                  <a:pt x="1333202" y="571834"/>
                </a:cubicBezTo>
                <a:cubicBezTo>
                  <a:pt x="1324945" y="575234"/>
                  <a:pt x="1317546" y="576934"/>
                  <a:pt x="1311004" y="576934"/>
                </a:cubicBezTo>
                <a:cubicBezTo>
                  <a:pt x="1308259" y="576934"/>
                  <a:pt x="1306887" y="576042"/>
                  <a:pt x="1306887" y="574256"/>
                </a:cubicBezTo>
                <a:cubicBezTo>
                  <a:pt x="1306887" y="572471"/>
                  <a:pt x="1308058" y="571285"/>
                  <a:pt x="1310399" y="570699"/>
                </a:cubicBezTo>
                <a:cubicBezTo>
                  <a:pt x="1326856" y="565177"/>
                  <a:pt x="1338349" y="559144"/>
                  <a:pt x="1344878" y="552599"/>
                </a:cubicBezTo>
                <a:cubicBezTo>
                  <a:pt x="1340323" y="549894"/>
                  <a:pt x="1336580" y="547941"/>
                  <a:pt x="1333650" y="546743"/>
                </a:cubicBezTo>
                <a:cubicBezTo>
                  <a:pt x="1330720" y="545544"/>
                  <a:pt x="1329254" y="543878"/>
                  <a:pt x="1329254" y="541746"/>
                </a:cubicBezTo>
                <a:cubicBezTo>
                  <a:pt x="1329254" y="540937"/>
                  <a:pt x="1329739" y="539504"/>
                  <a:pt x="1330708" y="537446"/>
                </a:cubicBezTo>
                <a:cubicBezTo>
                  <a:pt x="1331677" y="535389"/>
                  <a:pt x="1332554" y="533638"/>
                  <a:pt x="1333340" y="532194"/>
                </a:cubicBezTo>
                <a:cubicBezTo>
                  <a:pt x="1326232" y="534324"/>
                  <a:pt x="1319072" y="536610"/>
                  <a:pt x="1311861" y="539051"/>
                </a:cubicBezTo>
                <a:cubicBezTo>
                  <a:pt x="1308038" y="540280"/>
                  <a:pt x="1305069" y="540895"/>
                  <a:pt x="1302954" y="540895"/>
                </a:cubicBezTo>
                <a:cubicBezTo>
                  <a:pt x="1300838" y="540895"/>
                  <a:pt x="1298568" y="539717"/>
                  <a:pt x="1296143" y="537360"/>
                </a:cubicBezTo>
                <a:cubicBezTo>
                  <a:pt x="1293718" y="535004"/>
                  <a:pt x="1292505" y="532832"/>
                  <a:pt x="1292505" y="530846"/>
                </a:cubicBezTo>
                <a:cubicBezTo>
                  <a:pt x="1292505" y="528860"/>
                  <a:pt x="1294006" y="527867"/>
                  <a:pt x="1297010" y="527867"/>
                </a:cubicBezTo>
                <a:lnTo>
                  <a:pt x="1302182" y="528046"/>
                </a:lnTo>
                <a:cubicBezTo>
                  <a:pt x="1307550" y="528046"/>
                  <a:pt x="1318523" y="526534"/>
                  <a:pt x="1335099" y="523510"/>
                </a:cubicBezTo>
                <a:cubicBezTo>
                  <a:pt x="1336411" y="519270"/>
                  <a:pt x="1337067" y="514697"/>
                  <a:pt x="1337067" y="509790"/>
                </a:cubicBezTo>
                <a:cubicBezTo>
                  <a:pt x="1337067" y="506692"/>
                  <a:pt x="1338056" y="505144"/>
                  <a:pt x="1340032" y="505144"/>
                </a:cubicBezTo>
                <a:close/>
                <a:moveTo>
                  <a:pt x="810822" y="494314"/>
                </a:moveTo>
                <a:cubicBezTo>
                  <a:pt x="812988" y="494314"/>
                  <a:pt x="815958" y="495291"/>
                  <a:pt x="819733" y="497246"/>
                </a:cubicBezTo>
                <a:cubicBezTo>
                  <a:pt x="823508" y="499201"/>
                  <a:pt x="825396" y="501311"/>
                  <a:pt x="825396" y="503577"/>
                </a:cubicBezTo>
                <a:cubicBezTo>
                  <a:pt x="825396" y="504312"/>
                  <a:pt x="825086" y="505638"/>
                  <a:pt x="824468" y="507554"/>
                </a:cubicBezTo>
                <a:cubicBezTo>
                  <a:pt x="823850" y="509471"/>
                  <a:pt x="823047" y="513147"/>
                  <a:pt x="822059" y="518584"/>
                </a:cubicBezTo>
                <a:cubicBezTo>
                  <a:pt x="819463" y="530975"/>
                  <a:pt x="815653" y="540602"/>
                  <a:pt x="810629" y="547464"/>
                </a:cubicBezTo>
                <a:cubicBezTo>
                  <a:pt x="805605" y="554326"/>
                  <a:pt x="799808" y="559414"/>
                  <a:pt x="793239" y="562729"/>
                </a:cubicBezTo>
                <a:cubicBezTo>
                  <a:pt x="786669" y="566044"/>
                  <a:pt x="782415" y="567702"/>
                  <a:pt x="780477" y="567702"/>
                </a:cubicBezTo>
                <a:cubicBezTo>
                  <a:pt x="778539" y="567702"/>
                  <a:pt x="777570" y="566879"/>
                  <a:pt x="777570" y="565233"/>
                </a:cubicBezTo>
                <a:cubicBezTo>
                  <a:pt x="777570" y="563587"/>
                  <a:pt x="778587" y="562087"/>
                  <a:pt x="780621" y="560731"/>
                </a:cubicBezTo>
                <a:cubicBezTo>
                  <a:pt x="790172" y="554022"/>
                  <a:pt x="797377" y="546097"/>
                  <a:pt x="802236" y="536956"/>
                </a:cubicBezTo>
                <a:cubicBezTo>
                  <a:pt x="807096" y="527815"/>
                  <a:pt x="809526" y="518582"/>
                  <a:pt x="809526" y="509258"/>
                </a:cubicBezTo>
                <a:cubicBezTo>
                  <a:pt x="809526" y="505525"/>
                  <a:pt x="809201" y="502979"/>
                  <a:pt x="808549" y="501618"/>
                </a:cubicBezTo>
                <a:cubicBezTo>
                  <a:pt x="807898" y="500256"/>
                  <a:pt x="807572" y="499075"/>
                  <a:pt x="807572" y="498074"/>
                </a:cubicBezTo>
                <a:cubicBezTo>
                  <a:pt x="807572" y="495567"/>
                  <a:pt x="808655" y="494314"/>
                  <a:pt x="810822" y="494314"/>
                </a:cubicBezTo>
                <a:close/>
                <a:moveTo>
                  <a:pt x="841703" y="484018"/>
                </a:moveTo>
                <a:cubicBezTo>
                  <a:pt x="843745" y="484018"/>
                  <a:pt x="847100" y="485103"/>
                  <a:pt x="851768" y="487274"/>
                </a:cubicBezTo>
                <a:cubicBezTo>
                  <a:pt x="856437" y="489445"/>
                  <a:pt x="858771" y="491429"/>
                  <a:pt x="858771" y="493228"/>
                </a:cubicBezTo>
                <a:cubicBezTo>
                  <a:pt x="858771" y="495026"/>
                  <a:pt x="858535" y="496813"/>
                  <a:pt x="858062" y="498588"/>
                </a:cubicBezTo>
                <a:cubicBezTo>
                  <a:pt x="857588" y="500363"/>
                  <a:pt x="857352" y="506180"/>
                  <a:pt x="857352" y="516039"/>
                </a:cubicBezTo>
                <a:lnTo>
                  <a:pt x="858062" y="563797"/>
                </a:lnTo>
                <a:cubicBezTo>
                  <a:pt x="858062" y="569959"/>
                  <a:pt x="857434" y="575583"/>
                  <a:pt x="856180" y="580668"/>
                </a:cubicBezTo>
                <a:cubicBezTo>
                  <a:pt x="854925" y="585753"/>
                  <a:pt x="852937" y="588296"/>
                  <a:pt x="850215" y="588296"/>
                </a:cubicBezTo>
                <a:cubicBezTo>
                  <a:pt x="847492" y="588296"/>
                  <a:pt x="845209" y="585989"/>
                  <a:pt x="843363" y="581375"/>
                </a:cubicBezTo>
                <a:cubicBezTo>
                  <a:pt x="841518" y="576761"/>
                  <a:pt x="840595" y="573080"/>
                  <a:pt x="840595" y="570332"/>
                </a:cubicBezTo>
                <a:cubicBezTo>
                  <a:pt x="840595" y="567583"/>
                  <a:pt x="841134" y="565197"/>
                  <a:pt x="842212" y="563174"/>
                </a:cubicBezTo>
                <a:cubicBezTo>
                  <a:pt x="843502" y="560814"/>
                  <a:pt x="844146" y="549056"/>
                  <a:pt x="844146" y="527899"/>
                </a:cubicBezTo>
                <a:cubicBezTo>
                  <a:pt x="844146" y="514357"/>
                  <a:pt x="843830" y="505576"/>
                  <a:pt x="843198" y="501554"/>
                </a:cubicBezTo>
                <a:cubicBezTo>
                  <a:pt x="842565" y="497532"/>
                  <a:pt x="841648" y="494499"/>
                  <a:pt x="840445" y="492456"/>
                </a:cubicBezTo>
                <a:cubicBezTo>
                  <a:pt x="839242" y="490412"/>
                  <a:pt x="838641" y="488495"/>
                  <a:pt x="838641" y="486704"/>
                </a:cubicBezTo>
                <a:cubicBezTo>
                  <a:pt x="838641" y="484913"/>
                  <a:pt x="839662" y="484018"/>
                  <a:pt x="841703" y="484018"/>
                </a:cubicBezTo>
                <a:close/>
                <a:moveTo>
                  <a:pt x="1197847" y="483017"/>
                </a:moveTo>
                <a:cubicBezTo>
                  <a:pt x="1194093" y="483017"/>
                  <a:pt x="1183927" y="484057"/>
                  <a:pt x="1167347" y="486139"/>
                </a:cubicBezTo>
                <a:cubicBezTo>
                  <a:pt x="1168146" y="488452"/>
                  <a:pt x="1168780" y="491649"/>
                  <a:pt x="1169250" y="495730"/>
                </a:cubicBezTo>
                <a:cubicBezTo>
                  <a:pt x="1185390" y="493404"/>
                  <a:pt x="1194135" y="492078"/>
                  <a:pt x="1195483" y="491753"/>
                </a:cubicBezTo>
                <a:cubicBezTo>
                  <a:pt x="1196831" y="491428"/>
                  <a:pt x="1197704" y="490243"/>
                  <a:pt x="1198102" y="488199"/>
                </a:cubicBezTo>
                <a:cubicBezTo>
                  <a:pt x="1198501" y="486154"/>
                  <a:pt x="1198701" y="484779"/>
                  <a:pt x="1198701" y="484074"/>
                </a:cubicBezTo>
                <a:cubicBezTo>
                  <a:pt x="1198701" y="483369"/>
                  <a:pt x="1198416" y="483017"/>
                  <a:pt x="1197847" y="483017"/>
                </a:cubicBezTo>
                <a:close/>
                <a:moveTo>
                  <a:pt x="664981" y="480110"/>
                </a:moveTo>
                <a:cubicBezTo>
                  <a:pt x="667439" y="480110"/>
                  <a:pt x="671492" y="481134"/>
                  <a:pt x="677138" y="483182"/>
                </a:cubicBezTo>
                <a:cubicBezTo>
                  <a:pt x="682784" y="485230"/>
                  <a:pt x="687057" y="487930"/>
                  <a:pt x="689957" y="491282"/>
                </a:cubicBezTo>
                <a:cubicBezTo>
                  <a:pt x="692858" y="494634"/>
                  <a:pt x="694308" y="497904"/>
                  <a:pt x="694308" y="501092"/>
                </a:cubicBezTo>
                <a:cubicBezTo>
                  <a:pt x="694308" y="505375"/>
                  <a:pt x="692462" y="507516"/>
                  <a:pt x="688771" y="507516"/>
                </a:cubicBezTo>
                <a:cubicBezTo>
                  <a:pt x="687067" y="507516"/>
                  <a:pt x="685036" y="506689"/>
                  <a:pt x="682680" y="505033"/>
                </a:cubicBezTo>
                <a:cubicBezTo>
                  <a:pt x="680324" y="503378"/>
                  <a:pt x="676647" y="500294"/>
                  <a:pt x="671652" y="495780"/>
                </a:cubicBezTo>
                <a:cubicBezTo>
                  <a:pt x="666656" y="491266"/>
                  <a:pt x="663580" y="488294"/>
                  <a:pt x="662422" y="486864"/>
                </a:cubicBezTo>
                <a:cubicBezTo>
                  <a:pt x="661265" y="485434"/>
                  <a:pt x="660686" y="483951"/>
                  <a:pt x="660686" y="482414"/>
                </a:cubicBezTo>
                <a:cubicBezTo>
                  <a:pt x="660686" y="480878"/>
                  <a:pt x="662118" y="480110"/>
                  <a:pt x="664981" y="480110"/>
                </a:cubicBezTo>
                <a:close/>
                <a:moveTo>
                  <a:pt x="1006834" y="479112"/>
                </a:moveTo>
                <a:cubicBezTo>
                  <a:pt x="996600" y="481474"/>
                  <a:pt x="988219" y="482803"/>
                  <a:pt x="981693" y="483099"/>
                </a:cubicBezTo>
                <a:cubicBezTo>
                  <a:pt x="984888" y="499241"/>
                  <a:pt x="987348" y="512743"/>
                  <a:pt x="989071" y="523603"/>
                </a:cubicBezTo>
                <a:cubicBezTo>
                  <a:pt x="992962" y="523392"/>
                  <a:pt x="998827" y="522554"/>
                  <a:pt x="1006668" y="521089"/>
                </a:cubicBezTo>
                <a:lnTo>
                  <a:pt x="1006834" y="505031"/>
                </a:lnTo>
                <a:cubicBezTo>
                  <a:pt x="1004182" y="505623"/>
                  <a:pt x="1001691" y="505919"/>
                  <a:pt x="999362" y="505919"/>
                </a:cubicBezTo>
                <a:cubicBezTo>
                  <a:pt x="997033" y="505919"/>
                  <a:pt x="994856" y="505568"/>
                  <a:pt x="992830" y="504867"/>
                </a:cubicBezTo>
                <a:cubicBezTo>
                  <a:pt x="990804" y="504165"/>
                  <a:pt x="989792" y="502949"/>
                  <a:pt x="989792" y="501217"/>
                </a:cubicBezTo>
                <a:cubicBezTo>
                  <a:pt x="989792" y="499486"/>
                  <a:pt x="991266" y="498436"/>
                  <a:pt x="994214" y="498069"/>
                </a:cubicBezTo>
                <a:cubicBezTo>
                  <a:pt x="998005" y="497607"/>
                  <a:pt x="1002212" y="496737"/>
                  <a:pt x="1006834" y="495459"/>
                </a:cubicBezTo>
                <a:close/>
                <a:moveTo>
                  <a:pt x="633409" y="478690"/>
                </a:moveTo>
                <a:cubicBezTo>
                  <a:pt x="634955" y="478690"/>
                  <a:pt x="637739" y="479663"/>
                  <a:pt x="641761" y="481607"/>
                </a:cubicBezTo>
                <a:cubicBezTo>
                  <a:pt x="645783" y="483552"/>
                  <a:pt x="647794" y="485490"/>
                  <a:pt x="647794" y="487422"/>
                </a:cubicBezTo>
                <a:cubicBezTo>
                  <a:pt x="647794" y="488717"/>
                  <a:pt x="647206" y="489815"/>
                  <a:pt x="646030" y="490715"/>
                </a:cubicBezTo>
                <a:cubicBezTo>
                  <a:pt x="644853" y="491615"/>
                  <a:pt x="642937" y="493784"/>
                  <a:pt x="640281" y="497220"/>
                </a:cubicBezTo>
                <a:cubicBezTo>
                  <a:pt x="634301" y="505391"/>
                  <a:pt x="627668" y="512108"/>
                  <a:pt x="620382" y="517374"/>
                </a:cubicBezTo>
                <a:cubicBezTo>
                  <a:pt x="613096" y="522639"/>
                  <a:pt x="608137" y="525272"/>
                  <a:pt x="605505" y="525272"/>
                </a:cubicBezTo>
                <a:cubicBezTo>
                  <a:pt x="603471" y="525272"/>
                  <a:pt x="602454" y="524499"/>
                  <a:pt x="602454" y="522953"/>
                </a:cubicBezTo>
                <a:cubicBezTo>
                  <a:pt x="602454" y="521407"/>
                  <a:pt x="603431" y="519808"/>
                  <a:pt x="605384" y="518157"/>
                </a:cubicBezTo>
                <a:cubicBezTo>
                  <a:pt x="613009" y="511572"/>
                  <a:pt x="618869" y="505223"/>
                  <a:pt x="622962" y="499109"/>
                </a:cubicBezTo>
                <a:cubicBezTo>
                  <a:pt x="627056" y="492996"/>
                  <a:pt x="629162" y="488655"/>
                  <a:pt x="629280" y="486088"/>
                </a:cubicBezTo>
                <a:cubicBezTo>
                  <a:pt x="629397" y="483520"/>
                  <a:pt x="629729" y="481645"/>
                  <a:pt x="630274" y="480463"/>
                </a:cubicBezTo>
                <a:cubicBezTo>
                  <a:pt x="630818" y="479281"/>
                  <a:pt x="631864" y="478690"/>
                  <a:pt x="633409" y="478690"/>
                </a:cubicBezTo>
                <a:close/>
                <a:moveTo>
                  <a:pt x="477145" y="475738"/>
                </a:moveTo>
                <a:cubicBezTo>
                  <a:pt x="476300" y="475738"/>
                  <a:pt x="475443" y="475817"/>
                  <a:pt x="474572" y="475976"/>
                </a:cubicBezTo>
                <a:cubicBezTo>
                  <a:pt x="460197" y="478777"/>
                  <a:pt x="450414" y="480178"/>
                  <a:pt x="445223" y="480178"/>
                </a:cubicBezTo>
                <a:cubicBezTo>
                  <a:pt x="445223" y="481948"/>
                  <a:pt x="445299" y="484588"/>
                  <a:pt x="445452" y="488098"/>
                </a:cubicBezTo>
                <a:cubicBezTo>
                  <a:pt x="457460" y="484786"/>
                  <a:pt x="464643" y="483130"/>
                  <a:pt x="467000" y="483130"/>
                </a:cubicBezTo>
                <a:cubicBezTo>
                  <a:pt x="469358" y="483130"/>
                  <a:pt x="471554" y="483560"/>
                  <a:pt x="473590" y="484421"/>
                </a:cubicBezTo>
                <a:cubicBezTo>
                  <a:pt x="475626" y="485281"/>
                  <a:pt x="476644" y="486422"/>
                  <a:pt x="476644" y="487842"/>
                </a:cubicBezTo>
                <a:cubicBezTo>
                  <a:pt x="476644" y="489263"/>
                  <a:pt x="475900" y="490345"/>
                  <a:pt x="474412" y="491088"/>
                </a:cubicBezTo>
                <a:cubicBezTo>
                  <a:pt x="472924" y="491832"/>
                  <a:pt x="468682" y="492742"/>
                  <a:pt x="461688" y="493819"/>
                </a:cubicBezTo>
                <a:cubicBezTo>
                  <a:pt x="454694" y="494895"/>
                  <a:pt x="449324" y="495527"/>
                  <a:pt x="445576" y="495713"/>
                </a:cubicBezTo>
                <a:lnTo>
                  <a:pt x="445576" y="503187"/>
                </a:lnTo>
                <a:cubicBezTo>
                  <a:pt x="457730" y="500231"/>
                  <a:pt x="465132" y="498753"/>
                  <a:pt x="467784" y="498753"/>
                </a:cubicBezTo>
                <a:cubicBezTo>
                  <a:pt x="470435" y="498753"/>
                  <a:pt x="472634" y="499229"/>
                  <a:pt x="474381" y="500181"/>
                </a:cubicBezTo>
                <a:cubicBezTo>
                  <a:pt x="476127" y="501133"/>
                  <a:pt x="477001" y="502283"/>
                  <a:pt x="477001" y="503630"/>
                </a:cubicBezTo>
                <a:cubicBezTo>
                  <a:pt x="477001" y="504976"/>
                  <a:pt x="476191" y="506014"/>
                  <a:pt x="474572" y="506741"/>
                </a:cubicBezTo>
                <a:cubicBezTo>
                  <a:pt x="472952" y="507469"/>
                  <a:pt x="469025" y="508313"/>
                  <a:pt x="462788" y="509272"/>
                </a:cubicBezTo>
                <a:cubicBezTo>
                  <a:pt x="456552" y="510232"/>
                  <a:pt x="450788" y="510712"/>
                  <a:pt x="445497" y="510712"/>
                </a:cubicBezTo>
                <a:lnTo>
                  <a:pt x="445223" y="518988"/>
                </a:lnTo>
                <a:cubicBezTo>
                  <a:pt x="458230" y="516032"/>
                  <a:pt x="465928" y="514554"/>
                  <a:pt x="468315" y="514554"/>
                </a:cubicBezTo>
                <a:cubicBezTo>
                  <a:pt x="470703" y="514554"/>
                  <a:pt x="472836" y="515024"/>
                  <a:pt x="474714" y="515963"/>
                </a:cubicBezTo>
                <a:cubicBezTo>
                  <a:pt x="476593" y="516901"/>
                  <a:pt x="477532" y="518090"/>
                  <a:pt x="477532" y="519528"/>
                </a:cubicBezTo>
                <a:cubicBezTo>
                  <a:pt x="477532" y="520967"/>
                  <a:pt x="476622" y="522042"/>
                  <a:pt x="474802" y="522753"/>
                </a:cubicBezTo>
                <a:cubicBezTo>
                  <a:pt x="472982" y="523465"/>
                  <a:pt x="468781" y="524329"/>
                  <a:pt x="462200" y="525345"/>
                </a:cubicBezTo>
                <a:cubicBezTo>
                  <a:pt x="455619" y="526361"/>
                  <a:pt x="449879" y="526810"/>
                  <a:pt x="444979" y="526691"/>
                </a:cubicBezTo>
                <a:cubicBezTo>
                  <a:pt x="444883" y="531310"/>
                  <a:pt x="444727" y="534364"/>
                  <a:pt x="444510" y="535853"/>
                </a:cubicBezTo>
                <a:lnTo>
                  <a:pt x="479845" y="532307"/>
                </a:lnTo>
                <a:cubicBezTo>
                  <a:pt x="480270" y="524363"/>
                  <a:pt x="480600" y="517162"/>
                  <a:pt x="480836" y="510703"/>
                </a:cubicBezTo>
                <a:cubicBezTo>
                  <a:pt x="481073" y="504245"/>
                  <a:pt x="481191" y="498446"/>
                  <a:pt x="481191" y="493307"/>
                </a:cubicBezTo>
                <a:lnTo>
                  <a:pt x="481016" y="479431"/>
                </a:lnTo>
                <a:cubicBezTo>
                  <a:pt x="481016" y="476969"/>
                  <a:pt x="479726" y="475738"/>
                  <a:pt x="477145" y="475738"/>
                </a:cubicBezTo>
                <a:close/>
                <a:moveTo>
                  <a:pt x="1044684" y="474319"/>
                </a:moveTo>
                <a:cubicBezTo>
                  <a:pt x="1037452" y="474319"/>
                  <a:pt x="1028942" y="475223"/>
                  <a:pt x="1019152" y="477030"/>
                </a:cubicBezTo>
                <a:cubicBezTo>
                  <a:pt x="1019152" y="479543"/>
                  <a:pt x="1019034" y="484652"/>
                  <a:pt x="1018799" y="492357"/>
                </a:cubicBezTo>
                <a:cubicBezTo>
                  <a:pt x="1023442" y="490703"/>
                  <a:pt x="1026883" y="489877"/>
                  <a:pt x="1029123" y="489877"/>
                </a:cubicBezTo>
                <a:cubicBezTo>
                  <a:pt x="1031362" y="489877"/>
                  <a:pt x="1033486" y="490340"/>
                  <a:pt x="1035494" y="491265"/>
                </a:cubicBezTo>
                <a:cubicBezTo>
                  <a:pt x="1037501" y="492191"/>
                  <a:pt x="1038505" y="493625"/>
                  <a:pt x="1038505" y="495569"/>
                </a:cubicBezTo>
                <a:cubicBezTo>
                  <a:pt x="1038505" y="497513"/>
                  <a:pt x="1037251" y="498914"/>
                  <a:pt x="1034744" y="499774"/>
                </a:cubicBezTo>
                <a:cubicBezTo>
                  <a:pt x="1032237" y="500634"/>
                  <a:pt x="1026862" y="501813"/>
                  <a:pt x="1018620" y="503311"/>
                </a:cubicBezTo>
                <a:cubicBezTo>
                  <a:pt x="1018620" y="508748"/>
                  <a:pt x="1018502" y="514092"/>
                  <a:pt x="1018264" y="519342"/>
                </a:cubicBezTo>
                <a:cubicBezTo>
                  <a:pt x="1024710" y="518043"/>
                  <a:pt x="1029381" y="517393"/>
                  <a:pt x="1032280" y="517393"/>
                </a:cubicBezTo>
                <a:cubicBezTo>
                  <a:pt x="1035178" y="517393"/>
                  <a:pt x="1037160" y="517689"/>
                  <a:pt x="1038225" y="518281"/>
                </a:cubicBezTo>
                <a:cubicBezTo>
                  <a:pt x="1039290" y="518873"/>
                  <a:pt x="1039905" y="519169"/>
                  <a:pt x="1040069" y="519169"/>
                </a:cubicBezTo>
                <a:cubicBezTo>
                  <a:pt x="1040957" y="519169"/>
                  <a:pt x="1042623" y="513259"/>
                  <a:pt x="1045067" y="501438"/>
                </a:cubicBezTo>
                <a:cubicBezTo>
                  <a:pt x="1047511" y="489617"/>
                  <a:pt x="1048733" y="482327"/>
                  <a:pt x="1048733" y="479568"/>
                </a:cubicBezTo>
                <a:cubicBezTo>
                  <a:pt x="1048733" y="476809"/>
                  <a:pt x="1048548" y="475245"/>
                  <a:pt x="1048177" y="474874"/>
                </a:cubicBezTo>
                <a:cubicBezTo>
                  <a:pt x="1047807" y="474504"/>
                  <a:pt x="1046642" y="474319"/>
                  <a:pt x="1044684" y="474319"/>
                </a:cubicBezTo>
                <a:close/>
                <a:moveTo>
                  <a:pt x="227879" y="473541"/>
                </a:moveTo>
                <a:cubicBezTo>
                  <a:pt x="231127" y="473541"/>
                  <a:pt x="233927" y="474717"/>
                  <a:pt x="236280" y="477070"/>
                </a:cubicBezTo>
                <a:cubicBezTo>
                  <a:pt x="238633" y="479423"/>
                  <a:pt x="239809" y="482187"/>
                  <a:pt x="239809" y="485362"/>
                </a:cubicBezTo>
                <a:cubicBezTo>
                  <a:pt x="239809" y="488538"/>
                  <a:pt x="238621" y="491278"/>
                  <a:pt x="236245" y="493584"/>
                </a:cubicBezTo>
                <a:cubicBezTo>
                  <a:pt x="233868" y="495890"/>
                  <a:pt x="231075" y="497042"/>
                  <a:pt x="227863" y="497042"/>
                </a:cubicBezTo>
                <a:cubicBezTo>
                  <a:pt x="224652" y="497042"/>
                  <a:pt x="221863" y="495894"/>
                  <a:pt x="219497" y="493598"/>
                </a:cubicBezTo>
                <a:cubicBezTo>
                  <a:pt x="217132" y="491302"/>
                  <a:pt x="215949" y="488557"/>
                  <a:pt x="215949" y="485362"/>
                </a:cubicBezTo>
                <a:cubicBezTo>
                  <a:pt x="215949" y="482168"/>
                  <a:pt x="217121" y="479399"/>
                  <a:pt x="219464" y="477056"/>
                </a:cubicBezTo>
                <a:cubicBezTo>
                  <a:pt x="221807" y="474713"/>
                  <a:pt x="224612" y="473541"/>
                  <a:pt x="227879" y="473541"/>
                </a:cubicBezTo>
                <a:close/>
                <a:moveTo>
                  <a:pt x="1203660" y="472478"/>
                </a:moveTo>
                <a:cubicBezTo>
                  <a:pt x="1205904" y="472478"/>
                  <a:pt x="1209082" y="473605"/>
                  <a:pt x="1213194" y="475860"/>
                </a:cubicBezTo>
                <a:cubicBezTo>
                  <a:pt x="1217307" y="478114"/>
                  <a:pt x="1219363" y="480255"/>
                  <a:pt x="1219363" y="482283"/>
                </a:cubicBezTo>
                <a:cubicBezTo>
                  <a:pt x="1219363" y="484310"/>
                  <a:pt x="1218372" y="485837"/>
                  <a:pt x="1216390" y="486862"/>
                </a:cubicBezTo>
                <a:cubicBezTo>
                  <a:pt x="1214407" y="487888"/>
                  <a:pt x="1212729" y="489009"/>
                  <a:pt x="1211355" y="490226"/>
                </a:cubicBezTo>
                <a:cubicBezTo>
                  <a:pt x="1209980" y="491443"/>
                  <a:pt x="1209196" y="492290"/>
                  <a:pt x="1209002" y="492767"/>
                </a:cubicBezTo>
                <a:cubicBezTo>
                  <a:pt x="1208808" y="493244"/>
                  <a:pt x="1208770" y="493779"/>
                  <a:pt x="1208889" y="494373"/>
                </a:cubicBezTo>
                <a:cubicBezTo>
                  <a:pt x="1209008" y="494967"/>
                  <a:pt x="1209067" y="495751"/>
                  <a:pt x="1209067" y="496726"/>
                </a:cubicBezTo>
                <a:cubicBezTo>
                  <a:pt x="1209067" y="497700"/>
                  <a:pt x="1208520" y="498436"/>
                  <a:pt x="1207426" y="498933"/>
                </a:cubicBezTo>
                <a:cubicBezTo>
                  <a:pt x="1206331" y="499429"/>
                  <a:pt x="1203186" y="499887"/>
                  <a:pt x="1197991" y="500306"/>
                </a:cubicBezTo>
                <a:cubicBezTo>
                  <a:pt x="1192795" y="500724"/>
                  <a:pt x="1187966" y="501088"/>
                  <a:pt x="1183502" y="501397"/>
                </a:cubicBezTo>
                <a:cubicBezTo>
                  <a:pt x="1185672" y="501444"/>
                  <a:pt x="1187516" y="502124"/>
                  <a:pt x="1189036" y="503436"/>
                </a:cubicBezTo>
                <a:cubicBezTo>
                  <a:pt x="1190555" y="504748"/>
                  <a:pt x="1191315" y="506045"/>
                  <a:pt x="1191315" y="507327"/>
                </a:cubicBezTo>
                <a:cubicBezTo>
                  <a:pt x="1191315" y="508609"/>
                  <a:pt x="1191226" y="509574"/>
                  <a:pt x="1191047" y="510224"/>
                </a:cubicBezTo>
                <a:cubicBezTo>
                  <a:pt x="1190869" y="510873"/>
                  <a:pt x="1190780" y="511250"/>
                  <a:pt x="1190780" y="511353"/>
                </a:cubicBezTo>
                <a:cubicBezTo>
                  <a:pt x="1199188" y="509853"/>
                  <a:pt x="1204807" y="508591"/>
                  <a:pt x="1207638" y="507567"/>
                </a:cubicBezTo>
                <a:cubicBezTo>
                  <a:pt x="1210468" y="506543"/>
                  <a:pt x="1212758" y="506032"/>
                  <a:pt x="1214508" y="506032"/>
                </a:cubicBezTo>
                <a:cubicBezTo>
                  <a:pt x="1216257" y="506032"/>
                  <a:pt x="1219516" y="507305"/>
                  <a:pt x="1224284" y="509852"/>
                </a:cubicBezTo>
                <a:cubicBezTo>
                  <a:pt x="1229053" y="512399"/>
                  <a:pt x="1231437" y="515042"/>
                  <a:pt x="1231437" y="517781"/>
                </a:cubicBezTo>
                <a:cubicBezTo>
                  <a:pt x="1231437" y="519063"/>
                  <a:pt x="1230816" y="520710"/>
                  <a:pt x="1229572" y="522722"/>
                </a:cubicBezTo>
                <a:cubicBezTo>
                  <a:pt x="1228329" y="524735"/>
                  <a:pt x="1227708" y="527857"/>
                  <a:pt x="1227708" y="532089"/>
                </a:cubicBezTo>
                <a:lnTo>
                  <a:pt x="1228064" y="540768"/>
                </a:lnTo>
                <a:cubicBezTo>
                  <a:pt x="1228064" y="545424"/>
                  <a:pt x="1226569" y="550190"/>
                  <a:pt x="1223579" y="555065"/>
                </a:cubicBezTo>
                <a:cubicBezTo>
                  <a:pt x="1220589" y="559940"/>
                  <a:pt x="1217812" y="562377"/>
                  <a:pt x="1215246" y="562377"/>
                </a:cubicBezTo>
                <a:cubicBezTo>
                  <a:pt x="1213630" y="562377"/>
                  <a:pt x="1212139" y="561214"/>
                  <a:pt x="1210772" y="558888"/>
                </a:cubicBezTo>
                <a:cubicBezTo>
                  <a:pt x="1208857" y="555985"/>
                  <a:pt x="1205925" y="552229"/>
                  <a:pt x="1201975" y="547622"/>
                </a:cubicBezTo>
                <a:cubicBezTo>
                  <a:pt x="1200265" y="545742"/>
                  <a:pt x="1199410" y="544081"/>
                  <a:pt x="1199410" y="542638"/>
                </a:cubicBezTo>
                <a:cubicBezTo>
                  <a:pt x="1199410" y="541195"/>
                  <a:pt x="1200095" y="540473"/>
                  <a:pt x="1201465" y="540473"/>
                </a:cubicBezTo>
                <a:cubicBezTo>
                  <a:pt x="1202834" y="540473"/>
                  <a:pt x="1204407" y="540710"/>
                  <a:pt x="1206183" y="541183"/>
                </a:cubicBezTo>
                <a:cubicBezTo>
                  <a:pt x="1207959" y="541656"/>
                  <a:pt x="1209499" y="541893"/>
                  <a:pt x="1210805" y="541893"/>
                </a:cubicBezTo>
                <a:cubicBezTo>
                  <a:pt x="1212110" y="541893"/>
                  <a:pt x="1212964" y="541155"/>
                  <a:pt x="1213367" y="539679"/>
                </a:cubicBezTo>
                <a:cubicBezTo>
                  <a:pt x="1213769" y="538203"/>
                  <a:pt x="1213970" y="535471"/>
                  <a:pt x="1213970" y="531483"/>
                </a:cubicBezTo>
                <a:cubicBezTo>
                  <a:pt x="1213970" y="527495"/>
                  <a:pt x="1213623" y="524160"/>
                  <a:pt x="1212928" y="521480"/>
                </a:cubicBezTo>
                <a:cubicBezTo>
                  <a:pt x="1212234" y="518799"/>
                  <a:pt x="1210580" y="517459"/>
                  <a:pt x="1207967" y="517459"/>
                </a:cubicBezTo>
                <a:cubicBezTo>
                  <a:pt x="1207607" y="517459"/>
                  <a:pt x="1201938" y="518049"/>
                  <a:pt x="1190958" y="519229"/>
                </a:cubicBezTo>
                <a:cubicBezTo>
                  <a:pt x="1191077" y="521119"/>
                  <a:pt x="1191136" y="524957"/>
                  <a:pt x="1191136" y="530740"/>
                </a:cubicBezTo>
                <a:cubicBezTo>
                  <a:pt x="1191136" y="558844"/>
                  <a:pt x="1190348" y="575493"/>
                  <a:pt x="1188770" y="580685"/>
                </a:cubicBezTo>
                <a:cubicBezTo>
                  <a:pt x="1187192" y="585878"/>
                  <a:pt x="1185401" y="588474"/>
                  <a:pt x="1183397" y="588474"/>
                </a:cubicBezTo>
                <a:cubicBezTo>
                  <a:pt x="1181393" y="588474"/>
                  <a:pt x="1179980" y="586559"/>
                  <a:pt x="1179160" y="582730"/>
                </a:cubicBezTo>
                <a:cubicBezTo>
                  <a:pt x="1178339" y="578900"/>
                  <a:pt x="1177928" y="575660"/>
                  <a:pt x="1177928" y="573011"/>
                </a:cubicBezTo>
                <a:cubicBezTo>
                  <a:pt x="1177928" y="570361"/>
                  <a:pt x="1178106" y="564282"/>
                  <a:pt x="1178461" y="554772"/>
                </a:cubicBezTo>
                <a:cubicBezTo>
                  <a:pt x="1178816" y="545262"/>
                  <a:pt x="1178888" y="534008"/>
                  <a:pt x="1178675" y="521010"/>
                </a:cubicBezTo>
                <a:cubicBezTo>
                  <a:pt x="1170876" y="522296"/>
                  <a:pt x="1165087" y="523175"/>
                  <a:pt x="1161310" y="523648"/>
                </a:cubicBezTo>
                <a:cubicBezTo>
                  <a:pt x="1161310" y="530527"/>
                  <a:pt x="1160574" y="537962"/>
                  <a:pt x="1159104" y="545952"/>
                </a:cubicBezTo>
                <a:cubicBezTo>
                  <a:pt x="1157634" y="553942"/>
                  <a:pt x="1155516" y="557938"/>
                  <a:pt x="1152753" y="557938"/>
                </a:cubicBezTo>
                <a:cubicBezTo>
                  <a:pt x="1150977" y="557938"/>
                  <a:pt x="1149374" y="556685"/>
                  <a:pt x="1147943" y="554181"/>
                </a:cubicBezTo>
                <a:cubicBezTo>
                  <a:pt x="1146512" y="551676"/>
                  <a:pt x="1145796" y="549537"/>
                  <a:pt x="1145796" y="547763"/>
                </a:cubicBezTo>
                <a:cubicBezTo>
                  <a:pt x="1145796" y="545989"/>
                  <a:pt x="1146038" y="544619"/>
                  <a:pt x="1146520" y="543652"/>
                </a:cubicBezTo>
                <a:cubicBezTo>
                  <a:pt x="1147003" y="542685"/>
                  <a:pt x="1147536" y="540425"/>
                  <a:pt x="1148118" y="536874"/>
                </a:cubicBezTo>
                <a:cubicBezTo>
                  <a:pt x="1148701" y="533322"/>
                  <a:pt x="1148992" y="530090"/>
                  <a:pt x="1148992" y="527176"/>
                </a:cubicBezTo>
                <a:cubicBezTo>
                  <a:pt x="1148992" y="524263"/>
                  <a:pt x="1148459" y="522244"/>
                  <a:pt x="1147394" y="521120"/>
                </a:cubicBezTo>
                <a:cubicBezTo>
                  <a:pt x="1146329" y="519997"/>
                  <a:pt x="1145796" y="518562"/>
                  <a:pt x="1145796" y="516817"/>
                </a:cubicBezTo>
                <a:cubicBezTo>
                  <a:pt x="1145796" y="515071"/>
                  <a:pt x="1146814" y="514198"/>
                  <a:pt x="1148848" y="514198"/>
                </a:cubicBezTo>
                <a:cubicBezTo>
                  <a:pt x="1150882" y="514198"/>
                  <a:pt x="1153063" y="514750"/>
                  <a:pt x="1155391" y="515852"/>
                </a:cubicBezTo>
                <a:cubicBezTo>
                  <a:pt x="1157482" y="516054"/>
                  <a:pt x="1165172" y="515231"/>
                  <a:pt x="1178463" y="513384"/>
                </a:cubicBezTo>
                <a:cubicBezTo>
                  <a:pt x="1178240" y="508893"/>
                  <a:pt x="1177343" y="505340"/>
                  <a:pt x="1175771" y="502723"/>
                </a:cubicBezTo>
                <a:cubicBezTo>
                  <a:pt x="1172406" y="503183"/>
                  <a:pt x="1170327" y="503535"/>
                  <a:pt x="1169535" y="503778"/>
                </a:cubicBezTo>
                <a:cubicBezTo>
                  <a:pt x="1169006" y="506034"/>
                  <a:pt x="1167703" y="507163"/>
                  <a:pt x="1165626" y="507163"/>
                </a:cubicBezTo>
                <a:cubicBezTo>
                  <a:pt x="1163550" y="507163"/>
                  <a:pt x="1162029" y="505869"/>
                  <a:pt x="1161064" y="503280"/>
                </a:cubicBezTo>
                <a:cubicBezTo>
                  <a:pt x="1158189" y="494299"/>
                  <a:pt x="1155604" y="488317"/>
                  <a:pt x="1153310" y="485333"/>
                </a:cubicBezTo>
                <a:cubicBezTo>
                  <a:pt x="1152205" y="483817"/>
                  <a:pt x="1151653" y="482272"/>
                  <a:pt x="1151653" y="480698"/>
                </a:cubicBezTo>
                <a:cubicBezTo>
                  <a:pt x="1151653" y="479124"/>
                  <a:pt x="1152604" y="478337"/>
                  <a:pt x="1154506" y="478337"/>
                </a:cubicBezTo>
                <a:cubicBezTo>
                  <a:pt x="1156408" y="478337"/>
                  <a:pt x="1158243" y="478513"/>
                  <a:pt x="1160012" y="478866"/>
                </a:cubicBezTo>
                <a:cubicBezTo>
                  <a:pt x="1166102" y="478430"/>
                  <a:pt x="1173660" y="477534"/>
                  <a:pt x="1182683" y="476178"/>
                </a:cubicBezTo>
                <a:cubicBezTo>
                  <a:pt x="1191706" y="474821"/>
                  <a:pt x="1196898" y="473866"/>
                  <a:pt x="1198257" y="473311"/>
                </a:cubicBezTo>
                <a:cubicBezTo>
                  <a:pt x="1199616" y="472755"/>
                  <a:pt x="1201417" y="472478"/>
                  <a:pt x="1203660" y="472478"/>
                </a:cubicBezTo>
                <a:close/>
                <a:moveTo>
                  <a:pt x="60358" y="470462"/>
                </a:moveTo>
                <a:cubicBezTo>
                  <a:pt x="71551" y="470462"/>
                  <a:pt x="81860" y="472052"/>
                  <a:pt x="91286" y="475233"/>
                </a:cubicBezTo>
                <a:lnTo>
                  <a:pt x="87133" y="493614"/>
                </a:lnTo>
                <a:lnTo>
                  <a:pt x="74320" y="493614"/>
                </a:lnTo>
                <a:cubicBezTo>
                  <a:pt x="74025" y="489078"/>
                  <a:pt x="72670" y="485616"/>
                  <a:pt x="70255" y="483231"/>
                </a:cubicBezTo>
                <a:cubicBezTo>
                  <a:pt x="67839" y="480845"/>
                  <a:pt x="64658" y="479652"/>
                  <a:pt x="60711" y="479652"/>
                </a:cubicBezTo>
                <a:cubicBezTo>
                  <a:pt x="57942" y="479652"/>
                  <a:pt x="55365" y="480270"/>
                  <a:pt x="52979" y="481507"/>
                </a:cubicBezTo>
                <a:cubicBezTo>
                  <a:pt x="50593" y="482745"/>
                  <a:pt x="48679" y="484556"/>
                  <a:pt x="47235" y="486942"/>
                </a:cubicBezTo>
                <a:cubicBezTo>
                  <a:pt x="45792" y="489328"/>
                  <a:pt x="45070" y="492111"/>
                  <a:pt x="45070" y="495293"/>
                </a:cubicBezTo>
                <a:cubicBezTo>
                  <a:pt x="45070" y="499829"/>
                  <a:pt x="46411" y="503039"/>
                  <a:pt x="49091" y="504925"/>
                </a:cubicBezTo>
                <a:cubicBezTo>
                  <a:pt x="51771" y="506810"/>
                  <a:pt x="56087" y="507752"/>
                  <a:pt x="62037" y="507752"/>
                </a:cubicBezTo>
                <a:lnTo>
                  <a:pt x="73790" y="507752"/>
                </a:lnTo>
                <a:lnTo>
                  <a:pt x="71315" y="518710"/>
                </a:lnTo>
                <a:lnTo>
                  <a:pt x="63009" y="518710"/>
                </a:lnTo>
                <a:cubicBezTo>
                  <a:pt x="57412" y="518710"/>
                  <a:pt x="52964" y="519137"/>
                  <a:pt x="49665" y="519991"/>
                </a:cubicBezTo>
                <a:cubicBezTo>
                  <a:pt x="46366" y="520845"/>
                  <a:pt x="43539" y="522068"/>
                  <a:pt x="41182" y="523658"/>
                </a:cubicBezTo>
                <a:cubicBezTo>
                  <a:pt x="38826" y="525249"/>
                  <a:pt x="37103" y="527090"/>
                  <a:pt x="36013" y="529181"/>
                </a:cubicBezTo>
                <a:cubicBezTo>
                  <a:pt x="34923" y="531273"/>
                  <a:pt x="34378" y="533614"/>
                  <a:pt x="34378" y="536206"/>
                </a:cubicBezTo>
                <a:cubicBezTo>
                  <a:pt x="34378" y="539918"/>
                  <a:pt x="35586" y="542819"/>
                  <a:pt x="38001" y="544911"/>
                </a:cubicBezTo>
                <a:cubicBezTo>
                  <a:pt x="40416" y="547002"/>
                  <a:pt x="44128" y="548048"/>
                  <a:pt x="49135" y="548048"/>
                </a:cubicBezTo>
                <a:cubicBezTo>
                  <a:pt x="53377" y="548048"/>
                  <a:pt x="57825" y="547164"/>
                  <a:pt x="62479" y="545397"/>
                </a:cubicBezTo>
                <a:cubicBezTo>
                  <a:pt x="67133" y="543629"/>
                  <a:pt x="72111" y="541096"/>
                  <a:pt x="77413" y="537797"/>
                </a:cubicBezTo>
                <a:lnTo>
                  <a:pt x="82891" y="547429"/>
                </a:lnTo>
                <a:cubicBezTo>
                  <a:pt x="68929" y="556442"/>
                  <a:pt x="55557" y="560949"/>
                  <a:pt x="42773" y="560949"/>
                </a:cubicBezTo>
                <a:cubicBezTo>
                  <a:pt x="32287" y="560949"/>
                  <a:pt x="23980" y="558931"/>
                  <a:pt x="17853" y="554896"/>
                </a:cubicBezTo>
                <a:cubicBezTo>
                  <a:pt x="11727" y="550861"/>
                  <a:pt x="8663" y="545043"/>
                  <a:pt x="8663" y="537444"/>
                </a:cubicBezTo>
                <a:cubicBezTo>
                  <a:pt x="8663" y="531199"/>
                  <a:pt x="11211" y="525926"/>
                  <a:pt x="16307" y="521626"/>
                </a:cubicBezTo>
                <a:cubicBezTo>
                  <a:pt x="21403" y="517325"/>
                  <a:pt x="28605" y="514439"/>
                  <a:pt x="37913" y="512966"/>
                </a:cubicBezTo>
                <a:lnTo>
                  <a:pt x="38178" y="511729"/>
                </a:lnTo>
                <a:cubicBezTo>
                  <a:pt x="32758" y="510433"/>
                  <a:pt x="28516" y="508209"/>
                  <a:pt x="25453" y="505057"/>
                </a:cubicBezTo>
                <a:cubicBezTo>
                  <a:pt x="22390" y="501905"/>
                  <a:pt x="20858" y="498179"/>
                  <a:pt x="20858" y="493879"/>
                </a:cubicBezTo>
                <a:cubicBezTo>
                  <a:pt x="20858" y="488812"/>
                  <a:pt x="22478" y="484512"/>
                  <a:pt x="25718" y="480977"/>
                </a:cubicBezTo>
                <a:cubicBezTo>
                  <a:pt x="28958" y="477443"/>
                  <a:pt x="33612" y="474806"/>
                  <a:pt x="39680" y="473068"/>
                </a:cubicBezTo>
                <a:cubicBezTo>
                  <a:pt x="45748" y="471331"/>
                  <a:pt x="52640" y="470462"/>
                  <a:pt x="60358" y="470462"/>
                </a:cubicBezTo>
                <a:close/>
                <a:moveTo>
                  <a:pt x="1324495" y="453125"/>
                </a:moveTo>
                <a:cubicBezTo>
                  <a:pt x="1328722" y="453125"/>
                  <a:pt x="1332092" y="454138"/>
                  <a:pt x="1334607" y="456163"/>
                </a:cubicBezTo>
                <a:cubicBezTo>
                  <a:pt x="1337122" y="458189"/>
                  <a:pt x="1338379" y="461129"/>
                  <a:pt x="1338379" y="464984"/>
                </a:cubicBezTo>
                <a:cubicBezTo>
                  <a:pt x="1338379" y="468839"/>
                  <a:pt x="1337016" y="470767"/>
                  <a:pt x="1334288" y="470767"/>
                </a:cubicBezTo>
                <a:cubicBezTo>
                  <a:pt x="1331560" y="470767"/>
                  <a:pt x="1328441" y="468752"/>
                  <a:pt x="1324932" y="464721"/>
                </a:cubicBezTo>
                <a:cubicBezTo>
                  <a:pt x="1321423" y="460691"/>
                  <a:pt x="1319668" y="457750"/>
                  <a:pt x="1319668" y="455900"/>
                </a:cubicBezTo>
                <a:cubicBezTo>
                  <a:pt x="1319668" y="454050"/>
                  <a:pt x="1321277" y="453125"/>
                  <a:pt x="1324495" y="453125"/>
                </a:cubicBezTo>
                <a:close/>
                <a:moveTo>
                  <a:pt x="699601" y="451174"/>
                </a:moveTo>
                <a:cubicBezTo>
                  <a:pt x="703179" y="451174"/>
                  <a:pt x="708192" y="453386"/>
                  <a:pt x="714640" y="457812"/>
                </a:cubicBezTo>
                <a:cubicBezTo>
                  <a:pt x="721089" y="462237"/>
                  <a:pt x="724313" y="465685"/>
                  <a:pt x="724313" y="468154"/>
                </a:cubicBezTo>
                <a:cubicBezTo>
                  <a:pt x="724313" y="470624"/>
                  <a:pt x="722763" y="472181"/>
                  <a:pt x="719664" y="472826"/>
                </a:cubicBezTo>
                <a:cubicBezTo>
                  <a:pt x="711594" y="474464"/>
                  <a:pt x="704743" y="477007"/>
                  <a:pt x="699112" y="480455"/>
                </a:cubicBezTo>
                <a:cubicBezTo>
                  <a:pt x="696352" y="482163"/>
                  <a:pt x="694317" y="483017"/>
                  <a:pt x="693008" y="483017"/>
                </a:cubicBezTo>
                <a:cubicBezTo>
                  <a:pt x="691699" y="483017"/>
                  <a:pt x="691044" y="482396"/>
                  <a:pt x="691044" y="481155"/>
                </a:cubicBezTo>
                <a:cubicBezTo>
                  <a:pt x="691044" y="479913"/>
                  <a:pt x="691548" y="478160"/>
                  <a:pt x="692554" y="475894"/>
                </a:cubicBezTo>
                <a:cubicBezTo>
                  <a:pt x="695097" y="470576"/>
                  <a:pt x="696369" y="467450"/>
                  <a:pt x="696369" y="466517"/>
                </a:cubicBezTo>
                <a:cubicBezTo>
                  <a:pt x="696369" y="465584"/>
                  <a:pt x="696016" y="464994"/>
                  <a:pt x="695310" y="464747"/>
                </a:cubicBezTo>
                <a:cubicBezTo>
                  <a:pt x="694604" y="464500"/>
                  <a:pt x="693312" y="464376"/>
                  <a:pt x="691435" y="464376"/>
                </a:cubicBezTo>
                <a:cubicBezTo>
                  <a:pt x="686577" y="464376"/>
                  <a:pt x="677839" y="465054"/>
                  <a:pt x="665223" y="466409"/>
                </a:cubicBezTo>
                <a:cubicBezTo>
                  <a:pt x="652606" y="467765"/>
                  <a:pt x="642528" y="469244"/>
                  <a:pt x="634987" y="470848"/>
                </a:cubicBezTo>
                <a:cubicBezTo>
                  <a:pt x="627447" y="472451"/>
                  <a:pt x="622129" y="473253"/>
                  <a:pt x="619033" y="473253"/>
                </a:cubicBezTo>
                <a:cubicBezTo>
                  <a:pt x="615938" y="473253"/>
                  <a:pt x="613758" y="472897"/>
                  <a:pt x="612493" y="472187"/>
                </a:cubicBezTo>
                <a:cubicBezTo>
                  <a:pt x="611086" y="478340"/>
                  <a:pt x="608762" y="483991"/>
                  <a:pt x="605520" y="489140"/>
                </a:cubicBezTo>
                <a:cubicBezTo>
                  <a:pt x="602277" y="494289"/>
                  <a:pt x="599310" y="496864"/>
                  <a:pt x="596619" y="496864"/>
                </a:cubicBezTo>
                <a:cubicBezTo>
                  <a:pt x="593928" y="496864"/>
                  <a:pt x="592157" y="495371"/>
                  <a:pt x="591305" y="492385"/>
                </a:cubicBezTo>
                <a:cubicBezTo>
                  <a:pt x="590452" y="489399"/>
                  <a:pt x="590026" y="487039"/>
                  <a:pt x="590026" y="485304"/>
                </a:cubicBezTo>
                <a:cubicBezTo>
                  <a:pt x="590026" y="483570"/>
                  <a:pt x="590767" y="481961"/>
                  <a:pt x="592249" y="480477"/>
                </a:cubicBezTo>
                <a:cubicBezTo>
                  <a:pt x="594004" y="478517"/>
                  <a:pt x="595823" y="475596"/>
                  <a:pt x="597706" y="471714"/>
                </a:cubicBezTo>
                <a:cubicBezTo>
                  <a:pt x="599590" y="467833"/>
                  <a:pt x="601009" y="464356"/>
                  <a:pt x="601965" y="461284"/>
                </a:cubicBezTo>
                <a:cubicBezTo>
                  <a:pt x="602921" y="458212"/>
                  <a:pt x="604338" y="456676"/>
                  <a:pt x="606215" y="456676"/>
                </a:cubicBezTo>
                <a:cubicBezTo>
                  <a:pt x="608903" y="456676"/>
                  <a:pt x="611056" y="459279"/>
                  <a:pt x="612674" y="464484"/>
                </a:cubicBezTo>
                <a:cubicBezTo>
                  <a:pt x="663509" y="457413"/>
                  <a:pt x="690338" y="453426"/>
                  <a:pt x="693162" y="452525"/>
                </a:cubicBezTo>
                <a:cubicBezTo>
                  <a:pt x="695986" y="451624"/>
                  <a:pt x="698133" y="451174"/>
                  <a:pt x="699601" y="451174"/>
                </a:cubicBezTo>
                <a:close/>
                <a:moveTo>
                  <a:pt x="1369236" y="440343"/>
                </a:moveTo>
                <a:cubicBezTo>
                  <a:pt x="1371534" y="440343"/>
                  <a:pt x="1374244" y="441532"/>
                  <a:pt x="1377368" y="443908"/>
                </a:cubicBezTo>
                <a:cubicBezTo>
                  <a:pt x="1380492" y="446284"/>
                  <a:pt x="1382054" y="448302"/>
                  <a:pt x="1382054" y="449961"/>
                </a:cubicBezTo>
                <a:cubicBezTo>
                  <a:pt x="1382054" y="451725"/>
                  <a:pt x="1380850" y="453295"/>
                  <a:pt x="1378444" y="454670"/>
                </a:cubicBezTo>
                <a:cubicBezTo>
                  <a:pt x="1376038" y="456045"/>
                  <a:pt x="1370616" y="459601"/>
                  <a:pt x="1362180" y="465338"/>
                </a:cubicBezTo>
                <a:cubicBezTo>
                  <a:pt x="1360670" y="466473"/>
                  <a:pt x="1359244" y="467040"/>
                  <a:pt x="1357901" y="467040"/>
                </a:cubicBezTo>
                <a:cubicBezTo>
                  <a:pt x="1356558" y="467040"/>
                  <a:pt x="1355886" y="466384"/>
                  <a:pt x="1355886" y="465073"/>
                </a:cubicBezTo>
                <a:cubicBezTo>
                  <a:pt x="1355886" y="463762"/>
                  <a:pt x="1356141" y="462789"/>
                  <a:pt x="1356652" y="462154"/>
                </a:cubicBezTo>
                <a:cubicBezTo>
                  <a:pt x="1360104" y="457592"/>
                  <a:pt x="1362352" y="454293"/>
                  <a:pt x="1363398" y="452258"/>
                </a:cubicBezTo>
                <a:cubicBezTo>
                  <a:pt x="1364443" y="450223"/>
                  <a:pt x="1365103" y="447728"/>
                  <a:pt x="1365377" y="444774"/>
                </a:cubicBezTo>
                <a:cubicBezTo>
                  <a:pt x="1365652" y="441820"/>
                  <a:pt x="1366938" y="440343"/>
                  <a:pt x="1369236" y="440343"/>
                </a:cubicBezTo>
                <a:close/>
                <a:moveTo>
                  <a:pt x="1150802" y="438568"/>
                </a:moveTo>
                <a:cubicBezTo>
                  <a:pt x="1152772" y="438568"/>
                  <a:pt x="1155933" y="439788"/>
                  <a:pt x="1160284" y="442228"/>
                </a:cubicBezTo>
                <a:cubicBezTo>
                  <a:pt x="1164636" y="444668"/>
                  <a:pt x="1166812" y="448074"/>
                  <a:pt x="1166812" y="452446"/>
                </a:cubicBezTo>
                <a:cubicBezTo>
                  <a:pt x="1166812" y="454465"/>
                  <a:pt x="1166324" y="456248"/>
                  <a:pt x="1165348" y="457795"/>
                </a:cubicBezTo>
                <a:cubicBezTo>
                  <a:pt x="1164371" y="459342"/>
                  <a:pt x="1162954" y="460115"/>
                  <a:pt x="1161097" y="460115"/>
                </a:cubicBezTo>
                <a:cubicBezTo>
                  <a:pt x="1157919" y="460115"/>
                  <a:pt x="1154870" y="457714"/>
                  <a:pt x="1151950" y="452913"/>
                </a:cubicBezTo>
                <a:cubicBezTo>
                  <a:pt x="1149030" y="448111"/>
                  <a:pt x="1147570" y="444405"/>
                  <a:pt x="1147570" y="441794"/>
                </a:cubicBezTo>
                <a:cubicBezTo>
                  <a:pt x="1147570" y="439643"/>
                  <a:pt x="1148647" y="438568"/>
                  <a:pt x="1150802" y="438568"/>
                </a:cubicBezTo>
                <a:close/>
                <a:moveTo>
                  <a:pt x="1401770" y="435726"/>
                </a:moveTo>
                <a:cubicBezTo>
                  <a:pt x="1404427" y="435726"/>
                  <a:pt x="1407753" y="436924"/>
                  <a:pt x="1411746" y="439321"/>
                </a:cubicBezTo>
                <a:cubicBezTo>
                  <a:pt x="1415740" y="441718"/>
                  <a:pt x="1417737" y="444259"/>
                  <a:pt x="1417737" y="446943"/>
                </a:cubicBezTo>
                <a:cubicBezTo>
                  <a:pt x="1417737" y="448636"/>
                  <a:pt x="1416954" y="450265"/>
                  <a:pt x="1415387" y="451830"/>
                </a:cubicBezTo>
                <a:cubicBezTo>
                  <a:pt x="1413700" y="454047"/>
                  <a:pt x="1410810" y="459425"/>
                  <a:pt x="1406719" y="467966"/>
                </a:cubicBezTo>
                <a:cubicBezTo>
                  <a:pt x="1402627" y="476507"/>
                  <a:pt x="1398725" y="482743"/>
                  <a:pt x="1395013" y="486676"/>
                </a:cubicBezTo>
                <a:cubicBezTo>
                  <a:pt x="1398680" y="486242"/>
                  <a:pt x="1405478" y="484034"/>
                  <a:pt x="1415408" y="480050"/>
                </a:cubicBezTo>
                <a:cubicBezTo>
                  <a:pt x="1425338" y="476067"/>
                  <a:pt x="1431714" y="474075"/>
                  <a:pt x="1434535" y="474075"/>
                </a:cubicBezTo>
                <a:cubicBezTo>
                  <a:pt x="1437356" y="474075"/>
                  <a:pt x="1439759" y="474610"/>
                  <a:pt x="1441744" y="475679"/>
                </a:cubicBezTo>
                <a:cubicBezTo>
                  <a:pt x="1443730" y="476748"/>
                  <a:pt x="1444722" y="477982"/>
                  <a:pt x="1444722" y="479383"/>
                </a:cubicBezTo>
                <a:cubicBezTo>
                  <a:pt x="1444722" y="480784"/>
                  <a:pt x="1443886" y="482017"/>
                  <a:pt x="1442212" y="483082"/>
                </a:cubicBezTo>
                <a:cubicBezTo>
                  <a:pt x="1440539" y="484147"/>
                  <a:pt x="1436629" y="485614"/>
                  <a:pt x="1430482" y="487482"/>
                </a:cubicBezTo>
                <a:cubicBezTo>
                  <a:pt x="1424334" y="489350"/>
                  <a:pt x="1417304" y="490752"/>
                  <a:pt x="1409392" y="491689"/>
                </a:cubicBezTo>
                <a:cubicBezTo>
                  <a:pt x="1416494" y="494798"/>
                  <a:pt x="1420044" y="497636"/>
                  <a:pt x="1420044" y="500204"/>
                </a:cubicBezTo>
                <a:cubicBezTo>
                  <a:pt x="1420044" y="501214"/>
                  <a:pt x="1419687" y="502174"/>
                  <a:pt x="1418973" y="503084"/>
                </a:cubicBezTo>
                <a:cubicBezTo>
                  <a:pt x="1418258" y="503993"/>
                  <a:pt x="1417687" y="505277"/>
                  <a:pt x="1417259" y="506934"/>
                </a:cubicBezTo>
                <a:cubicBezTo>
                  <a:pt x="1416831" y="508591"/>
                  <a:pt x="1416202" y="511609"/>
                  <a:pt x="1415373" y="515988"/>
                </a:cubicBezTo>
                <a:cubicBezTo>
                  <a:pt x="1414033" y="523287"/>
                  <a:pt x="1411862" y="530088"/>
                  <a:pt x="1408861" y="536390"/>
                </a:cubicBezTo>
                <a:cubicBezTo>
                  <a:pt x="1414989" y="543318"/>
                  <a:pt x="1421272" y="548957"/>
                  <a:pt x="1427708" y="553306"/>
                </a:cubicBezTo>
                <a:cubicBezTo>
                  <a:pt x="1434144" y="557655"/>
                  <a:pt x="1441990" y="561070"/>
                  <a:pt x="1451248" y="563551"/>
                </a:cubicBezTo>
                <a:cubicBezTo>
                  <a:pt x="1455183" y="564529"/>
                  <a:pt x="1457150" y="565807"/>
                  <a:pt x="1457150" y="567385"/>
                </a:cubicBezTo>
                <a:cubicBezTo>
                  <a:pt x="1457150" y="568963"/>
                  <a:pt x="1456507" y="570027"/>
                  <a:pt x="1455221" y="570578"/>
                </a:cubicBezTo>
                <a:cubicBezTo>
                  <a:pt x="1453936" y="571128"/>
                  <a:pt x="1450620" y="571703"/>
                  <a:pt x="1445275" y="572304"/>
                </a:cubicBezTo>
                <a:cubicBezTo>
                  <a:pt x="1439930" y="572904"/>
                  <a:pt x="1435829" y="573204"/>
                  <a:pt x="1432973" y="573204"/>
                </a:cubicBezTo>
                <a:cubicBezTo>
                  <a:pt x="1426390" y="573204"/>
                  <a:pt x="1421924" y="571459"/>
                  <a:pt x="1419576" y="567969"/>
                </a:cubicBezTo>
                <a:cubicBezTo>
                  <a:pt x="1417228" y="564479"/>
                  <a:pt x="1411811" y="556696"/>
                  <a:pt x="1403324" y="544622"/>
                </a:cubicBezTo>
                <a:cubicBezTo>
                  <a:pt x="1399018" y="551256"/>
                  <a:pt x="1393449" y="556080"/>
                  <a:pt x="1386616" y="559096"/>
                </a:cubicBezTo>
                <a:cubicBezTo>
                  <a:pt x="1379784" y="562111"/>
                  <a:pt x="1375292" y="563619"/>
                  <a:pt x="1373141" y="563619"/>
                </a:cubicBezTo>
                <a:cubicBezTo>
                  <a:pt x="1371107" y="563619"/>
                  <a:pt x="1370090" y="562901"/>
                  <a:pt x="1370090" y="561467"/>
                </a:cubicBezTo>
                <a:cubicBezTo>
                  <a:pt x="1370090" y="560032"/>
                  <a:pt x="1370870" y="558880"/>
                  <a:pt x="1372431" y="558011"/>
                </a:cubicBezTo>
                <a:cubicBezTo>
                  <a:pt x="1379302" y="553819"/>
                  <a:pt x="1384496" y="550023"/>
                  <a:pt x="1388010" y="546624"/>
                </a:cubicBezTo>
                <a:cubicBezTo>
                  <a:pt x="1391525" y="543225"/>
                  <a:pt x="1394428" y="539659"/>
                  <a:pt x="1396718" y="535926"/>
                </a:cubicBezTo>
                <a:cubicBezTo>
                  <a:pt x="1396166" y="535512"/>
                  <a:pt x="1393920" y="532276"/>
                  <a:pt x="1389981" y="526220"/>
                </a:cubicBezTo>
                <a:cubicBezTo>
                  <a:pt x="1386042" y="520164"/>
                  <a:pt x="1382639" y="516145"/>
                  <a:pt x="1379772" y="514161"/>
                </a:cubicBezTo>
                <a:cubicBezTo>
                  <a:pt x="1378288" y="513232"/>
                  <a:pt x="1377546" y="511881"/>
                  <a:pt x="1377546" y="510109"/>
                </a:cubicBezTo>
                <a:cubicBezTo>
                  <a:pt x="1377546" y="508337"/>
                  <a:pt x="1379383" y="507451"/>
                  <a:pt x="1383055" y="507451"/>
                </a:cubicBezTo>
                <a:cubicBezTo>
                  <a:pt x="1386727" y="507451"/>
                  <a:pt x="1390121" y="509975"/>
                  <a:pt x="1393237" y="515024"/>
                </a:cubicBezTo>
                <a:cubicBezTo>
                  <a:pt x="1396354" y="520072"/>
                  <a:pt x="1398798" y="524353"/>
                  <a:pt x="1400570" y="527865"/>
                </a:cubicBezTo>
                <a:cubicBezTo>
                  <a:pt x="1402857" y="520235"/>
                  <a:pt x="1404000" y="511548"/>
                  <a:pt x="1404000" y="501801"/>
                </a:cubicBezTo>
                <a:cubicBezTo>
                  <a:pt x="1404000" y="497767"/>
                  <a:pt x="1403790" y="494820"/>
                  <a:pt x="1403369" y="492959"/>
                </a:cubicBezTo>
                <a:cubicBezTo>
                  <a:pt x="1400804" y="493551"/>
                  <a:pt x="1398380" y="493847"/>
                  <a:pt x="1396099" y="493847"/>
                </a:cubicBezTo>
                <a:cubicBezTo>
                  <a:pt x="1393818" y="493847"/>
                  <a:pt x="1392451" y="493670"/>
                  <a:pt x="1391999" y="493315"/>
                </a:cubicBezTo>
                <a:cubicBezTo>
                  <a:pt x="1389614" y="497112"/>
                  <a:pt x="1386588" y="500813"/>
                  <a:pt x="1382919" y="504417"/>
                </a:cubicBezTo>
                <a:cubicBezTo>
                  <a:pt x="1379251" y="508021"/>
                  <a:pt x="1376668" y="509824"/>
                  <a:pt x="1375172" y="509824"/>
                </a:cubicBezTo>
                <a:cubicBezTo>
                  <a:pt x="1373676" y="509824"/>
                  <a:pt x="1372929" y="509154"/>
                  <a:pt x="1372929" y="507816"/>
                </a:cubicBezTo>
                <a:cubicBezTo>
                  <a:pt x="1372929" y="506477"/>
                  <a:pt x="1373337" y="505154"/>
                  <a:pt x="1374153" y="503846"/>
                </a:cubicBezTo>
                <a:cubicBezTo>
                  <a:pt x="1383374" y="489841"/>
                  <a:pt x="1389795" y="477494"/>
                  <a:pt x="1393417" y="466804"/>
                </a:cubicBezTo>
                <a:cubicBezTo>
                  <a:pt x="1397039" y="456114"/>
                  <a:pt x="1398850" y="448961"/>
                  <a:pt x="1398850" y="445346"/>
                </a:cubicBezTo>
                <a:cubicBezTo>
                  <a:pt x="1398850" y="444661"/>
                  <a:pt x="1398673" y="443876"/>
                  <a:pt x="1398318" y="442989"/>
                </a:cubicBezTo>
                <a:cubicBezTo>
                  <a:pt x="1397962" y="442102"/>
                  <a:pt x="1397784" y="441112"/>
                  <a:pt x="1397784" y="440018"/>
                </a:cubicBezTo>
                <a:cubicBezTo>
                  <a:pt x="1397784" y="437157"/>
                  <a:pt x="1399113" y="435726"/>
                  <a:pt x="1401770" y="435726"/>
                </a:cubicBezTo>
                <a:close/>
                <a:moveTo>
                  <a:pt x="1003550" y="430933"/>
                </a:moveTo>
                <a:cubicBezTo>
                  <a:pt x="1005858" y="430933"/>
                  <a:pt x="1009628" y="431946"/>
                  <a:pt x="1014858" y="433974"/>
                </a:cubicBezTo>
                <a:cubicBezTo>
                  <a:pt x="1020088" y="436001"/>
                  <a:pt x="1022704" y="438904"/>
                  <a:pt x="1022704" y="442682"/>
                </a:cubicBezTo>
                <a:cubicBezTo>
                  <a:pt x="1022704" y="444035"/>
                  <a:pt x="1022320" y="445989"/>
                  <a:pt x="1021553" y="448544"/>
                </a:cubicBezTo>
                <a:cubicBezTo>
                  <a:pt x="1020282" y="452706"/>
                  <a:pt x="1019482" y="459381"/>
                  <a:pt x="1019152" y="468567"/>
                </a:cubicBezTo>
                <a:cubicBezTo>
                  <a:pt x="1033998" y="465996"/>
                  <a:pt x="1042745" y="464269"/>
                  <a:pt x="1045393" y="463387"/>
                </a:cubicBezTo>
                <a:cubicBezTo>
                  <a:pt x="1048570" y="461990"/>
                  <a:pt x="1051040" y="461291"/>
                  <a:pt x="1052804" y="461291"/>
                </a:cubicBezTo>
                <a:cubicBezTo>
                  <a:pt x="1054567" y="461291"/>
                  <a:pt x="1058365" y="462926"/>
                  <a:pt x="1064198" y="466195"/>
                </a:cubicBezTo>
                <a:cubicBezTo>
                  <a:pt x="1070030" y="469463"/>
                  <a:pt x="1072947" y="472337"/>
                  <a:pt x="1072947" y="474816"/>
                </a:cubicBezTo>
                <a:cubicBezTo>
                  <a:pt x="1072947" y="476713"/>
                  <a:pt x="1071961" y="478425"/>
                  <a:pt x="1069989" y="479951"/>
                </a:cubicBezTo>
                <a:cubicBezTo>
                  <a:pt x="1068017" y="481478"/>
                  <a:pt x="1066404" y="483469"/>
                  <a:pt x="1065151" y="485924"/>
                </a:cubicBezTo>
                <a:cubicBezTo>
                  <a:pt x="1063897" y="488378"/>
                  <a:pt x="1062807" y="491427"/>
                  <a:pt x="1061880" y="495071"/>
                </a:cubicBezTo>
                <a:cubicBezTo>
                  <a:pt x="1060954" y="498715"/>
                  <a:pt x="1059335" y="504034"/>
                  <a:pt x="1057024" y="511028"/>
                </a:cubicBezTo>
                <a:cubicBezTo>
                  <a:pt x="1054713" y="518022"/>
                  <a:pt x="1052310" y="523062"/>
                  <a:pt x="1049816" y="526147"/>
                </a:cubicBezTo>
                <a:cubicBezTo>
                  <a:pt x="1047322" y="529232"/>
                  <a:pt x="1045139" y="530774"/>
                  <a:pt x="1043267" y="530774"/>
                </a:cubicBezTo>
                <a:cubicBezTo>
                  <a:pt x="1041395" y="530774"/>
                  <a:pt x="1040015" y="530034"/>
                  <a:pt x="1039127" y="528555"/>
                </a:cubicBezTo>
                <a:cubicBezTo>
                  <a:pt x="1038239" y="527075"/>
                  <a:pt x="1036999" y="526335"/>
                  <a:pt x="1035406" y="526335"/>
                </a:cubicBezTo>
                <a:cubicBezTo>
                  <a:pt x="1033813" y="526335"/>
                  <a:pt x="1028081" y="527032"/>
                  <a:pt x="1018210" y="528427"/>
                </a:cubicBezTo>
                <a:cubicBezTo>
                  <a:pt x="1018112" y="534599"/>
                  <a:pt x="1018293" y="539726"/>
                  <a:pt x="1018753" y="543807"/>
                </a:cubicBezTo>
                <a:cubicBezTo>
                  <a:pt x="1019213" y="547889"/>
                  <a:pt x="1020056" y="550823"/>
                  <a:pt x="1021283" y="552610"/>
                </a:cubicBezTo>
                <a:cubicBezTo>
                  <a:pt x="1022509" y="554397"/>
                  <a:pt x="1025352" y="555869"/>
                  <a:pt x="1029813" y="557026"/>
                </a:cubicBezTo>
                <a:cubicBezTo>
                  <a:pt x="1034273" y="558182"/>
                  <a:pt x="1039527" y="558760"/>
                  <a:pt x="1045576" y="558760"/>
                </a:cubicBezTo>
                <a:cubicBezTo>
                  <a:pt x="1051624" y="558760"/>
                  <a:pt x="1057390" y="558308"/>
                  <a:pt x="1062873" y="557403"/>
                </a:cubicBezTo>
                <a:cubicBezTo>
                  <a:pt x="1068356" y="556498"/>
                  <a:pt x="1071760" y="555409"/>
                  <a:pt x="1073085" y="554134"/>
                </a:cubicBezTo>
                <a:cubicBezTo>
                  <a:pt x="1074411" y="552860"/>
                  <a:pt x="1075636" y="550986"/>
                  <a:pt x="1076762" y="548513"/>
                </a:cubicBezTo>
                <a:cubicBezTo>
                  <a:pt x="1077887" y="546039"/>
                  <a:pt x="1079383" y="540191"/>
                  <a:pt x="1081249" y="530967"/>
                </a:cubicBezTo>
                <a:cubicBezTo>
                  <a:pt x="1081901" y="527718"/>
                  <a:pt x="1083167" y="526094"/>
                  <a:pt x="1085047" y="526094"/>
                </a:cubicBezTo>
                <a:cubicBezTo>
                  <a:pt x="1086926" y="526094"/>
                  <a:pt x="1088037" y="527839"/>
                  <a:pt x="1088379" y="531327"/>
                </a:cubicBezTo>
                <a:cubicBezTo>
                  <a:pt x="1088721" y="534816"/>
                  <a:pt x="1089499" y="538900"/>
                  <a:pt x="1090712" y="543581"/>
                </a:cubicBezTo>
                <a:cubicBezTo>
                  <a:pt x="1091925" y="548262"/>
                  <a:pt x="1092966" y="551379"/>
                  <a:pt x="1093835" y="552932"/>
                </a:cubicBezTo>
                <a:cubicBezTo>
                  <a:pt x="1094704" y="554486"/>
                  <a:pt x="1095139" y="555906"/>
                  <a:pt x="1095139" y="557194"/>
                </a:cubicBezTo>
                <a:cubicBezTo>
                  <a:pt x="1095139" y="561343"/>
                  <a:pt x="1090540" y="565138"/>
                  <a:pt x="1081344" y="568578"/>
                </a:cubicBezTo>
                <a:cubicBezTo>
                  <a:pt x="1072147" y="572019"/>
                  <a:pt x="1061761" y="573739"/>
                  <a:pt x="1050186" y="573739"/>
                </a:cubicBezTo>
                <a:cubicBezTo>
                  <a:pt x="1041764" y="573739"/>
                  <a:pt x="1034624" y="572824"/>
                  <a:pt x="1028769" y="570993"/>
                </a:cubicBezTo>
                <a:cubicBezTo>
                  <a:pt x="1022914" y="569163"/>
                  <a:pt x="1018262" y="566619"/>
                  <a:pt x="1014813" y="563363"/>
                </a:cubicBezTo>
                <a:cubicBezTo>
                  <a:pt x="1011364" y="560106"/>
                  <a:pt x="1009113" y="555872"/>
                  <a:pt x="1008059" y="550662"/>
                </a:cubicBezTo>
                <a:cubicBezTo>
                  <a:pt x="1007005" y="545451"/>
                  <a:pt x="1006538" y="538467"/>
                  <a:pt x="1006656" y="529708"/>
                </a:cubicBezTo>
                <a:cubicBezTo>
                  <a:pt x="998739" y="531120"/>
                  <a:pt x="992991" y="531921"/>
                  <a:pt x="989413" y="532109"/>
                </a:cubicBezTo>
                <a:cubicBezTo>
                  <a:pt x="989294" y="535244"/>
                  <a:pt x="987834" y="536812"/>
                  <a:pt x="985032" y="536812"/>
                </a:cubicBezTo>
                <a:cubicBezTo>
                  <a:pt x="983374" y="536812"/>
                  <a:pt x="981961" y="535791"/>
                  <a:pt x="980794" y="533749"/>
                </a:cubicBezTo>
                <a:cubicBezTo>
                  <a:pt x="979627" y="531707"/>
                  <a:pt x="978789" y="529475"/>
                  <a:pt x="978280" y="527053"/>
                </a:cubicBezTo>
                <a:cubicBezTo>
                  <a:pt x="975569" y="514558"/>
                  <a:pt x="972997" y="504139"/>
                  <a:pt x="970564" y="495795"/>
                </a:cubicBezTo>
                <a:cubicBezTo>
                  <a:pt x="968132" y="487452"/>
                  <a:pt x="966112" y="482507"/>
                  <a:pt x="964505" y="480962"/>
                </a:cubicBezTo>
                <a:cubicBezTo>
                  <a:pt x="962898" y="479418"/>
                  <a:pt x="962094" y="477587"/>
                  <a:pt x="962094" y="475472"/>
                </a:cubicBezTo>
                <a:cubicBezTo>
                  <a:pt x="962094" y="473357"/>
                  <a:pt x="963522" y="472300"/>
                  <a:pt x="966377" y="472300"/>
                </a:cubicBezTo>
                <a:cubicBezTo>
                  <a:pt x="969232" y="472300"/>
                  <a:pt x="972755" y="473186"/>
                  <a:pt x="976945" y="474958"/>
                </a:cubicBezTo>
                <a:cubicBezTo>
                  <a:pt x="988104" y="473470"/>
                  <a:pt x="998066" y="471971"/>
                  <a:pt x="1006834" y="470459"/>
                </a:cubicBezTo>
                <a:cubicBezTo>
                  <a:pt x="1006718" y="457468"/>
                  <a:pt x="1005564" y="448753"/>
                  <a:pt x="1003373" y="444314"/>
                </a:cubicBezTo>
                <a:cubicBezTo>
                  <a:pt x="1001183" y="439874"/>
                  <a:pt x="1000087" y="436534"/>
                  <a:pt x="1000087" y="434293"/>
                </a:cubicBezTo>
                <a:cubicBezTo>
                  <a:pt x="1000087" y="432053"/>
                  <a:pt x="1001242" y="430933"/>
                  <a:pt x="1003550" y="430933"/>
                </a:cubicBezTo>
                <a:close/>
                <a:moveTo>
                  <a:pt x="644565" y="428625"/>
                </a:moveTo>
                <a:cubicBezTo>
                  <a:pt x="647983" y="428625"/>
                  <a:pt x="651702" y="429144"/>
                  <a:pt x="655723" y="430182"/>
                </a:cubicBezTo>
                <a:cubicBezTo>
                  <a:pt x="659744" y="431220"/>
                  <a:pt x="662683" y="433263"/>
                  <a:pt x="664539" y="436312"/>
                </a:cubicBezTo>
                <a:cubicBezTo>
                  <a:pt x="666394" y="439362"/>
                  <a:pt x="667322" y="442079"/>
                  <a:pt x="667322" y="444463"/>
                </a:cubicBezTo>
                <a:cubicBezTo>
                  <a:pt x="667322" y="446848"/>
                  <a:pt x="666614" y="449047"/>
                  <a:pt x="665198" y="451059"/>
                </a:cubicBezTo>
                <a:cubicBezTo>
                  <a:pt x="663781" y="453072"/>
                  <a:pt x="661851" y="454078"/>
                  <a:pt x="659408" y="454078"/>
                </a:cubicBezTo>
                <a:cubicBezTo>
                  <a:pt x="656964" y="454078"/>
                  <a:pt x="653045" y="450848"/>
                  <a:pt x="647650" y="444388"/>
                </a:cubicBezTo>
                <a:cubicBezTo>
                  <a:pt x="642255" y="437929"/>
                  <a:pt x="639557" y="433687"/>
                  <a:pt x="639557" y="431662"/>
                </a:cubicBezTo>
                <a:cubicBezTo>
                  <a:pt x="639557" y="429638"/>
                  <a:pt x="641226" y="428625"/>
                  <a:pt x="644565" y="428625"/>
                </a:cubicBezTo>
                <a:close/>
                <a:moveTo>
                  <a:pt x="1213395" y="427915"/>
                </a:moveTo>
                <a:cubicBezTo>
                  <a:pt x="1215570" y="427915"/>
                  <a:pt x="1218824" y="429262"/>
                  <a:pt x="1223159" y="431955"/>
                </a:cubicBezTo>
                <a:cubicBezTo>
                  <a:pt x="1227494" y="434648"/>
                  <a:pt x="1229662" y="436981"/>
                  <a:pt x="1229662" y="438955"/>
                </a:cubicBezTo>
                <a:cubicBezTo>
                  <a:pt x="1229662" y="441070"/>
                  <a:pt x="1227980" y="442566"/>
                  <a:pt x="1224616" y="443443"/>
                </a:cubicBezTo>
                <a:cubicBezTo>
                  <a:pt x="1221251" y="444319"/>
                  <a:pt x="1217800" y="445524"/>
                  <a:pt x="1214262" y="447056"/>
                </a:cubicBezTo>
                <a:cubicBezTo>
                  <a:pt x="1210723" y="448589"/>
                  <a:pt x="1207186" y="449965"/>
                  <a:pt x="1203649" y="451185"/>
                </a:cubicBezTo>
                <a:cubicBezTo>
                  <a:pt x="1200113" y="452405"/>
                  <a:pt x="1197605" y="453014"/>
                  <a:pt x="1196126" y="453014"/>
                </a:cubicBezTo>
                <a:cubicBezTo>
                  <a:pt x="1194647" y="453014"/>
                  <a:pt x="1193908" y="452292"/>
                  <a:pt x="1193908" y="450847"/>
                </a:cubicBezTo>
                <a:cubicBezTo>
                  <a:pt x="1193908" y="449402"/>
                  <a:pt x="1194922" y="447899"/>
                  <a:pt x="1196950" y="446338"/>
                </a:cubicBezTo>
                <a:cubicBezTo>
                  <a:pt x="1205481" y="439493"/>
                  <a:pt x="1209793" y="435176"/>
                  <a:pt x="1209887" y="433387"/>
                </a:cubicBezTo>
                <a:cubicBezTo>
                  <a:pt x="1210051" y="429739"/>
                  <a:pt x="1211220" y="427915"/>
                  <a:pt x="1213395" y="427915"/>
                </a:cubicBezTo>
                <a:close/>
                <a:moveTo>
                  <a:pt x="1342521" y="425430"/>
                </a:moveTo>
                <a:cubicBezTo>
                  <a:pt x="1344854" y="425430"/>
                  <a:pt x="1347972" y="426305"/>
                  <a:pt x="1351875" y="428054"/>
                </a:cubicBezTo>
                <a:cubicBezTo>
                  <a:pt x="1355778" y="429804"/>
                  <a:pt x="1357730" y="431898"/>
                  <a:pt x="1357730" y="434337"/>
                </a:cubicBezTo>
                <a:cubicBezTo>
                  <a:pt x="1357730" y="435355"/>
                  <a:pt x="1357425" y="436656"/>
                  <a:pt x="1356815" y="438241"/>
                </a:cubicBezTo>
                <a:cubicBezTo>
                  <a:pt x="1356205" y="439825"/>
                  <a:pt x="1355696" y="442516"/>
                  <a:pt x="1355288" y="446311"/>
                </a:cubicBezTo>
                <a:cubicBezTo>
                  <a:pt x="1354880" y="450107"/>
                  <a:pt x="1354332" y="459065"/>
                  <a:pt x="1353646" y="473185"/>
                </a:cubicBezTo>
                <a:cubicBezTo>
                  <a:pt x="1365086" y="470346"/>
                  <a:pt x="1371829" y="468926"/>
                  <a:pt x="1373877" y="468926"/>
                </a:cubicBezTo>
                <a:cubicBezTo>
                  <a:pt x="1375926" y="468926"/>
                  <a:pt x="1377445" y="469422"/>
                  <a:pt x="1378436" y="470415"/>
                </a:cubicBezTo>
                <a:cubicBezTo>
                  <a:pt x="1379426" y="471407"/>
                  <a:pt x="1379922" y="472401"/>
                  <a:pt x="1379922" y="473397"/>
                </a:cubicBezTo>
                <a:cubicBezTo>
                  <a:pt x="1379922" y="476134"/>
                  <a:pt x="1377727" y="478035"/>
                  <a:pt x="1373339" y="479099"/>
                </a:cubicBezTo>
                <a:cubicBezTo>
                  <a:pt x="1368950" y="480163"/>
                  <a:pt x="1362294" y="481448"/>
                  <a:pt x="1353372" y="482955"/>
                </a:cubicBezTo>
                <a:lnTo>
                  <a:pt x="1353128" y="487282"/>
                </a:lnTo>
                <a:lnTo>
                  <a:pt x="1356276" y="485437"/>
                </a:lnTo>
                <a:cubicBezTo>
                  <a:pt x="1360082" y="485437"/>
                  <a:pt x="1364176" y="486466"/>
                  <a:pt x="1368557" y="488524"/>
                </a:cubicBezTo>
                <a:cubicBezTo>
                  <a:pt x="1372938" y="490581"/>
                  <a:pt x="1375129" y="493883"/>
                  <a:pt x="1375129" y="498428"/>
                </a:cubicBezTo>
                <a:cubicBezTo>
                  <a:pt x="1375129" y="501883"/>
                  <a:pt x="1373697" y="503611"/>
                  <a:pt x="1370833" y="503611"/>
                </a:cubicBezTo>
                <a:cubicBezTo>
                  <a:pt x="1368942" y="503611"/>
                  <a:pt x="1365416" y="501317"/>
                  <a:pt x="1360255" y="496730"/>
                </a:cubicBezTo>
                <a:cubicBezTo>
                  <a:pt x="1357674" y="494436"/>
                  <a:pt x="1355738" y="492532"/>
                  <a:pt x="1354448" y="491017"/>
                </a:cubicBezTo>
                <a:lnTo>
                  <a:pt x="1353054" y="488588"/>
                </a:lnTo>
                <a:lnTo>
                  <a:pt x="1352701" y="494851"/>
                </a:lnTo>
                <a:cubicBezTo>
                  <a:pt x="1352472" y="498099"/>
                  <a:pt x="1352238" y="500628"/>
                  <a:pt x="1351999" y="502439"/>
                </a:cubicBezTo>
                <a:cubicBezTo>
                  <a:pt x="1351521" y="506061"/>
                  <a:pt x="1350288" y="507873"/>
                  <a:pt x="1348298" y="507873"/>
                </a:cubicBezTo>
                <a:cubicBezTo>
                  <a:pt x="1346308" y="507873"/>
                  <a:pt x="1344797" y="506693"/>
                  <a:pt x="1343765" y="504334"/>
                </a:cubicBezTo>
                <a:cubicBezTo>
                  <a:pt x="1342733" y="501974"/>
                  <a:pt x="1342217" y="498760"/>
                  <a:pt x="1342217" y="494691"/>
                </a:cubicBezTo>
                <a:cubicBezTo>
                  <a:pt x="1342217" y="490622"/>
                  <a:pt x="1342334" y="487204"/>
                  <a:pt x="1342570" y="484436"/>
                </a:cubicBezTo>
                <a:cubicBezTo>
                  <a:pt x="1341935" y="489732"/>
                  <a:pt x="1338846" y="495090"/>
                  <a:pt x="1333304" y="500512"/>
                </a:cubicBezTo>
                <a:cubicBezTo>
                  <a:pt x="1327761" y="505934"/>
                  <a:pt x="1322030" y="510261"/>
                  <a:pt x="1316110" y="513495"/>
                </a:cubicBezTo>
                <a:cubicBezTo>
                  <a:pt x="1310189" y="516729"/>
                  <a:pt x="1306179" y="518346"/>
                  <a:pt x="1304079" y="518346"/>
                </a:cubicBezTo>
                <a:cubicBezTo>
                  <a:pt x="1302518" y="518346"/>
                  <a:pt x="1301738" y="517739"/>
                  <a:pt x="1301738" y="516524"/>
                </a:cubicBezTo>
                <a:cubicBezTo>
                  <a:pt x="1301738" y="515309"/>
                  <a:pt x="1302446" y="514171"/>
                  <a:pt x="1303864" y="513109"/>
                </a:cubicBezTo>
                <a:cubicBezTo>
                  <a:pt x="1317714" y="502867"/>
                  <a:pt x="1327362" y="493784"/>
                  <a:pt x="1332806" y="485859"/>
                </a:cubicBezTo>
                <a:cubicBezTo>
                  <a:pt x="1328353" y="486567"/>
                  <a:pt x="1324726" y="486922"/>
                  <a:pt x="1321924" y="486922"/>
                </a:cubicBezTo>
                <a:cubicBezTo>
                  <a:pt x="1319121" y="486922"/>
                  <a:pt x="1316654" y="486541"/>
                  <a:pt x="1314522" y="485781"/>
                </a:cubicBezTo>
                <a:cubicBezTo>
                  <a:pt x="1312390" y="485020"/>
                  <a:pt x="1311324" y="483816"/>
                  <a:pt x="1311324" y="482167"/>
                </a:cubicBezTo>
                <a:cubicBezTo>
                  <a:pt x="1311324" y="480518"/>
                  <a:pt x="1312899" y="479610"/>
                  <a:pt x="1316049" y="479442"/>
                </a:cubicBezTo>
                <a:cubicBezTo>
                  <a:pt x="1321344" y="479203"/>
                  <a:pt x="1330327" y="477761"/>
                  <a:pt x="1342997" y="475116"/>
                </a:cubicBezTo>
                <a:cubicBezTo>
                  <a:pt x="1343304" y="469881"/>
                  <a:pt x="1343458" y="464337"/>
                  <a:pt x="1343458" y="458483"/>
                </a:cubicBezTo>
                <a:cubicBezTo>
                  <a:pt x="1343458" y="444358"/>
                  <a:pt x="1342638" y="436204"/>
                  <a:pt x="1340998" y="434021"/>
                </a:cubicBezTo>
                <a:cubicBezTo>
                  <a:pt x="1339680" y="432173"/>
                  <a:pt x="1339021" y="430279"/>
                  <a:pt x="1339021" y="428340"/>
                </a:cubicBezTo>
                <a:cubicBezTo>
                  <a:pt x="1339021" y="426400"/>
                  <a:pt x="1340188" y="425430"/>
                  <a:pt x="1342521" y="425430"/>
                </a:cubicBezTo>
                <a:close/>
                <a:moveTo>
                  <a:pt x="826291" y="424186"/>
                </a:moveTo>
                <a:cubicBezTo>
                  <a:pt x="828827" y="424186"/>
                  <a:pt x="832360" y="425466"/>
                  <a:pt x="836889" y="428027"/>
                </a:cubicBezTo>
                <a:cubicBezTo>
                  <a:pt x="841418" y="430588"/>
                  <a:pt x="843683" y="432865"/>
                  <a:pt x="843683" y="434858"/>
                </a:cubicBezTo>
                <a:cubicBezTo>
                  <a:pt x="843683" y="436850"/>
                  <a:pt x="842938" y="438495"/>
                  <a:pt x="841447" y="439791"/>
                </a:cubicBezTo>
                <a:cubicBezTo>
                  <a:pt x="839957" y="441087"/>
                  <a:pt x="838513" y="442963"/>
                  <a:pt x="837114" y="445419"/>
                </a:cubicBezTo>
                <a:cubicBezTo>
                  <a:pt x="851743" y="459496"/>
                  <a:pt x="865120" y="470956"/>
                  <a:pt x="877245" y="479800"/>
                </a:cubicBezTo>
                <a:cubicBezTo>
                  <a:pt x="889370" y="488644"/>
                  <a:pt x="903423" y="495283"/>
                  <a:pt x="919404" y="499717"/>
                </a:cubicBezTo>
                <a:cubicBezTo>
                  <a:pt x="924077" y="501031"/>
                  <a:pt x="926414" y="502673"/>
                  <a:pt x="926414" y="504643"/>
                </a:cubicBezTo>
                <a:cubicBezTo>
                  <a:pt x="926414" y="505948"/>
                  <a:pt x="925648" y="506897"/>
                  <a:pt x="924118" y="507492"/>
                </a:cubicBezTo>
                <a:cubicBezTo>
                  <a:pt x="922587" y="508087"/>
                  <a:pt x="918395" y="508595"/>
                  <a:pt x="911541" y="509016"/>
                </a:cubicBezTo>
                <a:cubicBezTo>
                  <a:pt x="904688" y="509438"/>
                  <a:pt x="899412" y="509648"/>
                  <a:pt x="895713" y="509648"/>
                </a:cubicBezTo>
                <a:cubicBezTo>
                  <a:pt x="892014" y="509648"/>
                  <a:pt x="889046" y="509221"/>
                  <a:pt x="886808" y="508366"/>
                </a:cubicBezTo>
                <a:cubicBezTo>
                  <a:pt x="884571" y="507511"/>
                  <a:pt x="882401" y="506126"/>
                  <a:pt x="880300" y="504211"/>
                </a:cubicBezTo>
                <a:cubicBezTo>
                  <a:pt x="878199" y="502295"/>
                  <a:pt x="871442" y="495076"/>
                  <a:pt x="860030" y="482552"/>
                </a:cubicBezTo>
                <a:cubicBezTo>
                  <a:pt x="848617" y="470028"/>
                  <a:pt x="839783" y="459708"/>
                  <a:pt x="833528" y="451592"/>
                </a:cubicBezTo>
                <a:cubicBezTo>
                  <a:pt x="826323" y="466283"/>
                  <a:pt x="818118" y="478888"/>
                  <a:pt x="808914" y="489406"/>
                </a:cubicBezTo>
                <a:cubicBezTo>
                  <a:pt x="799710" y="499924"/>
                  <a:pt x="790323" y="507969"/>
                  <a:pt x="780754" y="513541"/>
                </a:cubicBezTo>
                <a:cubicBezTo>
                  <a:pt x="771185" y="519112"/>
                  <a:pt x="764572" y="521898"/>
                  <a:pt x="760915" y="521898"/>
                </a:cubicBezTo>
                <a:cubicBezTo>
                  <a:pt x="758643" y="521898"/>
                  <a:pt x="757507" y="521129"/>
                  <a:pt x="757507" y="519591"/>
                </a:cubicBezTo>
                <a:cubicBezTo>
                  <a:pt x="757507" y="518052"/>
                  <a:pt x="758559" y="516636"/>
                  <a:pt x="760663" y="515341"/>
                </a:cubicBezTo>
                <a:cubicBezTo>
                  <a:pt x="772095" y="508226"/>
                  <a:pt x="782400" y="499787"/>
                  <a:pt x="791580" y="490022"/>
                </a:cubicBezTo>
                <a:cubicBezTo>
                  <a:pt x="800760" y="480258"/>
                  <a:pt x="808294" y="469749"/>
                  <a:pt x="814184" y="458493"/>
                </a:cubicBezTo>
                <a:cubicBezTo>
                  <a:pt x="820073" y="447238"/>
                  <a:pt x="823018" y="439009"/>
                  <a:pt x="823018" y="433806"/>
                </a:cubicBezTo>
                <a:cubicBezTo>
                  <a:pt x="823018" y="433008"/>
                  <a:pt x="822929" y="432166"/>
                  <a:pt x="822752" y="431279"/>
                </a:cubicBezTo>
                <a:cubicBezTo>
                  <a:pt x="822574" y="430392"/>
                  <a:pt x="822486" y="429577"/>
                  <a:pt x="822486" y="428835"/>
                </a:cubicBezTo>
                <a:cubicBezTo>
                  <a:pt x="822486" y="425735"/>
                  <a:pt x="823754" y="424186"/>
                  <a:pt x="826291" y="424186"/>
                </a:cubicBezTo>
                <a:close/>
                <a:moveTo>
                  <a:pt x="460928" y="423832"/>
                </a:moveTo>
                <a:cubicBezTo>
                  <a:pt x="463633" y="423832"/>
                  <a:pt x="467136" y="424571"/>
                  <a:pt x="471437" y="426049"/>
                </a:cubicBezTo>
                <a:cubicBezTo>
                  <a:pt x="475738" y="427527"/>
                  <a:pt x="477889" y="429302"/>
                  <a:pt x="477889" y="431374"/>
                </a:cubicBezTo>
                <a:cubicBezTo>
                  <a:pt x="477889" y="433446"/>
                  <a:pt x="476852" y="435647"/>
                  <a:pt x="474778" y="437977"/>
                </a:cubicBezTo>
                <a:cubicBezTo>
                  <a:pt x="474196" y="438791"/>
                  <a:pt x="472865" y="441294"/>
                  <a:pt x="470785" y="445487"/>
                </a:cubicBezTo>
                <a:cubicBezTo>
                  <a:pt x="471309" y="445199"/>
                  <a:pt x="473350" y="444502"/>
                  <a:pt x="476907" y="443397"/>
                </a:cubicBezTo>
                <a:cubicBezTo>
                  <a:pt x="485021" y="440296"/>
                  <a:pt x="491550" y="438746"/>
                  <a:pt x="496495" y="438746"/>
                </a:cubicBezTo>
                <a:cubicBezTo>
                  <a:pt x="498770" y="438746"/>
                  <a:pt x="500765" y="439331"/>
                  <a:pt x="502480" y="440500"/>
                </a:cubicBezTo>
                <a:cubicBezTo>
                  <a:pt x="504194" y="441670"/>
                  <a:pt x="505052" y="443049"/>
                  <a:pt x="505052" y="444636"/>
                </a:cubicBezTo>
                <a:cubicBezTo>
                  <a:pt x="505052" y="447130"/>
                  <a:pt x="503532" y="448942"/>
                  <a:pt x="500492" y="450072"/>
                </a:cubicBezTo>
                <a:cubicBezTo>
                  <a:pt x="497452" y="451202"/>
                  <a:pt x="486448" y="453425"/>
                  <a:pt x="467480" y="456739"/>
                </a:cubicBezTo>
                <a:cubicBezTo>
                  <a:pt x="464510" y="465194"/>
                  <a:pt x="462713" y="469728"/>
                  <a:pt x="462087" y="470343"/>
                </a:cubicBezTo>
                <a:cubicBezTo>
                  <a:pt x="469083" y="468878"/>
                  <a:pt x="474044" y="467536"/>
                  <a:pt x="476970" y="466316"/>
                </a:cubicBezTo>
                <a:cubicBezTo>
                  <a:pt x="479895" y="465096"/>
                  <a:pt x="482231" y="464487"/>
                  <a:pt x="483975" y="464487"/>
                </a:cubicBezTo>
                <a:cubicBezTo>
                  <a:pt x="485720" y="464487"/>
                  <a:pt x="488899" y="465607"/>
                  <a:pt x="493513" y="467849"/>
                </a:cubicBezTo>
                <a:cubicBezTo>
                  <a:pt x="498127" y="470090"/>
                  <a:pt x="500434" y="472115"/>
                  <a:pt x="500434" y="473923"/>
                </a:cubicBezTo>
                <a:cubicBezTo>
                  <a:pt x="500434" y="475731"/>
                  <a:pt x="499524" y="477867"/>
                  <a:pt x="497705" y="480333"/>
                </a:cubicBezTo>
                <a:cubicBezTo>
                  <a:pt x="496866" y="481383"/>
                  <a:pt x="496100" y="485240"/>
                  <a:pt x="495405" y="491903"/>
                </a:cubicBezTo>
                <a:cubicBezTo>
                  <a:pt x="494710" y="498566"/>
                  <a:pt x="493843" y="511559"/>
                  <a:pt x="492802" y="530882"/>
                </a:cubicBezTo>
                <a:cubicBezTo>
                  <a:pt x="496584" y="530450"/>
                  <a:pt x="501516" y="529692"/>
                  <a:pt x="507598" y="528607"/>
                </a:cubicBezTo>
                <a:cubicBezTo>
                  <a:pt x="513681" y="527522"/>
                  <a:pt x="519229" y="526980"/>
                  <a:pt x="524242" y="526980"/>
                </a:cubicBezTo>
                <a:cubicBezTo>
                  <a:pt x="529256" y="526980"/>
                  <a:pt x="533909" y="528136"/>
                  <a:pt x="538203" y="530448"/>
                </a:cubicBezTo>
                <a:cubicBezTo>
                  <a:pt x="542496" y="532760"/>
                  <a:pt x="544643" y="535106"/>
                  <a:pt x="544643" y="537487"/>
                </a:cubicBezTo>
                <a:cubicBezTo>
                  <a:pt x="544643" y="541179"/>
                  <a:pt x="541199" y="543024"/>
                  <a:pt x="534310" y="543024"/>
                </a:cubicBezTo>
                <a:cubicBezTo>
                  <a:pt x="532914" y="543024"/>
                  <a:pt x="531352" y="542957"/>
                  <a:pt x="529628" y="542823"/>
                </a:cubicBezTo>
                <a:cubicBezTo>
                  <a:pt x="520549" y="541892"/>
                  <a:pt x="512700" y="541426"/>
                  <a:pt x="506081" y="541426"/>
                </a:cubicBezTo>
                <a:cubicBezTo>
                  <a:pt x="489961" y="541426"/>
                  <a:pt x="473347" y="542193"/>
                  <a:pt x="456239" y="543727"/>
                </a:cubicBezTo>
                <a:lnTo>
                  <a:pt x="445223" y="545394"/>
                </a:lnTo>
                <a:lnTo>
                  <a:pt x="453248" y="548111"/>
                </a:lnTo>
                <a:cubicBezTo>
                  <a:pt x="457246" y="550243"/>
                  <a:pt x="459245" y="552146"/>
                  <a:pt x="459245" y="553820"/>
                </a:cubicBezTo>
                <a:cubicBezTo>
                  <a:pt x="459245" y="555477"/>
                  <a:pt x="457869" y="557070"/>
                  <a:pt x="455117" y="558599"/>
                </a:cubicBezTo>
                <a:cubicBezTo>
                  <a:pt x="454172" y="559125"/>
                  <a:pt x="450542" y="562486"/>
                  <a:pt x="444227" y="568683"/>
                </a:cubicBezTo>
                <a:cubicBezTo>
                  <a:pt x="437765" y="574567"/>
                  <a:pt x="431064" y="579395"/>
                  <a:pt x="424123" y="583168"/>
                </a:cubicBezTo>
                <a:cubicBezTo>
                  <a:pt x="417183" y="586941"/>
                  <a:pt x="412427" y="588828"/>
                  <a:pt x="409856" y="588828"/>
                </a:cubicBezTo>
                <a:cubicBezTo>
                  <a:pt x="407584" y="588828"/>
                  <a:pt x="406449" y="588024"/>
                  <a:pt x="406449" y="586417"/>
                </a:cubicBezTo>
                <a:cubicBezTo>
                  <a:pt x="406449" y="584810"/>
                  <a:pt x="407724" y="583254"/>
                  <a:pt x="410276" y="581750"/>
                </a:cubicBezTo>
                <a:cubicBezTo>
                  <a:pt x="412828" y="580246"/>
                  <a:pt x="416705" y="577267"/>
                  <a:pt x="421908" y="572816"/>
                </a:cubicBezTo>
                <a:cubicBezTo>
                  <a:pt x="427111" y="568364"/>
                  <a:pt x="431487" y="563734"/>
                  <a:pt x="435036" y="558927"/>
                </a:cubicBezTo>
                <a:cubicBezTo>
                  <a:pt x="438584" y="554120"/>
                  <a:pt x="440359" y="551175"/>
                  <a:pt x="440359" y="550091"/>
                </a:cubicBezTo>
                <a:cubicBezTo>
                  <a:pt x="440359" y="548365"/>
                  <a:pt x="440646" y="547070"/>
                  <a:pt x="441220" y="546207"/>
                </a:cubicBezTo>
                <a:lnTo>
                  <a:pt x="441816" y="545909"/>
                </a:lnTo>
                <a:lnTo>
                  <a:pt x="408273" y="550984"/>
                </a:lnTo>
                <a:cubicBezTo>
                  <a:pt x="404992" y="551714"/>
                  <a:pt x="402311" y="552079"/>
                  <a:pt x="400228" y="552079"/>
                </a:cubicBezTo>
                <a:cubicBezTo>
                  <a:pt x="398145" y="552079"/>
                  <a:pt x="395258" y="551039"/>
                  <a:pt x="391568" y="548960"/>
                </a:cubicBezTo>
                <a:cubicBezTo>
                  <a:pt x="387878" y="546880"/>
                  <a:pt x="386032" y="544916"/>
                  <a:pt x="386032" y="543068"/>
                </a:cubicBezTo>
                <a:cubicBezTo>
                  <a:pt x="386032" y="541220"/>
                  <a:pt x="388056" y="540295"/>
                  <a:pt x="392104" y="540295"/>
                </a:cubicBezTo>
                <a:cubicBezTo>
                  <a:pt x="396411" y="540295"/>
                  <a:pt x="410428" y="539172"/>
                  <a:pt x="434155" y="536925"/>
                </a:cubicBezTo>
                <a:cubicBezTo>
                  <a:pt x="434266" y="516109"/>
                  <a:pt x="434032" y="502046"/>
                  <a:pt x="433452" y="494735"/>
                </a:cubicBezTo>
                <a:cubicBezTo>
                  <a:pt x="432872" y="487424"/>
                  <a:pt x="431896" y="482665"/>
                  <a:pt x="430524" y="480456"/>
                </a:cubicBezTo>
                <a:cubicBezTo>
                  <a:pt x="429152" y="478248"/>
                  <a:pt x="428465" y="476218"/>
                  <a:pt x="428465" y="474367"/>
                </a:cubicBezTo>
                <a:cubicBezTo>
                  <a:pt x="428465" y="472515"/>
                  <a:pt x="429653" y="471590"/>
                  <a:pt x="432027" y="471590"/>
                </a:cubicBezTo>
                <a:cubicBezTo>
                  <a:pt x="434401" y="471590"/>
                  <a:pt x="437344" y="472180"/>
                  <a:pt x="440857" y="473360"/>
                </a:cubicBezTo>
                <a:cubicBezTo>
                  <a:pt x="442826" y="473281"/>
                  <a:pt x="446459" y="472818"/>
                  <a:pt x="451755" y="471972"/>
                </a:cubicBezTo>
                <a:cubicBezTo>
                  <a:pt x="453408" y="466799"/>
                  <a:pt x="454758" y="462255"/>
                  <a:pt x="455804" y="458339"/>
                </a:cubicBezTo>
                <a:cubicBezTo>
                  <a:pt x="446900" y="459996"/>
                  <a:pt x="441130" y="460825"/>
                  <a:pt x="438494" y="460825"/>
                </a:cubicBezTo>
                <a:cubicBezTo>
                  <a:pt x="435858" y="460825"/>
                  <a:pt x="433201" y="460318"/>
                  <a:pt x="430525" y="459306"/>
                </a:cubicBezTo>
                <a:cubicBezTo>
                  <a:pt x="427849" y="458294"/>
                  <a:pt x="426511" y="456920"/>
                  <a:pt x="426511" y="455185"/>
                </a:cubicBezTo>
                <a:cubicBezTo>
                  <a:pt x="426511" y="453449"/>
                  <a:pt x="428806" y="452382"/>
                  <a:pt x="433396" y="451984"/>
                </a:cubicBezTo>
                <a:cubicBezTo>
                  <a:pt x="437985" y="451585"/>
                  <a:pt x="446106" y="450232"/>
                  <a:pt x="457758" y="447925"/>
                </a:cubicBezTo>
                <a:cubicBezTo>
                  <a:pt x="458586" y="442957"/>
                  <a:pt x="458999" y="439079"/>
                  <a:pt x="458999" y="436291"/>
                </a:cubicBezTo>
                <a:cubicBezTo>
                  <a:pt x="458999" y="434859"/>
                  <a:pt x="458644" y="433491"/>
                  <a:pt x="457935" y="432190"/>
                </a:cubicBezTo>
                <a:cubicBezTo>
                  <a:pt x="457225" y="430888"/>
                  <a:pt x="456870" y="429170"/>
                  <a:pt x="456870" y="427035"/>
                </a:cubicBezTo>
                <a:cubicBezTo>
                  <a:pt x="456870" y="424900"/>
                  <a:pt x="458223" y="423832"/>
                  <a:pt x="460928" y="423832"/>
                </a:cubicBezTo>
                <a:close/>
                <a:moveTo>
                  <a:pt x="1174996" y="420459"/>
                </a:moveTo>
                <a:cubicBezTo>
                  <a:pt x="1177301" y="420459"/>
                  <a:pt x="1180174" y="421085"/>
                  <a:pt x="1183615" y="422336"/>
                </a:cubicBezTo>
                <a:cubicBezTo>
                  <a:pt x="1187055" y="423588"/>
                  <a:pt x="1189494" y="424743"/>
                  <a:pt x="1190932" y="425802"/>
                </a:cubicBezTo>
                <a:cubicBezTo>
                  <a:pt x="1192369" y="426860"/>
                  <a:pt x="1193088" y="428177"/>
                  <a:pt x="1193088" y="429752"/>
                </a:cubicBezTo>
                <a:cubicBezTo>
                  <a:pt x="1193088" y="431327"/>
                  <a:pt x="1192579" y="433761"/>
                  <a:pt x="1191562" y="437053"/>
                </a:cubicBezTo>
                <a:cubicBezTo>
                  <a:pt x="1190545" y="440346"/>
                  <a:pt x="1189929" y="447832"/>
                  <a:pt x="1189714" y="459513"/>
                </a:cubicBezTo>
                <a:cubicBezTo>
                  <a:pt x="1216346" y="456713"/>
                  <a:pt x="1230464" y="455027"/>
                  <a:pt x="1232068" y="454454"/>
                </a:cubicBezTo>
                <a:cubicBezTo>
                  <a:pt x="1234688" y="453332"/>
                  <a:pt x="1236952" y="452771"/>
                  <a:pt x="1238857" y="452771"/>
                </a:cubicBezTo>
                <a:cubicBezTo>
                  <a:pt x="1242443" y="452771"/>
                  <a:pt x="1247399" y="454986"/>
                  <a:pt x="1253726" y="459415"/>
                </a:cubicBezTo>
                <a:cubicBezTo>
                  <a:pt x="1260052" y="463844"/>
                  <a:pt x="1263215" y="467380"/>
                  <a:pt x="1263215" y="470023"/>
                </a:cubicBezTo>
                <a:cubicBezTo>
                  <a:pt x="1263215" y="472666"/>
                  <a:pt x="1260706" y="474216"/>
                  <a:pt x="1255688" y="474672"/>
                </a:cubicBezTo>
                <a:cubicBezTo>
                  <a:pt x="1247763" y="475362"/>
                  <a:pt x="1241084" y="477078"/>
                  <a:pt x="1235651" y="479821"/>
                </a:cubicBezTo>
                <a:cubicBezTo>
                  <a:pt x="1234422" y="480532"/>
                  <a:pt x="1232986" y="480887"/>
                  <a:pt x="1231344" y="480887"/>
                </a:cubicBezTo>
                <a:cubicBezTo>
                  <a:pt x="1229702" y="480887"/>
                  <a:pt x="1228881" y="480212"/>
                  <a:pt x="1228881" y="478861"/>
                </a:cubicBezTo>
                <a:cubicBezTo>
                  <a:pt x="1228881" y="477511"/>
                  <a:pt x="1229250" y="476283"/>
                  <a:pt x="1229987" y="475178"/>
                </a:cubicBezTo>
                <a:cubicBezTo>
                  <a:pt x="1233629" y="470100"/>
                  <a:pt x="1235450" y="467242"/>
                  <a:pt x="1235450" y="466605"/>
                </a:cubicBezTo>
                <a:cubicBezTo>
                  <a:pt x="1235450" y="465967"/>
                  <a:pt x="1235184" y="465555"/>
                  <a:pt x="1234654" y="465367"/>
                </a:cubicBezTo>
                <a:cubicBezTo>
                  <a:pt x="1234123" y="465180"/>
                  <a:pt x="1232566" y="465086"/>
                  <a:pt x="1229981" y="465086"/>
                </a:cubicBezTo>
                <a:cubicBezTo>
                  <a:pt x="1221217" y="465086"/>
                  <a:pt x="1208706" y="465914"/>
                  <a:pt x="1192448" y="467569"/>
                </a:cubicBezTo>
                <a:cubicBezTo>
                  <a:pt x="1176191" y="469224"/>
                  <a:pt x="1164266" y="470792"/>
                  <a:pt x="1156673" y="472273"/>
                </a:cubicBezTo>
                <a:cubicBezTo>
                  <a:pt x="1149081" y="473754"/>
                  <a:pt x="1143137" y="474436"/>
                  <a:pt x="1138840" y="474319"/>
                </a:cubicBezTo>
                <a:cubicBezTo>
                  <a:pt x="1137146" y="480592"/>
                  <a:pt x="1134932" y="486303"/>
                  <a:pt x="1132199" y="491450"/>
                </a:cubicBezTo>
                <a:cubicBezTo>
                  <a:pt x="1129467" y="496598"/>
                  <a:pt x="1126856" y="499172"/>
                  <a:pt x="1124365" y="499172"/>
                </a:cubicBezTo>
                <a:cubicBezTo>
                  <a:pt x="1121875" y="499172"/>
                  <a:pt x="1120149" y="498026"/>
                  <a:pt x="1119188" y="495734"/>
                </a:cubicBezTo>
                <a:cubicBezTo>
                  <a:pt x="1118226" y="493443"/>
                  <a:pt x="1117745" y="491578"/>
                  <a:pt x="1117745" y="490138"/>
                </a:cubicBezTo>
                <a:cubicBezTo>
                  <a:pt x="1117745" y="488699"/>
                  <a:pt x="1118093" y="487032"/>
                  <a:pt x="1118787" y="485136"/>
                </a:cubicBezTo>
                <a:cubicBezTo>
                  <a:pt x="1119482" y="483241"/>
                  <a:pt x="1120288" y="481704"/>
                  <a:pt x="1121207" y="480525"/>
                </a:cubicBezTo>
                <a:cubicBezTo>
                  <a:pt x="1123488" y="477784"/>
                  <a:pt x="1125717" y="472426"/>
                  <a:pt x="1127894" y="464450"/>
                </a:cubicBezTo>
                <a:cubicBezTo>
                  <a:pt x="1128744" y="461752"/>
                  <a:pt x="1130203" y="460403"/>
                  <a:pt x="1132269" y="460403"/>
                </a:cubicBezTo>
                <a:cubicBezTo>
                  <a:pt x="1134335" y="460403"/>
                  <a:pt x="1136108" y="462238"/>
                  <a:pt x="1137588" y="465906"/>
                </a:cubicBezTo>
                <a:cubicBezTo>
                  <a:pt x="1149990" y="463814"/>
                  <a:pt x="1163569" y="462096"/>
                  <a:pt x="1178324" y="460754"/>
                </a:cubicBezTo>
                <a:cubicBezTo>
                  <a:pt x="1178535" y="453210"/>
                  <a:pt x="1178324" y="446797"/>
                  <a:pt x="1177690" y="441516"/>
                </a:cubicBezTo>
                <a:cubicBezTo>
                  <a:pt x="1177057" y="436234"/>
                  <a:pt x="1175873" y="432338"/>
                  <a:pt x="1174139" y="429826"/>
                </a:cubicBezTo>
                <a:cubicBezTo>
                  <a:pt x="1172405" y="427314"/>
                  <a:pt x="1171537" y="425125"/>
                  <a:pt x="1171537" y="423258"/>
                </a:cubicBezTo>
                <a:cubicBezTo>
                  <a:pt x="1171537" y="421392"/>
                  <a:pt x="1172690" y="420459"/>
                  <a:pt x="1174996" y="420459"/>
                </a:cubicBezTo>
                <a:close/>
                <a:moveTo>
                  <a:pt x="218354" y="329148"/>
                </a:moveTo>
                <a:cubicBezTo>
                  <a:pt x="221602" y="329148"/>
                  <a:pt x="224402" y="330324"/>
                  <a:pt x="226755" y="332677"/>
                </a:cubicBezTo>
                <a:cubicBezTo>
                  <a:pt x="229108" y="335029"/>
                  <a:pt x="230284" y="337793"/>
                  <a:pt x="230284" y="340969"/>
                </a:cubicBezTo>
                <a:cubicBezTo>
                  <a:pt x="230284" y="344145"/>
                  <a:pt x="229096" y="346885"/>
                  <a:pt x="226720" y="349191"/>
                </a:cubicBezTo>
                <a:cubicBezTo>
                  <a:pt x="224344" y="351496"/>
                  <a:pt x="221550" y="352649"/>
                  <a:pt x="218339" y="352649"/>
                </a:cubicBezTo>
                <a:cubicBezTo>
                  <a:pt x="215127" y="352649"/>
                  <a:pt x="212339" y="351501"/>
                  <a:pt x="209973" y="349205"/>
                </a:cubicBezTo>
                <a:cubicBezTo>
                  <a:pt x="207607" y="346909"/>
                  <a:pt x="206424" y="344163"/>
                  <a:pt x="206424" y="340969"/>
                </a:cubicBezTo>
                <a:cubicBezTo>
                  <a:pt x="206424" y="337775"/>
                  <a:pt x="207596" y="335006"/>
                  <a:pt x="209939" y="332663"/>
                </a:cubicBezTo>
                <a:cubicBezTo>
                  <a:pt x="212282" y="330319"/>
                  <a:pt x="215087" y="329148"/>
                  <a:pt x="218354" y="329148"/>
                </a:cubicBezTo>
                <a:close/>
                <a:moveTo>
                  <a:pt x="119661" y="322452"/>
                </a:moveTo>
                <a:cubicBezTo>
                  <a:pt x="123264" y="322452"/>
                  <a:pt x="126140" y="323461"/>
                  <a:pt x="128289" y="325480"/>
                </a:cubicBezTo>
                <a:cubicBezTo>
                  <a:pt x="130437" y="327498"/>
                  <a:pt x="131512" y="330157"/>
                  <a:pt x="131512" y="333456"/>
                </a:cubicBezTo>
                <a:cubicBezTo>
                  <a:pt x="131512" y="334628"/>
                  <a:pt x="131273" y="336104"/>
                  <a:pt x="130795" y="337884"/>
                </a:cubicBezTo>
                <a:lnTo>
                  <a:pt x="131316" y="338079"/>
                </a:lnTo>
                <a:cubicBezTo>
                  <a:pt x="134963" y="332957"/>
                  <a:pt x="138782" y="329072"/>
                  <a:pt x="142776" y="326424"/>
                </a:cubicBezTo>
                <a:cubicBezTo>
                  <a:pt x="146770" y="323776"/>
                  <a:pt x="151197" y="322452"/>
                  <a:pt x="156059" y="322452"/>
                </a:cubicBezTo>
                <a:cubicBezTo>
                  <a:pt x="158924" y="322452"/>
                  <a:pt x="161962" y="322864"/>
                  <a:pt x="165175" y="323689"/>
                </a:cubicBezTo>
                <a:lnTo>
                  <a:pt x="161333" y="341204"/>
                </a:lnTo>
                <a:lnTo>
                  <a:pt x="149678" y="341204"/>
                </a:lnTo>
                <a:cubicBezTo>
                  <a:pt x="149678" y="338296"/>
                  <a:pt x="149363" y="336278"/>
                  <a:pt x="148734" y="335149"/>
                </a:cubicBezTo>
                <a:cubicBezTo>
                  <a:pt x="148104" y="334020"/>
                  <a:pt x="147030" y="333456"/>
                  <a:pt x="145511" y="333456"/>
                </a:cubicBezTo>
                <a:cubicBezTo>
                  <a:pt x="144339" y="333456"/>
                  <a:pt x="143058" y="333868"/>
                  <a:pt x="141669" y="334693"/>
                </a:cubicBezTo>
                <a:cubicBezTo>
                  <a:pt x="140280" y="335518"/>
                  <a:pt x="138620" y="337124"/>
                  <a:pt x="136688" y="339511"/>
                </a:cubicBezTo>
                <a:cubicBezTo>
                  <a:pt x="134756" y="341899"/>
                  <a:pt x="133302" y="344178"/>
                  <a:pt x="132325" y="346348"/>
                </a:cubicBezTo>
                <a:cubicBezTo>
                  <a:pt x="131349" y="348519"/>
                  <a:pt x="130491" y="351297"/>
                  <a:pt x="129754" y="354683"/>
                </a:cubicBezTo>
                <a:lnTo>
                  <a:pt x="122396" y="388085"/>
                </a:lnTo>
                <a:lnTo>
                  <a:pt x="103709" y="388085"/>
                </a:lnTo>
                <a:lnTo>
                  <a:pt x="114192" y="342832"/>
                </a:lnTo>
                <a:cubicBezTo>
                  <a:pt x="114843" y="340011"/>
                  <a:pt x="115168" y="337862"/>
                  <a:pt x="115168" y="336386"/>
                </a:cubicBezTo>
                <a:cubicBezTo>
                  <a:pt x="115168" y="334954"/>
                  <a:pt x="114930" y="333847"/>
                  <a:pt x="114452" y="333065"/>
                </a:cubicBezTo>
                <a:cubicBezTo>
                  <a:pt x="113975" y="332284"/>
                  <a:pt x="113150" y="331893"/>
                  <a:pt x="111978" y="331893"/>
                </a:cubicBezTo>
                <a:cubicBezTo>
                  <a:pt x="110632" y="331893"/>
                  <a:pt x="109178" y="332501"/>
                  <a:pt x="107615" y="333716"/>
                </a:cubicBezTo>
                <a:cubicBezTo>
                  <a:pt x="106053" y="334932"/>
                  <a:pt x="104230" y="336733"/>
                  <a:pt x="102146" y="339121"/>
                </a:cubicBezTo>
                <a:lnTo>
                  <a:pt x="97458" y="334433"/>
                </a:lnTo>
                <a:cubicBezTo>
                  <a:pt x="101799" y="330005"/>
                  <a:pt x="105651" y="326901"/>
                  <a:pt x="109015" y="325122"/>
                </a:cubicBezTo>
                <a:cubicBezTo>
                  <a:pt x="112379" y="323342"/>
                  <a:pt x="115928" y="322452"/>
                  <a:pt x="119661" y="322452"/>
                </a:cubicBezTo>
                <a:close/>
                <a:moveTo>
                  <a:pt x="1347427" y="317141"/>
                </a:moveTo>
                <a:lnTo>
                  <a:pt x="1334705" y="320466"/>
                </a:lnTo>
                <a:cubicBezTo>
                  <a:pt x="1331751" y="327006"/>
                  <a:pt x="1330274" y="330472"/>
                  <a:pt x="1330274" y="330866"/>
                </a:cubicBezTo>
                <a:cubicBezTo>
                  <a:pt x="1330274" y="331259"/>
                  <a:pt x="1331180" y="331776"/>
                  <a:pt x="1332991" y="332417"/>
                </a:cubicBezTo>
                <a:cubicBezTo>
                  <a:pt x="1336051" y="333538"/>
                  <a:pt x="1338286" y="334756"/>
                  <a:pt x="1339696" y="336070"/>
                </a:cubicBezTo>
                <a:cubicBezTo>
                  <a:pt x="1342882" y="330168"/>
                  <a:pt x="1345459" y="323858"/>
                  <a:pt x="1347427" y="317141"/>
                </a:cubicBezTo>
                <a:close/>
                <a:moveTo>
                  <a:pt x="1330507" y="295594"/>
                </a:moveTo>
                <a:cubicBezTo>
                  <a:pt x="1332484" y="295594"/>
                  <a:pt x="1334922" y="296560"/>
                  <a:pt x="1337821" y="298492"/>
                </a:cubicBezTo>
                <a:cubicBezTo>
                  <a:pt x="1340720" y="300424"/>
                  <a:pt x="1342170" y="302285"/>
                  <a:pt x="1342170" y="304074"/>
                </a:cubicBezTo>
                <a:cubicBezTo>
                  <a:pt x="1342170" y="305863"/>
                  <a:pt x="1341772" y="307223"/>
                  <a:pt x="1340974" y="308153"/>
                </a:cubicBezTo>
                <a:cubicBezTo>
                  <a:pt x="1340177" y="309083"/>
                  <a:pt x="1339096" y="310340"/>
                  <a:pt x="1337731" y="311924"/>
                </a:cubicBezTo>
                <a:lnTo>
                  <a:pt x="1348371" y="309862"/>
                </a:lnTo>
                <a:cubicBezTo>
                  <a:pt x="1348569" y="308927"/>
                  <a:pt x="1348580" y="308046"/>
                  <a:pt x="1348402" y="307217"/>
                </a:cubicBezTo>
                <a:cubicBezTo>
                  <a:pt x="1348225" y="306389"/>
                  <a:pt x="1348137" y="305660"/>
                  <a:pt x="1348137" y="305033"/>
                </a:cubicBezTo>
                <a:cubicBezTo>
                  <a:pt x="1348137" y="302527"/>
                  <a:pt x="1349102" y="301275"/>
                  <a:pt x="1351032" y="301275"/>
                </a:cubicBezTo>
                <a:cubicBezTo>
                  <a:pt x="1352963" y="301275"/>
                  <a:pt x="1355578" y="302134"/>
                  <a:pt x="1358878" y="303854"/>
                </a:cubicBezTo>
                <a:cubicBezTo>
                  <a:pt x="1362178" y="305573"/>
                  <a:pt x="1363828" y="307194"/>
                  <a:pt x="1363828" y="308716"/>
                </a:cubicBezTo>
                <a:cubicBezTo>
                  <a:pt x="1363828" y="310238"/>
                  <a:pt x="1363269" y="311930"/>
                  <a:pt x="1362152" y="313792"/>
                </a:cubicBezTo>
                <a:cubicBezTo>
                  <a:pt x="1361036" y="315653"/>
                  <a:pt x="1359674" y="318992"/>
                  <a:pt x="1358069" y="323807"/>
                </a:cubicBezTo>
                <a:cubicBezTo>
                  <a:pt x="1356464" y="328623"/>
                  <a:pt x="1353294" y="334333"/>
                  <a:pt x="1348561" y="340936"/>
                </a:cubicBezTo>
                <a:cubicBezTo>
                  <a:pt x="1353157" y="343314"/>
                  <a:pt x="1356496" y="345771"/>
                  <a:pt x="1358577" y="348308"/>
                </a:cubicBezTo>
                <a:cubicBezTo>
                  <a:pt x="1360658" y="350846"/>
                  <a:pt x="1361698" y="353583"/>
                  <a:pt x="1361698" y="356520"/>
                </a:cubicBezTo>
                <a:cubicBezTo>
                  <a:pt x="1361698" y="360449"/>
                  <a:pt x="1360634" y="362413"/>
                  <a:pt x="1358506" y="362413"/>
                </a:cubicBezTo>
                <a:cubicBezTo>
                  <a:pt x="1356378" y="362413"/>
                  <a:pt x="1354424" y="361433"/>
                  <a:pt x="1352644" y="359472"/>
                </a:cubicBezTo>
                <a:cubicBezTo>
                  <a:pt x="1348289" y="355012"/>
                  <a:pt x="1344996" y="351494"/>
                  <a:pt x="1342764" y="348919"/>
                </a:cubicBezTo>
                <a:cubicBezTo>
                  <a:pt x="1338296" y="354430"/>
                  <a:pt x="1331934" y="358885"/>
                  <a:pt x="1323677" y="362284"/>
                </a:cubicBezTo>
                <a:cubicBezTo>
                  <a:pt x="1315420" y="365684"/>
                  <a:pt x="1308021" y="367384"/>
                  <a:pt x="1301479" y="367384"/>
                </a:cubicBezTo>
                <a:cubicBezTo>
                  <a:pt x="1298734" y="367384"/>
                  <a:pt x="1297362" y="366492"/>
                  <a:pt x="1297362" y="364706"/>
                </a:cubicBezTo>
                <a:cubicBezTo>
                  <a:pt x="1297362" y="362921"/>
                  <a:pt x="1298533" y="361735"/>
                  <a:pt x="1300874" y="361149"/>
                </a:cubicBezTo>
                <a:cubicBezTo>
                  <a:pt x="1317331" y="355628"/>
                  <a:pt x="1328824" y="349594"/>
                  <a:pt x="1335353" y="343049"/>
                </a:cubicBezTo>
                <a:cubicBezTo>
                  <a:pt x="1330798" y="340344"/>
                  <a:pt x="1327056" y="338392"/>
                  <a:pt x="1324125" y="337193"/>
                </a:cubicBezTo>
                <a:cubicBezTo>
                  <a:pt x="1321195" y="335994"/>
                  <a:pt x="1319729" y="334328"/>
                  <a:pt x="1319729" y="332196"/>
                </a:cubicBezTo>
                <a:cubicBezTo>
                  <a:pt x="1319729" y="331387"/>
                  <a:pt x="1320214" y="329954"/>
                  <a:pt x="1321183" y="327896"/>
                </a:cubicBezTo>
                <a:cubicBezTo>
                  <a:pt x="1322152" y="325839"/>
                  <a:pt x="1323029" y="324088"/>
                  <a:pt x="1323815" y="322644"/>
                </a:cubicBezTo>
                <a:cubicBezTo>
                  <a:pt x="1316706" y="324774"/>
                  <a:pt x="1309547" y="327060"/>
                  <a:pt x="1302336" y="329501"/>
                </a:cubicBezTo>
                <a:cubicBezTo>
                  <a:pt x="1298513" y="330730"/>
                  <a:pt x="1295544" y="331345"/>
                  <a:pt x="1293428" y="331345"/>
                </a:cubicBezTo>
                <a:cubicBezTo>
                  <a:pt x="1291313" y="331345"/>
                  <a:pt x="1289043" y="330167"/>
                  <a:pt x="1286618" y="327810"/>
                </a:cubicBezTo>
                <a:cubicBezTo>
                  <a:pt x="1284193" y="325454"/>
                  <a:pt x="1282980" y="323282"/>
                  <a:pt x="1282980" y="321296"/>
                </a:cubicBezTo>
                <a:cubicBezTo>
                  <a:pt x="1282980" y="319310"/>
                  <a:pt x="1284482" y="318317"/>
                  <a:pt x="1287485" y="318317"/>
                </a:cubicBezTo>
                <a:lnTo>
                  <a:pt x="1292657" y="318496"/>
                </a:lnTo>
                <a:cubicBezTo>
                  <a:pt x="1298026" y="318496"/>
                  <a:pt x="1308998" y="316984"/>
                  <a:pt x="1325574" y="313960"/>
                </a:cubicBezTo>
                <a:cubicBezTo>
                  <a:pt x="1326886" y="309720"/>
                  <a:pt x="1327542" y="305147"/>
                  <a:pt x="1327542" y="300240"/>
                </a:cubicBezTo>
                <a:cubicBezTo>
                  <a:pt x="1327542" y="297142"/>
                  <a:pt x="1328531" y="295594"/>
                  <a:pt x="1330507" y="295594"/>
                </a:cubicBezTo>
                <a:close/>
                <a:moveTo>
                  <a:pt x="640186" y="290444"/>
                </a:moveTo>
                <a:cubicBezTo>
                  <a:pt x="642156" y="290444"/>
                  <a:pt x="645485" y="291343"/>
                  <a:pt x="650171" y="293141"/>
                </a:cubicBezTo>
                <a:cubicBezTo>
                  <a:pt x="654858" y="294938"/>
                  <a:pt x="657892" y="297351"/>
                  <a:pt x="659275" y="300378"/>
                </a:cubicBezTo>
                <a:cubicBezTo>
                  <a:pt x="660658" y="303406"/>
                  <a:pt x="661349" y="306109"/>
                  <a:pt x="661349" y="308488"/>
                </a:cubicBezTo>
                <a:cubicBezTo>
                  <a:pt x="661349" y="310867"/>
                  <a:pt x="660750" y="312816"/>
                  <a:pt x="659551" y="314333"/>
                </a:cubicBezTo>
                <a:cubicBezTo>
                  <a:pt x="658352" y="315851"/>
                  <a:pt x="656897" y="316610"/>
                  <a:pt x="655186" y="316610"/>
                </a:cubicBezTo>
                <a:cubicBezTo>
                  <a:pt x="653475" y="316610"/>
                  <a:pt x="652010" y="316071"/>
                  <a:pt x="650790" y="314995"/>
                </a:cubicBezTo>
                <a:cubicBezTo>
                  <a:pt x="649571" y="313918"/>
                  <a:pt x="647690" y="311508"/>
                  <a:pt x="645149" y="307763"/>
                </a:cubicBezTo>
                <a:cubicBezTo>
                  <a:pt x="642608" y="304018"/>
                  <a:pt x="640548" y="300981"/>
                  <a:pt x="638969" y="298652"/>
                </a:cubicBezTo>
                <a:cubicBezTo>
                  <a:pt x="637390" y="296323"/>
                  <a:pt x="636601" y="294373"/>
                  <a:pt x="636601" y="292801"/>
                </a:cubicBezTo>
                <a:cubicBezTo>
                  <a:pt x="636601" y="291230"/>
                  <a:pt x="637796" y="290444"/>
                  <a:pt x="640186" y="290444"/>
                </a:cubicBezTo>
                <a:close/>
                <a:moveTo>
                  <a:pt x="801296" y="284764"/>
                </a:moveTo>
                <a:cubicBezTo>
                  <a:pt x="803463" y="284764"/>
                  <a:pt x="806433" y="285741"/>
                  <a:pt x="810208" y="287696"/>
                </a:cubicBezTo>
                <a:cubicBezTo>
                  <a:pt x="813983" y="289651"/>
                  <a:pt x="815871" y="291761"/>
                  <a:pt x="815871" y="294027"/>
                </a:cubicBezTo>
                <a:cubicBezTo>
                  <a:pt x="815871" y="294762"/>
                  <a:pt x="815562" y="296088"/>
                  <a:pt x="814943" y="298004"/>
                </a:cubicBezTo>
                <a:cubicBezTo>
                  <a:pt x="814325" y="299921"/>
                  <a:pt x="813522" y="303597"/>
                  <a:pt x="812534" y="309034"/>
                </a:cubicBezTo>
                <a:cubicBezTo>
                  <a:pt x="809938" y="321425"/>
                  <a:pt x="806128" y="331052"/>
                  <a:pt x="801104" y="337914"/>
                </a:cubicBezTo>
                <a:cubicBezTo>
                  <a:pt x="796080" y="344776"/>
                  <a:pt x="790283" y="349864"/>
                  <a:pt x="783714" y="353179"/>
                </a:cubicBezTo>
                <a:cubicBezTo>
                  <a:pt x="777144" y="356494"/>
                  <a:pt x="772890" y="358152"/>
                  <a:pt x="770952" y="358152"/>
                </a:cubicBezTo>
                <a:cubicBezTo>
                  <a:pt x="769014" y="358152"/>
                  <a:pt x="768045" y="357329"/>
                  <a:pt x="768045" y="355683"/>
                </a:cubicBezTo>
                <a:cubicBezTo>
                  <a:pt x="768045" y="354037"/>
                  <a:pt x="769062" y="352537"/>
                  <a:pt x="771096" y="351181"/>
                </a:cubicBezTo>
                <a:cubicBezTo>
                  <a:pt x="780647" y="344472"/>
                  <a:pt x="787852" y="336547"/>
                  <a:pt x="792712" y="327406"/>
                </a:cubicBezTo>
                <a:cubicBezTo>
                  <a:pt x="797571" y="318265"/>
                  <a:pt x="800001" y="309032"/>
                  <a:pt x="800001" y="299708"/>
                </a:cubicBezTo>
                <a:cubicBezTo>
                  <a:pt x="800001" y="295976"/>
                  <a:pt x="799676" y="293429"/>
                  <a:pt x="799024" y="292068"/>
                </a:cubicBezTo>
                <a:cubicBezTo>
                  <a:pt x="798373" y="290707"/>
                  <a:pt x="798047" y="289525"/>
                  <a:pt x="798047" y="288524"/>
                </a:cubicBezTo>
                <a:cubicBezTo>
                  <a:pt x="798047" y="286017"/>
                  <a:pt x="799130" y="284764"/>
                  <a:pt x="801296" y="284764"/>
                </a:cubicBezTo>
                <a:close/>
                <a:moveTo>
                  <a:pt x="832178" y="274468"/>
                </a:moveTo>
                <a:cubicBezTo>
                  <a:pt x="834220" y="274468"/>
                  <a:pt x="837575" y="275553"/>
                  <a:pt x="842244" y="277724"/>
                </a:cubicBezTo>
                <a:cubicBezTo>
                  <a:pt x="846912" y="279895"/>
                  <a:pt x="849246" y="281879"/>
                  <a:pt x="849246" y="283678"/>
                </a:cubicBezTo>
                <a:cubicBezTo>
                  <a:pt x="849246" y="285476"/>
                  <a:pt x="849010" y="287263"/>
                  <a:pt x="848537" y="289038"/>
                </a:cubicBezTo>
                <a:cubicBezTo>
                  <a:pt x="848064" y="290813"/>
                  <a:pt x="847827" y="296630"/>
                  <a:pt x="847827" y="306489"/>
                </a:cubicBezTo>
                <a:lnTo>
                  <a:pt x="848537" y="354247"/>
                </a:lnTo>
                <a:cubicBezTo>
                  <a:pt x="848537" y="360409"/>
                  <a:pt x="847909" y="366033"/>
                  <a:pt x="846655" y="371118"/>
                </a:cubicBezTo>
                <a:cubicBezTo>
                  <a:pt x="845400" y="376204"/>
                  <a:pt x="843412" y="378746"/>
                  <a:pt x="840690" y="378746"/>
                </a:cubicBezTo>
                <a:cubicBezTo>
                  <a:pt x="837968" y="378746"/>
                  <a:pt x="835684" y="376439"/>
                  <a:pt x="833838" y="371825"/>
                </a:cubicBezTo>
                <a:cubicBezTo>
                  <a:pt x="831992" y="367211"/>
                  <a:pt x="831070" y="363530"/>
                  <a:pt x="831070" y="360782"/>
                </a:cubicBezTo>
                <a:cubicBezTo>
                  <a:pt x="831070" y="358033"/>
                  <a:pt x="831609" y="355647"/>
                  <a:pt x="832687" y="353625"/>
                </a:cubicBezTo>
                <a:cubicBezTo>
                  <a:pt x="833977" y="351264"/>
                  <a:pt x="834621" y="339506"/>
                  <a:pt x="834621" y="318349"/>
                </a:cubicBezTo>
                <a:cubicBezTo>
                  <a:pt x="834621" y="304807"/>
                  <a:pt x="834305" y="296026"/>
                  <a:pt x="833673" y="292004"/>
                </a:cubicBezTo>
                <a:cubicBezTo>
                  <a:pt x="833040" y="287982"/>
                  <a:pt x="832123" y="284949"/>
                  <a:pt x="830920" y="282906"/>
                </a:cubicBezTo>
                <a:cubicBezTo>
                  <a:pt x="829717" y="280862"/>
                  <a:pt x="829116" y="278945"/>
                  <a:pt x="829116" y="277154"/>
                </a:cubicBezTo>
                <a:cubicBezTo>
                  <a:pt x="829116" y="275363"/>
                  <a:pt x="830137" y="274468"/>
                  <a:pt x="832178" y="274468"/>
                </a:cubicBezTo>
                <a:close/>
                <a:moveTo>
                  <a:pt x="1188322" y="273467"/>
                </a:moveTo>
                <a:cubicBezTo>
                  <a:pt x="1184568" y="273467"/>
                  <a:pt x="1174402" y="274507"/>
                  <a:pt x="1157822" y="276589"/>
                </a:cubicBezTo>
                <a:cubicBezTo>
                  <a:pt x="1158621" y="278902"/>
                  <a:pt x="1159255" y="282099"/>
                  <a:pt x="1159725" y="286180"/>
                </a:cubicBezTo>
                <a:cubicBezTo>
                  <a:pt x="1175866" y="283854"/>
                  <a:pt x="1184610" y="282528"/>
                  <a:pt x="1185958" y="282203"/>
                </a:cubicBezTo>
                <a:cubicBezTo>
                  <a:pt x="1187306" y="281878"/>
                  <a:pt x="1188179" y="280693"/>
                  <a:pt x="1188578" y="278649"/>
                </a:cubicBezTo>
                <a:cubicBezTo>
                  <a:pt x="1188976" y="276604"/>
                  <a:pt x="1189176" y="275229"/>
                  <a:pt x="1189176" y="274524"/>
                </a:cubicBezTo>
                <a:cubicBezTo>
                  <a:pt x="1189176" y="273819"/>
                  <a:pt x="1188891" y="273467"/>
                  <a:pt x="1188322" y="273467"/>
                </a:cubicBezTo>
                <a:close/>
                <a:moveTo>
                  <a:pt x="997309" y="269562"/>
                </a:moveTo>
                <a:cubicBezTo>
                  <a:pt x="987075" y="271924"/>
                  <a:pt x="978694" y="273253"/>
                  <a:pt x="972168" y="273549"/>
                </a:cubicBezTo>
                <a:cubicBezTo>
                  <a:pt x="975363" y="289691"/>
                  <a:pt x="977822" y="303193"/>
                  <a:pt x="979546" y="314053"/>
                </a:cubicBezTo>
                <a:cubicBezTo>
                  <a:pt x="983436" y="313842"/>
                  <a:pt x="989302" y="313004"/>
                  <a:pt x="997142" y="311539"/>
                </a:cubicBezTo>
                <a:lnTo>
                  <a:pt x="997309" y="295481"/>
                </a:lnTo>
                <a:cubicBezTo>
                  <a:pt x="994657" y="296073"/>
                  <a:pt x="992166" y="296369"/>
                  <a:pt x="989837" y="296369"/>
                </a:cubicBezTo>
                <a:cubicBezTo>
                  <a:pt x="987508" y="296369"/>
                  <a:pt x="985331" y="296018"/>
                  <a:pt x="983305" y="295317"/>
                </a:cubicBezTo>
                <a:cubicBezTo>
                  <a:pt x="981279" y="294615"/>
                  <a:pt x="980267" y="293399"/>
                  <a:pt x="980267" y="291667"/>
                </a:cubicBezTo>
                <a:cubicBezTo>
                  <a:pt x="980267" y="289936"/>
                  <a:pt x="981741" y="288886"/>
                  <a:pt x="984689" y="288519"/>
                </a:cubicBezTo>
                <a:cubicBezTo>
                  <a:pt x="988480" y="288057"/>
                  <a:pt x="992687" y="287187"/>
                  <a:pt x="997309" y="285909"/>
                </a:cubicBezTo>
                <a:close/>
                <a:moveTo>
                  <a:pt x="1035159" y="264769"/>
                </a:moveTo>
                <a:cubicBezTo>
                  <a:pt x="1027927" y="264769"/>
                  <a:pt x="1019417" y="265673"/>
                  <a:pt x="1009627" y="267480"/>
                </a:cubicBezTo>
                <a:cubicBezTo>
                  <a:pt x="1009627" y="269993"/>
                  <a:pt x="1009509" y="275102"/>
                  <a:pt x="1009274" y="282807"/>
                </a:cubicBezTo>
                <a:cubicBezTo>
                  <a:pt x="1013917" y="281153"/>
                  <a:pt x="1017358" y="280327"/>
                  <a:pt x="1019598" y="280327"/>
                </a:cubicBezTo>
                <a:cubicBezTo>
                  <a:pt x="1021837" y="280327"/>
                  <a:pt x="1023961" y="280790"/>
                  <a:pt x="1025968" y="281715"/>
                </a:cubicBezTo>
                <a:cubicBezTo>
                  <a:pt x="1027976" y="282641"/>
                  <a:pt x="1028980" y="284075"/>
                  <a:pt x="1028980" y="286019"/>
                </a:cubicBezTo>
                <a:cubicBezTo>
                  <a:pt x="1028980" y="287963"/>
                  <a:pt x="1027726" y="289364"/>
                  <a:pt x="1025219" y="290224"/>
                </a:cubicBezTo>
                <a:cubicBezTo>
                  <a:pt x="1022712" y="291084"/>
                  <a:pt x="1017337" y="292263"/>
                  <a:pt x="1009095" y="293761"/>
                </a:cubicBezTo>
                <a:cubicBezTo>
                  <a:pt x="1009095" y="299198"/>
                  <a:pt x="1008977" y="304542"/>
                  <a:pt x="1008739" y="309792"/>
                </a:cubicBezTo>
                <a:cubicBezTo>
                  <a:pt x="1015184" y="308493"/>
                  <a:pt x="1019856" y="307844"/>
                  <a:pt x="1022755" y="307844"/>
                </a:cubicBezTo>
                <a:cubicBezTo>
                  <a:pt x="1025653" y="307844"/>
                  <a:pt x="1027635" y="308139"/>
                  <a:pt x="1028700" y="308731"/>
                </a:cubicBezTo>
                <a:cubicBezTo>
                  <a:pt x="1029765" y="309323"/>
                  <a:pt x="1030380" y="309619"/>
                  <a:pt x="1030544" y="309619"/>
                </a:cubicBezTo>
                <a:cubicBezTo>
                  <a:pt x="1031432" y="309619"/>
                  <a:pt x="1033098" y="303709"/>
                  <a:pt x="1035542" y="291888"/>
                </a:cubicBezTo>
                <a:cubicBezTo>
                  <a:pt x="1037986" y="280067"/>
                  <a:pt x="1039208" y="272777"/>
                  <a:pt x="1039208" y="270018"/>
                </a:cubicBezTo>
                <a:cubicBezTo>
                  <a:pt x="1039208" y="267259"/>
                  <a:pt x="1039023" y="265695"/>
                  <a:pt x="1038652" y="265324"/>
                </a:cubicBezTo>
                <a:cubicBezTo>
                  <a:pt x="1038282" y="264954"/>
                  <a:pt x="1037117" y="264769"/>
                  <a:pt x="1035159" y="264769"/>
                </a:cubicBezTo>
                <a:close/>
                <a:moveTo>
                  <a:pt x="218354" y="263991"/>
                </a:moveTo>
                <a:cubicBezTo>
                  <a:pt x="221602" y="263991"/>
                  <a:pt x="224402" y="265167"/>
                  <a:pt x="226755" y="267520"/>
                </a:cubicBezTo>
                <a:cubicBezTo>
                  <a:pt x="229108" y="269873"/>
                  <a:pt x="230284" y="272637"/>
                  <a:pt x="230284" y="275812"/>
                </a:cubicBezTo>
                <a:cubicBezTo>
                  <a:pt x="230284" y="278988"/>
                  <a:pt x="229096" y="281728"/>
                  <a:pt x="226720" y="284034"/>
                </a:cubicBezTo>
                <a:cubicBezTo>
                  <a:pt x="224344" y="286340"/>
                  <a:pt x="221550" y="287492"/>
                  <a:pt x="218339" y="287492"/>
                </a:cubicBezTo>
                <a:cubicBezTo>
                  <a:pt x="215127" y="287492"/>
                  <a:pt x="212339" y="286344"/>
                  <a:pt x="209973" y="284048"/>
                </a:cubicBezTo>
                <a:cubicBezTo>
                  <a:pt x="207607" y="281752"/>
                  <a:pt x="206424" y="279007"/>
                  <a:pt x="206424" y="275812"/>
                </a:cubicBezTo>
                <a:cubicBezTo>
                  <a:pt x="206424" y="272618"/>
                  <a:pt x="207596" y="269849"/>
                  <a:pt x="209939" y="267506"/>
                </a:cubicBezTo>
                <a:cubicBezTo>
                  <a:pt x="212282" y="265163"/>
                  <a:pt x="215087" y="263991"/>
                  <a:pt x="218354" y="263991"/>
                </a:cubicBezTo>
                <a:close/>
                <a:moveTo>
                  <a:pt x="1194136" y="262928"/>
                </a:moveTo>
                <a:cubicBezTo>
                  <a:pt x="1196379" y="262928"/>
                  <a:pt x="1199557" y="264055"/>
                  <a:pt x="1203669" y="266310"/>
                </a:cubicBezTo>
                <a:cubicBezTo>
                  <a:pt x="1207782" y="268564"/>
                  <a:pt x="1209838" y="270705"/>
                  <a:pt x="1209838" y="272733"/>
                </a:cubicBezTo>
                <a:cubicBezTo>
                  <a:pt x="1209838" y="274760"/>
                  <a:pt x="1208847" y="276287"/>
                  <a:pt x="1206864" y="277312"/>
                </a:cubicBezTo>
                <a:cubicBezTo>
                  <a:pt x="1204882" y="278338"/>
                  <a:pt x="1203204" y="279459"/>
                  <a:pt x="1201830" y="280676"/>
                </a:cubicBezTo>
                <a:cubicBezTo>
                  <a:pt x="1200455" y="281893"/>
                  <a:pt x="1199671" y="282740"/>
                  <a:pt x="1199477" y="283217"/>
                </a:cubicBezTo>
                <a:cubicBezTo>
                  <a:pt x="1199283" y="283694"/>
                  <a:pt x="1199245" y="284229"/>
                  <a:pt x="1199364" y="284823"/>
                </a:cubicBezTo>
                <a:cubicBezTo>
                  <a:pt x="1199483" y="285417"/>
                  <a:pt x="1199542" y="286201"/>
                  <a:pt x="1199542" y="287176"/>
                </a:cubicBezTo>
                <a:cubicBezTo>
                  <a:pt x="1199542" y="288150"/>
                  <a:pt x="1198995" y="288886"/>
                  <a:pt x="1197901" y="289383"/>
                </a:cubicBezTo>
                <a:cubicBezTo>
                  <a:pt x="1196806" y="289879"/>
                  <a:pt x="1193661" y="290337"/>
                  <a:pt x="1188466" y="290756"/>
                </a:cubicBezTo>
                <a:cubicBezTo>
                  <a:pt x="1183270" y="291174"/>
                  <a:pt x="1178441" y="291538"/>
                  <a:pt x="1173976" y="291847"/>
                </a:cubicBezTo>
                <a:cubicBezTo>
                  <a:pt x="1176146" y="291894"/>
                  <a:pt x="1177991" y="292574"/>
                  <a:pt x="1179510" y="293886"/>
                </a:cubicBezTo>
                <a:cubicBezTo>
                  <a:pt x="1181030" y="295198"/>
                  <a:pt x="1181790" y="296495"/>
                  <a:pt x="1181790" y="297777"/>
                </a:cubicBezTo>
                <a:cubicBezTo>
                  <a:pt x="1181790" y="299059"/>
                  <a:pt x="1181700" y="300024"/>
                  <a:pt x="1181522" y="300674"/>
                </a:cubicBezTo>
                <a:cubicBezTo>
                  <a:pt x="1181344" y="301323"/>
                  <a:pt x="1181255" y="301700"/>
                  <a:pt x="1181255" y="301803"/>
                </a:cubicBezTo>
                <a:cubicBezTo>
                  <a:pt x="1189663" y="300303"/>
                  <a:pt x="1195282" y="299041"/>
                  <a:pt x="1198113" y="298017"/>
                </a:cubicBezTo>
                <a:cubicBezTo>
                  <a:pt x="1200943" y="296993"/>
                  <a:pt x="1203233" y="296482"/>
                  <a:pt x="1204983" y="296482"/>
                </a:cubicBezTo>
                <a:cubicBezTo>
                  <a:pt x="1206732" y="296482"/>
                  <a:pt x="1209991" y="297755"/>
                  <a:pt x="1214760" y="300302"/>
                </a:cubicBezTo>
                <a:cubicBezTo>
                  <a:pt x="1219528" y="302849"/>
                  <a:pt x="1221912" y="305492"/>
                  <a:pt x="1221912" y="308231"/>
                </a:cubicBezTo>
                <a:cubicBezTo>
                  <a:pt x="1221912" y="309513"/>
                  <a:pt x="1221291" y="311160"/>
                  <a:pt x="1220047" y="313172"/>
                </a:cubicBezTo>
                <a:cubicBezTo>
                  <a:pt x="1218804" y="315185"/>
                  <a:pt x="1218182" y="318307"/>
                  <a:pt x="1218182" y="322539"/>
                </a:cubicBezTo>
                <a:lnTo>
                  <a:pt x="1218539" y="331218"/>
                </a:lnTo>
                <a:cubicBezTo>
                  <a:pt x="1218539" y="335874"/>
                  <a:pt x="1217044" y="340640"/>
                  <a:pt x="1214054" y="345515"/>
                </a:cubicBezTo>
                <a:cubicBezTo>
                  <a:pt x="1211064" y="350390"/>
                  <a:pt x="1208286" y="352827"/>
                  <a:pt x="1205721" y="352827"/>
                </a:cubicBezTo>
                <a:cubicBezTo>
                  <a:pt x="1204105" y="352827"/>
                  <a:pt x="1202614" y="351664"/>
                  <a:pt x="1201247" y="349338"/>
                </a:cubicBezTo>
                <a:cubicBezTo>
                  <a:pt x="1199332" y="346435"/>
                  <a:pt x="1196400" y="342679"/>
                  <a:pt x="1192450" y="338072"/>
                </a:cubicBezTo>
                <a:cubicBezTo>
                  <a:pt x="1190740" y="336193"/>
                  <a:pt x="1189885" y="334531"/>
                  <a:pt x="1189885" y="333088"/>
                </a:cubicBezTo>
                <a:cubicBezTo>
                  <a:pt x="1189885" y="331645"/>
                  <a:pt x="1190570" y="330923"/>
                  <a:pt x="1191940" y="330923"/>
                </a:cubicBezTo>
                <a:cubicBezTo>
                  <a:pt x="1193309" y="330923"/>
                  <a:pt x="1194882" y="331160"/>
                  <a:pt x="1196658" y="331633"/>
                </a:cubicBezTo>
                <a:cubicBezTo>
                  <a:pt x="1198434" y="332106"/>
                  <a:pt x="1199974" y="332343"/>
                  <a:pt x="1201280" y="332343"/>
                </a:cubicBezTo>
                <a:cubicBezTo>
                  <a:pt x="1202585" y="332343"/>
                  <a:pt x="1203439" y="331605"/>
                  <a:pt x="1203842" y="330129"/>
                </a:cubicBezTo>
                <a:cubicBezTo>
                  <a:pt x="1204244" y="328653"/>
                  <a:pt x="1204446" y="325921"/>
                  <a:pt x="1204446" y="321933"/>
                </a:cubicBezTo>
                <a:cubicBezTo>
                  <a:pt x="1204446" y="317945"/>
                  <a:pt x="1204098" y="314610"/>
                  <a:pt x="1203403" y="311930"/>
                </a:cubicBezTo>
                <a:cubicBezTo>
                  <a:pt x="1202709" y="309249"/>
                  <a:pt x="1201055" y="307909"/>
                  <a:pt x="1198442" y="307909"/>
                </a:cubicBezTo>
                <a:cubicBezTo>
                  <a:pt x="1198082" y="307909"/>
                  <a:pt x="1192412" y="308499"/>
                  <a:pt x="1181433" y="309679"/>
                </a:cubicBezTo>
                <a:cubicBezTo>
                  <a:pt x="1181552" y="311570"/>
                  <a:pt x="1181611" y="315407"/>
                  <a:pt x="1181611" y="321190"/>
                </a:cubicBezTo>
                <a:cubicBezTo>
                  <a:pt x="1181611" y="349294"/>
                  <a:pt x="1180822" y="365943"/>
                  <a:pt x="1179245" y="371135"/>
                </a:cubicBezTo>
                <a:cubicBezTo>
                  <a:pt x="1177667" y="376328"/>
                  <a:pt x="1175876" y="378924"/>
                  <a:pt x="1173872" y="378924"/>
                </a:cubicBezTo>
                <a:cubicBezTo>
                  <a:pt x="1171868" y="378924"/>
                  <a:pt x="1170456" y="377009"/>
                  <a:pt x="1169635" y="373180"/>
                </a:cubicBezTo>
                <a:cubicBezTo>
                  <a:pt x="1168814" y="369350"/>
                  <a:pt x="1168403" y="366110"/>
                  <a:pt x="1168403" y="363461"/>
                </a:cubicBezTo>
                <a:cubicBezTo>
                  <a:pt x="1168403" y="360811"/>
                  <a:pt x="1168581" y="354732"/>
                  <a:pt x="1168936" y="345222"/>
                </a:cubicBezTo>
                <a:cubicBezTo>
                  <a:pt x="1169292" y="335712"/>
                  <a:pt x="1169363" y="324458"/>
                  <a:pt x="1169150" y="311460"/>
                </a:cubicBezTo>
                <a:cubicBezTo>
                  <a:pt x="1161351" y="312746"/>
                  <a:pt x="1155562" y="313625"/>
                  <a:pt x="1151785" y="314098"/>
                </a:cubicBezTo>
                <a:cubicBezTo>
                  <a:pt x="1151785" y="320977"/>
                  <a:pt x="1151049" y="328412"/>
                  <a:pt x="1149579" y="336402"/>
                </a:cubicBezTo>
                <a:cubicBezTo>
                  <a:pt x="1148108" y="344392"/>
                  <a:pt x="1145992" y="348388"/>
                  <a:pt x="1143228" y="348388"/>
                </a:cubicBezTo>
                <a:cubicBezTo>
                  <a:pt x="1141452" y="348388"/>
                  <a:pt x="1139849" y="347135"/>
                  <a:pt x="1138418" y="344631"/>
                </a:cubicBezTo>
                <a:cubicBezTo>
                  <a:pt x="1136987" y="342126"/>
                  <a:pt x="1136272" y="339987"/>
                  <a:pt x="1136272" y="338213"/>
                </a:cubicBezTo>
                <a:cubicBezTo>
                  <a:pt x="1136272" y="336439"/>
                  <a:pt x="1136513" y="335069"/>
                  <a:pt x="1136996" y="334102"/>
                </a:cubicBezTo>
                <a:cubicBezTo>
                  <a:pt x="1137478" y="333135"/>
                  <a:pt x="1138010" y="330875"/>
                  <a:pt x="1138593" y="327324"/>
                </a:cubicBezTo>
                <a:cubicBezTo>
                  <a:pt x="1139176" y="323772"/>
                  <a:pt x="1139467" y="320540"/>
                  <a:pt x="1139467" y="317626"/>
                </a:cubicBezTo>
                <a:cubicBezTo>
                  <a:pt x="1139467" y="314713"/>
                  <a:pt x="1138934" y="312694"/>
                  <a:pt x="1137869" y="311570"/>
                </a:cubicBezTo>
                <a:cubicBezTo>
                  <a:pt x="1136804" y="310447"/>
                  <a:pt x="1136272" y="309012"/>
                  <a:pt x="1136272" y="307267"/>
                </a:cubicBezTo>
                <a:cubicBezTo>
                  <a:pt x="1136272" y="305521"/>
                  <a:pt x="1137289" y="304648"/>
                  <a:pt x="1139323" y="304648"/>
                </a:cubicBezTo>
                <a:cubicBezTo>
                  <a:pt x="1141357" y="304648"/>
                  <a:pt x="1143538" y="305200"/>
                  <a:pt x="1145866" y="306302"/>
                </a:cubicBezTo>
                <a:cubicBezTo>
                  <a:pt x="1147957" y="306504"/>
                  <a:pt x="1155647" y="305681"/>
                  <a:pt x="1168938" y="303834"/>
                </a:cubicBezTo>
                <a:cubicBezTo>
                  <a:pt x="1168715" y="299343"/>
                  <a:pt x="1167818" y="295790"/>
                  <a:pt x="1166246" y="293173"/>
                </a:cubicBezTo>
                <a:cubicBezTo>
                  <a:pt x="1162880" y="293633"/>
                  <a:pt x="1160802" y="293985"/>
                  <a:pt x="1160010" y="294228"/>
                </a:cubicBezTo>
                <a:cubicBezTo>
                  <a:pt x="1159481" y="296484"/>
                  <a:pt x="1158178" y="297613"/>
                  <a:pt x="1156101" y="297613"/>
                </a:cubicBezTo>
                <a:cubicBezTo>
                  <a:pt x="1154024" y="297613"/>
                  <a:pt x="1152504" y="296319"/>
                  <a:pt x="1151538" y="293730"/>
                </a:cubicBezTo>
                <a:cubicBezTo>
                  <a:pt x="1148664" y="284749"/>
                  <a:pt x="1146079" y="278767"/>
                  <a:pt x="1143785" y="275783"/>
                </a:cubicBezTo>
                <a:cubicBezTo>
                  <a:pt x="1142680" y="274267"/>
                  <a:pt x="1142128" y="272722"/>
                  <a:pt x="1142128" y="271148"/>
                </a:cubicBezTo>
                <a:cubicBezTo>
                  <a:pt x="1142128" y="269574"/>
                  <a:pt x="1143079" y="268787"/>
                  <a:pt x="1144981" y="268787"/>
                </a:cubicBezTo>
                <a:cubicBezTo>
                  <a:pt x="1146883" y="268787"/>
                  <a:pt x="1148718" y="268963"/>
                  <a:pt x="1150486" y="269316"/>
                </a:cubicBezTo>
                <a:cubicBezTo>
                  <a:pt x="1156578" y="268880"/>
                  <a:pt x="1164135" y="267984"/>
                  <a:pt x="1173158" y="266628"/>
                </a:cubicBezTo>
                <a:cubicBezTo>
                  <a:pt x="1182181" y="265272"/>
                  <a:pt x="1187372" y="264316"/>
                  <a:pt x="1188732" y="263761"/>
                </a:cubicBezTo>
                <a:cubicBezTo>
                  <a:pt x="1190091" y="263205"/>
                  <a:pt x="1191892" y="262928"/>
                  <a:pt x="1194136" y="262928"/>
                </a:cubicBezTo>
                <a:close/>
                <a:moveTo>
                  <a:pt x="60358" y="260912"/>
                </a:moveTo>
                <a:cubicBezTo>
                  <a:pt x="71551" y="260912"/>
                  <a:pt x="81860" y="262502"/>
                  <a:pt x="91286" y="265683"/>
                </a:cubicBezTo>
                <a:lnTo>
                  <a:pt x="87133" y="284064"/>
                </a:lnTo>
                <a:lnTo>
                  <a:pt x="74320" y="284064"/>
                </a:lnTo>
                <a:cubicBezTo>
                  <a:pt x="74025" y="279528"/>
                  <a:pt x="72670" y="276066"/>
                  <a:pt x="70255" y="273681"/>
                </a:cubicBezTo>
                <a:cubicBezTo>
                  <a:pt x="67839" y="271295"/>
                  <a:pt x="64658" y="270102"/>
                  <a:pt x="60711" y="270102"/>
                </a:cubicBezTo>
                <a:cubicBezTo>
                  <a:pt x="57942" y="270102"/>
                  <a:pt x="55365" y="270720"/>
                  <a:pt x="52979" y="271957"/>
                </a:cubicBezTo>
                <a:cubicBezTo>
                  <a:pt x="50593" y="273195"/>
                  <a:pt x="48679" y="275006"/>
                  <a:pt x="47235" y="277392"/>
                </a:cubicBezTo>
                <a:cubicBezTo>
                  <a:pt x="45792" y="279778"/>
                  <a:pt x="45070" y="282561"/>
                  <a:pt x="45070" y="285743"/>
                </a:cubicBezTo>
                <a:cubicBezTo>
                  <a:pt x="45070" y="290279"/>
                  <a:pt x="46411" y="293489"/>
                  <a:pt x="49091" y="295375"/>
                </a:cubicBezTo>
                <a:cubicBezTo>
                  <a:pt x="51771" y="297260"/>
                  <a:pt x="56087" y="298202"/>
                  <a:pt x="62037" y="298202"/>
                </a:cubicBezTo>
                <a:lnTo>
                  <a:pt x="73790" y="298202"/>
                </a:lnTo>
                <a:lnTo>
                  <a:pt x="71315" y="309160"/>
                </a:lnTo>
                <a:lnTo>
                  <a:pt x="63009" y="309160"/>
                </a:lnTo>
                <a:cubicBezTo>
                  <a:pt x="57412" y="309160"/>
                  <a:pt x="52964" y="309587"/>
                  <a:pt x="49665" y="310441"/>
                </a:cubicBezTo>
                <a:cubicBezTo>
                  <a:pt x="46366" y="311295"/>
                  <a:pt x="43539" y="312518"/>
                  <a:pt x="41182" y="314108"/>
                </a:cubicBezTo>
                <a:cubicBezTo>
                  <a:pt x="38826" y="315699"/>
                  <a:pt x="37103" y="317540"/>
                  <a:pt x="36013" y="319631"/>
                </a:cubicBezTo>
                <a:cubicBezTo>
                  <a:pt x="34923" y="321723"/>
                  <a:pt x="34378" y="324064"/>
                  <a:pt x="34378" y="326656"/>
                </a:cubicBezTo>
                <a:cubicBezTo>
                  <a:pt x="34378" y="330368"/>
                  <a:pt x="35586" y="333269"/>
                  <a:pt x="38001" y="335361"/>
                </a:cubicBezTo>
                <a:cubicBezTo>
                  <a:pt x="40416" y="337452"/>
                  <a:pt x="44128" y="338498"/>
                  <a:pt x="49135" y="338498"/>
                </a:cubicBezTo>
                <a:cubicBezTo>
                  <a:pt x="53377" y="338498"/>
                  <a:pt x="57825" y="337614"/>
                  <a:pt x="62479" y="335847"/>
                </a:cubicBezTo>
                <a:cubicBezTo>
                  <a:pt x="67133" y="334079"/>
                  <a:pt x="72111" y="331546"/>
                  <a:pt x="77413" y="328247"/>
                </a:cubicBezTo>
                <a:lnTo>
                  <a:pt x="82891" y="337879"/>
                </a:lnTo>
                <a:cubicBezTo>
                  <a:pt x="68929" y="346892"/>
                  <a:pt x="55557" y="351399"/>
                  <a:pt x="42773" y="351399"/>
                </a:cubicBezTo>
                <a:cubicBezTo>
                  <a:pt x="32287" y="351399"/>
                  <a:pt x="23980" y="349381"/>
                  <a:pt x="17853" y="345346"/>
                </a:cubicBezTo>
                <a:cubicBezTo>
                  <a:pt x="11727" y="341311"/>
                  <a:pt x="8663" y="335493"/>
                  <a:pt x="8663" y="327894"/>
                </a:cubicBezTo>
                <a:cubicBezTo>
                  <a:pt x="8663" y="321649"/>
                  <a:pt x="11211" y="316376"/>
                  <a:pt x="16307" y="312076"/>
                </a:cubicBezTo>
                <a:cubicBezTo>
                  <a:pt x="21403" y="307775"/>
                  <a:pt x="28605" y="304889"/>
                  <a:pt x="37913" y="303416"/>
                </a:cubicBezTo>
                <a:lnTo>
                  <a:pt x="38178" y="302179"/>
                </a:lnTo>
                <a:cubicBezTo>
                  <a:pt x="32758" y="300883"/>
                  <a:pt x="28516" y="298659"/>
                  <a:pt x="25453" y="295507"/>
                </a:cubicBezTo>
                <a:cubicBezTo>
                  <a:pt x="22390" y="292355"/>
                  <a:pt x="20858" y="288629"/>
                  <a:pt x="20858" y="284329"/>
                </a:cubicBezTo>
                <a:cubicBezTo>
                  <a:pt x="20858" y="279262"/>
                  <a:pt x="22478" y="274962"/>
                  <a:pt x="25718" y="271427"/>
                </a:cubicBezTo>
                <a:cubicBezTo>
                  <a:pt x="28958" y="267893"/>
                  <a:pt x="33612" y="265256"/>
                  <a:pt x="39680" y="263518"/>
                </a:cubicBezTo>
                <a:cubicBezTo>
                  <a:pt x="45748" y="261781"/>
                  <a:pt x="52640" y="260912"/>
                  <a:pt x="60358" y="260912"/>
                </a:cubicBezTo>
                <a:close/>
                <a:moveTo>
                  <a:pt x="492511" y="259619"/>
                </a:moveTo>
                <a:cubicBezTo>
                  <a:pt x="489622" y="259619"/>
                  <a:pt x="485895" y="260300"/>
                  <a:pt x="481329" y="261661"/>
                </a:cubicBezTo>
                <a:cubicBezTo>
                  <a:pt x="476763" y="263022"/>
                  <a:pt x="472855" y="263643"/>
                  <a:pt x="469605" y="263524"/>
                </a:cubicBezTo>
                <a:cubicBezTo>
                  <a:pt x="469842" y="271389"/>
                  <a:pt x="469961" y="277521"/>
                  <a:pt x="469961" y="281919"/>
                </a:cubicBezTo>
                <a:cubicBezTo>
                  <a:pt x="479947" y="278371"/>
                  <a:pt x="486194" y="276597"/>
                  <a:pt x="488702" y="276597"/>
                </a:cubicBezTo>
                <a:cubicBezTo>
                  <a:pt x="491210" y="276597"/>
                  <a:pt x="493300" y="277115"/>
                  <a:pt x="494971" y="278149"/>
                </a:cubicBezTo>
                <a:cubicBezTo>
                  <a:pt x="496642" y="279184"/>
                  <a:pt x="497478" y="280483"/>
                  <a:pt x="497478" y="282045"/>
                </a:cubicBezTo>
                <a:cubicBezTo>
                  <a:pt x="497478" y="283607"/>
                  <a:pt x="496836" y="284772"/>
                  <a:pt x="495554" y="285543"/>
                </a:cubicBezTo>
                <a:cubicBezTo>
                  <a:pt x="494271" y="286313"/>
                  <a:pt x="491043" y="287215"/>
                  <a:pt x="485872" y="288249"/>
                </a:cubicBezTo>
                <a:cubicBezTo>
                  <a:pt x="480700" y="289283"/>
                  <a:pt x="476941" y="289800"/>
                  <a:pt x="474596" y="289800"/>
                </a:cubicBezTo>
                <a:cubicBezTo>
                  <a:pt x="472251" y="289800"/>
                  <a:pt x="470690" y="289563"/>
                  <a:pt x="469913" y="289090"/>
                </a:cubicBezTo>
                <a:lnTo>
                  <a:pt x="469775" y="305177"/>
                </a:lnTo>
                <a:cubicBezTo>
                  <a:pt x="479983" y="301748"/>
                  <a:pt x="486226" y="300033"/>
                  <a:pt x="488504" y="300033"/>
                </a:cubicBezTo>
                <a:cubicBezTo>
                  <a:pt x="490782" y="300033"/>
                  <a:pt x="493055" y="300692"/>
                  <a:pt x="495322" y="302008"/>
                </a:cubicBezTo>
                <a:cubicBezTo>
                  <a:pt x="497589" y="303325"/>
                  <a:pt x="498722" y="304784"/>
                  <a:pt x="498722" y="306384"/>
                </a:cubicBezTo>
                <a:cubicBezTo>
                  <a:pt x="498722" y="307985"/>
                  <a:pt x="498004" y="309165"/>
                  <a:pt x="496567" y="309925"/>
                </a:cubicBezTo>
                <a:cubicBezTo>
                  <a:pt x="495131" y="310684"/>
                  <a:pt x="491706" y="311455"/>
                  <a:pt x="486291" y="312238"/>
                </a:cubicBezTo>
                <a:cubicBezTo>
                  <a:pt x="480877" y="313020"/>
                  <a:pt x="476808" y="313411"/>
                  <a:pt x="474084" y="313411"/>
                </a:cubicBezTo>
                <a:cubicBezTo>
                  <a:pt x="471360" y="313411"/>
                  <a:pt x="469902" y="313293"/>
                  <a:pt x="469710" y="313058"/>
                </a:cubicBezTo>
                <a:lnTo>
                  <a:pt x="469251" y="333406"/>
                </a:lnTo>
                <a:cubicBezTo>
                  <a:pt x="481218" y="330805"/>
                  <a:pt x="489255" y="329504"/>
                  <a:pt x="493361" y="329504"/>
                </a:cubicBezTo>
                <a:cubicBezTo>
                  <a:pt x="496077" y="329504"/>
                  <a:pt x="497677" y="329917"/>
                  <a:pt x="498159" y="330743"/>
                </a:cubicBezTo>
                <a:cubicBezTo>
                  <a:pt x="501475" y="333231"/>
                  <a:pt x="503053" y="334475"/>
                  <a:pt x="502893" y="334475"/>
                </a:cubicBezTo>
                <a:cubicBezTo>
                  <a:pt x="502733" y="334475"/>
                  <a:pt x="502814" y="333571"/>
                  <a:pt x="503138" y="331763"/>
                </a:cubicBezTo>
                <a:cubicBezTo>
                  <a:pt x="503461" y="329955"/>
                  <a:pt x="503622" y="323943"/>
                  <a:pt x="503622" y="313727"/>
                </a:cubicBezTo>
                <a:cubicBezTo>
                  <a:pt x="503622" y="303510"/>
                  <a:pt x="503388" y="294124"/>
                  <a:pt x="502920" y="285568"/>
                </a:cubicBezTo>
                <a:cubicBezTo>
                  <a:pt x="502451" y="277012"/>
                  <a:pt x="501932" y="270884"/>
                  <a:pt x="501362" y="267182"/>
                </a:cubicBezTo>
                <a:cubicBezTo>
                  <a:pt x="500792" y="263481"/>
                  <a:pt x="500358" y="261465"/>
                  <a:pt x="500061" y="261135"/>
                </a:cubicBezTo>
                <a:cubicBezTo>
                  <a:pt x="499764" y="260805"/>
                  <a:pt x="499154" y="260470"/>
                  <a:pt x="498230" y="260130"/>
                </a:cubicBezTo>
                <a:cubicBezTo>
                  <a:pt x="497306" y="259789"/>
                  <a:pt x="495400" y="259619"/>
                  <a:pt x="492511" y="259619"/>
                </a:cubicBezTo>
                <a:close/>
                <a:moveTo>
                  <a:pt x="501157" y="246595"/>
                </a:moveTo>
                <a:cubicBezTo>
                  <a:pt x="502878" y="246595"/>
                  <a:pt x="506690" y="248070"/>
                  <a:pt x="512592" y="251022"/>
                </a:cubicBezTo>
                <a:cubicBezTo>
                  <a:pt x="518495" y="253973"/>
                  <a:pt x="521446" y="256649"/>
                  <a:pt x="521446" y="259051"/>
                </a:cubicBezTo>
                <a:cubicBezTo>
                  <a:pt x="521446" y="260314"/>
                  <a:pt x="520537" y="262035"/>
                  <a:pt x="518720" y="264214"/>
                </a:cubicBezTo>
                <a:cubicBezTo>
                  <a:pt x="516987" y="266382"/>
                  <a:pt x="516121" y="270579"/>
                  <a:pt x="516121" y="276805"/>
                </a:cubicBezTo>
                <a:cubicBezTo>
                  <a:pt x="516121" y="283031"/>
                  <a:pt x="516594" y="292562"/>
                  <a:pt x="517541" y="305399"/>
                </a:cubicBezTo>
                <a:cubicBezTo>
                  <a:pt x="518487" y="318236"/>
                  <a:pt x="518960" y="326695"/>
                  <a:pt x="518960" y="330776"/>
                </a:cubicBezTo>
                <a:cubicBezTo>
                  <a:pt x="518960" y="338581"/>
                  <a:pt x="517552" y="345716"/>
                  <a:pt x="514737" y="352182"/>
                </a:cubicBezTo>
                <a:cubicBezTo>
                  <a:pt x="511922" y="358648"/>
                  <a:pt x="508879" y="361882"/>
                  <a:pt x="505610" y="361882"/>
                </a:cubicBezTo>
                <a:cubicBezTo>
                  <a:pt x="504070" y="361882"/>
                  <a:pt x="502895" y="360887"/>
                  <a:pt x="502084" y="358897"/>
                </a:cubicBezTo>
                <a:cubicBezTo>
                  <a:pt x="501274" y="356907"/>
                  <a:pt x="499736" y="352065"/>
                  <a:pt x="497472" y="344369"/>
                </a:cubicBezTo>
                <a:cubicBezTo>
                  <a:pt x="496528" y="341012"/>
                  <a:pt x="495039" y="339333"/>
                  <a:pt x="493007" y="339333"/>
                </a:cubicBezTo>
                <a:cubicBezTo>
                  <a:pt x="492223" y="339333"/>
                  <a:pt x="490943" y="339510"/>
                  <a:pt x="489167" y="339865"/>
                </a:cubicBezTo>
                <a:cubicBezTo>
                  <a:pt x="481591" y="341878"/>
                  <a:pt x="474785" y="342707"/>
                  <a:pt x="468751" y="342350"/>
                </a:cubicBezTo>
                <a:cubicBezTo>
                  <a:pt x="468457" y="346813"/>
                  <a:pt x="467855" y="350029"/>
                  <a:pt x="466944" y="352000"/>
                </a:cubicBezTo>
                <a:cubicBezTo>
                  <a:pt x="466034" y="353971"/>
                  <a:pt x="464497" y="354956"/>
                  <a:pt x="462333" y="354956"/>
                </a:cubicBezTo>
                <a:cubicBezTo>
                  <a:pt x="460170" y="354956"/>
                  <a:pt x="458374" y="353152"/>
                  <a:pt x="456945" y="349543"/>
                </a:cubicBezTo>
                <a:cubicBezTo>
                  <a:pt x="455516" y="345934"/>
                  <a:pt x="454802" y="342717"/>
                  <a:pt x="454802" y="339893"/>
                </a:cubicBezTo>
                <a:cubicBezTo>
                  <a:pt x="454802" y="337069"/>
                  <a:pt x="454979" y="335047"/>
                  <a:pt x="455333" y="333828"/>
                </a:cubicBezTo>
                <a:cubicBezTo>
                  <a:pt x="456990" y="327848"/>
                  <a:pt x="457819" y="313989"/>
                  <a:pt x="457819" y="292251"/>
                </a:cubicBezTo>
                <a:cubicBezTo>
                  <a:pt x="457819" y="282224"/>
                  <a:pt x="457589" y="275258"/>
                  <a:pt x="457130" y="271352"/>
                </a:cubicBezTo>
                <a:cubicBezTo>
                  <a:pt x="456671" y="267446"/>
                  <a:pt x="455843" y="264445"/>
                  <a:pt x="454645" y="262350"/>
                </a:cubicBezTo>
                <a:cubicBezTo>
                  <a:pt x="453447" y="260254"/>
                  <a:pt x="452848" y="258229"/>
                  <a:pt x="452848" y="256273"/>
                </a:cubicBezTo>
                <a:cubicBezTo>
                  <a:pt x="452848" y="254317"/>
                  <a:pt x="454133" y="253339"/>
                  <a:pt x="456703" y="253339"/>
                </a:cubicBezTo>
                <a:cubicBezTo>
                  <a:pt x="459274" y="253339"/>
                  <a:pt x="462248" y="254049"/>
                  <a:pt x="465626" y="255468"/>
                </a:cubicBezTo>
                <a:cubicBezTo>
                  <a:pt x="474436" y="254561"/>
                  <a:pt x="484379" y="251951"/>
                  <a:pt x="495456" y="247635"/>
                </a:cubicBezTo>
                <a:cubicBezTo>
                  <a:pt x="497535" y="246942"/>
                  <a:pt x="499436" y="246595"/>
                  <a:pt x="501157" y="246595"/>
                </a:cubicBezTo>
                <a:close/>
                <a:moveTo>
                  <a:pt x="619582" y="244463"/>
                </a:moveTo>
                <a:cubicBezTo>
                  <a:pt x="621393" y="244463"/>
                  <a:pt x="624546" y="245554"/>
                  <a:pt x="629041" y="247736"/>
                </a:cubicBezTo>
                <a:cubicBezTo>
                  <a:pt x="633536" y="249918"/>
                  <a:pt x="635784" y="252106"/>
                  <a:pt x="635784" y="254300"/>
                </a:cubicBezTo>
                <a:cubicBezTo>
                  <a:pt x="635784" y="256495"/>
                  <a:pt x="634453" y="258700"/>
                  <a:pt x="631791" y="260917"/>
                </a:cubicBezTo>
                <a:cubicBezTo>
                  <a:pt x="630132" y="262380"/>
                  <a:pt x="628145" y="266527"/>
                  <a:pt x="625830" y="273359"/>
                </a:cubicBezTo>
                <a:cubicBezTo>
                  <a:pt x="621784" y="284365"/>
                  <a:pt x="618415" y="292526"/>
                  <a:pt x="615721" y="297842"/>
                </a:cubicBezTo>
                <a:cubicBezTo>
                  <a:pt x="623109" y="305143"/>
                  <a:pt x="627885" y="310649"/>
                  <a:pt x="630050" y="314359"/>
                </a:cubicBezTo>
                <a:cubicBezTo>
                  <a:pt x="632216" y="318069"/>
                  <a:pt x="633298" y="322419"/>
                  <a:pt x="633298" y="327409"/>
                </a:cubicBezTo>
                <a:cubicBezTo>
                  <a:pt x="633298" y="332399"/>
                  <a:pt x="631812" y="334894"/>
                  <a:pt x="628839" y="334894"/>
                </a:cubicBezTo>
                <a:cubicBezTo>
                  <a:pt x="625866" y="334894"/>
                  <a:pt x="622806" y="332206"/>
                  <a:pt x="619660" y="326832"/>
                </a:cubicBezTo>
                <a:cubicBezTo>
                  <a:pt x="614881" y="318109"/>
                  <a:pt x="611512" y="311801"/>
                  <a:pt x="609554" y="307909"/>
                </a:cubicBezTo>
                <a:cubicBezTo>
                  <a:pt x="601870" y="321636"/>
                  <a:pt x="593936" y="331371"/>
                  <a:pt x="585752" y="337112"/>
                </a:cubicBezTo>
                <a:cubicBezTo>
                  <a:pt x="577569" y="342853"/>
                  <a:pt x="572220" y="345724"/>
                  <a:pt x="569705" y="345724"/>
                </a:cubicBezTo>
                <a:cubicBezTo>
                  <a:pt x="567907" y="345724"/>
                  <a:pt x="567007" y="344943"/>
                  <a:pt x="567007" y="343382"/>
                </a:cubicBezTo>
                <a:cubicBezTo>
                  <a:pt x="567007" y="341974"/>
                  <a:pt x="568399" y="340087"/>
                  <a:pt x="571181" y="337721"/>
                </a:cubicBezTo>
                <a:cubicBezTo>
                  <a:pt x="584585" y="326299"/>
                  <a:pt x="595089" y="313487"/>
                  <a:pt x="602693" y="299284"/>
                </a:cubicBezTo>
                <a:cubicBezTo>
                  <a:pt x="594795" y="290162"/>
                  <a:pt x="589003" y="283697"/>
                  <a:pt x="585318" y="279890"/>
                </a:cubicBezTo>
                <a:cubicBezTo>
                  <a:pt x="581634" y="276083"/>
                  <a:pt x="579792" y="273310"/>
                  <a:pt x="579792" y="271571"/>
                </a:cubicBezTo>
                <a:cubicBezTo>
                  <a:pt x="579792" y="269832"/>
                  <a:pt x="580749" y="268962"/>
                  <a:pt x="582665" y="268962"/>
                </a:cubicBezTo>
                <a:cubicBezTo>
                  <a:pt x="585677" y="268962"/>
                  <a:pt x="593918" y="276063"/>
                  <a:pt x="607388" y="290263"/>
                </a:cubicBezTo>
                <a:cubicBezTo>
                  <a:pt x="608339" y="287692"/>
                  <a:pt x="609866" y="282494"/>
                  <a:pt x="611968" y="274670"/>
                </a:cubicBezTo>
                <a:cubicBezTo>
                  <a:pt x="614070" y="266846"/>
                  <a:pt x="615121" y="262381"/>
                  <a:pt x="615121" y="261276"/>
                </a:cubicBezTo>
                <a:cubicBezTo>
                  <a:pt x="615121" y="260172"/>
                  <a:pt x="615073" y="259619"/>
                  <a:pt x="614977" y="259619"/>
                </a:cubicBezTo>
                <a:cubicBezTo>
                  <a:pt x="612822" y="259619"/>
                  <a:pt x="607034" y="261248"/>
                  <a:pt x="597612" y="264506"/>
                </a:cubicBezTo>
                <a:cubicBezTo>
                  <a:pt x="594958" y="265390"/>
                  <a:pt x="592597" y="265832"/>
                  <a:pt x="590528" y="265832"/>
                </a:cubicBezTo>
                <a:cubicBezTo>
                  <a:pt x="588460" y="265832"/>
                  <a:pt x="585976" y="265372"/>
                  <a:pt x="583076" y="264453"/>
                </a:cubicBezTo>
                <a:cubicBezTo>
                  <a:pt x="580176" y="263534"/>
                  <a:pt x="578726" y="262175"/>
                  <a:pt x="578726" y="260376"/>
                </a:cubicBezTo>
                <a:cubicBezTo>
                  <a:pt x="578726" y="258576"/>
                  <a:pt x="580418" y="257423"/>
                  <a:pt x="583804" y="256916"/>
                </a:cubicBezTo>
                <a:cubicBezTo>
                  <a:pt x="597771" y="254722"/>
                  <a:pt x="608084" y="251043"/>
                  <a:pt x="614742" y="245879"/>
                </a:cubicBezTo>
                <a:cubicBezTo>
                  <a:pt x="616158" y="244935"/>
                  <a:pt x="617771" y="244463"/>
                  <a:pt x="619582" y="244463"/>
                </a:cubicBezTo>
                <a:close/>
                <a:moveTo>
                  <a:pt x="1314970" y="243575"/>
                </a:moveTo>
                <a:cubicBezTo>
                  <a:pt x="1319197" y="243575"/>
                  <a:pt x="1322568" y="244588"/>
                  <a:pt x="1325082" y="246613"/>
                </a:cubicBezTo>
                <a:cubicBezTo>
                  <a:pt x="1327597" y="248639"/>
                  <a:pt x="1328854" y="251579"/>
                  <a:pt x="1328854" y="255434"/>
                </a:cubicBezTo>
                <a:cubicBezTo>
                  <a:pt x="1328854" y="259289"/>
                  <a:pt x="1327490" y="261217"/>
                  <a:pt x="1324763" y="261217"/>
                </a:cubicBezTo>
                <a:cubicBezTo>
                  <a:pt x="1322035" y="261217"/>
                  <a:pt x="1318916" y="259202"/>
                  <a:pt x="1315407" y="255171"/>
                </a:cubicBezTo>
                <a:cubicBezTo>
                  <a:pt x="1311898" y="251141"/>
                  <a:pt x="1310143" y="248200"/>
                  <a:pt x="1310143" y="246350"/>
                </a:cubicBezTo>
                <a:cubicBezTo>
                  <a:pt x="1310143" y="244500"/>
                  <a:pt x="1311752" y="243575"/>
                  <a:pt x="1314970" y="243575"/>
                </a:cubicBezTo>
                <a:close/>
                <a:moveTo>
                  <a:pt x="1359711" y="230793"/>
                </a:moveTo>
                <a:cubicBezTo>
                  <a:pt x="1362009" y="230793"/>
                  <a:pt x="1364720" y="231982"/>
                  <a:pt x="1367843" y="234358"/>
                </a:cubicBezTo>
                <a:cubicBezTo>
                  <a:pt x="1370967" y="236734"/>
                  <a:pt x="1372529" y="238752"/>
                  <a:pt x="1372529" y="240411"/>
                </a:cubicBezTo>
                <a:cubicBezTo>
                  <a:pt x="1372529" y="242175"/>
                  <a:pt x="1371326" y="243745"/>
                  <a:pt x="1368919" y="245120"/>
                </a:cubicBezTo>
                <a:cubicBezTo>
                  <a:pt x="1366513" y="246495"/>
                  <a:pt x="1361092" y="250051"/>
                  <a:pt x="1352656" y="255788"/>
                </a:cubicBezTo>
                <a:cubicBezTo>
                  <a:pt x="1351145" y="256923"/>
                  <a:pt x="1349719" y="257490"/>
                  <a:pt x="1348376" y="257490"/>
                </a:cubicBezTo>
                <a:cubicBezTo>
                  <a:pt x="1347032" y="257490"/>
                  <a:pt x="1346361" y="256834"/>
                  <a:pt x="1346361" y="255523"/>
                </a:cubicBezTo>
                <a:cubicBezTo>
                  <a:pt x="1346361" y="254212"/>
                  <a:pt x="1346616" y="253239"/>
                  <a:pt x="1347127" y="252604"/>
                </a:cubicBezTo>
                <a:cubicBezTo>
                  <a:pt x="1350579" y="248042"/>
                  <a:pt x="1352828" y="244743"/>
                  <a:pt x="1353873" y="242708"/>
                </a:cubicBezTo>
                <a:cubicBezTo>
                  <a:pt x="1354918" y="240673"/>
                  <a:pt x="1355578" y="238178"/>
                  <a:pt x="1355852" y="235224"/>
                </a:cubicBezTo>
                <a:cubicBezTo>
                  <a:pt x="1356126" y="232270"/>
                  <a:pt x="1357413" y="230793"/>
                  <a:pt x="1359711" y="230793"/>
                </a:cubicBezTo>
                <a:close/>
                <a:moveTo>
                  <a:pt x="1141277" y="229018"/>
                </a:moveTo>
                <a:cubicBezTo>
                  <a:pt x="1143247" y="229018"/>
                  <a:pt x="1146408" y="230238"/>
                  <a:pt x="1150760" y="232678"/>
                </a:cubicBezTo>
                <a:cubicBezTo>
                  <a:pt x="1155111" y="235118"/>
                  <a:pt x="1157287" y="238524"/>
                  <a:pt x="1157287" y="242896"/>
                </a:cubicBezTo>
                <a:cubicBezTo>
                  <a:pt x="1157287" y="244915"/>
                  <a:pt x="1156799" y="246698"/>
                  <a:pt x="1155822" y="248245"/>
                </a:cubicBezTo>
                <a:cubicBezTo>
                  <a:pt x="1154846" y="249792"/>
                  <a:pt x="1153429" y="250565"/>
                  <a:pt x="1151572" y="250565"/>
                </a:cubicBezTo>
                <a:cubicBezTo>
                  <a:pt x="1148394" y="250565"/>
                  <a:pt x="1145345" y="248164"/>
                  <a:pt x="1142425" y="243363"/>
                </a:cubicBezTo>
                <a:cubicBezTo>
                  <a:pt x="1139505" y="238561"/>
                  <a:pt x="1138044" y="234855"/>
                  <a:pt x="1138044" y="232244"/>
                </a:cubicBezTo>
                <a:cubicBezTo>
                  <a:pt x="1138044" y="230093"/>
                  <a:pt x="1139122" y="229018"/>
                  <a:pt x="1141277" y="229018"/>
                </a:cubicBezTo>
                <a:close/>
                <a:moveTo>
                  <a:pt x="1392245" y="226176"/>
                </a:moveTo>
                <a:cubicBezTo>
                  <a:pt x="1394902" y="226176"/>
                  <a:pt x="1398228" y="227374"/>
                  <a:pt x="1402222" y="229771"/>
                </a:cubicBezTo>
                <a:cubicBezTo>
                  <a:pt x="1406215" y="232168"/>
                  <a:pt x="1408212" y="234709"/>
                  <a:pt x="1408212" y="237393"/>
                </a:cubicBezTo>
                <a:cubicBezTo>
                  <a:pt x="1408212" y="239086"/>
                  <a:pt x="1407429" y="240715"/>
                  <a:pt x="1405862" y="242280"/>
                </a:cubicBezTo>
                <a:cubicBezTo>
                  <a:pt x="1404175" y="244497"/>
                  <a:pt x="1401286" y="249875"/>
                  <a:pt x="1397194" y="258416"/>
                </a:cubicBezTo>
                <a:cubicBezTo>
                  <a:pt x="1393102" y="266957"/>
                  <a:pt x="1389200" y="273193"/>
                  <a:pt x="1385488" y="277126"/>
                </a:cubicBezTo>
                <a:cubicBezTo>
                  <a:pt x="1389155" y="276692"/>
                  <a:pt x="1395953" y="274484"/>
                  <a:pt x="1405883" y="270500"/>
                </a:cubicBezTo>
                <a:cubicBezTo>
                  <a:pt x="1415814" y="266517"/>
                  <a:pt x="1422189" y="264525"/>
                  <a:pt x="1425010" y="264525"/>
                </a:cubicBezTo>
                <a:cubicBezTo>
                  <a:pt x="1427831" y="264525"/>
                  <a:pt x="1430234" y="265060"/>
                  <a:pt x="1432220" y="266129"/>
                </a:cubicBezTo>
                <a:cubicBezTo>
                  <a:pt x="1434204" y="267198"/>
                  <a:pt x="1435197" y="268432"/>
                  <a:pt x="1435197" y="269833"/>
                </a:cubicBezTo>
                <a:cubicBezTo>
                  <a:pt x="1435197" y="271234"/>
                  <a:pt x="1434361" y="272467"/>
                  <a:pt x="1432688" y="273532"/>
                </a:cubicBezTo>
                <a:cubicBezTo>
                  <a:pt x="1431014" y="274597"/>
                  <a:pt x="1427104" y="276064"/>
                  <a:pt x="1420956" y="277932"/>
                </a:cubicBezTo>
                <a:cubicBezTo>
                  <a:pt x="1414809" y="279800"/>
                  <a:pt x="1407779" y="281202"/>
                  <a:pt x="1399867" y="282139"/>
                </a:cubicBezTo>
                <a:cubicBezTo>
                  <a:pt x="1406969" y="285248"/>
                  <a:pt x="1410519" y="288086"/>
                  <a:pt x="1410519" y="290654"/>
                </a:cubicBezTo>
                <a:cubicBezTo>
                  <a:pt x="1410519" y="291664"/>
                  <a:pt x="1410162" y="292624"/>
                  <a:pt x="1409448" y="293534"/>
                </a:cubicBezTo>
                <a:cubicBezTo>
                  <a:pt x="1408733" y="294443"/>
                  <a:pt x="1408162" y="295727"/>
                  <a:pt x="1407734" y="297384"/>
                </a:cubicBezTo>
                <a:cubicBezTo>
                  <a:pt x="1407306" y="299041"/>
                  <a:pt x="1406677" y="302059"/>
                  <a:pt x="1405848" y="306438"/>
                </a:cubicBezTo>
                <a:cubicBezTo>
                  <a:pt x="1404508" y="313737"/>
                  <a:pt x="1402337" y="320538"/>
                  <a:pt x="1399336" y="326840"/>
                </a:cubicBezTo>
                <a:cubicBezTo>
                  <a:pt x="1405464" y="333768"/>
                  <a:pt x="1411747" y="339407"/>
                  <a:pt x="1418182" y="343756"/>
                </a:cubicBezTo>
                <a:cubicBezTo>
                  <a:pt x="1424618" y="348105"/>
                  <a:pt x="1432465" y="351520"/>
                  <a:pt x="1441723" y="354001"/>
                </a:cubicBezTo>
                <a:cubicBezTo>
                  <a:pt x="1445658" y="354979"/>
                  <a:pt x="1447625" y="356257"/>
                  <a:pt x="1447625" y="357835"/>
                </a:cubicBezTo>
                <a:cubicBezTo>
                  <a:pt x="1447625" y="359413"/>
                  <a:pt x="1446982" y="360477"/>
                  <a:pt x="1445696" y="361028"/>
                </a:cubicBezTo>
                <a:cubicBezTo>
                  <a:pt x="1444411" y="361578"/>
                  <a:pt x="1441095" y="362153"/>
                  <a:pt x="1435750" y="362754"/>
                </a:cubicBezTo>
                <a:cubicBezTo>
                  <a:pt x="1430405" y="363354"/>
                  <a:pt x="1426304" y="363654"/>
                  <a:pt x="1423448" y="363654"/>
                </a:cubicBezTo>
                <a:cubicBezTo>
                  <a:pt x="1416865" y="363654"/>
                  <a:pt x="1412400" y="361909"/>
                  <a:pt x="1410051" y="358419"/>
                </a:cubicBezTo>
                <a:cubicBezTo>
                  <a:pt x="1407704" y="354929"/>
                  <a:pt x="1402286" y="347146"/>
                  <a:pt x="1393799" y="335072"/>
                </a:cubicBezTo>
                <a:cubicBezTo>
                  <a:pt x="1389493" y="341706"/>
                  <a:pt x="1383924" y="346530"/>
                  <a:pt x="1377091" y="349546"/>
                </a:cubicBezTo>
                <a:cubicBezTo>
                  <a:pt x="1370259" y="352561"/>
                  <a:pt x="1365767" y="354068"/>
                  <a:pt x="1363616" y="354068"/>
                </a:cubicBezTo>
                <a:cubicBezTo>
                  <a:pt x="1361582" y="354068"/>
                  <a:pt x="1360564" y="353351"/>
                  <a:pt x="1360564" y="351917"/>
                </a:cubicBezTo>
                <a:cubicBezTo>
                  <a:pt x="1360564" y="350482"/>
                  <a:pt x="1361345" y="349330"/>
                  <a:pt x="1362906" y="348461"/>
                </a:cubicBezTo>
                <a:cubicBezTo>
                  <a:pt x="1369777" y="344268"/>
                  <a:pt x="1374970" y="340473"/>
                  <a:pt x="1378485" y="337074"/>
                </a:cubicBezTo>
                <a:cubicBezTo>
                  <a:pt x="1382000" y="333675"/>
                  <a:pt x="1384903" y="330109"/>
                  <a:pt x="1387194" y="326376"/>
                </a:cubicBezTo>
                <a:cubicBezTo>
                  <a:pt x="1386641" y="325962"/>
                  <a:pt x="1384395" y="322726"/>
                  <a:pt x="1380456" y="316670"/>
                </a:cubicBezTo>
                <a:cubicBezTo>
                  <a:pt x="1376517" y="310614"/>
                  <a:pt x="1373114" y="306595"/>
                  <a:pt x="1370247" y="304611"/>
                </a:cubicBezTo>
                <a:cubicBezTo>
                  <a:pt x="1368763" y="303682"/>
                  <a:pt x="1368021" y="302331"/>
                  <a:pt x="1368021" y="300559"/>
                </a:cubicBezTo>
                <a:cubicBezTo>
                  <a:pt x="1368021" y="298787"/>
                  <a:pt x="1369858" y="297901"/>
                  <a:pt x="1373530" y="297901"/>
                </a:cubicBezTo>
                <a:cubicBezTo>
                  <a:pt x="1377202" y="297901"/>
                  <a:pt x="1380596" y="300425"/>
                  <a:pt x="1383712" y="305474"/>
                </a:cubicBezTo>
                <a:cubicBezTo>
                  <a:pt x="1386829" y="310522"/>
                  <a:pt x="1389273" y="314803"/>
                  <a:pt x="1391045" y="318315"/>
                </a:cubicBezTo>
                <a:cubicBezTo>
                  <a:pt x="1393332" y="310685"/>
                  <a:pt x="1394475" y="301998"/>
                  <a:pt x="1394475" y="292251"/>
                </a:cubicBezTo>
                <a:cubicBezTo>
                  <a:pt x="1394475" y="288217"/>
                  <a:pt x="1394265" y="285270"/>
                  <a:pt x="1393844" y="283409"/>
                </a:cubicBezTo>
                <a:cubicBezTo>
                  <a:pt x="1391278" y="284001"/>
                  <a:pt x="1388855" y="284297"/>
                  <a:pt x="1386574" y="284297"/>
                </a:cubicBezTo>
                <a:cubicBezTo>
                  <a:pt x="1384293" y="284297"/>
                  <a:pt x="1382926" y="284120"/>
                  <a:pt x="1382474" y="283765"/>
                </a:cubicBezTo>
                <a:cubicBezTo>
                  <a:pt x="1380089" y="287562"/>
                  <a:pt x="1377062" y="291263"/>
                  <a:pt x="1373394" y="294867"/>
                </a:cubicBezTo>
                <a:cubicBezTo>
                  <a:pt x="1369726" y="298471"/>
                  <a:pt x="1367143" y="300274"/>
                  <a:pt x="1365648" y="300274"/>
                </a:cubicBezTo>
                <a:cubicBezTo>
                  <a:pt x="1364152" y="300274"/>
                  <a:pt x="1363404" y="299604"/>
                  <a:pt x="1363404" y="298266"/>
                </a:cubicBezTo>
                <a:cubicBezTo>
                  <a:pt x="1363404" y="296927"/>
                  <a:pt x="1363812" y="295604"/>
                  <a:pt x="1364628" y="294296"/>
                </a:cubicBezTo>
                <a:cubicBezTo>
                  <a:pt x="1373848" y="280291"/>
                  <a:pt x="1380270" y="267944"/>
                  <a:pt x="1383892" y="257254"/>
                </a:cubicBezTo>
                <a:cubicBezTo>
                  <a:pt x="1387514" y="246564"/>
                  <a:pt x="1389326" y="239411"/>
                  <a:pt x="1389326" y="235796"/>
                </a:cubicBezTo>
                <a:cubicBezTo>
                  <a:pt x="1389326" y="235111"/>
                  <a:pt x="1389148" y="234326"/>
                  <a:pt x="1388792" y="233439"/>
                </a:cubicBezTo>
                <a:cubicBezTo>
                  <a:pt x="1388437" y="232552"/>
                  <a:pt x="1388259" y="231562"/>
                  <a:pt x="1388259" y="230468"/>
                </a:cubicBezTo>
                <a:cubicBezTo>
                  <a:pt x="1388259" y="227607"/>
                  <a:pt x="1389588" y="226176"/>
                  <a:pt x="1392245" y="226176"/>
                </a:cubicBezTo>
                <a:close/>
                <a:moveTo>
                  <a:pt x="994025" y="221383"/>
                </a:moveTo>
                <a:cubicBezTo>
                  <a:pt x="996333" y="221383"/>
                  <a:pt x="1000103" y="222396"/>
                  <a:pt x="1005333" y="224424"/>
                </a:cubicBezTo>
                <a:cubicBezTo>
                  <a:pt x="1010564" y="226451"/>
                  <a:pt x="1013179" y="229354"/>
                  <a:pt x="1013179" y="233132"/>
                </a:cubicBezTo>
                <a:cubicBezTo>
                  <a:pt x="1013179" y="234485"/>
                  <a:pt x="1012795" y="236439"/>
                  <a:pt x="1012028" y="238994"/>
                </a:cubicBezTo>
                <a:cubicBezTo>
                  <a:pt x="1010757" y="243156"/>
                  <a:pt x="1009957" y="249831"/>
                  <a:pt x="1009627" y="259017"/>
                </a:cubicBezTo>
                <a:cubicBezTo>
                  <a:pt x="1024473" y="256446"/>
                  <a:pt x="1033220" y="254719"/>
                  <a:pt x="1035868" y="253837"/>
                </a:cubicBezTo>
                <a:cubicBezTo>
                  <a:pt x="1039045" y="252440"/>
                  <a:pt x="1041515" y="251741"/>
                  <a:pt x="1043278" y="251741"/>
                </a:cubicBezTo>
                <a:cubicBezTo>
                  <a:pt x="1045042" y="251741"/>
                  <a:pt x="1048840" y="253376"/>
                  <a:pt x="1054673" y="256645"/>
                </a:cubicBezTo>
                <a:cubicBezTo>
                  <a:pt x="1060506" y="259913"/>
                  <a:pt x="1063422" y="262787"/>
                  <a:pt x="1063422" y="265266"/>
                </a:cubicBezTo>
                <a:cubicBezTo>
                  <a:pt x="1063422" y="267163"/>
                  <a:pt x="1062436" y="268875"/>
                  <a:pt x="1060464" y="270401"/>
                </a:cubicBezTo>
                <a:cubicBezTo>
                  <a:pt x="1058492" y="271928"/>
                  <a:pt x="1056880" y="273919"/>
                  <a:pt x="1055626" y="276374"/>
                </a:cubicBezTo>
                <a:cubicBezTo>
                  <a:pt x="1054372" y="278828"/>
                  <a:pt x="1053282" y="281877"/>
                  <a:pt x="1052356" y="285521"/>
                </a:cubicBezTo>
                <a:cubicBezTo>
                  <a:pt x="1051429" y="289165"/>
                  <a:pt x="1049810" y="294484"/>
                  <a:pt x="1047499" y="301478"/>
                </a:cubicBezTo>
                <a:cubicBezTo>
                  <a:pt x="1045188" y="308472"/>
                  <a:pt x="1042785" y="313512"/>
                  <a:pt x="1040291" y="316597"/>
                </a:cubicBezTo>
                <a:cubicBezTo>
                  <a:pt x="1037797" y="319682"/>
                  <a:pt x="1035614" y="321224"/>
                  <a:pt x="1033742" y="321224"/>
                </a:cubicBezTo>
                <a:cubicBezTo>
                  <a:pt x="1031870" y="321224"/>
                  <a:pt x="1030490" y="320484"/>
                  <a:pt x="1029602" y="319005"/>
                </a:cubicBezTo>
                <a:cubicBezTo>
                  <a:pt x="1028714" y="317525"/>
                  <a:pt x="1027474" y="316785"/>
                  <a:pt x="1025881" y="316785"/>
                </a:cubicBezTo>
                <a:cubicBezTo>
                  <a:pt x="1024288" y="316785"/>
                  <a:pt x="1018556" y="317482"/>
                  <a:pt x="1008685" y="318877"/>
                </a:cubicBezTo>
                <a:cubicBezTo>
                  <a:pt x="1008587" y="325049"/>
                  <a:pt x="1008768" y="330176"/>
                  <a:pt x="1009228" y="334257"/>
                </a:cubicBezTo>
                <a:cubicBezTo>
                  <a:pt x="1009688" y="338339"/>
                  <a:pt x="1010531" y="341273"/>
                  <a:pt x="1011758" y="343060"/>
                </a:cubicBezTo>
                <a:cubicBezTo>
                  <a:pt x="1012984" y="344847"/>
                  <a:pt x="1015827" y="346319"/>
                  <a:pt x="1020288" y="347476"/>
                </a:cubicBezTo>
                <a:cubicBezTo>
                  <a:pt x="1024748" y="348632"/>
                  <a:pt x="1030002" y="349210"/>
                  <a:pt x="1036051" y="349210"/>
                </a:cubicBezTo>
                <a:cubicBezTo>
                  <a:pt x="1042099" y="349210"/>
                  <a:pt x="1047865" y="348758"/>
                  <a:pt x="1053348" y="347853"/>
                </a:cubicBezTo>
                <a:cubicBezTo>
                  <a:pt x="1058831" y="346948"/>
                  <a:pt x="1062235" y="345859"/>
                  <a:pt x="1063560" y="344584"/>
                </a:cubicBezTo>
                <a:cubicBezTo>
                  <a:pt x="1064886" y="343310"/>
                  <a:pt x="1066111" y="341436"/>
                  <a:pt x="1067236" y="338963"/>
                </a:cubicBezTo>
                <a:cubicBezTo>
                  <a:pt x="1068362" y="336489"/>
                  <a:pt x="1069858" y="330641"/>
                  <a:pt x="1071724" y="321417"/>
                </a:cubicBezTo>
                <a:cubicBezTo>
                  <a:pt x="1072376" y="318168"/>
                  <a:pt x="1073642" y="316544"/>
                  <a:pt x="1075522" y="316544"/>
                </a:cubicBezTo>
                <a:cubicBezTo>
                  <a:pt x="1077401" y="316544"/>
                  <a:pt x="1078512" y="318289"/>
                  <a:pt x="1078854" y="321777"/>
                </a:cubicBezTo>
                <a:cubicBezTo>
                  <a:pt x="1079196" y="325266"/>
                  <a:pt x="1079974" y="329350"/>
                  <a:pt x="1081187" y="334031"/>
                </a:cubicBezTo>
                <a:cubicBezTo>
                  <a:pt x="1082400" y="338712"/>
                  <a:pt x="1083441" y="341829"/>
                  <a:pt x="1084310" y="343382"/>
                </a:cubicBezTo>
                <a:cubicBezTo>
                  <a:pt x="1085179" y="344936"/>
                  <a:pt x="1085614" y="346356"/>
                  <a:pt x="1085614" y="347644"/>
                </a:cubicBezTo>
                <a:cubicBezTo>
                  <a:pt x="1085614" y="351793"/>
                  <a:pt x="1081016" y="355588"/>
                  <a:pt x="1071819" y="359028"/>
                </a:cubicBezTo>
                <a:cubicBezTo>
                  <a:pt x="1062622" y="362469"/>
                  <a:pt x="1052236" y="364189"/>
                  <a:pt x="1040661" y="364189"/>
                </a:cubicBezTo>
                <a:cubicBezTo>
                  <a:pt x="1032238" y="364189"/>
                  <a:pt x="1025099" y="363274"/>
                  <a:pt x="1019244" y="361443"/>
                </a:cubicBezTo>
                <a:cubicBezTo>
                  <a:pt x="1013389" y="359613"/>
                  <a:pt x="1008737" y="357069"/>
                  <a:pt x="1005288" y="353813"/>
                </a:cubicBezTo>
                <a:cubicBezTo>
                  <a:pt x="1001839" y="350556"/>
                  <a:pt x="999588" y="346322"/>
                  <a:pt x="998534" y="341112"/>
                </a:cubicBezTo>
                <a:cubicBezTo>
                  <a:pt x="997480" y="335901"/>
                  <a:pt x="997012" y="328917"/>
                  <a:pt x="997131" y="320158"/>
                </a:cubicBezTo>
                <a:cubicBezTo>
                  <a:pt x="989214" y="321570"/>
                  <a:pt x="983466" y="322371"/>
                  <a:pt x="979888" y="322559"/>
                </a:cubicBezTo>
                <a:cubicBezTo>
                  <a:pt x="979769" y="325694"/>
                  <a:pt x="978309" y="327262"/>
                  <a:pt x="975508" y="327262"/>
                </a:cubicBezTo>
                <a:cubicBezTo>
                  <a:pt x="973849" y="327262"/>
                  <a:pt x="972436" y="326241"/>
                  <a:pt x="971269" y="324199"/>
                </a:cubicBezTo>
                <a:cubicBezTo>
                  <a:pt x="970102" y="322157"/>
                  <a:pt x="969264" y="319925"/>
                  <a:pt x="968755" y="317503"/>
                </a:cubicBezTo>
                <a:cubicBezTo>
                  <a:pt x="966044" y="305008"/>
                  <a:pt x="963472" y="294589"/>
                  <a:pt x="961040" y="286245"/>
                </a:cubicBezTo>
                <a:cubicBezTo>
                  <a:pt x="958607" y="277902"/>
                  <a:pt x="956587" y="272957"/>
                  <a:pt x="954980" y="271412"/>
                </a:cubicBezTo>
                <a:cubicBezTo>
                  <a:pt x="953372" y="269868"/>
                  <a:pt x="952569" y="268038"/>
                  <a:pt x="952569" y="265922"/>
                </a:cubicBezTo>
                <a:cubicBezTo>
                  <a:pt x="952569" y="263807"/>
                  <a:pt x="953997" y="262750"/>
                  <a:pt x="956852" y="262750"/>
                </a:cubicBezTo>
                <a:cubicBezTo>
                  <a:pt x="959707" y="262750"/>
                  <a:pt x="963230" y="263636"/>
                  <a:pt x="967420" y="265408"/>
                </a:cubicBezTo>
                <a:cubicBezTo>
                  <a:pt x="978578" y="263920"/>
                  <a:pt x="988542" y="262421"/>
                  <a:pt x="997309" y="260909"/>
                </a:cubicBezTo>
                <a:cubicBezTo>
                  <a:pt x="997192" y="247918"/>
                  <a:pt x="996039" y="239203"/>
                  <a:pt x="993848" y="234764"/>
                </a:cubicBezTo>
                <a:cubicBezTo>
                  <a:pt x="991658" y="230324"/>
                  <a:pt x="990562" y="226984"/>
                  <a:pt x="990562" y="224743"/>
                </a:cubicBezTo>
                <a:cubicBezTo>
                  <a:pt x="990562" y="222503"/>
                  <a:pt x="991717" y="221383"/>
                  <a:pt x="994025" y="221383"/>
                </a:cubicBezTo>
                <a:close/>
                <a:moveTo>
                  <a:pt x="1203870" y="218365"/>
                </a:moveTo>
                <a:cubicBezTo>
                  <a:pt x="1206044" y="218365"/>
                  <a:pt x="1209299" y="219712"/>
                  <a:pt x="1213634" y="222405"/>
                </a:cubicBezTo>
                <a:cubicBezTo>
                  <a:pt x="1217969" y="225098"/>
                  <a:pt x="1220136" y="227431"/>
                  <a:pt x="1220136" y="229405"/>
                </a:cubicBezTo>
                <a:cubicBezTo>
                  <a:pt x="1220136" y="231520"/>
                  <a:pt x="1218454" y="233016"/>
                  <a:pt x="1215090" y="233893"/>
                </a:cubicBezTo>
                <a:cubicBezTo>
                  <a:pt x="1211726" y="234769"/>
                  <a:pt x="1208275" y="235974"/>
                  <a:pt x="1204737" y="237506"/>
                </a:cubicBezTo>
                <a:cubicBezTo>
                  <a:pt x="1201198" y="239039"/>
                  <a:pt x="1197661" y="240415"/>
                  <a:pt x="1194124" y="241635"/>
                </a:cubicBezTo>
                <a:cubicBezTo>
                  <a:pt x="1190588" y="242855"/>
                  <a:pt x="1188080" y="243464"/>
                  <a:pt x="1186601" y="243464"/>
                </a:cubicBezTo>
                <a:cubicBezTo>
                  <a:pt x="1185122" y="243464"/>
                  <a:pt x="1184383" y="242742"/>
                  <a:pt x="1184383" y="241297"/>
                </a:cubicBezTo>
                <a:cubicBezTo>
                  <a:pt x="1184383" y="239852"/>
                  <a:pt x="1185397" y="238349"/>
                  <a:pt x="1187425" y="236788"/>
                </a:cubicBezTo>
                <a:cubicBezTo>
                  <a:pt x="1195956" y="229943"/>
                  <a:pt x="1200268" y="225626"/>
                  <a:pt x="1200362" y="223837"/>
                </a:cubicBezTo>
                <a:cubicBezTo>
                  <a:pt x="1200526" y="220189"/>
                  <a:pt x="1201696" y="218365"/>
                  <a:pt x="1203870" y="218365"/>
                </a:cubicBezTo>
                <a:close/>
                <a:moveTo>
                  <a:pt x="416825" y="216946"/>
                </a:moveTo>
                <a:cubicBezTo>
                  <a:pt x="419204" y="216946"/>
                  <a:pt x="422944" y="218057"/>
                  <a:pt x="428046" y="220280"/>
                </a:cubicBezTo>
                <a:cubicBezTo>
                  <a:pt x="433147" y="222502"/>
                  <a:pt x="435698" y="225011"/>
                  <a:pt x="435698" y="227804"/>
                </a:cubicBezTo>
                <a:cubicBezTo>
                  <a:pt x="435698" y="228685"/>
                  <a:pt x="435248" y="230475"/>
                  <a:pt x="434347" y="233174"/>
                </a:cubicBezTo>
                <a:cubicBezTo>
                  <a:pt x="433447" y="235874"/>
                  <a:pt x="432640" y="239301"/>
                  <a:pt x="431927" y="243456"/>
                </a:cubicBezTo>
                <a:cubicBezTo>
                  <a:pt x="431213" y="247611"/>
                  <a:pt x="430576" y="253626"/>
                  <a:pt x="430014" y="261503"/>
                </a:cubicBezTo>
                <a:cubicBezTo>
                  <a:pt x="434919" y="260085"/>
                  <a:pt x="438778" y="259376"/>
                  <a:pt x="441592" y="259376"/>
                </a:cubicBezTo>
                <a:cubicBezTo>
                  <a:pt x="444406" y="259376"/>
                  <a:pt x="447056" y="259961"/>
                  <a:pt x="449542" y="261132"/>
                </a:cubicBezTo>
                <a:cubicBezTo>
                  <a:pt x="452029" y="262303"/>
                  <a:pt x="453272" y="263858"/>
                  <a:pt x="453272" y="265798"/>
                </a:cubicBezTo>
                <a:cubicBezTo>
                  <a:pt x="453272" y="268692"/>
                  <a:pt x="450617" y="270650"/>
                  <a:pt x="445306" y="271673"/>
                </a:cubicBezTo>
                <a:cubicBezTo>
                  <a:pt x="439996" y="272695"/>
                  <a:pt x="434701" y="273776"/>
                  <a:pt x="429423" y="274915"/>
                </a:cubicBezTo>
                <a:lnTo>
                  <a:pt x="429129" y="288445"/>
                </a:lnTo>
                <a:cubicBezTo>
                  <a:pt x="438438" y="289007"/>
                  <a:pt x="444138" y="290806"/>
                  <a:pt x="446229" y="293843"/>
                </a:cubicBezTo>
                <a:cubicBezTo>
                  <a:pt x="448321" y="296880"/>
                  <a:pt x="449367" y="299783"/>
                  <a:pt x="449367" y="302550"/>
                </a:cubicBezTo>
                <a:cubicBezTo>
                  <a:pt x="449367" y="306714"/>
                  <a:pt x="447698" y="308796"/>
                  <a:pt x="444362" y="308796"/>
                </a:cubicBezTo>
                <a:cubicBezTo>
                  <a:pt x="442471" y="308796"/>
                  <a:pt x="440349" y="307758"/>
                  <a:pt x="437996" y="305680"/>
                </a:cubicBezTo>
                <a:lnTo>
                  <a:pt x="429041" y="295481"/>
                </a:lnTo>
                <a:cubicBezTo>
                  <a:pt x="428981" y="301117"/>
                  <a:pt x="428951" y="315013"/>
                  <a:pt x="428951" y="337167"/>
                </a:cubicBezTo>
                <a:cubicBezTo>
                  <a:pt x="428951" y="346900"/>
                  <a:pt x="428133" y="354577"/>
                  <a:pt x="426499" y="360196"/>
                </a:cubicBezTo>
                <a:cubicBezTo>
                  <a:pt x="424864" y="365816"/>
                  <a:pt x="422920" y="368626"/>
                  <a:pt x="420664" y="368626"/>
                </a:cubicBezTo>
                <a:cubicBezTo>
                  <a:pt x="418408" y="368626"/>
                  <a:pt x="416403" y="366768"/>
                  <a:pt x="414648" y="363054"/>
                </a:cubicBezTo>
                <a:cubicBezTo>
                  <a:pt x="412893" y="359339"/>
                  <a:pt x="412015" y="356154"/>
                  <a:pt x="412015" y="353500"/>
                </a:cubicBezTo>
                <a:cubicBezTo>
                  <a:pt x="412015" y="350846"/>
                  <a:pt x="412548" y="347933"/>
                  <a:pt x="413613" y="344762"/>
                </a:cubicBezTo>
                <a:cubicBezTo>
                  <a:pt x="416460" y="333231"/>
                  <a:pt x="418235" y="314910"/>
                  <a:pt x="418940" y="289800"/>
                </a:cubicBezTo>
                <a:cubicBezTo>
                  <a:pt x="417494" y="297440"/>
                  <a:pt x="413829" y="304773"/>
                  <a:pt x="407945" y="311798"/>
                </a:cubicBezTo>
                <a:cubicBezTo>
                  <a:pt x="402060" y="318823"/>
                  <a:pt x="395568" y="324784"/>
                  <a:pt x="388467" y="329681"/>
                </a:cubicBezTo>
                <a:cubicBezTo>
                  <a:pt x="381367" y="334577"/>
                  <a:pt x="376505" y="337026"/>
                  <a:pt x="373880" y="337026"/>
                </a:cubicBezTo>
                <a:cubicBezTo>
                  <a:pt x="371844" y="337026"/>
                  <a:pt x="370827" y="336309"/>
                  <a:pt x="370827" y="334875"/>
                </a:cubicBezTo>
                <a:cubicBezTo>
                  <a:pt x="370827" y="333442"/>
                  <a:pt x="371695" y="332015"/>
                  <a:pt x="373431" y="330595"/>
                </a:cubicBezTo>
                <a:cubicBezTo>
                  <a:pt x="389428" y="317518"/>
                  <a:pt x="403651" y="299777"/>
                  <a:pt x="416099" y="277372"/>
                </a:cubicBezTo>
                <a:cubicBezTo>
                  <a:pt x="404893" y="279858"/>
                  <a:pt x="397215" y="281102"/>
                  <a:pt x="393064" y="281102"/>
                </a:cubicBezTo>
                <a:cubicBezTo>
                  <a:pt x="388913" y="281102"/>
                  <a:pt x="385441" y="280564"/>
                  <a:pt x="382649" y="279490"/>
                </a:cubicBezTo>
                <a:cubicBezTo>
                  <a:pt x="379857" y="278415"/>
                  <a:pt x="378461" y="277061"/>
                  <a:pt x="378461" y="275428"/>
                </a:cubicBezTo>
                <a:cubicBezTo>
                  <a:pt x="378461" y="273794"/>
                  <a:pt x="381267" y="272456"/>
                  <a:pt x="386878" y="271412"/>
                </a:cubicBezTo>
                <a:cubicBezTo>
                  <a:pt x="392489" y="270369"/>
                  <a:pt x="403235" y="267859"/>
                  <a:pt x="419116" y="263884"/>
                </a:cubicBezTo>
                <a:cubicBezTo>
                  <a:pt x="419116" y="253736"/>
                  <a:pt x="419029" y="246189"/>
                  <a:pt x="418854" y="241243"/>
                </a:cubicBezTo>
                <a:cubicBezTo>
                  <a:pt x="418680" y="236298"/>
                  <a:pt x="418345" y="232945"/>
                  <a:pt x="417850" y="231185"/>
                </a:cubicBezTo>
                <a:cubicBezTo>
                  <a:pt x="417355" y="229425"/>
                  <a:pt x="416466" y="227598"/>
                  <a:pt x="415182" y="225703"/>
                </a:cubicBezTo>
                <a:cubicBezTo>
                  <a:pt x="413899" y="223809"/>
                  <a:pt x="413257" y="221876"/>
                  <a:pt x="413257" y="219904"/>
                </a:cubicBezTo>
                <a:cubicBezTo>
                  <a:pt x="413257" y="217932"/>
                  <a:pt x="414446" y="216946"/>
                  <a:pt x="416825" y="216946"/>
                </a:cubicBezTo>
                <a:close/>
                <a:moveTo>
                  <a:pt x="1332996" y="215880"/>
                </a:moveTo>
                <a:cubicBezTo>
                  <a:pt x="1335328" y="215880"/>
                  <a:pt x="1338447" y="216755"/>
                  <a:pt x="1342350" y="218504"/>
                </a:cubicBezTo>
                <a:cubicBezTo>
                  <a:pt x="1346253" y="220254"/>
                  <a:pt x="1348204" y="222348"/>
                  <a:pt x="1348204" y="224787"/>
                </a:cubicBezTo>
                <a:cubicBezTo>
                  <a:pt x="1348204" y="225805"/>
                  <a:pt x="1347900" y="227107"/>
                  <a:pt x="1347290" y="228691"/>
                </a:cubicBezTo>
                <a:cubicBezTo>
                  <a:pt x="1346680" y="230275"/>
                  <a:pt x="1346171" y="232966"/>
                  <a:pt x="1345763" y="236761"/>
                </a:cubicBezTo>
                <a:cubicBezTo>
                  <a:pt x="1345355" y="240557"/>
                  <a:pt x="1344808" y="249515"/>
                  <a:pt x="1344121" y="263635"/>
                </a:cubicBezTo>
                <a:cubicBezTo>
                  <a:pt x="1355560" y="260796"/>
                  <a:pt x="1362304" y="259376"/>
                  <a:pt x="1364352" y="259376"/>
                </a:cubicBezTo>
                <a:cubicBezTo>
                  <a:pt x="1366401" y="259376"/>
                  <a:pt x="1367920" y="259872"/>
                  <a:pt x="1368911" y="260865"/>
                </a:cubicBezTo>
                <a:cubicBezTo>
                  <a:pt x="1369901" y="261857"/>
                  <a:pt x="1370397" y="262851"/>
                  <a:pt x="1370397" y="263847"/>
                </a:cubicBezTo>
                <a:cubicBezTo>
                  <a:pt x="1370397" y="266584"/>
                  <a:pt x="1368202" y="268485"/>
                  <a:pt x="1363814" y="269549"/>
                </a:cubicBezTo>
                <a:cubicBezTo>
                  <a:pt x="1359425" y="270613"/>
                  <a:pt x="1352770" y="271898"/>
                  <a:pt x="1343847" y="273405"/>
                </a:cubicBezTo>
                <a:lnTo>
                  <a:pt x="1343603" y="277732"/>
                </a:lnTo>
                <a:lnTo>
                  <a:pt x="1346751" y="275887"/>
                </a:lnTo>
                <a:cubicBezTo>
                  <a:pt x="1350557" y="275887"/>
                  <a:pt x="1354651" y="276916"/>
                  <a:pt x="1359032" y="278974"/>
                </a:cubicBezTo>
                <a:cubicBezTo>
                  <a:pt x="1363413" y="281031"/>
                  <a:pt x="1365604" y="284333"/>
                  <a:pt x="1365604" y="288878"/>
                </a:cubicBezTo>
                <a:cubicBezTo>
                  <a:pt x="1365604" y="292333"/>
                  <a:pt x="1364172" y="294061"/>
                  <a:pt x="1361308" y="294061"/>
                </a:cubicBezTo>
                <a:cubicBezTo>
                  <a:pt x="1359418" y="294061"/>
                  <a:pt x="1355891" y="291767"/>
                  <a:pt x="1350730" y="287180"/>
                </a:cubicBezTo>
                <a:cubicBezTo>
                  <a:pt x="1348149" y="284886"/>
                  <a:pt x="1346213" y="282982"/>
                  <a:pt x="1344923" y="281467"/>
                </a:cubicBezTo>
                <a:lnTo>
                  <a:pt x="1343529" y="279038"/>
                </a:lnTo>
                <a:lnTo>
                  <a:pt x="1343176" y="285301"/>
                </a:lnTo>
                <a:cubicBezTo>
                  <a:pt x="1342947" y="288549"/>
                  <a:pt x="1342713" y="291078"/>
                  <a:pt x="1342474" y="292889"/>
                </a:cubicBezTo>
                <a:cubicBezTo>
                  <a:pt x="1341996" y="296511"/>
                  <a:pt x="1340763" y="298323"/>
                  <a:pt x="1338773" y="298323"/>
                </a:cubicBezTo>
                <a:cubicBezTo>
                  <a:pt x="1336783" y="298323"/>
                  <a:pt x="1335272" y="297143"/>
                  <a:pt x="1334240" y="294784"/>
                </a:cubicBezTo>
                <a:cubicBezTo>
                  <a:pt x="1333208" y="292424"/>
                  <a:pt x="1332692" y="289210"/>
                  <a:pt x="1332692" y="285141"/>
                </a:cubicBezTo>
                <a:cubicBezTo>
                  <a:pt x="1332692" y="281072"/>
                  <a:pt x="1332810" y="277654"/>
                  <a:pt x="1333045" y="274886"/>
                </a:cubicBezTo>
                <a:cubicBezTo>
                  <a:pt x="1332410" y="280182"/>
                  <a:pt x="1329321" y="285540"/>
                  <a:pt x="1323779" y="290962"/>
                </a:cubicBezTo>
                <a:cubicBezTo>
                  <a:pt x="1318236" y="296384"/>
                  <a:pt x="1312505" y="300711"/>
                  <a:pt x="1306585" y="303945"/>
                </a:cubicBezTo>
                <a:cubicBezTo>
                  <a:pt x="1300664" y="307179"/>
                  <a:pt x="1296654" y="308796"/>
                  <a:pt x="1294554" y="308796"/>
                </a:cubicBezTo>
                <a:cubicBezTo>
                  <a:pt x="1292993" y="308796"/>
                  <a:pt x="1292213" y="308189"/>
                  <a:pt x="1292213" y="306974"/>
                </a:cubicBezTo>
                <a:cubicBezTo>
                  <a:pt x="1292213" y="305759"/>
                  <a:pt x="1292922" y="304621"/>
                  <a:pt x="1294339" y="303559"/>
                </a:cubicBezTo>
                <a:cubicBezTo>
                  <a:pt x="1308189" y="293317"/>
                  <a:pt x="1317837" y="284234"/>
                  <a:pt x="1323281" y="276309"/>
                </a:cubicBezTo>
                <a:cubicBezTo>
                  <a:pt x="1318828" y="277017"/>
                  <a:pt x="1315201" y="277372"/>
                  <a:pt x="1312398" y="277372"/>
                </a:cubicBezTo>
                <a:cubicBezTo>
                  <a:pt x="1309596" y="277372"/>
                  <a:pt x="1307129" y="276991"/>
                  <a:pt x="1304997" y="276231"/>
                </a:cubicBezTo>
                <a:cubicBezTo>
                  <a:pt x="1302865" y="275470"/>
                  <a:pt x="1301799" y="274266"/>
                  <a:pt x="1301799" y="272617"/>
                </a:cubicBezTo>
                <a:cubicBezTo>
                  <a:pt x="1301799" y="270968"/>
                  <a:pt x="1303374" y="270060"/>
                  <a:pt x="1306524" y="269892"/>
                </a:cubicBezTo>
                <a:cubicBezTo>
                  <a:pt x="1311819" y="269653"/>
                  <a:pt x="1320802" y="268211"/>
                  <a:pt x="1333472" y="265566"/>
                </a:cubicBezTo>
                <a:cubicBezTo>
                  <a:pt x="1333779" y="260331"/>
                  <a:pt x="1333933" y="254787"/>
                  <a:pt x="1333933" y="248933"/>
                </a:cubicBezTo>
                <a:cubicBezTo>
                  <a:pt x="1333933" y="234808"/>
                  <a:pt x="1333113" y="226654"/>
                  <a:pt x="1331473" y="224471"/>
                </a:cubicBezTo>
                <a:cubicBezTo>
                  <a:pt x="1330155" y="222623"/>
                  <a:pt x="1329496" y="220729"/>
                  <a:pt x="1329496" y="218790"/>
                </a:cubicBezTo>
                <a:cubicBezTo>
                  <a:pt x="1329496" y="216850"/>
                  <a:pt x="1330663" y="215880"/>
                  <a:pt x="1332996" y="215880"/>
                </a:cubicBezTo>
                <a:close/>
                <a:moveTo>
                  <a:pt x="671279" y="215348"/>
                </a:moveTo>
                <a:cubicBezTo>
                  <a:pt x="674275" y="215348"/>
                  <a:pt x="678370" y="216712"/>
                  <a:pt x="683562" y="219439"/>
                </a:cubicBezTo>
                <a:cubicBezTo>
                  <a:pt x="688755" y="222166"/>
                  <a:pt x="691351" y="224514"/>
                  <a:pt x="691351" y="226484"/>
                </a:cubicBezTo>
                <a:cubicBezTo>
                  <a:pt x="691351" y="228454"/>
                  <a:pt x="690703" y="230865"/>
                  <a:pt x="689406" y="233717"/>
                </a:cubicBezTo>
                <a:cubicBezTo>
                  <a:pt x="687981" y="236783"/>
                  <a:pt x="687323" y="246696"/>
                  <a:pt x="687432" y="263457"/>
                </a:cubicBezTo>
                <a:cubicBezTo>
                  <a:pt x="693727" y="262207"/>
                  <a:pt x="698785" y="261066"/>
                  <a:pt x="702607" y="260035"/>
                </a:cubicBezTo>
                <a:cubicBezTo>
                  <a:pt x="706429" y="259004"/>
                  <a:pt x="710008" y="258488"/>
                  <a:pt x="713343" y="258488"/>
                </a:cubicBezTo>
                <a:cubicBezTo>
                  <a:pt x="716678" y="258488"/>
                  <a:pt x="720001" y="259603"/>
                  <a:pt x="723312" y="261833"/>
                </a:cubicBezTo>
                <a:cubicBezTo>
                  <a:pt x="726623" y="264064"/>
                  <a:pt x="728279" y="266154"/>
                  <a:pt x="728279" y="268105"/>
                </a:cubicBezTo>
                <a:cubicBezTo>
                  <a:pt x="728279" y="271680"/>
                  <a:pt x="723742" y="273467"/>
                  <a:pt x="714669" y="273467"/>
                </a:cubicBezTo>
                <a:lnTo>
                  <a:pt x="701902" y="272935"/>
                </a:lnTo>
                <a:cubicBezTo>
                  <a:pt x="697326" y="272935"/>
                  <a:pt x="692508" y="273178"/>
                  <a:pt x="687446" y="273665"/>
                </a:cubicBezTo>
                <a:cubicBezTo>
                  <a:pt x="687665" y="281507"/>
                  <a:pt x="688282" y="293788"/>
                  <a:pt x="689297" y="310509"/>
                </a:cubicBezTo>
                <a:cubicBezTo>
                  <a:pt x="690312" y="327229"/>
                  <a:pt x="690820" y="336767"/>
                  <a:pt x="690820" y="339121"/>
                </a:cubicBezTo>
                <a:cubicBezTo>
                  <a:pt x="690820" y="348358"/>
                  <a:pt x="689030" y="355822"/>
                  <a:pt x="685450" y="361513"/>
                </a:cubicBezTo>
                <a:cubicBezTo>
                  <a:pt x="681870" y="367203"/>
                  <a:pt x="678874" y="370048"/>
                  <a:pt x="676462" y="370048"/>
                </a:cubicBezTo>
                <a:cubicBezTo>
                  <a:pt x="674050" y="370048"/>
                  <a:pt x="672066" y="368580"/>
                  <a:pt x="670511" y="365645"/>
                </a:cubicBezTo>
                <a:cubicBezTo>
                  <a:pt x="666356" y="358184"/>
                  <a:pt x="662684" y="352858"/>
                  <a:pt x="659494" y="349669"/>
                </a:cubicBezTo>
                <a:cubicBezTo>
                  <a:pt x="656304" y="346479"/>
                  <a:pt x="654710" y="344214"/>
                  <a:pt x="654710" y="342875"/>
                </a:cubicBezTo>
                <a:cubicBezTo>
                  <a:pt x="654710" y="341535"/>
                  <a:pt x="655441" y="340866"/>
                  <a:pt x="656902" y="340866"/>
                </a:cubicBezTo>
                <a:cubicBezTo>
                  <a:pt x="658364" y="340866"/>
                  <a:pt x="660841" y="341458"/>
                  <a:pt x="664332" y="342642"/>
                </a:cubicBezTo>
                <a:cubicBezTo>
                  <a:pt x="667824" y="343826"/>
                  <a:pt x="670266" y="344417"/>
                  <a:pt x="671659" y="344417"/>
                </a:cubicBezTo>
                <a:cubicBezTo>
                  <a:pt x="673052" y="344417"/>
                  <a:pt x="674041" y="343766"/>
                  <a:pt x="674624" y="342463"/>
                </a:cubicBezTo>
                <a:cubicBezTo>
                  <a:pt x="675207" y="341161"/>
                  <a:pt x="675674" y="337451"/>
                  <a:pt x="676024" y="331333"/>
                </a:cubicBezTo>
                <a:cubicBezTo>
                  <a:pt x="676373" y="325216"/>
                  <a:pt x="676548" y="316142"/>
                  <a:pt x="676548" y="304112"/>
                </a:cubicBezTo>
                <a:cubicBezTo>
                  <a:pt x="676548" y="292082"/>
                  <a:pt x="676497" y="282222"/>
                  <a:pt x="676396" y="274533"/>
                </a:cubicBezTo>
                <a:cubicBezTo>
                  <a:pt x="665812" y="275933"/>
                  <a:pt x="657842" y="277467"/>
                  <a:pt x="652484" y="279134"/>
                </a:cubicBezTo>
                <a:cubicBezTo>
                  <a:pt x="647127" y="280800"/>
                  <a:pt x="642985" y="281633"/>
                  <a:pt x="640061" y="281633"/>
                </a:cubicBezTo>
                <a:cubicBezTo>
                  <a:pt x="637136" y="281633"/>
                  <a:pt x="634496" y="280777"/>
                  <a:pt x="632143" y="279066"/>
                </a:cubicBezTo>
                <a:cubicBezTo>
                  <a:pt x="629789" y="277354"/>
                  <a:pt x="628612" y="275719"/>
                  <a:pt x="628612" y="274162"/>
                </a:cubicBezTo>
                <a:cubicBezTo>
                  <a:pt x="628612" y="272605"/>
                  <a:pt x="630675" y="271599"/>
                  <a:pt x="634800" y="271142"/>
                </a:cubicBezTo>
                <a:cubicBezTo>
                  <a:pt x="645552" y="270196"/>
                  <a:pt x="659409" y="268265"/>
                  <a:pt x="676370" y="265348"/>
                </a:cubicBezTo>
                <a:cubicBezTo>
                  <a:pt x="675904" y="254420"/>
                  <a:pt x="675094" y="245461"/>
                  <a:pt x="673938" y="238471"/>
                </a:cubicBezTo>
                <a:cubicBezTo>
                  <a:pt x="672783" y="231481"/>
                  <a:pt x="671301" y="227142"/>
                  <a:pt x="669494" y="225455"/>
                </a:cubicBezTo>
                <a:cubicBezTo>
                  <a:pt x="667688" y="223767"/>
                  <a:pt x="666784" y="221661"/>
                  <a:pt x="666784" y="219136"/>
                </a:cubicBezTo>
                <a:cubicBezTo>
                  <a:pt x="666784" y="216611"/>
                  <a:pt x="668282" y="215348"/>
                  <a:pt x="671279" y="215348"/>
                </a:cubicBezTo>
                <a:close/>
                <a:moveTo>
                  <a:pt x="816766" y="214636"/>
                </a:moveTo>
                <a:cubicBezTo>
                  <a:pt x="819302" y="214636"/>
                  <a:pt x="822835" y="215916"/>
                  <a:pt x="827364" y="218477"/>
                </a:cubicBezTo>
                <a:cubicBezTo>
                  <a:pt x="831893" y="221038"/>
                  <a:pt x="834158" y="223315"/>
                  <a:pt x="834158" y="225308"/>
                </a:cubicBezTo>
                <a:cubicBezTo>
                  <a:pt x="834158" y="227300"/>
                  <a:pt x="833412" y="228945"/>
                  <a:pt x="831922" y="230241"/>
                </a:cubicBezTo>
                <a:cubicBezTo>
                  <a:pt x="830432" y="231537"/>
                  <a:pt x="828988" y="233413"/>
                  <a:pt x="827589" y="235869"/>
                </a:cubicBezTo>
                <a:cubicBezTo>
                  <a:pt x="842218" y="249946"/>
                  <a:pt x="855595" y="261406"/>
                  <a:pt x="867720" y="270250"/>
                </a:cubicBezTo>
                <a:cubicBezTo>
                  <a:pt x="879845" y="279094"/>
                  <a:pt x="893898" y="285733"/>
                  <a:pt x="909879" y="290167"/>
                </a:cubicBezTo>
                <a:cubicBezTo>
                  <a:pt x="914552" y="291481"/>
                  <a:pt x="916889" y="293123"/>
                  <a:pt x="916889" y="295093"/>
                </a:cubicBezTo>
                <a:cubicBezTo>
                  <a:pt x="916889" y="296398"/>
                  <a:pt x="916123" y="297347"/>
                  <a:pt x="914592" y="297942"/>
                </a:cubicBezTo>
                <a:cubicBezTo>
                  <a:pt x="913062" y="298537"/>
                  <a:pt x="908870" y="299045"/>
                  <a:pt x="902016" y="299466"/>
                </a:cubicBezTo>
                <a:cubicBezTo>
                  <a:pt x="895163" y="299888"/>
                  <a:pt x="889887" y="300098"/>
                  <a:pt x="886188" y="300098"/>
                </a:cubicBezTo>
                <a:cubicBezTo>
                  <a:pt x="882489" y="300098"/>
                  <a:pt x="879521" y="299671"/>
                  <a:pt x="877283" y="298816"/>
                </a:cubicBezTo>
                <a:cubicBezTo>
                  <a:pt x="875046" y="297961"/>
                  <a:pt x="872876" y="296576"/>
                  <a:pt x="870775" y="294661"/>
                </a:cubicBezTo>
                <a:cubicBezTo>
                  <a:pt x="868674" y="292745"/>
                  <a:pt x="861917" y="285526"/>
                  <a:pt x="850505" y="273002"/>
                </a:cubicBezTo>
                <a:cubicBezTo>
                  <a:pt x="839092" y="260478"/>
                  <a:pt x="830258" y="250158"/>
                  <a:pt x="824003" y="242042"/>
                </a:cubicBezTo>
                <a:cubicBezTo>
                  <a:pt x="816798" y="256733"/>
                  <a:pt x="808593" y="269338"/>
                  <a:pt x="799389" y="279856"/>
                </a:cubicBezTo>
                <a:cubicBezTo>
                  <a:pt x="790185" y="290374"/>
                  <a:pt x="780798" y="298419"/>
                  <a:pt x="771229" y="303991"/>
                </a:cubicBezTo>
                <a:cubicBezTo>
                  <a:pt x="761660" y="309562"/>
                  <a:pt x="755047" y="312348"/>
                  <a:pt x="751390" y="312348"/>
                </a:cubicBezTo>
                <a:cubicBezTo>
                  <a:pt x="749118" y="312348"/>
                  <a:pt x="747982" y="311579"/>
                  <a:pt x="747982" y="310041"/>
                </a:cubicBezTo>
                <a:cubicBezTo>
                  <a:pt x="747982" y="308502"/>
                  <a:pt x="749034" y="307086"/>
                  <a:pt x="751138" y="305791"/>
                </a:cubicBezTo>
                <a:cubicBezTo>
                  <a:pt x="762570" y="298676"/>
                  <a:pt x="772875" y="290237"/>
                  <a:pt x="782055" y="280472"/>
                </a:cubicBezTo>
                <a:cubicBezTo>
                  <a:pt x="791235" y="270708"/>
                  <a:pt x="798769" y="260199"/>
                  <a:pt x="804659" y="248943"/>
                </a:cubicBezTo>
                <a:cubicBezTo>
                  <a:pt x="810548" y="237688"/>
                  <a:pt x="813492" y="229459"/>
                  <a:pt x="813492" y="224256"/>
                </a:cubicBezTo>
                <a:cubicBezTo>
                  <a:pt x="813492" y="223458"/>
                  <a:pt x="813404" y="222616"/>
                  <a:pt x="813227" y="221729"/>
                </a:cubicBezTo>
                <a:cubicBezTo>
                  <a:pt x="813050" y="220842"/>
                  <a:pt x="812961" y="220027"/>
                  <a:pt x="812961" y="219285"/>
                </a:cubicBezTo>
                <a:cubicBezTo>
                  <a:pt x="812961" y="216185"/>
                  <a:pt x="814229" y="214636"/>
                  <a:pt x="816766" y="214636"/>
                </a:cubicBezTo>
                <a:close/>
                <a:moveTo>
                  <a:pt x="1165471" y="210909"/>
                </a:moveTo>
                <a:cubicBezTo>
                  <a:pt x="1167776" y="210909"/>
                  <a:pt x="1170649" y="211535"/>
                  <a:pt x="1174090" y="212786"/>
                </a:cubicBezTo>
                <a:cubicBezTo>
                  <a:pt x="1177530" y="214038"/>
                  <a:pt x="1179969" y="215193"/>
                  <a:pt x="1181406" y="216252"/>
                </a:cubicBezTo>
                <a:cubicBezTo>
                  <a:pt x="1182844" y="217310"/>
                  <a:pt x="1183563" y="218627"/>
                  <a:pt x="1183563" y="220202"/>
                </a:cubicBezTo>
                <a:cubicBezTo>
                  <a:pt x="1183563" y="221777"/>
                  <a:pt x="1183054" y="224211"/>
                  <a:pt x="1182037" y="227503"/>
                </a:cubicBezTo>
                <a:cubicBezTo>
                  <a:pt x="1181020" y="230796"/>
                  <a:pt x="1180404" y="238282"/>
                  <a:pt x="1180189" y="249963"/>
                </a:cubicBezTo>
                <a:cubicBezTo>
                  <a:pt x="1206821" y="247163"/>
                  <a:pt x="1220939" y="245477"/>
                  <a:pt x="1222543" y="244904"/>
                </a:cubicBezTo>
                <a:cubicBezTo>
                  <a:pt x="1225163" y="243782"/>
                  <a:pt x="1227426" y="243221"/>
                  <a:pt x="1229332" y="243221"/>
                </a:cubicBezTo>
                <a:cubicBezTo>
                  <a:pt x="1232918" y="243221"/>
                  <a:pt x="1237874" y="245436"/>
                  <a:pt x="1244201" y="249865"/>
                </a:cubicBezTo>
                <a:cubicBezTo>
                  <a:pt x="1250527" y="254294"/>
                  <a:pt x="1253690" y="257830"/>
                  <a:pt x="1253690" y="260473"/>
                </a:cubicBezTo>
                <a:cubicBezTo>
                  <a:pt x="1253690" y="263116"/>
                  <a:pt x="1251181" y="264666"/>
                  <a:pt x="1246163" y="265122"/>
                </a:cubicBezTo>
                <a:cubicBezTo>
                  <a:pt x="1238238" y="265812"/>
                  <a:pt x="1231559" y="267528"/>
                  <a:pt x="1226126" y="270271"/>
                </a:cubicBezTo>
                <a:cubicBezTo>
                  <a:pt x="1224896" y="270982"/>
                  <a:pt x="1223461" y="271337"/>
                  <a:pt x="1221819" y="271337"/>
                </a:cubicBezTo>
                <a:cubicBezTo>
                  <a:pt x="1220177" y="271337"/>
                  <a:pt x="1219356" y="270662"/>
                  <a:pt x="1219356" y="269311"/>
                </a:cubicBezTo>
                <a:cubicBezTo>
                  <a:pt x="1219356" y="267961"/>
                  <a:pt x="1219725" y="266733"/>
                  <a:pt x="1220462" y="265628"/>
                </a:cubicBezTo>
                <a:cubicBezTo>
                  <a:pt x="1224104" y="260550"/>
                  <a:pt x="1225925" y="257692"/>
                  <a:pt x="1225925" y="257055"/>
                </a:cubicBezTo>
                <a:cubicBezTo>
                  <a:pt x="1225925" y="256417"/>
                  <a:pt x="1225660" y="256005"/>
                  <a:pt x="1225129" y="255817"/>
                </a:cubicBezTo>
                <a:cubicBezTo>
                  <a:pt x="1224598" y="255630"/>
                  <a:pt x="1223040" y="255536"/>
                  <a:pt x="1220456" y="255536"/>
                </a:cubicBezTo>
                <a:cubicBezTo>
                  <a:pt x="1211692" y="255536"/>
                  <a:pt x="1199181" y="256364"/>
                  <a:pt x="1182924" y="258019"/>
                </a:cubicBezTo>
                <a:cubicBezTo>
                  <a:pt x="1166666" y="259674"/>
                  <a:pt x="1154741" y="261242"/>
                  <a:pt x="1147148" y="262723"/>
                </a:cubicBezTo>
                <a:cubicBezTo>
                  <a:pt x="1139556" y="264204"/>
                  <a:pt x="1133612" y="264886"/>
                  <a:pt x="1129315" y="264769"/>
                </a:cubicBezTo>
                <a:cubicBezTo>
                  <a:pt x="1127620" y="271042"/>
                  <a:pt x="1125407" y="276753"/>
                  <a:pt x="1122674" y="281900"/>
                </a:cubicBezTo>
                <a:cubicBezTo>
                  <a:pt x="1119942" y="287048"/>
                  <a:pt x="1117330" y="289622"/>
                  <a:pt x="1114840" y="289622"/>
                </a:cubicBezTo>
                <a:cubicBezTo>
                  <a:pt x="1112350" y="289622"/>
                  <a:pt x="1110624" y="288476"/>
                  <a:pt x="1109662" y="286184"/>
                </a:cubicBezTo>
                <a:cubicBezTo>
                  <a:pt x="1108701" y="283893"/>
                  <a:pt x="1108220" y="282028"/>
                  <a:pt x="1108220" y="280588"/>
                </a:cubicBezTo>
                <a:cubicBezTo>
                  <a:pt x="1108220" y="279149"/>
                  <a:pt x="1108568" y="277482"/>
                  <a:pt x="1109262" y="275586"/>
                </a:cubicBezTo>
                <a:cubicBezTo>
                  <a:pt x="1109957" y="273691"/>
                  <a:pt x="1110764" y="272154"/>
                  <a:pt x="1111682" y="270976"/>
                </a:cubicBezTo>
                <a:cubicBezTo>
                  <a:pt x="1113963" y="268234"/>
                  <a:pt x="1116192" y="262876"/>
                  <a:pt x="1118369" y="254900"/>
                </a:cubicBezTo>
                <a:cubicBezTo>
                  <a:pt x="1119219" y="252202"/>
                  <a:pt x="1120678" y="250853"/>
                  <a:pt x="1122744" y="250853"/>
                </a:cubicBezTo>
                <a:cubicBezTo>
                  <a:pt x="1124810" y="250853"/>
                  <a:pt x="1126583" y="252688"/>
                  <a:pt x="1128063" y="256356"/>
                </a:cubicBezTo>
                <a:cubicBezTo>
                  <a:pt x="1140465" y="254264"/>
                  <a:pt x="1154044" y="252546"/>
                  <a:pt x="1168799" y="251204"/>
                </a:cubicBezTo>
                <a:cubicBezTo>
                  <a:pt x="1169010" y="243660"/>
                  <a:pt x="1168799" y="237247"/>
                  <a:pt x="1168166" y="231966"/>
                </a:cubicBezTo>
                <a:cubicBezTo>
                  <a:pt x="1167532" y="226684"/>
                  <a:pt x="1166348" y="222788"/>
                  <a:pt x="1164614" y="220276"/>
                </a:cubicBezTo>
                <a:cubicBezTo>
                  <a:pt x="1162880" y="217764"/>
                  <a:pt x="1162012" y="215575"/>
                  <a:pt x="1162012" y="213708"/>
                </a:cubicBezTo>
                <a:cubicBezTo>
                  <a:pt x="1162012" y="211842"/>
                  <a:pt x="1163165" y="210909"/>
                  <a:pt x="1165471" y="210909"/>
                </a:cubicBezTo>
                <a:close/>
                <a:moveTo>
                  <a:pt x="180254" y="110073"/>
                </a:moveTo>
                <a:cubicBezTo>
                  <a:pt x="183502" y="110073"/>
                  <a:pt x="186303" y="111249"/>
                  <a:pt x="188655" y="113602"/>
                </a:cubicBezTo>
                <a:cubicBezTo>
                  <a:pt x="191008" y="115954"/>
                  <a:pt x="192184" y="118718"/>
                  <a:pt x="192184" y="121894"/>
                </a:cubicBezTo>
                <a:cubicBezTo>
                  <a:pt x="192184" y="125070"/>
                  <a:pt x="190996" y="127810"/>
                  <a:pt x="188620" y="130116"/>
                </a:cubicBezTo>
                <a:cubicBezTo>
                  <a:pt x="186244" y="132421"/>
                  <a:pt x="183450" y="133574"/>
                  <a:pt x="180239" y="133574"/>
                </a:cubicBezTo>
                <a:cubicBezTo>
                  <a:pt x="177027" y="133574"/>
                  <a:pt x="174239" y="132426"/>
                  <a:pt x="171873" y="130130"/>
                </a:cubicBezTo>
                <a:cubicBezTo>
                  <a:pt x="169507" y="127834"/>
                  <a:pt x="168324" y="125088"/>
                  <a:pt x="168324" y="121894"/>
                </a:cubicBezTo>
                <a:cubicBezTo>
                  <a:pt x="168324" y="118700"/>
                  <a:pt x="169496" y="115931"/>
                  <a:pt x="171839" y="113588"/>
                </a:cubicBezTo>
                <a:cubicBezTo>
                  <a:pt x="174182" y="111244"/>
                  <a:pt x="176987" y="110073"/>
                  <a:pt x="180254" y="110073"/>
                </a:cubicBezTo>
                <a:close/>
                <a:moveTo>
                  <a:pt x="688224" y="106764"/>
                </a:moveTo>
                <a:cubicBezTo>
                  <a:pt x="686631" y="106764"/>
                  <a:pt x="675424" y="107981"/>
                  <a:pt x="654602" y="110415"/>
                </a:cubicBezTo>
                <a:cubicBezTo>
                  <a:pt x="655997" y="113589"/>
                  <a:pt x="656963" y="120162"/>
                  <a:pt x="657501" y="130133"/>
                </a:cubicBezTo>
                <a:cubicBezTo>
                  <a:pt x="662545" y="129697"/>
                  <a:pt x="668294" y="128912"/>
                  <a:pt x="674747" y="127777"/>
                </a:cubicBezTo>
                <a:cubicBezTo>
                  <a:pt x="681200" y="126642"/>
                  <a:pt x="685221" y="125851"/>
                  <a:pt x="686810" y="125405"/>
                </a:cubicBezTo>
                <a:cubicBezTo>
                  <a:pt x="688399" y="124958"/>
                  <a:pt x="689547" y="124146"/>
                  <a:pt x="690254" y="122970"/>
                </a:cubicBezTo>
                <a:cubicBezTo>
                  <a:pt x="690961" y="121794"/>
                  <a:pt x="691516" y="119789"/>
                  <a:pt x="691920" y="116957"/>
                </a:cubicBezTo>
                <a:cubicBezTo>
                  <a:pt x="692323" y="114124"/>
                  <a:pt x="692525" y="111999"/>
                  <a:pt x="692525" y="110580"/>
                </a:cubicBezTo>
                <a:cubicBezTo>
                  <a:pt x="692525" y="109162"/>
                  <a:pt x="692206" y="108171"/>
                  <a:pt x="691569" y="107608"/>
                </a:cubicBezTo>
                <a:cubicBezTo>
                  <a:pt x="690932" y="107046"/>
                  <a:pt x="689817" y="106764"/>
                  <a:pt x="688224" y="106764"/>
                </a:cubicBezTo>
                <a:close/>
                <a:moveTo>
                  <a:pt x="1002497" y="102845"/>
                </a:moveTo>
                <a:lnTo>
                  <a:pt x="997047" y="107255"/>
                </a:lnTo>
                <a:cubicBezTo>
                  <a:pt x="993353" y="108349"/>
                  <a:pt x="990198" y="108896"/>
                  <a:pt x="987582" y="108896"/>
                </a:cubicBezTo>
                <a:cubicBezTo>
                  <a:pt x="984966" y="108896"/>
                  <a:pt x="983459" y="108778"/>
                  <a:pt x="983059" y="108540"/>
                </a:cubicBezTo>
                <a:lnTo>
                  <a:pt x="983506" y="121963"/>
                </a:lnTo>
                <a:cubicBezTo>
                  <a:pt x="993920" y="120576"/>
                  <a:pt x="1000106" y="119801"/>
                  <a:pt x="1002064" y="119639"/>
                </a:cubicBezTo>
                <a:close/>
                <a:moveTo>
                  <a:pt x="631310" y="98355"/>
                </a:moveTo>
                <a:cubicBezTo>
                  <a:pt x="634292" y="98355"/>
                  <a:pt x="635784" y="99348"/>
                  <a:pt x="635784" y="101336"/>
                </a:cubicBezTo>
                <a:cubicBezTo>
                  <a:pt x="635784" y="103324"/>
                  <a:pt x="632362" y="106013"/>
                  <a:pt x="625519" y="109401"/>
                </a:cubicBezTo>
                <a:cubicBezTo>
                  <a:pt x="618676" y="112790"/>
                  <a:pt x="611740" y="116430"/>
                  <a:pt x="604711" y="120323"/>
                </a:cubicBezTo>
                <a:cubicBezTo>
                  <a:pt x="597682" y="124216"/>
                  <a:pt x="593450" y="126717"/>
                  <a:pt x="592013" y="127827"/>
                </a:cubicBezTo>
                <a:cubicBezTo>
                  <a:pt x="590577" y="128936"/>
                  <a:pt x="588797" y="129491"/>
                  <a:pt x="586674" y="129491"/>
                </a:cubicBezTo>
                <a:cubicBezTo>
                  <a:pt x="584552" y="129491"/>
                  <a:pt x="581868" y="127934"/>
                  <a:pt x="578622" y="124821"/>
                </a:cubicBezTo>
                <a:cubicBezTo>
                  <a:pt x="575377" y="121707"/>
                  <a:pt x="573754" y="119169"/>
                  <a:pt x="573754" y="117204"/>
                </a:cubicBezTo>
                <a:cubicBezTo>
                  <a:pt x="573754" y="115053"/>
                  <a:pt x="575340" y="113978"/>
                  <a:pt x="578511" y="113978"/>
                </a:cubicBezTo>
                <a:cubicBezTo>
                  <a:pt x="581682" y="113978"/>
                  <a:pt x="586471" y="113008"/>
                  <a:pt x="592880" y="111069"/>
                </a:cubicBezTo>
                <a:cubicBezTo>
                  <a:pt x="599288" y="109131"/>
                  <a:pt x="610393" y="105187"/>
                  <a:pt x="626195" y="99240"/>
                </a:cubicBezTo>
                <a:cubicBezTo>
                  <a:pt x="627961" y="98650"/>
                  <a:pt x="629666" y="98355"/>
                  <a:pt x="631310" y="98355"/>
                </a:cubicBezTo>
                <a:close/>
                <a:moveTo>
                  <a:pt x="697249" y="95337"/>
                </a:moveTo>
                <a:cubicBezTo>
                  <a:pt x="699242" y="95337"/>
                  <a:pt x="702546" y="96929"/>
                  <a:pt x="707158" y="100113"/>
                </a:cubicBezTo>
                <a:cubicBezTo>
                  <a:pt x="711771" y="103297"/>
                  <a:pt x="714078" y="105976"/>
                  <a:pt x="714078" y="108150"/>
                </a:cubicBezTo>
                <a:cubicBezTo>
                  <a:pt x="714078" y="109730"/>
                  <a:pt x="713010" y="111263"/>
                  <a:pt x="710874" y="112751"/>
                </a:cubicBezTo>
                <a:cubicBezTo>
                  <a:pt x="708738" y="114238"/>
                  <a:pt x="706549" y="116431"/>
                  <a:pt x="704305" y="119331"/>
                </a:cubicBezTo>
                <a:cubicBezTo>
                  <a:pt x="702062" y="122230"/>
                  <a:pt x="700940" y="124303"/>
                  <a:pt x="700940" y="125549"/>
                </a:cubicBezTo>
                <a:cubicBezTo>
                  <a:pt x="700940" y="125634"/>
                  <a:pt x="700856" y="125634"/>
                  <a:pt x="700689" y="125549"/>
                </a:cubicBezTo>
                <a:cubicBezTo>
                  <a:pt x="703695" y="127504"/>
                  <a:pt x="705199" y="129754"/>
                  <a:pt x="705199" y="132299"/>
                </a:cubicBezTo>
                <a:cubicBezTo>
                  <a:pt x="705199" y="134844"/>
                  <a:pt x="703025" y="136272"/>
                  <a:pt x="698678" y="136583"/>
                </a:cubicBezTo>
                <a:lnTo>
                  <a:pt x="658329" y="138797"/>
                </a:lnTo>
                <a:cubicBezTo>
                  <a:pt x="658448" y="139274"/>
                  <a:pt x="658076" y="140209"/>
                  <a:pt x="657212" y="141602"/>
                </a:cubicBezTo>
                <a:cubicBezTo>
                  <a:pt x="656349" y="142995"/>
                  <a:pt x="655136" y="143692"/>
                  <a:pt x="653574" y="143692"/>
                </a:cubicBezTo>
                <a:cubicBezTo>
                  <a:pt x="652012" y="143692"/>
                  <a:pt x="650575" y="142598"/>
                  <a:pt x="649262" y="140410"/>
                </a:cubicBezTo>
                <a:cubicBezTo>
                  <a:pt x="647949" y="138222"/>
                  <a:pt x="647142" y="135626"/>
                  <a:pt x="646841" y="132621"/>
                </a:cubicBezTo>
                <a:cubicBezTo>
                  <a:pt x="646541" y="129616"/>
                  <a:pt x="645723" y="125413"/>
                  <a:pt x="644387" y="120011"/>
                </a:cubicBezTo>
                <a:cubicBezTo>
                  <a:pt x="643051" y="114609"/>
                  <a:pt x="641716" y="110937"/>
                  <a:pt x="640380" y="108997"/>
                </a:cubicBezTo>
                <a:cubicBezTo>
                  <a:pt x="639044" y="107056"/>
                  <a:pt x="638377" y="105182"/>
                  <a:pt x="638377" y="103375"/>
                </a:cubicBezTo>
                <a:cubicBezTo>
                  <a:pt x="638377" y="101568"/>
                  <a:pt x="639585" y="100665"/>
                  <a:pt x="642002" y="100665"/>
                </a:cubicBezTo>
                <a:cubicBezTo>
                  <a:pt x="644418" y="100665"/>
                  <a:pt x="647556" y="101267"/>
                  <a:pt x="651415" y="102472"/>
                </a:cubicBezTo>
                <a:cubicBezTo>
                  <a:pt x="656202" y="102579"/>
                  <a:pt x="663479" y="101902"/>
                  <a:pt x="673247" y="100440"/>
                </a:cubicBezTo>
                <a:cubicBezTo>
                  <a:pt x="683015" y="98978"/>
                  <a:pt x="688959" y="97762"/>
                  <a:pt x="691078" y="96792"/>
                </a:cubicBezTo>
                <a:cubicBezTo>
                  <a:pt x="693198" y="95822"/>
                  <a:pt x="695255" y="95337"/>
                  <a:pt x="697249" y="95337"/>
                </a:cubicBezTo>
                <a:close/>
                <a:moveTo>
                  <a:pt x="1223830" y="93383"/>
                </a:moveTo>
                <a:cubicBezTo>
                  <a:pt x="1225564" y="93383"/>
                  <a:pt x="1229512" y="94955"/>
                  <a:pt x="1235675" y="98097"/>
                </a:cubicBezTo>
                <a:cubicBezTo>
                  <a:pt x="1241838" y="101240"/>
                  <a:pt x="1246854" y="105246"/>
                  <a:pt x="1250726" y="110117"/>
                </a:cubicBezTo>
                <a:cubicBezTo>
                  <a:pt x="1254597" y="114987"/>
                  <a:pt x="1256532" y="120291"/>
                  <a:pt x="1256532" y="126030"/>
                </a:cubicBezTo>
                <a:cubicBezTo>
                  <a:pt x="1256532" y="131768"/>
                  <a:pt x="1254805" y="134637"/>
                  <a:pt x="1251349" y="134637"/>
                </a:cubicBezTo>
                <a:cubicBezTo>
                  <a:pt x="1248881" y="134637"/>
                  <a:pt x="1246066" y="132770"/>
                  <a:pt x="1242903" y="129037"/>
                </a:cubicBezTo>
                <a:cubicBezTo>
                  <a:pt x="1239739" y="125303"/>
                  <a:pt x="1235290" y="119302"/>
                  <a:pt x="1229556" y="111034"/>
                </a:cubicBezTo>
                <a:cubicBezTo>
                  <a:pt x="1223821" y="102766"/>
                  <a:pt x="1220954" y="97721"/>
                  <a:pt x="1220954" y="95900"/>
                </a:cubicBezTo>
                <a:cubicBezTo>
                  <a:pt x="1220954" y="94222"/>
                  <a:pt x="1221912" y="93383"/>
                  <a:pt x="1223830" y="93383"/>
                </a:cubicBezTo>
                <a:close/>
                <a:moveTo>
                  <a:pt x="1194893" y="92498"/>
                </a:moveTo>
                <a:cubicBezTo>
                  <a:pt x="1197167" y="92498"/>
                  <a:pt x="1199693" y="93854"/>
                  <a:pt x="1202473" y="96566"/>
                </a:cubicBezTo>
                <a:cubicBezTo>
                  <a:pt x="1205253" y="99278"/>
                  <a:pt x="1206642" y="101424"/>
                  <a:pt x="1206642" y="103003"/>
                </a:cubicBezTo>
                <a:cubicBezTo>
                  <a:pt x="1206642" y="104625"/>
                  <a:pt x="1205951" y="105850"/>
                  <a:pt x="1204567" y="106681"/>
                </a:cubicBezTo>
                <a:cubicBezTo>
                  <a:pt x="1203183" y="107511"/>
                  <a:pt x="1200976" y="109199"/>
                  <a:pt x="1197944" y="111744"/>
                </a:cubicBezTo>
                <a:cubicBezTo>
                  <a:pt x="1188336" y="120523"/>
                  <a:pt x="1180375" y="126445"/>
                  <a:pt x="1174061" y="129509"/>
                </a:cubicBezTo>
                <a:cubicBezTo>
                  <a:pt x="1167748" y="132573"/>
                  <a:pt x="1163836" y="134106"/>
                  <a:pt x="1162326" y="134106"/>
                </a:cubicBezTo>
                <a:cubicBezTo>
                  <a:pt x="1160816" y="134106"/>
                  <a:pt x="1160061" y="133413"/>
                  <a:pt x="1160061" y="132029"/>
                </a:cubicBezTo>
                <a:cubicBezTo>
                  <a:pt x="1160061" y="130644"/>
                  <a:pt x="1160864" y="129328"/>
                  <a:pt x="1162470" y="128080"/>
                </a:cubicBezTo>
                <a:cubicBezTo>
                  <a:pt x="1170366" y="122158"/>
                  <a:pt x="1177175" y="116107"/>
                  <a:pt x="1182898" y="109926"/>
                </a:cubicBezTo>
                <a:cubicBezTo>
                  <a:pt x="1188621" y="103744"/>
                  <a:pt x="1191483" y="99365"/>
                  <a:pt x="1191483" y="96788"/>
                </a:cubicBezTo>
                <a:cubicBezTo>
                  <a:pt x="1191483" y="93928"/>
                  <a:pt x="1192620" y="92498"/>
                  <a:pt x="1194893" y="92498"/>
                </a:cubicBezTo>
                <a:close/>
                <a:moveTo>
                  <a:pt x="968002" y="70903"/>
                </a:moveTo>
                <a:cubicBezTo>
                  <a:pt x="958753" y="72322"/>
                  <a:pt x="952351" y="73382"/>
                  <a:pt x="948796" y="74081"/>
                </a:cubicBezTo>
                <a:cubicBezTo>
                  <a:pt x="952083" y="92429"/>
                  <a:pt x="954116" y="109574"/>
                  <a:pt x="954895" y="125515"/>
                </a:cubicBezTo>
                <a:lnTo>
                  <a:pt x="973049" y="123089"/>
                </a:lnTo>
                <a:cubicBezTo>
                  <a:pt x="972930" y="117348"/>
                  <a:pt x="972578" y="109558"/>
                  <a:pt x="971992" y="99717"/>
                </a:cubicBezTo>
                <a:cubicBezTo>
                  <a:pt x="971405" y="89877"/>
                  <a:pt x="970792" y="83006"/>
                  <a:pt x="970152" y="79103"/>
                </a:cubicBezTo>
                <a:cubicBezTo>
                  <a:pt x="969512" y="75201"/>
                  <a:pt x="968795" y="72468"/>
                  <a:pt x="968002" y="70903"/>
                </a:cubicBezTo>
                <a:close/>
                <a:moveTo>
                  <a:pt x="833946" y="69418"/>
                </a:moveTo>
                <a:cubicBezTo>
                  <a:pt x="835689" y="69418"/>
                  <a:pt x="838349" y="70056"/>
                  <a:pt x="841925" y="71333"/>
                </a:cubicBezTo>
                <a:cubicBezTo>
                  <a:pt x="845502" y="72609"/>
                  <a:pt x="848326" y="74451"/>
                  <a:pt x="850399" y="76858"/>
                </a:cubicBezTo>
                <a:cubicBezTo>
                  <a:pt x="852471" y="79265"/>
                  <a:pt x="853508" y="82061"/>
                  <a:pt x="853508" y="85245"/>
                </a:cubicBezTo>
                <a:cubicBezTo>
                  <a:pt x="853508" y="88429"/>
                  <a:pt x="852923" y="90918"/>
                  <a:pt x="851753" y="92712"/>
                </a:cubicBezTo>
                <a:cubicBezTo>
                  <a:pt x="850584" y="94506"/>
                  <a:pt x="848995" y="95402"/>
                  <a:pt x="846987" y="95402"/>
                </a:cubicBezTo>
                <a:cubicBezTo>
                  <a:pt x="844979" y="95402"/>
                  <a:pt x="843136" y="94178"/>
                  <a:pt x="841457" y="91729"/>
                </a:cubicBezTo>
                <a:cubicBezTo>
                  <a:pt x="839779" y="89280"/>
                  <a:pt x="837509" y="85792"/>
                  <a:pt x="834650" y="81264"/>
                </a:cubicBezTo>
                <a:cubicBezTo>
                  <a:pt x="831790" y="76736"/>
                  <a:pt x="830360" y="73629"/>
                  <a:pt x="830360" y="71945"/>
                </a:cubicBezTo>
                <a:cubicBezTo>
                  <a:pt x="830360" y="70261"/>
                  <a:pt x="831555" y="69418"/>
                  <a:pt x="833946" y="69418"/>
                </a:cubicBezTo>
                <a:close/>
                <a:moveTo>
                  <a:pt x="412227" y="68239"/>
                </a:moveTo>
                <a:cubicBezTo>
                  <a:pt x="405384" y="68239"/>
                  <a:pt x="398294" y="70685"/>
                  <a:pt x="390957" y="75577"/>
                </a:cubicBezTo>
                <a:lnTo>
                  <a:pt x="390957" y="113477"/>
                </a:lnTo>
                <a:cubicBezTo>
                  <a:pt x="390957" y="117217"/>
                  <a:pt x="392711" y="120337"/>
                  <a:pt x="396220" y="122836"/>
                </a:cubicBezTo>
                <a:cubicBezTo>
                  <a:pt x="399728" y="125334"/>
                  <a:pt x="404353" y="126584"/>
                  <a:pt x="410095" y="126584"/>
                </a:cubicBezTo>
                <a:cubicBezTo>
                  <a:pt x="417097" y="126584"/>
                  <a:pt x="422925" y="123952"/>
                  <a:pt x="427581" y="118687"/>
                </a:cubicBezTo>
                <a:cubicBezTo>
                  <a:pt x="432236" y="113423"/>
                  <a:pt x="434564" y="106952"/>
                  <a:pt x="434564" y="99274"/>
                </a:cubicBezTo>
                <a:cubicBezTo>
                  <a:pt x="434564" y="89412"/>
                  <a:pt x="432520" y="81775"/>
                  <a:pt x="428432" y="76360"/>
                </a:cubicBezTo>
                <a:cubicBezTo>
                  <a:pt x="424344" y="70946"/>
                  <a:pt x="418942" y="68239"/>
                  <a:pt x="412227" y="68239"/>
                </a:cubicBezTo>
                <a:close/>
                <a:moveTo>
                  <a:pt x="1001674" y="65932"/>
                </a:moveTo>
                <a:lnTo>
                  <a:pt x="977378" y="69382"/>
                </a:lnTo>
                <a:cubicBezTo>
                  <a:pt x="979301" y="69489"/>
                  <a:pt x="980640" y="70366"/>
                  <a:pt x="981395" y="72013"/>
                </a:cubicBezTo>
                <a:cubicBezTo>
                  <a:pt x="982150" y="73659"/>
                  <a:pt x="982528" y="76000"/>
                  <a:pt x="982528" y="79035"/>
                </a:cubicBezTo>
                <a:lnTo>
                  <a:pt x="982528" y="80599"/>
                </a:lnTo>
                <a:cubicBezTo>
                  <a:pt x="989033" y="78233"/>
                  <a:pt x="993874" y="77050"/>
                  <a:pt x="997051" y="77050"/>
                </a:cubicBezTo>
                <a:cubicBezTo>
                  <a:pt x="998229" y="77050"/>
                  <a:pt x="999506" y="77480"/>
                  <a:pt x="1000881" y="78340"/>
                </a:cubicBezTo>
                <a:cubicBezTo>
                  <a:pt x="1002256" y="79199"/>
                  <a:pt x="1002944" y="80200"/>
                  <a:pt x="1002944" y="81343"/>
                </a:cubicBezTo>
                <a:cubicBezTo>
                  <a:pt x="1002944" y="83505"/>
                  <a:pt x="1000932" y="85324"/>
                  <a:pt x="996910" y="86799"/>
                </a:cubicBezTo>
                <a:cubicBezTo>
                  <a:pt x="992886" y="88274"/>
                  <a:pt x="989474" y="89012"/>
                  <a:pt x="986673" y="89012"/>
                </a:cubicBezTo>
                <a:cubicBezTo>
                  <a:pt x="983872" y="89012"/>
                  <a:pt x="982549" y="88952"/>
                  <a:pt x="982706" y="88834"/>
                </a:cubicBezTo>
                <a:lnTo>
                  <a:pt x="982974" y="101015"/>
                </a:lnTo>
                <a:cubicBezTo>
                  <a:pt x="987472" y="98651"/>
                  <a:pt x="991045" y="97469"/>
                  <a:pt x="993693" y="97469"/>
                </a:cubicBezTo>
                <a:cubicBezTo>
                  <a:pt x="996341" y="97469"/>
                  <a:pt x="998485" y="97879"/>
                  <a:pt x="1000126" y="98700"/>
                </a:cubicBezTo>
                <a:lnTo>
                  <a:pt x="1002503" y="102631"/>
                </a:lnTo>
                <a:lnTo>
                  <a:pt x="1003051" y="81343"/>
                </a:lnTo>
                <a:cubicBezTo>
                  <a:pt x="1003051" y="73114"/>
                  <a:pt x="1002592" y="67977"/>
                  <a:pt x="1001674" y="65932"/>
                </a:cubicBezTo>
                <a:close/>
                <a:moveTo>
                  <a:pt x="1038189" y="62027"/>
                </a:moveTo>
                <a:cubicBezTo>
                  <a:pt x="1035632" y="62027"/>
                  <a:pt x="1026725" y="62832"/>
                  <a:pt x="1011467" y="64442"/>
                </a:cubicBezTo>
                <a:cubicBezTo>
                  <a:pt x="1015846" y="65806"/>
                  <a:pt x="1018036" y="68067"/>
                  <a:pt x="1018036" y="71222"/>
                </a:cubicBezTo>
                <a:cubicBezTo>
                  <a:pt x="1018036" y="72619"/>
                  <a:pt x="1017584" y="74461"/>
                  <a:pt x="1016682" y="76748"/>
                </a:cubicBezTo>
                <a:cubicBezTo>
                  <a:pt x="1015780" y="79035"/>
                  <a:pt x="1014752" y="92805"/>
                  <a:pt x="1013596" y="118058"/>
                </a:cubicBezTo>
                <a:cubicBezTo>
                  <a:pt x="1019610" y="117351"/>
                  <a:pt x="1024028" y="116998"/>
                  <a:pt x="1026850" y="116998"/>
                </a:cubicBezTo>
                <a:cubicBezTo>
                  <a:pt x="1029672" y="116998"/>
                  <a:pt x="1031804" y="117394"/>
                  <a:pt x="1033246" y="118187"/>
                </a:cubicBezTo>
                <a:cubicBezTo>
                  <a:pt x="1034688" y="118980"/>
                  <a:pt x="1035946" y="120074"/>
                  <a:pt x="1037020" y="121471"/>
                </a:cubicBezTo>
                <a:cubicBezTo>
                  <a:pt x="1038093" y="122868"/>
                  <a:pt x="1038559" y="123567"/>
                  <a:pt x="1038418" y="123567"/>
                </a:cubicBezTo>
                <a:cubicBezTo>
                  <a:pt x="1038823" y="123567"/>
                  <a:pt x="1039895" y="119136"/>
                  <a:pt x="1041633" y="110276"/>
                </a:cubicBezTo>
                <a:cubicBezTo>
                  <a:pt x="1043371" y="101416"/>
                  <a:pt x="1044240" y="89345"/>
                  <a:pt x="1044240" y="74064"/>
                </a:cubicBezTo>
                <a:cubicBezTo>
                  <a:pt x="1044240" y="68299"/>
                  <a:pt x="1043871" y="64852"/>
                  <a:pt x="1043132" y="63722"/>
                </a:cubicBezTo>
                <a:cubicBezTo>
                  <a:pt x="1042393" y="62592"/>
                  <a:pt x="1040745" y="62027"/>
                  <a:pt x="1038189" y="62027"/>
                </a:cubicBezTo>
                <a:close/>
                <a:moveTo>
                  <a:pt x="796840" y="55280"/>
                </a:moveTo>
                <a:cubicBezTo>
                  <a:pt x="795341" y="55280"/>
                  <a:pt x="791848" y="55870"/>
                  <a:pt x="786360" y="57050"/>
                </a:cubicBezTo>
                <a:cubicBezTo>
                  <a:pt x="780873" y="58230"/>
                  <a:pt x="777157" y="58926"/>
                  <a:pt x="775214" y="59137"/>
                </a:cubicBezTo>
                <a:cubicBezTo>
                  <a:pt x="775904" y="61891"/>
                  <a:pt x="776509" y="67921"/>
                  <a:pt x="777029" y="77226"/>
                </a:cubicBezTo>
                <a:cubicBezTo>
                  <a:pt x="776618" y="77165"/>
                  <a:pt x="778230" y="76530"/>
                  <a:pt x="781866" y="75318"/>
                </a:cubicBezTo>
                <a:cubicBezTo>
                  <a:pt x="785501" y="74107"/>
                  <a:pt x="788354" y="73502"/>
                  <a:pt x="790424" y="73502"/>
                </a:cubicBezTo>
                <a:cubicBezTo>
                  <a:pt x="792494" y="73502"/>
                  <a:pt x="794175" y="73975"/>
                  <a:pt x="795467" y="74923"/>
                </a:cubicBezTo>
                <a:cubicBezTo>
                  <a:pt x="796759" y="75870"/>
                  <a:pt x="797406" y="77107"/>
                  <a:pt x="797406" y="78634"/>
                </a:cubicBezTo>
                <a:cubicBezTo>
                  <a:pt x="797406" y="80161"/>
                  <a:pt x="796551" y="81313"/>
                  <a:pt x="794842" y="82091"/>
                </a:cubicBezTo>
                <a:cubicBezTo>
                  <a:pt x="793133" y="82868"/>
                  <a:pt x="790370" y="83654"/>
                  <a:pt x="786553" y="84448"/>
                </a:cubicBezTo>
                <a:cubicBezTo>
                  <a:pt x="782735" y="85241"/>
                  <a:pt x="779726" y="85520"/>
                  <a:pt x="777524" y="85285"/>
                </a:cubicBezTo>
                <a:cubicBezTo>
                  <a:pt x="777759" y="90422"/>
                  <a:pt x="777877" y="94802"/>
                  <a:pt x="777877" y="98425"/>
                </a:cubicBezTo>
                <a:cubicBezTo>
                  <a:pt x="777877" y="102048"/>
                  <a:pt x="777818" y="104806"/>
                  <a:pt x="777699" y="106696"/>
                </a:cubicBezTo>
                <a:cubicBezTo>
                  <a:pt x="783528" y="104687"/>
                  <a:pt x="787985" y="103682"/>
                  <a:pt x="791070" y="103682"/>
                </a:cubicBezTo>
                <a:cubicBezTo>
                  <a:pt x="794155" y="103682"/>
                  <a:pt x="796171" y="104037"/>
                  <a:pt x="797119" y="104747"/>
                </a:cubicBezTo>
                <a:cubicBezTo>
                  <a:pt x="798066" y="105456"/>
                  <a:pt x="798565" y="105811"/>
                  <a:pt x="798616" y="105811"/>
                </a:cubicBezTo>
                <a:cubicBezTo>
                  <a:pt x="799134" y="105811"/>
                  <a:pt x="799643" y="102045"/>
                  <a:pt x="800141" y="94512"/>
                </a:cubicBezTo>
                <a:cubicBezTo>
                  <a:pt x="800640" y="86979"/>
                  <a:pt x="800889" y="79340"/>
                  <a:pt x="800889" y="71597"/>
                </a:cubicBezTo>
                <a:cubicBezTo>
                  <a:pt x="800889" y="63854"/>
                  <a:pt x="800710" y="59198"/>
                  <a:pt x="800352" y="57631"/>
                </a:cubicBezTo>
                <a:cubicBezTo>
                  <a:pt x="799994" y="56063"/>
                  <a:pt x="798823" y="55280"/>
                  <a:pt x="796840" y="55280"/>
                </a:cubicBezTo>
                <a:close/>
                <a:moveTo>
                  <a:pt x="482500" y="53439"/>
                </a:moveTo>
                <a:lnTo>
                  <a:pt x="488336" y="53439"/>
                </a:lnTo>
                <a:lnTo>
                  <a:pt x="488336" y="69237"/>
                </a:lnTo>
                <a:cubicBezTo>
                  <a:pt x="490910" y="65657"/>
                  <a:pt x="495040" y="62662"/>
                  <a:pt x="500728" y="60251"/>
                </a:cubicBezTo>
                <a:cubicBezTo>
                  <a:pt x="506415" y="57840"/>
                  <a:pt x="511447" y="56634"/>
                  <a:pt x="515822" y="56634"/>
                </a:cubicBezTo>
                <a:cubicBezTo>
                  <a:pt x="530639" y="56634"/>
                  <a:pt x="538048" y="65285"/>
                  <a:pt x="538048" y="82587"/>
                </a:cubicBezTo>
                <a:lnTo>
                  <a:pt x="538048" y="117917"/>
                </a:lnTo>
                <a:cubicBezTo>
                  <a:pt x="538048" y="119955"/>
                  <a:pt x="538254" y="121386"/>
                  <a:pt x="538667" y="122211"/>
                </a:cubicBezTo>
                <a:cubicBezTo>
                  <a:pt x="539080" y="123035"/>
                  <a:pt x="539954" y="123582"/>
                  <a:pt x="541289" y="123849"/>
                </a:cubicBezTo>
                <a:lnTo>
                  <a:pt x="550298" y="125487"/>
                </a:lnTo>
                <a:lnTo>
                  <a:pt x="550298" y="131442"/>
                </a:lnTo>
                <a:cubicBezTo>
                  <a:pt x="542870" y="131087"/>
                  <a:pt x="536112" y="130910"/>
                  <a:pt x="530023" y="130910"/>
                </a:cubicBezTo>
                <a:cubicBezTo>
                  <a:pt x="523926" y="130910"/>
                  <a:pt x="517169" y="131087"/>
                  <a:pt x="509751" y="131442"/>
                </a:cubicBezTo>
                <a:lnTo>
                  <a:pt x="509751" y="125413"/>
                </a:lnTo>
                <a:lnTo>
                  <a:pt x="521056" y="123770"/>
                </a:lnTo>
                <a:cubicBezTo>
                  <a:pt x="522632" y="123555"/>
                  <a:pt x="523420" y="121781"/>
                  <a:pt x="523420" y="118448"/>
                </a:cubicBezTo>
                <a:lnTo>
                  <a:pt x="523420" y="83475"/>
                </a:lnTo>
                <a:cubicBezTo>
                  <a:pt x="523420" y="78781"/>
                  <a:pt x="522107" y="75068"/>
                  <a:pt x="519481" y="72337"/>
                </a:cubicBezTo>
                <a:cubicBezTo>
                  <a:pt x="516855" y="69605"/>
                  <a:pt x="513268" y="68239"/>
                  <a:pt x="508719" y="68239"/>
                </a:cubicBezTo>
                <a:cubicBezTo>
                  <a:pt x="501653" y="68239"/>
                  <a:pt x="494859" y="71500"/>
                  <a:pt x="488336" y="78023"/>
                </a:cubicBezTo>
                <a:lnTo>
                  <a:pt x="488336" y="120402"/>
                </a:lnTo>
                <a:cubicBezTo>
                  <a:pt x="488336" y="121475"/>
                  <a:pt x="489504" y="122303"/>
                  <a:pt x="491840" y="122885"/>
                </a:cubicBezTo>
                <a:lnTo>
                  <a:pt x="503072" y="125552"/>
                </a:lnTo>
                <a:lnTo>
                  <a:pt x="503072" y="131442"/>
                </a:lnTo>
                <a:cubicBezTo>
                  <a:pt x="497369" y="131087"/>
                  <a:pt x="490375" y="130910"/>
                  <a:pt x="482090" y="130910"/>
                </a:cubicBezTo>
                <a:cubicBezTo>
                  <a:pt x="473780" y="130910"/>
                  <a:pt x="466785" y="131087"/>
                  <a:pt x="461105" y="131442"/>
                </a:cubicBezTo>
                <a:lnTo>
                  <a:pt x="461105" y="125492"/>
                </a:lnTo>
                <a:lnTo>
                  <a:pt x="472405" y="123207"/>
                </a:lnTo>
                <a:cubicBezTo>
                  <a:pt x="473512" y="123143"/>
                  <a:pt x="474065" y="121971"/>
                  <a:pt x="474065" y="119690"/>
                </a:cubicBezTo>
                <a:lnTo>
                  <a:pt x="474065" y="84538"/>
                </a:lnTo>
                <a:cubicBezTo>
                  <a:pt x="474065" y="81445"/>
                  <a:pt x="473489" y="79391"/>
                  <a:pt x="472337" y="78377"/>
                </a:cubicBezTo>
                <a:cubicBezTo>
                  <a:pt x="471185" y="77362"/>
                  <a:pt x="468389" y="76508"/>
                  <a:pt x="463947" y="75815"/>
                </a:cubicBezTo>
                <a:lnTo>
                  <a:pt x="463947" y="69794"/>
                </a:lnTo>
                <a:cubicBezTo>
                  <a:pt x="471850" y="67941"/>
                  <a:pt x="478034" y="62489"/>
                  <a:pt x="482500" y="53439"/>
                </a:cubicBezTo>
                <a:close/>
                <a:moveTo>
                  <a:pt x="385409" y="50243"/>
                </a:moveTo>
                <a:lnTo>
                  <a:pt x="390957" y="50243"/>
                </a:lnTo>
                <a:lnTo>
                  <a:pt x="390957" y="67462"/>
                </a:lnTo>
                <a:cubicBezTo>
                  <a:pt x="399616" y="60243"/>
                  <a:pt x="408955" y="56634"/>
                  <a:pt x="418974" y="56634"/>
                </a:cubicBezTo>
                <a:cubicBezTo>
                  <a:pt x="428419" y="56634"/>
                  <a:pt x="436023" y="59985"/>
                  <a:pt x="441787" y="66688"/>
                </a:cubicBezTo>
                <a:cubicBezTo>
                  <a:pt x="447551" y="73391"/>
                  <a:pt x="450433" y="82241"/>
                  <a:pt x="450433" y="93239"/>
                </a:cubicBezTo>
                <a:cubicBezTo>
                  <a:pt x="450433" y="104505"/>
                  <a:pt x="446652" y="114073"/>
                  <a:pt x="439089" y="121945"/>
                </a:cubicBezTo>
                <a:cubicBezTo>
                  <a:pt x="431527" y="129816"/>
                  <a:pt x="421862" y="133752"/>
                  <a:pt x="410095" y="133752"/>
                </a:cubicBezTo>
                <a:cubicBezTo>
                  <a:pt x="403060" y="133752"/>
                  <a:pt x="396680" y="132036"/>
                  <a:pt x="390957" y="128603"/>
                </a:cubicBezTo>
                <a:lnTo>
                  <a:pt x="390957" y="164430"/>
                </a:lnTo>
                <a:cubicBezTo>
                  <a:pt x="390957" y="165537"/>
                  <a:pt x="391296" y="166389"/>
                  <a:pt x="391974" y="166988"/>
                </a:cubicBezTo>
                <a:cubicBezTo>
                  <a:pt x="392651" y="167586"/>
                  <a:pt x="394289" y="168093"/>
                  <a:pt x="396887" y="168508"/>
                </a:cubicBezTo>
                <a:lnTo>
                  <a:pt x="409066" y="170538"/>
                </a:lnTo>
                <a:lnTo>
                  <a:pt x="409066" y="176536"/>
                </a:lnTo>
                <a:cubicBezTo>
                  <a:pt x="403115" y="176063"/>
                  <a:pt x="395706" y="175826"/>
                  <a:pt x="386840" y="175826"/>
                </a:cubicBezTo>
                <a:cubicBezTo>
                  <a:pt x="379477" y="175826"/>
                  <a:pt x="372126" y="176063"/>
                  <a:pt x="364789" y="176536"/>
                </a:cubicBezTo>
                <a:lnTo>
                  <a:pt x="364789" y="170589"/>
                </a:lnTo>
                <a:lnTo>
                  <a:pt x="373702" y="168890"/>
                </a:lnTo>
                <a:cubicBezTo>
                  <a:pt x="374948" y="168637"/>
                  <a:pt x="375727" y="168285"/>
                  <a:pt x="376039" y="167835"/>
                </a:cubicBezTo>
                <a:cubicBezTo>
                  <a:pt x="376351" y="167384"/>
                  <a:pt x="376507" y="166190"/>
                  <a:pt x="376507" y="164252"/>
                </a:cubicBezTo>
                <a:lnTo>
                  <a:pt x="376507" y="75306"/>
                </a:lnTo>
                <a:cubicBezTo>
                  <a:pt x="376507" y="72095"/>
                  <a:pt x="376057" y="70421"/>
                  <a:pt x="375156" y="70284"/>
                </a:cubicBezTo>
                <a:lnTo>
                  <a:pt x="365502" y="68644"/>
                </a:lnTo>
                <a:lnTo>
                  <a:pt x="366231" y="63531"/>
                </a:lnTo>
                <a:cubicBezTo>
                  <a:pt x="372618" y="60848"/>
                  <a:pt x="376941" y="58737"/>
                  <a:pt x="379198" y="57195"/>
                </a:cubicBezTo>
                <a:cubicBezTo>
                  <a:pt x="381456" y="55654"/>
                  <a:pt x="383526" y="53337"/>
                  <a:pt x="385409" y="50243"/>
                </a:cubicBezTo>
                <a:close/>
                <a:moveTo>
                  <a:pt x="1223298" y="45337"/>
                </a:moveTo>
                <a:cubicBezTo>
                  <a:pt x="1220970" y="45337"/>
                  <a:pt x="1216250" y="46106"/>
                  <a:pt x="1209140" y="47645"/>
                </a:cubicBezTo>
                <a:cubicBezTo>
                  <a:pt x="1202029" y="49183"/>
                  <a:pt x="1197824" y="49775"/>
                  <a:pt x="1196525" y="49421"/>
                </a:cubicBezTo>
                <a:cubicBezTo>
                  <a:pt x="1198998" y="67316"/>
                  <a:pt x="1200235" y="76289"/>
                  <a:pt x="1200235" y="76338"/>
                </a:cubicBezTo>
                <a:cubicBezTo>
                  <a:pt x="1205562" y="75414"/>
                  <a:pt x="1210751" y="74378"/>
                  <a:pt x="1215802" y="73230"/>
                </a:cubicBezTo>
                <a:cubicBezTo>
                  <a:pt x="1220852" y="72082"/>
                  <a:pt x="1223578" y="71362"/>
                  <a:pt x="1223979" y="71070"/>
                </a:cubicBezTo>
                <a:cubicBezTo>
                  <a:pt x="1224381" y="70778"/>
                  <a:pt x="1224840" y="70011"/>
                  <a:pt x="1225356" y="68769"/>
                </a:cubicBezTo>
                <a:cubicBezTo>
                  <a:pt x="1225873" y="67528"/>
                  <a:pt x="1226511" y="63839"/>
                  <a:pt x="1227271" y="57702"/>
                </a:cubicBezTo>
                <a:cubicBezTo>
                  <a:pt x="1228031" y="51564"/>
                  <a:pt x="1228410" y="48201"/>
                  <a:pt x="1228410" y="47611"/>
                </a:cubicBezTo>
                <a:cubicBezTo>
                  <a:pt x="1228410" y="46095"/>
                  <a:pt x="1226706" y="45337"/>
                  <a:pt x="1223298" y="45337"/>
                </a:cubicBezTo>
                <a:close/>
                <a:moveTo>
                  <a:pt x="180254" y="44916"/>
                </a:moveTo>
                <a:cubicBezTo>
                  <a:pt x="183502" y="44916"/>
                  <a:pt x="186303" y="46092"/>
                  <a:pt x="188655" y="48445"/>
                </a:cubicBezTo>
                <a:cubicBezTo>
                  <a:pt x="191008" y="50798"/>
                  <a:pt x="192184" y="53562"/>
                  <a:pt x="192184" y="56737"/>
                </a:cubicBezTo>
                <a:cubicBezTo>
                  <a:pt x="192184" y="59913"/>
                  <a:pt x="190996" y="62653"/>
                  <a:pt x="188620" y="64959"/>
                </a:cubicBezTo>
                <a:cubicBezTo>
                  <a:pt x="186244" y="67265"/>
                  <a:pt x="183450" y="68417"/>
                  <a:pt x="180239" y="68417"/>
                </a:cubicBezTo>
                <a:cubicBezTo>
                  <a:pt x="177027" y="68417"/>
                  <a:pt x="174239" y="67269"/>
                  <a:pt x="171873" y="64973"/>
                </a:cubicBezTo>
                <a:cubicBezTo>
                  <a:pt x="169507" y="62677"/>
                  <a:pt x="168324" y="59932"/>
                  <a:pt x="168324" y="56737"/>
                </a:cubicBezTo>
                <a:cubicBezTo>
                  <a:pt x="168324" y="53543"/>
                  <a:pt x="169496" y="50774"/>
                  <a:pt x="171839" y="48431"/>
                </a:cubicBezTo>
                <a:cubicBezTo>
                  <a:pt x="174182" y="46088"/>
                  <a:pt x="176987" y="44916"/>
                  <a:pt x="180254" y="44916"/>
                </a:cubicBezTo>
                <a:close/>
                <a:moveTo>
                  <a:pt x="1231727" y="32844"/>
                </a:moveTo>
                <a:cubicBezTo>
                  <a:pt x="1233434" y="32844"/>
                  <a:pt x="1237018" y="34451"/>
                  <a:pt x="1242480" y="37663"/>
                </a:cubicBezTo>
                <a:cubicBezTo>
                  <a:pt x="1247942" y="40875"/>
                  <a:pt x="1250673" y="43422"/>
                  <a:pt x="1250673" y="45303"/>
                </a:cubicBezTo>
                <a:cubicBezTo>
                  <a:pt x="1250673" y="46468"/>
                  <a:pt x="1249872" y="47705"/>
                  <a:pt x="1248270" y="49013"/>
                </a:cubicBezTo>
                <a:cubicBezTo>
                  <a:pt x="1244906" y="51564"/>
                  <a:pt x="1242188" y="55279"/>
                  <a:pt x="1240113" y="60159"/>
                </a:cubicBezTo>
                <a:cubicBezTo>
                  <a:pt x="1238038" y="65039"/>
                  <a:pt x="1237001" y="68549"/>
                  <a:pt x="1237001" y="70691"/>
                </a:cubicBezTo>
                <a:cubicBezTo>
                  <a:pt x="1237001" y="71850"/>
                  <a:pt x="1237593" y="72874"/>
                  <a:pt x="1238777" y="73762"/>
                </a:cubicBezTo>
                <a:cubicBezTo>
                  <a:pt x="1239961" y="74650"/>
                  <a:pt x="1240553" y="75821"/>
                  <a:pt x="1240553" y="77275"/>
                </a:cubicBezTo>
                <a:cubicBezTo>
                  <a:pt x="1240553" y="78730"/>
                  <a:pt x="1240042" y="79712"/>
                  <a:pt x="1239022" y="80223"/>
                </a:cubicBezTo>
                <a:cubicBezTo>
                  <a:pt x="1238001" y="80734"/>
                  <a:pt x="1233282" y="81407"/>
                  <a:pt x="1224866" y="82242"/>
                </a:cubicBezTo>
                <a:cubicBezTo>
                  <a:pt x="1216450" y="83077"/>
                  <a:pt x="1208333" y="83815"/>
                  <a:pt x="1200515" y="84456"/>
                </a:cubicBezTo>
                <a:cubicBezTo>
                  <a:pt x="1199910" y="87848"/>
                  <a:pt x="1198354" y="89543"/>
                  <a:pt x="1195848" y="89543"/>
                </a:cubicBezTo>
                <a:cubicBezTo>
                  <a:pt x="1193342" y="89543"/>
                  <a:pt x="1191605" y="86642"/>
                  <a:pt x="1190638" y="80840"/>
                </a:cubicBezTo>
                <a:cubicBezTo>
                  <a:pt x="1188048" y="63183"/>
                  <a:pt x="1184863" y="51892"/>
                  <a:pt x="1181086" y="46966"/>
                </a:cubicBezTo>
                <a:cubicBezTo>
                  <a:pt x="1179970" y="45571"/>
                  <a:pt x="1179412" y="44023"/>
                  <a:pt x="1179412" y="42322"/>
                </a:cubicBezTo>
                <a:cubicBezTo>
                  <a:pt x="1179412" y="40620"/>
                  <a:pt x="1180596" y="39770"/>
                  <a:pt x="1182964" y="39770"/>
                </a:cubicBezTo>
                <a:cubicBezTo>
                  <a:pt x="1185333" y="39770"/>
                  <a:pt x="1188206" y="40432"/>
                  <a:pt x="1191582" y="41757"/>
                </a:cubicBezTo>
                <a:cubicBezTo>
                  <a:pt x="1194562" y="41861"/>
                  <a:pt x="1199668" y="41097"/>
                  <a:pt x="1206898" y="39464"/>
                </a:cubicBezTo>
                <a:cubicBezTo>
                  <a:pt x="1214129" y="37832"/>
                  <a:pt x="1219648" y="36320"/>
                  <a:pt x="1223456" y="34930"/>
                </a:cubicBezTo>
                <a:cubicBezTo>
                  <a:pt x="1227264" y="33540"/>
                  <a:pt x="1230021" y="32844"/>
                  <a:pt x="1231727" y="32844"/>
                </a:cubicBezTo>
                <a:close/>
                <a:moveTo>
                  <a:pt x="59360" y="30780"/>
                </a:moveTo>
                <a:lnTo>
                  <a:pt x="45519" y="73145"/>
                </a:lnTo>
                <a:lnTo>
                  <a:pt x="74033" y="73145"/>
                </a:lnTo>
                <a:close/>
                <a:moveTo>
                  <a:pt x="1027161" y="11362"/>
                </a:moveTo>
                <a:cubicBezTo>
                  <a:pt x="1030077" y="11362"/>
                  <a:pt x="1033013" y="12031"/>
                  <a:pt x="1035969" y="13368"/>
                </a:cubicBezTo>
                <a:cubicBezTo>
                  <a:pt x="1038925" y="14706"/>
                  <a:pt x="1040403" y="16297"/>
                  <a:pt x="1040403" y="18140"/>
                </a:cubicBezTo>
                <a:cubicBezTo>
                  <a:pt x="1040403" y="21194"/>
                  <a:pt x="1036259" y="23336"/>
                  <a:pt x="1027972" y="24565"/>
                </a:cubicBezTo>
                <a:lnTo>
                  <a:pt x="994246" y="30274"/>
                </a:lnTo>
                <a:cubicBezTo>
                  <a:pt x="997441" y="30960"/>
                  <a:pt x="999039" y="32517"/>
                  <a:pt x="999039" y="34945"/>
                </a:cubicBezTo>
                <a:cubicBezTo>
                  <a:pt x="999039" y="37374"/>
                  <a:pt x="997889" y="39418"/>
                  <a:pt x="995589" y="41079"/>
                </a:cubicBezTo>
                <a:cubicBezTo>
                  <a:pt x="993289" y="42740"/>
                  <a:pt x="987456" y="49521"/>
                  <a:pt x="978088" y="61424"/>
                </a:cubicBezTo>
                <a:cubicBezTo>
                  <a:pt x="995237" y="58764"/>
                  <a:pt x="1008826" y="56604"/>
                  <a:pt x="1018853" y="54942"/>
                </a:cubicBezTo>
                <a:cubicBezTo>
                  <a:pt x="1028880" y="53280"/>
                  <a:pt x="1035112" y="51840"/>
                  <a:pt x="1037550" y="50622"/>
                </a:cubicBezTo>
                <a:cubicBezTo>
                  <a:pt x="1039865" y="49540"/>
                  <a:pt x="1042303" y="48999"/>
                  <a:pt x="1044864" y="48999"/>
                </a:cubicBezTo>
                <a:cubicBezTo>
                  <a:pt x="1047425" y="48999"/>
                  <a:pt x="1051819" y="50938"/>
                  <a:pt x="1058048" y="54814"/>
                </a:cubicBezTo>
                <a:cubicBezTo>
                  <a:pt x="1064276" y="58691"/>
                  <a:pt x="1067391" y="61853"/>
                  <a:pt x="1067391" y="64300"/>
                </a:cubicBezTo>
                <a:cubicBezTo>
                  <a:pt x="1067391" y="66161"/>
                  <a:pt x="1065922" y="68378"/>
                  <a:pt x="1062985" y="70951"/>
                </a:cubicBezTo>
                <a:cubicBezTo>
                  <a:pt x="1061534" y="72159"/>
                  <a:pt x="1060478" y="74278"/>
                  <a:pt x="1059817" y="77308"/>
                </a:cubicBezTo>
                <a:cubicBezTo>
                  <a:pt x="1059156" y="80337"/>
                  <a:pt x="1058381" y="88220"/>
                  <a:pt x="1057492" y="100957"/>
                </a:cubicBezTo>
                <a:cubicBezTo>
                  <a:pt x="1056604" y="113695"/>
                  <a:pt x="1055464" y="123026"/>
                  <a:pt x="1054074" y="128952"/>
                </a:cubicBezTo>
                <a:cubicBezTo>
                  <a:pt x="1052683" y="134878"/>
                  <a:pt x="1050528" y="139852"/>
                  <a:pt x="1047609" y="143874"/>
                </a:cubicBezTo>
                <a:cubicBezTo>
                  <a:pt x="1044690" y="147896"/>
                  <a:pt x="1042100" y="149907"/>
                  <a:pt x="1039837" y="149907"/>
                </a:cubicBezTo>
                <a:cubicBezTo>
                  <a:pt x="1036606" y="149907"/>
                  <a:pt x="1034676" y="146705"/>
                  <a:pt x="1034048" y="140301"/>
                </a:cubicBezTo>
                <a:cubicBezTo>
                  <a:pt x="1033419" y="133897"/>
                  <a:pt x="1032644" y="130051"/>
                  <a:pt x="1031723" y="128761"/>
                </a:cubicBezTo>
                <a:cubicBezTo>
                  <a:pt x="1030802" y="127472"/>
                  <a:pt x="1029576" y="126827"/>
                  <a:pt x="1028044" y="126827"/>
                </a:cubicBezTo>
                <a:cubicBezTo>
                  <a:pt x="1026512" y="126827"/>
                  <a:pt x="1020760" y="127179"/>
                  <a:pt x="1010788" y="127882"/>
                </a:cubicBezTo>
                <a:cubicBezTo>
                  <a:pt x="1000816" y="128585"/>
                  <a:pt x="991671" y="129468"/>
                  <a:pt x="983353" y="130530"/>
                </a:cubicBezTo>
                <a:cubicBezTo>
                  <a:pt x="975036" y="131592"/>
                  <a:pt x="965489" y="132619"/>
                  <a:pt x="954711" y="133611"/>
                </a:cubicBezTo>
                <a:cubicBezTo>
                  <a:pt x="954351" y="139858"/>
                  <a:pt x="952545" y="142982"/>
                  <a:pt x="949293" y="142982"/>
                </a:cubicBezTo>
                <a:cubicBezTo>
                  <a:pt x="947755" y="142982"/>
                  <a:pt x="946272" y="141248"/>
                  <a:pt x="944844" y="137779"/>
                </a:cubicBezTo>
                <a:cubicBezTo>
                  <a:pt x="943416" y="134310"/>
                  <a:pt x="942639" y="130085"/>
                  <a:pt x="942512" y="125102"/>
                </a:cubicBezTo>
                <a:cubicBezTo>
                  <a:pt x="942043" y="113476"/>
                  <a:pt x="940908" y="102870"/>
                  <a:pt x="939108" y="93284"/>
                </a:cubicBezTo>
                <a:cubicBezTo>
                  <a:pt x="937307" y="83698"/>
                  <a:pt x="934951" y="76821"/>
                  <a:pt x="932038" y="72653"/>
                </a:cubicBezTo>
                <a:cubicBezTo>
                  <a:pt x="930500" y="70563"/>
                  <a:pt x="929731" y="68465"/>
                  <a:pt x="929731" y="66360"/>
                </a:cubicBezTo>
                <a:cubicBezTo>
                  <a:pt x="929731" y="64255"/>
                  <a:pt x="930683" y="63203"/>
                  <a:pt x="932587" y="63203"/>
                </a:cubicBezTo>
                <a:cubicBezTo>
                  <a:pt x="934491" y="63203"/>
                  <a:pt x="936707" y="63494"/>
                  <a:pt x="939235" y="64077"/>
                </a:cubicBezTo>
                <a:cubicBezTo>
                  <a:pt x="941763" y="64659"/>
                  <a:pt x="943627" y="65373"/>
                  <a:pt x="944828" y="66217"/>
                </a:cubicBezTo>
                <a:lnTo>
                  <a:pt x="968822" y="62663"/>
                </a:lnTo>
                <a:cubicBezTo>
                  <a:pt x="973618" y="53631"/>
                  <a:pt x="977089" y="46730"/>
                  <a:pt x="979236" y="41960"/>
                </a:cubicBezTo>
                <a:cubicBezTo>
                  <a:pt x="981383" y="37189"/>
                  <a:pt x="982365" y="34173"/>
                  <a:pt x="982180" y="32909"/>
                </a:cubicBezTo>
                <a:cubicBezTo>
                  <a:pt x="976540" y="34093"/>
                  <a:pt x="971462" y="34685"/>
                  <a:pt x="966947" y="34685"/>
                </a:cubicBezTo>
                <a:cubicBezTo>
                  <a:pt x="962432" y="34685"/>
                  <a:pt x="958828" y="34012"/>
                  <a:pt x="956136" y="32666"/>
                </a:cubicBezTo>
                <a:cubicBezTo>
                  <a:pt x="953444" y="31320"/>
                  <a:pt x="952098" y="29830"/>
                  <a:pt x="952098" y="28196"/>
                </a:cubicBezTo>
                <a:cubicBezTo>
                  <a:pt x="952098" y="26561"/>
                  <a:pt x="953832" y="25579"/>
                  <a:pt x="957299" y="25249"/>
                </a:cubicBezTo>
                <a:cubicBezTo>
                  <a:pt x="970938" y="23603"/>
                  <a:pt x="990473" y="19683"/>
                  <a:pt x="1015903" y="13489"/>
                </a:cubicBezTo>
                <a:cubicBezTo>
                  <a:pt x="1020492" y="12071"/>
                  <a:pt x="1024244" y="11362"/>
                  <a:pt x="1027161" y="11362"/>
                </a:cubicBezTo>
                <a:close/>
                <a:moveTo>
                  <a:pt x="59601" y="10299"/>
                </a:moveTo>
                <a:lnTo>
                  <a:pt x="67380" y="10299"/>
                </a:lnTo>
                <a:lnTo>
                  <a:pt x="107067" y="117512"/>
                </a:lnTo>
                <a:cubicBezTo>
                  <a:pt x="107772" y="119228"/>
                  <a:pt x="108388" y="120348"/>
                  <a:pt x="108913" y="120873"/>
                </a:cubicBezTo>
                <a:cubicBezTo>
                  <a:pt x="109439" y="121398"/>
                  <a:pt x="110485" y="121907"/>
                  <a:pt x="112049" y="122399"/>
                </a:cubicBezTo>
                <a:lnTo>
                  <a:pt x="123100" y="125820"/>
                </a:lnTo>
                <a:lnTo>
                  <a:pt x="123100" y="131442"/>
                </a:lnTo>
                <a:cubicBezTo>
                  <a:pt x="115795" y="131087"/>
                  <a:pt x="107440" y="130910"/>
                  <a:pt x="98035" y="130910"/>
                </a:cubicBezTo>
                <a:cubicBezTo>
                  <a:pt x="88623" y="130910"/>
                  <a:pt x="80267" y="131087"/>
                  <a:pt x="72967" y="131442"/>
                </a:cubicBezTo>
                <a:lnTo>
                  <a:pt x="72967" y="125600"/>
                </a:lnTo>
                <a:lnTo>
                  <a:pt x="86198" y="123592"/>
                </a:lnTo>
                <a:cubicBezTo>
                  <a:pt x="88217" y="123272"/>
                  <a:pt x="89476" y="122978"/>
                  <a:pt x="89973" y="122713"/>
                </a:cubicBezTo>
                <a:cubicBezTo>
                  <a:pt x="90471" y="122447"/>
                  <a:pt x="90720" y="122150"/>
                  <a:pt x="90720" y="121822"/>
                </a:cubicBezTo>
                <a:cubicBezTo>
                  <a:pt x="90720" y="121368"/>
                  <a:pt x="90453" y="120391"/>
                  <a:pt x="89920" y="118892"/>
                </a:cubicBezTo>
                <a:lnTo>
                  <a:pt x="75970" y="80489"/>
                </a:lnTo>
                <a:lnTo>
                  <a:pt x="43567" y="80489"/>
                </a:lnTo>
                <a:lnTo>
                  <a:pt x="29864" y="120221"/>
                </a:lnTo>
                <a:cubicBezTo>
                  <a:pt x="29531" y="121339"/>
                  <a:pt x="29364" y="122169"/>
                  <a:pt x="29364" y="122710"/>
                </a:cubicBezTo>
                <a:cubicBezTo>
                  <a:pt x="29364" y="123121"/>
                  <a:pt x="29525" y="123435"/>
                  <a:pt x="29849" y="123651"/>
                </a:cubicBezTo>
                <a:cubicBezTo>
                  <a:pt x="30172" y="123868"/>
                  <a:pt x="31330" y="124029"/>
                  <a:pt x="33323" y="124135"/>
                </a:cubicBezTo>
                <a:lnTo>
                  <a:pt x="47294" y="125133"/>
                </a:lnTo>
                <a:lnTo>
                  <a:pt x="47294" y="131267"/>
                </a:lnTo>
                <a:cubicBezTo>
                  <a:pt x="43714" y="131029"/>
                  <a:pt x="35832" y="130910"/>
                  <a:pt x="23646" y="130910"/>
                </a:cubicBezTo>
                <a:cubicBezTo>
                  <a:pt x="11451" y="130910"/>
                  <a:pt x="3569" y="131029"/>
                  <a:pt x="0" y="131267"/>
                </a:cubicBezTo>
                <a:lnTo>
                  <a:pt x="0" y="125142"/>
                </a:lnTo>
                <a:lnTo>
                  <a:pt x="12824" y="124124"/>
                </a:lnTo>
                <a:cubicBezTo>
                  <a:pt x="15952" y="123841"/>
                  <a:pt x="18127" y="122789"/>
                  <a:pt x="19351" y="120968"/>
                </a:cubicBezTo>
                <a:close/>
                <a:moveTo>
                  <a:pt x="790377" y="9055"/>
                </a:moveTo>
                <a:cubicBezTo>
                  <a:pt x="793076" y="9055"/>
                  <a:pt x="796697" y="9723"/>
                  <a:pt x="801241" y="11060"/>
                </a:cubicBezTo>
                <a:cubicBezTo>
                  <a:pt x="805786" y="12396"/>
                  <a:pt x="808058" y="14075"/>
                  <a:pt x="808058" y="16096"/>
                </a:cubicBezTo>
                <a:cubicBezTo>
                  <a:pt x="808058" y="18117"/>
                  <a:pt x="806845" y="20198"/>
                  <a:pt x="804418" y="22339"/>
                </a:cubicBezTo>
                <a:cubicBezTo>
                  <a:pt x="800039" y="26257"/>
                  <a:pt x="792199" y="35675"/>
                  <a:pt x="780897" y="50594"/>
                </a:cubicBezTo>
                <a:cubicBezTo>
                  <a:pt x="787729" y="48558"/>
                  <a:pt x="792820" y="46676"/>
                  <a:pt x="796170" y="44947"/>
                </a:cubicBezTo>
                <a:cubicBezTo>
                  <a:pt x="798236" y="43980"/>
                  <a:pt x="800173" y="43496"/>
                  <a:pt x="801981" y="43496"/>
                </a:cubicBezTo>
                <a:cubicBezTo>
                  <a:pt x="803789" y="43496"/>
                  <a:pt x="807029" y="44549"/>
                  <a:pt x="811703" y="46655"/>
                </a:cubicBezTo>
                <a:cubicBezTo>
                  <a:pt x="816376" y="48761"/>
                  <a:pt x="818712" y="51151"/>
                  <a:pt x="818712" y="53826"/>
                </a:cubicBezTo>
                <a:cubicBezTo>
                  <a:pt x="818712" y="55376"/>
                  <a:pt x="818052" y="57111"/>
                  <a:pt x="816732" y="59032"/>
                </a:cubicBezTo>
                <a:cubicBezTo>
                  <a:pt x="815411" y="60953"/>
                  <a:pt x="814338" y="70290"/>
                  <a:pt x="813512" y="87044"/>
                </a:cubicBezTo>
                <a:cubicBezTo>
                  <a:pt x="812687" y="103797"/>
                  <a:pt x="811103" y="114646"/>
                  <a:pt x="808762" y="119589"/>
                </a:cubicBezTo>
                <a:cubicBezTo>
                  <a:pt x="806420" y="124533"/>
                  <a:pt x="804400" y="127005"/>
                  <a:pt x="802699" y="127005"/>
                </a:cubicBezTo>
                <a:cubicBezTo>
                  <a:pt x="800184" y="127005"/>
                  <a:pt x="798071" y="123255"/>
                  <a:pt x="796359" y="115754"/>
                </a:cubicBezTo>
                <a:cubicBezTo>
                  <a:pt x="795924" y="113667"/>
                  <a:pt x="795387" y="112623"/>
                  <a:pt x="794749" y="112623"/>
                </a:cubicBezTo>
                <a:cubicBezTo>
                  <a:pt x="794111" y="112623"/>
                  <a:pt x="793038" y="112855"/>
                  <a:pt x="791530" y="113319"/>
                </a:cubicBezTo>
                <a:cubicBezTo>
                  <a:pt x="785380" y="114868"/>
                  <a:pt x="780580" y="115465"/>
                  <a:pt x="777128" y="115109"/>
                </a:cubicBezTo>
                <a:cubicBezTo>
                  <a:pt x="776428" y="121737"/>
                  <a:pt x="774996" y="125051"/>
                  <a:pt x="772830" y="125051"/>
                </a:cubicBezTo>
                <a:cubicBezTo>
                  <a:pt x="770664" y="125051"/>
                  <a:pt x="768999" y="123815"/>
                  <a:pt x="767836" y="121344"/>
                </a:cubicBezTo>
                <a:cubicBezTo>
                  <a:pt x="766673" y="118873"/>
                  <a:pt x="766091" y="115895"/>
                  <a:pt x="766091" y="112411"/>
                </a:cubicBezTo>
                <a:lnTo>
                  <a:pt x="766269" y="98920"/>
                </a:lnTo>
                <a:cubicBezTo>
                  <a:pt x="766269" y="89029"/>
                  <a:pt x="765776" y="80484"/>
                  <a:pt x="764789" y="73285"/>
                </a:cubicBezTo>
                <a:cubicBezTo>
                  <a:pt x="763802" y="66087"/>
                  <a:pt x="762501" y="61306"/>
                  <a:pt x="760885" y="58942"/>
                </a:cubicBezTo>
                <a:cubicBezTo>
                  <a:pt x="759741" y="57228"/>
                  <a:pt x="759169" y="55616"/>
                  <a:pt x="759169" y="54106"/>
                </a:cubicBezTo>
                <a:cubicBezTo>
                  <a:pt x="759169" y="52596"/>
                  <a:pt x="760439" y="51841"/>
                  <a:pt x="762978" y="51841"/>
                </a:cubicBezTo>
                <a:cubicBezTo>
                  <a:pt x="765517" y="51841"/>
                  <a:pt x="767743" y="52136"/>
                  <a:pt x="769654" y="52726"/>
                </a:cubicBezTo>
                <a:cubicBezTo>
                  <a:pt x="770693" y="52638"/>
                  <a:pt x="771418" y="52542"/>
                  <a:pt x="771829" y="52441"/>
                </a:cubicBezTo>
                <a:cubicBezTo>
                  <a:pt x="777426" y="43260"/>
                  <a:pt x="781567" y="35483"/>
                  <a:pt x="784254" y="29110"/>
                </a:cubicBezTo>
                <a:cubicBezTo>
                  <a:pt x="786940" y="22738"/>
                  <a:pt x="787958" y="18753"/>
                  <a:pt x="787306" y="17158"/>
                </a:cubicBezTo>
                <a:cubicBezTo>
                  <a:pt x="786655" y="15562"/>
                  <a:pt x="786329" y="13812"/>
                  <a:pt x="786329" y="11909"/>
                </a:cubicBezTo>
                <a:cubicBezTo>
                  <a:pt x="786329" y="10006"/>
                  <a:pt x="787679" y="9055"/>
                  <a:pt x="790377" y="9055"/>
                </a:cubicBezTo>
                <a:close/>
                <a:moveTo>
                  <a:pt x="1161621" y="5859"/>
                </a:moveTo>
                <a:cubicBezTo>
                  <a:pt x="1163990" y="5859"/>
                  <a:pt x="1167529" y="7167"/>
                  <a:pt x="1172239" y="9783"/>
                </a:cubicBezTo>
                <a:cubicBezTo>
                  <a:pt x="1176949" y="12398"/>
                  <a:pt x="1179304" y="14921"/>
                  <a:pt x="1179304" y="17350"/>
                </a:cubicBezTo>
                <a:cubicBezTo>
                  <a:pt x="1179304" y="19779"/>
                  <a:pt x="1177796" y="21371"/>
                  <a:pt x="1174780" y="22127"/>
                </a:cubicBezTo>
                <a:cubicBezTo>
                  <a:pt x="1170033" y="23223"/>
                  <a:pt x="1165982" y="24551"/>
                  <a:pt x="1162628" y="26113"/>
                </a:cubicBezTo>
                <a:cubicBezTo>
                  <a:pt x="1159273" y="27675"/>
                  <a:pt x="1156073" y="28597"/>
                  <a:pt x="1153029" y="28880"/>
                </a:cubicBezTo>
                <a:cubicBezTo>
                  <a:pt x="1154767" y="28708"/>
                  <a:pt x="1156414" y="29104"/>
                  <a:pt x="1157972" y="30068"/>
                </a:cubicBezTo>
                <a:cubicBezTo>
                  <a:pt x="1159529" y="31031"/>
                  <a:pt x="1160307" y="32146"/>
                  <a:pt x="1160307" y="33413"/>
                </a:cubicBezTo>
                <a:cubicBezTo>
                  <a:pt x="1160307" y="34680"/>
                  <a:pt x="1160093" y="36323"/>
                  <a:pt x="1159664" y="38344"/>
                </a:cubicBezTo>
                <a:cubicBezTo>
                  <a:pt x="1159235" y="40365"/>
                  <a:pt x="1158680" y="43975"/>
                  <a:pt x="1157997" y="49175"/>
                </a:cubicBezTo>
                <a:cubicBezTo>
                  <a:pt x="1159221" y="48794"/>
                  <a:pt x="1161344" y="48226"/>
                  <a:pt x="1164366" y="47471"/>
                </a:cubicBezTo>
                <a:cubicBezTo>
                  <a:pt x="1167389" y="46716"/>
                  <a:pt x="1170141" y="46338"/>
                  <a:pt x="1172622" y="46338"/>
                </a:cubicBezTo>
                <a:cubicBezTo>
                  <a:pt x="1175103" y="46338"/>
                  <a:pt x="1177132" y="46969"/>
                  <a:pt x="1178710" y="48232"/>
                </a:cubicBezTo>
                <a:cubicBezTo>
                  <a:pt x="1180288" y="49494"/>
                  <a:pt x="1181077" y="50903"/>
                  <a:pt x="1181077" y="52460"/>
                </a:cubicBezTo>
                <a:cubicBezTo>
                  <a:pt x="1181077" y="54018"/>
                  <a:pt x="1179116" y="55159"/>
                  <a:pt x="1175195" y="55885"/>
                </a:cubicBezTo>
                <a:lnTo>
                  <a:pt x="1157573" y="59411"/>
                </a:lnTo>
                <a:lnTo>
                  <a:pt x="1157112" y="74384"/>
                </a:lnTo>
                <a:cubicBezTo>
                  <a:pt x="1157636" y="74269"/>
                  <a:pt x="1159573" y="74211"/>
                  <a:pt x="1162922" y="74211"/>
                </a:cubicBezTo>
                <a:cubicBezTo>
                  <a:pt x="1166271" y="74211"/>
                  <a:pt x="1169779" y="75094"/>
                  <a:pt x="1173446" y="76860"/>
                </a:cubicBezTo>
                <a:cubicBezTo>
                  <a:pt x="1177114" y="78625"/>
                  <a:pt x="1178948" y="81303"/>
                  <a:pt x="1178948" y="84895"/>
                </a:cubicBezTo>
                <a:cubicBezTo>
                  <a:pt x="1178948" y="86823"/>
                  <a:pt x="1178359" y="88376"/>
                  <a:pt x="1177182" y="89553"/>
                </a:cubicBezTo>
                <a:cubicBezTo>
                  <a:pt x="1176005" y="90730"/>
                  <a:pt x="1174636" y="91319"/>
                  <a:pt x="1173074" y="91319"/>
                </a:cubicBezTo>
                <a:cubicBezTo>
                  <a:pt x="1171514" y="91319"/>
                  <a:pt x="1169948" y="90862"/>
                  <a:pt x="1168379" y="89946"/>
                </a:cubicBezTo>
                <a:cubicBezTo>
                  <a:pt x="1166810" y="89031"/>
                  <a:pt x="1163025" y="85524"/>
                  <a:pt x="1157024" y="79426"/>
                </a:cubicBezTo>
                <a:cubicBezTo>
                  <a:pt x="1156826" y="93233"/>
                  <a:pt x="1156847" y="105364"/>
                  <a:pt x="1157087" y="115821"/>
                </a:cubicBezTo>
                <a:cubicBezTo>
                  <a:pt x="1157326" y="126278"/>
                  <a:pt x="1156535" y="134337"/>
                  <a:pt x="1154713" y="139997"/>
                </a:cubicBezTo>
                <a:cubicBezTo>
                  <a:pt x="1152891" y="145657"/>
                  <a:pt x="1150995" y="148487"/>
                  <a:pt x="1149025" y="148487"/>
                </a:cubicBezTo>
                <a:cubicBezTo>
                  <a:pt x="1147055" y="148487"/>
                  <a:pt x="1145294" y="146566"/>
                  <a:pt x="1143744" y="142722"/>
                </a:cubicBezTo>
                <a:cubicBezTo>
                  <a:pt x="1142193" y="138878"/>
                  <a:pt x="1141418" y="135750"/>
                  <a:pt x="1141418" y="133339"/>
                </a:cubicBezTo>
                <a:cubicBezTo>
                  <a:pt x="1141418" y="130928"/>
                  <a:pt x="1141928" y="127621"/>
                  <a:pt x="1142948" y="123417"/>
                </a:cubicBezTo>
                <a:cubicBezTo>
                  <a:pt x="1145485" y="112232"/>
                  <a:pt x="1147106" y="95201"/>
                  <a:pt x="1147809" y="72322"/>
                </a:cubicBezTo>
                <a:cubicBezTo>
                  <a:pt x="1146010" y="80892"/>
                  <a:pt x="1141978" y="88822"/>
                  <a:pt x="1135712" y="96112"/>
                </a:cubicBezTo>
                <a:cubicBezTo>
                  <a:pt x="1129445" y="103402"/>
                  <a:pt x="1123182" y="109041"/>
                  <a:pt x="1116921" y="113030"/>
                </a:cubicBezTo>
                <a:cubicBezTo>
                  <a:pt x="1110661" y="117019"/>
                  <a:pt x="1106411" y="119014"/>
                  <a:pt x="1104171" y="119014"/>
                </a:cubicBezTo>
                <a:cubicBezTo>
                  <a:pt x="1102373" y="119014"/>
                  <a:pt x="1101474" y="118329"/>
                  <a:pt x="1101474" y="116958"/>
                </a:cubicBezTo>
                <a:cubicBezTo>
                  <a:pt x="1101474" y="115588"/>
                  <a:pt x="1102400" y="114130"/>
                  <a:pt x="1104253" y="112587"/>
                </a:cubicBezTo>
                <a:cubicBezTo>
                  <a:pt x="1123629" y="96478"/>
                  <a:pt x="1137201" y="79506"/>
                  <a:pt x="1144970" y="61670"/>
                </a:cubicBezTo>
                <a:cubicBezTo>
                  <a:pt x="1136468" y="63784"/>
                  <a:pt x="1128014" y="66186"/>
                  <a:pt x="1119608" y="68878"/>
                </a:cubicBezTo>
                <a:cubicBezTo>
                  <a:pt x="1117939" y="69400"/>
                  <a:pt x="1115796" y="69662"/>
                  <a:pt x="1113179" y="69662"/>
                </a:cubicBezTo>
                <a:cubicBezTo>
                  <a:pt x="1110561" y="69662"/>
                  <a:pt x="1107690" y="68574"/>
                  <a:pt x="1104564" y="66398"/>
                </a:cubicBezTo>
                <a:cubicBezTo>
                  <a:pt x="1101439" y="64223"/>
                  <a:pt x="1099876" y="62288"/>
                  <a:pt x="1099876" y="60594"/>
                </a:cubicBezTo>
                <a:cubicBezTo>
                  <a:pt x="1099876" y="58901"/>
                  <a:pt x="1102029" y="58054"/>
                  <a:pt x="1106334" y="58054"/>
                </a:cubicBezTo>
                <a:cubicBezTo>
                  <a:pt x="1114022" y="57958"/>
                  <a:pt x="1127906" y="55653"/>
                  <a:pt x="1147987" y="51140"/>
                </a:cubicBezTo>
                <a:cubicBezTo>
                  <a:pt x="1147872" y="40815"/>
                  <a:pt x="1147325" y="34442"/>
                  <a:pt x="1146347" y="32022"/>
                </a:cubicBezTo>
                <a:cubicBezTo>
                  <a:pt x="1136930" y="35692"/>
                  <a:pt x="1130683" y="37527"/>
                  <a:pt x="1127605" y="37527"/>
                </a:cubicBezTo>
                <a:cubicBezTo>
                  <a:pt x="1125570" y="37527"/>
                  <a:pt x="1124554" y="36807"/>
                  <a:pt x="1124554" y="35365"/>
                </a:cubicBezTo>
                <a:cubicBezTo>
                  <a:pt x="1124554" y="33924"/>
                  <a:pt x="1125298" y="32797"/>
                  <a:pt x="1126787" y="31985"/>
                </a:cubicBezTo>
                <a:cubicBezTo>
                  <a:pt x="1136287" y="26993"/>
                  <a:pt x="1143610" y="22580"/>
                  <a:pt x="1148759" y="18747"/>
                </a:cubicBezTo>
                <a:cubicBezTo>
                  <a:pt x="1153907" y="14913"/>
                  <a:pt x="1156677" y="12115"/>
                  <a:pt x="1157070" y="10353"/>
                </a:cubicBezTo>
                <a:cubicBezTo>
                  <a:pt x="1157735" y="7357"/>
                  <a:pt x="1159252" y="5859"/>
                  <a:pt x="1161621" y="5859"/>
                </a:cubicBezTo>
                <a:close/>
                <a:moveTo>
                  <a:pt x="608861" y="5150"/>
                </a:moveTo>
                <a:cubicBezTo>
                  <a:pt x="611080" y="5150"/>
                  <a:pt x="614405" y="6714"/>
                  <a:pt x="618837" y="9842"/>
                </a:cubicBezTo>
                <a:cubicBezTo>
                  <a:pt x="623269" y="12971"/>
                  <a:pt x="625485" y="15693"/>
                  <a:pt x="625485" y="18009"/>
                </a:cubicBezTo>
                <a:cubicBezTo>
                  <a:pt x="625485" y="20325"/>
                  <a:pt x="624247" y="22498"/>
                  <a:pt x="621772" y="24529"/>
                </a:cubicBezTo>
                <a:cubicBezTo>
                  <a:pt x="619297" y="26561"/>
                  <a:pt x="610534" y="36748"/>
                  <a:pt x="595483" y="55090"/>
                </a:cubicBezTo>
                <a:cubicBezTo>
                  <a:pt x="599017" y="55422"/>
                  <a:pt x="605798" y="55479"/>
                  <a:pt x="615825" y="55263"/>
                </a:cubicBezTo>
                <a:cubicBezTo>
                  <a:pt x="620142" y="48395"/>
                  <a:pt x="622850" y="43809"/>
                  <a:pt x="623948" y="41504"/>
                </a:cubicBezTo>
                <a:cubicBezTo>
                  <a:pt x="625046" y="39200"/>
                  <a:pt x="625595" y="37329"/>
                  <a:pt x="625595" y="35893"/>
                </a:cubicBezTo>
                <a:cubicBezTo>
                  <a:pt x="625595" y="32203"/>
                  <a:pt x="626867" y="30359"/>
                  <a:pt x="629411" y="30359"/>
                </a:cubicBezTo>
                <a:cubicBezTo>
                  <a:pt x="631955" y="30359"/>
                  <a:pt x="634541" y="31875"/>
                  <a:pt x="637168" y="34906"/>
                </a:cubicBezTo>
                <a:cubicBezTo>
                  <a:pt x="639795" y="37937"/>
                  <a:pt x="641108" y="40289"/>
                  <a:pt x="641108" y="41961"/>
                </a:cubicBezTo>
                <a:cubicBezTo>
                  <a:pt x="641108" y="43633"/>
                  <a:pt x="640203" y="45106"/>
                  <a:pt x="638394" y="46379"/>
                </a:cubicBezTo>
                <a:cubicBezTo>
                  <a:pt x="636584" y="47653"/>
                  <a:pt x="632471" y="51888"/>
                  <a:pt x="626055" y="59084"/>
                </a:cubicBezTo>
                <a:cubicBezTo>
                  <a:pt x="619639" y="66281"/>
                  <a:pt x="612526" y="73749"/>
                  <a:pt x="604715" y="81487"/>
                </a:cubicBezTo>
                <a:cubicBezTo>
                  <a:pt x="617114" y="78056"/>
                  <a:pt x="625742" y="76341"/>
                  <a:pt x="630600" y="76341"/>
                </a:cubicBezTo>
                <a:cubicBezTo>
                  <a:pt x="633464" y="76341"/>
                  <a:pt x="634896" y="77182"/>
                  <a:pt x="634896" y="78866"/>
                </a:cubicBezTo>
                <a:cubicBezTo>
                  <a:pt x="634896" y="80549"/>
                  <a:pt x="633339" y="81860"/>
                  <a:pt x="630227" y="82799"/>
                </a:cubicBezTo>
                <a:cubicBezTo>
                  <a:pt x="610855" y="90223"/>
                  <a:pt x="599773" y="95097"/>
                  <a:pt x="596981" y="97421"/>
                </a:cubicBezTo>
                <a:cubicBezTo>
                  <a:pt x="595669" y="98443"/>
                  <a:pt x="594007" y="98954"/>
                  <a:pt x="591995" y="98954"/>
                </a:cubicBezTo>
                <a:cubicBezTo>
                  <a:pt x="589982" y="98954"/>
                  <a:pt x="588421" y="97845"/>
                  <a:pt x="587312" y="95626"/>
                </a:cubicBezTo>
                <a:cubicBezTo>
                  <a:pt x="586203" y="93407"/>
                  <a:pt x="585648" y="91259"/>
                  <a:pt x="585648" y="89183"/>
                </a:cubicBezTo>
                <a:cubicBezTo>
                  <a:pt x="585648" y="87106"/>
                  <a:pt x="586768" y="85509"/>
                  <a:pt x="589007" y="84391"/>
                </a:cubicBezTo>
                <a:cubicBezTo>
                  <a:pt x="597622" y="79682"/>
                  <a:pt x="605499" y="72464"/>
                  <a:pt x="612636" y="62736"/>
                </a:cubicBezTo>
                <a:cubicBezTo>
                  <a:pt x="608792" y="62736"/>
                  <a:pt x="604479" y="63255"/>
                  <a:pt x="599696" y="64292"/>
                </a:cubicBezTo>
                <a:cubicBezTo>
                  <a:pt x="594913" y="65328"/>
                  <a:pt x="591173" y="66609"/>
                  <a:pt x="588476" y="68135"/>
                </a:cubicBezTo>
                <a:cubicBezTo>
                  <a:pt x="586679" y="69034"/>
                  <a:pt x="584994" y="69483"/>
                  <a:pt x="583420" y="69483"/>
                </a:cubicBezTo>
                <a:cubicBezTo>
                  <a:pt x="581846" y="69483"/>
                  <a:pt x="580699" y="68566"/>
                  <a:pt x="579981" y="66732"/>
                </a:cubicBezTo>
                <a:cubicBezTo>
                  <a:pt x="579263" y="64898"/>
                  <a:pt x="578904" y="63318"/>
                  <a:pt x="578904" y="61993"/>
                </a:cubicBezTo>
                <a:cubicBezTo>
                  <a:pt x="578904" y="58006"/>
                  <a:pt x="580336" y="55390"/>
                  <a:pt x="583202" y="54146"/>
                </a:cubicBezTo>
                <a:cubicBezTo>
                  <a:pt x="588673" y="51835"/>
                  <a:pt x="594176" y="45329"/>
                  <a:pt x="599713" y="34630"/>
                </a:cubicBezTo>
                <a:cubicBezTo>
                  <a:pt x="605250" y="23931"/>
                  <a:pt x="607545" y="17124"/>
                  <a:pt x="606598" y="14210"/>
                </a:cubicBezTo>
                <a:cubicBezTo>
                  <a:pt x="605888" y="12204"/>
                  <a:pt x="605532" y="10192"/>
                  <a:pt x="605532" y="8175"/>
                </a:cubicBezTo>
                <a:cubicBezTo>
                  <a:pt x="605532" y="6158"/>
                  <a:pt x="606642" y="5150"/>
                  <a:pt x="608861" y="5150"/>
                </a:cubicBezTo>
                <a:close/>
                <a:moveTo>
                  <a:pt x="666986" y="1066"/>
                </a:moveTo>
                <a:cubicBezTo>
                  <a:pt x="669724" y="1066"/>
                  <a:pt x="673553" y="2082"/>
                  <a:pt x="678471" y="4115"/>
                </a:cubicBezTo>
                <a:cubicBezTo>
                  <a:pt x="683389" y="6147"/>
                  <a:pt x="685849" y="8692"/>
                  <a:pt x="685849" y="11750"/>
                </a:cubicBezTo>
                <a:cubicBezTo>
                  <a:pt x="685849" y="13182"/>
                  <a:pt x="685161" y="15351"/>
                  <a:pt x="683784" y="18256"/>
                </a:cubicBezTo>
                <a:cubicBezTo>
                  <a:pt x="682525" y="20773"/>
                  <a:pt x="681497" y="30842"/>
                  <a:pt x="680699" y="48465"/>
                </a:cubicBezTo>
                <a:cubicBezTo>
                  <a:pt x="686824" y="47104"/>
                  <a:pt x="693382" y="45387"/>
                  <a:pt x="700372" y="43316"/>
                </a:cubicBezTo>
                <a:cubicBezTo>
                  <a:pt x="702217" y="42963"/>
                  <a:pt x="704728" y="42787"/>
                  <a:pt x="707904" y="42787"/>
                </a:cubicBezTo>
                <a:cubicBezTo>
                  <a:pt x="711079" y="42787"/>
                  <a:pt x="714529" y="43634"/>
                  <a:pt x="718254" y="45327"/>
                </a:cubicBezTo>
                <a:cubicBezTo>
                  <a:pt x="721980" y="47021"/>
                  <a:pt x="723842" y="49026"/>
                  <a:pt x="723842" y="51341"/>
                </a:cubicBezTo>
                <a:cubicBezTo>
                  <a:pt x="723842" y="54796"/>
                  <a:pt x="720043" y="56524"/>
                  <a:pt x="712443" y="56524"/>
                </a:cubicBezTo>
                <a:cubicBezTo>
                  <a:pt x="710773" y="56524"/>
                  <a:pt x="709020" y="56435"/>
                  <a:pt x="707184" y="56257"/>
                </a:cubicBezTo>
                <a:cubicBezTo>
                  <a:pt x="705348" y="56079"/>
                  <a:pt x="702435" y="55989"/>
                  <a:pt x="698445" y="55989"/>
                </a:cubicBezTo>
                <a:cubicBezTo>
                  <a:pt x="694455" y="55989"/>
                  <a:pt x="688451" y="56570"/>
                  <a:pt x="680434" y="57731"/>
                </a:cubicBezTo>
                <a:lnTo>
                  <a:pt x="679636" y="76694"/>
                </a:lnTo>
                <a:cubicBezTo>
                  <a:pt x="684027" y="75801"/>
                  <a:pt x="687276" y="75074"/>
                  <a:pt x="689383" y="74515"/>
                </a:cubicBezTo>
                <a:cubicBezTo>
                  <a:pt x="691491" y="73956"/>
                  <a:pt x="693379" y="73677"/>
                  <a:pt x="695047" y="73677"/>
                </a:cubicBezTo>
                <a:cubicBezTo>
                  <a:pt x="699611" y="73677"/>
                  <a:pt x="703036" y="74534"/>
                  <a:pt x="705322" y="76249"/>
                </a:cubicBezTo>
                <a:cubicBezTo>
                  <a:pt x="707608" y="77963"/>
                  <a:pt x="708750" y="79738"/>
                  <a:pt x="708750" y="81573"/>
                </a:cubicBezTo>
                <a:cubicBezTo>
                  <a:pt x="708750" y="83409"/>
                  <a:pt x="707756" y="84486"/>
                  <a:pt x="705769" y="84805"/>
                </a:cubicBezTo>
                <a:cubicBezTo>
                  <a:pt x="703781" y="85125"/>
                  <a:pt x="700376" y="85285"/>
                  <a:pt x="695553" y="85285"/>
                </a:cubicBezTo>
                <a:cubicBezTo>
                  <a:pt x="690731" y="85285"/>
                  <a:pt x="684811" y="85727"/>
                  <a:pt x="677794" y="86611"/>
                </a:cubicBezTo>
                <a:cubicBezTo>
                  <a:pt x="670776" y="87495"/>
                  <a:pt x="665369" y="88442"/>
                  <a:pt x="661572" y="89451"/>
                </a:cubicBezTo>
                <a:cubicBezTo>
                  <a:pt x="657776" y="90461"/>
                  <a:pt x="654546" y="90966"/>
                  <a:pt x="651882" y="90966"/>
                </a:cubicBezTo>
                <a:cubicBezTo>
                  <a:pt x="649218" y="90966"/>
                  <a:pt x="646775" y="90141"/>
                  <a:pt x="644552" y="88491"/>
                </a:cubicBezTo>
                <a:cubicBezTo>
                  <a:pt x="642330" y="86842"/>
                  <a:pt x="641218" y="85195"/>
                  <a:pt x="641218" y="83550"/>
                </a:cubicBezTo>
                <a:cubicBezTo>
                  <a:pt x="641218" y="81905"/>
                  <a:pt x="642728" y="80994"/>
                  <a:pt x="645746" y="80817"/>
                </a:cubicBezTo>
                <a:cubicBezTo>
                  <a:pt x="651838" y="80349"/>
                  <a:pt x="659165" y="79527"/>
                  <a:pt x="667726" y="78348"/>
                </a:cubicBezTo>
                <a:lnTo>
                  <a:pt x="668560" y="59007"/>
                </a:lnTo>
                <a:cubicBezTo>
                  <a:pt x="660229" y="60664"/>
                  <a:pt x="654528" y="61848"/>
                  <a:pt x="651456" y="62558"/>
                </a:cubicBezTo>
                <a:cubicBezTo>
                  <a:pt x="648384" y="63269"/>
                  <a:pt x="645648" y="63624"/>
                  <a:pt x="643246" y="63624"/>
                </a:cubicBezTo>
                <a:cubicBezTo>
                  <a:pt x="640844" y="63624"/>
                  <a:pt x="638456" y="62904"/>
                  <a:pt x="636080" y="61464"/>
                </a:cubicBezTo>
                <a:cubicBezTo>
                  <a:pt x="633705" y="60024"/>
                  <a:pt x="632518" y="58505"/>
                  <a:pt x="632518" y="56908"/>
                </a:cubicBezTo>
                <a:cubicBezTo>
                  <a:pt x="632518" y="55312"/>
                  <a:pt x="634175" y="54347"/>
                  <a:pt x="637489" y="54016"/>
                </a:cubicBezTo>
                <a:cubicBezTo>
                  <a:pt x="648080" y="53194"/>
                  <a:pt x="658508" y="51964"/>
                  <a:pt x="668775" y="50325"/>
                </a:cubicBezTo>
                <a:cubicBezTo>
                  <a:pt x="668867" y="47215"/>
                  <a:pt x="668913" y="43707"/>
                  <a:pt x="668913" y="39801"/>
                </a:cubicBezTo>
                <a:cubicBezTo>
                  <a:pt x="668913" y="23306"/>
                  <a:pt x="667814" y="13573"/>
                  <a:pt x="665616" y="10604"/>
                </a:cubicBezTo>
                <a:cubicBezTo>
                  <a:pt x="663791" y="8385"/>
                  <a:pt x="662879" y="6241"/>
                  <a:pt x="662879" y="4171"/>
                </a:cubicBezTo>
                <a:cubicBezTo>
                  <a:pt x="662879" y="2101"/>
                  <a:pt x="664248" y="1066"/>
                  <a:pt x="666986" y="1066"/>
                </a:cubicBezTo>
                <a:close/>
                <a:moveTo>
                  <a:pt x="851454" y="0"/>
                </a:moveTo>
                <a:cubicBezTo>
                  <a:pt x="853798" y="0"/>
                  <a:pt x="857389" y="729"/>
                  <a:pt x="862229" y="2188"/>
                </a:cubicBezTo>
                <a:cubicBezTo>
                  <a:pt x="867068" y="3646"/>
                  <a:pt x="869487" y="5590"/>
                  <a:pt x="869487" y="8020"/>
                </a:cubicBezTo>
                <a:cubicBezTo>
                  <a:pt x="869487" y="9603"/>
                  <a:pt x="868600" y="11219"/>
                  <a:pt x="866826" y="12866"/>
                </a:cubicBezTo>
                <a:cubicBezTo>
                  <a:pt x="864306" y="15383"/>
                  <a:pt x="860372" y="21352"/>
                  <a:pt x="855023" y="30772"/>
                </a:cubicBezTo>
                <a:cubicBezTo>
                  <a:pt x="852486" y="35607"/>
                  <a:pt x="848667" y="41026"/>
                  <a:pt x="843566" y="47028"/>
                </a:cubicBezTo>
                <a:cubicBezTo>
                  <a:pt x="843928" y="46923"/>
                  <a:pt x="845140" y="46870"/>
                  <a:pt x="847202" y="46870"/>
                </a:cubicBezTo>
                <a:cubicBezTo>
                  <a:pt x="849264" y="46870"/>
                  <a:pt x="852918" y="46300"/>
                  <a:pt x="858162" y="45159"/>
                </a:cubicBezTo>
                <a:cubicBezTo>
                  <a:pt x="863407" y="44019"/>
                  <a:pt x="867247" y="42687"/>
                  <a:pt x="869684" y="41165"/>
                </a:cubicBezTo>
                <a:cubicBezTo>
                  <a:pt x="872120" y="39643"/>
                  <a:pt x="874336" y="38882"/>
                  <a:pt x="876332" y="38882"/>
                </a:cubicBezTo>
                <a:cubicBezTo>
                  <a:pt x="878327" y="38882"/>
                  <a:pt x="881946" y="40272"/>
                  <a:pt x="887189" y="43054"/>
                </a:cubicBezTo>
                <a:cubicBezTo>
                  <a:pt x="892432" y="45835"/>
                  <a:pt x="895053" y="48373"/>
                  <a:pt x="895053" y="50668"/>
                </a:cubicBezTo>
                <a:cubicBezTo>
                  <a:pt x="895053" y="52962"/>
                  <a:pt x="894118" y="55254"/>
                  <a:pt x="892249" y="57545"/>
                </a:cubicBezTo>
                <a:cubicBezTo>
                  <a:pt x="890380" y="59835"/>
                  <a:pt x="889131" y="63072"/>
                  <a:pt x="888502" y="67255"/>
                </a:cubicBezTo>
                <a:cubicBezTo>
                  <a:pt x="887874" y="71438"/>
                  <a:pt x="887411" y="77828"/>
                  <a:pt x="887114" y="86424"/>
                </a:cubicBezTo>
                <a:cubicBezTo>
                  <a:pt x="886817" y="95021"/>
                  <a:pt x="885679" y="104986"/>
                  <a:pt x="883700" y="116321"/>
                </a:cubicBezTo>
                <a:cubicBezTo>
                  <a:pt x="881720" y="127655"/>
                  <a:pt x="878175" y="135909"/>
                  <a:pt x="873064" y="141082"/>
                </a:cubicBezTo>
                <a:cubicBezTo>
                  <a:pt x="867954" y="146254"/>
                  <a:pt x="863909" y="148841"/>
                  <a:pt x="860931" y="148841"/>
                </a:cubicBezTo>
                <a:cubicBezTo>
                  <a:pt x="858352" y="148841"/>
                  <a:pt x="856655" y="147415"/>
                  <a:pt x="855841" y="144563"/>
                </a:cubicBezTo>
                <a:cubicBezTo>
                  <a:pt x="855026" y="141710"/>
                  <a:pt x="853647" y="138598"/>
                  <a:pt x="851704" y="135227"/>
                </a:cubicBezTo>
                <a:cubicBezTo>
                  <a:pt x="849760" y="131855"/>
                  <a:pt x="847877" y="129164"/>
                  <a:pt x="846054" y="127154"/>
                </a:cubicBezTo>
                <a:cubicBezTo>
                  <a:pt x="844231" y="125143"/>
                  <a:pt x="843320" y="123425"/>
                  <a:pt x="843320" y="122000"/>
                </a:cubicBezTo>
                <a:cubicBezTo>
                  <a:pt x="843320" y="120558"/>
                  <a:pt x="844138" y="119837"/>
                  <a:pt x="845774" y="119837"/>
                </a:cubicBezTo>
                <a:cubicBezTo>
                  <a:pt x="847410" y="119837"/>
                  <a:pt x="849767" y="120606"/>
                  <a:pt x="852845" y="122146"/>
                </a:cubicBezTo>
                <a:cubicBezTo>
                  <a:pt x="855922" y="123685"/>
                  <a:pt x="858572" y="124455"/>
                  <a:pt x="860793" y="124455"/>
                </a:cubicBezTo>
                <a:cubicBezTo>
                  <a:pt x="863015" y="124455"/>
                  <a:pt x="864984" y="123024"/>
                  <a:pt x="866701" y="120163"/>
                </a:cubicBezTo>
                <a:cubicBezTo>
                  <a:pt x="868417" y="117303"/>
                  <a:pt x="870275" y="110074"/>
                  <a:pt x="872275" y="98476"/>
                </a:cubicBezTo>
                <a:cubicBezTo>
                  <a:pt x="874276" y="86879"/>
                  <a:pt x="875276" y="77217"/>
                  <a:pt x="875276" y="69492"/>
                </a:cubicBezTo>
                <a:cubicBezTo>
                  <a:pt x="875276" y="61766"/>
                  <a:pt x="874953" y="57052"/>
                  <a:pt x="874309" y="55349"/>
                </a:cubicBezTo>
                <a:cubicBezTo>
                  <a:pt x="873664" y="53646"/>
                  <a:pt x="872186" y="52794"/>
                  <a:pt x="869876" y="52794"/>
                </a:cubicBezTo>
                <a:cubicBezTo>
                  <a:pt x="867566" y="52794"/>
                  <a:pt x="861906" y="53613"/>
                  <a:pt x="852897" y="55251"/>
                </a:cubicBezTo>
                <a:cubicBezTo>
                  <a:pt x="851491" y="55508"/>
                  <a:pt x="850203" y="55636"/>
                  <a:pt x="849034" y="55636"/>
                </a:cubicBezTo>
                <a:cubicBezTo>
                  <a:pt x="845703" y="55636"/>
                  <a:pt x="842691" y="54511"/>
                  <a:pt x="839997" y="52262"/>
                </a:cubicBezTo>
                <a:cubicBezTo>
                  <a:pt x="836466" y="57121"/>
                  <a:pt x="832300" y="61826"/>
                  <a:pt x="827500" y="66380"/>
                </a:cubicBezTo>
                <a:cubicBezTo>
                  <a:pt x="822699" y="70934"/>
                  <a:pt x="819344" y="73210"/>
                  <a:pt x="817434" y="73210"/>
                </a:cubicBezTo>
                <a:cubicBezTo>
                  <a:pt x="815755" y="73210"/>
                  <a:pt x="814915" y="72518"/>
                  <a:pt x="814915" y="71135"/>
                </a:cubicBezTo>
                <a:cubicBezTo>
                  <a:pt x="814915" y="69751"/>
                  <a:pt x="815544" y="68362"/>
                  <a:pt x="816801" y="66967"/>
                </a:cubicBezTo>
                <a:cubicBezTo>
                  <a:pt x="828806" y="52255"/>
                  <a:pt x="837292" y="39410"/>
                  <a:pt x="842259" y="28433"/>
                </a:cubicBezTo>
                <a:cubicBezTo>
                  <a:pt x="847226" y="17456"/>
                  <a:pt x="849415" y="10875"/>
                  <a:pt x="848824" y="8690"/>
                </a:cubicBezTo>
                <a:cubicBezTo>
                  <a:pt x="848233" y="6505"/>
                  <a:pt x="847937" y="4511"/>
                  <a:pt x="847937" y="2706"/>
                </a:cubicBezTo>
                <a:cubicBezTo>
                  <a:pt x="847937" y="902"/>
                  <a:pt x="849109" y="0"/>
                  <a:pt x="8514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3F895538-AE9C-47AE-B7DF-11057E6FADAE}"/>
              </a:ext>
            </a:extLst>
          </p:cNvPr>
          <p:cNvSpPr txBox="1"/>
          <p:nvPr/>
        </p:nvSpPr>
        <p:spPr>
          <a:xfrm>
            <a:off x="5193548" y="48858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48203B5-D8C9-455D-85C3-3F480F6B87CE}"/>
              </a:ext>
            </a:extLst>
          </p:cNvPr>
          <p:cNvGrpSpPr/>
          <p:nvPr/>
        </p:nvGrpSpPr>
        <p:grpSpPr>
          <a:xfrm>
            <a:off x="3984953" y="3350463"/>
            <a:ext cx="5553572" cy="939800"/>
            <a:chOff x="3868532" y="3335283"/>
            <a:chExt cx="5827907" cy="9398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23892576-233F-4F1A-A86E-F717922C5F8C}"/>
                </a:ext>
              </a:extLst>
            </p:cNvPr>
            <p:cNvSpPr/>
            <p:nvPr/>
          </p:nvSpPr>
          <p:spPr>
            <a:xfrm>
              <a:off x="3868532" y="3335283"/>
              <a:ext cx="1826955" cy="939800"/>
            </a:xfrm>
            <a:prstGeom prst="ellips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2F0551E-78D6-4186-827D-F157C4304844}"/>
                </a:ext>
              </a:extLst>
            </p:cNvPr>
            <p:cNvSpPr/>
            <p:nvPr/>
          </p:nvSpPr>
          <p:spPr>
            <a:xfrm>
              <a:off x="6903785" y="3540379"/>
              <a:ext cx="2792654" cy="513351"/>
            </a:xfrm>
            <a:prstGeom prst="rect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6FCA58AC-4998-49C0-8EDC-6D3C6536A757}"/>
                </a:ext>
              </a:extLst>
            </p:cNvPr>
            <p:cNvCxnSpPr>
              <a:cxnSpLocks/>
              <a:stCxn id="2" idx="6"/>
              <a:endCxn id="3" idx="1"/>
            </p:cNvCxnSpPr>
            <p:nvPr/>
          </p:nvCxnSpPr>
          <p:spPr>
            <a:xfrm flipV="1">
              <a:off x="5695487" y="3797055"/>
              <a:ext cx="1208298" cy="8128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C235D52-A624-4959-B491-41C48ED48AA4}"/>
              </a:ext>
            </a:extLst>
          </p:cNvPr>
          <p:cNvSpPr txBox="1"/>
          <p:nvPr/>
        </p:nvSpPr>
        <p:spPr>
          <a:xfrm>
            <a:off x="5053838" y="4756208"/>
            <a:ext cx="2537197" cy="419981"/>
          </a:xfrm>
          <a:custGeom>
            <a:avLst/>
            <a:gdLst/>
            <a:ahLst/>
            <a:cxnLst/>
            <a:rect l="l" t="t" r="r" b="b"/>
            <a:pathLst>
              <a:path w="2537197" h="419981">
                <a:moveTo>
                  <a:pt x="1260395" y="249546"/>
                </a:moveTo>
                <a:lnTo>
                  <a:pt x="1260395" y="344915"/>
                </a:lnTo>
                <a:lnTo>
                  <a:pt x="1346342" y="344915"/>
                </a:lnTo>
                <a:lnTo>
                  <a:pt x="1346342" y="249546"/>
                </a:lnTo>
                <a:close/>
                <a:moveTo>
                  <a:pt x="728807" y="236815"/>
                </a:moveTo>
                <a:cubicBezTo>
                  <a:pt x="757335" y="266519"/>
                  <a:pt x="780066" y="294947"/>
                  <a:pt x="797002" y="322098"/>
                </a:cubicBezTo>
                <a:lnTo>
                  <a:pt x="768127" y="341043"/>
                </a:lnTo>
                <a:cubicBezTo>
                  <a:pt x="750224" y="312401"/>
                  <a:pt x="728545" y="284329"/>
                  <a:pt x="703090" y="256825"/>
                </a:cubicBezTo>
                <a:close/>
                <a:moveTo>
                  <a:pt x="180472" y="200211"/>
                </a:moveTo>
                <a:lnTo>
                  <a:pt x="180472" y="260147"/>
                </a:lnTo>
                <a:lnTo>
                  <a:pt x="280320" y="260147"/>
                </a:lnTo>
                <a:lnTo>
                  <a:pt x="280320" y="200211"/>
                </a:lnTo>
                <a:close/>
                <a:moveTo>
                  <a:pt x="40540" y="200211"/>
                </a:moveTo>
                <a:lnTo>
                  <a:pt x="40540" y="260147"/>
                </a:lnTo>
                <a:lnTo>
                  <a:pt x="143075" y="260147"/>
                </a:lnTo>
                <a:lnTo>
                  <a:pt x="143075" y="200211"/>
                </a:lnTo>
                <a:close/>
                <a:moveTo>
                  <a:pt x="1461770" y="176715"/>
                </a:moveTo>
                <a:cubicBezTo>
                  <a:pt x="1480587" y="206400"/>
                  <a:pt x="1498680" y="242528"/>
                  <a:pt x="1516049" y="285100"/>
                </a:cubicBezTo>
                <a:lnTo>
                  <a:pt x="1484095" y="302467"/>
                </a:lnTo>
                <a:cubicBezTo>
                  <a:pt x="1465206" y="258104"/>
                  <a:pt x="1447545" y="222928"/>
                  <a:pt x="1431109" y="196939"/>
                </a:cubicBezTo>
                <a:close/>
                <a:moveTo>
                  <a:pt x="1260395" y="122616"/>
                </a:moveTo>
                <a:lnTo>
                  <a:pt x="1260395" y="218435"/>
                </a:lnTo>
                <a:lnTo>
                  <a:pt x="1346342" y="218435"/>
                </a:lnTo>
                <a:lnTo>
                  <a:pt x="1346342" y="122616"/>
                </a:lnTo>
                <a:close/>
                <a:moveTo>
                  <a:pt x="2205306" y="113922"/>
                </a:moveTo>
                <a:cubicBezTo>
                  <a:pt x="2222627" y="121208"/>
                  <a:pt x="2234955" y="125200"/>
                  <a:pt x="2242289" y="125898"/>
                </a:cubicBezTo>
                <a:cubicBezTo>
                  <a:pt x="2249624" y="126596"/>
                  <a:pt x="2253291" y="129398"/>
                  <a:pt x="2253291" y="134306"/>
                </a:cubicBezTo>
                <a:cubicBezTo>
                  <a:pt x="2253291" y="139214"/>
                  <a:pt x="2249276" y="143475"/>
                  <a:pt x="2241246" y="147090"/>
                </a:cubicBezTo>
                <a:cubicBezTo>
                  <a:pt x="2239070" y="147995"/>
                  <a:pt x="2234629" y="158430"/>
                  <a:pt x="2227923" y="178394"/>
                </a:cubicBezTo>
                <a:cubicBezTo>
                  <a:pt x="2221218" y="198358"/>
                  <a:pt x="2210359" y="223580"/>
                  <a:pt x="2195348" y="254060"/>
                </a:cubicBezTo>
                <a:cubicBezTo>
                  <a:pt x="2180336" y="284540"/>
                  <a:pt x="2164051" y="311889"/>
                  <a:pt x="2146492" y="336106"/>
                </a:cubicBezTo>
                <a:cubicBezTo>
                  <a:pt x="2135381" y="325510"/>
                  <a:pt x="2122781" y="319145"/>
                  <a:pt x="2108694" y="317011"/>
                </a:cubicBezTo>
                <a:cubicBezTo>
                  <a:pt x="2131259" y="293484"/>
                  <a:pt x="2151056" y="264319"/>
                  <a:pt x="2168087" y="229515"/>
                </a:cubicBezTo>
                <a:cubicBezTo>
                  <a:pt x="2185118" y="194710"/>
                  <a:pt x="2197524" y="156179"/>
                  <a:pt x="2205306" y="113922"/>
                </a:cubicBezTo>
                <a:close/>
                <a:moveTo>
                  <a:pt x="2419533" y="112128"/>
                </a:moveTo>
                <a:cubicBezTo>
                  <a:pt x="2458976" y="168559"/>
                  <a:pt x="2498197" y="234537"/>
                  <a:pt x="2537197" y="310060"/>
                </a:cubicBezTo>
                <a:lnTo>
                  <a:pt x="2501464" y="329827"/>
                </a:lnTo>
                <a:cubicBezTo>
                  <a:pt x="2459478" y="242526"/>
                  <a:pt x="2422593" y="176113"/>
                  <a:pt x="2390808" y="130588"/>
                </a:cubicBezTo>
                <a:close/>
                <a:moveTo>
                  <a:pt x="180472" y="104678"/>
                </a:moveTo>
                <a:lnTo>
                  <a:pt x="180472" y="169543"/>
                </a:lnTo>
                <a:lnTo>
                  <a:pt x="280320" y="169543"/>
                </a:lnTo>
                <a:lnTo>
                  <a:pt x="280320" y="104678"/>
                </a:lnTo>
                <a:close/>
                <a:moveTo>
                  <a:pt x="40540" y="104678"/>
                </a:moveTo>
                <a:lnTo>
                  <a:pt x="40540" y="169543"/>
                </a:lnTo>
                <a:lnTo>
                  <a:pt x="143075" y="169543"/>
                </a:lnTo>
                <a:lnTo>
                  <a:pt x="143075" y="104678"/>
                </a:lnTo>
                <a:close/>
                <a:moveTo>
                  <a:pt x="638953" y="82525"/>
                </a:moveTo>
                <a:cubicBezTo>
                  <a:pt x="652436" y="84625"/>
                  <a:pt x="665621" y="85675"/>
                  <a:pt x="678508" y="85675"/>
                </a:cubicBezTo>
                <a:cubicBezTo>
                  <a:pt x="686638" y="85675"/>
                  <a:pt x="690703" y="87786"/>
                  <a:pt x="690703" y="92008"/>
                </a:cubicBezTo>
                <a:cubicBezTo>
                  <a:pt x="690703" y="96230"/>
                  <a:pt x="688759" y="99835"/>
                  <a:pt x="684873" y="102824"/>
                </a:cubicBezTo>
                <a:cubicBezTo>
                  <a:pt x="680987" y="105812"/>
                  <a:pt x="679044" y="110288"/>
                  <a:pt x="679044" y="116250"/>
                </a:cubicBezTo>
                <a:lnTo>
                  <a:pt x="679044" y="188824"/>
                </a:lnTo>
                <a:cubicBezTo>
                  <a:pt x="718363" y="188524"/>
                  <a:pt x="755439" y="186878"/>
                  <a:pt x="790272" y="183887"/>
                </a:cubicBezTo>
                <a:lnTo>
                  <a:pt x="790272" y="223978"/>
                </a:lnTo>
                <a:cubicBezTo>
                  <a:pt x="754906" y="220987"/>
                  <a:pt x="717830" y="219344"/>
                  <a:pt x="679044" y="219049"/>
                </a:cubicBezTo>
                <a:lnTo>
                  <a:pt x="679044" y="357909"/>
                </a:lnTo>
                <a:cubicBezTo>
                  <a:pt x="736061" y="357614"/>
                  <a:pt x="787491" y="355671"/>
                  <a:pt x="833335" y="352080"/>
                </a:cubicBezTo>
                <a:lnTo>
                  <a:pt x="833335" y="394414"/>
                </a:lnTo>
                <a:cubicBezTo>
                  <a:pt x="785762" y="390528"/>
                  <a:pt x="731293" y="388584"/>
                  <a:pt x="669929" y="388584"/>
                </a:cubicBezTo>
                <a:cubicBezTo>
                  <a:pt x="608564" y="388584"/>
                  <a:pt x="551442" y="390528"/>
                  <a:pt x="498564" y="394414"/>
                </a:cubicBezTo>
                <a:lnTo>
                  <a:pt x="498564" y="352080"/>
                </a:lnTo>
                <a:cubicBezTo>
                  <a:pt x="544065" y="355976"/>
                  <a:pt x="591907" y="357919"/>
                  <a:pt x="642089" y="357909"/>
                </a:cubicBezTo>
                <a:lnTo>
                  <a:pt x="642089" y="219049"/>
                </a:lnTo>
                <a:cubicBezTo>
                  <a:pt x="601170" y="219344"/>
                  <a:pt x="565289" y="220987"/>
                  <a:pt x="534447" y="223978"/>
                </a:cubicBezTo>
                <a:lnTo>
                  <a:pt x="534447" y="183887"/>
                </a:lnTo>
                <a:cubicBezTo>
                  <a:pt x="564908" y="187183"/>
                  <a:pt x="600789" y="188829"/>
                  <a:pt x="642089" y="188824"/>
                </a:cubicBezTo>
                <a:lnTo>
                  <a:pt x="642089" y="152576"/>
                </a:lnTo>
                <a:cubicBezTo>
                  <a:pt x="642089" y="119768"/>
                  <a:pt x="641044" y="96417"/>
                  <a:pt x="638953" y="82525"/>
                </a:cubicBezTo>
                <a:close/>
                <a:moveTo>
                  <a:pt x="472104" y="34083"/>
                </a:moveTo>
                <a:cubicBezTo>
                  <a:pt x="483905" y="36483"/>
                  <a:pt x="543582" y="37683"/>
                  <a:pt x="651133" y="37683"/>
                </a:cubicBezTo>
                <a:cubicBezTo>
                  <a:pt x="758685" y="37683"/>
                  <a:pt x="817923" y="36483"/>
                  <a:pt x="828848" y="34083"/>
                </a:cubicBezTo>
                <a:lnTo>
                  <a:pt x="828848" y="72381"/>
                </a:lnTo>
                <a:cubicBezTo>
                  <a:pt x="807189" y="70290"/>
                  <a:pt x="764102" y="69245"/>
                  <a:pt x="699589" y="69245"/>
                </a:cubicBezTo>
                <a:lnTo>
                  <a:pt x="509487" y="69245"/>
                </a:lnTo>
                <a:cubicBezTo>
                  <a:pt x="509797" y="95857"/>
                  <a:pt x="509951" y="117655"/>
                  <a:pt x="509951" y="134638"/>
                </a:cubicBezTo>
                <a:cubicBezTo>
                  <a:pt x="509951" y="208624"/>
                  <a:pt x="506537" y="263220"/>
                  <a:pt x="499707" y="298427"/>
                </a:cubicBezTo>
                <a:cubicBezTo>
                  <a:pt x="492878" y="333634"/>
                  <a:pt x="479876" y="369815"/>
                  <a:pt x="460702" y="406972"/>
                </a:cubicBezTo>
                <a:cubicBezTo>
                  <a:pt x="445305" y="403386"/>
                  <a:pt x="432661" y="400600"/>
                  <a:pt x="422769" y="398614"/>
                </a:cubicBezTo>
                <a:cubicBezTo>
                  <a:pt x="442943" y="367844"/>
                  <a:pt x="456433" y="335225"/>
                  <a:pt x="463238" y="300759"/>
                </a:cubicBezTo>
                <a:cubicBezTo>
                  <a:pt x="470044" y="266293"/>
                  <a:pt x="473447" y="212862"/>
                  <a:pt x="473447" y="140468"/>
                </a:cubicBezTo>
                <a:cubicBezTo>
                  <a:pt x="473447" y="112159"/>
                  <a:pt x="472999" y="76698"/>
                  <a:pt x="472104" y="34083"/>
                </a:cubicBezTo>
                <a:close/>
                <a:moveTo>
                  <a:pt x="915062" y="18395"/>
                </a:moveTo>
                <a:lnTo>
                  <a:pt x="956495" y="18395"/>
                </a:lnTo>
                <a:lnTo>
                  <a:pt x="956495" y="216720"/>
                </a:lnTo>
                <a:cubicBezTo>
                  <a:pt x="956495" y="236956"/>
                  <a:pt x="956992" y="251902"/>
                  <a:pt x="957985" y="261558"/>
                </a:cubicBezTo>
                <a:cubicBezTo>
                  <a:pt x="958978" y="271214"/>
                  <a:pt x="962340" y="280446"/>
                  <a:pt x="968072" y="289254"/>
                </a:cubicBezTo>
                <a:cubicBezTo>
                  <a:pt x="973803" y="298062"/>
                  <a:pt x="981848" y="305056"/>
                  <a:pt x="992207" y="310235"/>
                </a:cubicBezTo>
                <a:cubicBezTo>
                  <a:pt x="1002565" y="315415"/>
                  <a:pt x="1014405" y="318004"/>
                  <a:pt x="1027726" y="318004"/>
                </a:cubicBezTo>
                <a:cubicBezTo>
                  <a:pt x="1038370" y="318004"/>
                  <a:pt x="1048125" y="315856"/>
                  <a:pt x="1056990" y="311561"/>
                </a:cubicBezTo>
                <a:cubicBezTo>
                  <a:pt x="1065855" y="307265"/>
                  <a:pt x="1073386" y="301175"/>
                  <a:pt x="1079582" y="293290"/>
                </a:cubicBezTo>
                <a:cubicBezTo>
                  <a:pt x="1085778" y="285406"/>
                  <a:pt x="1090106" y="276614"/>
                  <a:pt x="1092566" y="266916"/>
                </a:cubicBezTo>
                <a:cubicBezTo>
                  <a:pt x="1095026" y="257217"/>
                  <a:pt x="1096256" y="240485"/>
                  <a:pt x="1096256" y="216720"/>
                </a:cubicBezTo>
                <a:lnTo>
                  <a:pt x="1096256" y="18395"/>
                </a:lnTo>
                <a:lnTo>
                  <a:pt x="1137246" y="18395"/>
                </a:lnTo>
                <a:lnTo>
                  <a:pt x="1137246" y="216720"/>
                </a:lnTo>
                <a:cubicBezTo>
                  <a:pt x="1137246" y="249777"/>
                  <a:pt x="1133811" y="275358"/>
                  <a:pt x="1126942" y="293465"/>
                </a:cubicBezTo>
                <a:cubicBezTo>
                  <a:pt x="1120072" y="311572"/>
                  <a:pt x="1107965" y="326720"/>
                  <a:pt x="1090623" y="338907"/>
                </a:cubicBezTo>
                <a:cubicBezTo>
                  <a:pt x="1073280" y="351094"/>
                  <a:pt x="1052912" y="357188"/>
                  <a:pt x="1029519" y="357188"/>
                </a:cubicBezTo>
                <a:cubicBezTo>
                  <a:pt x="1010854" y="357188"/>
                  <a:pt x="994070" y="354162"/>
                  <a:pt x="979166" y="348112"/>
                </a:cubicBezTo>
                <a:cubicBezTo>
                  <a:pt x="964262" y="342061"/>
                  <a:pt x="951798" y="333553"/>
                  <a:pt x="941776" y="322587"/>
                </a:cubicBezTo>
                <a:cubicBezTo>
                  <a:pt x="931753" y="311621"/>
                  <a:pt x="924795" y="299439"/>
                  <a:pt x="920902" y="286039"/>
                </a:cubicBezTo>
                <a:cubicBezTo>
                  <a:pt x="917008" y="272640"/>
                  <a:pt x="915062" y="249534"/>
                  <a:pt x="915062" y="216720"/>
                </a:cubicBezTo>
                <a:close/>
                <a:moveTo>
                  <a:pt x="1844804" y="4486"/>
                </a:moveTo>
                <a:cubicBezTo>
                  <a:pt x="1857629" y="8077"/>
                  <a:pt x="1867988" y="9873"/>
                  <a:pt x="1875879" y="9873"/>
                </a:cubicBezTo>
                <a:lnTo>
                  <a:pt x="1887138" y="9423"/>
                </a:lnTo>
                <a:cubicBezTo>
                  <a:pt x="1893415" y="9423"/>
                  <a:pt x="1896553" y="11708"/>
                  <a:pt x="1896553" y="16277"/>
                </a:cubicBezTo>
                <a:cubicBezTo>
                  <a:pt x="1896553" y="20847"/>
                  <a:pt x="1894985" y="24206"/>
                  <a:pt x="1891849" y="26353"/>
                </a:cubicBezTo>
                <a:cubicBezTo>
                  <a:pt x="1888713" y="28501"/>
                  <a:pt x="1886527" y="31183"/>
                  <a:pt x="1885291" y="34397"/>
                </a:cubicBezTo>
                <a:cubicBezTo>
                  <a:pt x="1884055" y="37612"/>
                  <a:pt x="1883381" y="40161"/>
                  <a:pt x="1883269" y="42045"/>
                </a:cubicBezTo>
                <a:cubicBezTo>
                  <a:pt x="1883157" y="43928"/>
                  <a:pt x="1883102" y="53718"/>
                  <a:pt x="1883102" y="71413"/>
                </a:cubicBezTo>
                <a:cubicBezTo>
                  <a:pt x="1883102" y="89108"/>
                  <a:pt x="1882204" y="106568"/>
                  <a:pt x="1880408" y="123794"/>
                </a:cubicBezTo>
                <a:cubicBezTo>
                  <a:pt x="1954703" y="123794"/>
                  <a:pt x="2014654" y="122296"/>
                  <a:pt x="2060259" y="119301"/>
                </a:cubicBezTo>
                <a:lnTo>
                  <a:pt x="2060259" y="161192"/>
                </a:lnTo>
                <a:cubicBezTo>
                  <a:pt x="2009444" y="158201"/>
                  <a:pt x="1949643" y="156705"/>
                  <a:pt x="1880858" y="156705"/>
                </a:cubicBezTo>
                <a:cubicBezTo>
                  <a:pt x="1894936" y="200001"/>
                  <a:pt x="1918125" y="239790"/>
                  <a:pt x="1950424" y="276070"/>
                </a:cubicBezTo>
                <a:cubicBezTo>
                  <a:pt x="1982723" y="312351"/>
                  <a:pt x="2023224" y="342276"/>
                  <a:pt x="2071925" y="365846"/>
                </a:cubicBezTo>
                <a:cubicBezTo>
                  <a:pt x="2059185" y="375085"/>
                  <a:pt x="2048365" y="387299"/>
                  <a:pt x="2039464" y="402486"/>
                </a:cubicBezTo>
                <a:cubicBezTo>
                  <a:pt x="1956611" y="353704"/>
                  <a:pt x="1899023" y="285531"/>
                  <a:pt x="1866700" y="197968"/>
                </a:cubicBezTo>
                <a:cubicBezTo>
                  <a:pt x="1858546" y="240868"/>
                  <a:pt x="1841101" y="278346"/>
                  <a:pt x="1814364" y="310400"/>
                </a:cubicBezTo>
                <a:cubicBezTo>
                  <a:pt x="1787628" y="342454"/>
                  <a:pt x="1745315" y="373299"/>
                  <a:pt x="1687427" y="402936"/>
                </a:cubicBezTo>
                <a:cubicBezTo>
                  <a:pt x="1677969" y="390973"/>
                  <a:pt x="1667336" y="381036"/>
                  <a:pt x="1655530" y="373125"/>
                </a:cubicBezTo>
                <a:cubicBezTo>
                  <a:pt x="1769325" y="324134"/>
                  <a:pt x="1831819" y="251994"/>
                  <a:pt x="1843011" y="156705"/>
                </a:cubicBezTo>
                <a:cubicBezTo>
                  <a:pt x="1780765" y="156705"/>
                  <a:pt x="1726046" y="158201"/>
                  <a:pt x="1678855" y="161192"/>
                </a:cubicBezTo>
                <a:lnTo>
                  <a:pt x="1678855" y="119301"/>
                </a:lnTo>
                <a:cubicBezTo>
                  <a:pt x="1731218" y="122296"/>
                  <a:pt x="1786559" y="123794"/>
                  <a:pt x="1844875" y="123794"/>
                </a:cubicBezTo>
                <a:cubicBezTo>
                  <a:pt x="1845128" y="108897"/>
                  <a:pt x="1845328" y="88789"/>
                  <a:pt x="1845475" y="63469"/>
                </a:cubicBezTo>
                <a:cubicBezTo>
                  <a:pt x="1845623" y="38149"/>
                  <a:pt x="1845399" y="18488"/>
                  <a:pt x="1844804" y="4486"/>
                </a:cubicBezTo>
                <a:close/>
                <a:moveTo>
                  <a:pt x="1286041" y="2243"/>
                </a:moveTo>
                <a:cubicBezTo>
                  <a:pt x="1301472" y="6582"/>
                  <a:pt x="1314997" y="9916"/>
                  <a:pt x="1326618" y="12245"/>
                </a:cubicBezTo>
                <a:cubicBezTo>
                  <a:pt x="1332404" y="13307"/>
                  <a:pt x="1335297" y="15680"/>
                  <a:pt x="1335297" y="19363"/>
                </a:cubicBezTo>
                <a:cubicBezTo>
                  <a:pt x="1335297" y="23047"/>
                  <a:pt x="1333650" y="26537"/>
                  <a:pt x="1330354" y="29832"/>
                </a:cubicBezTo>
                <a:cubicBezTo>
                  <a:pt x="1322824" y="37362"/>
                  <a:pt x="1313709" y="57619"/>
                  <a:pt x="1303008" y="90604"/>
                </a:cubicBezTo>
                <a:cubicBezTo>
                  <a:pt x="1332626" y="90604"/>
                  <a:pt x="1360284" y="89257"/>
                  <a:pt x="1385982" y="86561"/>
                </a:cubicBezTo>
                <a:cubicBezTo>
                  <a:pt x="1383887" y="101325"/>
                  <a:pt x="1382839" y="116453"/>
                  <a:pt x="1382839" y="131945"/>
                </a:cubicBezTo>
                <a:lnTo>
                  <a:pt x="1382839" y="181861"/>
                </a:lnTo>
                <a:lnTo>
                  <a:pt x="1407051" y="140207"/>
                </a:lnTo>
                <a:cubicBezTo>
                  <a:pt x="1414227" y="126217"/>
                  <a:pt x="1420003" y="112990"/>
                  <a:pt x="1424380" y="100527"/>
                </a:cubicBezTo>
                <a:cubicBezTo>
                  <a:pt x="1433133" y="75600"/>
                  <a:pt x="1441606" y="44034"/>
                  <a:pt x="1449797" y="5829"/>
                </a:cubicBezTo>
                <a:cubicBezTo>
                  <a:pt x="1464661" y="11930"/>
                  <a:pt x="1477096" y="15569"/>
                  <a:pt x="1487102" y="16745"/>
                </a:cubicBezTo>
                <a:cubicBezTo>
                  <a:pt x="1493546" y="17669"/>
                  <a:pt x="1496768" y="20134"/>
                  <a:pt x="1496768" y="24139"/>
                </a:cubicBezTo>
                <a:cubicBezTo>
                  <a:pt x="1496768" y="28144"/>
                  <a:pt x="1494626" y="31812"/>
                  <a:pt x="1490342" y="35144"/>
                </a:cubicBezTo>
                <a:cubicBezTo>
                  <a:pt x="1486058" y="38475"/>
                  <a:pt x="1478780" y="54571"/>
                  <a:pt x="1468507" y="83432"/>
                </a:cubicBezTo>
                <a:lnTo>
                  <a:pt x="1535251" y="83432"/>
                </a:lnTo>
                <a:cubicBezTo>
                  <a:pt x="1552401" y="83432"/>
                  <a:pt x="1570520" y="82082"/>
                  <a:pt x="1589608" y="79382"/>
                </a:cubicBezTo>
                <a:cubicBezTo>
                  <a:pt x="1587755" y="96088"/>
                  <a:pt x="1586684" y="112462"/>
                  <a:pt x="1586393" y="128502"/>
                </a:cubicBezTo>
                <a:lnTo>
                  <a:pt x="1581914" y="357173"/>
                </a:lnTo>
                <a:cubicBezTo>
                  <a:pt x="1581585" y="380405"/>
                  <a:pt x="1572464" y="395858"/>
                  <a:pt x="1554550" y="403533"/>
                </a:cubicBezTo>
                <a:cubicBezTo>
                  <a:pt x="1536636" y="411207"/>
                  <a:pt x="1509950" y="415045"/>
                  <a:pt x="1474493" y="415045"/>
                </a:cubicBezTo>
                <a:cubicBezTo>
                  <a:pt x="1473446" y="401743"/>
                  <a:pt x="1468852" y="387034"/>
                  <a:pt x="1460713" y="370918"/>
                </a:cubicBezTo>
                <a:cubicBezTo>
                  <a:pt x="1476077" y="371823"/>
                  <a:pt x="1489636" y="372275"/>
                  <a:pt x="1501390" y="372275"/>
                </a:cubicBezTo>
                <a:cubicBezTo>
                  <a:pt x="1513143" y="372275"/>
                  <a:pt x="1522117" y="370922"/>
                  <a:pt x="1528311" y="368214"/>
                </a:cubicBezTo>
                <a:cubicBezTo>
                  <a:pt x="1534504" y="365507"/>
                  <a:pt x="1538617" y="360627"/>
                  <a:pt x="1540648" y="353577"/>
                </a:cubicBezTo>
                <a:cubicBezTo>
                  <a:pt x="1542679" y="346526"/>
                  <a:pt x="1543840" y="334544"/>
                  <a:pt x="1544131" y="317633"/>
                </a:cubicBezTo>
                <a:lnTo>
                  <a:pt x="1546374" y="116336"/>
                </a:lnTo>
                <a:lnTo>
                  <a:pt x="1458834" y="116336"/>
                </a:lnTo>
                <a:cubicBezTo>
                  <a:pt x="1445942" y="146997"/>
                  <a:pt x="1431350" y="174655"/>
                  <a:pt x="1415057" y="199311"/>
                </a:cubicBezTo>
                <a:cubicBezTo>
                  <a:pt x="1409445" y="196203"/>
                  <a:pt x="1403827" y="193412"/>
                  <a:pt x="1398205" y="190938"/>
                </a:cubicBezTo>
                <a:lnTo>
                  <a:pt x="1382839" y="185047"/>
                </a:lnTo>
                <a:lnTo>
                  <a:pt x="1382839" y="346336"/>
                </a:lnTo>
                <a:cubicBezTo>
                  <a:pt x="1382839" y="370744"/>
                  <a:pt x="1383887" y="394097"/>
                  <a:pt x="1385982" y="416395"/>
                </a:cubicBezTo>
                <a:lnTo>
                  <a:pt x="1346342" y="416395"/>
                </a:lnTo>
                <a:lnTo>
                  <a:pt x="1346342" y="375126"/>
                </a:lnTo>
                <a:lnTo>
                  <a:pt x="1260395" y="375126"/>
                </a:lnTo>
                <a:lnTo>
                  <a:pt x="1260395" y="419981"/>
                </a:lnTo>
                <a:lnTo>
                  <a:pt x="1219862" y="419981"/>
                </a:lnTo>
                <a:cubicBezTo>
                  <a:pt x="1222252" y="393935"/>
                  <a:pt x="1223448" y="370582"/>
                  <a:pt x="1223448" y="349922"/>
                </a:cubicBezTo>
                <a:lnTo>
                  <a:pt x="1223448" y="131945"/>
                </a:lnTo>
                <a:cubicBezTo>
                  <a:pt x="1223448" y="118667"/>
                  <a:pt x="1222400" y="103539"/>
                  <a:pt x="1220304" y="86561"/>
                </a:cubicBezTo>
                <a:cubicBezTo>
                  <a:pt x="1236726" y="89014"/>
                  <a:pt x="1253259" y="90366"/>
                  <a:pt x="1269903" y="90619"/>
                </a:cubicBezTo>
                <a:cubicBezTo>
                  <a:pt x="1279314" y="61834"/>
                  <a:pt x="1284693" y="32376"/>
                  <a:pt x="1286041" y="2243"/>
                </a:cubicBezTo>
                <a:close/>
                <a:moveTo>
                  <a:pt x="2303347" y="1793"/>
                </a:moveTo>
                <a:cubicBezTo>
                  <a:pt x="2317225" y="3593"/>
                  <a:pt x="2328310" y="4494"/>
                  <a:pt x="2336601" y="4494"/>
                </a:cubicBezTo>
                <a:lnTo>
                  <a:pt x="2350524" y="4044"/>
                </a:lnTo>
                <a:cubicBezTo>
                  <a:pt x="2356863" y="4044"/>
                  <a:pt x="2360033" y="6911"/>
                  <a:pt x="2360033" y="12645"/>
                </a:cubicBezTo>
                <a:cubicBezTo>
                  <a:pt x="2360033" y="16697"/>
                  <a:pt x="2358254" y="19856"/>
                  <a:pt x="2354696" y="22121"/>
                </a:cubicBezTo>
                <a:cubicBezTo>
                  <a:pt x="2351139" y="24385"/>
                  <a:pt x="2348747" y="27295"/>
                  <a:pt x="2347520" y="30850"/>
                </a:cubicBezTo>
                <a:cubicBezTo>
                  <a:pt x="2346294" y="34406"/>
                  <a:pt x="2345681" y="40596"/>
                  <a:pt x="2345681" y="49421"/>
                </a:cubicBezTo>
                <a:lnTo>
                  <a:pt x="2345681" y="375940"/>
                </a:lnTo>
                <a:cubicBezTo>
                  <a:pt x="2345681" y="386565"/>
                  <a:pt x="2343403" y="394770"/>
                  <a:pt x="2338848" y="400554"/>
                </a:cubicBezTo>
                <a:cubicBezTo>
                  <a:pt x="2334292" y="406338"/>
                  <a:pt x="2326027" y="410568"/>
                  <a:pt x="2314052" y="413245"/>
                </a:cubicBezTo>
                <a:cubicBezTo>
                  <a:pt x="2302077" y="415921"/>
                  <a:pt x="2282540" y="418017"/>
                  <a:pt x="2255441" y="419531"/>
                </a:cubicBezTo>
                <a:cubicBezTo>
                  <a:pt x="2255107" y="401624"/>
                  <a:pt x="2250295" y="385420"/>
                  <a:pt x="2241003" y="370918"/>
                </a:cubicBezTo>
                <a:cubicBezTo>
                  <a:pt x="2262044" y="374514"/>
                  <a:pt x="2276752" y="376311"/>
                  <a:pt x="2285127" y="376311"/>
                </a:cubicBezTo>
                <a:cubicBezTo>
                  <a:pt x="2293502" y="376311"/>
                  <a:pt x="2299230" y="375486"/>
                  <a:pt x="2302311" y="373836"/>
                </a:cubicBezTo>
                <a:cubicBezTo>
                  <a:pt x="2305392" y="372186"/>
                  <a:pt x="2306933" y="368401"/>
                  <a:pt x="2306933" y="362481"/>
                </a:cubicBezTo>
                <a:lnTo>
                  <a:pt x="2306933" y="78574"/>
                </a:lnTo>
                <a:cubicBezTo>
                  <a:pt x="2306933" y="45013"/>
                  <a:pt x="2305738" y="19419"/>
                  <a:pt x="2303347" y="1793"/>
                </a:cubicBezTo>
                <a:close/>
                <a:moveTo>
                  <a:pt x="138138" y="0"/>
                </a:moveTo>
                <a:cubicBezTo>
                  <a:pt x="154712" y="2096"/>
                  <a:pt x="169392" y="3143"/>
                  <a:pt x="182180" y="3143"/>
                </a:cubicBezTo>
                <a:cubicBezTo>
                  <a:pt x="190609" y="3143"/>
                  <a:pt x="194824" y="5620"/>
                  <a:pt x="194824" y="10573"/>
                </a:cubicBezTo>
                <a:cubicBezTo>
                  <a:pt x="194824" y="15526"/>
                  <a:pt x="193103" y="18691"/>
                  <a:pt x="189663" y="20067"/>
                </a:cubicBezTo>
                <a:cubicBezTo>
                  <a:pt x="186222" y="21443"/>
                  <a:pt x="183830" y="23360"/>
                  <a:pt x="182487" y="25818"/>
                </a:cubicBezTo>
                <a:cubicBezTo>
                  <a:pt x="181144" y="28275"/>
                  <a:pt x="180472" y="30461"/>
                  <a:pt x="180472" y="32376"/>
                </a:cubicBezTo>
                <a:lnTo>
                  <a:pt x="180472" y="73109"/>
                </a:lnTo>
                <a:cubicBezTo>
                  <a:pt x="242027" y="73114"/>
                  <a:pt x="288824" y="71319"/>
                  <a:pt x="320861" y="67723"/>
                </a:cubicBezTo>
                <a:cubicBezTo>
                  <a:pt x="318766" y="83282"/>
                  <a:pt x="317718" y="101701"/>
                  <a:pt x="317718" y="122980"/>
                </a:cubicBezTo>
                <a:lnTo>
                  <a:pt x="317718" y="255289"/>
                </a:lnTo>
                <a:cubicBezTo>
                  <a:pt x="317718" y="276520"/>
                  <a:pt x="319213" y="299423"/>
                  <a:pt x="322204" y="323998"/>
                </a:cubicBezTo>
                <a:lnTo>
                  <a:pt x="280320" y="323998"/>
                </a:lnTo>
                <a:lnTo>
                  <a:pt x="280320" y="291708"/>
                </a:lnTo>
                <a:lnTo>
                  <a:pt x="180472" y="291708"/>
                </a:lnTo>
                <a:lnTo>
                  <a:pt x="180472" y="349922"/>
                </a:lnTo>
                <a:cubicBezTo>
                  <a:pt x="180472" y="359381"/>
                  <a:pt x="181251" y="365907"/>
                  <a:pt x="182808" y="369500"/>
                </a:cubicBezTo>
                <a:cubicBezTo>
                  <a:pt x="184365" y="373093"/>
                  <a:pt x="187970" y="375725"/>
                  <a:pt x="193620" y="377394"/>
                </a:cubicBezTo>
                <a:cubicBezTo>
                  <a:pt x="199271" y="379063"/>
                  <a:pt x="209188" y="379898"/>
                  <a:pt x="223370" y="379898"/>
                </a:cubicBezTo>
                <a:lnTo>
                  <a:pt x="294308" y="379448"/>
                </a:lnTo>
                <a:cubicBezTo>
                  <a:pt x="310386" y="379448"/>
                  <a:pt x="321208" y="374562"/>
                  <a:pt x="326773" y="364792"/>
                </a:cubicBezTo>
                <a:cubicBezTo>
                  <a:pt x="332338" y="355022"/>
                  <a:pt x="336854" y="338078"/>
                  <a:pt x="340321" y="313961"/>
                </a:cubicBezTo>
                <a:cubicBezTo>
                  <a:pt x="351203" y="322743"/>
                  <a:pt x="364002" y="329503"/>
                  <a:pt x="378718" y="334242"/>
                </a:cubicBezTo>
                <a:cubicBezTo>
                  <a:pt x="371184" y="365441"/>
                  <a:pt x="361744" y="386633"/>
                  <a:pt x="350397" y="397818"/>
                </a:cubicBezTo>
                <a:cubicBezTo>
                  <a:pt x="339050" y="409002"/>
                  <a:pt x="320480" y="414595"/>
                  <a:pt x="294686" y="414595"/>
                </a:cubicBezTo>
                <a:lnTo>
                  <a:pt x="223892" y="414152"/>
                </a:lnTo>
                <a:cubicBezTo>
                  <a:pt x="199622" y="414152"/>
                  <a:pt x="181838" y="412376"/>
                  <a:pt x="170539" y="408823"/>
                </a:cubicBezTo>
                <a:cubicBezTo>
                  <a:pt x="159240" y="405270"/>
                  <a:pt x="151838" y="398901"/>
                  <a:pt x="148332" y="389717"/>
                </a:cubicBezTo>
                <a:cubicBezTo>
                  <a:pt x="144827" y="380532"/>
                  <a:pt x="143075" y="366372"/>
                  <a:pt x="143075" y="347236"/>
                </a:cubicBezTo>
                <a:lnTo>
                  <a:pt x="143075" y="291708"/>
                </a:lnTo>
                <a:lnTo>
                  <a:pt x="40540" y="291708"/>
                </a:lnTo>
                <a:lnTo>
                  <a:pt x="40540" y="332970"/>
                </a:lnTo>
                <a:lnTo>
                  <a:pt x="0" y="332970"/>
                </a:lnTo>
                <a:cubicBezTo>
                  <a:pt x="3286" y="308015"/>
                  <a:pt x="4929" y="283617"/>
                  <a:pt x="4929" y="259775"/>
                </a:cubicBezTo>
                <a:lnTo>
                  <a:pt x="4929" y="122980"/>
                </a:lnTo>
                <a:cubicBezTo>
                  <a:pt x="4929" y="103720"/>
                  <a:pt x="3883" y="85301"/>
                  <a:pt x="1793" y="67723"/>
                </a:cubicBezTo>
                <a:cubicBezTo>
                  <a:pt x="35202" y="71319"/>
                  <a:pt x="82296" y="73114"/>
                  <a:pt x="143075" y="73109"/>
                </a:cubicBezTo>
                <a:cubicBezTo>
                  <a:pt x="143075" y="43406"/>
                  <a:pt x="141429" y="19036"/>
                  <a:pt x="13813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D9DB94EA-835B-497F-AD9A-B43DA679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1" y="7181378"/>
            <a:ext cx="11308019" cy="1558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32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DED4BCE-FFAB-4071-90CE-9F387ADA1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1" y="-4146612"/>
            <a:ext cx="11308019" cy="1558739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76E4975-1EA6-47C7-B471-4F42AA11F441}"/>
              </a:ext>
            </a:extLst>
          </p:cNvPr>
          <p:cNvSpPr/>
          <p:nvPr/>
        </p:nvSpPr>
        <p:spPr>
          <a:xfrm>
            <a:off x="685800" y="4318000"/>
            <a:ext cx="10678886" cy="304800"/>
          </a:xfrm>
          <a:prstGeom prst="rect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68BF63A-3DB8-491C-985D-CA6662A81F54}"/>
              </a:ext>
            </a:extLst>
          </p:cNvPr>
          <p:cNvCxnSpPr/>
          <p:nvPr/>
        </p:nvCxnSpPr>
        <p:spPr>
          <a:xfrm>
            <a:off x="1689100" y="5346700"/>
            <a:ext cx="3835400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BC3A8AF-BAB9-4423-9395-B4CB8B49A7E4}"/>
              </a:ext>
            </a:extLst>
          </p:cNvPr>
          <p:cNvCxnSpPr>
            <a:cxnSpLocks/>
          </p:cNvCxnSpPr>
          <p:nvPr/>
        </p:nvCxnSpPr>
        <p:spPr>
          <a:xfrm>
            <a:off x="3022600" y="4622800"/>
            <a:ext cx="1943100" cy="5334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422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2DE84B-C4E8-475E-AC38-E8C813642112}"/>
              </a:ext>
            </a:extLst>
          </p:cNvPr>
          <p:cNvSpPr txBox="1"/>
          <p:nvPr/>
        </p:nvSpPr>
        <p:spPr>
          <a:xfrm>
            <a:off x="7318986" y="3217663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20FF7-E77D-4240-B616-C52766952CDD}"/>
              </a:ext>
            </a:extLst>
          </p:cNvPr>
          <p:cNvSpPr txBox="1"/>
          <p:nvPr/>
        </p:nvSpPr>
        <p:spPr>
          <a:xfrm>
            <a:off x="3068112" y="321273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5F86387-134A-4201-972E-A0EAF81B506E}"/>
              </a:ext>
            </a:extLst>
          </p:cNvPr>
          <p:cNvGrpSpPr/>
          <p:nvPr/>
        </p:nvGrpSpPr>
        <p:grpSpPr>
          <a:xfrm>
            <a:off x="3976006" y="1645194"/>
            <a:ext cx="4239988" cy="1146962"/>
            <a:chOff x="3976006" y="1645194"/>
            <a:chExt cx="4239988" cy="1146962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978A5330-024D-4C2F-9C9B-D5055DD4175A}"/>
                </a:ext>
              </a:extLst>
            </p:cNvPr>
            <p:cNvSpPr/>
            <p:nvPr/>
          </p:nvSpPr>
          <p:spPr>
            <a:xfrm rot="16200000" flipV="1">
              <a:off x="5884663" y="460825"/>
              <a:ext cx="422674" cy="423998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360A5CC-D574-4954-827B-A3E8CCB45389}"/>
                </a:ext>
              </a:extLst>
            </p:cNvPr>
            <p:cNvSpPr txBox="1"/>
            <p:nvPr/>
          </p:nvSpPr>
          <p:spPr>
            <a:xfrm>
              <a:off x="5428621" y="1645194"/>
              <a:ext cx="1337286" cy="421324"/>
            </a:xfrm>
            <a:custGeom>
              <a:avLst/>
              <a:gdLst/>
              <a:ahLst/>
              <a:cxnLst/>
              <a:rect l="l" t="t" r="r" b="b"/>
              <a:pathLst>
                <a:path w="1337286" h="421324">
                  <a:moveTo>
                    <a:pt x="161641" y="314853"/>
                  </a:moveTo>
                  <a:cubicBezTo>
                    <a:pt x="161032" y="325421"/>
                    <a:pt x="162079" y="336789"/>
                    <a:pt x="164785" y="348958"/>
                  </a:cubicBezTo>
                  <a:cubicBezTo>
                    <a:pt x="92666" y="364202"/>
                    <a:pt x="43060" y="376066"/>
                    <a:pt x="15966" y="384548"/>
                  </a:cubicBezTo>
                  <a:cubicBezTo>
                    <a:pt x="14080" y="370608"/>
                    <a:pt x="9506" y="356340"/>
                    <a:pt x="2243" y="341743"/>
                  </a:cubicBezTo>
                  <a:cubicBezTo>
                    <a:pt x="50111" y="339437"/>
                    <a:pt x="103244" y="330474"/>
                    <a:pt x="161641" y="314853"/>
                  </a:cubicBezTo>
                  <a:close/>
                  <a:moveTo>
                    <a:pt x="1054722" y="290808"/>
                  </a:moveTo>
                  <a:lnTo>
                    <a:pt x="1054722" y="358366"/>
                  </a:lnTo>
                  <a:lnTo>
                    <a:pt x="1211534" y="358366"/>
                  </a:lnTo>
                  <a:lnTo>
                    <a:pt x="1211534" y="290808"/>
                  </a:lnTo>
                  <a:close/>
                  <a:moveTo>
                    <a:pt x="212326" y="272420"/>
                  </a:moveTo>
                  <a:lnTo>
                    <a:pt x="212326" y="352087"/>
                  </a:lnTo>
                  <a:lnTo>
                    <a:pt x="345357" y="352087"/>
                  </a:lnTo>
                  <a:lnTo>
                    <a:pt x="345357" y="272420"/>
                  </a:lnTo>
                  <a:close/>
                  <a:moveTo>
                    <a:pt x="174029" y="238608"/>
                  </a:moveTo>
                  <a:cubicBezTo>
                    <a:pt x="193560" y="241004"/>
                    <a:pt x="228703" y="242201"/>
                    <a:pt x="279460" y="242201"/>
                  </a:cubicBezTo>
                  <a:cubicBezTo>
                    <a:pt x="330216" y="242201"/>
                    <a:pt x="364948" y="241004"/>
                    <a:pt x="383655" y="238608"/>
                  </a:cubicBezTo>
                  <a:cubicBezTo>
                    <a:pt x="381564" y="255296"/>
                    <a:pt x="380519" y="273713"/>
                    <a:pt x="380519" y="293858"/>
                  </a:cubicBezTo>
                  <a:lnTo>
                    <a:pt x="380519" y="345443"/>
                  </a:lnTo>
                  <a:cubicBezTo>
                    <a:pt x="380519" y="363626"/>
                    <a:pt x="381714" y="386677"/>
                    <a:pt x="384105" y="414595"/>
                  </a:cubicBezTo>
                  <a:lnTo>
                    <a:pt x="345357" y="414595"/>
                  </a:lnTo>
                  <a:lnTo>
                    <a:pt x="345357" y="382755"/>
                  </a:lnTo>
                  <a:lnTo>
                    <a:pt x="212326" y="382755"/>
                  </a:lnTo>
                  <a:lnTo>
                    <a:pt x="212326" y="417738"/>
                  </a:lnTo>
                  <a:lnTo>
                    <a:pt x="172235" y="417738"/>
                  </a:lnTo>
                  <a:cubicBezTo>
                    <a:pt x="175222" y="393120"/>
                    <a:pt x="176715" y="367674"/>
                    <a:pt x="176715" y="341400"/>
                  </a:cubicBezTo>
                  <a:lnTo>
                    <a:pt x="176715" y="293858"/>
                  </a:lnTo>
                  <a:cubicBezTo>
                    <a:pt x="176715" y="276299"/>
                    <a:pt x="175819" y="257882"/>
                    <a:pt x="174029" y="238608"/>
                  </a:cubicBezTo>
                  <a:close/>
                  <a:moveTo>
                    <a:pt x="679944" y="204247"/>
                  </a:moveTo>
                  <a:lnTo>
                    <a:pt x="679944" y="264183"/>
                  </a:lnTo>
                  <a:lnTo>
                    <a:pt x="779792" y="264183"/>
                  </a:lnTo>
                  <a:lnTo>
                    <a:pt x="779792" y="204247"/>
                  </a:lnTo>
                  <a:close/>
                  <a:moveTo>
                    <a:pt x="540012" y="204247"/>
                  </a:moveTo>
                  <a:lnTo>
                    <a:pt x="540012" y="264183"/>
                  </a:lnTo>
                  <a:lnTo>
                    <a:pt x="642547" y="264183"/>
                  </a:lnTo>
                  <a:lnTo>
                    <a:pt x="642547" y="204247"/>
                  </a:lnTo>
                  <a:close/>
                  <a:moveTo>
                    <a:pt x="1135182" y="182716"/>
                  </a:moveTo>
                  <a:cubicBezTo>
                    <a:pt x="1095939" y="221263"/>
                    <a:pt x="1062094" y="246845"/>
                    <a:pt x="1033648" y="259461"/>
                  </a:cubicBezTo>
                  <a:cubicBezTo>
                    <a:pt x="1046359" y="259918"/>
                    <a:pt x="1077524" y="260147"/>
                    <a:pt x="1127142" y="260147"/>
                  </a:cubicBezTo>
                  <a:cubicBezTo>
                    <a:pt x="1176760" y="260147"/>
                    <a:pt x="1212516" y="259806"/>
                    <a:pt x="1234409" y="259125"/>
                  </a:cubicBezTo>
                  <a:cubicBezTo>
                    <a:pt x="1202881" y="245523"/>
                    <a:pt x="1169805" y="220053"/>
                    <a:pt x="1135182" y="182716"/>
                  </a:cubicBezTo>
                  <a:close/>
                  <a:moveTo>
                    <a:pt x="1128481" y="131409"/>
                  </a:moveTo>
                  <a:cubicBezTo>
                    <a:pt x="1140430" y="139048"/>
                    <a:pt x="1151372" y="145139"/>
                    <a:pt x="1161307" y="149683"/>
                  </a:cubicBezTo>
                  <a:cubicBezTo>
                    <a:pt x="1166798" y="151974"/>
                    <a:pt x="1169543" y="155031"/>
                    <a:pt x="1169543" y="158855"/>
                  </a:cubicBezTo>
                  <a:cubicBezTo>
                    <a:pt x="1169543" y="163999"/>
                    <a:pt x="1167304" y="166571"/>
                    <a:pt x="1162825" y="166571"/>
                  </a:cubicBezTo>
                  <a:cubicBezTo>
                    <a:pt x="1158346" y="166571"/>
                    <a:pt x="1155651" y="166409"/>
                    <a:pt x="1154742" y="166085"/>
                  </a:cubicBezTo>
                  <a:cubicBezTo>
                    <a:pt x="1201205" y="216539"/>
                    <a:pt x="1262053" y="249219"/>
                    <a:pt x="1337286" y="264126"/>
                  </a:cubicBezTo>
                  <a:cubicBezTo>
                    <a:pt x="1328247" y="275437"/>
                    <a:pt x="1321743" y="287469"/>
                    <a:pt x="1317776" y="300223"/>
                  </a:cubicBezTo>
                  <a:cubicBezTo>
                    <a:pt x="1287301" y="290436"/>
                    <a:pt x="1264741" y="280721"/>
                    <a:pt x="1250096" y="271077"/>
                  </a:cubicBezTo>
                  <a:cubicBezTo>
                    <a:pt x="1249620" y="278797"/>
                    <a:pt x="1249382" y="287138"/>
                    <a:pt x="1249382" y="296101"/>
                  </a:cubicBezTo>
                  <a:lnTo>
                    <a:pt x="1249382" y="384012"/>
                  </a:lnTo>
                  <a:cubicBezTo>
                    <a:pt x="1249382" y="392332"/>
                    <a:pt x="1250130" y="403274"/>
                    <a:pt x="1251625" y="416838"/>
                  </a:cubicBezTo>
                  <a:lnTo>
                    <a:pt x="1211534" y="416838"/>
                  </a:lnTo>
                  <a:lnTo>
                    <a:pt x="1211534" y="387684"/>
                  </a:lnTo>
                  <a:lnTo>
                    <a:pt x="1054722" y="387684"/>
                  </a:lnTo>
                  <a:lnTo>
                    <a:pt x="1054722" y="421324"/>
                  </a:lnTo>
                  <a:lnTo>
                    <a:pt x="1014631" y="421324"/>
                  </a:lnTo>
                  <a:cubicBezTo>
                    <a:pt x="1016727" y="403536"/>
                    <a:pt x="1017774" y="390949"/>
                    <a:pt x="1017774" y="383562"/>
                  </a:cubicBezTo>
                  <a:lnTo>
                    <a:pt x="1017774" y="293858"/>
                  </a:lnTo>
                  <a:cubicBezTo>
                    <a:pt x="1017774" y="285366"/>
                    <a:pt x="1017489" y="278220"/>
                    <a:pt x="1016917" y="272420"/>
                  </a:cubicBezTo>
                  <a:cubicBezTo>
                    <a:pt x="1001039" y="282992"/>
                    <a:pt x="979351" y="294056"/>
                    <a:pt x="951852" y="305609"/>
                  </a:cubicBezTo>
                  <a:cubicBezTo>
                    <a:pt x="947866" y="294460"/>
                    <a:pt x="940386" y="284152"/>
                    <a:pt x="929413" y="274684"/>
                  </a:cubicBezTo>
                  <a:cubicBezTo>
                    <a:pt x="974067" y="260806"/>
                    <a:pt x="1009788" y="244152"/>
                    <a:pt x="1036577" y="224721"/>
                  </a:cubicBezTo>
                  <a:cubicBezTo>
                    <a:pt x="1063366" y="205290"/>
                    <a:pt x="1083910" y="189015"/>
                    <a:pt x="1098210" y="175897"/>
                  </a:cubicBezTo>
                  <a:cubicBezTo>
                    <a:pt x="1112509" y="162778"/>
                    <a:pt x="1122599" y="147949"/>
                    <a:pt x="1128481" y="131409"/>
                  </a:cubicBezTo>
                  <a:close/>
                  <a:moveTo>
                    <a:pt x="679944" y="108713"/>
                  </a:moveTo>
                  <a:lnTo>
                    <a:pt x="679944" y="173579"/>
                  </a:lnTo>
                  <a:lnTo>
                    <a:pt x="779792" y="173579"/>
                  </a:lnTo>
                  <a:lnTo>
                    <a:pt x="779792" y="108713"/>
                  </a:lnTo>
                  <a:close/>
                  <a:moveTo>
                    <a:pt x="540012" y="108713"/>
                  </a:moveTo>
                  <a:lnTo>
                    <a:pt x="540012" y="173579"/>
                  </a:lnTo>
                  <a:lnTo>
                    <a:pt x="642547" y="173579"/>
                  </a:lnTo>
                  <a:lnTo>
                    <a:pt x="642547" y="108713"/>
                  </a:lnTo>
                  <a:close/>
                  <a:moveTo>
                    <a:pt x="1185395" y="95976"/>
                  </a:moveTo>
                  <a:cubicBezTo>
                    <a:pt x="1231377" y="119898"/>
                    <a:pt x="1269749" y="145230"/>
                    <a:pt x="1300510" y="171971"/>
                  </a:cubicBezTo>
                  <a:lnTo>
                    <a:pt x="1278264" y="197967"/>
                  </a:lnTo>
                  <a:cubicBezTo>
                    <a:pt x="1249318" y="171416"/>
                    <a:pt x="1212870" y="146109"/>
                    <a:pt x="1168922" y="122044"/>
                  </a:cubicBezTo>
                  <a:close/>
                  <a:moveTo>
                    <a:pt x="1074946" y="91940"/>
                  </a:moveTo>
                  <a:cubicBezTo>
                    <a:pt x="1084099" y="101312"/>
                    <a:pt x="1092362" y="107906"/>
                    <a:pt x="1099735" y="111721"/>
                  </a:cubicBezTo>
                  <a:cubicBezTo>
                    <a:pt x="1104411" y="114050"/>
                    <a:pt x="1106750" y="117207"/>
                    <a:pt x="1106750" y="121193"/>
                  </a:cubicBezTo>
                  <a:cubicBezTo>
                    <a:pt x="1106750" y="125180"/>
                    <a:pt x="1103783" y="127440"/>
                    <a:pt x="1097849" y="127973"/>
                  </a:cubicBezTo>
                  <a:cubicBezTo>
                    <a:pt x="1092934" y="128235"/>
                    <a:pt x="1085014" y="132964"/>
                    <a:pt x="1074089" y="142160"/>
                  </a:cubicBezTo>
                  <a:cubicBezTo>
                    <a:pt x="1044390" y="166221"/>
                    <a:pt x="1015310" y="187364"/>
                    <a:pt x="986849" y="205590"/>
                  </a:cubicBezTo>
                  <a:cubicBezTo>
                    <a:pt x="982315" y="194884"/>
                    <a:pt x="974683" y="185966"/>
                    <a:pt x="963953" y="178836"/>
                  </a:cubicBezTo>
                  <a:cubicBezTo>
                    <a:pt x="1015065" y="151504"/>
                    <a:pt x="1052062" y="122539"/>
                    <a:pt x="1074946" y="91940"/>
                  </a:cubicBezTo>
                  <a:close/>
                  <a:moveTo>
                    <a:pt x="256553" y="5829"/>
                  </a:moveTo>
                  <a:cubicBezTo>
                    <a:pt x="271312" y="8225"/>
                    <a:pt x="284497" y="9422"/>
                    <a:pt x="296108" y="9422"/>
                  </a:cubicBezTo>
                  <a:cubicBezTo>
                    <a:pt x="303342" y="9422"/>
                    <a:pt x="306959" y="11474"/>
                    <a:pt x="306959" y="15577"/>
                  </a:cubicBezTo>
                  <a:cubicBezTo>
                    <a:pt x="306959" y="19680"/>
                    <a:pt x="305693" y="22184"/>
                    <a:pt x="303159" y="23088"/>
                  </a:cubicBezTo>
                  <a:cubicBezTo>
                    <a:pt x="300625" y="23993"/>
                    <a:pt x="298906" y="25403"/>
                    <a:pt x="298001" y="27317"/>
                  </a:cubicBezTo>
                  <a:cubicBezTo>
                    <a:pt x="297096" y="29232"/>
                    <a:pt x="296644" y="31368"/>
                    <a:pt x="296644" y="33725"/>
                  </a:cubicBezTo>
                  <a:lnTo>
                    <a:pt x="296644" y="79838"/>
                  </a:lnTo>
                  <a:cubicBezTo>
                    <a:pt x="342111" y="79838"/>
                    <a:pt x="380535" y="78193"/>
                    <a:pt x="411915" y="74902"/>
                  </a:cubicBezTo>
                  <a:lnTo>
                    <a:pt x="411915" y="114993"/>
                  </a:lnTo>
                  <a:cubicBezTo>
                    <a:pt x="380145" y="112002"/>
                    <a:pt x="341721" y="110506"/>
                    <a:pt x="296644" y="110506"/>
                  </a:cubicBezTo>
                  <a:lnTo>
                    <a:pt x="296644" y="171778"/>
                  </a:lnTo>
                  <a:cubicBezTo>
                    <a:pt x="338173" y="171478"/>
                    <a:pt x="372410" y="169983"/>
                    <a:pt x="399357" y="167292"/>
                  </a:cubicBezTo>
                  <a:lnTo>
                    <a:pt x="399357" y="206933"/>
                  </a:lnTo>
                  <a:cubicBezTo>
                    <a:pt x="369620" y="203947"/>
                    <a:pt x="329288" y="202454"/>
                    <a:pt x="278363" y="202454"/>
                  </a:cubicBezTo>
                  <a:cubicBezTo>
                    <a:pt x="227438" y="202454"/>
                    <a:pt x="187275" y="203947"/>
                    <a:pt x="157877" y="206933"/>
                  </a:cubicBezTo>
                  <a:lnTo>
                    <a:pt x="157877" y="167292"/>
                  </a:lnTo>
                  <a:cubicBezTo>
                    <a:pt x="184804" y="170288"/>
                    <a:pt x="218741" y="171783"/>
                    <a:pt x="259689" y="171778"/>
                  </a:cubicBezTo>
                  <a:lnTo>
                    <a:pt x="259689" y="110506"/>
                  </a:lnTo>
                  <a:cubicBezTo>
                    <a:pt x="239058" y="110656"/>
                    <a:pt x="219511" y="111105"/>
                    <a:pt x="201048" y="111853"/>
                  </a:cubicBezTo>
                  <a:lnTo>
                    <a:pt x="161919" y="114209"/>
                  </a:lnTo>
                  <a:lnTo>
                    <a:pt x="165828" y="116457"/>
                  </a:lnTo>
                  <a:cubicBezTo>
                    <a:pt x="169914" y="118686"/>
                    <a:pt x="171957" y="121585"/>
                    <a:pt x="171957" y="125155"/>
                  </a:cubicBezTo>
                  <a:cubicBezTo>
                    <a:pt x="171957" y="128724"/>
                    <a:pt x="169683" y="131145"/>
                    <a:pt x="165135" y="132416"/>
                  </a:cubicBezTo>
                  <a:cubicBezTo>
                    <a:pt x="160586" y="133688"/>
                    <a:pt x="157010" y="135432"/>
                    <a:pt x="154405" y="137649"/>
                  </a:cubicBezTo>
                  <a:cubicBezTo>
                    <a:pt x="151800" y="139866"/>
                    <a:pt x="147504" y="145035"/>
                    <a:pt x="141517" y="153155"/>
                  </a:cubicBezTo>
                  <a:cubicBezTo>
                    <a:pt x="135531" y="161275"/>
                    <a:pt x="124911" y="176167"/>
                    <a:pt x="109656" y="197832"/>
                  </a:cubicBezTo>
                  <a:lnTo>
                    <a:pt x="62972" y="260132"/>
                  </a:lnTo>
                  <a:lnTo>
                    <a:pt x="152226" y="248474"/>
                  </a:lnTo>
                  <a:cubicBezTo>
                    <a:pt x="150730" y="257475"/>
                    <a:pt x="149983" y="263790"/>
                    <a:pt x="149983" y="267419"/>
                  </a:cubicBezTo>
                  <a:cubicBezTo>
                    <a:pt x="149983" y="271048"/>
                    <a:pt x="150280" y="275822"/>
                    <a:pt x="150876" y="281742"/>
                  </a:cubicBezTo>
                  <a:lnTo>
                    <a:pt x="64186" y="291665"/>
                  </a:lnTo>
                  <a:cubicBezTo>
                    <a:pt x="45093" y="294308"/>
                    <a:pt x="29620" y="297761"/>
                    <a:pt x="17766" y="302023"/>
                  </a:cubicBezTo>
                  <a:cubicBezTo>
                    <a:pt x="16166" y="289260"/>
                    <a:pt x="12787" y="277077"/>
                    <a:pt x="7629" y="265476"/>
                  </a:cubicBezTo>
                  <a:cubicBezTo>
                    <a:pt x="14187" y="263928"/>
                    <a:pt x="20795" y="261005"/>
                    <a:pt x="27453" y="256707"/>
                  </a:cubicBezTo>
                  <a:cubicBezTo>
                    <a:pt x="34111" y="252409"/>
                    <a:pt x="41295" y="244626"/>
                    <a:pt x="49006" y="233358"/>
                  </a:cubicBezTo>
                  <a:lnTo>
                    <a:pt x="90154" y="175986"/>
                  </a:lnTo>
                  <a:lnTo>
                    <a:pt x="47920" y="179129"/>
                  </a:lnTo>
                  <a:cubicBezTo>
                    <a:pt x="35666" y="179982"/>
                    <a:pt x="23443" y="182373"/>
                    <a:pt x="11251" y="186302"/>
                  </a:cubicBezTo>
                  <a:cubicBezTo>
                    <a:pt x="10094" y="172381"/>
                    <a:pt x="6343" y="159186"/>
                    <a:pt x="0" y="146718"/>
                  </a:cubicBezTo>
                  <a:cubicBezTo>
                    <a:pt x="18959" y="142622"/>
                    <a:pt x="45182" y="97752"/>
                    <a:pt x="78667" y="12108"/>
                  </a:cubicBezTo>
                  <a:cubicBezTo>
                    <a:pt x="90420" y="19533"/>
                    <a:pt x="100834" y="24235"/>
                    <a:pt x="109906" y="26214"/>
                  </a:cubicBezTo>
                  <a:cubicBezTo>
                    <a:pt x="118979" y="28193"/>
                    <a:pt x="123515" y="31481"/>
                    <a:pt x="123515" y="36079"/>
                  </a:cubicBezTo>
                  <a:cubicBezTo>
                    <a:pt x="123515" y="40677"/>
                    <a:pt x="121242" y="43675"/>
                    <a:pt x="116696" y="45073"/>
                  </a:cubicBezTo>
                  <a:cubicBezTo>
                    <a:pt x="112151" y="46471"/>
                    <a:pt x="108024" y="49299"/>
                    <a:pt x="104316" y="53556"/>
                  </a:cubicBezTo>
                  <a:cubicBezTo>
                    <a:pt x="100609" y="57814"/>
                    <a:pt x="94567" y="67307"/>
                    <a:pt x="86193" y="82035"/>
                  </a:cubicBezTo>
                  <a:cubicBezTo>
                    <a:pt x="77818" y="96763"/>
                    <a:pt x="64843" y="118605"/>
                    <a:pt x="47270" y="147561"/>
                  </a:cubicBezTo>
                  <a:lnTo>
                    <a:pt x="105813" y="145061"/>
                  </a:lnTo>
                  <a:cubicBezTo>
                    <a:pt x="118281" y="124844"/>
                    <a:pt x="126554" y="108035"/>
                    <a:pt x="130630" y="94633"/>
                  </a:cubicBezTo>
                  <a:lnTo>
                    <a:pt x="148911" y="106625"/>
                  </a:lnTo>
                  <a:lnTo>
                    <a:pt x="148911" y="74902"/>
                  </a:lnTo>
                  <a:cubicBezTo>
                    <a:pt x="181039" y="77898"/>
                    <a:pt x="217965" y="79391"/>
                    <a:pt x="259689" y="79381"/>
                  </a:cubicBezTo>
                  <a:lnTo>
                    <a:pt x="259689" y="70501"/>
                  </a:lnTo>
                  <a:cubicBezTo>
                    <a:pt x="259689" y="44365"/>
                    <a:pt x="258644" y="22807"/>
                    <a:pt x="256553" y="5829"/>
                  </a:cubicBezTo>
                  <a:close/>
                  <a:moveTo>
                    <a:pt x="637610" y="4036"/>
                  </a:moveTo>
                  <a:cubicBezTo>
                    <a:pt x="654184" y="6131"/>
                    <a:pt x="668864" y="7179"/>
                    <a:pt x="681651" y="7179"/>
                  </a:cubicBezTo>
                  <a:cubicBezTo>
                    <a:pt x="690081" y="7179"/>
                    <a:pt x="694296" y="9656"/>
                    <a:pt x="694296" y="14609"/>
                  </a:cubicBezTo>
                  <a:cubicBezTo>
                    <a:pt x="694296" y="19562"/>
                    <a:pt x="692575" y="22726"/>
                    <a:pt x="689135" y="24103"/>
                  </a:cubicBezTo>
                  <a:cubicBezTo>
                    <a:pt x="685694" y="25479"/>
                    <a:pt x="683302" y="27396"/>
                    <a:pt x="681959" y="29854"/>
                  </a:cubicBezTo>
                  <a:cubicBezTo>
                    <a:pt x="680616" y="32311"/>
                    <a:pt x="679944" y="34497"/>
                    <a:pt x="679944" y="36411"/>
                  </a:cubicBezTo>
                  <a:lnTo>
                    <a:pt x="679944" y="77145"/>
                  </a:lnTo>
                  <a:cubicBezTo>
                    <a:pt x="741499" y="77150"/>
                    <a:pt x="788296" y="75354"/>
                    <a:pt x="820333" y="71759"/>
                  </a:cubicBezTo>
                  <a:cubicBezTo>
                    <a:pt x="818238" y="87318"/>
                    <a:pt x="817190" y="105737"/>
                    <a:pt x="817190" y="127016"/>
                  </a:cubicBezTo>
                  <a:lnTo>
                    <a:pt x="817190" y="259325"/>
                  </a:lnTo>
                  <a:cubicBezTo>
                    <a:pt x="817190" y="280556"/>
                    <a:pt x="818685" y="303459"/>
                    <a:pt x="821676" y="328034"/>
                  </a:cubicBezTo>
                  <a:lnTo>
                    <a:pt x="779792" y="328034"/>
                  </a:lnTo>
                  <a:lnTo>
                    <a:pt x="779792" y="295744"/>
                  </a:lnTo>
                  <a:lnTo>
                    <a:pt x="679944" y="295744"/>
                  </a:lnTo>
                  <a:lnTo>
                    <a:pt x="679944" y="353958"/>
                  </a:lnTo>
                  <a:cubicBezTo>
                    <a:pt x="679944" y="363417"/>
                    <a:pt x="680723" y="369942"/>
                    <a:pt x="682280" y="373536"/>
                  </a:cubicBezTo>
                  <a:cubicBezTo>
                    <a:pt x="683837" y="377129"/>
                    <a:pt x="687442" y="379760"/>
                    <a:pt x="693092" y="381430"/>
                  </a:cubicBezTo>
                  <a:cubicBezTo>
                    <a:pt x="698743" y="383099"/>
                    <a:pt x="708660" y="383933"/>
                    <a:pt x="722842" y="383933"/>
                  </a:cubicBezTo>
                  <a:lnTo>
                    <a:pt x="793780" y="383483"/>
                  </a:lnTo>
                  <a:cubicBezTo>
                    <a:pt x="809858" y="383483"/>
                    <a:pt x="820680" y="378598"/>
                    <a:pt x="826245" y="368828"/>
                  </a:cubicBezTo>
                  <a:cubicBezTo>
                    <a:pt x="831810" y="359058"/>
                    <a:pt x="836326" y="342114"/>
                    <a:pt x="839793" y="317997"/>
                  </a:cubicBezTo>
                  <a:cubicBezTo>
                    <a:pt x="850675" y="326779"/>
                    <a:pt x="863474" y="333539"/>
                    <a:pt x="878190" y="338278"/>
                  </a:cubicBezTo>
                  <a:cubicBezTo>
                    <a:pt x="870656" y="369477"/>
                    <a:pt x="861216" y="390669"/>
                    <a:pt x="849869" y="401854"/>
                  </a:cubicBezTo>
                  <a:cubicBezTo>
                    <a:pt x="838522" y="413038"/>
                    <a:pt x="819952" y="418631"/>
                    <a:pt x="794158" y="418631"/>
                  </a:cubicBezTo>
                  <a:lnTo>
                    <a:pt x="723364" y="418188"/>
                  </a:lnTo>
                  <a:cubicBezTo>
                    <a:pt x="699094" y="418188"/>
                    <a:pt x="681310" y="416411"/>
                    <a:pt x="670011" y="412859"/>
                  </a:cubicBezTo>
                  <a:cubicBezTo>
                    <a:pt x="658712" y="409306"/>
                    <a:pt x="651310" y="402937"/>
                    <a:pt x="647804" y="393753"/>
                  </a:cubicBezTo>
                  <a:cubicBezTo>
                    <a:pt x="644299" y="384568"/>
                    <a:pt x="642547" y="370408"/>
                    <a:pt x="642547" y="351272"/>
                  </a:cubicBezTo>
                  <a:lnTo>
                    <a:pt x="642547" y="295744"/>
                  </a:lnTo>
                  <a:lnTo>
                    <a:pt x="540012" y="295744"/>
                  </a:lnTo>
                  <a:lnTo>
                    <a:pt x="540012" y="337006"/>
                  </a:lnTo>
                  <a:lnTo>
                    <a:pt x="499472" y="337006"/>
                  </a:lnTo>
                  <a:cubicBezTo>
                    <a:pt x="502758" y="312051"/>
                    <a:pt x="504401" y="287652"/>
                    <a:pt x="504401" y="263811"/>
                  </a:cubicBezTo>
                  <a:lnTo>
                    <a:pt x="504401" y="127016"/>
                  </a:lnTo>
                  <a:cubicBezTo>
                    <a:pt x="504401" y="107756"/>
                    <a:pt x="503355" y="89337"/>
                    <a:pt x="501265" y="71759"/>
                  </a:cubicBezTo>
                  <a:cubicBezTo>
                    <a:pt x="534674" y="75354"/>
                    <a:pt x="581768" y="77150"/>
                    <a:pt x="642547" y="77145"/>
                  </a:cubicBezTo>
                  <a:cubicBezTo>
                    <a:pt x="642547" y="47441"/>
                    <a:pt x="640901" y="23072"/>
                    <a:pt x="637610" y="4036"/>
                  </a:cubicBezTo>
                  <a:close/>
                  <a:moveTo>
                    <a:pt x="1125681" y="0"/>
                  </a:moveTo>
                  <a:cubicBezTo>
                    <a:pt x="1140145" y="19016"/>
                    <a:pt x="1152360" y="37109"/>
                    <a:pt x="1162328" y="54278"/>
                  </a:cubicBezTo>
                  <a:cubicBezTo>
                    <a:pt x="1234194" y="54278"/>
                    <a:pt x="1285489" y="53228"/>
                    <a:pt x="1316212" y="51128"/>
                  </a:cubicBezTo>
                  <a:lnTo>
                    <a:pt x="1316212" y="144589"/>
                  </a:lnTo>
                  <a:lnTo>
                    <a:pt x="1279257" y="144589"/>
                  </a:lnTo>
                  <a:lnTo>
                    <a:pt x="1279257" y="86289"/>
                  </a:lnTo>
                  <a:lnTo>
                    <a:pt x="992378" y="86289"/>
                  </a:lnTo>
                  <a:lnTo>
                    <a:pt x="992378" y="146832"/>
                  </a:lnTo>
                  <a:lnTo>
                    <a:pt x="956324" y="146832"/>
                  </a:lnTo>
                  <a:lnTo>
                    <a:pt x="956324" y="51128"/>
                  </a:lnTo>
                  <a:cubicBezTo>
                    <a:pt x="978065" y="53228"/>
                    <a:pt x="1034129" y="54278"/>
                    <a:pt x="1124516" y="54278"/>
                  </a:cubicBezTo>
                  <a:cubicBezTo>
                    <a:pt x="1117215" y="45586"/>
                    <a:pt x="1106752" y="32632"/>
                    <a:pt x="1093127" y="15416"/>
                  </a:cubicBezTo>
                  <a:close/>
                </a:path>
              </a:pathLst>
            </a:custGeom>
            <a:solidFill>
              <a:srgbClr val="2DC8FF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49E3E7B-6A72-41FE-912B-48DF234119A6}"/>
              </a:ext>
            </a:extLst>
          </p:cNvPr>
          <p:cNvSpPr/>
          <p:nvPr/>
        </p:nvSpPr>
        <p:spPr>
          <a:xfrm>
            <a:off x="1687553" y="7649790"/>
            <a:ext cx="3855837" cy="168632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EA7400-E61C-40CD-8ACF-697273D80C6C}"/>
              </a:ext>
            </a:extLst>
          </p:cNvPr>
          <p:cNvSpPr/>
          <p:nvPr/>
        </p:nvSpPr>
        <p:spPr>
          <a:xfrm>
            <a:off x="5543392" y="7649790"/>
            <a:ext cx="545472" cy="1686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30C3C-B8B6-4E9F-B6AC-43C5A87470A3}"/>
              </a:ext>
            </a:extLst>
          </p:cNvPr>
          <p:cNvSpPr/>
          <p:nvPr/>
        </p:nvSpPr>
        <p:spPr>
          <a:xfrm>
            <a:off x="6088863" y="7649790"/>
            <a:ext cx="536484" cy="168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3DDA6-DA4D-4D44-9437-916CA44AABAC}"/>
              </a:ext>
            </a:extLst>
          </p:cNvPr>
          <p:cNvSpPr/>
          <p:nvPr/>
        </p:nvSpPr>
        <p:spPr>
          <a:xfrm>
            <a:off x="6608242" y="7649790"/>
            <a:ext cx="3864828" cy="1686325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FFAC25-B864-4E8F-9DE1-00670E7F80BD}"/>
              </a:ext>
            </a:extLst>
          </p:cNvPr>
          <p:cNvSpPr txBox="1"/>
          <p:nvPr/>
        </p:nvSpPr>
        <p:spPr>
          <a:xfrm>
            <a:off x="2958968" y="8114292"/>
            <a:ext cx="1351012" cy="721250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7FB688-FFD0-4C10-B3D6-9F940027A407}"/>
              </a:ext>
            </a:extLst>
          </p:cNvPr>
          <p:cNvSpPr txBox="1"/>
          <p:nvPr/>
        </p:nvSpPr>
        <p:spPr>
          <a:xfrm>
            <a:off x="8075569" y="8091351"/>
            <a:ext cx="1291772" cy="767132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F18B71F-FAB3-43CA-852F-AD8ABF253BC1}"/>
              </a:ext>
            </a:extLst>
          </p:cNvPr>
          <p:cNvGrpSpPr/>
          <p:nvPr/>
        </p:nvGrpSpPr>
        <p:grpSpPr>
          <a:xfrm rot="10800000">
            <a:off x="5676213" y="7056135"/>
            <a:ext cx="829647" cy="374505"/>
            <a:chOff x="2915443" y="4344145"/>
            <a:chExt cx="509929" cy="23018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0959559-4478-4B3D-8E7D-5FA93B7DAFC5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C299399D-180F-42D1-851E-C838F97F13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CA34246-084A-4960-A60A-3208875CD770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66786BA0-0608-497C-B32C-A942AB634349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2A3F5CAF-9CE3-431B-8E4C-684A47ABE3E2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A598DF0F-57F9-424C-8BFC-7F580B6349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CBF8DFE8-20C1-4F7D-80D7-C68589DBCAB2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75D0FE9-4FA2-4BA3-BEC2-08056B5B2253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924C151-F85E-4A25-B218-2806B29F8A9B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BE00541-CFE4-4C4E-9440-80E9221815A1}"/>
              </a:ext>
            </a:extLst>
          </p:cNvPr>
          <p:cNvGrpSpPr/>
          <p:nvPr/>
        </p:nvGrpSpPr>
        <p:grpSpPr>
          <a:xfrm>
            <a:off x="6737180" y="7727657"/>
            <a:ext cx="3663819" cy="1530589"/>
            <a:chOff x="378703" y="2212047"/>
            <a:chExt cx="4080497" cy="170465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7E092BF-896D-4B17-A261-D76C006BF25B}"/>
                </a:ext>
              </a:extLst>
            </p:cNvPr>
            <p:cNvGrpSpPr/>
            <p:nvPr/>
          </p:nvGrpSpPr>
          <p:grpSpPr>
            <a:xfrm>
              <a:off x="4374699" y="2212047"/>
              <a:ext cx="84501" cy="1704659"/>
              <a:chOff x="4374699" y="2227188"/>
              <a:chExt cx="84501" cy="1704659"/>
            </a:xfrm>
          </p:grpSpPr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1A66254E-F565-496E-8C3C-E563370FC13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DACF2AD7-2A99-4912-B4F0-CE020BD129C4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7C9A4EFB-5234-4B5A-AD51-61DD529D301A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F8620FEA-9C5B-4D14-9959-C77F870F5EC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椭圆 249">
                <a:extLst>
                  <a:ext uri="{FF2B5EF4-FFF2-40B4-BE49-F238E27FC236}">
                    <a16:creationId xmlns:a16="http://schemas.microsoft.com/office/drawing/2014/main" id="{073E3EC1-313D-499A-87D0-6702DCA3EBCC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A68897F5-29E7-4F76-A276-4D3CB51E5F7D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2" name="椭圆 251">
                <a:extLst>
                  <a:ext uri="{FF2B5EF4-FFF2-40B4-BE49-F238E27FC236}">
                    <a16:creationId xmlns:a16="http://schemas.microsoft.com/office/drawing/2014/main" id="{8BBF8E6E-4AAE-4BA2-8315-0E873574EDC9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椭圆 252">
                <a:extLst>
                  <a:ext uri="{FF2B5EF4-FFF2-40B4-BE49-F238E27FC236}">
                    <a16:creationId xmlns:a16="http://schemas.microsoft.com/office/drawing/2014/main" id="{9C4F80B1-0F2C-4E56-8635-3AAD52834CBE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4" name="椭圆 253">
                <a:extLst>
                  <a:ext uri="{FF2B5EF4-FFF2-40B4-BE49-F238E27FC236}">
                    <a16:creationId xmlns:a16="http://schemas.microsoft.com/office/drawing/2014/main" id="{46E329C0-149B-4D13-B564-ED6D11993E3B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5" name="椭圆 254">
                <a:extLst>
                  <a:ext uri="{FF2B5EF4-FFF2-40B4-BE49-F238E27FC236}">
                    <a16:creationId xmlns:a16="http://schemas.microsoft.com/office/drawing/2014/main" id="{F5A78346-F20C-4936-AC28-C24B2758BBC1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C535AE9-E0FA-4C37-8AF3-A28CFC7F59BD}"/>
                </a:ext>
              </a:extLst>
            </p:cNvPr>
            <p:cNvGrpSpPr/>
            <p:nvPr/>
          </p:nvGrpSpPr>
          <p:grpSpPr>
            <a:xfrm>
              <a:off x="4174903" y="2212047"/>
              <a:ext cx="84501" cy="1704659"/>
              <a:chOff x="4374699" y="2227188"/>
              <a:chExt cx="84501" cy="1704659"/>
            </a:xfrm>
          </p:grpSpPr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4C32C6F6-99FB-480E-94B0-67E780D04CE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E13732FF-8C92-46B7-BD21-0C6F6439E42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BB98FFC3-F599-4D18-AA39-66780B8C1A6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14A0EC43-3859-4B7A-8045-C2E240E1D4F0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0" name="椭圆 239">
                <a:extLst>
                  <a:ext uri="{FF2B5EF4-FFF2-40B4-BE49-F238E27FC236}">
                    <a16:creationId xmlns:a16="http://schemas.microsoft.com/office/drawing/2014/main" id="{832CB1E0-39B4-4F92-A016-7B02D509D2E8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4418E1D4-23F6-42EA-8570-83393FBAA84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4EFAFB97-AD04-4738-8C68-4EF4591F3410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EB632F0F-D6BC-46FE-ABED-150A7FEBEB6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2FFF4335-81A9-431D-A5A6-A112380E366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5036F219-377D-4C9C-8AB7-5CB1564352B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43AC18F-ED00-4813-9D00-CF9DC0FBEE83}"/>
                </a:ext>
              </a:extLst>
            </p:cNvPr>
            <p:cNvGrpSpPr/>
            <p:nvPr/>
          </p:nvGrpSpPr>
          <p:grpSpPr>
            <a:xfrm>
              <a:off x="3975103" y="2212047"/>
              <a:ext cx="84501" cy="1704659"/>
              <a:chOff x="4374699" y="2227188"/>
              <a:chExt cx="84501" cy="1704659"/>
            </a:xfrm>
          </p:grpSpPr>
          <p:sp>
            <p:nvSpPr>
              <p:cNvPr id="226" name="椭圆 225">
                <a:extLst>
                  <a:ext uri="{FF2B5EF4-FFF2-40B4-BE49-F238E27FC236}">
                    <a16:creationId xmlns:a16="http://schemas.microsoft.com/office/drawing/2014/main" id="{6BEDE93C-CF82-4C73-ACC1-10B5A4B335A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87B8211E-08AC-4968-B277-958D3F6F5537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8" name="椭圆 227">
                <a:extLst>
                  <a:ext uri="{FF2B5EF4-FFF2-40B4-BE49-F238E27FC236}">
                    <a16:creationId xmlns:a16="http://schemas.microsoft.com/office/drawing/2014/main" id="{AF74E082-CD57-439D-8ABE-AD3EDAA9355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9" name="椭圆 228">
                <a:extLst>
                  <a:ext uri="{FF2B5EF4-FFF2-40B4-BE49-F238E27FC236}">
                    <a16:creationId xmlns:a16="http://schemas.microsoft.com/office/drawing/2014/main" id="{04EC6CE9-0402-42EC-B97F-F4031C516255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0" name="椭圆 229">
                <a:extLst>
                  <a:ext uri="{FF2B5EF4-FFF2-40B4-BE49-F238E27FC236}">
                    <a16:creationId xmlns:a16="http://schemas.microsoft.com/office/drawing/2014/main" id="{E9378DD4-7CAD-4680-AC1D-88F265224AE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1" name="椭圆 230">
                <a:extLst>
                  <a:ext uri="{FF2B5EF4-FFF2-40B4-BE49-F238E27FC236}">
                    <a16:creationId xmlns:a16="http://schemas.microsoft.com/office/drawing/2014/main" id="{D8B39FED-A0DC-448A-9DB3-B707F8527ED1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2" name="椭圆 231">
                <a:extLst>
                  <a:ext uri="{FF2B5EF4-FFF2-40B4-BE49-F238E27FC236}">
                    <a16:creationId xmlns:a16="http://schemas.microsoft.com/office/drawing/2014/main" id="{41C8B2BF-2197-4F92-8316-93AAFDFFF19D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3" name="椭圆 232">
                <a:extLst>
                  <a:ext uri="{FF2B5EF4-FFF2-40B4-BE49-F238E27FC236}">
                    <a16:creationId xmlns:a16="http://schemas.microsoft.com/office/drawing/2014/main" id="{782F6281-A885-40F2-BE04-863E47E8A45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4" name="椭圆 233">
                <a:extLst>
                  <a:ext uri="{FF2B5EF4-FFF2-40B4-BE49-F238E27FC236}">
                    <a16:creationId xmlns:a16="http://schemas.microsoft.com/office/drawing/2014/main" id="{143E9940-EA2A-4481-AA30-62E1CF7F7604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DCE6D128-ECD3-4094-BEE4-150E8BE110F7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B528F88-58DB-4FDE-BEFD-89A26EF3FA99}"/>
                </a:ext>
              </a:extLst>
            </p:cNvPr>
            <p:cNvGrpSpPr/>
            <p:nvPr/>
          </p:nvGrpSpPr>
          <p:grpSpPr>
            <a:xfrm>
              <a:off x="3775303" y="2212047"/>
              <a:ext cx="84501" cy="1704659"/>
              <a:chOff x="4374699" y="2227188"/>
              <a:chExt cx="84501" cy="1704659"/>
            </a:xfrm>
          </p:grpSpPr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E8EF67CA-08CC-49FD-978C-59929D01D975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7" name="椭圆 216">
                <a:extLst>
                  <a:ext uri="{FF2B5EF4-FFF2-40B4-BE49-F238E27FC236}">
                    <a16:creationId xmlns:a16="http://schemas.microsoft.com/office/drawing/2014/main" id="{D4C0E9BE-6680-4112-B466-00BE150B06E5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4D990D91-711F-496E-A9A0-BF45580516A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C731784C-CCA9-4EF0-8EBC-5C2C46D41D80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E1469A95-F2EB-44DA-BDE8-6ACD08DA4E01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1" name="椭圆 220">
                <a:extLst>
                  <a:ext uri="{FF2B5EF4-FFF2-40B4-BE49-F238E27FC236}">
                    <a16:creationId xmlns:a16="http://schemas.microsoft.com/office/drawing/2014/main" id="{EEEFEC03-FFB7-4580-80A6-E9CFB54BE37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43F42DD1-1DDF-460B-A361-2ACDA592E51B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E475892C-73DC-4964-93D9-E304AD3FBA1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20025A52-14D1-4AF4-8C3D-8BD64C12E6CE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5" name="椭圆 224">
                <a:extLst>
                  <a:ext uri="{FF2B5EF4-FFF2-40B4-BE49-F238E27FC236}">
                    <a16:creationId xmlns:a16="http://schemas.microsoft.com/office/drawing/2014/main" id="{418C09DA-9123-4B52-AF25-CA095481B35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31DFA55D-B9BF-46F1-891D-1BBAB0795457}"/>
                </a:ext>
              </a:extLst>
            </p:cNvPr>
            <p:cNvGrpSpPr/>
            <p:nvPr/>
          </p:nvGrpSpPr>
          <p:grpSpPr>
            <a:xfrm>
              <a:off x="3575503" y="2212047"/>
              <a:ext cx="84501" cy="1704659"/>
              <a:chOff x="4374699" y="2227188"/>
              <a:chExt cx="84501" cy="1704659"/>
            </a:xfrm>
          </p:grpSpPr>
          <p:sp>
            <p:nvSpPr>
              <p:cNvPr id="206" name="椭圆 205">
                <a:extLst>
                  <a:ext uri="{FF2B5EF4-FFF2-40B4-BE49-F238E27FC236}">
                    <a16:creationId xmlns:a16="http://schemas.microsoft.com/office/drawing/2014/main" id="{F7E09C14-ECB2-4E8B-8028-DC6A82BD87F9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890835D8-3052-4BA9-944E-1C19E4DD79D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84C65E9C-B4D4-4E5E-85CD-39E599D95EA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1D13E570-1249-4601-A317-C1DF97F1504E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01756D86-9B2C-4D71-AAEA-77DE5E946DC0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6A062D21-3A05-4A85-83AF-0A500D5C4D3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2" name="椭圆 211">
                <a:extLst>
                  <a:ext uri="{FF2B5EF4-FFF2-40B4-BE49-F238E27FC236}">
                    <a16:creationId xmlns:a16="http://schemas.microsoft.com/office/drawing/2014/main" id="{041519B8-F0B0-4B31-8596-6AE2CF89271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3" name="椭圆 212">
                <a:extLst>
                  <a:ext uri="{FF2B5EF4-FFF2-40B4-BE49-F238E27FC236}">
                    <a16:creationId xmlns:a16="http://schemas.microsoft.com/office/drawing/2014/main" id="{CEC29C54-8A8C-47E9-B1D5-4AE2F95D496E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480D6518-9FCB-46AB-94CF-FD157BFC334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6B5831C4-DFDE-41D7-A565-3BB60C06BEB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74B7E19F-595D-4D1B-93AA-B761500F0B50}"/>
                </a:ext>
              </a:extLst>
            </p:cNvPr>
            <p:cNvGrpSpPr/>
            <p:nvPr/>
          </p:nvGrpSpPr>
          <p:grpSpPr>
            <a:xfrm>
              <a:off x="3375703" y="2212047"/>
              <a:ext cx="84501" cy="1704659"/>
              <a:chOff x="4374699" y="2227188"/>
              <a:chExt cx="84501" cy="1704659"/>
            </a:xfrm>
          </p:grpSpPr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EDB3F81A-EDA9-4C7C-8A16-F86A85E31B7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A947446E-5EB6-42EB-933C-8DE783307255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E5C51FBE-7C96-4820-B7AE-5ABA73F54FEE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7B08CCF7-DEEE-469F-8A5D-8666A626D4D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0" name="椭圆 199">
                <a:extLst>
                  <a:ext uri="{FF2B5EF4-FFF2-40B4-BE49-F238E27FC236}">
                    <a16:creationId xmlns:a16="http://schemas.microsoft.com/office/drawing/2014/main" id="{F9FCB4F4-2061-434B-96F9-87BE4AC59A5C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36547628-1FF8-4EF6-9B04-531B088A968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0D202AB0-9AE2-4C87-B8F4-0454380FF16E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14D50C60-01AF-4B7F-8108-D7D6B26B77BB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6072C473-0470-4FBD-9C65-FAD20730936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椭圆 204">
                <a:extLst>
                  <a:ext uri="{FF2B5EF4-FFF2-40B4-BE49-F238E27FC236}">
                    <a16:creationId xmlns:a16="http://schemas.microsoft.com/office/drawing/2014/main" id="{C0E09069-393A-457B-81B9-4E1027631C1A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479415FA-8048-410A-BB75-A5E63353BD2D}"/>
                </a:ext>
              </a:extLst>
            </p:cNvPr>
            <p:cNvGrpSpPr/>
            <p:nvPr/>
          </p:nvGrpSpPr>
          <p:grpSpPr>
            <a:xfrm>
              <a:off x="3175903" y="2212047"/>
              <a:ext cx="84501" cy="1704659"/>
              <a:chOff x="4374699" y="2227188"/>
              <a:chExt cx="84501" cy="1704659"/>
            </a:xfrm>
          </p:grpSpPr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92A08118-CBD5-496C-B1B4-4891A7C15924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247EBC71-C835-4620-B655-5DD60C8F7B4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5951D8BD-E927-4E4C-AADC-E7A363307D3C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69A4F39D-0228-40AE-8519-508EF6893D9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A0EE7620-437F-47FC-897A-21298F101BA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4CB6B6B1-619A-4248-AC56-4438885BB0B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C05FA917-6FC6-4E25-8C05-1E4E45F3AC12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E767B3D4-ADBE-4961-B120-31AE131B81A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1E9D5B49-834A-4914-A39A-7D7173E8109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F26BFBB9-6591-4A6B-9A9F-68851207981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4707B58-B4C5-4CA9-A4D6-373ABD3AF401}"/>
                </a:ext>
              </a:extLst>
            </p:cNvPr>
            <p:cNvGrpSpPr/>
            <p:nvPr/>
          </p:nvGrpSpPr>
          <p:grpSpPr>
            <a:xfrm>
              <a:off x="2976103" y="2212047"/>
              <a:ext cx="84501" cy="1704659"/>
              <a:chOff x="4374699" y="2227188"/>
              <a:chExt cx="84501" cy="1704659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E82A58B2-4964-4DF7-AF64-485DE793EC34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F24A840E-91C9-4831-B535-7EFE688A2038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E931790F-47A2-4108-AEA5-87911856D148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C457D0CF-53CD-4678-AD50-9ABE5BCD81F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2E975741-47AA-4034-905A-94776CC1179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B694C706-7472-4D48-B862-09F509425EA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F08BE41C-53E2-4D0C-A5EC-F22B08A84AF2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69C2625C-E7A7-4A62-BAC7-72625CFD4D09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10144158-A6BC-4108-8FF1-45B876E57F5D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106335F8-C01D-4487-AD79-D96D582C570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6887AD5-DE4C-4C19-9411-C4131747656C}"/>
                </a:ext>
              </a:extLst>
            </p:cNvPr>
            <p:cNvGrpSpPr/>
            <p:nvPr/>
          </p:nvGrpSpPr>
          <p:grpSpPr>
            <a:xfrm>
              <a:off x="2776303" y="2212047"/>
              <a:ext cx="84501" cy="1704659"/>
              <a:chOff x="4374699" y="2227188"/>
              <a:chExt cx="84501" cy="1704659"/>
            </a:xfrm>
          </p:grpSpPr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5ED0B218-FA2C-40E2-B031-E3B85640D8B5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A2ED030C-0932-4ABF-82AC-B9CCA3FE88D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62688893-2005-4CBD-89D9-C89E00BDDE3C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F610B238-FC1D-4F25-BCCD-4260FD274C2D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40CC1747-BBE8-4C75-8336-7B37E4E0903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FE56BAC0-8D4D-4866-B012-2766573EB80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椭圆 171">
                <a:extLst>
                  <a:ext uri="{FF2B5EF4-FFF2-40B4-BE49-F238E27FC236}">
                    <a16:creationId xmlns:a16="http://schemas.microsoft.com/office/drawing/2014/main" id="{47C9BF0F-211E-4AB9-91C3-AE7BB21333AE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A4FEA57C-4535-4BB8-90BC-0EEAD502F0D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EED778B8-B4B0-4254-AD13-41EABA1002A7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89760A3F-CAD0-4580-B738-1EF58D32EDE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0B7A8B53-5CD4-44AC-A2B9-1256DB21BCFC}"/>
                </a:ext>
              </a:extLst>
            </p:cNvPr>
            <p:cNvGrpSpPr/>
            <p:nvPr/>
          </p:nvGrpSpPr>
          <p:grpSpPr>
            <a:xfrm>
              <a:off x="2576503" y="2212047"/>
              <a:ext cx="84501" cy="1704659"/>
              <a:chOff x="4374699" y="2227188"/>
              <a:chExt cx="84501" cy="1704659"/>
            </a:xfrm>
          </p:grpSpPr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9A1F671C-9F56-418B-87CC-BD3B158E0AB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1733290E-634D-4EAC-89E8-59AEA3C0B8BB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AB615DDC-8F03-444D-8FA6-D76628AC2EFF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C0E64A5E-2BE4-455E-BEEE-B3BCC5C8C6F2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237532A-B495-4C08-866D-3237ABEBA2CD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3E982868-3DCB-4090-B872-E2DCE02FE76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52DCCE72-6F54-4FDF-A6DF-FC515D92DDD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01182F50-CB1D-4368-B8D4-E5A856E68F1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4C8BFE1-6442-4E13-8543-49AF2AA0175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CF48B75B-8097-4F1D-B78F-3A9CDF3F937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0757EDAC-792E-4F5F-943A-212EBD91F9B4}"/>
                </a:ext>
              </a:extLst>
            </p:cNvPr>
            <p:cNvGrpSpPr/>
            <p:nvPr/>
          </p:nvGrpSpPr>
          <p:grpSpPr>
            <a:xfrm>
              <a:off x="2376703" y="2212047"/>
              <a:ext cx="84501" cy="1704659"/>
              <a:chOff x="4374699" y="2227188"/>
              <a:chExt cx="84501" cy="1704659"/>
            </a:xfrm>
          </p:grpSpPr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CB146048-870C-494E-9F78-87953FF0AC5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2A72A165-AE79-4E30-BCFE-D7C3C5DD21E8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B9F2ACB1-49D6-4654-B7AE-FE38F6564049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63F2ED10-8F5B-4A2E-98DB-9D3BADF808ED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7EAE5314-3521-4D07-9AEF-CF1D555EB8BE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515F77E1-6039-4E38-9812-7490925411E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991CD324-E56B-4498-B9C3-6BA5E1F45FEB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56FF551D-99E4-4B3E-8F6B-48471E2B624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D5E6814D-8718-412D-B298-723EC8C8890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62634CA8-7C65-4B1E-B36E-A45502A971FA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AB4D47FB-64F3-4ACC-BFE2-C8F887DFF558}"/>
                </a:ext>
              </a:extLst>
            </p:cNvPr>
            <p:cNvGrpSpPr/>
            <p:nvPr/>
          </p:nvGrpSpPr>
          <p:grpSpPr>
            <a:xfrm>
              <a:off x="2176903" y="2212047"/>
              <a:ext cx="84501" cy="1704659"/>
              <a:chOff x="4374699" y="2227188"/>
              <a:chExt cx="84501" cy="1704659"/>
            </a:xfrm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4FA8E3A1-C4E6-4B83-9D6B-C03D9FDC3A5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198681BD-FECD-494F-9D63-62F87BA0308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E8701303-4799-4348-B547-B03DBDDD0EF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EA03159E-A321-4F04-84AF-01C64240349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BDE98D54-BD70-413E-A805-8960D5CBF5F2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D6E78186-D463-4570-B72F-445F6E245B8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833C7663-946E-41A7-84D0-E0BC5B71357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3CB9BB91-EDFE-489D-9742-854D5E12055C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583A0A8C-BCFD-419D-AE6C-6913E96608E8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164A67EF-2D50-4BB8-887D-67B10E174B5B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4CFA3E3-19E2-4707-BCDA-767974ACEA1D}"/>
                </a:ext>
              </a:extLst>
            </p:cNvPr>
            <p:cNvGrpSpPr/>
            <p:nvPr/>
          </p:nvGrpSpPr>
          <p:grpSpPr>
            <a:xfrm>
              <a:off x="1977103" y="2212047"/>
              <a:ext cx="84501" cy="1704659"/>
              <a:chOff x="4374699" y="2227188"/>
              <a:chExt cx="84501" cy="1704659"/>
            </a:xfrm>
          </p:grpSpPr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29343536-2465-43E4-A46A-AD1D7AB1F51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4C302EFF-A28E-4B3C-90E0-373EF109B90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71C1901D-0E02-426E-BFC3-282C432CC1B8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63ED1DEA-F86E-4820-A823-48EE22E1FF4C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30B3A8A1-2963-4CB5-97B6-015548B3440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90DEB24D-5EF3-4F44-A266-065AF55DD2F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BB2F5AB2-4C0E-40C9-A718-FE4A6A9F46E5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E3983036-062D-43BF-B78D-81A5BC0FE9B3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1907B2B2-675D-4CD2-AC99-C8D0AF998539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1DB2971A-AA6D-4C9C-9BBE-489D84973D6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83FD8CA-E067-4B1B-AA84-927AFA121CE3}"/>
                </a:ext>
              </a:extLst>
            </p:cNvPr>
            <p:cNvGrpSpPr/>
            <p:nvPr/>
          </p:nvGrpSpPr>
          <p:grpSpPr>
            <a:xfrm>
              <a:off x="1777303" y="2212047"/>
              <a:ext cx="84501" cy="1704659"/>
              <a:chOff x="4374699" y="2227188"/>
              <a:chExt cx="84501" cy="1704659"/>
            </a:xfrm>
          </p:grpSpPr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2F70EDAD-AFAF-4C2C-84D6-F103806605E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61E5AB31-3996-4178-A8FF-BEB352C4701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F59373E3-B054-4E2E-8023-573D7FD4081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B53C7234-9491-4A8D-B018-D31F3401CCE2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13C6B3D0-EDB8-4298-B106-D2036C7FD264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AD703661-151D-4216-8EDA-F23DB75CD81D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B16209CB-8865-4E14-8FA2-7CDE60822E7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555AF469-D20A-4941-90EF-46DA5E11ABFB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A53BFBB4-009D-46FE-A794-92E36D58D2C8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A6A572B8-E643-4C53-B1AE-39D6042BAD2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FA7E6A55-5CAD-4D93-B01D-DECB5D70D386}"/>
                </a:ext>
              </a:extLst>
            </p:cNvPr>
            <p:cNvGrpSpPr/>
            <p:nvPr/>
          </p:nvGrpSpPr>
          <p:grpSpPr>
            <a:xfrm>
              <a:off x="1577503" y="2212047"/>
              <a:ext cx="84501" cy="1704659"/>
              <a:chOff x="4374699" y="2227188"/>
              <a:chExt cx="84501" cy="1704659"/>
            </a:xfrm>
          </p:grpSpPr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4489357B-469E-45F6-9DD0-24ECEA73637F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9C7D629A-C62E-45C4-9E91-E53B50C0040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7CD4AF52-E1C6-4D57-AD1F-8FFC30B9E374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2FFA1AFF-9DDA-49C4-B8FE-2D3647DEE59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6EDE0A16-C9D0-4D3A-886A-966D3E57B28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226792D5-2575-47AF-B0C7-9D9A0455FD5C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CB34A8A5-6A26-43C1-A5A2-40FDDEBABD9D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42F0E08A-D2B0-472C-A0DD-CD5D553A20E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214013AC-4A0B-468F-8145-DF59B22A9F7E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1A9A2845-7E63-4F32-BCDA-C51BC7E366A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B391611B-8798-43E1-BF21-64EFAADBD8F7}"/>
                </a:ext>
              </a:extLst>
            </p:cNvPr>
            <p:cNvGrpSpPr/>
            <p:nvPr/>
          </p:nvGrpSpPr>
          <p:grpSpPr>
            <a:xfrm>
              <a:off x="1377703" y="2212047"/>
              <a:ext cx="84501" cy="1704659"/>
              <a:chOff x="4374699" y="2227188"/>
              <a:chExt cx="84501" cy="1704659"/>
            </a:xfrm>
          </p:grpSpPr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43849DAE-06A9-49E6-96A1-24D27A9010D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0FF3D75C-7F01-4815-B8D1-208B2795FBA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CCE673CE-45D4-4CA0-8105-AF8F54B32B8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E0DE3116-3936-480C-851E-64B4813DADC8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169ED152-4DBC-46B3-A104-1CE603FD74C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F34FD21D-676B-4E09-B96B-2CC0A01F901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048597BE-04E3-4D04-8326-B3A65B79C51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B1FFC8BD-B9BD-420C-A42F-D244BEB14B1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9FC66905-21C1-44AE-A88B-33E264226F95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94A357C9-35BA-4F37-AF15-9E24BE913113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4D867BA-A521-4750-841C-64EC4EC2FEA4}"/>
                </a:ext>
              </a:extLst>
            </p:cNvPr>
            <p:cNvGrpSpPr/>
            <p:nvPr/>
          </p:nvGrpSpPr>
          <p:grpSpPr>
            <a:xfrm>
              <a:off x="1177903" y="2212047"/>
              <a:ext cx="84501" cy="1704659"/>
              <a:chOff x="4374699" y="2227188"/>
              <a:chExt cx="84501" cy="1704659"/>
            </a:xfrm>
          </p:grpSpPr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6E4E10DB-743C-4BD2-9080-0BCED5FEC9A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16C947A1-468D-49C6-8861-B2B113E106F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84B5961F-E6B7-4AE5-9BCC-F93085881A90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7317253A-86DF-4519-9A45-0BAC05D11770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C816A533-4619-491A-95B9-6AD892FD0792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F6992572-B39D-4FB5-AF16-B8A7E6E84FB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1D73C1DA-E756-4DFF-884F-E9CF4884B37F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633AA3EB-CB12-4F61-A429-929A2E645EB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6E6EAABA-604E-4BAD-A249-9B772D37E375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BA23EA43-66D2-45AD-B14F-DF9B366E1C5C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0DA5B9B0-6C9A-4A39-9258-C8230D3CAF37}"/>
                </a:ext>
              </a:extLst>
            </p:cNvPr>
            <p:cNvGrpSpPr/>
            <p:nvPr/>
          </p:nvGrpSpPr>
          <p:grpSpPr>
            <a:xfrm>
              <a:off x="978103" y="2212047"/>
              <a:ext cx="84501" cy="1704659"/>
              <a:chOff x="4374699" y="2227188"/>
              <a:chExt cx="84501" cy="1704659"/>
            </a:xfrm>
          </p:grpSpPr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6024571B-D07C-4A44-95E8-A44B075AC48A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53E5514E-0C94-4731-8250-92D711426B5E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E2218571-23D7-4DF6-9407-6979801D436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D94256FC-72AE-4DF0-9393-9E121A827552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CAD9F410-A748-4A5C-8DF9-2D0128072EA7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9356F877-8502-4BCF-9A1E-77216B6CADB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0D918888-A3F3-4A07-B7D1-65C2D63D17ED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09B78AFD-0547-4DE8-9647-55916D48A58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4293EF60-BEA2-47AA-A778-1EC6D49D94AA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A1EEA24D-E8AA-412A-899C-9A4E1D39C4D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37285F7E-3161-43A0-BA05-FCA7C6F396B6}"/>
                </a:ext>
              </a:extLst>
            </p:cNvPr>
            <p:cNvGrpSpPr/>
            <p:nvPr/>
          </p:nvGrpSpPr>
          <p:grpSpPr>
            <a:xfrm>
              <a:off x="778303" y="2212047"/>
              <a:ext cx="84501" cy="1704659"/>
              <a:chOff x="4374699" y="2227188"/>
              <a:chExt cx="84501" cy="1704659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68E0CCD-C6F4-43C1-B06D-A7B6C0B5F26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9DA5FE1F-9EFF-4B0E-9B12-005A3986D22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EDD80EF5-D36A-43E1-848A-1DB336517A5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F05D8AAE-A6CC-4509-94F2-53B2A13B481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88725D55-64F0-4199-A8AC-D47DC31CD50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1AB34512-4CCA-4790-B969-9C0107E1DB0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7CBD36F1-0ED4-4062-AD71-D3A182C7064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8E3928FD-70B7-4F6E-B34A-7975FF9ECC6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3F5C96A0-A11C-4755-9F06-E223D255FB1F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867B12BB-7C12-42DA-9E95-BC8E8C0A3429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4D329D5-7862-4E25-9B63-A47641CFD8F5}"/>
                </a:ext>
              </a:extLst>
            </p:cNvPr>
            <p:cNvGrpSpPr/>
            <p:nvPr/>
          </p:nvGrpSpPr>
          <p:grpSpPr>
            <a:xfrm>
              <a:off x="578503" y="2212047"/>
              <a:ext cx="84501" cy="1704659"/>
              <a:chOff x="4374699" y="2227188"/>
              <a:chExt cx="84501" cy="1704659"/>
            </a:xfrm>
          </p:grpSpPr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80204535-39DC-459C-A912-11226B89282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82F2F41F-8363-4393-BF3F-2AB7EDB288C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D9CE5098-F092-4BDC-8DF3-C7777FA0695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6ECA5914-09BF-41A0-86CC-BCC95A966C01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CFADCA15-BE89-4760-9252-38AE619E06F0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59A42A73-EAC0-4ABA-81F3-5117DE8DBAEB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D09FB5FF-9BF1-41C2-A33C-0B4D3074F83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8A6612EC-DFBB-4045-B0F7-A4DC9648698F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E5478B24-87E6-40A5-8B0E-E7D85CC55F70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6ADED59B-F2D4-484A-AE39-AFD35029FAB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36B2983-2BB8-47E2-A71B-B518C960E4BB}"/>
                </a:ext>
              </a:extLst>
            </p:cNvPr>
            <p:cNvGrpSpPr/>
            <p:nvPr/>
          </p:nvGrpSpPr>
          <p:grpSpPr>
            <a:xfrm>
              <a:off x="378703" y="2212047"/>
              <a:ext cx="84501" cy="1704659"/>
              <a:chOff x="4374699" y="2227188"/>
              <a:chExt cx="84501" cy="1704659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25C50F85-8957-47E6-B9FA-59DE88F8868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AD12B96C-D7E5-467F-A526-DB3FFF2EC4CA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64DE0845-EC3F-45A6-AC2B-57C7ABBA695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42ABAC9B-923B-45C9-BE09-EA8C879F355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DD57772B-EFC0-451C-8F30-39B9DD8A8F2C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A9C6BB1C-1419-4133-9436-40DA4AD7B5C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DAF8DD52-6868-4BDE-9A0A-852DB04B83D2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CD8F2DDA-6324-4DC7-883B-E6A98DDB637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5ACFB699-DB3B-4104-8BEF-DBC1036364D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3BFC16F8-D70C-44BA-85FF-A49FA3BC0E01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EB5AA782-58F0-4AEE-8E3A-5C5B6ED34AF0}"/>
              </a:ext>
            </a:extLst>
          </p:cNvPr>
          <p:cNvGrpSpPr/>
          <p:nvPr/>
        </p:nvGrpSpPr>
        <p:grpSpPr>
          <a:xfrm>
            <a:off x="1765383" y="7721750"/>
            <a:ext cx="3663819" cy="1530589"/>
            <a:chOff x="378703" y="2212047"/>
            <a:chExt cx="4080497" cy="1704659"/>
          </a:xfrm>
          <a:solidFill>
            <a:schemeClr val="tx1"/>
          </a:solidFill>
        </p:grpSpPr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5C4E5743-57BE-47B0-B788-6AF32FE56205}"/>
                </a:ext>
              </a:extLst>
            </p:cNvPr>
            <p:cNvGrpSpPr/>
            <p:nvPr/>
          </p:nvGrpSpPr>
          <p:grpSpPr>
            <a:xfrm>
              <a:off x="4374699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78" name="椭圆 477">
                <a:extLst>
                  <a:ext uri="{FF2B5EF4-FFF2-40B4-BE49-F238E27FC236}">
                    <a16:creationId xmlns:a16="http://schemas.microsoft.com/office/drawing/2014/main" id="{01629C1F-6D3E-4F96-B2F5-608B60285701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9" name="椭圆 478">
                <a:extLst>
                  <a:ext uri="{FF2B5EF4-FFF2-40B4-BE49-F238E27FC236}">
                    <a16:creationId xmlns:a16="http://schemas.microsoft.com/office/drawing/2014/main" id="{69C3CADC-0DDD-49DE-A8D7-945FF0118AD4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椭圆 479">
                <a:extLst>
                  <a:ext uri="{FF2B5EF4-FFF2-40B4-BE49-F238E27FC236}">
                    <a16:creationId xmlns:a16="http://schemas.microsoft.com/office/drawing/2014/main" id="{EF9A0BE4-B281-409E-81A6-2380E909FC39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1" name="椭圆 480">
                <a:extLst>
                  <a:ext uri="{FF2B5EF4-FFF2-40B4-BE49-F238E27FC236}">
                    <a16:creationId xmlns:a16="http://schemas.microsoft.com/office/drawing/2014/main" id="{39C4B9F7-D85A-47CF-A972-9EFADDE1DF9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2" name="椭圆 481">
                <a:extLst>
                  <a:ext uri="{FF2B5EF4-FFF2-40B4-BE49-F238E27FC236}">
                    <a16:creationId xmlns:a16="http://schemas.microsoft.com/office/drawing/2014/main" id="{DC405409-BF90-49BF-8D54-0F96A06050DB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3" name="椭圆 482">
                <a:extLst>
                  <a:ext uri="{FF2B5EF4-FFF2-40B4-BE49-F238E27FC236}">
                    <a16:creationId xmlns:a16="http://schemas.microsoft.com/office/drawing/2014/main" id="{23722551-363E-4910-B336-D99D6E7D0E5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4" name="椭圆 483">
                <a:extLst>
                  <a:ext uri="{FF2B5EF4-FFF2-40B4-BE49-F238E27FC236}">
                    <a16:creationId xmlns:a16="http://schemas.microsoft.com/office/drawing/2014/main" id="{1564FD52-3788-4D82-8478-69169D7CFB1C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5" name="椭圆 484">
                <a:extLst>
                  <a:ext uri="{FF2B5EF4-FFF2-40B4-BE49-F238E27FC236}">
                    <a16:creationId xmlns:a16="http://schemas.microsoft.com/office/drawing/2014/main" id="{83306788-08D1-47DE-99D9-9A5419EDA21C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6" name="椭圆 485">
                <a:extLst>
                  <a:ext uri="{FF2B5EF4-FFF2-40B4-BE49-F238E27FC236}">
                    <a16:creationId xmlns:a16="http://schemas.microsoft.com/office/drawing/2014/main" id="{6F11850B-E579-437C-AD7E-6C6000210F0F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7" name="椭圆 486">
                <a:extLst>
                  <a:ext uri="{FF2B5EF4-FFF2-40B4-BE49-F238E27FC236}">
                    <a16:creationId xmlns:a16="http://schemas.microsoft.com/office/drawing/2014/main" id="{AA142BE4-C427-4E99-ADD1-E6DC754AADF3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BF100EC2-33D4-419B-9037-E3E53B39B8C4}"/>
                </a:ext>
              </a:extLst>
            </p:cNvPr>
            <p:cNvGrpSpPr/>
            <p:nvPr/>
          </p:nvGrpSpPr>
          <p:grpSpPr>
            <a:xfrm>
              <a:off x="4174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68" name="椭圆 467">
                <a:extLst>
                  <a:ext uri="{FF2B5EF4-FFF2-40B4-BE49-F238E27FC236}">
                    <a16:creationId xmlns:a16="http://schemas.microsoft.com/office/drawing/2014/main" id="{72E1AE92-5DCB-408C-BC3D-13C8CBC3B394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9" name="椭圆 468">
                <a:extLst>
                  <a:ext uri="{FF2B5EF4-FFF2-40B4-BE49-F238E27FC236}">
                    <a16:creationId xmlns:a16="http://schemas.microsoft.com/office/drawing/2014/main" id="{AB5EF834-19C6-46FD-817C-0C4EFA6E38BA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0" name="椭圆 469">
                <a:extLst>
                  <a:ext uri="{FF2B5EF4-FFF2-40B4-BE49-F238E27FC236}">
                    <a16:creationId xmlns:a16="http://schemas.microsoft.com/office/drawing/2014/main" id="{67DA2EE9-5C9B-49FB-8CEC-5B3E21C08656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1" name="椭圆 470">
                <a:extLst>
                  <a:ext uri="{FF2B5EF4-FFF2-40B4-BE49-F238E27FC236}">
                    <a16:creationId xmlns:a16="http://schemas.microsoft.com/office/drawing/2014/main" id="{56324548-E506-4538-B71E-EF6592F227EE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2" name="椭圆 471">
                <a:extLst>
                  <a:ext uri="{FF2B5EF4-FFF2-40B4-BE49-F238E27FC236}">
                    <a16:creationId xmlns:a16="http://schemas.microsoft.com/office/drawing/2014/main" id="{6AEA7613-909B-41C5-BBCA-661664B42137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3" name="椭圆 472">
                <a:extLst>
                  <a:ext uri="{FF2B5EF4-FFF2-40B4-BE49-F238E27FC236}">
                    <a16:creationId xmlns:a16="http://schemas.microsoft.com/office/drawing/2014/main" id="{E37F2D18-211B-4183-A343-393E96C9F23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4" name="椭圆 473">
                <a:extLst>
                  <a:ext uri="{FF2B5EF4-FFF2-40B4-BE49-F238E27FC236}">
                    <a16:creationId xmlns:a16="http://schemas.microsoft.com/office/drawing/2014/main" id="{D9343BD0-8C69-44A6-9F2F-ADE5EF2155A5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5" name="椭圆 474">
                <a:extLst>
                  <a:ext uri="{FF2B5EF4-FFF2-40B4-BE49-F238E27FC236}">
                    <a16:creationId xmlns:a16="http://schemas.microsoft.com/office/drawing/2014/main" id="{3AF05BDF-F13E-45B3-8437-9DD04E405A9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6" name="椭圆 475">
                <a:extLst>
                  <a:ext uri="{FF2B5EF4-FFF2-40B4-BE49-F238E27FC236}">
                    <a16:creationId xmlns:a16="http://schemas.microsoft.com/office/drawing/2014/main" id="{D54A73E5-FDAC-46C3-A313-6EB23A51F58A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7" name="椭圆 476">
                <a:extLst>
                  <a:ext uri="{FF2B5EF4-FFF2-40B4-BE49-F238E27FC236}">
                    <a16:creationId xmlns:a16="http://schemas.microsoft.com/office/drawing/2014/main" id="{D5E04F0E-2095-4FCB-A6B2-A0DF3F913F6C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43D612C0-3324-4410-BE4B-6A536FC11464}"/>
                </a:ext>
              </a:extLst>
            </p:cNvPr>
            <p:cNvGrpSpPr/>
            <p:nvPr/>
          </p:nvGrpSpPr>
          <p:grpSpPr>
            <a:xfrm>
              <a:off x="3975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58" name="椭圆 457">
                <a:extLst>
                  <a:ext uri="{FF2B5EF4-FFF2-40B4-BE49-F238E27FC236}">
                    <a16:creationId xmlns:a16="http://schemas.microsoft.com/office/drawing/2014/main" id="{DC0EBC86-E548-477D-A1FF-B12063A2175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9" name="椭圆 458">
                <a:extLst>
                  <a:ext uri="{FF2B5EF4-FFF2-40B4-BE49-F238E27FC236}">
                    <a16:creationId xmlns:a16="http://schemas.microsoft.com/office/drawing/2014/main" id="{ECA1ABE9-FF19-462B-B076-CBAB430FB4F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0" name="椭圆 459">
                <a:extLst>
                  <a:ext uri="{FF2B5EF4-FFF2-40B4-BE49-F238E27FC236}">
                    <a16:creationId xmlns:a16="http://schemas.microsoft.com/office/drawing/2014/main" id="{70A98740-01EC-49B1-BBAC-EC504156968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1" name="椭圆 460">
                <a:extLst>
                  <a:ext uri="{FF2B5EF4-FFF2-40B4-BE49-F238E27FC236}">
                    <a16:creationId xmlns:a16="http://schemas.microsoft.com/office/drawing/2014/main" id="{412CC3D2-DA47-48F7-B363-19F8239B7BED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2" name="椭圆 461">
                <a:extLst>
                  <a:ext uri="{FF2B5EF4-FFF2-40B4-BE49-F238E27FC236}">
                    <a16:creationId xmlns:a16="http://schemas.microsoft.com/office/drawing/2014/main" id="{8E6963BA-B9B0-42B6-A714-987D5C6DA4F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3" name="椭圆 462">
                <a:extLst>
                  <a:ext uri="{FF2B5EF4-FFF2-40B4-BE49-F238E27FC236}">
                    <a16:creationId xmlns:a16="http://schemas.microsoft.com/office/drawing/2014/main" id="{C31A4B32-C252-467F-9C01-C83B048272C8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4" name="椭圆 463">
                <a:extLst>
                  <a:ext uri="{FF2B5EF4-FFF2-40B4-BE49-F238E27FC236}">
                    <a16:creationId xmlns:a16="http://schemas.microsoft.com/office/drawing/2014/main" id="{64266EBA-5ABF-44C4-B717-D452C51C593E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5" name="椭圆 464">
                <a:extLst>
                  <a:ext uri="{FF2B5EF4-FFF2-40B4-BE49-F238E27FC236}">
                    <a16:creationId xmlns:a16="http://schemas.microsoft.com/office/drawing/2014/main" id="{6D2F8F16-22EA-4343-A5F5-66A17A7242CF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6" name="椭圆 465">
                <a:extLst>
                  <a:ext uri="{FF2B5EF4-FFF2-40B4-BE49-F238E27FC236}">
                    <a16:creationId xmlns:a16="http://schemas.microsoft.com/office/drawing/2014/main" id="{28CDCAF9-95DF-427E-9852-169DA0702B0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7" name="椭圆 466">
                <a:extLst>
                  <a:ext uri="{FF2B5EF4-FFF2-40B4-BE49-F238E27FC236}">
                    <a16:creationId xmlns:a16="http://schemas.microsoft.com/office/drawing/2014/main" id="{B9F2BE8D-D477-4C47-B6C3-716434381CB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F089340E-343B-45B3-B271-C4DCB194ECFB}"/>
                </a:ext>
              </a:extLst>
            </p:cNvPr>
            <p:cNvGrpSpPr/>
            <p:nvPr/>
          </p:nvGrpSpPr>
          <p:grpSpPr>
            <a:xfrm>
              <a:off x="3775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48" name="椭圆 447">
                <a:extLst>
                  <a:ext uri="{FF2B5EF4-FFF2-40B4-BE49-F238E27FC236}">
                    <a16:creationId xmlns:a16="http://schemas.microsoft.com/office/drawing/2014/main" id="{88BE5509-8142-4C9D-B3E6-903BE5E6828C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9" name="椭圆 448">
                <a:extLst>
                  <a:ext uri="{FF2B5EF4-FFF2-40B4-BE49-F238E27FC236}">
                    <a16:creationId xmlns:a16="http://schemas.microsoft.com/office/drawing/2014/main" id="{56016FE0-C88B-425E-BD77-448D3A624BEE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0" name="椭圆 449">
                <a:extLst>
                  <a:ext uri="{FF2B5EF4-FFF2-40B4-BE49-F238E27FC236}">
                    <a16:creationId xmlns:a16="http://schemas.microsoft.com/office/drawing/2014/main" id="{04CBA708-5FD3-43A1-A239-26162638C9D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1" name="椭圆 450">
                <a:extLst>
                  <a:ext uri="{FF2B5EF4-FFF2-40B4-BE49-F238E27FC236}">
                    <a16:creationId xmlns:a16="http://schemas.microsoft.com/office/drawing/2014/main" id="{85ECFE4E-1C30-4B08-9DD1-E7267A4BAC37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2" name="椭圆 451">
                <a:extLst>
                  <a:ext uri="{FF2B5EF4-FFF2-40B4-BE49-F238E27FC236}">
                    <a16:creationId xmlns:a16="http://schemas.microsoft.com/office/drawing/2014/main" id="{602DC0A7-BB8C-4217-8F57-8B20D3F1B43A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3" name="椭圆 452">
                <a:extLst>
                  <a:ext uri="{FF2B5EF4-FFF2-40B4-BE49-F238E27FC236}">
                    <a16:creationId xmlns:a16="http://schemas.microsoft.com/office/drawing/2014/main" id="{8221EFFF-F611-46A2-BAE5-B17E3414030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4" name="椭圆 453">
                <a:extLst>
                  <a:ext uri="{FF2B5EF4-FFF2-40B4-BE49-F238E27FC236}">
                    <a16:creationId xmlns:a16="http://schemas.microsoft.com/office/drawing/2014/main" id="{DDA6981D-BA9E-49C7-A747-22915B1C408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5" name="椭圆 454">
                <a:extLst>
                  <a:ext uri="{FF2B5EF4-FFF2-40B4-BE49-F238E27FC236}">
                    <a16:creationId xmlns:a16="http://schemas.microsoft.com/office/drawing/2014/main" id="{9C222E62-2CC9-4C5A-A6AA-0436181A1FCE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6" name="椭圆 455">
                <a:extLst>
                  <a:ext uri="{FF2B5EF4-FFF2-40B4-BE49-F238E27FC236}">
                    <a16:creationId xmlns:a16="http://schemas.microsoft.com/office/drawing/2014/main" id="{14BBCE61-5362-417D-B1C3-0399B10673C4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7" name="椭圆 456">
                <a:extLst>
                  <a:ext uri="{FF2B5EF4-FFF2-40B4-BE49-F238E27FC236}">
                    <a16:creationId xmlns:a16="http://schemas.microsoft.com/office/drawing/2014/main" id="{D9B160EC-D860-418A-A463-10D063CDEBB9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0D7D7FA3-562C-42DE-9003-263B35EAC8B1}"/>
                </a:ext>
              </a:extLst>
            </p:cNvPr>
            <p:cNvGrpSpPr/>
            <p:nvPr/>
          </p:nvGrpSpPr>
          <p:grpSpPr>
            <a:xfrm>
              <a:off x="3575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38" name="椭圆 437">
                <a:extLst>
                  <a:ext uri="{FF2B5EF4-FFF2-40B4-BE49-F238E27FC236}">
                    <a16:creationId xmlns:a16="http://schemas.microsoft.com/office/drawing/2014/main" id="{566132B2-9723-48E0-A5E9-01379459942E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9" name="椭圆 438">
                <a:extLst>
                  <a:ext uri="{FF2B5EF4-FFF2-40B4-BE49-F238E27FC236}">
                    <a16:creationId xmlns:a16="http://schemas.microsoft.com/office/drawing/2014/main" id="{FE5859F8-2D53-4776-AC61-9F7B86D7A4F0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0" name="椭圆 439">
                <a:extLst>
                  <a:ext uri="{FF2B5EF4-FFF2-40B4-BE49-F238E27FC236}">
                    <a16:creationId xmlns:a16="http://schemas.microsoft.com/office/drawing/2014/main" id="{2130A615-4089-40A3-A1B7-43CB2B04A4C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1" name="椭圆 440">
                <a:extLst>
                  <a:ext uri="{FF2B5EF4-FFF2-40B4-BE49-F238E27FC236}">
                    <a16:creationId xmlns:a16="http://schemas.microsoft.com/office/drawing/2014/main" id="{3E753035-96BB-4FE4-85E9-273DFC80A17A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2" name="椭圆 441">
                <a:extLst>
                  <a:ext uri="{FF2B5EF4-FFF2-40B4-BE49-F238E27FC236}">
                    <a16:creationId xmlns:a16="http://schemas.microsoft.com/office/drawing/2014/main" id="{D91B8FE3-DD2A-4FBD-AE27-4477A862590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3" name="椭圆 442">
                <a:extLst>
                  <a:ext uri="{FF2B5EF4-FFF2-40B4-BE49-F238E27FC236}">
                    <a16:creationId xmlns:a16="http://schemas.microsoft.com/office/drawing/2014/main" id="{775C25D6-988C-4899-A76A-359B2AF5270B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4" name="椭圆 443">
                <a:extLst>
                  <a:ext uri="{FF2B5EF4-FFF2-40B4-BE49-F238E27FC236}">
                    <a16:creationId xmlns:a16="http://schemas.microsoft.com/office/drawing/2014/main" id="{81FFFDF8-634F-4AE9-BE6B-08EC3C4F468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5" name="椭圆 444">
                <a:extLst>
                  <a:ext uri="{FF2B5EF4-FFF2-40B4-BE49-F238E27FC236}">
                    <a16:creationId xmlns:a16="http://schemas.microsoft.com/office/drawing/2014/main" id="{15348472-7F47-44A2-8B1E-11715E1C853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6" name="椭圆 445">
                <a:extLst>
                  <a:ext uri="{FF2B5EF4-FFF2-40B4-BE49-F238E27FC236}">
                    <a16:creationId xmlns:a16="http://schemas.microsoft.com/office/drawing/2014/main" id="{E3FD535E-927D-47E8-B3CC-33158B1F99F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7" name="椭圆 446">
                <a:extLst>
                  <a:ext uri="{FF2B5EF4-FFF2-40B4-BE49-F238E27FC236}">
                    <a16:creationId xmlns:a16="http://schemas.microsoft.com/office/drawing/2014/main" id="{E2FA2DA3-7147-45C1-AFBD-D4577223D098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18E93D86-3419-437E-9121-1723FB86567F}"/>
                </a:ext>
              </a:extLst>
            </p:cNvPr>
            <p:cNvGrpSpPr/>
            <p:nvPr/>
          </p:nvGrpSpPr>
          <p:grpSpPr>
            <a:xfrm>
              <a:off x="3375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28" name="椭圆 427">
                <a:extLst>
                  <a:ext uri="{FF2B5EF4-FFF2-40B4-BE49-F238E27FC236}">
                    <a16:creationId xmlns:a16="http://schemas.microsoft.com/office/drawing/2014/main" id="{44FF783B-E6A4-4CA6-A495-7D80287F275E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9" name="椭圆 428">
                <a:extLst>
                  <a:ext uri="{FF2B5EF4-FFF2-40B4-BE49-F238E27FC236}">
                    <a16:creationId xmlns:a16="http://schemas.microsoft.com/office/drawing/2014/main" id="{9D4BCD28-9DF9-4D24-B82D-A71E877ED420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0" name="椭圆 429">
                <a:extLst>
                  <a:ext uri="{FF2B5EF4-FFF2-40B4-BE49-F238E27FC236}">
                    <a16:creationId xmlns:a16="http://schemas.microsoft.com/office/drawing/2014/main" id="{C205FF97-B708-4429-95C2-0401512914D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1" name="椭圆 430">
                <a:extLst>
                  <a:ext uri="{FF2B5EF4-FFF2-40B4-BE49-F238E27FC236}">
                    <a16:creationId xmlns:a16="http://schemas.microsoft.com/office/drawing/2014/main" id="{C570C16E-3CEB-4ED5-A60A-725621D23748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2" name="椭圆 431">
                <a:extLst>
                  <a:ext uri="{FF2B5EF4-FFF2-40B4-BE49-F238E27FC236}">
                    <a16:creationId xmlns:a16="http://schemas.microsoft.com/office/drawing/2014/main" id="{73FF4525-74E5-4CFE-B4D6-5142B7DC68B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3" name="椭圆 432">
                <a:extLst>
                  <a:ext uri="{FF2B5EF4-FFF2-40B4-BE49-F238E27FC236}">
                    <a16:creationId xmlns:a16="http://schemas.microsoft.com/office/drawing/2014/main" id="{F4ED32EC-1062-4553-824C-C67274C58B7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4" name="椭圆 433">
                <a:extLst>
                  <a:ext uri="{FF2B5EF4-FFF2-40B4-BE49-F238E27FC236}">
                    <a16:creationId xmlns:a16="http://schemas.microsoft.com/office/drawing/2014/main" id="{11C33D30-017A-4F08-A6E7-754C2214F13F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5" name="椭圆 434">
                <a:extLst>
                  <a:ext uri="{FF2B5EF4-FFF2-40B4-BE49-F238E27FC236}">
                    <a16:creationId xmlns:a16="http://schemas.microsoft.com/office/drawing/2014/main" id="{B7AAEF8B-AFE1-476F-9247-4D775F06E517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6" name="椭圆 435">
                <a:extLst>
                  <a:ext uri="{FF2B5EF4-FFF2-40B4-BE49-F238E27FC236}">
                    <a16:creationId xmlns:a16="http://schemas.microsoft.com/office/drawing/2014/main" id="{3BF05DA8-7BDF-4181-B1FE-A6932B23EA9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" name="椭圆 436">
                <a:extLst>
                  <a:ext uri="{FF2B5EF4-FFF2-40B4-BE49-F238E27FC236}">
                    <a16:creationId xmlns:a16="http://schemas.microsoft.com/office/drawing/2014/main" id="{C8FEF6B7-B9EB-4D2F-9492-564841483F3A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D5FFDF49-6C90-4754-ABA0-D9C1864C2D02}"/>
                </a:ext>
              </a:extLst>
            </p:cNvPr>
            <p:cNvGrpSpPr/>
            <p:nvPr/>
          </p:nvGrpSpPr>
          <p:grpSpPr>
            <a:xfrm>
              <a:off x="3175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18" name="椭圆 417">
                <a:extLst>
                  <a:ext uri="{FF2B5EF4-FFF2-40B4-BE49-F238E27FC236}">
                    <a16:creationId xmlns:a16="http://schemas.microsoft.com/office/drawing/2014/main" id="{3CC608A5-F4AD-45A4-ABB6-25AAFA58C771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9" name="椭圆 418">
                <a:extLst>
                  <a:ext uri="{FF2B5EF4-FFF2-40B4-BE49-F238E27FC236}">
                    <a16:creationId xmlns:a16="http://schemas.microsoft.com/office/drawing/2014/main" id="{C94743B2-DBD9-49F4-8DBF-635D38258090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0" name="椭圆 419">
                <a:extLst>
                  <a:ext uri="{FF2B5EF4-FFF2-40B4-BE49-F238E27FC236}">
                    <a16:creationId xmlns:a16="http://schemas.microsoft.com/office/drawing/2014/main" id="{7D542989-03A4-4D36-8CE5-798AC7D6EDB2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1" name="椭圆 420">
                <a:extLst>
                  <a:ext uri="{FF2B5EF4-FFF2-40B4-BE49-F238E27FC236}">
                    <a16:creationId xmlns:a16="http://schemas.microsoft.com/office/drawing/2014/main" id="{BA7F3069-2B82-4BB4-A2A8-D2BAC3B58E4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2" name="椭圆 421">
                <a:extLst>
                  <a:ext uri="{FF2B5EF4-FFF2-40B4-BE49-F238E27FC236}">
                    <a16:creationId xmlns:a16="http://schemas.microsoft.com/office/drawing/2014/main" id="{5408640F-EA4C-4C04-9A1A-BEDD23843D6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3" name="椭圆 422">
                <a:extLst>
                  <a:ext uri="{FF2B5EF4-FFF2-40B4-BE49-F238E27FC236}">
                    <a16:creationId xmlns:a16="http://schemas.microsoft.com/office/drawing/2014/main" id="{73CE1946-0126-4ACD-A745-89D2B52B35E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4" name="椭圆 423">
                <a:extLst>
                  <a:ext uri="{FF2B5EF4-FFF2-40B4-BE49-F238E27FC236}">
                    <a16:creationId xmlns:a16="http://schemas.microsoft.com/office/drawing/2014/main" id="{FCA8D508-03F0-4344-AC1B-32575884D36C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5" name="椭圆 424">
                <a:extLst>
                  <a:ext uri="{FF2B5EF4-FFF2-40B4-BE49-F238E27FC236}">
                    <a16:creationId xmlns:a16="http://schemas.microsoft.com/office/drawing/2014/main" id="{4A2824FA-031B-4654-968C-24CB5A36AD2F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6" name="椭圆 425">
                <a:extLst>
                  <a:ext uri="{FF2B5EF4-FFF2-40B4-BE49-F238E27FC236}">
                    <a16:creationId xmlns:a16="http://schemas.microsoft.com/office/drawing/2014/main" id="{A24E7919-DF29-4B41-AA06-DF854EF8A054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7" name="椭圆 426">
                <a:extLst>
                  <a:ext uri="{FF2B5EF4-FFF2-40B4-BE49-F238E27FC236}">
                    <a16:creationId xmlns:a16="http://schemas.microsoft.com/office/drawing/2014/main" id="{D9A74525-6AE9-4D6E-A3F9-5DE8249DD872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4" name="组合 263">
              <a:extLst>
                <a:ext uri="{FF2B5EF4-FFF2-40B4-BE49-F238E27FC236}">
                  <a16:creationId xmlns:a16="http://schemas.microsoft.com/office/drawing/2014/main" id="{62C30EBA-00DA-4D5A-89F4-7FD85EC689E1}"/>
                </a:ext>
              </a:extLst>
            </p:cNvPr>
            <p:cNvGrpSpPr/>
            <p:nvPr/>
          </p:nvGrpSpPr>
          <p:grpSpPr>
            <a:xfrm>
              <a:off x="2976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408" name="椭圆 407">
                <a:extLst>
                  <a:ext uri="{FF2B5EF4-FFF2-40B4-BE49-F238E27FC236}">
                    <a16:creationId xmlns:a16="http://schemas.microsoft.com/office/drawing/2014/main" id="{74279E5C-835A-406D-986C-A10664F651EA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9" name="椭圆 408">
                <a:extLst>
                  <a:ext uri="{FF2B5EF4-FFF2-40B4-BE49-F238E27FC236}">
                    <a16:creationId xmlns:a16="http://schemas.microsoft.com/office/drawing/2014/main" id="{9F237479-3803-4AE2-97CA-437BD98D2E4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0" name="椭圆 409">
                <a:extLst>
                  <a:ext uri="{FF2B5EF4-FFF2-40B4-BE49-F238E27FC236}">
                    <a16:creationId xmlns:a16="http://schemas.microsoft.com/office/drawing/2014/main" id="{DBD64999-EFE1-417F-A4DF-14DB855E811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1" name="椭圆 410">
                <a:extLst>
                  <a:ext uri="{FF2B5EF4-FFF2-40B4-BE49-F238E27FC236}">
                    <a16:creationId xmlns:a16="http://schemas.microsoft.com/office/drawing/2014/main" id="{4880352E-6BF5-4BCC-9D91-2382E2DFABD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2" name="椭圆 411">
                <a:extLst>
                  <a:ext uri="{FF2B5EF4-FFF2-40B4-BE49-F238E27FC236}">
                    <a16:creationId xmlns:a16="http://schemas.microsoft.com/office/drawing/2014/main" id="{EFA95AE7-CC3E-4A8E-A8C8-E4B0D6EA276D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3" name="椭圆 412">
                <a:extLst>
                  <a:ext uri="{FF2B5EF4-FFF2-40B4-BE49-F238E27FC236}">
                    <a16:creationId xmlns:a16="http://schemas.microsoft.com/office/drawing/2014/main" id="{30550759-E217-495D-A980-C60A3791CF21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4" name="椭圆 413">
                <a:extLst>
                  <a:ext uri="{FF2B5EF4-FFF2-40B4-BE49-F238E27FC236}">
                    <a16:creationId xmlns:a16="http://schemas.microsoft.com/office/drawing/2014/main" id="{25BB2209-BD1B-43F4-B9F1-96CFC3620EC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5" name="椭圆 414">
                <a:extLst>
                  <a:ext uri="{FF2B5EF4-FFF2-40B4-BE49-F238E27FC236}">
                    <a16:creationId xmlns:a16="http://schemas.microsoft.com/office/drawing/2014/main" id="{147A20D5-0504-424C-9B37-91901BBC258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6" name="椭圆 415">
                <a:extLst>
                  <a:ext uri="{FF2B5EF4-FFF2-40B4-BE49-F238E27FC236}">
                    <a16:creationId xmlns:a16="http://schemas.microsoft.com/office/drawing/2014/main" id="{CC4F8A30-DCDA-4EEB-9872-E5C4DBFF4224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7" name="椭圆 416">
                <a:extLst>
                  <a:ext uri="{FF2B5EF4-FFF2-40B4-BE49-F238E27FC236}">
                    <a16:creationId xmlns:a16="http://schemas.microsoft.com/office/drawing/2014/main" id="{22A561A7-A096-4A19-B875-87A29786514C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6A596CCC-B5D3-4455-B2BF-2DF1647DA053}"/>
                </a:ext>
              </a:extLst>
            </p:cNvPr>
            <p:cNvGrpSpPr/>
            <p:nvPr/>
          </p:nvGrpSpPr>
          <p:grpSpPr>
            <a:xfrm>
              <a:off x="2776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98" name="椭圆 397">
                <a:extLst>
                  <a:ext uri="{FF2B5EF4-FFF2-40B4-BE49-F238E27FC236}">
                    <a16:creationId xmlns:a16="http://schemas.microsoft.com/office/drawing/2014/main" id="{5E80B24A-08D3-42CC-B5AD-35D67172E1B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9" name="椭圆 398">
                <a:extLst>
                  <a:ext uri="{FF2B5EF4-FFF2-40B4-BE49-F238E27FC236}">
                    <a16:creationId xmlns:a16="http://schemas.microsoft.com/office/drawing/2014/main" id="{FBF07C2D-04CD-4C15-8896-1BD88AA674BB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0" name="椭圆 399">
                <a:extLst>
                  <a:ext uri="{FF2B5EF4-FFF2-40B4-BE49-F238E27FC236}">
                    <a16:creationId xmlns:a16="http://schemas.microsoft.com/office/drawing/2014/main" id="{36C89C13-C8A2-4804-966D-78B50DD46834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1" name="椭圆 400">
                <a:extLst>
                  <a:ext uri="{FF2B5EF4-FFF2-40B4-BE49-F238E27FC236}">
                    <a16:creationId xmlns:a16="http://schemas.microsoft.com/office/drawing/2014/main" id="{BB731B01-D3EC-4A93-A63D-BC5A7B48D6A4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2" name="椭圆 401">
                <a:extLst>
                  <a:ext uri="{FF2B5EF4-FFF2-40B4-BE49-F238E27FC236}">
                    <a16:creationId xmlns:a16="http://schemas.microsoft.com/office/drawing/2014/main" id="{48FEFFB2-56A9-48A2-B022-E14353A9400C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3" name="椭圆 402">
                <a:extLst>
                  <a:ext uri="{FF2B5EF4-FFF2-40B4-BE49-F238E27FC236}">
                    <a16:creationId xmlns:a16="http://schemas.microsoft.com/office/drawing/2014/main" id="{00AA0D39-9ADF-4C11-B38B-F99EB3300471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4" name="椭圆 403">
                <a:extLst>
                  <a:ext uri="{FF2B5EF4-FFF2-40B4-BE49-F238E27FC236}">
                    <a16:creationId xmlns:a16="http://schemas.microsoft.com/office/drawing/2014/main" id="{5E8E8CD6-F5BD-47CD-9AFD-D09175C50B0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5" name="椭圆 404">
                <a:extLst>
                  <a:ext uri="{FF2B5EF4-FFF2-40B4-BE49-F238E27FC236}">
                    <a16:creationId xmlns:a16="http://schemas.microsoft.com/office/drawing/2014/main" id="{13FBCA46-29CC-4418-9F5E-BBB9ADCBC849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6" name="椭圆 405">
                <a:extLst>
                  <a:ext uri="{FF2B5EF4-FFF2-40B4-BE49-F238E27FC236}">
                    <a16:creationId xmlns:a16="http://schemas.microsoft.com/office/drawing/2014/main" id="{C302E378-8527-4B65-9BBE-D8201396E03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7" name="椭圆 406">
                <a:extLst>
                  <a:ext uri="{FF2B5EF4-FFF2-40B4-BE49-F238E27FC236}">
                    <a16:creationId xmlns:a16="http://schemas.microsoft.com/office/drawing/2014/main" id="{8068B4DE-0863-4A88-9EA0-1533C4ED19DE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12FC2614-9D8E-4006-B86B-2D0A04099145}"/>
                </a:ext>
              </a:extLst>
            </p:cNvPr>
            <p:cNvGrpSpPr/>
            <p:nvPr/>
          </p:nvGrpSpPr>
          <p:grpSpPr>
            <a:xfrm>
              <a:off x="2576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88" name="椭圆 387">
                <a:extLst>
                  <a:ext uri="{FF2B5EF4-FFF2-40B4-BE49-F238E27FC236}">
                    <a16:creationId xmlns:a16="http://schemas.microsoft.com/office/drawing/2014/main" id="{8EB04A52-F2CC-4CD7-BD6C-168E8689716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9" name="椭圆 388">
                <a:extLst>
                  <a:ext uri="{FF2B5EF4-FFF2-40B4-BE49-F238E27FC236}">
                    <a16:creationId xmlns:a16="http://schemas.microsoft.com/office/drawing/2014/main" id="{83DFAE89-A42D-4CC4-9271-37A026208464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0" name="椭圆 389">
                <a:extLst>
                  <a:ext uri="{FF2B5EF4-FFF2-40B4-BE49-F238E27FC236}">
                    <a16:creationId xmlns:a16="http://schemas.microsoft.com/office/drawing/2014/main" id="{207F9796-339E-4DBC-B92B-9420A6DE8E4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1" name="椭圆 390">
                <a:extLst>
                  <a:ext uri="{FF2B5EF4-FFF2-40B4-BE49-F238E27FC236}">
                    <a16:creationId xmlns:a16="http://schemas.microsoft.com/office/drawing/2014/main" id="{C45C1DB4-1918-4B2C-BF7D-E1C6C4822EB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2" name="椭圆 391">
                <a:extLst>
                  <a:ext uri="{FF2B5EF4-FFF2-40B4-BE49-F238E27FC236}">
                    <a16:creationId xmlns:a16="http://schemas.microsoft.com/office/drawing/2014/main" id="{5624CCC7-C646-4E15-A11C-4F428880459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3" name="椭圆 392">
                <a:extLst>
                  <a:ext uri="{FF2B5EF4-FFF2-40B4-BE49-F238E27FC236}">
                    <a16:creationId xmlns:a16="http://schemas.microsoft.com/office/drawing/2014/main" id="{66F8D635-C6FE-462D-A907-1A64C897F1F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4" name="椭圆 393">
                <a:extLst>
                  <a:ext uri="{FF2B5EF4-FFF2-40B4-BE49-F238E27FC236}">
                    <a16:creationId xmlns:a16="http://schemas.microsoft.com/office/drawing/2014/main" id="{FFCB5FE3-F9BE-4750-B0BE-B69DDCD619C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5" name="椭圆 394">
                <a:extLst>
                  <a:ext uri="{FF2B5EF4-FFF2-40B4-BE49-F238E27FC236}">
                    <a16:creationId xmlns:a16="http://schemas.microsoft.com/office/drawing/2014/main" id="{73A7D87F-FEB7-4981-A1D9-295FD260EE2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6" name="椭圆 395">
                <a:extLst>
                  <a:ext uri="{FF2B5EF4-FFF2-40B4-BE49-F238E27FC236}">
                    <a16:creationId xmlns:a16="http://schemas.microsoft.com/office/drawing/2014/main" id="{C64F6EEB-D83B-4489-89A7-CE0F452BA58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7" name="椭圆 396">
                <a:extLst>
                  <a:ext uri="{FF2B5EF4-FFF2-40B4-BE49-F238E27FC236}">
                    <a16:creationId xmlns:a16="http://schemas.microsoft.com/office/drawing/2014/main" id="{F561726C-A0D6-4775-A9B7-C945ED5EA3C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7" name="组合 266">
              <a:extLst>
                <a:ext uri="{FF2B5EF4-FFF2-40B4-BE49-F238E27FC236}">
                  <a16:creationId xmlns:a16="http://schemas.microsoft.com/office/drawing/2014/main" id="{48B60150-49E8-434D-89F2-95F508C2FB26}"/>
                </a:ext>
              </a:extLst>
            </p:cNvPr>
            <p:cNvGrpSpPr/>
            <p:nvPr/>
          </p:nvGrpSpPr>
          <p:grpSpPr>
            <a:xfrm>
              <a:off x="2376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78" name="椭圆 377">
                <a:extLst>
                  <a:ext uri="{FF2B5EF4-FFF2-40B4-BE49-F238E27FC236}">
                    <a16:creationId xmlns:a16="http://schemas.microsoft.com/office/drawing/2014/main" id="{38F47E4D-2EA4-4E96-90F4-9E276A11BF04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9" name="椭圆 378">
                <a:extLst>
                  <a:ext uri="{FF2B5EF4-FFF2-40B4-BE49-F238E27FC236}">
                    <a16:creationId xmlns:a16="http://schemas.microsoft.com/office/drawing/2014/main" id="{0EC26797-9076-42FF-990E-DBF9D875ED70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0" name="椭圆 379">
                <a:extLst>
                  <a:ext uri="{FF2B5EF4-FFF2-40B4-BE49-F238E27FC236}">
                    <a16:creationId xmlns:a16="http://schemas.microsoft.com/office/drawing/2014/main" id="{5EF293F9-D699-4DB6-968B-0722D38E3CAD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1" name="椭圆 380">
                <a:extLst>
                  <a:ext uri="{FF2B5EF4-FFF2-40B4-BE49-F238E27FC236}">
                    <a16:creationId xmlns:a16="http://schemas.microsoft.com/office/drawing/2014/main" id="{D5D3D5DE-3122-48A2-9F39-BF11CA476D68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2" name="椭圆 381">
                <a:extLst>
                  <a:ext uri="{FF2B5EF4-FFF2-40B4-BE49-F238E27FC236}">
                    <a16:creationId xmlns:a16="http://schemas.microsoft.com/office/drawing/2014/main" id="{560FD9A4-325D-4636-8003-C0032EA3FD5A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3" name="椭圆 382">
                <a:extLst>
                  <a:ext uri="{FF2B5EF4-FFF2-40B4-BE49-F238E27FC236}">
                    <a16:creationId xmlns:a16="http://schemas.microsoft.com/office/drawing/2014/main" id="{594A3D83-FD48-4364-9AB5-8A305CF08FF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4" name="椭圆 383">
                <a:extLst>
                  <a:ext uri="{FF2B5EF4-FFF2-40B4-BE49-F238E27FC236}">
                    <a16:creationId xmlns:a16="http://schemas.microsoft.com/office/drawing/2014/main" id="{D44D8852-FD3E-4FD5-B921-FE9F32589B1F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5" name="椭圆 384">
                <a:extLst>
                  <a:ext uri="{FF2B5EF4-FFF2-40B4-BE49-F238E27FC236}">
                    <a16:creationId xmlns:a16="http://schemas.microsoft.com/office/drawing/2014/main" id="{97D4C521-B00A-4F47-A3D0-D035C05194D3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6" name="椭圆 385">
                <a:extLst>
                  <a:ext uri="{FF2B5EF4-FFF2-40B4-BE49-F238E27FC236}">
                    <a16:creationId xmlns:a16="http://schemas.microsoft.com/office/drawing/2014/main" id="{B403E62B-0D79-4A71-8EDD-0584D50DCF3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7" name="椭圆 386">
                <a:extLst>
                  <a:ext uri="{FF2B5EF4-FFF2-40B4-BE49-F238E27FC236}">
                    <a16:creationId xmlns:a16="http://schemas.microsoft.com/office/drawing/2014/main" id="{566010CC-D3C4-4B10-B61E-B452EAEF705F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165B0242-A90A-4543-84B6-3793F5CBD393}"/>
                </a:ext>
              </a:extLst>
            </p:cNvPr>
            <p:cNvGrpSpPr/>
            <p:nvPr/>
          </p:nvGrpSpPr>
          <p:grpSpPr>
            <a:xfrm>
              <a:off x="2176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68" name="椭圆 367">
                <a:extLst>
                  <a:ext uri="{FF2B5EF4-FFF2-40B4-BE49-F238E27FC236}">
                    <a16:creationId xmlns:a16="http://schemas.microsoft.com/office/drawing/2014/main" id="{D1C65516-B6D1-42A0-846A-8593185FE20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9" name="椭圆 368">
                <a:extLst>
                  <a:ext uri="{FF2B5EF4-FFF2-40B4-BE49-F238E27FC236}">
                    <a16:creationId xmlns:a16="http://schemas.microsoft.com/office/drawing/2014/main" id="{B2A19AA7-94C1-4B3A-82E5-BA44B983F419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0" name="椭圆 369">
                <a:extLst>
                  <a:ext uri="{FF2B5EF4-FFF2-40B4-BE49-F238E27FC236}">
                    <a16:creationId xmlns:a16="http://schemas.microsoft.com/office/drawing/2014/main" id="{FCC5F74D-F463-4B2F-B1D0-D489DE4D014E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1" name="椭圆 370">
                <a:extLst>
                  <a:ext uri="{FF2B5EF4-FFF2-40B4-BE49-F238E27FC236}">
                    <a16:creationId xmlns:a16="http://schemas.microsoft.com/office/drawing/2014/main" id="{78C1364C-0ECB-4800-8864-24C205C7BF02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2" name="椭圆 371">
                <a:extLst>
                  <a:ext uri="{FF2B5EF4-FFF2-40B4-BE49-F238E27FC236}">
                    <a16:creationId xmlns:a16="http://schemas.microsoft.com/office/drawing/2014/main" id="{C98E518E-FC70-495A-83C4-D590A954D339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3" name="椭圆 372">
                <a:extLst>
                  <a:ext uri="{FF2B5EF4-FFF2-40B4-BE49-F238E27FC236}">
                    <a16:creationId xmlns:a16="http://schemas.microsoft.com/office/drawing/2014/main" id="{7B1EBED5-8C6B-4B60-B331-689D869E47E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4" name="椭圆 373">
                <a:extLst>
                  <a:ext uri="{FF2B5EF4-FFF2-40B4-BE49-F238E27FC236}">
                    <a16:creationId xmlns:a16="http://schemas.microsoft.com/office/drawing/2014/main" id="{5DB82E76-4046-4B47-9A25-464B299608C9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AC2FE41E-6095-4C97-AA9C-ABFB8A9B80F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6" name="椭圆 375">
                <a:extLst>
                  <a:ext uri="{FF2B5EF4-FFF2-40B4-BE49-F238E27FC236}">
                    <a16:creationId xmlns:a16="http://schemas.microsoft.com/office/drawing/2014/main" id="{ACB1DF5F-4546-45EF-BDBE-232643949E45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7" name="椭圆 376">
                <a:extLst>
                  <a:ext uri="{FF2B5EF4-FFF2-40B4-BE49-F238E27FC236}">
                    <a16:creationId xmlns:a16="http://schemas.microsoft.com/office/drawing/2014/main" id="{54FFCC63-17EB-44BB-A5A0-EEABCA9E387C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D593988A-AF27-4089-80F1-7056BA3E3EFB}"/>
                </a:ext>
              </a:extLst>
            </p:cNvPr>
            <p:cNvGrpSpPr/>
            <p:nvPr/>
          </p:nvGrpSpPr>
          <p:grpSpPr>
            <a:xfrm>
              <a:off x="1977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58" name="椭圆 357">
                <a:extLst>
                  <a:ext uri="{FF2B5EF4-FFF2-40B4-BE49-F238E27FC236}">
                    <a16:creationId xmlns:a16="http://schemas.microsoft.com/office/drawing/2014/main" id="{2C1A9632-BE61-4E00-9590-F97EA598BFF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9" name="椭圆 358">
                <a:extLst>
                  <a:ext uri="{FF2B5EF4-FFF2-40B4-BE49-F238E27FC236}">
                    <a16:creationId xmlns:a16="http://schemas.microsoft.com/office/drawing/2014/main" id="{6353608E-9AC4-4564-BA1C-7F536F1DB2E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0" name="椭圆 359">
                <a:extLst>
                  <a:ext uri="{FF2B5EF4-FFF2-40B4-BE49-F238E27FC236}">
                    <a16:creationId xmlns:a16="http://schemas.microsoft.com/office/drawing/2014/main" id="{8423C080-DA78-4C91-91F5-46C7B0BAA01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1" name="椭圆 360">
                <a:extLst>
                  <a:ext uri="{FF2B5EF4-FFF2-40B4-BE49-F238E27FC236}">
                    <a16:creationId xmlns:a16="http://schemas.microsoft.com/office/drawing/2014/main" id="{4D0CF1CF-981E-4289-B42B-2CDADAD0E817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2" name="椭圆 361">
                <a:extLst>
                  <a:ext uri="{FF2B5EF4-FFF2-40B4-BE49-F238E27FC236}">
                    <a16:creationId xmlns:a16="http://schemas.microsoft.com/office/drawing/2014/main" id="{1C45AD06-7080-46CC-837E-836985383C1B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3" name="椭圆 362">
                <a:extLst>
                  <a:ext uri="{FF2B5EF4-FFF2-40B4-BE49-F238E27FC236}">
                    <a16:creationId xmlns:a16="http://schemas.microsoft.com/office/drawing/2014/main" id="{0BBC38B7-C5A3-4959-9B41-C1CD7F8B031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4" name="椭圆 363">
                <a:extLst>
                  <a:ext uri="{FF2B5EF4-FFF2-40B4-BE49-F238E27FC236}">
                    <a16:creationId xmlns:a16="http://schemas.microsoft.com/office/drawing/2014/main" id="{39AC034A-BEF4-4F44-A4F3-450517729F55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5" name="椭圆 364">
                <a:extLst>
                  <a:ext uri="{FF2B5EF4-FFF2-40B4-BE49-F238E27FC236}">
                    <a16:creationId xmlns:a16="http://schemas.microsoft.com/office/drawing/2014/main" id="{1BC9FDB3-94DB-45CB-911A-A812C200D17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6" name="椭圆 365">
                <a:extLst>
                  <a:ext uri="{FF2B5EF4-FFF2-40B4-BE49-F238E27FC236}">
                    <a16:creationId xmlns:a16="http://schemas.microsoft.com/office/drawing/2014/main" id="{6D85E3FB-153B-4A26-B903-2B3C5C26B19B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7" name="椭圆 366">
                <a:extLst>
                  <a:ext uri="{FF2B5EF4-FFF2-40B4-BE49-F238E27FC236}">
                    <a16:creationId xmlns:a16="http://schemas.microsoft.com/office/drawing/2014/main" id="{339B9FFC-16B4-4D40-ADAC-CA709635C41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D86EE8F3-8EA4-4B07-9769-F22461879D6A}"/>
                </a:ext>
              </a:extLst>
            </p:cNvPr>
            <p:cNvGrpSpPr/>
            <p:nvPr/>
          </p:nvGrpSpPr>
          <p:grpSpPr>
            <a:xfrm>
              <a:off x="1777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48" name="椭圆 347">
                <a:extLst>
                  <a:ext uri="{FF2B5EF4-FFF2-40B4-BE49-F238E27FC236}">
                    <a16:creationId xmlns:a16="http://schemas.microsoft.com/office/drawing/2014/main" id="{80012940-03E6-431B-BC7C-F5FDBB35B82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9" name="椭圆 348">
                <a:extLst>
                  <a:ext uri="{FF2B5EF4-FFF2-40B4-BE49-F238E27FC236}">
                    <a16:creationId xmlns:a16="http://schemas.microsoft.com/office/drawing/2014/main" id="{78849A17-1A13-4C2A-ADBE-FDB7B3224FC2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0" name="椭圆 349">
                <a:extLst>
                  <a:ext uri="{FF2B5EF4-FFF2-40B4-BE49-F238E27FC236}">
                    <a16:creationId xmlns:a16="http://schemas.microsoft.com/office/drawing/2014/main" id="{E9651EBC-242C-429C-A146-698CCF1032D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1" name="椭圆 350">
                <a:extLst>
                  <a:ext uri="{FF2B5EF4-FFF2-40B4-BE49-F238E27FC236}">
                    <a16:creationId xmlns:a16="http://schemas.microsoft.com/office/drawing/2014/main" id="{335D911D-6264-4ADB-AD87-BE43FB32120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2650581F-99BD-4E57-9B3B-7C2E319916DE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3" name="椭圆 352">
                <a:extLst>
                  <a:ext uri="{FF2B5EF4-FFF2-40B4-BE49-F238E27FC236}">
                    <a16:creationId xmlns:a16="http://schemas.microsoft.com/office/drawing/2014/main" id="{E97846C6-8941-4737-91E3-637D2AA8E78A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4" name="椭圆 353">
                <a:extLst>
                  <a:ext uri="{FF2B5EF4-FFF2-40B4-BE49-F238E27FC236}">
                    <a16:creationId xmlns:a16="http://schemas.microsoft.com/office/drawing/2014/main" id="{CC0E4770-FA9D-40A5-90FC-49233C4483FB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5" name="椭圆 354">
                <a:extLst>
                  <a:ext uri="{FF2B5EF4-FFF2-40B4-BE49-F238E27FC236}">
                    <a16:creationId xmlns:a16="http://schemas.microsoft.com/office/drawing/2014/main" id="{706EB911-ECFD-46A4-8F48-007CDCAC9414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6" name="椭圆 355">
                <a:extLst>
                  <a:ext uri="{FF2B5EF4-FFF2-40B4-BE49-F238E27FC236}">
                    <a16:creationId xmlns:a16="http://schemas.microsoft.com/office/drawing/2014/main" id="{A4093F85-D28E-45D1-BC34-BE5C109438DA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7" name="椭圆 356">
                <a:extLst>
                  <a:ext uri="{FF2B5EF4-FFF2-40B4-BE49-F238E27FC236}">
                    <a16:creationId xmlns:a16="http://schemas.microsoft.com/office/drawing/2014/main" id="{3119AC36-B0C4-4E0E-87D4-8ABF259C88AF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AFAE1A60-059A-4E0E-A616-A703061A07AA}"/>
                </a:ext>
              </a:extLst>
            </p:cNvPr>
            <p:cNvGrpSpPr/>
            <p:nvPr/>
          </p:nvGrpSpPr>
          <p:grpSpPr>
            <a:xfrm>
              <a:off x="1577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38" name="椭圆 337">
                <a:extLst>
                  <a:ext uri="{FF2B5EF4-FFF2-40B4-BE49-F238E27FC236}">
                    <a16:creationId xmlns:a16="http://schemas.microsoft.com/office/drawing/2014/main" id="{4303A1DC-9C75-4E23-9256-56632F0FADBA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9" name="椭圆 338">
                <a:extLst>
                  <a:ext uri="{FF2B5EF4-FFF2-40B4-BE49-F238E27FC236}">
                    <a16:creationId xmlns:a16="http://schemas.microsoft.com/office/drawing/2014/main" id="{361CC730-0EE1-4DB3-BD82-0D3FB54146C0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FB29A4C0-30DD-4615-920F-DC325C37AAB8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3ED17567-98CD-4120-8684-F11A615E1B2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E76173BE-A3DE-459A-BF5A-8D975F5595E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039C46B3-187A-4DF8-A1B9-4FA3088B63B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4" name="椭圆 343">
                <a:extLst>
                  <a:ext uri="{FF2B5EF4-FFF2-40B4-BE49-F238E27FC236}">
                    <a16:creationId xmlns:a16="http://schemas.microsoft.com/office/drawing/2014/main" id="{C94B23CF-CEF4-4200-8F11-578E0EA127B9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5" name="椭圆 344">
                <a:extLst>
                  <a:ext uri="{FF2B5EF4-FFF2-40B4-BE49-F238E27FC236}">
                    <a16:creationId xmlns:a16="http://schemas.microsoft.com/office/drawing/2014/main" id="{617C3E20-D78E-4818-A2A1-0CA43F29458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6" name="椭圆 345">
                <a:extLst>
                  <a:ext uri="{FF2B5EF4-FFF2-40B4-BE49-F238E27FC236}">
                    <a16:creationId xmlns:a16="http://schemas.microsoft.com/office/drawing/2014/main" id="{C034A721-24EF-492B-BBA1-31364306D78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7" name="椭圆 346">
                <a:extLst>
                  <a:ext uri="{FF2B5EF4-FFF2-40B4-BE49-F238E27FC236}">
                    <a16:creationId xmlns:a16="http://schemas.microsoft.com/office/drawing/2014/main" id="{DC61FBDE-BBB2-43D6-8012-7343E23D0811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DBC0E273-F360-42F4-A282-4BB36800AEBB}"/>
                </a:ext>
              </a:extLst>
            </p:cNvPr>
            <p:cNvGrpSpPr/>
            <p:nvPr/>
          </p:nvGrpSpPr>
          <p:grpSpPr>
            <a:xfrm>
              <a:off x="1377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28" name="椭圆 327">
                <a:extLst>
                  <a:ext uri="{FF2B5EF4-FFF2-40B4-BE49-F238E27FC236}">
                    <a16:creationId xmlns:a16="http://schemas.microsoft.com/office/drawing/2014/main" id="{127D430F-DFE0-4A13-9CCA-F395E52DFEC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9" name="椭圆 328">
                <a:extLst>
                  <a:ext uri="{FF2B5EF4-FFF2-40B4-BE49-F238E27FC236}">
                    <a16:creationId xmlns:a16="http://schemas.microsoft.com/office/drawing/2014/main" id="{7973395E-5095-4F27-9E6A-5F453DAF1175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0" name="椭圆 329">
                <a:extLst>
                  <a:ext uri="{FF2B5EF4-FFF2-40B4-BE49-F238E27FC236}">
                    <a16:creationId xmlns:a16="http://schemas.microsoft.com/office/drawing/2014/main" id="{C209F21C-0A9F-4844-A85A-AEB4192A243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1" name="椭圆 330">
                <a:extLst>
                  <a:ext uri="{FF2B5EF4-FFF2-40B4-BE49-F238E27FC236}">
                    <a16:creationId xmlns:a16="http://schemas.microsoft.com/office/drawing/2014/main" id="{5CF12003-53F1-4365-B5B5-8254547AA49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605FCC6D-B6E3-441E-A230-78D6CA61F7FB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3" name="椭圆 332">
                <a:extLst>
                  <a:ext uri="{FF2B5EF4-FFF2-40B4-BE49-F238E27FC236}">
                    <a16:creationId xmlns:a16="http://schemas.microsoft.com/office/drawing/2014/main" id="{FB095F81-CF55-4535-9B9C-F257BE8E3AB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4" name="椭圆 333">
                <a:extLst>
                  <a:ext uri="{FF2B5EF4-FFF2-40B4-BE49-F238E27FC236}">
                    <a16:creationId xmlns:a16="http://schemas.microsoft.com/office/drawing/2014/main" id="{E27315A7-0E93-4786-99FE-C1EBE38AF8F1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5" name="椭圆 334">
                <a:extLst>
                  <a:ext uri="{FF2B5EF4-FFF2-40B4-BE49-F238E27FC236}">
                    <a16:creationId xmlns:a16="http://schemas.microsoft.com/office/drawing/2014/main" id="{BCFF12FE-9271-4CC7-A214-98C3CE9DFBD4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6" name="椭圆 335">
                <a:extLst>
                  <a:ext uri="{FF2B5EF4-FFF2-40B4-BE49-F238E27FC236}">
                    <a16:creationId xmlns:a16="http://schemas.microsoft.com/office/drawing/2014/main" id="{AEF3039C-BE98-4060-BA94-0D8D878BB1E7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7" name="椭圆 336">
                <a:extLst>
                  <a:ext uri="{FF2B5EF4-FFF2-40B4-BE49-F238E27FC236}">
                    <a16:creationId xmlns:a16="http://schemas.microsoft.com/office/drawing/2014/main" id="{B25238F8-B451-4A27-BE36-4FDC06BE205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3" name="组合 272">
              <a:extLst>
                <a:ext uri="{FF2B5EF4-FFF2-40B4-BE49-F238E27FC236}">
                  <a16:creationId xmlns:a16="http://schemas.microsoft.com/office/drawing/2014/main" id="{38F02532-2CE7-4F31-B7ED-1F1A1787480D}"/>
                </a:ext>
              </a:extLst>
            </p:cNvPr>
            <p:cNvGrpSpPr/>
            <p:nvPr/>
          </p:nvGrpSpPr>
          <p:grpSpPr>
            <a:xfrm>
              <a:off x="1177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18" name="椭圆 317">
                <a:extLst>
                  <a:ext uri="{FF2B5EF4-FFF2-40B4-BE49-F238E27FC236}">
                    <a16:creationId xmlns:a16="http://schemas.microsoft.com/office/drawing/2014/main" id="{3D22929C-C15C-4F57-B046-0FF847549D8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9" name="椭圆 318">
                <a:extLst>
                  <a:ext uri="{FF2B5EF4-FFF2-40B4-BE49-F238E27FC236}">
                    <a16:creationId xmlns:a16="http://schemas.microsoft.com/office/drawing/2014/main" id="{ED42B274-CEA2-4A22-9CC1-603D60D1E1A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0" name="椭圆 319">
                <a:extLst>
                  <a:ext uri="{FF2B5EF4-FFF2-40B4-BE49-F238E27FC236}">
                    <a16:creationId xmlns:a16="http://schemas.microsoft.com/office/drawing/2014/main" id="{0AF678C4-E68B-4F96-86CC-6FEE3EC0B0F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1" name="椭圆 320">
                <a:extLst>
                  <a:ext uri="{FF2B5EF4-FFF2-40B4-BE49-F238E27FC236}">
                    <a16:creationId xmlns:a16="http://schemas.microsoft.com/office/drawing/2014/main" id="{1A74F60C-C697-4017-860E-C2DFF7F1A8B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DBEE5272-424C-4D1D-A67D-F5FB11167D14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3" name="椭圆 322">
                <a:extLst>
                  <a:ext uri="{FF2B5EF4-FFF2-40B4-BE49-F238E27FC236}">
                    <a16:creationId xmlns:a16="http://schemas.microsoft.com/office/drawing/2014/main" id="{91877C2A-826D-439C-88BF-1E538F41F9F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7C8022F5-9AB5-49A9-8434-041839C96370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5" name="椭圆 324">
                <a:extLst>
                  <a:ext uri="{FF2B5EF4-FFF2-40B4-BE49-F238E27FC236}">
                    <a16:creationId xmlns:a16="http://schemas.microsoft.com/office/drawing/2014/main" id="{41544A3A-FD73-4E5B-BAA3-CDC68CD1BAD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6" name="椭圆 325">
                <a:extLst>
                  <a:ext uri="{FF2B5EF4-FFF2-40B4-BE49-F238E27FC236}">
                    <a16:creationId xmlns:a16="http://schemas.microsoft.com/office/drawing/2014/main" id="{B2ECAD6D-0D6D-4F04-A444-AD4D3C25FFF9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7" name="椭圆 326">
                <a:extLst>
                  <a:ext uri="{FF2B5EF4-FFF2-40B4-BE49-F238E27FC236}">
                    <a16:creationId xmlns:a16="http://schemas.microsoft.com/office/drawing/2014/main" id="{E903DEF4-08FC-4073-87F3-DE9837B9375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5BED11EB-A4BB-4CFC-9D36-8407F5A488B3}"/>
                </a:ext>
              </a:extLst>
            </p:cNvPr>
            <p:cNvGrpSpPr/>
            <p:nvPr/>
          </p:nvGrpSpPr>
          <p:grpSpPr>
            <a:xfrm>
              <a:off x="978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308" name="椭圆 307">
                <a:extLst>
                  <a:ext uri="{FF2B5EF4-FFF2-40B4-BE49-F238E27FC236}">
                    <a16:creationId xmlns:a16="http://schemas.microsoft.com/office/drawing/2014/main" id="{E47EDC66-B7A8-400D-AD3A-CF2EC5E62A9A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9" name="椭圆 308">
                <a:extLst>
                  <a:ext uri="{FF2B5EF4-FFF2-40B4-BE49-F238E27FC236}">
                    <a16:creationId xmlns:a16="http://schemas.microsoft.com/office/drawing/2014/main" id="{AE8F75D8-9A1A-440A-9BB5-1EF7FCDB67A8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0" name="椭圆 309">
                <a:extLst>
                  <a:ext uri="{FF2B5EF4-FFF2-40B4-BE49-F238E27FC236}">
                    <a16:creationId xmlns:a16="http://schemas.microsoft.com/office/drawing/2014/main" id="{66F53231-C687-4A37-BFFC-2502361429B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1" name="椭圆 310">
                <a:extLst>
                  <a:ext uri="{FF2B5EF4-FFF2-40B4-BE49-F238E27FC236}">
                    <a16:creationId xmlns:a16="http://schemas.microsoft.com/office/drawing/2014/main" id="{1C45C97C-F15D-4CCB-9B1E-06A8EC6C4EB5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EB0183F0-E48A-4E47-BAE9-AF578EFF9900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3" name="椭圆 312">
                <a:extLst>
                  <a:ext uri="{FF2B5EF4-FFF2-40B4-BE49-F238E27FC236}">
                    <a16:creationId xmlns:a16="http://schemas.microsoft.com/office/drawing/2014/main" id="{67977FB0-76F8-456E-93B7-08044EB7705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4" name="椭圆 313">
                <a:extLst>
                  <a:ext uri="{FF2B5EF4-FFF2-40B4-BE49-F238E27FC236}">
                    <a16:creationId xmlns:a16="http://schemas.microsoft.com/office/drawing/2014/main" id="{AF2C08E0-8B5E-4EF7-ACCE-FB402A03BE8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5" name="椭圆 314">
                <a:extLst>
                  <a:ext uri="{FF2B5EF4-FFF2-40B4-BE49-F238E27FC236}">
                    <a16:creationId xmlns:a16="http://schemas.microsoft.com/office/drawing/2014/main" id="{8100D1DB-1A4A-4D91-8072-834BAB659AA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6" name="椭圆 315">
                <a:extLst>
                  <a:ext uri="{FF2B5EF4-FFF2-40B4-BE49-F238E27FC236}">
                    <a16:creationId xmlns:a16="http://schemas.microsoft.com/office/drawing/2014/main" id="{2750B862-AA61-4B0A-8D3C-726DC573A08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7" name="椭圆 316">
                <a:extLst>
                  <a:ext uri="{FF2B5EF4-FFF2-40B4-BE49-F238E27FC236}">
                    <a16:creationId xmlns:a16="http://schemas.microsoft.com/office/drawing/2014/main" id="{6594155A-D04D-4751-A4D5-38BD41A8356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5" name="组合 274">
              <a:extLst>
                <a:ext uri="{FF2B5EF4-FFF2-40B4-BE49-F238E27FC236}">
                  <a16:creationId xmlns:a16="http://schemas.microsoft.com/office/drawing/2014/main" id="{FD1E04AB-D5B7-49DC-A5C4-26485D5BE146}"/>
                </a:ext>
              </a:extLst>
            </p:cNvPr>
            <p:cNvGrpSpPr/>
            <p:nvPr/>
          </p:nvGrpSpPr>
          <p:grpSpPr>
            <a:xfrm>
              <a:off x="778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EBF27C51-DC99-4F4D-857A-2512BE8A174C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9" name="椭圆 298">
                <a:extLst>
                  <a:ext uri="{FF2B5EF4-FFF2-40B4-BE49-F238E27FC236}">
                    <a16:creationId xmlns:a16="http://schemas.microsoft.com/office/drawing/2014/main" id="{4E81046B-22FD-449A-9DF7-5CB5B63DF19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0" name="椭圆 299">
                <a:extLst>
                  <a:ext uri="{FF2B5EF4-FFF2-40B4-BE49-F238E27FC236}">
                    <a16:creationId xmlns:a16="http://schemas.microsoft.com/office/drawing/2014/main" id="{C96C94D5-11EB-4CF5-A3B5-39E6B3577E4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1" name="椭圆 300">
                <a:extLst>
                  <a:ext uri="{FF2B5EF4-FFF2-40B4-BE49-F238E27FC236}">
                    <a16:creationId xmlns:a16="http://schemas.microsoft.com/office/drawing/2014/main" id="{8441E80D-65AD-4756-9DEE-5647853B21B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2" name="椭圆 301">
                <a:extLst>
                  <a:ext uri="{FF2B5EF4-FFF2-40B4-BE49-F238E27FC236}">
                    <a16:creationId xmlns:a16="http://schemas.microsoft.com/office/drawing/2014/main" id="{FAA45F07-DFDB-42E5-A83C-21F03DDF6642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3" name="椭圆 302">
                <a:extLst>
                  <a:ext uri="{FF2B5EF4-FFF2-40B4-BE49-F238E27FC236}">
                    <a16:creationId xmlns:a16="http://schemas.microsoft.com/office/drawing/2014/main" id="{39C8F62E-DC47-43F3-A224-63B01A6262A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4" name="椭圆 303">
                <a:extLst>
                  <a:ext uri="{FF2B5EF4-FFF2-40B4-BE49-F238E27FC236}">
                    <a16:creationId xmlns:a16="http://schemas.microsoft.com/office/drawing/2014/main" id="{66DD4BD6-C472-4C77-9D14-FDDDE2829B2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5" name="椭圆 304">
                <a:extLst>
                  <a:ext uri="{FF2B5EF4-FFF2-40B4-BE49-F238E27FC236}">
                    <a16:creationId xmlns:a16="http://schemas.microsoft.com/office/drawing/2014/main" id="{E86F800E-3069-406C-BB18-B35FDBF92BA0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6" name="椭圆 305">
                <a:extLst>
                  <a:ext uri="{FF2B5EF4-FFF2-40B4-BE49-F238E27FC236}">
                    <a16:creationId xmlns:a16="http://schemas.microsoft.com/office/drawing/2014/main" id="{7C6DCEE5-6741-4D97-8071-9C5D0543FD1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7" name="椭圆 306">
                <a:extLst>
                  <a:ext uri="{FF2B5EF4-FFF2-40B4-BE49-F238E27FC236}">
                    <a16:creationId xmlns:a16="http://schemas.microsoft.com/office/drawing/2014/main" id="{E7ED4FC6-3AA9-43A7-BA7D-BFA661189EB4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6" name="组合 275">
              <a:extLst>
                <a:ext uri="{FF2B5EF4-FFF2-40B4-BE49-F238E27FC236}">
                  <a16:creationId xmlns:a16="http://schemas.microsoft.com/office/drawing/2014/main" id="{993E9BE9-9DCE-4C92-8671-AE2253CC738D}"/>
                </a:ext>
              </a:extLst>
            </p:cNvPr>
            <p:cNvGrpSpPr/>
            <p:nvPr/>
          </p:nvGrpSpPr>
          <p:grpSpPr>
            <a:xfrm>
              <a:off x="578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88" name="椭圆 287">
                <a:extLst>
                  <a:ext uri="{FF2B5EF4-FFF2-40B4-BE49-F238E27FC236}">
                    <a16:creationId xmlns:a16="http://schemas.microsoft.com/office/drawing/2014/main" id="{1D8ABF8C-10BA-49BB-8505-A2EC4F8F24B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9" name="椭圆 288">
                <a:extLst>
                  <a:ext uri="{FF2B5EF4-FFF2-40B4-BE49-F238E27FC236}">
                    <a16:creationId xmlns:a16="http://schemas.microsoft.com/office/drawing/2014/main" id="{0616D9B4-170D-48BD-9A58-3D180C1BDF12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0" name="椭圆 289">
                <a:extLst>
                  <a:ext uri="{FF2B5EF4-FFF2-40B4-BE49-F238E27FC236}">
                    <a16:creationId xmlns:a16="http://schemas.microsoft.com/office/drawing/2014/main" id="{C8F9E7C7-322E-4783-97F2-B1C50EF8211E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1" name="椭圆 290">
                <a:extLst>
                  <a:ext uri="{FF2B5EF4-FFF2-40B4-BE49-F238E27FC236}">
                    <a16:creationId xmlns:a16="http://schemas.microsoft.com/office/drawing/2014/main" id="{639DD677-70DC-4F9D-8034-FCA1023F16C2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2" name="椭圆 291">
                <a:extLst>
                  <a:ext uri="{FF2B5EF4-FFF2-40B4-BE49-F238E27FC236}">
                    <a16:creationId xmlns:a16="http://schemas.microsoft.com/office/drawing/2014/main" id="{B1C74772-FC80-4289-BC71-660CAAD8BDF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3" name="椭圆 292">
                <a:extLst>
                  <a:ext uri="{FF2B5EF4-FFF2-40B4-BE49-F238E27FC236}">
                    <a16:creationId xmlns:a16="http://schemas.microsoft.com/office/drawing/2014/main" id="{EE138B53-4AEA-4423-84DC-5407B87428F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4" name="椭圆 293">
                <a:extLst>
                  <a:ext uri="{FF2B5EF4-FFF2-40B4-BE49-F238E27FC236}">
                    <a16:creationId xmlns:a16="http://schemas.microsoft.com/office/drawing/2014/main" id="{02C02D29-6DB2-4DC7-A057-A46681A4CC3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5" name="椭圆 294">
                <a:extLst>
                  <a:ext uri="{FF2B5EF4-FFF2-40B4-BE49-F238E27FC236}">
                    <a16:creationId xmlns:a16="http://schemas.microsoft.com/office/drawing/2014/main" id="{B7C62780-467D-4812-8797-0A9AC700051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椭圆 295">
                <a:extLst>
                  <a:ext uri="{FF2B5EF4-FFF2-40B4-BE49-F238E27FC236}">
                    <a16:creationId xmlns:a16="http://schemas.microsoft.com/office/drawing/2014/main" id="{CF402AA4-0C0C-44BA-81C9-F9C4E8FED9C9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7" name="椭圆 296">
                <a:extLst>
                  <a:ext uri="{FF2B5EF4-FFF2-40B4-BE49-F238E27FC236}">
                    <a16:creationId xmlns:a16="http://schemas.microsoft.com/office/drawing/2014/main" id="{07F6BB68-BE9E-466A-823E-5093FE8E839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038C8D76-CD4E-4986-BAFF-CC1C13F085E3}"/>
                </a:ext>
              </a:extLst>
            </p:cNvPr>
            <p:cNvGrpSpPr/>
            <p:nvPr/>
          </p:nvGrpSpPr>
          <p:grpSpPr>
            <a:xfrm>
              <a:off x="378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78" name="椭圆 277">
                <a:extLst>
                  <a:ext uri="{FF2B5EF4-FFF2-40B4-BE49-F238E27FC236}">
                    <a16:creationId xmlns:a16="http://schemas.microsoft.com/office/drawing/2014/main" id="{FEFC6DFD-F3A3-4C31-92C3-7A3EA5E85EC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9" name="椭圆 278">
                <a:extLst>
                  <a:ext uri="{FF2B5EF4-FFF2-40B4-BE49-F238E27FC236}">
                    <a16:creationId xmlns:a16="http://schemas.microsoft.com/office/drawing/2014/main" id="{0206AB40-AF76-4F38-9FAA-97269C6EB77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0" name="椭圆 279">
                <a:extLst>
                  <a:ext uri="{FF2B5EF4-FFF2-40B4-BE49-F238E27FC236}">
                    <a16:creationId xmlns:a16="http://schemas.microsoft.com/office/drawing/2014/main" id="{4983A01C-A57D-4A46-AB23-5328F5CD127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1" name="椭圆 280">
                <a:extLst>
                  <a:ext uri="{FF2B5EF4-FFF2-40B4-BE49-F238E27FC236}">
                    <a16:creationId xmlns:a16="http://schemas.microsoft.com/office/drawing/2014/main" id="{AA320937-1E08-4A0F-A602-1E2C51BAF96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2" name="椭圆 281">
                <a:extLst>
                  <a:ext uri="{FF2B5EF4-FFF2-40B4-BE49-F238E27FC236}">
                    <a16:creationId xmlns:a16="http://schemas.microsoft.com/office/drawing/2014/main" id="{03A237AB-8C69-4AEC-8D94-3E8BFFEAD341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3" name="椭圆 282">
                <a:extLst>
                  <a:ext uri="{FF2B5EF4-FFF2-40B4-BE49-F238E27FC236}">
                    <a16:creationId xmlns:a16="http://schemas.microsoft.com/office/drawing/2014/main" id="{5F299511-ED7D-4814-AD21-61ED0D77097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4" name="椭圆 283">
                <a:extLst>
                  <a:ext uri="{FF2B5EF4-FFF2-40B4-BE49-F238E27FC236}">
                    <a16:creationId xmlns:a16="http://schemas.microsoft.com/office/drawing/2014/main" id="{1136FC4A-210A-44E7-AE04-2A0FAC3851E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5" name="椭圆 284">
                <a:extLst>
                  <a:ext uri="{FF2B5EF4-FFF2-40B4-BE49-F238E27FC236}">
                    <a16:creationId xmlns:a16="http://schemas.microsoft.com/office/drawing/2014/main" id="{A8BE1DC1-458C-44D3-B92B-0FBBDA9F450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6" name="椭圆 285">
                <a:extLst>
                  <a:ext uri="{FF2B5EF4-FFF2-40B4-BE49-F238E27FC236}">
                    <a16:creationId xmlns:a16="http://schemas.microsoft.com/office/drawing/2014/main" id="{3EAB3757-7E24-4D2D-99FA-EA6CD239027F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7" name="椭圆 286">
                <a:extLst>
                  <a:ext uri="{FF2B5EF4-FFF2-40B4-BE49-F238E27FC236}">
                    <a16:creationId xmlns:a16="http://schemas.microsoft.com/office/drawing/2014/main" id="{C400E4B3-94EF-4F79-8FAE-BDDBE5A1893E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488" name="椭圆 487">
            <a:extLst>
              <a:ext uri="{FF2B5EF4-FFF2-40B4-BE49-F238E27FC236}">
                <a16:creationId xmlns:a16="http://schemas.microsoft.com/office/drawing/2014/main" id="{6D1E718F-2DBC-40AF-B25F-199CC62C1A9F}"/>
              </a:ext>
            </a:extLst>
          </p:cNvPr>
          <p:cNvSpPr/>
          <p:nvPr/>
        </p:nvSpPr>
        <p:spPr>
          <a:xfrm>
            <a:off x="5773552" y="8052624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9" name="椭圆 488">
            <a:extLst>
              <a:ext uri="{FF2B5EF4-FFF2-40B4-BE49-F238E27FC236}">
                <a16:creationId xmlns:a16="http://schemas.microsoft.com/office/drawing/2014/main" id="{4F6B560A-4251-4053-9650-6ABB062B4DFB}"/>
              </a:ext>
            </a:extLst>
          </p:cNvPr>
          <p:cNvSpPr/>
          <p:nvPr/>
        </p:nvSpPr>
        <p:spPr>
          <a:xfrm>
            <a:off x="5773552" y="8375895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0" name="椭圆 489">
            <a:extLst>
              <a:ext uri="{FF2B5EF4-FFF2-40B4-BE49-F238E27FC236}">
                <a16:creationId xmlns:a16="http://schemas.microsoft.com/office/drawing/2014/main" id="{D246A4C5-71BB-48D4-8627-CE6DB04F1B26}"/>
              </a:ext>
            </a:extLst>
          </p:cNvPr>
          <p:cNvSpPr/>
          <p:nvPr/>
        </p:nvSpPr>
        <p:spPr>
          <a:xfrm>
            <a:off x="5773552" y="8860802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椭圆 490">
            <a:extLst>
              <a:ext uri="{FF2B5EF4-FFF2-40B4-BE49-F238E27FC236}">
                <a16:creationId xmlns:a16="http://schemas.microsoft.com/office/drawing/2014/main" id="{4D1DDA9C-86FD-40A7-88B2-EA4B5502CD69}"/>
              </a:ext>
            </a:extLst>
          </p:cNvPr>
          <p:cNvSpPr/>
          <p:nvPr/>
        </p:nvSpPr>
        <p:spPr>
          <a:xfrm>
            <a:off x="5773552" y="7890988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2" name="椭圆 491">
            <a:extLst>
              <a:ext uri="{FF2B5EF4-FFF2-40B4-BE49-F238E27FC236}">
                <a16:creationId xmlns:a16="http://schemas.microsoft.com/office/drawing/2014/main" id="{7E3EE0C8-BBA1-420F-8C94-3974F157CE55}"/>
              </a:ext>
            </a:extLst>
          </p:cNvPr>
          <p:cNvSpPr/>
          <p:nvPr/>
        </p:nvSpPr>
        <p:spPr>
          <a:xfrm>
            <a:off x="5773552" y="9022437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3" name="椭圆 492">
            <a:extLst>
              <a:ext uri="{FF2B5EF4-FFF2-40B4-BE49-F238E27FC236}">
                <a16:creationId xmlns:a16="http://schemas.microsoft.com/office/drawing/2014/main" id="{42D6AFF3-4A5F-4906-ADAF-2FE9120E0BC4}"/>
              </a:ext>
            </a:extLst>
          </p:cNvPr>
          <p:cNvSpPr/>
          <p:nvPr/>
        </p:nvSpPr>
        <p:spPr>
          <a:xfrm>
            <a:off x="5773552" y="7729353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4" name="椭圆 493">
            <a:extLst>
              <a:ext uri="{FF2B5EF4-FFF2-40B4-BE49-F238E27FC236}">
                <a16:creationId xmlns:a16="http://schemas.microsoft.com/office/drawing/2014/main" id="{505FCB7B-7509-4579-82AC-E5D03C3FFDCB}"/>
              </a:ext>
            </a:extLst>
          </p:cNvPr>
          <p:cNvSpPr/>
          <p:nvPr/>
        </p:nvSpPr>
        <p:spPr>
          <a:xfrm>
            <a:off x="5773552" y="8214259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5" name="椭圆 494">
            <a:extLst>
              <a:ext uri="{FF2B5EF4-FFF2-40B4-BE49-F238E27FC236}">
                <a16:creationId xmlns:a16="http://schemas.microsoft.com/office/drawing/2014/main" id="{F5729DBA-F9BB-45F1-9843-5F2F97E7D548}"/>
              </a:ext>
            </a:extLst>
          </p:cNvPr>
          <p:cNvSpPr/>
          <p:nvPr/>
        </p:nvSpPr>
        <p:spPr>
          <a:xfrm>
            <a:off x="5773552" y="8537531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6" name="椭圆 495">
            <a:extLst>
              <a:ext uri="{FF2B5EF4-FFF2-40B4-BE49-F238E27FC236}">
                <a16:creationId xmlns:a16="http://schemas.microsoft.com/office/drawing/2014/main" id="{433C3CA9-0BC2-46AC-8809-941AE45E8BF8}"/>
              </a:ext>
            </a:extLst>
          </p:cNvPr>
          <p:cNvSpPr/>
          <p:nvPr/>
        </p:nvSpPr>
        <p:spPr>
          <a:xfrm>
            <a:off x="5773552" y="9184069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7" name="椭圆 496">
            <a:extLst>
              <a:ext uri="{FF2B5EF4-FFF2-40B4-BE49-F238E27FC236}">
                <a16:creationId xmlns:a16="http://schemas.microsoft.com/office/drawing/2014/main" id="{32EA48F5-E4BD-4F12-A5F9-66E9512844D8}"/>
              </a:ext>
            </a:extLst>
          </p:cNvPr>
          <p:cNvSpPr/>
          <p:nvPr/>
        </p:nvSpPr>
        <p:spPr>
          <a:xfrm>
            <a:off x="5773552" y="8699166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C44A1469-AA26-4089-9FA4-92613AE5A9C6}"/>
              </a:ext>
            </a:extLst>
          </p:cNvPr>
          <p:cNvGrpSpPr/>
          <p:nvPr/>
        </p:nvGrpSpPr>
        <p:grpSpPr>
          <a:xfrm>
            <a:off x="6310616" y="7722798"/>
            <a:ext cx="75872" cy="1530589"/>
            <a:chOff x="4374699" y="2227188"/>
            <a:chExt cx="84501" cy="1704659"/>
          </a:xfrm>
        </p:grpSpPr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2C0EBCAF-8CFD-4E50-B469-424DEC665536}"/>
                </a:ext>
              </a:extLst>
            </p:cNvPr>
            <p:cNvSpPr/>
            <p:nvPr/>
          </p:nvSpPr>
          <p:spPr>
            <a:xfrm>
              <a:off x="4374699" y="2587224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2165E2E8-4233-4DED-8BA8-8EA080D0845F}"/>
                </a:ext>
              </a:extLst>
            </p:cNvPr>
            <p:cNvSpPr/>
            <p:nvPr/>
          </p:nvSpPr>
          <p:spPr>
            <a:xfrm>
              <a:off x="4374699" y="2947260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C617FA90-8C78-4358-BEA2-829B1581F3E0}"/>
                </a:ext>
              </a:extLst>
            </p:cNvPr>
            <p:cNvSpPr/>
            <p:nvPr/>
          </p:nvSpPr>
          <p:spPr>
            <a:xfrm>
              <a:off x="4374699" y="3487314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480CC987-552F-4ACC-B7F9-DE28B6FCCD09}"/>
                </a:ext>
              </a:extLst>
            </p:cNvPr>
            <p:cNvSpPr/>
            <p:nvPr/>
          </p:nvSpPr>
          <p:spPr>
            <a:xfrm>
              <a:off x="4374699" y="2407206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EE4CB034-AC14-4BCC-8CB6-2E0AFDBC8B2F}"/>
                </a:ext>
              </a:extLst>
            </p:cNvPr>
            <p:cNvSpPr/>
            <p:nvPr/>
          </p:nvSpPr>
          <p:spPr>
            <a:xfrm>
              <a:off x="4374699" y="3667332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530EEAA7-E398-430B-B013-6E9A762A8450}"/>
                </a:ext>
              </a:extLst>
            </p:cNvPr>
            <p:cNvSpPr/>
            <p:nvPr/>
          </p:nvSpPr>
          <p:spPr>
            <a:xfrm>
              <a:off x="4374699" y="2227188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635B0F51-2EB7-4653-B758-5485090F8227}"/>
                </a:ext>
              </a:extLst>
            </p:cNvPr>
            <p:cNvSpPr/>
            <p:nvPr/>
          </p:nvSpPr>
          <p:spPr>
            <a:xfrm>
              <a:off x="4374699" y="2767242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C43D6735-AD01-4D11-80CD-7DE6785E2B32}"/>
                </a:ext>
              </a:extLst>
            </p:cNvPr>
            <p:cNvSpPr/>
            <p:nvPr/>
          </p:nvSpPr>
          <p:spPr>
            <a:xfrm>
              <a:off x="4374699" y="3127278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CCD52AB7-074E-4E60-994D-A1C66293CCC3}"/>
                </a:ext>
              </a:extLst>
            </p:cNvPr>
            <p:cNvSpPr/>
            <p:nvPr/>
          </p:nvSpPr>
          <p:spPr>
            <a:xfrm>
              <a:off x="4374699" y="3847346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A189D46A-C420-4986-8230-E7B605672F72}"/>
                </a:ext>
              </a:extLst>
            </p:cNvPr>
            <p:cNvSpPr/>
            <p:nvPr/>
          </p:nvSpPr>
          <p:spPr>
            <a:xfrm>
              <a:off x="4374699" y="3307296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09" name="组合 508">
            <a:extLst>
              <a:ext uri="{FF2B5EF4-FFF2-40B4-BE49-F238E27FC236}">
                <a16:creationId xmlns:a16="http://schemas.microsoft.com/office/drawing/2014/main" id="{B6520131-B0EF-4605-ACB6-6246C0347AB1}"/>
              </a:ext>
            </a:extLst>
          </p:cNvPr>
          <p:cNvGrpSpPr/>
          <p:nvPr/>
        </p:nvGrpSpPr>
        <p:grpSpPr>
          <a:xfrm>
            <a:off x="5843104" y="7772394"/>
            <a:ext cx="192452" cy="1455322"/>
            <a:chOff x="4965999" y="2261870"/>
            <a:chExt cx="143777" cy="1620832"/>
          </a:xfrm>
        </p:grpSpPr>
        <p:cxnSp>
          <p:nvCxnSpPr>
            <p:cNvPr id="510" name="直接箭头连接符 509">
              <a:extLst>
                <a:ext uri="{FF2B5EF4-FFF2-40B4-BE49-F238E27FC236}">
                  <a16:creationId xmlns:a16="http://schemas.microsoft.com/office/drawing/2014/main" id="{013EF569-B12D-45D6-B43E-3071EADD2F24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26187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箭头连接符 510">
              <a:extLst>
                <a:ext uri="{FF2B5EF4-FFF2-40B4-BE49-F238E27FC236}">
                  <a16:creationId xmlns:a16="http://schemas.microsoft.com/office/drawing/2014/main" id="{E9A20947-84B1-430F-A518-A0AB59A67C71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44196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箭头连接符 511">
              <a:extLst>
                <a:ext uri="{FF2B5EF4-FFF2-40B4-BE49-F238E27FC236}">
                  <a16:creationId xmlns:a16="http://schemas.microsoft.com/office/drawing/2014/main" id="{8872D43F-808D-4B19-9373-D4951BCA831F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62205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箭头连接符 512">
              <a:extLst>
                <a:ext uri="{FF2B5EF4-FFF2-40B4-BE49-F238E27FC236}">
                  <a16:creationId xmlns:a16="http://schemas.microsoft.com/office/drawing/2014/main" id="{BF05B589-C4B0-4715-BA6C-38E20401C9A4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80214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箭头连接符 513">
              <a:extLst>
                <a:ext uri="{FF2B5EF4-FFF2-40B4-BE49-F238E27FC236}">
                  <a16:creationId xmlns:a16="http://schemas.microsoft.com/office/drawing/2014/main" id="{AE009D07-3B10-4FE3-A1A1-9DDC02E37D79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982238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箭头连接符 514">
              <a:extLst>
                <a:ext uri="{FF2B5EF4-FFF2-40B4-BE49-F238E27FC236}">
                  <a16:creationId xmlns:a16="http://schemas.microsoft.com/office/drawing/2014/main" id="{C53BE7DC-DC38-4A48-8E22-2B568A28C6EB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16233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接箭头连接符 515">
              <a:extLst>
                <a:ext uri="{FF2B5EF4-FFF2-40B4-BE49-F238E27FC236}">
                  <a16:creationId xmlns:a16="http://schemas.microsoft.com/office/drawing/2014/main" id="{38E1B243-1B80-4134-877E-7FE0E124A799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34242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接箭头连接符 516">
              <a:extLst>
                <a:ext uri="{FF2B5EF4-FFF2-40B4-BE49-F238E27FC236}">
                  <a16:creationId xmlns:a16="http://schemas.microsoft.com/office/drawing/2014/main" id="{7E62A9B6-5059-40AB-AB8D-BE9DE4F94890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52251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箭头连接符 517">
              <a:extLst>
                <a:ext uri="{FF2B5EF4-FFF2-40B4-BE49-F238E27FC236}">
                  <a16:creationId xmlns:a16="http://schemas.microsoft.com/office/drawing/2014/main" id="{16A4628D-9E7B-4C36-AD6A-088A4148A412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70260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箭头连接符 518">
              <a:extLst>
                <a:ext uri="{FF2B5EF4-FFF2-40B4-BE49-F238E27FC236}">
                  <a16:creationId xmlns:a16="http://schemas.microsoft.com/office/drawing/2014/main" id="{177EEED2-6B57-42CE-B586-31A655024215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88270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0" name="组合 519">
            <a:extLst>
              <a:ext uri="{FF2B5EF4-FFF2-40B4-BE49-F238E27FC236}">
                <a16:creationId xmlns:a16="http://schemas.microsoft.com/office/drawing/2014/main" id="{DAFDD6A6-A43E-4192-AFB9-FCC4A7D6355F}"/>
              </a:ext>
            </a:extLst>
          </p:cNvPr>
          <p:cNvGrpSpPr/>
          <p:nvPr/>
        </p:nvGrpSpPr>
        <p:grpSpPr>
          <a:xfrm rot="10800000">
            <a:off x="6133600" y="7766683"/>
            <a:ext cx="163472" cy="1455322"/>
            <a:chOff x="4965999" y="2261870"/>
            <a:chExt cx="143777" cy="1620832"/>
          </a:xfrm>
        </p:grpSpPr>
        <p:cxnSp>
          <p:nvCxnSpPr>
            <p:cNvPr id="521" name="直接箭头连接符 520">
              <a:extLst>
                <a:ext uri="{FF2B5EF4-FFF2-40B4-BE49-F238E27FC236}">
                  <a16:creationId xmlns:a16="http://schemas.microsoft.com/office/drawing/2014/main" id="{1AAEA263-5264-4F37-AD1D-0F85A6BCE22A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26187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箭头连接符 521">
              <a:extLst>
                <a:ext uri="{FF2B5EF4-FFF2-40B4-BE49-F238E27FC236}">
                  <a16:creationId xmlns:a16="http://schemas.microsoft.com/office/drawing/2014/main" id="{19CC33F9-9830-4F7C-A789-F1253D793880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44196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E8251AA4-D465-4482-AB81-305E39013A6F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62205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接箭头连接符 523">
              <a:extLst>
                <a:ext uri="{FF2B5EF4-FFF2-40B4-BE49-F238E27FC236}">
                  <a16:creationId xmlns:a16="http://schemas.microsoft.com/office/drawing/2014/main" id="{21EDFC8C-9388-4A1E-8484-6E65C3299605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80214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箭头连接符 524">
              <a:extLst>
                <a:ext uri="{FF2B5EF4-FFF2-40B4-BE49-F238E27FC236}">
                  <a16:creationId xmlns:a16="http://schemas.microsoft.com/office/drawing/2014/main" id="{626973C8-BF8F-46C7-A7B7-D165BC218504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982238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箭头连接符 525">
              <a:extLst>
                <a:ext uri="{FF2B5EF4-FFF2-40B4-BE49-F238E27FC236}">
                  <a16:creationId xmlns:a16="http://schemas.microsoft.com/office/drawing/2014/main" id="{848BD1F9-7ED8-42B8-8497-8AB3DDF04C4C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16233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直接箭头连接符 526">
              <a:extLst>
                <a:ext uri="{FF2B5EF4-FFF2-40B4-BE49-F238E27FC236}">
                  <a16:creationId xmlns:a16="http://schemas.microsoft.com/office/drawing/2014/main" id="{35B10F71-F425-4560-A311-6C239B853B08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34242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直接箭头连接符 527">
              <a:extLst>
                <a:ext uri="{FF2B5EF4-FFF2-40B4-BE49-F238E27FC236}">
                  <a16:creationId xmlns:a16="http://schemas.microsoft.com/office/drawing/2014/main" id="{B21BBA50-2A32-4B3B-884A-392CB770EB56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52251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直接箭头连接符 528">
              <a:extLst>
                <a:ext uri="{FF2B5EF4-FFF2-40B4-BE49-F238E27FC236}">
                  <a16:creationId xmlns:a16="http://schemas.microsoft.com/office/drawing/2014/main" id="{76C1BBB1-87A3-4E19-AADC-9C762268D7B9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70260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箭头连接符 529">
              <a:extLst>
                <a:ext uri="{FF2B5EF4-FFF2-40B4-BE49-F238E27FC236}">
                  <a16:creationId xmlns:a16="http://schemas.microsoft.com/office/drawing/2014/main" id="{329BC512-8C8E-44A3-A3C1-301E11DAFC6E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88270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1" name="任意多边形: 形状 530">
            <a:extLst>
              <a:ext uri="{FF2B5EF4-FFF2-40B4-BE49-F238E27FC236}">
                <a16:creationId xmlns:a16="http://schemas.microsoft.com/office/drawing/2014/main" id="{5B26C5A0-83CE-4BE6-BF0F-05B43E04991D}"/>
              </a:ext>
            </a:extLst>
          </p:cNvPr>
          <p:cNvSpPr/>
          <p:nvPr/>
        </p:nvSpPr>
        <p:spPr>
          <a:xfrm rot="10800000" flipH="1">
            <a:off x="6563504" y="7191291"/>
            <a:ext cx="4462429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2" name="任意多边形: 形状 531">
            <a:extLst>
              <a:ext uri="{FF2B5EF4-FFF2-40B4-BE49-F238E27FC236}">
                <a16:creationId xmlns:a16="http://schemas.microsoft.com/office/drawing/2014/main" id="{53B65A1D-1F4B-4677-93CE-BF6AB6478AEA}"/>
              </a:ext>
            </a:extLst>
          </p:cNvPr>
          <p:cNvSpPr/>
          <p:nvPr/>
        </p:nvSpPr>
        <p:spPr>
          <a:xfrm rot="10800000">
            <a:off x="1166068" y="7198494"/>
            <a:ext cx="4478811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3" name="椭圆 532">
            <a:extLst>
              <a:ext uri="{FF2B5EF4-FFF2-40B4-BE49-F238E27FC236}">
                <a16:creationId xmlns:a16="http://schemas.microsoft.com/office/drawing/2014/main" id="{7901E58F-22D5-4978-8A12-0928F0D65853}"/>
              </a:ext>
            </a:extLst>
          </p:cNvPr>
          <p:cNvSpPr/>
          <p:nvPr/>
        </p:nvSpPr>
        <p:spPr>
          <a:xfrm>
            <a:off x="5330941" y="9515229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4" name="椭圆 533">
            <a:extLst>
              <a:ext uri="{FF2B5EF4-FFF2-40B4-BE49-F238E27FC236}">
                <a16:creationId xmlns:a16="http://schemas.microsoft.com/office/drawing/2014/main" id="{40CE3503-C9D3-4182-B10A-253FDFA08BA7}"/>
              </a:ext>
            </a:extLst>
          </p:cNvPr>
          <p:cNvSpPr/>
          <p:nvPr/>
        </p:nvSpPr>
        <p:spPr>
          <a:xfrm>
            <a:off x="6752761" y="9515229"/>
            <a:ext cx="75872" cy="7587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35" name="直接箭头连接符 534">
            <a:extLst>
              <a:ext uri="{FF2B5EF4-FFF2-40B4-BE49-F238E27FC236}">
                <a16:creationId xmlns:a16="http://schemas.microsoft.com/office/drawing/2014/main" id="{E4425996-D553-4A8C-81A9-E1E9355B2C2B}"/>
              </a:ext>
            </a:extLst>
          </p:cNvPr>
          <p:cNvCxnSpPr>
            <a:cxnSpLocks/>
          </p:cNvCxnSpPr>
          <p:nvPr/>
        </p:nvCxnSpPr>
        <p:spPr>
          <a:xfrm>
            <a:off x="5450535" y="9553165"/>
            <a:ext cx="528680" cy="0"/>
          </a:xfrm>
          <a:prstGeom prst="straightConnector1">
            <a:avLst/>
          </a:prstGeom>
          <a:ln w="19050">
            <a:solidFill>
              <a:srgbClr val="00B0F0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直接箭头连接符 535">
            <a:extLst>
              <a:ext uri="{FF2B5EF4-FFF2-40B4-BE49-F238E27FC236}">
                <a16:creationId xmlns:a16="http://schemas.microsoft.com/office/drawing/2014/main" id="{37632892-B987-4747-93F5-2D1A92FE44A3}"/>
              </a:ext>
            </a:extLst>
          </p:cNvPr>
          <p:cNvCxnSpPr>
            <a:cxnSpLocks/>
          </p:cNvCxnSpPr>
          <p:nvPr/>
        </p:nvCxnSpPr>
        <p:spPr>
          <a:xfrm flipH="1">
            <a:off x="6159010" y="9553165"/>
            <a:ext cx="555815" cy="0"/>
          </a:xfrm>
          <a:prstGeom prst="straightConnector1">
            <a:avLst/>
          </a:prstGeom>
          <a:ln w="19050">
            <a:solidFill>
              <a:srgbClr val="00B0F0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文本框 536">
            <a:extLst>
              <a:ext uri="{FF2B5EF4-FFF2-40B4-BE49-F238E27FC236}">
                <a16:creationId xmlns:a16="http://schemas.microsoft.com/office/drawing/2014/main" id="{10606D70-12F1-4CAB-98E3-98DFDEB37269}"/>
              </a:ext>
            </a:extLst>
          </p:cNvPr>
          <p:cNvSpPr txBox="1"/>
          <p:nvPr/>
        </p:nvSpPr>
        <p:spPr>
          <a:xfrm>
            <a:off x="7010217" y="9464554"/>
            <a:ext cx="1712374" cy="191771"/>
          </a:xfrm>
          <a:custGeom>
            <a:avLst/>
            <a:gdLst/>
            <a:ahLst/>
            <a:cxnLst/>
            <a:rect l="l" t="t" r="r" b="b"/>
            <a:pathLst>
              <a:path w="1907118" h="213581">
                <a:moveTo>
                  <a:pt x="1729731" y="140697"/>
                </a:moveTo>
                <a:lnTo>
                  <a:pt x="1729731" y="152498"/>
                </a:lnTo>
                <a:lnTo>
                  <a:pt x="1780327" y="152498"/>
                </a:lnTo>
                <a:lnTo>
                  <a:pt x="1780327" y="140697"/>
                </a:lnTo>
                <a:close/>
                <a:moveTo>
                  <a:pt x="407239" y="113250"/>
                </a:moveTo>
                <a:cubicBezTo>
                  <a:pt x="427632" y="114598"/>
                  <a:pt x="451831" y="115272"/>
                  <a:pt x="479835" y="115272"/>
                </a:cubicBezTo>
                <a:cubicBezTo>
                  <a:pt x="507840" y="115272"/>
                  <a:pt x="530016" y="114598"/>
                  <a:pt x="546363" y="113250"/>
                </a:cubicBezTo>
                <a:lnTo>
                  <a:pt x="546363" y="132621"/>
                </a:lnTo>
                <a:cubicBezTo>
                  <a:pt x="531402" y="131425"/>
                  <a:pt x="511220" y="130828"/>
                  <a:pt x="485816" y="130828"/>
                </a:cubicBezTo>
                <a:lnTo>
                  <a:pt x="485816" y="186584"/>
                </a:lnTo>
                <a:cubicBezTo>
                  <a:pt x="527093" y="186584"/>
                  <a:pt x="557068" y="185911"/>
                  <a:pt x="575742" y="184563"/>
                </a:cubicBezTo>
                <a:lnTo>
                  <a:pt x="575742" y="203937"/>
                </a:lnTo>
                <a:cubicBezTo>
                  <a:pt x="556321" y="202741"/>
                  <a:pt x="526241" y="202144"/>
                  <a:pt x="485504" y="202144"/>
                </a:cubicBezTo>
                <a:cubicBezTo>
                  <a:pt x="444767" y="202144"/>
                  <a:pt x="409184" y="202741"/>
                  <a:pt x="378757" y="203937"/>
                </a:cubicBezTo>
                <a:lnTo>
                  <a:pt x="378757" y="184563"/>
                </a:lnTo>
                <a:cubicBezTo>
                  <a:pt x="402245" y="185911"/>
                  <a:pt x="431698" y="186584"/>
                  <a:pt x="467114" y="186584"/>
                </a:cubicBezTo>
                <a:lnTo>
                  <a:pt x="467114" y="130828"/>
                </a:lnTo>
                <a:cubicBezTo>
                  <a:pt x="440327" y="131128"/>
                  <a:pt x="420369" y="131725"/>
                  <a:pt x="407239" y="132621"/>
                </a:cubicBezTo>
                <a:close/>
                <a:moveTo>
                  <a:pt x="1729731" y="112890"/>
                </a:moveTo>
                <a:lnTo>
                  <a:pt x="1729731" y="126934"/>
                </a:lnTo>
                <a:lnTo>
                  <a:pt x="1780327" y="126934"/>
                </a:lnTo>
                <a:lnTo>
                  <a:pt x="1780327" y="112890"/>
                </a:lnTo>
                <a:close/>
                <a:moveTo>
                  <a:pt x="920023" y="94723"/>
                </a:moveTo>
                <a:lnTo>
                  <a:pt x="920023" y="140836"/>
                </a:lnTo>
                <a:lnTo>
                  <a:pt x="968826" y="140836"/>
                </a:lnTo>
                <a:lnTo>
                  <a:pt x="968826" y="94723"/>
                </a:lnTo>
                <a:close/>
                <a:moveTo>
                  <a:pt x="674982" y="82304"/>
                </a:moveTo>
                <a:cubicBezTo>
                  <a:pt x="682735" y="85180"/>
                  <a:pt x="688950" y="86689"/>
                  <a:pt x="693627" y="86829"/>
                </a:cubicBezTo>
                <a:cubicBezTo>
                  <a:pt x="697092" y="87077"/>
                  <a:pt x="698824" y="88168"/>
                  <a:pt x="698824" y="90103"/>
                </a:cubicBezTo>
                <a:cubicBezTo>
                  <a:pt x="698824" y="92038"/>
                  <a:pt x="697806" y="93682"/>
                  <a:pt x="695770" y="95037"/>
                </a:cubicBezTo>
                <a:cubicBezTo>
                  <a:pt x="693144" y="96788"/>
                  <a:pt x="690952" y="101837"/>
                  <a:pt x="689194" y="110186"/>
                </a:cubicBezTo>
                <a:cubicBezTo>
                  <a:pt x="684448" y="133922"/>
                  <a:pt x="677748" y="152927"/>
                  <a:pt x="669092" y="167202"/>
                </a:cubicBezTo>
                <a:cubicBezTo>
                  <a:pt x="660436" y="181476"/>
                  <a:pt x="647013" y="195664"/>
                  <a:pt x="628822" y="209766"/>
                </a:cubicBezTo>
                <a:cubicBezTo>
                  <a:pt x="624574" y="204606"/>
                  <a:pt x="619174" y="200660"/>
                  <a:pt x="612620" y="197929"/>
                </a:cubicBezTo>
                <a:cubicBezTo>
                  <a:pt x="634156" y="182779"/>
                  <a:pt x="649376" y="166706"/>
                  <a:pt x="658278" y="149710"/>
                </a:cubicBezTo>
                <a:cubicBezTo>
                  <a:pt x="667180" y="132714"/>
                  <a:pt x="672748" y="110245"/>
                  <a:pt x="674982" y="82304"/>
                </a:cubicBezTo>
                <a:close/>
                <a:moveTo>
                  <a:pt x="753334" y="79835"/>
                </a:moveTo>
                <a:cubicBezTo>
                  <a:pt x="757283" y="137895"/>
                  <a:pt x="778730" y="175969"/>
                  <a:pt x="817678" y="194057"/>
                </a:cubicBezTo>
                <a:cubicBezTo>
                  <a:pt x="810222" y="199641"/>
                  <a:pt x="804678" y="205027"/>
                  <a:pt x="801044" y="210216"/>
                </a:cubicBezTo>
                <a:cubicBezTo>
                  <a:pt x="781923" y="198253"/>
                  <a:pt x="767165" y="182483"/>
                  <a:pt x="756771" y="162908"/>
                </a:cubicBezTo>
                <a:cubicBezTo>
                  <a:pt x="746376" y="143333"/>
                  <a:pt x="739067" y="117101"/>
                  <a:pt x="734843" y="84211"/>
                </a:cubicBezTo>
                <a:close/>
                <a:moveTo>
                  <a:pt x="901324" y="77592"/>
                </a:moveTo>
                <a:cubicBezTo>
                  <a:pt x="911649" y="78792"/>
                  <a:pt x="926187" y="79393"/>
                  <a:pt x="944937" y="79393"/>
                </a:cubicBezTo>
                <a:cubicBezTo>
                  <a:pt x="963687" y="79393"/>
                  <a:pt x="977958" y="78792"/>
                  <a:pt x="987749" y="77592"/>
                </a:cubicBezTo>
                <a:cubicBezTo>
                  <a:pt x="987002" y="88501"/>
                  <a:pt x="986628" y="102322"/>
                  <a:pt x="986628" y="119056"/>
                </a:cubicBezTo>
                <a:cubicBezTo>
                  <a:pt x="986628" y="135791"/>
                  <a:pt x="987002" y="148386"/>
                  <a:pt x="987749" y="156841"/>
                </a:cubicBezTo>
                <a:cubicBezTo>
                  <a:pt x="973314" y="156244"/>
                  <a:pt x="957437" y="155945"/>
                  <a:pt x="940118" y="155945"/>
                </a:cubicBezTo>
                <a:cubicBezTo>
                  <a:pt x="922800" y="155945"/>
                  <a:pt x="909868" y="156319"/>
                  <a:pt x="901324" y="157067"/>
                </a:cubicBezTo>
                <a:cubicBezTo>
                  <a:pt x="902220" y="147320"/>
                  <a:pt x="902667" y="134048"/>
                  <a:pt x="902667" y="117249"/>
                </a:cubicBezTo>
                <a:cubicBezTo>
                  <a:pt x="902667" y="100451"/>
                  <a:pt x="902220" y="87232"/>
                  <a:pt x="901324" y="77592"/>
                </a:cubicBezTo>
                <a:close/>
                <a:moveTo>
                  <a:pt x="1831530" y="64001"/>
                </a:moveTo>
                <a:cubicBezTo>
                  <a:pt x="1829763" y="68896"/>
                  <a:pt x="1827601" y="74090"/>
                  <a:pt x="1825043" y="79585"/>
                </a:cubicBezTo>
                <a:lnTo>
                  <a:pt x="1821605" y="86331"/>
                </a:lnTo>
                <a:lnTo>
                  <a:pt x="1833919" y="84322"/>
                </a:lnTo>
                <a:cubicBezTo>
                  <a:pt x="1834546" y="112680"/>
                  <a:pt x="1839189" y="134955"/>
                  <a:pt x="1847850" y="151148"/>
                </a:cubicBezTo>
                <a:cubicBezTo>
                  <a:pt x="1857718" y="132843"/>
                  <a:pt x="1863765" y="103794"/>
                  <a:pt x="1865991" y="64001"/>
                </a:cubicBezTo>
                <a:close/>
                <a:moveTo>
                  <a:pt x="501458" y="59204"/>
                </a:moveTo>
                <a:cubicBezTo>
                  <a:pt x="527856" y="74997"/>
                  <a:pt x="549628" y="89685"/>
                  <a:pt x="566773" y="103271"/>
                </a:cubicBezTo>
                <a:lnTo>
                  <a:pt x="554675" y="116476"/>
                </a:lnTo>
                <a:cubicBezTo>
                  <a:pt x="548217" y="110723"/>
                  <a:pt x="538777" y="103521"/>
                  <a:pt x="526354" y="94869"/>
                </a:cubicBezTo>
                <a:cubicBezTo>
                  <a:pt x="513931" y="86218"/>
                  <a:pt x="502482" y="79048"/>
                  <a:pt x="492007" y="73360"/>
                </a:cubicBezTo>
                <a:close/>
                <a:moveTo>
                  <a:pt x="446379" y="57411"/>
                </a:moveTo>
                <a:cubicBezTo>
                  <a:pt x="450261" y="61993"/>
                  <a:pt x="454203" y="65550"/>
                  <a:pt x="458206" y="68084"/>
                </a:cubicBezTo>
                <a:cubicBezTo>
                  <a:pt x="460466" y="69589"/>
                  <a:pt x="461596" y="71122"/>
                  <a:pt x="461596" y="72685"/>
                </a:cubicBezTo>
                <a:cubicBezTo>
                  <a:pt x="461596" y="74247"/>
                  <a:pt x="459785" y="75612"/>
                  <a:pt x="456163" y="76781"/>
                </a:cubicBezTo>
                <a:cubicBezTo>
                  <a:pt x="452939" y="77815"/>
                  <a:pt x="450066" y="79593"/>
                  <a:pt x="447544" y="82114"/>
                </a:cubicBezTo>
                <a:cubicBezTo>
                  <a:pt x="431173" y="95806"/>
                  <a:pt x="413151" y="108681"/>
                  <a:pt x="393480" y="120737"/>
                </a:cubicBezTo>
                <a:cubicBezTo>
                  <a:pt x="390594" y="114970"/>
                  <a:pt x="386584" y="110299"/>
                  <a:pt x="381450" y="106725"/>
                </a:cubicBezTo>
                <a:cubicBezTo>
                  <a:pt x="393656" y="100817"/>
                  <a:pt x="405402" y="93622"/>
                  <a:pt x="416686" y="85140"/>
                </a:cubicBezTo>
                <a:cubicBezTo>
                  <a:pt x="427971" y="76658"/>
                  <a:pt x="437869" y="67415"/>
                  <a:pt x="446379" y="57411"/>
                </a:cubicBezTo>
                <a:close/>
                <a:moveTo>
                  <a:pt x="1742512" y="51443"/>
                </a:moveTo>
                <a:lnTo>
                  <a:pt x="1742512" y="73560"/>
                </a:lnTo>
                <a:lnTo>
                  <a:pt x="1768440" y="73560"/>
                </a:lnTo>
                <a:lnTo>
                  <a:pt x="1768440" y="51443"/>
                </a:lnTo>
                <a:close/>
                <a:moveTo>
                  <a:pt x="1396079" y="43056"/>
                </a:moveTo>
                <a:cubicBezTo>
                  <a:pt x="1401904" y="48080"/>
                  <a:pt x="1406899" y="51312"/>
                  <a:pt x="1411067" y="52750"/>
                </a:cubicBezTo>
                <a:cubicBezTo>
                  <a:pt x="1413645" y="53819"/>
                  <a:pt x="1414935" y="55192"/>
                  <a:pt x="1414935" y="56868"/>
                </a:cubicBezTo>
                <a:cubicBezTo>
                  <a:pt x="1414935" y="58545"/>
                  <a:pt x="1413342" y="60118"/>
                  <a:pt x="1410157" y="61587"/>
                </a:cubicBezTo>
                <a:cubicBezTo>
                  <a:pt x="1406973" y="63056"/>
                  <a:pt x="1402505" y="67674"/>
                  <a:pt x="1396754" y="75442"/>
                </a:cubicBezTo>
                <a:cubicBezTo>
                  <a:pt x="1386024" y="89894"/>
                  <a:pt x="1375713" y="102310"/>
                  <a:pt x="1365822" y="112690"/>
                </a:cubicBezTo>
                <a:lnTo>
                  <a:pt x="1414935" y="164925"/>
                </a:lnTo>
                <a:lnTo>
                  <a:pt x="1400922" y="176576"/>
                </a:lnTo>
                <a:cubicBezTo>
                  <a:pt x="1383623" y="156733"/>
                  <a:pt x="1368310" y="139315"/>
                  <a:pt x="1354985" y="124323"/>
                </a:cubicBezTo>
                <a:cubicBezTo>
                  <a:pt x="1338149" y="142852"/>
                  <a:pt x="1318067" y="160194"/>
                  <a:pt x="1294738" y="176351"/>
                </a:cubicBezTo>
                <a:cubicBezTo>
                  <a:pt x="1293366" y="170838"/>
                  <a:pt x="1289374" y="166146"/>
                  <a:pt x="1282761" y="162274"/>
                </a:cubicBezTo>
                <a:cubicBezTo>
                  <a:pt x="1303476" y="149649"/>
                  <a:pt x="1323957" y="133271"/>
                  <a:pt x="1344205" y="113140"/>
                </a:cubicBezTo>
                <a:cubicBezTo>
                  <a:pt x="1326736" y="95233"/>
                  <a:pt x="1309393" y="78035"/>
                  <a:pt x="1292177" y="61547"/>
                </a:cubicBezTo>
                <a:lnTo>
                  <a:pt x="1303742" y="51353"/>
                </a:lnTo>
                <a:cubicBezTo>
                  <a:pt x="1325824" y="71949"/>
                  <a:pt x="1342953" y="88694"/>
                  <a:pt x="1355131" y="101588"/>
                </a:cubicBezTo>
                <a:cubicBezTo>
                  <a:pt x="1372545" y="81509"/>
                  <a:pt x="1386194" y="61999"/>
                  <a:pt x="1396079" y="43056"/>
                </a:cubicBezTo>
                <a:close/>
                <a:moveTo>
                  <a:pt x="291179" y="43056"/>
                </a:moveTo>
                <a:cubicBezTo>
                  <a:pt x="297004" y="48080"/>
                  <a:pt x="301999" y="51312"/>
                  <a:pt x="306167" y="52750"/>
                </a:cubicBezTo>
                <a:cubicBezTo>
                  <a:pt x="308746" y="53819"/>
                  <a:pt x="310035" y="55192"/>
                  <a:pt x="310035" y="56868"/>
                </a:cubicBezTo>
                <a:cubicBezTo>
                  <a:pt x="310035" y="58545"/>
                  <a:pt x="308443" y="60118"/>
                  <a:pt x="305258" y="61587"/>
                </a:cubicBezTo>
                <a:cubicBezTo>
                  <a:pt x="302073" y="63056"/>
                  <a:pt x="297605" y="67674"/>
                  <a:pt x="291854" y="75442"/>
                </a:cubicBezTo>
                <a:cubicBezTo>
                  <a:pt x="281124" y="89894"/>
                  <a:pt x="270813" y="102310"/>
                  <a:pt x="260922" y="112690"/>
                </a:cubicBezTo>
                <a:lnTo>
                  <a:pt x="310035" y="164925"/>
                </a:lnTo>
                <a:lnTo>
                  <a:pt x="296023" y="176576"/>
                </a:lnTo>
                <a:cubicBezTo>
                  <a:pt x="278723" y="156733"/>
                  <a:pt x="263410" y="139315"/>
                  <a:pt x="250085" y="124323"/>
                </a:cubicBezTo>
                <a:cubicBezTo>
                  <a:pt x="233249" y="142852"/>
                  <a:pt x="213167" y="160194"/>
                  <a:pt x="189838" y="176351"/>
                </a:cubicBezTo>
                <a:cubicBezTo>
                  <a:pt x="188466" y="170838"/>
                  <a:pt x="184474" y="166146"/>
                  <a:pt x="177861" y="162274"/>
                </a:cubicBezTo>
                <a:cubicBezTo>
                  <a:pt x="198576" y="149649"/>
                  <a:pt x="219057" y="133271"/>
                  <a:pt x="239305" y="113140"/>
                </a:cubicBezTo>
                <a:cubicBezTo>
                  <a:pt x="221836" y="95233"/>
                  <a:pt x="204493" y="78035"/>
                  <a:pt x="187277" y="61547"/>
                </a:cubicBezTo>
                <a:lnTo>
                  <a:pt x="198843" y="51353"/>
                </a:lnTo>
                <a:cubicBezTo>
                  <a:pt x="220924" y="71949"/>
                  <a:pt x="238053" y="88694"/>
                  <a:pt x="250231" y="101588"/>
                </a:cubicBezTo>
                <a:cubicBezTo>
                  <a:pt x="267645" y="81509"/>
                  <a:pt x="281294" y="61999"/>
                  <a:pt x="291179" y="43056"/>
                </a:cubicBezTo>
                <a:close/>
                <a:moveTo>
                  <a:pt x="20720" y="33501"/>
                </a:moveTo>
                <a:lnTo>
                  <a:pt x="20720" y="84100"/>
                </a:lnTo>
                <a:lnTo>
                  <a:pt x="43859" y="84100"/>
                </a:lnTo>
                <a:cubicBezTo>
                  <a:pt x="60580" y="84407"/>
                  <a:pt x="71429" y="81968"/>
                  <a:pt x="76406" y="76783"/>
                </a:cubicBezTo>
                <a:cubicBezTo>
                  <a:pt x="81383" y="71598"/>
                  <a:pt x="83871" y="65454"/>
                  <a:pt x="83871" y="58351"/>
                </a:cubicBezTo>
                <a:cubicBezTo>
                  <a:pt x="83871" y="41784"/>
                  <a:pt x="71552" y="33501"/>
                  <a:pt x="46913" y="33501"/>
                </a:cubicBezTo>
                <a:close/>
                <a:moveTo>
                  <a:pt x="1257644" y="21753"/>
                </a:moveTo>
                <a:cubicBezTo>
                  <a:pt x="1267266" y="23401"/>
                  <a:pt x="1296022" y="24225"/>
                  <a:pt x="1343912" y="24225"/>
                </a:cubicBezTo>
                <a:cubicBezTo>
                  <a:pt x="1391801" y="24225"/>
                  <a:pt x="1419736" y="23401"/>
                  <a:pt x="1427715" y="21753"/>
                </a:cubicBezTo>
                <a:lnTo>
                  <a:pt x="1427715" y="42695"/>
                </a:lnTo>
                <a:cubicBezTo>
                  <a:pt x="1415195" y="41050"/>
                  <a:pt x="1387896" y="40227"/>
                  <a:pt x="1345819" y="40227"/>
                </a:cubicBezTo>
                <a:lnTo>
                  <a:pt x="1276793" y="40227"/>
                </a:lnTo>
                <a:lnTo>
                  <a:pt x="1276793" y="185463"/>
                </a:lnTo>
                <a:lnTo>
                  <a:pt x="1355463" y="185463"/>
                </a:lnTo>
                <a:cubicBezTo>
                  <a:pt x="1396185" y="185463"/>
                  <a:pt x="1422886" y="184565"/>
                  <a:pt x="1435566" y="182770"/>
                </a:cubicBezTo>
                <a:lnTo>
                  <a:pt x="1435566" y="203712"/>
                </a:lnTo>
                <a:cubicBezTo>
                  <a:pt x="1425629" y="202066"/>
                  <a:pt x="1395933" y="201243"/>
                  <a:pt x="1346476" y="201243"/>
                </a:cubicBezTo>
                <a:cubicBezTo>
                  <a:pt x="1297020" y="201243"/>
                  <a:pt x="1267409" y="202066"/>
                  <a:pt x="1257644" y="203712"/>
                </a:cubicBezTo>
                <a:cubicBezTo>
                  <a:pt x="1258392" y="190300"/>
                  <a:pt x="1258765" y="177504"/>
                  <a:pt x="1258765" y="165321"/>
                </a:cubicBezTo>
                <a:lnTo>
                  <a:pt x="1258765" y="60369"/>
                </a:lnTo>
                <a:cubicBezTo>
                  <a:pt x="1258765" y="45986"/>
                  <a:pt x="1258392" y="33114"/>
                  <a:pt x="1257644" y="21753"/>
                </a:cubicBezTo>
                <a:close/>
                <a:moveTo>
                  <a:pt x="152744" y="21753"/>
                </a:moveTo>
                <a:cubicBezTo>
                  <a:pt x="162367" y="23401"/>
                  <a:pt x="191123" y="24225"/>
                  <a:pt x="239012" y="24225"/>
                </a:cubicBezTo>
                <a:cubicBezTo>
                  <a:pt x="286901" y="24225"/>
                  <a:pt x="314836" y="23401"/>
                  <a:pt x="322815" y="21753"/>
                </a:cubicBezTo>
                <a:lnTo>
                  <a:pt x="322815" y="42695"/>
                </a:lnTo>
                <a:cubicBezTo>
                  <a:pt x="310295" y="41050"/>
                  <a:pt x="282996" y="40227"/>
                  <a:pt x="240919" y="40227"/>
                </a:cubicBezTo>
                <a:lnTo>
                  <a:pt x="171893" y="40227"/>
                </a:lnTo>
                <a:lnTo>
                  <a:pt x="171893" y="185463"/>
                </a:lnTo>
                <a:lnTo>
                  <a:pt x="250563" y="185463"/>
                </a:lnTo>
                <a:cubicBezTo>
                  <a:pt x="291285" y="185463"/>
                  <a:pt x="317986" y="184565"/>
                  <a:pt x="330666" y="182770"/>
                </a:cubicBezTo>
                <a:lnTo>
                  <a:pt x="330666" y="203712"/>
                </a:lnTo>
                <a:cubicBezTo>
                  <a:pt x="320729" y="202066"/>
                  <a:pt x="291033" y="201243"/>
                  <a:pt x="241576" y="201243"/>
                </a:cubicBezTo>
                <a:cubicBezTo>
                  <a:pt x="192120" y="201243"/>
                  <a:pt x="162509" y="202066"/>
                  <a:pt x="152744" y="203712"/>
                </a:cubicBezTo>
                <a:cubicBezTo>
                  <a:pt x="153492" y="190300"/>
                  <a:pt x="153865" y="177504"/>
                  <a:pt x="153865" y="165321"/>
                </a:cubicBezTo>
                <a:lnTo>
                  <a:pt x="153865" y="60369"/>
                </a:lnTo>
                <a:cubicBezTo>
                  <a:pt x="153865" y="45986"/>
                  <a:pt x="153492" y="33114"/>
                  <a:pt x="152744" y="21753"/>
                </a:cubicBezTo>
                <a:close/>
                <a:moveTo>
                  <a:pt x="1076550" y="13459"/>
                </a:moveTo>
                <a:lnTo>
                  <a:pt x="1083497" y="13459"/>
                </a:lnTo>
                <a:lnTo>
                  <a:pt x="1187110" y="136571"/>
                </a:lnTo>
                <a:lnTo>
                  <a:pt x="1187110" y="13459"/>
                </a:lnTo>
                <a:lnTo>
                  <a:pt x="1207602" y="13459"/>
                </a:lnTo>
                <a:lnTo>
                  <a:pt x="1207602" y="178819"/>
                </a:lnTo>
                <a:lnTo>
                  <a:pt x="1200633" y="178819"/>
                </a:lnTo>
                <a:lnTo>
                  <a:pt x="1097717" y="57047"/>
                </a:lnTo>
                <a:lnTo>
                  <a:pt x="1097717" y="178819"/>
                </a:lnTo>
                <a:lnTo>
                  <a:pt x="1076550" y="178819"/>
                </a:lnTo>
                <a:close/>
                <a:moveTo>
                  <a:pt x="0" y="13459"/>
                </a:moveTo>
                <a:lnTo>
                  <a:pt x="34354" y="13459"/>
                </a:lnTo>
                <a:cubicBezTo>
                  <a:pt x="53449" y="13459"/>
                  <a:pt x="66075" y="14249"/>
                  <a:pt x="72230" y="15827"/>
                </a:cubicBezTo>
                <a:cubicBezTo>
                  <a:pt x="78386" y="17406"/>
                  <a:pt x="84012" y="20156"/>
                  <a:pt x="89109" y="24077"/>
                </a:cubicBezTo>
                <a:cubicBezTo>
                  <a:pt x="94206" y="27997"/>
                  <a:pt x="98173" y="32912"/>
                  <a:pt x="101009" y="38821"/>
                </a:cubicBezTo>
                <a:cubicBezTo>
                  <a:pt x="103845" y="44730"/>
                  <a:pt x="105263" y="51240"/>
                  <a:pt x="105263" y="58351"/>
                </a:cubicBezTo>
                <a:cubicBezTo>
                  <a:pt x="105263" y="69966"/>
                  <a:pt x="102095" y="79498"/>
                  <a:pt x="95758" y="86945"/>
                </a:cubicBezTo>
                <a:cubicBezTo>
                  <a:pt x="89422" y="94393"/>
                  <a:pt x="81572" y="99083"/>
                  <a:pt x="72209" y="101017"/>
                </a:cubicBezTo>
                <a:cubicBezTo>
                  <a:pt x="62846" y="102950"/>
                  <a:pt x="48733" y="103917"/>
                  <a:pt x="29871" y="103917"/>
                </a:cubicBezTo>
                <a:lnTo>
                  <a:pt x="20720" y="103917"/>
                </a:lnTo>
                <a:lnTo>
                  <a:pt x="20720" y="178819"/>
                </a:lnTo>
                <a:lnTo>
                  <a:pt x="0" y="178819"/>
                </a:lnTo>
                <a:close/>
                <a:moveTo>
                  <a:pt x="1505303" y="5605"/>
                </a:moveTo>
                <a:cubicBezTo>
                  <a:pt x="1511245" y="6655"/>
                  <a:pt x="1517912" y="7180"/>
                  <a:pt x="1525306" y="7180"/>
                </a:cubicBezTo>
                <a:cubicBezTo>
                  <a:pt x="1530418" y="7180"/>
                  <a:pt x="1532975" y="8225"/>
                  <a:pt x="1532975" y="10314"/>
                </a:cubicBezTo>
                <a:cubicBezTo>
                  <a:pt x="1532975" y="12404"/>
                  <a:pt x="1531854" y="14346"/>
                  <a:pt x="1529612" y="16140"/>
                </a:cubicBezTo>
                <a:cubicBezTo>
                  <a:pt x="1527370" y="17934"/>
                  <a:pt x="1526249" y="20417"/>
                  <a:pt x="1526249" y="23589"/>
                </a:cubicBezTo>
                <a:lnTo>
                  <a:pt x="1526249" y="52703"/>
                </a:lnTo>
                <a:cubicBezTo>
                  <a:pt x="1537484" y="52703"/>
                  <a:pt x="1547799" y="52030"/>
                  <a:pt x="1557196" y="50682"/>
                </a:cubicBezTo>
                <a:lnTo>
                  <a:pt x="1557196" y="70502"/>
                </a:lnTo>
                <a:cubicBezTo>
                  <a:pt x="1547663" y="69307"/>
                  <a:pt x="1537348" y="68709"/>
                  <a:pt x="1526249" y="68709"/>
                </a:cubicBezTo>
                <a:lnTo>
                  <a:pt x="1526249" y="106971"/>
                </a:lnTo>
                <a:cubicBezTo>
                  <a:pt x="1534081" y="102773"/>
                  <a:pt x="1543200" y="98213"/>
                  <a:pt x="1553606" y="93291"/>
                </a:cubicBezTo>
                <a:cubicBezTo>
                  <a:pt x="1553008" y="99253"/>
                  <a:pt x="1553980" y="105234"/>
                  <a:pt x="1556520" y="111232"/>
                </a:cubicBezTo>
                <a:cubicBezTo>
                  <a:pt x="1545583" y="115476"/>
                  <a:pt x="1535493" y="119649"/>
                  <a:pt x="1526249" y="123752"/>
                </a:cubicBezTo>
                <a:lnTo>
                  <a:pt x="1526249" y="185952"/>
                </a:lnTo>
                <a:cubicBezTo>
                  <a:pt x="1526249" y="191877"/>
                  <a:pt x="1525307" y="196551"/>
                  <a:pt x="1523424" y="199974"/>
                </a:cubicBezTo>
                <a:cubicBezTo>
                  <a:pt x="1521540" y="203397"/>
                  <a:pt x="1517760" y="206068"/>
                  <a:pt x="1512083" y="207987"/>
                </a:cubicBezTo>
                <a:cubicBezTo>
                  <a:pt x="1506406" y="209906"/>
                  <a:pt x="1497194" y="211247"/>
                  <a:pt x="1484447" y="212009"/>
                </a:cubicBezTo>
                <a:cubicBezTo>
                  <a:pt x="1484447" y="204218"/>
                  <a:pt x="1482878" y="196863"/>
                  <a:pt x="1479739" y="189946"/>
                </a:cubicBezTo>
                <a:cubicBezTo>
                  <a:pt x="1486728" y="190696"/>
                  <a:pt x="1491976" y="191071"/>
                  <a:pt x="1495481" y="191071"/>
                </a:cubicBezTo>
                <a:cubicBezTo>
                  <a:pt x="1501053" y="191071"/>
                  <a:pt x="1504569" y="190312"/>
                  <a:pt x="1506030" y="188794"/>
                </a:cubicBezTo>
                <a:cubicBezTo>
                  <a:pt x="1507491" y="187276"/>
                  <a:pt x="1508222" y="184160"/>
                  <a:pt x="1508222" y="179448"/>
                </a:cubicBezTo>
                <a:lnTo>
                  <a:pt x="1508222" y="130381"/>
                </a:lnTo>
                <a:cubicBezTo>
                  <a:pt x="1495822" y="136696"/>
                  <a:pt x="1484857" y="141779"/>
                  <a:pt x="1475325" y="145629"/>
                </a:cubicBezTo>
                <a:cubicBezTo>
                  <a:pt x="1473984" y="138719"/>
                  <a:pt x="1471344" y="132009"/>
                  <a:pt x="1467406" y="125498"/>
                </a:cubicBezTo>
                <a:cubicBezTo>
                  <a:pt x="1483172" y="121726"/>
                  <a:pt x="1496777" y="117660"/>
                  <a:pt x="1508222" y="113300"/>
                </a:cubicBezTo>
                <a:lnTo>
                  <a:pt x="1508222" y="68484"/>
                </a:lnTo>
                <a:cubicBezTo>
                  <a:pt x="1496032" y="68484"/>
                  <a:pt x="1484221" y="69157"/>
                  <a:pt x="1472789" y="70502"/>
                </a:cubicBezTo>
                <a:lnTo>
                  <a:pt x="1472789" y="50682"/>
                </a:lnTo>
                <a:cubicBezTo>
                  <a:pt x="1482866" y="52030"/>
                  <a:pt x="1494677" y="52703"/>
                  <a:pt x="1508222" y="52703"/>
                </a:cubicBezTo>
                <a:cubicBezTo>
                  <a:pt x="1507924" y="30693"/>
                  <a:pt x="1506951" y="14994"/>
                  <a:pt x="1505303" y="5605"/>
                </a:cubicBezTo>
                <a:close/>
                <a:moveTo>
                  <a:pt x="700671" y="5605"/>
                </a:moveTo>
                <a:cubicBezTo>
                  <a:pt x="712182" y="14427"/>
                  <a:pt x="722554" y="24830"/>
                  <a:pt x="731789" y="36812"/>
                </a:cubicBezTo>
                <a:lnTo>
                  <a:pt x="720149" y="45462"/>
                </a:lnTo>
                <a:lnTo>
                  <a:pt x="769733" y="45134"/>
                </a:lnTo>
                <a:cubicBezTo>
                  <a:pt x="785496" y="44871"/>
                  <a:pt x="797217" y="44477"/>
                  <a:pt x="804898" y="43952"/>
                </a:cubicBezTo>
                <a:lnTo>
                  <a:pt x="804898" y="95395"/>
                </a:lnTo>
                <a:lnTo>
                  <a:pt x="786421" y="95395"/>
                </a:lnTo>
                <a:lnTo>
                  <a:pt x="786421" y="60862"/>
                </a:lnTo>
                <a:lnTo>
                  <a:pt x="640292" y="60862"/>
                </a:lnTo>
                <a:lnTo>
                  <a:pt x="640292" y="98534"/>
                </a:lnTo>
                <a:lnTo>
                  <a:pt x="622489" y="98534"/>
                </a:lnTo>
                <a:lnTo>
                  <a:pt x="622489" y="43952"/>
                </a:lnTo>
                <a:cubicBezTo>
                  <a:pt x="633358" y="45002"/>
                  <a:pt x="662636" y="45527"/>
                  <a:pt x="710324" y="45527"/>
                </a:cubicBezTo>
                <a:lnTo>
                  <a:pt x="715663" y="45492"/>
                </a:lnTo>
                <a:lnTo>
                  <a:pt x="688419" y="17617"/>
                </a:lnTo>
                <a:close/>
                <a:moveTo>
                  <a:pt x="1606698" y="4708"/>
                </a:moveTo>
                <a:cubicBezTo>
                  <a:pt x="1616800" y="15671"/>
                  <a:pt x="1625340" y="27703"/>
                  <a:pt x="1632319" y="40802"/>
                </a:cubicBezTo>
                <a:lnTo>
                  <a:pt x="1620625" y="47540"/>
                </a:lnTo>
                <a:lnTo>
                  <a:pt x="1620986" y="47546"/>
                </a:lnTo>
                <a:cubicBezTo>
                  <a:pt x="1648611" y="47546"/>
                  <a:pt x="1666741" y="46797"/>
                  <a:pt x="1675378" y="45299"/>
                </a:cubicBezTo>
                <a:lnTo>
                  <a:pt x="1675378" y="64898"/>
                </a:lnTo>
                <a:cubicBezTo>
                  <a:pt x="1667341" y="64000"/>
                  <a:pt x="1656638" y="63551"/>
                  <a:pt x="1643267" y="63551"/>
                </a:cubicBezTo>
                <a:lnTo>
                  <a:pt x="1580070" y="63551"/>
                </a:lnTo>
                <a:lnTo>
                  <a:pt x="1580070" y="119798"/>
                </a:lnTo>
                <a:cubicBezTo>
                  <a:pt x="1580070" y="142827"/>
                  <a:pt x="1577321" y="161059"/>
                  <a:pt x="1571824" y="174495"/>
                </a:cubicBezTo>
                <a:cubicBezTo>
                  <a:pt x="1566327" y="187932"/>
                  <a:pt x="1556766" y="200660"/>
                  <a:pt x="1543140" y="212681"/>
                </a:cubicBezTo>
                <a:cubicBezTo>
                  <a:pt x="1538787" y="207635"/>
                  <a:pt x="1533352" y="203497"/>
                  <a:pt x="1526835" y="200268"/>
                </a:cubicBezTo>
                <a:cubicBezTo>
                  <a:pt x="1539520" y="190315"/>
                  <a:pt x="1548671" y="179465"/>
                  <a:pt x="1554288" y="167720"/>
                </a:cubicBezTo>
                <a:cubicBezTo>
                  <a:pt x="1559905" y="155974"/>
                  <a:pt x="1562714" y="138315"/>
                  <a:pt x="1562714" y="114743"/>
                </a:cubicBezTo>
                <a:cubicBezTo>
                  <a:pt x="1562714" y="91171"/>
                  <a:pt x="1561966" y="68023"/>
                  <a:pt x="1560471" y="45299"/>
                </a:cubicBezTo>
                <a:cubicBezTo>
                  <a:pt x="1566830" y="46048"/>
                  <a:pt x="1575053" y="46609"/>
                  <a:pt x="1585138" y="46984"/>
                </a:cubicBezTo>
                <a:lnTo>
                  <a:pt x="1614352" y="47442"/>
                </a:lnTo>
                <a:lnTo>
                  <a:pt x="1591418" y="14299"/>
                </a:lnTo>
                <a:close/>
                <a:moveTo>
                  <a:pt x="1827922" y="4262"/>
                </a:moveTo>
                <a:cubicBezTo>
                  <a:pt x="1834890" y="6698"/>
                  <a:pt x="1841069" y="8130"/>
                  <a:pt x="1846460" y="8559"/>
                </a:cubicBezTo>
                <a:cubicBezTo>
                  <a:pt x="1850120" y="8804"/>
                  <a:pt x="1851950" y="9993"/>
                  <a:pt x="1851950" y="12127"/>
                </a:cubicBezTo>
                <a:cubicBezTo>
                  <a:pt x="1851950" y="14260"/>
                  <a:pt x="1850813" y="16151"/>
                  <a:pt x="1848537" y="17799"/>
                </a:cubicBezTo>
                <a:cubicBezTo>
                  <a:pt x="1846262" y="19447"/>
                  <a:pt x="1844134" y="23901"/>
                  <a:pt x="1842154" y="31161"/>
                </a:cubicBezTo>
                <a:cubicBezTo>
                  <a:pt x="1840174" y="38422"/>
                  <a:pt x="1838132" y="44257"/>
                  <a:pt x="1836027" y="48667"/>
                </a:cubicBezTo>
                <a:lnTo>
                  <a:pt x="1871192" y="48667"/>
                </a:lnTo>
                <a:cubicBezTo>
                  <a:pt x="1887430" y="48667"/>
                  <a:pt x="1897910" y="48292"/>
                  <a:pt x="1902632" y="47542"/>
                </a:cubicBezTo>
                <a:lnTo>
                  <a:pt x="1902632" y="64898"/>
                </a:lnTo>
                <a:cubicBezTo>
                  <a:pt x="1896564" y="64300"/>
                  <a:pt x="1890144" y="64001"/>
                  <a:pt x="1883372" y="64001"/>
                </a:cubicBezTo>
                <a:cubicBezTo>
                  <a:pt x="1879562" y="111757"/>
                  <a:pt x="1871106" y="145367"/>
                  <a:pt x="1858005" y="164832"/>
                </a:cubicBezTo>
                <a:cubicBezTo>
                  <a:pt x="1869087" y="178079"/>
                  <a:pt x="1885458" y="188800"/>
                  <a:pt x="1907118" y="196996"/>
                </a:cubicBezTo>
                <a:cubicBezTo>
                  <a:pt x="1901967" y="201199"/>
                  <a:pt x="1897667" y="206577"/>
                  <a:pt x="1894216" y="213131"/>
                </a:cubicBezTo>
                <a:cubicBezTo>
                  <a:pt x="1873716" y="203722"/>
                  <a:pt x="1858280" y="192061"/>
                  <a:pt x="1847907" y="178148"/>
                </a:cubicBezTo>
                <a:cubicBezTo>
                  <a:pt x="1839961" y="189423"/>
                  <a:pt x="1825028" y="201234"/>
                  <a:pt x="1803109" y="213581"/>
                </a:cubicBezTo>
                <a:cubicBezTo>
                  <a:pt x="1802026" y="210884"/>
                  <a:pt x="1800427" y="208510"/>
                  <a:pt x="1798312" y="206458"/>
                </a:cubicBezTo>
                <a:lnTo>
                  <a:pt x="1790610" y="201395"/>
                </a:lnTo>
                <a:lnTo>
                  <a:pt x="1783451" y="205787"/>
                </a:lnTo>
                <a:cubicBezTo>
                  <a:pt x="1777682" y="207525"/>
                  <a:pt x="1768193" y="208852"/>
                  <a:pt x="1754985" y="209766"/>
                </a:cubicBezTo>
                <a:cubicBezTo>
                  <a:pt x="1755285" y="202732"/>
                  <a:pt x="1753415" y="196162"/>
                  <a:pt x="1749377" y="190056"/>
                </a:cubicBezTo>
                <a:cubicBezTo>
                  <a:pt x="1760683" y="189859"/>
                  <a:pt x="1768242" y="189518"/>
                  <a:pt x="1772053" y="189033"/>
                </a:cubicBezTo>
                <a:cubicBezTo>
                  <a:pt x="1775864" y="188548"/>
                  <a:pt x="1778196" y="187800"/>
                  <a:pt x="1779048" y="186788"/>
                </a:cubicBezTo>
                <a:cubicBezTo>
                  <a:pt x="1779901" y="185776"/>
                  <a:pt x="1780327" y="183778"/>
                  <a:pt x="1780327" y="180794"/>
                </a:cubicBezTo>
                <a:lnTo>
                  <a:pt x="1780327" y="166932"/>
                </a:lnTo>
                <a:lnTo>
                  <a:pt x="1729731" y="166932"/>
                </a:lnTo>
                <a:lnTo>
                  <a:pt x="1729731" y="209094"/>
                </a:lnTo>
                <a:lnTo>
                  <a:pt x="1710132" y="209094"/>
                </a:lnTo>
                <a:cubicBezTo>
                  <a:pt x="1711030" y="197750"/>
                  <a:pt x="1711479" y="188691"/>
                  <a:pt x="1711479" y="181916"/>
                </a:cubicBezTo>
                <a:lnTo>
                  <a:pt x="1711479" y="123834"/>
                </a:lnTo>
                <a:cubicBezTo>
                  <a:pt x="1711479" y="112763"/>
                  <a:pt x="1711255" y="103928"/>
                  <a:pt x="1710808" y="97327"/>
                </a:cubicBezTo>
                <a:cubicBezTo>
                  <a:pt x="1717675" y="98377"/>
                  <a:pt x="1732560" y="98902"/>
                  <a:pt x="1755461" y="98902"/>
                </a:cubicBezTo>
                <a:cubicBezTo>
                  <a:pt x="1778363" y="98902"/>
                  <a:pt x="1792735" y="98377"/>
                  <a:pt x="1798576" y="97327"/>
                </a:cubicBezTo>
                <a:cubicBezTo>
                  <a:pt x="1798128" y="105723"/>
                  <a:pt x="1797904" y="114260"/>
                  <a:pt x="1797904" y="122937"/>
                </a:cubicBezTo>
                <a:lnTo>
                  <a:pt x="1797904" y="186849"/>
                </a:lnTo>
                <a:lnTo>
                  <a:pt x="1795102" y="198298"/>
                </a:lnTo>
                <a:lnTo>
                  <a:pt x="1818778" y="183287"/>
                </a:lnTo>
                <a:cubicBezTo>
                  <a:pt x="1826702" y="177212"/>
                  <a:pt x="1833096" y="171055"/>
                  <a:pt x="1837959" y="164817"/>
                </a:cubicBezTo>
                <a:cubicBezTo>
                  <a:pt x="1829237" y="150876"/>
                  <a:pt x="1823020" y="132833"/>
                  <a:pt x="1819308" y="110688"/>
                </a:cubicBezTo>
                <a:lnTo>
                  <a:pt x="1817350" y="94681"/>
                </a:lnTo>
                <a:lnTo>
                  <a:pt x="1816185" y="96966"/>
                </a:lnTo>
                <a:cubicBezTo>
                  <a:pt x="1810777" y="94111"/>
                  <a:pt x="1805103" y="92579"/>
                  <a:pt x="1799162" y="92369"/>
                </a:cubicBezTo>
                <a:cubicBezTo>
                  <a:pt x="1799602" y="89726"/>
                  <a:pt x="1800350" y="88548"/>
                  <a:pt x="1801405" y="88837"/>
                </a:cubicBezTo>
                <a:cubicBezTo>
                  <a:pt x="1794635" y="88127"/>
                  <a:pt x="1778015" y="87772"/>
                  <a:pt x="1751547" y="87772"/>
                </a:cubicBezTo>
                <a:cubicBezTo>
                  <a:pt x="1725078" y="87772"/>
                  <a:pt x="1706564" y="88445"/>
                  <a:pt x="1696006" y="89790"/>
                </a:cubicBezTo>
                <a:lnTo>
                  <a:pt x="1696006" y="71538"/>
                </a:lnTo>
                <a:cubicBezTo>
                  <a:pt x="1707274" y="72760"/>
                  <a:pt x="1716992" y="73357"/>
                  <a:pt x="1725159" y="73331"/>
                </a:cubicBezTo>
                <a:lnTo>
                  <a:pt x="1725159" y="51664"/>
                </a:lnTo>
                <a:cubicBezTo>
                  <a:pt x="1717499" y="51957"/>
                  <a:pt x="1709500" y="52556"/>
                  <a:pt x="1701164" y="53461"/>
                </a:cubicBezTo>
                <a:lnTo>
                  <a:pt x="1701164" y="35208"/>
                </a:lnTo>
                <a:cubicBezTo>
                  <a:pt x="1709493" y="36285"/>
                  <a:pt x="1717492" y="36882"/>
                  <a:pt x="1725159" y="37001"/>
                </a:cubicBezTo>
                <a:cubicBezTo>
                  <a:pt x="1725014" y="24893"/>
                  <a:pt x="1724342" y="15400"/>
                  <a:pt x="1723141" y="8523"/>
                </a:cubicBezTo>
                <a:cubicBezTo>
                  <a:pt x="1728785" y="9123"/>
                  <a:pt x="1735601" y="9423"/>
                  <a:pt x="1743590" y="9423"/>
                </a:cubicBezTo>
                <a:cubicBezTo>
                  <a:pt x="1746610" y="9423"/>
                  <a:pt x="1748119" y="10290"/>
                  <a:pt x="1748119" y="12023"/>
                </a:cubicBezTo>
                <a:cubicBezTo>
                  <a:pt x="1748119" y="13757"/>
                  <a:pt x="1747088" y="15426"/>
                  <a:pt x="1745026" y="17031"/>
                </a:cubicBezTo>
                <a:cubicBezTo>
                  <a:pt x="1743350" y="18393"/>
                  <a:pt x="1742512" y="20131"/>
                  <a:pt x="1742512" y="22246"/>
                </a:cubicBezTo>
                <a:lnTo>
                  <a:pt x="1742512" y="37455"/>
                </a:lnTo>
                <a:lnTo>
                  <a:pt x="1768440" y="37455"/>
                </a:lnTo>
                <a:cubicBezTo>
                  <a:pt x="1768440" y="23713"/>
                  <a:pt x="1767767" y="13919"/>
                  <a:pt x="1766422" y="8073"/>
                </a:cubicBezTo>
                <a:cubicBezTo>
                  <a:pt x="1772065" y="8673"/>
                  <a:pt x="1778808" y="8973"/>
                  <a:pt x="1786649" y="8973"/>
                </a:cubicBezTo>
                <a:cubicBezTo>
                  <a:pt x="1789669" y="8973"/>
                  <a:pt x="1791178" y="9828"/>
                  <a:pt x="1791178" y="11539"/>
                </a:cubicBezTo>
                <a:cubicBezTo>
                  <a:pt x="1791178" y="13250"/>
                  <a:pt x="1790244" y="14928"/>
                  <a:pt x="1788375" y="16574"/>
                </a:cubicBezTo>
                <a:cubicBezTo>
                  <a:pt x="1786505" y="18219"/>
                  <a:pt x="1785571" y="19960"/>
                  <a:pt x="1785571" y="21796"/>
                </a:cubicBezTo>
                <a:lnTo>
                  <a:pt x="1785571" y="37226"/>
                </a:lnTo>
                <a:cubicBezTo>
                  <a:pt x="1790664" y="37255"/>
                  <a:pt x="1798738" y="36582"/>
                  <a:pt x="1809791" y="35208"/>
                </a:cubicBezTo>
                <a:lnTo>
                  <a:pt x="1809791" y="53461"/>
                </a:lnTo>
                <a:cubicBezTo>
                  <a:pt x="1800964" y="52406"/>
                  <a:pt x="1792891" y="51733"/>
                  <a:pt x="1785571" y="51443"/>
                </a:cubicBezTo>
                <a:lnTo>
                  <a:pt x="1785571" y="73331"/>
                </a:lnTo>
                <a:cubicBezTo>
                  <a:pt x="1790578" y="73357"/>
                  <a:pt x="1798801" y="72760"/>
                  <a:pt x="1810238" y="71538"/>
                </a:cubicBezTo>
                <a:lnTo>
                  <a:pt x="1810238" y="78042"/>
                </a:lnTo>
                <a:cubicBezTo>
                  <a:pt x="1819175" y="58261"/>
                  <a:pt x="1825070" y="33668"/>
                  <a:pt x="1827922" y="4262"/>
                </a:cubicBezTo>
                <a:close/>
                <a:moveTo>
                  <a:pt x="467153" y="897"/>
                </a:moveTo>
                <a:cubicBezTo>
                  <a:pt x="475064" y="12096"/>
                  <a:pt x="481456" y="22713"/>
                  <a:pt x="486331" y="32747"/>
                </a:cubicBezTo>
                <a:cubicBezTo>
                  <a:pt x="524878" y="32747"/>
                  <a:pt x="551693" y="31997"/>
                  <a:pt x="566773" y="30497"/>
                </a:cubicBezTo>
                <a:cubicBezTo>
                  <a:pt x="565575" y="38074"/>
                  <a:pt x="564976" y="46207"/>
                  <a:pt x="564976" y="54897"/>
                </a:cubicBezTo>
                <a:cubicBezTo>
                  <a:pt x="564976" y="63586"/>
                  <a:pt x="565425" y="71553"/>
                  <a:pt x="566323" y="78800"/>
                </a:cubicBezTo>
                <a:lnTo>
                  <a:pt x="546949" y="78800"/>
                </a:lnTo>
                <a:lnTo>
                  <a:pt x="546949" y="48078"/>
                </a:lnTo>
                <a:lnTo>
                  <a:pt x="405756" y="48078"/>
                </a:lnTo>
                <a:lnTo>
                  <a:pt x="405756" y="81268"/>
                </a:lnTo>
                <a:lnTo>
                  <a:pt x="386608" y="81268"/>
                </a:lnTo>
                <a:cubicBezTo>
                  <a:pt x="387505" y="72991"/>
                  <a:pt x="387954" y="64720"/>
                  <a:pt x="387954" y="56456"/>
                </a:cubicBezTo>
                <a:cubicBezTo>
                  <a:pt x="387954" y="48192"/>
                  <a:pt x="387505" y="39539"/>
                  <a:pt x="386608" y="30497"/>
                </a:cubicBezTo>
                <a:cubicBezTo>
                  <a:pt x="401595" y="31847"/>
                  <a:pt x="429030" y="32521"/>
                  <a:pt x="468911" y="32519"/>
                </a:cubicBezTo>
                <a:cubicBezTo>
                  <a:pt x="463393" y="24851"/>
                  <a:pt x="457712" y="17509"/>
                  <a:pt x="451866" y="10491"/>
                </a:cubicBezTo>
                <a:close/>
                <a:moveTo>
                  <a:pt x="934464" y="0"/>
                </a:moveTo>
                <a:cubicBezTo>
                  <a:pt x="942944" y="2882"/>
                  <a:pt x="949404" y="4681"/>
                  <a:pt x="953845" y="5397"/>
                </a:cubicBezTo>
                <a:cubicBezTo>
                  <a:pt x="957910" y="6300"/>
                  <a:pt x="959942" y="7848"/>
                  <a:pt x="959942" y="10043"/>
                </a:cubicBezTo>
                <a:cubicBezTo>
                  <a:pt x="959942" y="12237"/>
                  <a:pt x="958235" y="13944"/>
                  <a:pt x="954820" y="15165"/>
                </a:cubicBezTo>
                <a:cubicBezTo>
                  <a:pt x="951406" y="16385"/>
                  <a:pt x="944665" y="23516"/>
                  <a:pt x="934600" y="36558"/>
                </a:cubicBezTo>
                <a:lnTo>
                  <a:pt x="961243" y="36558"/>
                </a:lnTo>
                <a:cubicBezTo>
                  <a:pt x="997061" y="36558"/>
                  <a:pt x="1019950" y="35436"/>
                  <a:pt x="1029908" y="33190"/>
                </a:cubicBezTo>
                <a:cubicBezTo>
                  <a:pt x="1028863" y="40422"/>
                  <a:pt x="1028340" y="55237"/>
                  <a:pt x="1028340" y="77635"/>
                </a:cubicBezTo>
                <a:lnTo>
                  <a:pt x="1028340" y="185281"/>
                </a:lnTo>
                <a:cubicBezTo>
                  <a:pt x="1028340" y="190874"/>
                  <a:pt x="1027207" y="195196"/>
                  <a:pt x="1024942" y="198247"/>
                </a:cubicBezTo>
                <a:cubicBezTo>
                  <a:pt x="1022676" y="201297"/>
                  <a:pt x="1018010" y="203568"/>
                  <a:pt x="1010943" y="205060"/>
                </a:cubicBezTo>
                <a:cubicBezTo>
                  <a:pt x="1003877" y="206552"/>
                  <a:pt x="992303" y="207373"/>
                  <a:pt x="976223" y="207523"/>
                </a:cubicBezTo>
                <a:cubicBezTo>
                  <a:pt x="976673" y="199891"/>
                  <a:pt x="974281" y="192388"/>
                  <a:pt x="969047" y="185013"/>
                </a:cubicBezTo>
                <a:cubicBezTo>
                  <a:pt x="981849" y="186808"/>
                  <a:pt x="991052" y="187706"/>
                  <a:pt x="996656" y="187706"/>
                </a:cubicBezTo>
                <a:cubicBezTo>
                  <a:pt x="1002260" y="187706"/>
                  <a:pt x="1005750" y="187018"/>
                  <a:pt x="1007127" y="185642"/>
                </a:cubicBezTo>
                <a:cubicBezTo>
                  <a:pt x="1008503" y="184265"/>
                  <a:pt x="1009191" y="181678"/>
                  <a:pt x="1009191" y="177880"/>
                </a:cubicBezTo>
                <a:lnTo>
                  <a:pt x="1009191" y="51889"/>
                </a:lnTo>
                <a:lnTo>
                  <a:pt x="876964" y="51889"/>
                </a:lnTo>
                <a:lnTo>
                  <a:pt x="876964" y="207973"/>
                </a:lnTo>
                <a:lnTo>
                  <a:pt x="855576" y="207973"/>
                </a:lnTo>
                <a:cubicBezTo>
                  <a:pt x="857219" y="190764"/>
                  <a:pt x="858040" y="172061"/>
                  <a:pt x="858040" y="151866"/>
                </a:cubicBezTo>
                <a:lnTo>
                  <a:pt x="858040" y="77635"/>
                </a:lnTo>
                <a:cubicBezTo>
                  <a:pt x="858040" y="60609"/>
                  <a:pt x="857443" y="45794"/>
                  <a:pt x="856247" y="33190"/>
                </a:cubicBezTo>
                <a:cubicBezTo>
                  <a:pt x="863743" y="35436"/>
                  <a:pt x="875494" y="36558"/>
                  <a:pt x="891498" y="36558"/>
                </a:cubicBezTo>
                <a:lnTo>
                  <a:pt x="917541" y="36558"/>
                </a:lnTo>
                <a:cubicBezTo>
                  <a:pt x="925780" y="23988"/>
                  <a:pt x="931421" y="11802"/>
                  <a:pt x="934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1C31E73D-0BE8-442B-A862-9EF3E1638ECB}"/>
              </a:ext>
            </a:extLst>
          </p:cNvPr>
          <p:cNvSpPr txBox="1"/>
          <p:nvPr/>
        </p:nvSpPr>
        <p:spPr>
          <a:xfrm>
            <a:off x="3704057" y="9464554"/>
            <a:ext cx="1506915" cy="191771"/>
          </a:xfrm>
          <a:custGeom>
            <a:avLst/>
            <a:gdLst/>
            <a:ahLst/>
            <a:cxnLst/>
            <a:rect l="l" t="t" r="r" b="b"/>
            <a:pathLst>
              <a:path w="1678293" h="213581">
                <a:moveTo>
                  <a:pt x="1500906" y="140697"/>
                </a:moveTo>
                <a:lnTo>
                  <a:pt x="1500906" y="152498"/>
                </a:lnTo>
                <a:lnTo>
                  <a:pt x="1551502" y="152498"/>
                </a:lnTo>
                <a:lnTo>
                  <a:pt x="1551502" y="140697"/>
                </a:lnTo>
                <a:close/>
                <a:moveTo>
                  <a:pt x="1500906" y="112890"/>
                </a:moveTo>
                <a:lnTo>
                  <a:pt x="1500906" y="126934"/>
                </a:lnTo>
                <a:lnTo>
                  <a:pt x="1551502" y="126934"/>
                </a:lnTo>
                <a:lnTo>
                  <a:pt x="1551502" y="112890"/>
                </a:lnTo>
                <a:close/>
                <a:moveTo>
                  <a:pt x="280855" y="104367"/>
                </a:moveTo>
                <a:lnTo>
                  <a:pt x="280855" y="134335"/>
                </a:lnTo>
                <a:lnTo>
                  <a:pt x="330779" y="134335"/>
                </a:lnTo>
                <a:lnTo>
                  <a:pt x="330779" y="104367"/>
                </a:lnTo>
                <a:close/>
                <a:moveTo>
                  <a:pt x="210889" y="104367"/>
                </a:moveTo>
                <a:lnTo>
                  <a:pt x="210889" y="134335"/>
                </a:lnTo>
                <a:lnTo>
                  <a:pt x="262156" y="134335"/>
                </a:lnTo>
                <a:lnTo>
                  <a:pt x="262156" y="104367"/>
                </a:lnTo>
                <a:close/>
                <a:moveTo>
                  <a:pt x="729298" y="94723"/>
                </a:moveTo>
                <a:lnTo>
                  <a:pt x="729298" y="140836"/>
                </a:lnTo>
                <a:lnTo>
                  <a:pt x="778101" y="140836"/>
                </a:lnTo>
                <a:lnTo>
                  <a:pt x="778101" y="94723"/>
                </a:lnTo>
                <a:close/>
                <a:moveTo>
                  <a:pt x="710599" y="77592"/>
                </a:moveTo>
                <a:cubicBezTo>
                  <a:pt x="720924" y="78792"/>
                  <a:pt x="735462" y="79393"/>
                  <a:pt x="754212" y="79393"/>
                </a:cubicBezTo>
                <a:cubicBezTo>
                  <a:pt x="772962" y="79393"/>
                  <a:pt x="787233" y="78792"/>
                  <a:pt x="797024" y="77592"/>
                </a:cubicBezTo>
                <a:cubicBezTo>
                  <a:pt x="796277" y="88501"/>
                  <a:pt x="795903" y="102322"/>
                  <a:pt x="795903" y="119056"/>
                </a:cubicBezTo>
                <a:cubicBezTo>
                  <a:pt x="795903" y="135791"/>
                  <a:pt x="796277" y="148386"/>
                  <a:pt x="797024" y="156841"/>
                </a:cubicBezTo>
                <a:cubicBezTo>
                  <a:pt x="782589" y="156244"/>
                  <a:pt x="766712" y="155945"/>
                  <a:pt x="749393" y="155945"/>
                </a:cubicBezTo>
                <a:cubicBezTo>
                  <a:pt x="732075" y="155945"/>
                  <a:pt x="719143" y="156319"/>
                  <a:pt x="710599" y="157067"/>
                </a:cubicBezTo>
                <a:cubicBezTo>
                  <a:pt x="711495" y="147320"/>
                  <a:pt x="711942" y="134048"/>
                  <a:pt x="711942" y="117249"/>
                </a:cubicBezTo>
                <a:cubicBezTo>
                  <a:pt x="711942" y="100451"/>
                  <a:pt x="711495" y="87232"/>
                  <a:pt x="710599" y="77592"/>
                </a:cubicBezTo>
                <a:close/>
                <a:moveTo>
                  <a:pt x="1602705" y="64001"/>
                </a:moveTo>
                <a:cubicBezTo>
                  <a:pt x="1600938" y="68896"/>
                  <a:pt x="1598776" y="74090"/>
                  <a:pt x="1596218" y="79585"/>
                </a:cubicBezTo>
                <a:lnTo>
                  <a:pt x="1592780" y="86331"/>
                </a:lnTo>
                <a:lnTo>
                  <a:pt x="1605094" y="84322"/>
                </a:lnTo>
                <a:cubicBezTo>
                  <a:pt x="1605721" y="112680"/>
                  <a:pt x="1610364" y="134955"/>
                  <a:pt x="1619025" y="151148"/>
                </a:cubicBezTo>
                <a:cubicBezTo>
                  <a:pt x="1628893" y="132843"/>
                  <a:pt x="1634940" y="103794"/>
                  <a:pt x="1637166" y="64001"/>
                </a:cubicBezTo>
                <a:close/>
                <a:moveTo>
                  <a:pt x="280855" y="56600"/>
                </a:moveTo>
                <a:lnTo>
                  <a:pt x="280855" y="89033"/>
                </a:lnTo>
                <a:lnTo>
                  <a:pt x="330779" y="89033"/>
                </a:lnTo>
                <a:lnTo>
                  <a:pt x="330779" y="56600"/>
                </a:lnTo>
                <a:close/>
                <a:moveTo>
                  <a:pt x="210889" y="56600"/>
                </a:moveTo>
                <a:lnTo>
                  <a:pt x="210889" y="89033"/>
                </a:lnTo>
                <a:lnTo>
                  <a:pt x="262156" y="89033"/>
                </a:lnTo>
                <a:lnTo>
                  <a:pt x="262156" y="56600"/>
                </a:lnTo>
                <a:close/>
                <a:moveTo>
                  <a:pt x="1513687" y="51443"/>
                </a:moveTo>
                <a:lnTo>
                  <a:pt x="1513687" y="73560"/>
                </a:lnTo>
                <a:lnTo>
                  <a:pt x="1539615" y="73560"/>
                </a:lnTo>
                <a:lnTo>
                  <a:pt x="1539615" y="51443"/>
                </a:lnTo>
                <a:close/>
                <a:moveTo>
                  <a:pt x="1167254" y="43056"/>
                </a:moveTo>
                <a:cubicBezTo>
                  <a:pt x="1173079" y="48080"/>
                  <a:pt x="1178074" y="51312"/>
                  <a:pt x="1182242" y="52750"/>
                </a:cubicBezTo>
                <a:cubicBezTo>
                  <a:pt x="1184820" y="53819"/>
                  <a:pt x="1186110" y="55192"/>
                  <a:pt x="1186110" y="56868"/>
                </a:cubicBezTo>
                <a:cubicBezTo>
                  <a:pt x="1186110" y="58545"/>
                  <a:pt x="1184517" y="60118"/>
                  <a:pt x="1181332" y="61587"/>
                </a:cubicBezTo>
                <a:cubicBezTo>
                  <a:pt x="1178148" y="63056"/>
                  <a:pt x="1173680" y="67674"/>
                  <a:pt x="1167929" y="75442"/>
                </a:cubicBezTo>
                <a:cubicBezTo>
                  <a:pt x="1157199" y="89894"/>
                  <a:pt x="1146888" y="102310"/>
                  <a:pt x="1136997" y="112690"/>
                </a:cubicBezTo>
                <a:lnTo>
                  <a:pt x="1186110" y="164925"/>
                </a:lnTo>
                <a:lnTo>
                  <a:pt x="1172097" y="176576"/>
                </a:lnTo>
                <a:cubicBezTo>
                  <a:pt x="1154798" y="156733"/>
                  <a:pt x="1139485" y="139315"/>
                  <a:pt x="1126160" y="124323"/>
                </a:cubicBezTo>
                <a:cubicBezTo>
                  <a:pt x="1109324" y="142852"/>
                  <a:pt x="1089242" y="160194"/>
                  <a:pt x="1065913" y="176351"/>
                </a:cubicBezTo>
                <a:cubicBezTo>
                  <a:pt x="1064541" y="170838"/>
                  <a:pt x="1060549" y="166146"/>
                  <a:pt x="1053936" y="162274"/>
                </a:cubicBezTo>
                <a:cubicBezTo>
                  <a:pt x="1074651" y="149649"/>
                  <a:pt x="1095132" y="133271"/>
                  <a:pt x="1115380" y="113140"/>
                </a:cubicBezTo>
                <a:cubicBezTo>
                  <a:pt x="1097911" y="95233"/>
                  <a:pt x="1080568" y="78035"/>
                  <a:pt x="1063352" y="61547"/>
                </a:cubicBezTo>
                <a:lnTo>
                  <a:pt x="1074917" y="51353"/>
                </a:lnTo>
                <a:cubicBezTo>
                  <a:pt x="1096999" y="71949"/>
                  <a:pt x="1114128" y="88694"/>
                  <a:pt x="1126306" y="101588"/>
                </a:cubicBezTo>
                <a:cubicBezTo>
                  <a:pt x="1143720" y="81509"/>
                  <a:pt x="1157369" y="61999"/>
                  <a:pt x="1167254" y="43056"/>
                </a:cubicBezTo>
                <a:close/>
                <a:moveTo>
                  <a:pt x="906320" y="33501"/>
                </a:moveTo>
                <a:lnTo>
                  <a:pt x="906320" y="84100"/>
                </a:lnTo>
                <a:lnTo>
                  <a:pt x="929459" y="84100"/>
                </a:lnTo>
                <a:cubicBezTo>
                  <a:pt x="946180" y="84407"/>
                  <a:pt x="957029" y="81968"/>
                  <a:pt x="962006" y="76783"/>
                </a:cubicBezTo>
                <a:cubicBezTo>
                  <a:pt x="966983" y="71598"/>
                  <a:pt x="969471" y="65454"/>
                  <a:pt x="969471" y="58351"/>
                </a:cubicBezTo>
                <a:cubicBezTo>
                  <a:pt x="969471" y="41784"/>
                  <a:pt x="957152" y="33501"/>
                  <a:pt x="932513" y="33501"/>
                </a:cubicBezTo>
                <a:close/>
                <a:moveTo>
                  <a:pt x="1028819" y="21753"/>
                </a:moveTo>
                <a:cubicBezTo>
                  <a:pt x="1038441" y="23401"/>
                  <a:pt x="1067197" y="24225"/>
                  <a:pt x="1115087" y="24225"/>
                </a:cubicBezTo>
                <a:cubicBezTo>
                  <a:pt x="1162976" y="24225"/>
                  <a:pt x="1190911" y="23401"/>
                  <a:pt x="1198890" y="21753"/>
                </a:cubicBezTo>
                <a:lnTo>
                  <a:pt x="1198890" y="42695"/>
                </a:lnTo>
                <a:cubicBezTo>
                  <a:pt x="1186370" y="41050"/>
                  <a:pt x="1159071" y="40227"/>
                  <a:pt x="1116994" y="40227"/>
                </a:cubicBezTo>
                <a:lnTo>
                  <a:pt x="1047968" y="40227"/>
                </a:lnTo>
                <a:lnTo>
                  <a:pt x="1047968" y="185463"/>
                </a:lnTo>
                <a:lnTo>
                  <a:pt x="1126638" y="185463"/>
                </a:lnTo>
                <a:cubicBezTo>
                  <a:pt x="1167360" y="185463"/>
                  <a:pt x="1194061" y="184565"/>
                  <a:pt x="1206741" y="182770"/>
                </a:cubicBezTo>
                <a:lnTo>
                  <a:pt x="1206741" y="203712"/>
                </a:lnTo>
                <a:cubicBezTo>
                  <a:pt x="1196804" y="202066"/>
                  <a:pt x="1167108" y="201243"/>
                  <a:pt x="1117651" y="201243"/>
                </a:cubicBezTo>
                <a:cubicBezTo>
                  <a:pt x="1068195" y="201243"/>
                  <a:pt x="1038584" y="202066"/>
                  <a:pt x="1028819" y="203712"/>
                </a:cubicBezTo>
                <a:cubicBezTo>
                  <a:pt x="1029567" y="190300"/>
                  <a:pt x="1029940" y="177504"/>
                  <a:pt x="1029940" y="165321"/>
                </a:cubicBezTo>
                <a:lnTo>
                  <a:pt x="1029940" y="60369"/>
                </a:lnTo>
                <a:cubicBezTo>
                  <a:pt x="1029940" y="45986"/>
                  <a:pt x="1029567" y="33114"/>
                  <a:pt x="1028819" y="21753"/>
                </a:cubicBezTo>
                <a:close/>
                <a:moveTo>
                  <a:pt x="437488" y="19735"/>
                </a:moveTo>
                <a:cubicBezTo>
                  <a:pt x="447037" y="20485"/>
                  <a:pt x="473006" y="20860"/>
                  <a:pt x="515398" y="20860"/>
                </a:cubicBezTo>
                <a:cubicBezTo>
                  <a:pt x="557789" y="20860"/>
                  <a:pt x="583277" y="20485"/>
                  <a:pt x="591864" y="19735"/>
                </a:cubicBezTo>
                <a:lnTo>
                  <a:pt x="591864" y="37873"/>
                </a:lnTo>
                <a:cubicBezTo>
                  <a:pt x="585868" y="38935"/>
                  <a:pt x="580263" y="41509"/>
                  <a:pt x="575048" y="45595"/>
                </a:cubicBezTo>
                <a:lnTo>
                  <a:pt x="525931" y="83918"/>
                </a:lnTo>
                <a:lnTo>
                  <a:pt x="525931" y="96209"/>
                </a:lnTo>
                <a:cubicBezTo>
                  <a:pt x="567296" y="96209"/>
                  <a:pt x="598169" y="95386"/>
                  <a:pt x="618550" y="93741"/>
                </a:cubicBezTo>
                <a:lnTo>
                  <a:pt x="618550" y="115129"/>
                </a:lnTo>
                <a:cubicBezTo>
                  <a:pt x="597888" y="113636"/>
                  <a:pt x="567015" y="112890"/>
                  <a:pt x="525931" y="112890"/>
                </a:cubicBezTo>
                <a:lnTo>
                  <a:pt x="525931" y="190885"/>
                </a:lnTo>
                <a:cubicBezTo>
                  <a:pt x="525931" y="195905"/>
                  <a:pt x="524754" y="199896"/>
                  <a:pt x="522400" y="202858"/>
                </a:cubicBezTo>
                <a:cubicBezTo>
                  <a:pt x="520046" y="205820"/>
                  <a:pt x="515577" y="208085"/>
                  <a:pt x="508993" y="209653"/>
                </a:cubicBezTo>
                <a:cubicBezTo>
                  <a:pt x="502409" y="211222"/>
                  <a:pt x="491955" y="212082"/>
                  <a:pt x="477632" y="212234"/>
                </a:cubicBezTo>
                <a:cubicBezTo>
                  <a:pt x="478230" y="203650"/>
                  <a:pt x="475987" y="195623"/>
                  <a:pt x="470903" y="188153"/>
                </a:cubicBezTo>
                <a:cubicBezTo>
                  <a:pt x="482547" y="189948"/>
                  <a:pt x="490637" y="190846"/>
                  <a:pt x="495172" y="190846"/>
                </a:cubicBezTo>
                <a:cubicBezTo>
                  <a:pt x="499707" y="190846"/>
                  <a:pt x="502776" y="190274"/>
                  <a:pt x="504380" y="189129"/>
                </a:cubicBezTo>
                <a:cubicBezTo>
                  <a:pt x="505984" y="187985"/>
                  <a:pt x="506786" y="185207"/>
                  <a:pt x="506786" y="180794"/>
                </a:cubicBezTo>
                <a:lnTo>
                  <a:pt x="506786" y="112890"/>
                </a:lnTo>
                <a:cubicBezTo>
                  <a:pt x="460137" y="112890"/>
                  <a:pt x="427844" y="113636"/>
                  <a:pt x="409906" y="115129"/>
                </a:cubicBezTo>
                <a:lnTo>
                  <a:pt x="409906" y="93741"/>
                </a:lnTo>
                <a:cubicBezTo>
                  <a:pt x="427620" y="95386"/>
                  <a:pt x="459913" y="96209"/>
                  <a:pt x="506786" y="96209"/>
                </a:cubicBezTo>
                <a:lnTo>
                  <a:pt x="506786" y="76242"/>
                </a:lnTo>
                <a:lnTo>
                  <a:pt x="561503" y="37312"/>
                </a:lnTo>
                <a:lnTo>
                  <a:pt x="487991" y="37312"/>
                </a:lnTo>
                <a:cubicBezTo>
                  <a:pt x="466257" y="37312"/>
                  <a:pt x="449423" y="37686"/>
                  <a:pt x="437488" y="38434"/>
                </a:cubicBezTo>
                <a:close/>
                <a:moveTo>
                  <a:pt x="885600" y="13459"/>
                </a:moveTo>
                <a:lnTo>
                  <a:pt x="919954" y="13459"/>
                </a:lnTo>
                <a:cubicBezTo>
                  <a:pt x="939049" y="13459"/>
                  <a:pt x="951675" y="14249"/>
                  <a:pt x="957830" y="15827"/>
                </a:cubicBezTo>
                <a:cubicBezTo>
                  <a:pt x="963986" y="17406"/>
                  <a:pt x="969612" y="20156"/>
                  <a:pt x="974709" y="24077"/>
                </a:cubicBezTo>
                <a:cubicBezTo>
                  <a:pt x="979806" y="27997"/>
                  <a:pt x="983773" y="32912"/>
                  <a:pt x="986609" y="38821"/>
                </a:cubicBezTo>
                <a:cubicBezTo>
                  <a:pt x="989445" y="44730"/>
                  <a:pt x="990863" y="51240"/>
                  <a:pt x="990863" y="58351"/>
                </a:cubicBezTo>
                <a:cubicBezTo>
                  <a:pt x="990863" y="69966"/>
                  <a:pt x="987695" y="79498"/>
                  <a:pt x="981358" y="86945"/>
                </a:cubicBezTo>
                <a:cubicBezTo>
                  <a:pt x="975022" y="94393"/>
                  <a:pt x="967172" y="99083"/>
                  <a:pt x="957809" y="101017"/>
                </a:cubicBezTo>
                <a:cubicBezTo>
                  <a:pt x="948446" y="102950"/>
                  <a:pt x="934333" y="103917"/>
                  <a:pt x="915471" y="103917"/>
                </a:cubicBezTo>
                <a:lnTo>
                  <a:pt x="906320" y="103917"/>
                </a:lnTo>
                <a:lnTo>
                  <a:pt x="906320" y="178819"/>
                </a:lnTo>
                <a:lnTo>
                  <a:pt x="885600" y="178819"/>
                </a:lnTo>
                <a:close/>
                <a:moveTo>
                  <a:pt x="0" y="13459"/>
                </a:moveTo>
                <a:lnTo>
                  <a:pt x="6947" y="13459"/>
                </a:lnTo>
                <a:lnTo>
                  <a:pt x="110560" y="136571"/>
                </a:lnTo>
                <a:lnTo>
                  <a:pt x="110560" y="13459"/>
                </a:lnTo>
                <a:lnTo>
                  <a:pt x="131052" y="13459"/>
                </a:lnTo>
                <a:lnTo>
                  <a:pt x="131052" y="178819"/>
                </a:lnTo>
                <a:lnTo>
                  <a:pt x="124083" y="178819"/>
                </a:lnTo>
                <a:lnTo>
                  <a:pt x="21167" y="57047"/>
                </a:lnTo>
                <a:lnTo>
                  <a:pt x="21167" y="178819"/>
                </a:lnTo>
                <a:lnTo>
                  <a:pt x="0" y="178819"/>
                </a:lnTo>
                <a:close/>
                <a:moveTo>
                  <a:pt x="1276478" y="5605"/>
                </a:moveTo>
                <a:cubicBezTo>
                  <a:pt x="1282420" y="6655"/>
                  <a:pt x="1289087" y="7180"/>
                  <a:pt x="1296481" y="7180"/>
                </a:cubicBezTo>
                <a:cubicBezTo>
                  <a:pt x="1301593" y="7180"/>
                  <a:pt x="1304150" y="8225"/>
                  <a:pt x="1304150" y="10314"/>
                </a:cubicBezTo>
                <a:cubicBezTo>
                  <a:pt x="1304150" y="12404"/>
                  <a:pt x="1303029" y="14346"/>
                  <a:pt x="1300787" y="16140"/>
                </a:cubicBezTo>
                <a:cubicBezTo>
                  <a:pt x="1298545" y="17934"/>
                  <a:pt x="1297424" y="20417"/>
                  <a:pt x="1297424" y="23589"/>
                </a:cubicBezTo>
                <a:lnTo>
                  <a:pt x="1297424" y="52703"/>
                </a:lnTo>
                <a:cubicBezTo>
                  <a:pt x="1308659" y="52703"/>
                  <a:pt x="1318974" y="52030"/>
                  <a:pt x="1328371" y="50682"/>
                </a:cubicBezTo>
                <a:lnTo>
                  <a:pt x="1328371" y="70502"/>
                </a:lnTo>
                <a:cubicBezTo>
                  <a:pt x="1318838" y="69307"/>
                  <a:pt x="1308523" y="68709"/>
                  <a:pt x="1297424" y="68709"/>
                </a:cubicBezTo>
                <a:lnTo>
                  <a:pt x="1297424" y="106971"/>
                </a:lnTo>
                <a:cubicBezTo>
                  <a:pt x="1305256" y="102773"/>
                  <a:pt x="1314375" y="98213"/>
                  <a:pt x="1324781" y="93291"/>
                </a:cubicBezTo>
                <a:cubicBezTo>
                  <a:pt x="1324183" y="99253"/>
                  <a:pt x="1325155" y="105234"/>
                  <a:pt x="1327695" y="111232"/>
                </a:cubicBezTo>
                <a:cubicBezTo>
                  <a:pt x="1316758" y="115476"/>
                  <a:pt x="1306668" y="119649"/>
                  <a:pt x="1297424" y="123752"/>
                </a:cubicBezTo>
                <a:lnTo>
                  <a:pt x="1297424" y="185952"/>
                </a:lnTo>
                <a:cubicBezTo>
                  <a:pt x="1297424" y="191877"/>
                  <a:pt x="1296482" y="196551"/>
                  <a:pt x="1294599" y="199974"/>
                </a:cubicBezTo>
                <a:cubicBezTo>
                  <a:pt x="1292715" y="203397"/>
                  <a:pt x="1288935" y="206068"/>
                  <a:pt x="1283258" y="207987"/>
                </a:cubicBezTo>
                <a:cubicBezTo>
                  <a:pt x="1277581" y="209906"/>
                  <a:pt x="1268369" y="211247"/>
                  <a:pt x="1255622" y="212009"/>
                </a:cubicBezTo>
                <a:cubicBezTo>
                  <a:pt x="1255622" y="204218"/>
                  <a:pt x="1254053" y="196863"/>
                  <a:pt x="1250914" y="189946"/>
                </a:cubicBezTo>
                <a:cubicBezTo>
                  <a:pt x="1257903" y="190696"/>
                  <a:pt x="1263151" y="191071"/>
                  <a:pt x="1266656" y="191071"/>
                </a:cubicBezTo>
                <a:cubicBezTo>
                  <a:pt x="1272228" y="191071"/>
                  <a:pt x="1275744" y="190312"/>
                  <a:pt x="1277205" y="188794"/>
                </a:cubicBezTo>
                <a:cubicBezTo>
                  <a:pt x="1278666" y="187276"/>
                  <a:pt x="1279397" y="184160"/>
                  <a:pt x="1279397" y="179448"/>
                </a:cubicBezTo>
                <a:lnTo>
                  <a:pt x="1279397" y="130381"/>
                </a:lnTo>
                <a:cubicBezTo>
                  <a:pt x="1266997" y="136696"/>
                  <a:pt x="1256032" y="141779"/>
                  <a:pt x="1246500" y="145629"/>
                </a:cubicBezTo>
                <a:cubicBezTo>
                  <a:pt x="1245159" y="138719"/>
                  <a:pt x="1242519" y="132009"/>
                  <a:pt x="1238581" y="125498"/>
                </a:cubicBezTo>
                <a:cubicBezTo>
                  <a:pt x="1254347" y="121726"/>
                  <a:pt x="1267952" y="117660"/>
                  <a:pt x="1279397" y="113300"/>
                </a:cubicBezTo>
                <a:lnTo>
                  <a:pt x="1279397" y="68484"/>
                </a:lnTo>
                <a:cubicBezTo>
                  <a:pt x="1267207" y="68484"/>
                  <a:pt x="1255396" y="69157"/>
                  <a:pt x="1243964" y="70502"/>
                </a:cubicBezTo>
                <a:lnTo>
                  <a:pt x="1243964" y="50682"/>
                </a:lnTo>
                <a:cubicBezTo>
                  <a:pt x="1254041" y="52030"/>
                  <a:pt x="1265852" y="52703"/>
                  <a:pt x="1279397" y="52703"/>
                </a:cubicBezTo>
                <a:cubicBezTo>
                  <a:pt x="1279099" y="30693"/>
                  <a:pt x="1278126" y="14994"/>
                  <a:pt x="1276478" y="5605"/>
                </a:cubicBezTo>
                <a:close/>
                <a:moveTo>
                  <a:pt x="1377873" y="4708"/>
                </a:moveTo>
                <a:cubicBezTo>
                  <a:pt x="1387975" y="15671"/>
                  <a:pt x="1396515" y="27703"/>
                  <a:pt x="1403494" y="40802"/>
                </a:cubicBezTo>
                <a:lnTo>
                  <a:pt x="1391800" y="47540"/>
                </a:lnTo>
                <a:lnTo>
                  <a:pt x="1392161" y="47546"/>
                </a:lnTo>
                <a:cubicBezTo>
                  <a:pt x="1419786" y="47546"/>
                  <a:pt x="1437916" y="46797"/>
                  <a:pt x="1446553" y="45299"/>
                </a:cubicBezTo>
                <a:lnTo>
                  <a:pt x="1446553" y="64898"/>
                </a:lnTo>
                <a:cubicBezTo>
                  <a:pt x="1438516" y="64000"/>
                  <a:pt x="1427813" y="63551"/>
                  <a:pt x="1414442" y="63551"/>
                </a:cubicBezTo>
                <a:lnTo>
                  <a:pt x="1351245" y="63551"/>
                </a:lnTo>
                <a:lnTo>
                  <a:pt x="1351245" y="119798"/>
                </a:lnTo>
                <a:cubicBezTo>
                  <a:pt x="1351245" y="142827"/>
                  <a:pt x="1348496" y="161059"/>
                  <a:pt x="1342999" y="174495"/>
                </a:cubicBezTo>
                <a:cubicBezTo>
                  <a:pt x="1337502" y="187932"/>
                  <a:pt x="1327941" y="200660"/>
                  <a:pt x="1314315" y="212681"/>
                </a:cubicBezTo>
                <a:cubicBezTo>
                  <a:pt x="1309962" y="207635"/>
                  <a:pt x="1304527" y="203497"/>
                  <a:pt x="1298010" y="200268"/>
                </a:cubicBezTo>
                <a:cubicBezTo>
                  <a:pt x="1310695" y="190315"/>
                  <a:pt x="1319846" y="179465"/>
                  <a:pt x="1325463" y="167720"/>
                </a:cubicBezTo>
                <a:cubicBezTo>
                  <a:pt x="1331080" y="155974"/>
                  <a:pt x="1333889" y="138315"/>
                  <a:pt x="1333889" y="114743"/>
                </a:cubicBezTo>
                <a:cubicBezTo>
                  <a:pt x="1333889" y="91171"/>
                  <a:pt x="1333141" y="68023"/>
                  <a:pt x="1331646" y="45299"/>
                </a:cubicBezTo>
                <a:cubicBezTo>
                  <a:pt x="1338005" y="46048"/>
                  <a:pt x="1346228" y="46609"/>
                  <a:pt x="1356313" y="46984"/>
                </a:cubicBezTo>
                <a:lnTo>
                  <a:pt x="1385527" y="47442"/>
                </a:lnTo>
                <a:lnTo>
                  <a:pt x="1362593" y="14299"/>
                </a:lnTo>
                <a:close/>
                <a:moveTo>
                  <a:pt x="1599097" y="4262"/>
                </a:moveTo>
                <a:cubicBezTo>
                  <a:pt x="1606065" y="6698"/>
                  <a:pt x="1612244" y="8130"/>
                  <a:pt x="1617635" y="8559"/>
                </a:cubicBezTo>
                <a:cubicBezTo>
                  <a:pt x="1621295" y="8804"/>
                  <a:pt x="1623125" y="9993"/>
                  <a:pt x="1623125" y="12127"/>
                </a:cubicBezTo>
                <a:cubicBezTo>
                  <a:pt x="1623125" y="14260"/>
                  <a:pt x="1621988" y="16151"/>
                  <a:pt x="1619712" y="17799"/>
                </a:cubicBezTo>
                <a:cubicBezTo>
                  <a:pt x="1617437" y="19447"/>
                  <a:pt x="1615309" y="23901"/>
                  <a:pt x="1613329" y="31161"/>
                </a:cubicBezTo>
                <a:cubicBezTo>
                  <a:pt x="1611349" y="38422"/>
                  <a:pt x="1609307" y="44257"/>
                  <a:pt x="1607202" y="48667"/>
                </a:cubicBezTo>
                <a:lnTo>
                  <a:pt x="1642367" y="48667"/>
                </a:lnTo>
                <a:cubicBezTo>
                  <a:pt x="1658605" y="48667"/>
                  <a:pt x="1669085" y="48292"/>
                  <a:pt x="1673807" y="47542"/>
                </a:cubicBezTo>
                <a:lnTo>
                  <a:pt x="1673807" y="64898"/>
                </a:lnTo>
                <a:cubicBezTo>
                  <a:pt x="1667739" y="64300"/>
                  <a:pt x="1661319" y="64001"/>
                  <a:pt x="1654547" y="64001"/>
                </a:cubicBezTo>
                <a:cubicBezTo>
                  <a:pt x="1650737" y="111757"/>
                  <a:pt x="1642281" y="145367"/>
                  <a:pt x="1629180" y="164832"/>
                </a:cubicBezTo>
                <a:cubicBezTo>
                  <a:pt x="1640262" y="178079"/>
                  <a:pt x="1656633" y="188800"/>
                  <a:pt x="1678293" y="196996"/>
                </a:cubicBezTo>
                <a:cubicBezTo>
                  <a:pt x="1673142" y="201199"/>
                  <a:pt x="1668842" y="206577"/>
                  <a:pt x="1665391" y="213131"/>
                </a:cubicBezTo>
                <a:cubicBezTo>
                  <a:pt x="1644891" y="203722"/>
                  <a:pt x="1629455" y="192061"/>
                  <a:pt x="1619082" y="178148"/>
                </a:cubicBezTo>
                <a:cubicBezTo>
                  <a:pt x="1611136" y="189423"/>
                  <a:pt x="1596203" y="201234"/>
                  <a:pt x="1574284" y="213581"/>
                </a:cubicBezTo>
                <a:cubicBezTo>
                  <a:pt x="1573201" y="210884"/>
                  <a:pt x="1571602" y="208510"/>
                  <a:pt x="1569487" y="206458"/>
                </a:cubicBezTo>
                <a:lnTo>
                  <a:pt x="1561785" y="201395"/>
                </a:lnTo>
                <a:lnTo>
                  <a:pt x="1554626" y="205787"/>
                </a:lnTo>
                <a:cubicBezTo>
                  <a:pt x="1548857" y="207525"/>
                  <a:pt x="1539368" y="208852"/>
                  <a:pt x="1526160" y="209766"/>
                </a:cubicBezTo>
                <a:cubicBezTo>
                  <a:pt x="1526460" y="202732"/>
                  <a:pt x="1524590" y="196162"/>
                  <a:pt x="1520552" y="190056"/>
                </a:cubicBezTo>
                <a:cubicBezTo>
                  <a:pt x="1531858" y="189859"/>
                  <a:pt x="1539417" y="189518"/>
                  <a:pt x="1543228" y="189033"/>
                </a:cubicBezTo>
                <a:cubicBezTo>
                  <a:pt x="1547039" y="188548"/>
                  <a:pt x="1549371" y="187800"/>
                  <a:pt x="1550223" y="186788"/>
                </a:cubicBezTo>
                <a:cubicBezTo>
                  <a:pt x="1551076" y="185776"/>
                  <a:pt x="1551502" y="183778"/>
                  <a:pt x="1551502" y="180794"/>
                </a:cubicBezTo>
                <a:lnTo>
                  <a:pt x="1551502" y="166932"/>
                </a:lnTo>
                <a:lnTo>
                  <a:pt x="1500906" y="166932"/>
                </a:lnTo>
                <a:lnTo>
                  <a:pt x="1500906" y="209094"/>
                </a:lnTo>
                <a:lnTo>
                  <a:pt x="1481307" y="209094"/>
                </a:lnTo>
                <a:cubicBezTo>
                  <a:pt x="1482205" y="197750"/>
                  <a:pt x="1482654" y="188691"/>
                  <a:pt x="1482654" y="181916"/>
                </a:cubicBezTo>
                <a:lnTo>
                  <a:pt x="1482654" y="123834"/>
                </a:lnTo>
                <a:cubicBezTo>
                  <a:pt x="1482654" y="112763"/>
                  <a:pt x="1482430" y="103928"/>
                  <a:pt x="1481983" y="97327"/>
                </a:cubicBezTo>
                <a:cubicBezTo>
                  <a:pt x="1488850" y="98377"/>
                  <a:pt x="1503735" y="98902"/>
                  <a:pt x="1526636" y="98902"/>
                </a:cubicBezTo>
                <a:cubicBezTo>
                  <a:pt x="1549538" y="98902"/>
                  <a:pt x="1563910" y="98377"/>
                  <a:pt x="1569751" y="97327"/>
                </a:cubicBezTo>
                <a:cubicBezTo>
                  <a:pt x="1569303" y="105723"/>
                  <a:pt x="1569079" y="114260"/>
                  <a:pt x="1569079" y="122937"/>
                </a:cubicBezTo>
                <a:lnTo>
                  <a:pt x="1569079" y="186849"/>
                </a:lnTo>
                <a:lnTo>
                  <a:pt x="1566277" y="198298"/>
                </a:lnTo>
                <a:lnTo>
                  <a:pt x="1589953" y="183287"/>
                </a:lnTo>
                <a:cubicBezTo>
                  <a:pt x="1597877" y="177212"/>
                  <a:pt x="1604271" y="171055"/>
                  <a:pt x="1609134" y="164817"/>
                </a:cubicBezTo>
                <a:cubicBezTo>
                  <a:pt x="1600412" y="150876"/>
                  <a:pt x="1594195" y="132833"/>
                  <a:pt x="1590483" y="110688"/>
                </a:cubicBezTo>
                <a:lnTo>
                  <a:pt x="1588525" y="94681"/>
                </a:lnTo>
                <a:lnTo>
                  <a:pt x="1587360" y="96966"/>
                </a:lnTo>
                <a:cubicBezTo>
                  <a:pt x="1581952" y="94111"/>
                  <a:pt x="1576278" y="92579"/>
                  <a:pt x="1570337" y="92369"/>
                </a:cubicBezTo>
                <a:cubicBezTo>
                  <a:pt x="1570777" y="89726"/>
                  <a:pt x="1571525" y="88548"/>
                  <a:pt x="1572580" y="88837"/>
                </a:cubicBezTo>
                <a:cubicBezTo>
                  <a:pt x="1565810" y="88127"/>
                  <a:pt x="1549190" y="87772"/>
                  <a:pt x="1522722" y="87772"/>
                </a:cubicBezTo>
                <a:cubicBezTo>
                  <a:pt x="1496253" y="87772"/>
                  <a:pt x="1477739" y="88445"/>
                  <a:pt x="1467181" y="89790"/>
                </a:cubicBezTo>
                <a:lnTo>
                  <a:pt x="1467181" y="71538"/>
                </a:lnTo>
                <a:cubicBezTo>
                  <a:pt x="1478449" y="72760"/>
                  <a:pt x="1488167" y="73357"/>
                  <a:pt x="1496334" y="73331"/>
                </a:cubicBezTo>
                <a:lnTo>
                  <a:pt x="1496334" y="51664"/>
                </a:lnTo>
                <a:cubicBezTo>
                  <a:pt x="1488674" y="51957"/>
                  <a:pt x="1480675" y="52556"/>
                  <a:pt x="1472339" y="53461"/>
                </a:cubicBezTo>
                <a:lnTo>
                  <a:pt x="1472339" y="35208"/>
                </a:lnTo>
                <a:cubicBezTo>
                  <a:pt x="1480668" y="36285"/>
                  <a:pt x="1488667" y="36882"/>
                  <a:pt x="1496334" y="37001"/>
                </a:cubicBezTo>
                <a:cubicBezTo>
                  <a:pt x="1496189" y="24893"/>
                  <a:pt x="1495517" y="15400"/>
                  <a:pt x="1494316" y="8523"/>
                </a:cubicBezTo>
                <a:cubicBezTo>
                  <a:pt x="1499960" y="9123"/>
                  <a:pt x="1506776" y="9423"/>
                  <a:pt x="1514765" y="9423"/>
                </a:cubicBezTo>
                <a:cubicBezTo>
                  <a:pt x="1517785" y="9423"/>
                  <a:pt x="1519294" y="10290"/>
                  <a:pt x="1519294" y="12023"/>
                </a:cubicBezTo>
                <a:cubicBezTo>
                  <a:pt x="1519294" y="13757"/>
                  <a:pt x="1518263" y="15426"/>
                  <a:pt x="1516201" y="17031"/>
                </a:cubicBezTo>
                <a:cubicBezTo>
                  <a:pt x="1514525" y="18393"/>
                  <a:pt x="1513687" y="20131"/>
                  <a:pt x="1513687" y="22246"/>
                </a:cubicBezTo>
                <a:lnTo>
                  <a:pt x="1513687" y="37455"/>
                </a:lnTo>
                <a:lnTo>
                  <a:pt x="1539615" y="37455"/>
                </a:lnTo>
                <a:cubicBezTo>
                  <a:pt x="1539615" y="23713"/>
                  <a:pt x="1538942" y="13919"/>
                  <a:pt x="1537597" y="8073"/>
                </a:cubicBezTo>
                <a:cubicBezTo>
                  <a:pt x="1543240" y="8673"/>
                  <a:pt x="1549983" y="8973"/>
                  <a:pt x="1557824" y="8973"/>
                </a:cubicBezTo>
                <a:cubicBezTo>
                  <a:pt x="1560844" y="8973"/>
                  <a:pt x="1562353" y="9828"/>
                  <a:pt x="1562353" y="11539"/>
                </a:cubicBezTo>
                <a:cubicBezTo>
                  <a:pt x="1562353" y="13250"/>
                  <a:pt x="1561419" y="14928"/>
                  <a:pt x="1559550" y="16574"/>
                </a:cubicBezTo>
                <a:cubicBezTo>
                  <a:pt x="1557680" y="18219"/>
                  <a:pt x="1556746" y="19960"/>
                  <a:pt x="1556746" y="21796"/>
                </a:cubicBezTo>
                <a:lnTo>
                  <a:pt x="1556746" y="37226"/>
                </a:lnTo>
                <a:cubicBezTo>
                  <a:pt x="1561839" y="37255"/>
                  <a:pt x="1569913" y="36582"/>
                  <a:pt x="1580966" y="35208"/>
                </a:cubicBezTo>
                <a:lnTo>
                  <a:pt x="1580966" y="53461"/>
                </a:lnTo>
                <a:cubicBezTo>
                  <a:pt x="1572139" y="52406"/>
                  <a:pt x="1564066" y="51733"/>
                  <a:pt x="1556746" y="51443"/>
                </a:cubicBezTo>
                <a:lnTo>
                  <a:pt x="1556746" y="73331"/>
                </a:lnTo>
                <a:cubicBezTo>
                  <a:pt x="1561753" y="73357"/>
                  <a:pt x="1569976" y="72760"/>
                  <a:pt x="1581413" y="71538"/>
                </a:cubicBezTo>
                <a:lnTo>
                  <a:pt x="1581413" y="78042"/>
                </a:lnTo>
                <a:cubicBezTo>
                  <a:pt x="1590350" y="58261"/>
                  <a:pt x="1596245" y="33668"/>
                  <a:pt x="1599097" y="4262"/>
                </a:cubicBezTo>
                <a:close/>
                <a:moveTo>
                  <a:pt x="259688" y="4262"/>
                </a:moveTo>
                <a:cubicBezTo>
                  <a:pt x="267975" y="5309"/>
                  <a:pt x="275315" y="5833"/>
                  <a:pt x="281709" y="5833"/>
                </a:cubicBezTo>
                <a:cubicBezTo>
                  <a:pt x="285924" y="5833"/>
                  <a:pt x="288031" y="7071"/>
                  <a:pt x="288031" y="9548"/>
                </a:cubicBezTo>
                <a:cubicBezTo>
                  <a:pt x="288031" y="12024"/>
                  <a:pt x="287171" y="13607"/>
                  <a:pt x="285450" y="14295"/>
                </a:cubicBezTo>
                <a:cubicBezTo>
                  <a:pt x="283730" y="14983"/>
                  <a:pt x="282534" y="15942"/>
                  <a:pt x="281862" y="17170"/>
                </a:cubicBezTo>
                <a:cubicBezTo>
                  <a:pt x="281191" y="18399"/>
                  <a:pt x="280855" y="19492"/>
                  <a:pt x="280855" y="20449"/>
                </a:cubicBezTo>
                <a:lnTo>
                  <a:pt x="280855" y="40816"/>
                </a:lnTo>
                <a:cubicBezTo>
                  <a:pt x="311633" y="40819"/>
                  <a:pt x="335031" y="39921"/>
                  <a:pt x="351050" y="38123"/>
                </a:cubicBezTo>
                <a:cubicBezTo>
                  <a:pt x="350002" y="45903"/>
                  <a:pt x="349478" y="55112"/>
                  <a:pt x="349478" y="65752"/>
                </a:cubicBezTo>
                <a:lnTo>
                  <a:pt x="349478" y="131906"/>
                </a:lnTo>
                <a:cubicBezTo>
                  <a:pt x="349478" y="142522"/>
                  <a:pt x="350226" y="153973"/>
                  <a:pt x="351721" y="166261"/>
                </a:cubicBezTo>
                <a:lnTo>
                  <a:pt x="330779" y="166261"/>
                </a:lnTo>
                <a:lnTo>
                  <a:pt x="330779" y="150116"/>
                </a:lnTo>
                <a:lnTo>
                  <a:pt x="280855" y="150116"/>
                </a:lnTo>
                <a:lnTo>
                  <a:pt x="280855" y="179223"/>
                </a:lnTo>
                <a:cubicBezTo>
                  <a:pt x="280855" y="183952"/>
                  <a:pt x="281244" y="187215"/>
                  <a:pt x="282023" y="189012"/>
                </a:cubicBezTo>
                <a:cubicBezTo>
                  <a:pt x="282802" y="190808"/>
                  <a:pt x="284604" y="192124"/>
                  <a:pt x="287429" y="192958"/>
                </a:cubicBezTo>
                <a:cubicBezTo>
                  <a:pt x="290254" y="193793"/>
                  <a:pt x="295213" y="194210"/>
                  <a:pt x="302304" y="194210"/>
                </a:cubicBezTo>
                <a:lnTo>
                  <a:pt x="337773" y="193985"/>
                </a:lnTo>
                <a:cubicBezTo>
                  <a:pt x="345812" y="193985"/>
                  <a:pt x="351223" y="191543"/>
                  <a:pt x="354005" y="186658"/>
                </a:cubicBezTo>
                <a:cubicBezTo>
                  <a:pt x="356788" y="181773"/>
                  <a:pt x="359046" y="173301"/>
                  <a:pt x="360779" y="161242"/>
                </a:cubicBezTo>
                <a:cubicBezTo>
                  <a:pt x="366221" y="165633"/>
                  <a:pt x="372620" y="169013"/>
                  <a:pt x="379978" y="171383"/>
                </a:cubicBezTo>
                <a:cubicBezTo>
                  <a:pt x="376211" y="186982"/>
                  <a:pt x="371491" y="197578"/>
                  <a:pt x="365818" y="203170"/>
                </a:cubicBezTo>
                <a:cubicBezTo>
                  <a:pt x="360144" y="208763"/>
                  <a:pt x="350859" y="211559"/>
                  <a:pt x="337962" y="211559"/>
                </a:cubicBezTo>
                <a:lnTo>
                  <a:pt x="302565" y="211338"/>
                </a:lnTo>
                <a:cubicBezTo>
                  <a:pt x="290430" y="211338"/>
                  <a:pt x="281538" y="210449"/>
                  <a:pt x="275888" y="208673"/>
                </a:cubicBezTo>
                <a:cubicBezTo>
                  <a:pt x="270239" y="206897"/>
                  <a:pt x="266538" y="203712"/>
                  <a:pt x="264785" y="199120"/>
                </a:cubicBezTo>
                <a:cubicBezTo>
                  <a:pt x="263033" y="194528"/>
                  <a:pt x="262156" y="187448"/>
                  <a:pt x="262156" y="177880"/>
                </a:cubicBezTo>
                <a:lnTo>
                  <a:pt x="262156" y="150116"/>
                </a:lnTo>
                <a:lnTo>
                  <a:pt x="210889" y="150116"/>
                </a:lnTo>
                <a:lnTo>
                  <a:pt x="210889" y="170747"/>
                </a:lnTo>
                <a:lnTo>
                  <a:pt x="190619" y="170747"/>
                </a:lnTo>
                <a:cubicBezTo>
                  <a:pt x="192262" y="158269"/>
                  <a:pt x="193083" y="146070"/>
                  <a:pt x="193083" y="134149"/>
                </a:cubicBezTo>
                <a:lnTo>
                  <a:pt x="193083" y="65752"/>
                </a:lnTo>
                <a:cubicBezTo>
                  <a:pt x="193083" y="56122"/>
                  <a:pt x="192561" y="46912"/>
                  <a:pt x="191515" y="38123"/>
                </a:cubicBezTo>
                <a:cubicBezTo>
                  <a:pt x="208220" y="39921"/>
                  <a:pt x="231767" y="40819"/>
                  <a:pt x="262156" y="40816"/>
                </a:cubicBezTo>
                <a:cubicBezTo>
                  <a:pt x="262156" y="25964"/>
                  <a:pt x="261334" y="13779"/>
                  <a:pt x="259688" y="4262"/>
                </a:cubicBezTo>
                <a:close/>
                <a:moveTo>
                  <a:pt x="743739" y="0"/>
                </a:moveTo>
                <a:cubicBezTo>
                  <a:pt x="752219" y="2882"/>
                  <a:pt x="758679" y="4681"/>
                  <a:pt x="763120" y="5397"/>
                </a:cubicBezTo>
                <a:cubicBezTo>
                  <a:pt x="767185" y="6300"/>
                  <a:pt x="769217" y="7848"/>
                  <a:pt x="769217" y="10043"/>
                </a:cubicBezTo>
                <a:cubicBezTo>
                  <a:pt x="769217" y="12237"/>
                  <a:pt x="767510" y="13944"/>
                  <a:pt x="764095" y="15165"/>
                </a:cubicBezTo>
                <a:cubicBezTo>
                  <a:pt x="760681" y="16385"/>
                  <a:pt x="753940" y="23516"/>
                  <a:pt x="743875" y="36558"/>
                </a:cubicBezTo>
                <a:lnTo>
                  <a:pt x="770517" y="36558"/>
                </a:lnTo>
                <a:cubicBezTo>
                  <a:pt x="806336" y="36558"/>
                  <a:pt x="829225" y="35436"/>
                  <a:pt x="839183" y="33190"/>
                </a:cubicBezTo>
                <a:cubicBezTo>
                  <a:pt x="838138" y="40422"/>
                  <a:pt x="837615" y="55237"/>
                  <a:pt x="837615" y="77635"/>
                </a:cubicBezTo>
                <a:lnTo>
                  <a:pt x="837615" y="185281"/>
                </a:lnTo>
                <a:cubicBezTo>
                  <a:pt x="837615" y="190874"/>
                  <a:pt x="836482" y="195196"/>
                  <a:pt x="834217" y="198247"/>
                </a:cubicBezTo>
                <a:cubicBezTo>
                  <a:pt x="831951" y="201297"/>
                  <a:pt x="827285" y="203568"/>
                  <a:pt x="820218" y="205060"/>
                </a:cubicBezTo>
                <a:cubicBezTo>
                  <a:pt x="813152" y="206552"/>
                  <a:pt x="801579" y="207373"/>
                  <a:pt x="785498" y="207523"/>
                </a:cubicBezTo>
                <a:cubicBezTo>
                  <a:pt x="785948" y="199891"/>
                  <a:pt x="783556" y="192388"/>
                  <a:pt x="778322" y="185013"/>
                </a:cubicBezTo>
                <a:cubicBezTo>
                  <a:pt x="791124" y="186808"/>
                  <a:pt x="800327" y="187706"/>
                  <a:pt x="805931" y="187706"/>
                </a:cubicBezTo>
                <a:cubicBezTo>
                  <a:pt x="811535" y="187706"/>
                  <a:pt x="815025" y="187018"/>
                  <a:pt x="816402" y="185642"/>
                </a:cubicBezTo>
                <a:cubicBezTo>
                  <a:pt x="817778" y="184265"/>
                  <a:pt x="818466" y="181678"/>
                  <a:pt x="818466" y="177880"/>
                </a:cubicBezTo>
                <a:lnTo>
                  <a:pt x="818466" y="51889"/>
                </a:lnTo>
                <a:lnTo>
                  <a:pt x="686239" y="51889"/>
                </a:lnTo>
                <a:lnTo>
                  <a:pt x="686239" y="207973"/>
                </a:lnTo>
                <a:lnTo>
                  <a:pt x="664851" y="207973"/>
                </a:lnTo>
                <a:cubicBezTo>
                  <a:pt x="666494" y="190764"/>
                  <a:pt x="667315" y="172061"/>
                  <a:pt x="667315" y="151866"/>
                </a:cubicBezTo>
                <a:lnTo>
                  <a:pt x="667315" y="77635"/>
                </a:lnTo>
                <a:cubicBezTo>
                  <a:pt x="667315" y="60609"/>
                  <a:pt x="666718" y="45794"/>
                  <a:pt x="665522" y="33190"/>
                </a:cubicBezTo>
                <a:cubicBezTo>
                  <a:pt x="673018" y="35436"/>
                  <a:pt x="684769" y="36558"/>
                  <a:pt x="700773" y="36558"/>
                </a:cubicBezTo>
                <a:lnTo>
                  <a:pt x="726816" y="36558"/>
                </a:lnTo>
                <a:cubicBezTo>
                  <a:pt x="735055" y="23988"/>
                  <a:pt x="740696" y="11802"/>
                  <a:pt x="7437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4719047"/>
      </p:ext>
    </p:extLst>
  </p:cSld>
  <p:clrMapOvr>
    <a:masterClrMapping/>
  </p:clrMapOvr>
  <p:transition spd="slow" advClick="0" advTm="0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2DE84B-C4E8-475E-AC38-E8C813642112}"/>
              </a:ext>
            </a:extLst>
          </p:cNvPr>
          <p:cNvSpPr txBox="1"/>
          <p:nvPr/>
        </p:nvSpPr>
        <p:spPr>
          <a:xfrm>
            <a:off x="5191530" y="48858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20FF7-E77D-4240-B616-C52766952CDD}"/>
              </a:ext>
            </a:extLst>
          </p:cNvPr>
          <p:cNvSpPr txBox="1"/>
          <p:nvPr/>
        </p:nvSpPr>
        <p:spPr>
          <a:xfrm>
            <a:off x="-2801746" y="321273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5F86387-134A-4201-972E-A0EAF81B506E}"/>
              </a:ext>
            </a:extLst>
          </p:cNvPr>
          <p:cNvGrpSpPr/>
          <p:nvPr/>
        </p:nvGrpSpPr>
        <p:grpSpPr>
          <a:xfrm>
            <a:off x="3976006" y="-2307374"/>
            <a:ext cx="4239988" cy="1146962"/>
            <a:chOff x="3976006" y="1645194"/>
            <a:chExt cx="4239988" cy="1146962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978A5330-024D-4C2F-9C9B-D5055DD4175A}"/>
                </a:ext>
              </a:extLst>
            </p:cNvPr>
            <p:cNvSpPr/>
            <p:nvPr/>
          </p:nvSpPr>
          <p:spPr>
            <a:xfrm rot="16200000" flipV="1">
              <a:off x="5884663" y="460825"/>
              <a:ext cx="422674" cy="423998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360A5CC-D574-4954-827B-A3E8CCB45389}"/>
                </a:ext>
              </a:extLst>
            </p:cNvPr>
            <p:cNvSpPr txBox="1"/>
            <p:nvPr/>
          </p:nvSpPr>
          <p:spPr>
            <a:xfrm>
              <a:off x="5428621" y="1645194"/>
              <a:ext cx="1337286" cy="421324"/>
            </a:xfrm>
            <a:custGeom>
              <a:avLst/>
              <a:gdLst/>
              <a:ahLst/>
              <a:cxnLst/>
              <a:rect l="l" t="t" r="r" b="b"/>
              <a:pathLst>
                <a:path w="1337286" h="421324">
                  <a:moveTo>
                    <a:pt x="161641" y="314853"/>
                  </a:moveTo>
                  <a:cubicBezTo>
                    <a:pt x="161032" y="325421"/>
                    <a:pt x="162079" y="336789"/>
                    <a:pt x="164785" y="348958"/>
                  </a:cubicBezTo>
                  <a:cubicBezTo>
                    <a:pt x="92666" y="364202"/>
                    <a:pt x="43060" y="376066"/>
                    <a:pt x="15966" y="384548"/>
                  </a:cubicBezTo>
                  <a:cubicBezTo>
                    <a:pt x="14080" y="370608"/>
                    <a:pt x="9506" y="356340"/>
                    <a:pt x="2243" y="341743"/>
                  </a:cubicBezTo>
                  <a:cubicBezTo>
                    <a:pt x="50111" y="339437"/>
                    <a:pt x="103244" y="330474"/>
                    <a:pt x="161641" y="314853"/>
                  </a:cubicBezTo>
                  <a:close/>
                  <a:moveTo>
                    <a:pt x="1054722" y="290808"/>
                  </a:moveTo>
                  <a:lnTo>
                    <a:pt x="1054722" y="358366"/>
                  </a:lnTo>
                  <a:lnTo>
                    <a:pt x="1211534" y="358366"/>
                  </a:lnTo>
                  <a:lnTo>
                    <a:pt x="1211534" y="290808"/>
                  </a:lnTo>
                  <a:close/>
                  <a:moveTo>
                    <a:pt x="212326" y="272420"/>
                  </a:moveTo>
                  <a:lnTo>
                    <a:pt x="212326" y="352087"/>
                  </a:lnTo>
                  <a:lnTo>
                    <a:pt x="345357" y="352087"/>
                  </a:lnTo>
                  <a:lnTo>
                    <a:pt x="345357" y="272420"/>
                  </a:lnTo>
                  <a:close/>
                  <a:moveTo>
                    <a:pt x="174029" y="238608"/>
                  </a:moveTo>
                  <a:cubicBezTo>
                    <a:pt x="193560" y="241004"/>
                    <a:pt x="228703" y="242201"/>
                    <a:pt x="279460" y="242201"/>
                  </a:cubicBezTo>
                  <a:cubicBezTo>
                    <a:pt x="330216" y="242201"/>
                    <a:pt x="364948" y="241004"/>
                    <a:pt x="383655" y="238608"/>
                  </a:cubicBezTo>
                  <a:cubicBezTo>
                    <a:pt x="381564" y="255296"/>
                    <a:pt x="380519" y="273713"/>
                    <a:pt x="380519" y="293858"/>
                  </a:cubicBezTo>
                  <a:lnTo>
                    <a:pt x="380519" y="345443"/>
                  </a:lnTo>
                  <a:cubicBezTo>
                    <a:pt x="380519" y="363626"/>
                    <a:pt x="381714" y="386677"/>
                    <a:pt x="384105" y="414595"/>
                  </a:cubicBezTo>
                  <a:lnTo>
                    <a:pt x="345357" y="414595"/>
                  </a:lnTo>
                  <a:lnTo>
                    <a:pt x="345357" y="382755"/>
                  </a:lnTo>
                  <a:lnTo>
                    <a:pt x="212326" y="382755"/>
                  </a:lnTo>
                  <a:lnTo>
                    <a:pt x="212326" y="417738"/>
                  </a:lnTo>
                  <a:lnTo>
                    <a:pt x="172235" y="417738"/>
                  </a:lnTo>
                  <a:cubicBezTo>
                    <a:pt x="175222" y="393120"/>
                    <a:pt x="176715" y="367674"/>
                    <a:pt x="176715" y="341400"/>
                  </a:cubicBezTo>
                  <a:lnTo>
                    <a:pt x="176715" y="293858"/>
                  </a:lnTo>
                  <a:cubicBezTo>
                    <a:pt x="176715" y="276299"/>
                    <a:pt x="175819" y="257882"/>
                    <a:pt x="174029" y="238608"/>
                  </a:cubicBezTo>
                  <a:close/>
                  <a:moveTo>
                    <a:pt x="679944" y="204247"/>
                  </a:moveTo>
                  <a:lnTo>
                    <a:pt x="679944" y="264183"/>
                  </a:lnTo>
                  <a:lnTo>
                    <a:pt x="779792" y="264183"/>
                  </a:lnTo>
                  <a:lnTo>
                    <a:pt x="779792" y="204247"/>
                  </a:lnTo>
                  <a:close/>
                  <a:moveTo>
                    <a:pt x="540012" y="204247"/>
                  </a:moveTo>
                  <a:lnTo>
                    <a:pt x="540012" y="264183"/>
                  </a:lnTo>
                  <a:lnTo>
                    <a:pt x="642547" y="264183"/>
                  </a:lnTo>
                  <a:lnTo>
                    <a:pt x="642547" y="204247"/>
                  </a:lnTo>
                  <a:close/>
                  <a:moveTo>
                    <a:pt x="1135182" y="182716"/>
                  </a:moveTo>
                  <a:cubicBezTo>
                    <a:pt x="1095939" y="221263"/>
                    <a:pt x="1062094" y="246845"/>
                    <a:pt x="1033648" y="259461"/>
                  </a:cubicBezTo>
                  <a:cubicBezTo>
                    <a:pt x="1046359" y="259918"/>
                    <a:pt x="1077524" y="260147"/>
                    <a:pt x="1127142" y="260147"/>
                  </a:cubicBezTo>
                  <a:cubicBezTo>
                    <a:pt x="1176760" y="260147"/>
                    <a:pt x="1212516" y="259806"/>
                    <a:pt x="1234409" y="259125"/>
                  </a:cubicBezTo>
                  <a:cubicBezTo>
                    <a:pt x="1202881" y="245523"/>
                    <a:pt x="1169805" y="220053"/>
                    <a:pt x="1135182" y="182716"/>
                  </a:cubicBezTo>
                  <a:close/>
                  <a:moveTo>
                    <a:pt x="1128481" y="131409"/>
                  </a:moveTo>
                  <a:cubicBezTo>
                    <a:pt x="1140430" y="139048"/>
                    <a:pt x="1151372" y="145139"/>
                    <a:pt x="1161307" y="149683"/>
                  </a:cubicBezTo>
                  <a:cubicBezTo>
                    <a:pt x="1166798" y="151974"/>
                    <a:pt x="1169543" y="155031"/>
                    <a:pt x="1169543" y="158855"/>
                  </a:cubicBezTo>
                  <a:cubicBezTo>
                    <a:pt x="1169543" y="163999"/>
                    <a:pt x="1167304" y="166571"/>
                    <a:pt x="1162825" y="166571"/>
                  </a:cubicBezTo>
                  <a:cubicBezTo>
                    <a:pt x="1158346" y="166571"/>
                    <a:pt x="1155651" y="166409"/>
                    <a:pt x="1154742" y="166085"/>
                  </a:cubicBezTo>
                  <a:cubicBezTo>
                    <a:pt x="1201205" y="216539"/>
                    <a:pt x="1262053" y="249219"/>
                    <a:pt x="1337286" y="264126"/>
                  </a:cubicBezTo>
                  <a:cubicBezTo>
                    <a:pt x="1328247" y="275437"/>
                    <a:pt x="1321743" y="287469"/>
                    <a:pt x="1317776" y="300223"/>
                  </a:cubicBezTo>
                  <a:cubicBezTo>
                    <a:pt x="1287301" y="290436"/>
                    <a:pt x="1264741" y="280721"/>
                    <a:pt x="1250096" y="271077"/>
                  </a:cubicBezTo>
                  <a:cubicBezTo>
                    <a:pt x="1249620" y="278797"/>
                    <a:pt x="1249382" y="287138"/>
                    <a:pt x="1249382" y="296101"/>
                  </a:cubicBezTo>
                  <a:lnTo>
                    <a:pt x="1249382" y="384012"/>
                  </a:lnTo>
                  <a:cubicBezTo>
                    <a:pt x="1249382" y="392332"/>
                    <a:pt x="1250130" y="403274"/>
                    <a:pt x="1251625" y="416838"/>
                  </a:cubicBezTo>
                  <a:lnTo>
                    <a:pt x="1211534" y="416838"/>
                  </a:lnTo>
                  <a:lnTo>
                    <a:pt x="1211534" y="387684"/>
                  </a:lnTo>
                  <a:lnTo>
                    <a:pt x="1054722" y="387684"/>
                  </a:lnTo>
                  <a:lnTo>
                    <a:pt x="1054722" y="421324"/>
                  </a:lnTo>
                  <a:lnTo>
                    <a:pt x="1014631" y="421324"/>
                  </a:lnTo>
                  <a:cubicBezTo>
                    <a:pt x="1016727" y="403536"/>
                    <a:pt x="1017774" y="390949"/>
                    <a:pt x="1017774" y="383562"/>
                  </a:cubicBezTo>
                  <a:lnTo>
                    <a:pt x="1017774" y="293858"/>
                  </a:lnTo>
                  <a:cubicBezTo>
                    <a:pt x="1017774" y="285366"/>
                    <a:pt x="1017489" y="278220"/>
                    <a:pt x="1016917" y="272420"/>
                  </a:cubicBezTo>
                  <a:cubicBezTo>
                    <a:pt x="1001039" y="282992"/>
                    <a:pt x="979351" y="294056"/>
                    <a:pt x="951852" y="305609"/>
                  </a:cubicBezTo>
                  <a:cubicBezTo>
                    <a:pt x="947866" y="294460"/>
                    <a:pt x="940386" y="284152"/>
                    <a:pt x="929413" y="274684"/>
                  </a:cubicBezTo>
                  <a:cubicBezTo>
                    <a:pt x="974067" y="260806"/>
                    <a:pt x="1009788" y="244152"/>
                    <a:pt x="1036577" y="224721"/>
                  </a:cubicBezTo>
                  <a:cubicBezTo>
                    <a:pt x="1063366" y="205290"/>
                    <a:pt x="1083910" y="189015"/>
                    <a:pt x="1098210" y="175897"/>
                  </a:cubicBezTo>
                  <a:cubicBezTo>
                    <a:pt x="1112509" y="162778"/>
                    <a:pt x="1122599" y="147949"/>
                    <a:pt x="1128481" y="131409"/>
                  </a:cubicBezTo>
                  <a:close/>
                  <a:moveTo>
                    <a:pt x="679944" y="108713"/>
                  </a:moveTo>
                  <a:lnTo>
                    <a:pt x="679944" y="173579"/>
                  </a:lnTo>
                  <a:lnTo>
                    <a:pt x="779792" y="173579"/>
                  </a:lnTo>
                  <a:lnTo>
                    <a:pt x="779792" y="108713"/>
                  </a:lnTo>
                  <a:close/>
                  <a:moveTo>
                    <a:pt x="540012" y="108713"/>
                  </a:moveTo>
                  <a:lnTo>
                    <a:pt x="540012" y="173579"/>
                  </a:lnTo>
                  <a:lnTo>
                    <a:pt x="642547" y="173579"/>
                  </a:lnTo>
                  <a:lnTo>
                    <a:pt x="642547" y="108713"/>
                  </a:lnTo>
                  <a:close/>
                  <a:moveTo>
                    <a:pt x="1185395" y="95976"/>
                  </a:moveTo>
                  <a:cubicBezTo>
                    <a:pt x="1231377" y="119898"/>
                    <a:pt x="1269749" y="145230"/>
                    <a:pt x="1300510" y="171971"/>
                  </a:cubicBezTo>
                  <a:lnTo>
                    <a:pt x="1278264" y="197967"/>
                  </a:lnTo>
                  <a:cubicBezTo>
                    <a:pt x="1249318" y="171416"/>
                    <a:pt x="1212870" y="146109"/>
                    <a:pt x="1168922" y="122044"/>
                  </a:cubicBezTo>
                  <a:close/>
                  <a:moveTo>
                    <a:pt x="1074946" y="91940"/>
                  </a:moveTo>
                  <a:cubicBezTo>
                    <a:pt x="1084099" y="101312"/>
                    <a:pt x="1092362" y="107906"/>
                    <a:pt x="1099735" y="111721"/>
                  </a:cubicBezTo>
                  <a:cubicBezTo>
                    <a:pt x="1104411" y="114050"/>
                    <a:pt x="1106750" y="117207"/>
                    <a:pt x="1106750" y="121193"/>
                  </a:cubicBezTo>
                  <a:cubicBezTo>
                    <a:pt x="1106750" y="125180"/>
                    <a:pt x="1103783" y="127440"/>
                    <a:pt x="1097849" y="127973"/>
                  </a:cubicBezTo>
                  <a:cubicBezTo>
                    <a:pt x="1092934" y="128235"/>
                    <a:pt x="1085014" y="132964"/>
                    <a:pt x="1074089" y="142160"/>
                  </a:cubicBezTo>
                  <a:cubicBezTo>
                    <a:pt x="1044390" y="166221"/>
                    <a:pt x="1015310" y="187364"/>
                    <a:pt x="986849" y="205590"/>
                  </a:cubicBezTo>
                  <a:cubicBezTo>
                    <a:pt x="982315" y="194884"/>
                    <a:pt x="974683" y="185966"/>
                    <a:pt x="963953" y="178836"/>
                  </a:cubicBezTo>
                  <a:cubicBezTo>
                    <a:pt x="1015065" y="151504"/>
                    <a:pt x="1052062" y="122539"/>
                    <a:pt x="1074946" y="91940"/>
                  </a:cubicBezTo>
                  <a:close/>
                  <a:moveTo>
                    <a:pt x="256553" y="5829"/>
                  </a:moveTo>
                  <a:cubicBezTo>
                    <a:pt x="271312" y="8225"/>
                    <a:pt x="284497" y="9422"/>
                    <a:pt x="296108" y="9422"/>
                  </a:cubicBezTo>
                  <a:cubicBezTo>
                    <a:pt x="303342" y="9422"/>
                    <a:pt x="306959" y="11474"/>
                    <a:pt x="306959" y="15577"/>
                  </a:cubicBezTo>
                  <a:cubicBezTo>
                    <a:pt x="306959" y="19680"/>
                    <a:pt x="305693" y="22184"/>
                    <a:pt x="303159" y="23088"/>
                  </a:cubicBezTo>
                  <a:cubicBezTo>
                    <a:pt x="300625" y="23993"/>
                    <a:pt x="298906" y="25403"/>
                    <a:pt x="298001" y="27317"/>
                  </a:cubicBezTo>
                  <a:cubicBezTo>
                    <a:pt x="297096" y="29232"/>
                    <a:pt x="296644" y="31368"/>
                    <a:pt x="296644" y="33725"/>
                  </a:cubicBezTo>
                  <a:lnTo>
                    <a:pt x="296644" y="79838"/>
                  </a:lnTo>
                  <a:cubicBezTo>
                    <a:pt x="342111" y="79838"/>
                    <a:pt x="380535" y="78193"/>
                    <a:pt x="411915" y="74902"/>
                  </a:cubicBezTo>
                  <a:lnTo>
                    <a:pt x="411915" y="114993"/>
                  </a:lnTo>
                  <a:cubicBezTo>
                    <a:pt x="380145" y="112002"/>
                    <a:pt x="341721" y="110506"/>
                    <a:pt x="296644" y="110506"/>
                  </a:cubicBezTo>
                  <a:lnTo>
                    <a:pt x="296644" y="171778"/>
                  </a:lnTo>
                  <a:cubicBezTo>
                    <a:pt x="338173" y="171478"/>
                    <a:pt x="372410" y="169983"/>
                    <a:pt x="399357" y="167292"/>
                  </a:cubicBezTo>
                  <a:lnTo>
                    <a:pt x="399357" y="206933"/>
                  </a:lnTo>
                  <a:cubicBezTo>
                    <a:pt x="369620" y="203947"/>
                    <a:pt x="329288" y="202454"/>
                    <a:pt x="278363" y="202454"/>
                  </a:cubicBezTo>
                  <a:cubicBezTo>
                    <a:pt x="227438" y="202454"/>
                    <a:pt x="187275" y="203947"/>
                    <a:pt x="157877" y="206933"/>
                  </a:cubicBezTo>
                  <a:lnTo>
                    <a:pt x="157877" y="167292"/>
                  </a:lnTo>
                  <a:cubicBezTo>
                    <a:pt x="184804" y="170288"/>
                    <a:pt x="218741" y="171783"/>
                    <a:pt x="259689" y="171778"/>
                  </a:cubicBezTo>
                  <a:lnTo>
                    <a:pt x="259689" y="110506"/>
                  </a:lnTo>
                  <a:cubicBezTo>
                    <a:pt x="239058" y="110656"/>
                    <a:pt x="219511" y="111105"/>
                    <a:pt x="201048" y="111853"/>
                  </a:cubicBezTo>
                  <a:lnTo>
                    <a:pt x="161919" y="114209"/>
                  </a:lnTo>
                  <a:lnTo>
                    <a:pt x="165828" y="116457"/>
                  </a:lnTo>
                  <a:cubicBezTo>
                    <a:pt x="169914" y="118686"/>
                    <a:pt x="171957" y="121585"/>
                    <a:pt x="171957" y="125155"/>
                  </a:cubicBezTo>
                  <a:cubicBezTo>
                    <a:pt x="171957" y="128724"/>
                    <a:pt x="169683" y="131145"/>
                    <a:pt x="165135" y="132416"/>
                  </a:cubicBezTo>
                  <a:cubicBezTo>
                    <a:pt x="160586" y="133688"/>
                    <a:pt x="157010" y="135432"/>
                    <a:pt x="154405" y="137649"/>
                  </a:cubicBezTo>
                  <a:cubicBezTo>
                    <a:pt x="151800" y="139866"/>
                    <a:pt x="147504" y="145035"/>
                    <a:pt x="141517" y="153155"/>
                  </a:cubicBezTo>
                  <a:cubicBezTo>
                    <a:pt x="135531" y="161275"/>
                    <a:pt x="124911" y="176167"/>
                    <a:pt x="109656" y="197832"/>
                  </a:cubicBezTo>
                  <a:lnTo>
                    <a:pt x="62972" y="260132"/>
                  </a:lnTo>
                  <a:lnTo>
                    <a:pt x="152226" y="248474"/>
                  </a:lnTo>
                  <a:cubicBezTo>
                    <a:pt x="150730" y="257475"/>
                    <a:pt x="149983" y="263790"/>
                    <a:pt x="149983" y="267419"/>
                  </a:cubicBezTo>
                  <a:cubicBezTo>
                    <a:pt x="149983" y="271048"/>
                    <a:pt x="150280" y="275822"/>
                    <a:pt x="150876" y="281742"/>
                  </a:cubicBezTo>
                  <a:lnTo>
                    <a:pt x="64186" y="291665"/>
                  </a:lnTo>
                  <a:cubicBezTo>
                    <a:pt x="45093" y="294308"/>
                    <a:pt x="29620" y="297761"/>
                    <a:pt x="17766" y="302023"/>
                  </a:cubicBezTo>
                  <a:cubicBezTo>
                    <a:pt x="16166" y="289260"/>
                    <a:pt x="12787" y="277077"/>
                    <a:pt x="7629" y="265476"/>
                  </a:cubicBezTo>
                  <a:cubicBezTo>
                    <a:pt x="14187" y="263928"/>
                    <a:pt x="20795" y="261005"/>
                    <a:pt x="27453" y="256707"/>
                  </a:cubicBezTo>
                  <a:cubicBezTo>
                    <a:pt x="34111" y="252409"/>
                    <a:pt x="41295" y="244626"/>
                    <a:pt x="49006" y="233358"/>
                  </a:cubicBezTo>
                  <a:lnTo>
                    <a:pt x="90154" y="175986"/>
                  </a:lnTo>
                  <a:lnTo>
                    <a:pt x="47920" y="179129"/>
                  </a:lnTo>
                  <a:cubicBezTo>
                    <a:pt x="35666" y="179982"/>
                    <a:pt x="23443" y="182373"/>
                    <a:pt x="11251" y="186302"/>
                  </a:cubicBezTo>
                  <a:cubicBezTo>
                    <a:pt x="10094" y="172381"/>
                    <a:pt x="6343" y="159186"/>
                    <a:pt x="0" y="146718"/>
                  </a:cubicBezTo>
                  <a:cubicBezTo>
                    <a:pt x="18959" y="142622"/>
                    <a:pt x="45182" y="97752"/>
                    <a:pt x="78667" y="12108"/>
                  </a:cubicBezTo>
                  <a:cubicBezTo>
                    <a:pt x="90420" y="19533"/>
                    <a:pt x="100834" y="24235"/>
                    <a:pt x="109906" y="26214"/>
                  </a:cubicBezTo>
                  <a:cubicBezTo>
                    <a:pt x="118979" y="28193"/>
                    <a:pt x="123515" y="31481"/>
                    <a:pt x="123515" y="36079"/>
                  </a:cubicBezTo>
                  <a:cubicBezTo>
                    <a:pt x="123515" y="40677"/>
                    <a:pt x="121242" y="43675"/>
                    <a:pt x="116696" y="45073"/>
                  </a:cubicBezTo>
                  <a:cubicBezTo>
                    <a:pt x="112151" y="46471"/>
                    <a:pt x="108024" y="49299"/>
                    <a:pt x="104316" y="53556"/>
                  </a:cubicBezTo>
                  <a:cubicBezTo>
                    <a:pt x="100609" y="57814"/>
                    <a:pt x="94567" y="67307"/>
                    <a:pt x="86193" y="82035"/>
                  </a:cubicBezTo>
                  <a:cubicBezTo>
                    <a:pt x="77818" y="96763"/>
                    <a:pt x="64843" y="118605"/>
                    <a:pt x="47270" y="147561"/>
                  </a:cubicBezTo>
                  <a:lnTo>
                    <a:pt x="105813" y="145061"/>
                  </a:lnTo>
                  <a:cubicBezTo>
                    <a:pt x="118281" y="124844"/>
                    <a:pt x="126554" y="108035"/>
                    <a:pt x="130630" y="94633"/>
                  </a:cubicBezTo>
                  <a:lnTo>
                    <a:pt x="148911" y="106625"/>
                  </a:lnTo>
                  <a:lnTo>
                    <a:pt x="148911" y="74902"/>
                  </a:lnTo>
                  <a:cubicBezTo>
                    <a:pt x="181039" y="77898"/>
                    <a:pt x="217965" y="79391"/>
                    <a:pt x="259689" y="79381"/>
                  </a:cubicBezTo>
                  <a:lnTo>
                    <a:pt x="259689" y="70501"/>
                  </a:lnTo>
                  <a:cubicBezTo>
                    <a:pt x="259689" y="44365"/>
                    <a:pt x="258644" y="22807"/>
                    <a:pt x="256553" y="5829"/>
                  </a:cubicBezTo>
                  <a:close/>
                  <a:moveTo>
                    <a:pt x="637610" y="4036"/>
                  </a:moveTo>
                  <a:cubicBezTo>
                    <a:pt x="654184" y="6131"/>
                    <a:pt x="668864" y="7179"/>
                    <a:pt x="681651" y="7179"/>
                  </a:cubicBezTo>
                  <a:cubicBezTo>
                    <a:pt x="690081" y="7179"/>
                    <a:pt x="694296" y="9656"/>
                    <a:pt x="694296" y="14609"/>
                  </a:cubicBezTo>
                  <a:cubicBezTo>
                    <a:pt x="694296" y="19562"/>
                    <a:pt x="692575" y="22726"/>
                    <a:pt x="689135" y="24103"/>
                  </a:cubicBezTo>
                  <a:cubicBezTo>
                    <a:pt x="685694" y="25479"/>
                    <a:pt x="683302" y="27396"/>
                    <a:pt x="681959" y="29854"/>
                  </a:cubicBezTo>
                  <a:cubicBezTo>
                    <a:pt x="680616" y="32311"/>
                    <a:pt x="679944" y="34497"/>
                    <a:pt x="679944" y="36411"/>
                  </a:cubicBezTo>
                  <a:lnTo>
                    <a:pt x="679944" y="77145"/>
                  </a:lnTo>
                  <a:cubicBezTo>
                    <a:pt x="741499" y="77150"/>
                    <a:pt x="788296" y="75354"/>
                    <a:pt x="820333" y="71759"/>
                  </a:cubicBezTo>
                  <a:cubicBezTo>
                    <a:pt x="818238" y="87318"/>
                    <a:pt x="817190" y="105737"/>
                    <a:pt x="817190" y="127016"/>
                  </a:cubicBezTo>
                  <a:lnTo>
                    <a:pt x="817190" y="259325"/>
                  </a:lnTo>
                  <a:cubicBezTo>
                    <a:pt x="817190" y="280556"/>
                    <a:pt x="818685" y="303459"/>
                    <a:pt x="821676" y="328034"/>
                  </a:cubicBezTo>
                  <a:lnTo>
                    <a:pt x="779792" y="328034"/>
                  </a:lnTo>
                  <a:lnTo>
                    <a:pt x="779792" y="295744"/>
                  </a:lnTo>
                  <a:lnTo>
                    <a:pt x="679944" y="295744"/>
                  </a:lnTo>
                  <a:lnTo>
                    <a:pt x="679944" y="353958"/>
                  </a:lnTo>
                  <a:cubicBezTo>
                    <a:pt x="679944" y="363417"/>
                    <a:pt x="680723" y="369942"/>
                    <a:pt x="682280" y="373536"/>
                  </a:cubicBezTo>
                  <a:cubicBezTo>
                    <a:pt x="683837" y="377129"/>
                    <a:pt x="687442" y="379760"/>
                    <a:pt x="693092" y="381430"/>
                  </a:cubicBezTo>
                  <a:cubicBezTo>
                    <a:pt x="698743" y="383099"/>
                    <a:pt x="708660" y="383933"/>
                    <a:pt x="722842" y="383933"/>
                  </a:cubicBezTo>
                  <a:lnTo>
                    <a:pt x="793780" y="383483"/>
                  </a:lnTo>
                  <a:cubicBezTo>
                    <a:pt x="809858" y="383483"/>
                    <a:pt x="820680" y="378598"/>
                    <a:pt x="826245" y="368828"/>
                  </a:cubicBezTo>
                  <a:cubicBezTo>
                    <a:pt x="831810" y="359058"/>
                    <a:pt x="836326" y="342114"/>
                    <a:pt x="839793" y="317997"/>
                  </a:cubicBezTo>
                  <a:cubicBezTo>
                    <a:pt x="850675" y="326779"/>
                    <a:pt x="863474" y="333539"/>
                    <a:pt x="878190" y="338278"/>
                  </a:cubicBezTo>
                  <a:cubicBezTo>
                    <a:pt x="870656" y="369477"/>
                    <a:pt x="861216" y="390669"/>
                    <a:pt x="849869" y="401854"/>
                  </a:cubicBezTo>
                  <a:cubicBezTo>
                    <a:pt x="838522" y="413038"/>
                    <a:pt x="819952" y="418631"/>
                    <a:pt x="794158" y="418631"/>
                  </a:cubicBezTo>
                  <a:lnTo>
                    <a:pt x="723364" y="418188"/>
                  </a:lnTo>
                  <a:cubicBezTo>
                    <a:pt x="699094" y="418188"/>
                    <a:pt x="681310" y="416411"/>
                    <a:pt x="670011" y="412859"/>
                  </a:cubicBezTo>
                  <a:cubicBezTo>
                    <a:pt x="658712" y="409306"/>
                    <a:pt x="651310" y="402937"/>
                    <a:pt x="647804" y="393753"/>
                  </a:cubicBezTo>
                  <a:cubicBezTo>
                    <a:pt x="644299" y="384568"/>
                    <a:pt x="642547" y="370408"/>
                    <a:pt x="642547" y="351272"/>
                  </a:cubicBezTo>
                  <a:lnTo>
                    <a:pt x="642547" y="295744"/>
                  </a:lnTo>
                  <a:lnTo>
                    <a:pt x="540012" y="295744"/>
                  </a:lnTo>
                  <a:lnTo>
                    <a:pt x="540012" y="337006"/>
                  </a:lnTo>
                  <a:lnTo>
                    <a:pt x="499472" y="337006"/>
                  </a:lnTo>
                  <a:cubicBezTo>
                    <a:pt x="502758" y="312051"/>
                    <a:pt x="504401" y="287652"/>
                    <a:pt x="504401" y="263811"/>
                  </a:cubicBezTo>
                  <a:lnTo>
                    <a:pt x="504401" y="127016"/>
                  </a:lnTo>
                  <a:cubicBezTo>
                    <a:pt x="504401" y="107756"/>
                    <a:pt x="503355" y="89337"/>
                    <a:pt x="501265" y="71759"/>
                  </a:cubicBezTo>
                  <a:cubicBezTo>
                    <a:pt x="534674" y="75354"/>
                    <a:pt x="581768" y="77150"/>
                    <a:pt x="642547" y="77145"/>
                  </a:cubicBezTo>
                  <a:cubicBezTo>
                    <a:pt x="642547" y="47441"/>
                    <a:pt x="640901" y="23072"/>
                    <a:pt x="637610" y="4036"/>
                  </a:cubicBezTo>
                  <a:close/>
                  <a:moveTo>
                    <a:pt x="1125681" y="0"/>
                  </a:moveTo>
                  <a:cubicBezTo>
                    <a:pt x="1140145" y="19016"/>
                    <a:pt x="1152360" y="37109"/>
                    <a:pt x="1162328" y="54278"/>
                  </a:cubicBezTo>
                  <a:cubicBezTo>
                    <a:pt x="1234194" y="54278"/>
                    <a:pt x="1285489" y="53228"/>
                    <a:pt x="1316212" y="51128"/>
                  </a:cubicBezTo>
                  <a:lnTo>
                    <a:pt x="1316212" y="144589"/>
                  </a:lnTo>
                  <a:lnTo>
                    <a:pt x="1279257" y="144589"/>
                  </a:lnTo>
                  <a:lnTo>
                    <a:pt x="1279257" y="86289"/>
                  </a:lnTo>
                  <a:lnTo>
                    <a:pt x="992378" y="86289"/>
                  </a:lnTo>
                  <a:lnTo>
                    <a:pt x="992378" y="146832"/>
                  </a:lnTo>
                  <a:lnTo>
                    <a:pt x="956324" y="146832"/>
                  </a:lnTo>
                  <a:lnTo>
                    <a:pt x="956324" y="51128"/>
                  </a:lnTo>
                  <a:cubicBezTo>
                    <a:pt x="978065" y="53228"/>
                    <a:pt x="1034129" y="54278"/>
                    <a:pt x="1124516" y="54278"/>
                  </a:cubicBezTo>
                  <a:cubicBezTo>
                    <a:pt x="1117215" y="45586"/>
                    <a:pt x="1106752" y="32632"/>
                    <a:pt x="1093127" y="15416"/>
                  </a:cubicBezTo>
                  <a:close/>
                </a:path>
              </a:pathLst>
            </a:custGeom>
            <a:solidFill>
              <a:srgbClr val="2DC8FF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1A49EAAA-C6BF-45E2-ACD1-04D781DDEC95}"/>
              </a:ext>
            </a:extLst>
          </p:cNvPr>
          <p:cNvSpPr/>
          <p:nvPr/>
        </p:nvSpPr>
        <p:spPr>
          <a:xfrm>
            <a:off x="1687553" y="2506290"/>
            <a:ext cx="3855837" cy="168632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6559F-A3CE-4F23-884B-BAE36AC4D318}"/>
              </a:ext>
            </a:extLst>
          </p:cNvPr>
          <p:cNvSpPr/>
          <p:nvPr/>
        </p:nvSpPr>
        <p:spPr>
          <a:xfrm>
            <a:off x="5543392" y="2506290"/>
            <a:ext cx="545472" cy="1686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D9F7EF-7C8C-4C3D-A28A-D026B3695E0C}"/>
              </a:ext>
            </a:extLst>
          </p:cNvPr>
          <p:cNvSpPr/>
          <p:nvPr/>
        </p:nvSpPr>
        <p:spPr>
          <a:xfrm>
            <a:off x="6088863" y="2506290"/>
            <a:ext cx="536484" cy="168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035566-28C9-4799-8023-FB94CA6F01BA}"/>
              </a:ext>
            </a:extLst>
          </p:cNvPr>
          <p:cNvSpPr/>
          <p:nvPr/>
        </p:nvSpPr>
        <p:spPr>
          <a:xfrm>
            <a:off x="6608242" y="2506290"/>
            <a:ext cx="3864828" cy="1686325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4E9DA5-1E5F-47AD-AB92-6F6C6761BC69}"/>
              </a:ext>
            </a:extLst>
          </p:cNvPr>
          <p:cNvSpPr txBox="1"/>
          <p:nvPr/>
        </p:nvSpPr>
        <p:spPr>
          <a:xfrm>
            <a:off x="2958968" y="2970792"/>
            <a:ext cx="1351012" cy="721250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7A2048-31E4-4A82-B28E-95125E8F5FC9}"/>
              </a:ext>
            </a:extLst>
          </p:cNvPr>
          <p:cNvSpPr txBox="1"/>
          <p:nvPr/>
        </p:nvSpPr>
        <p:spPr>
          <a:xfrm>
            <a:off x="8075569" y="2947851"/>
            <a:ext cx="1291772" cy="767132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5650A39-25F5-4EDE-BE36-B2A373E845F9}"/>
              </a:ext>
            </a:extLst>
          </p:cNvPr>
          <p:cNvGrpSpPr/>
          <p:nvPr/>
        </p:nvGrpSpPr>
        <p:grpSpPr>
          <a:xfrm rot="10800000">
            <a:off x="5676213" y="1912635"/>
            <a:ext cx="829647" cy="374505"/>
            <a:chOff x="2915443" y="4344145"/>
            <a:chExt cx="509929" cy="230183"/>
          </a:xfrm>
        </p:grpSpPr>
        <p:grpSp>
          <p:nvGrpSpPr>
            <p:cNvPr id="534" name="组合 533">
              <a:extLst>
                <a:ext uri="{FF2B5EF4-FFF2-40B4-BE49-F238E27FC236}">
                  <a16:creationId xmlns:a16="http://schemas.microsoft.com/office/drawing/2014/main" id="{4E461D8F-26F4-44D9-B384-7611D905B937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537" name="直接连接符 536">
                <a:extLst>
                  <a:ext uri="{FF2B5EF4-FFF2-40B4-BE49-F238E27FC236}">
                    <a16:creationId xmlns:a16="http://schemas.microsoft.com/office/drawing/2014/main" id="{45346509-8D4D-4EE8-B985-3491D97CAE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直接连接符 537">
                <a:extLst>
                  <a:ext uri="{FF2B5EF4-FFF2-40B4-BE49-F238E27FC236}">
                    <a16:creationId xmlns:a16="http://schemas.microsoft.com/office/drawing/2014/main" id="{C33DE893-8879-4A85-AF47-99F97B3BC006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直接连接符 538">
                <a:extLst>
                  <a:ext uri="{FF2B5EF4-FFF2-40B4-BE49-F238E27FC236}">
                    <a16:creationId xmlns:a16="http://schemas.microsoft.com/office/drawing/2014/main" id="{BBFF2BBC-D0A6-4CDF-BDCB-4186DA209285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连接符 539">
                <a:extLst>
                  <a:ext uri="{FF2B5EF4-FFF2-40B4-BE49-F238E27FC236}">
                    <a16:creationId xmlns:a16="http://schemas.microsoft.com/office/drawing/2014/main" id="{9AEF8FBE-3F64-4D83-8AAC-FC8B0F61E1CC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>
                <a:extLst>
                  <a:ext uri="{FF2B5EF4-FFF2-40B4-BE49-F238E27FC236}">
                    <a16:creationId xmlns:a16="http://schemas.microsoft.com/office/drawing/2014/main" id="{34E79042-D879-45A4-9723-136AE938F8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直接连接符 541">
                <a:extLst>
                  <a:ext uri="{FF2B5EF4-FFF2-40B4-BE49-F238E27FC236}">
                    <a16:creationId xmlns:a16="http://schemas.microsoft.com/office/drawing/2014/main" id="{6787C315-9518-435E-8D52-1FD966B70A9C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5" name="文本框 534">
              <a:extLst>
                <a:ext uri="{FF2B5EF4-FFF2-40B4-BE49-F238E27FC236}">
                  <a16:creationId xmlns:a16="http://schemas.microsoft.com/office/drawing/2014/main" id="{C81EF21D-C1DD-438C-A256-4F5709762DE4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36" name="文本框 535">
              <a:extLst>
                <a:ext uri="{FF2B5EF4-FFF2-40B4-BE49-F238E27FC236}">
                  <a16:creationId xmlns:a16="http://schemas.microsoft.com/office/drawing/2014/main" id="{B794AB71-5355-4F57-B0F4-6E7D2F442C41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46BC8B-2444-4372-B458-391230857428}"/>
              </a:ext>
            </a:extLst>
          </p:cNvPr>
          <p:cNvGrpSpPr/>
          <p:nvPr/>
        </p:nvGrpSpPr>
        <p:grpSpPr>
          <a:xfrm>
            <a:off x="6737180" y="2584157"/>
            <a:ext cx="3663819" cy="1530589"/>
            <a:chOff x="378703" y="2212047"/>
            <a:chExt cx="4080497" cy="1704659"/>
          </a:xfrm>
        </p:grpSpPr>
        <p:grpSp>
          <p:nvGrpSpPr>
            <p:cNvPr id="303" name="组合 302">
              <a:extLst>
                <a:ext uri="{FF2B5EF4-FFF2-40B4-BE49-F238E27FC236}">
                  <a16:creationId xmlns:a16="http://schemas.microsoft.com/office/drawing/2014/main" id="{8BDA0B2E-6A3E-4A9C-B18D-C7CDCCFF5259}"/>
                </a:ext>
              </a:extLst>
            </p:cNvPr>
            <p:cNvGrpSpPr/>
            <p:nvPr/>
          </p:nvGrpSpPr>
          <p:grpSpPr>
            <a:xfrm>
              <a:off x="4374699" y="2212047"/>
              <a:ext cx="84501" cy="1704659"/>
              <a:chOff x="4374699" y="2227188"/>
              <a:chExt cx="84501" cy="1704659"/>
            </a:xfrm>
          </p:grpSpPr>
          <p:sp>
            <p:nvSpPr>
              <p:cNvPr id="524" name="椭圆 523">
                <a:extLst>
                  <a:ext uri="{FF2B5EF4-FFF2-40B4-BE49-F238E27FC236}">
                    <a16:creationId xmlns:a16="http://schemas.microsoft.com/office/drawing/2014/main" id="{2A15F582-80C3-4AEA-94CE-8763A472B78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5" name="椭圆 524">
                <a:extLst>
                  <a:ext uri="{FF2B5EF4-FFF2-40B4-BE49-F238E27FC236}">
                    <a16:creationId xmlns:a16="http://schemas.microsoft.com/office/drawing/2014/main" id="{5A3E9F80-0965-4CE7-9410-68D8B08112C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6" name="椭圆 525">
                <a:extLst>
                  <a:ext uri="{FF2B5EF4-FFF2-40B4-BE49-F238E27FC236}">
                    <a16:creationId xmlns:a16="http://schemas.microsoft.com/office/drawing/2014/main" id="{FDC0194D-96DC-443E-AD11-7E2FDE8E4E94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7" name="椭圆 526">
                <a:extLst>
                  <a:ext uri="{FF2B5EF4-FFF2-40B4-BE49-F238E27FC236}">
                    <a16:creationId xmlns:a16="http://schemas.microsoft.com/office/drawing/2014/main" id="{49961B56-A401-4C3F-8889-DAE90BE1E56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8" name="椭圆 527">
                <a:extLst>
                  <a:ext uri="{FF2B5EF4-FFF2-40B4-BE49-F238E27FC236}">
                    <a16:creationId xmlns:a16="http://schemas.microsoft.com/office/drawing/2014/main" id="{287182D4-9C67-4C89-9AD3-CA49CAB5C27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9" name="椭圆 528">
                <a:extLst>
                  <a:ext uri="{FF2B5EF4-FFF2-40B4-BE49-F238E27FC236}">
                    <a16:creationId xmlns:a16="http://schemas.microsoft.com/office/drawing/2014/main" id="{26FB6508-51BB-4FD3-8CD3-BC3E6EC7ACA6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0" name="椭圆 529">
                <a:extLst>
                  <a:ext uri="{FF2B5EF4-FFF2-40B4-BE49-F238E27FC236}">
                    <a16:creationId xmlns:a16="http://schemas.microsoft.com/office/drawing/2014/main" id="{310620A7-1F85-49D2-8604-EA01902228F2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1" name="椭圆 530">
                <a:extLst>
                  <a:ext uri="{FF2B5EF4-FFF2-40B4-BE49-F238E27FC236}">
                    <a16:creationId xmlns:a16="http://schemas.microsoft.com/office/drawing/2014/main" id="{AF76518A-B19B-4236-B24D-3E7AC0EBDA7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2" name="椭圆 531">
                <a:extLst>
                  <a:ext uri="{FF2B5EF4-FFF2-40B4-BE49-F238E27FC236}">
                    <a16:creationId xmlns:a16="http://schemas.microsoft.com/office/drawing/2014/main" id="{D74C5347-CE83-4174-A034-3644135C162E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3" name="椭圆 532">
                <a:extLst>
                  <a:ext uri="{FF2B5EF4-FFF2-40B4-BE49-F238E27FC236}">
                    <a16:creationId xmlns:a16="http://schemas.microsoft.com/office/drawing/2014/main" id="{F3727655-6007-456A-ACF2-A6D81C8703E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0BDA7B30-3D35-49D2-849A-5C3E79153236}"/>
                </a:ext>
              </a:extLst>
            </p:cNvPr>
            <p:cNvGrpSpPr/>
            <p:nvPr/>
          </p:nvGrpSpPr>
          <p:grpSpPr>
            <a:xfrm>
              <a:off x="4174903" y="2212047"/>
              <a:ext cx="84501" cy="1704659"/>
              <a:chOff x="4374699" y="2227188"/>
              <a:chExt cx="84501" cy="1704659"/>
            </a:xfrm>
          </p:grpSpPr>
          <p:sp>
            <p:nvSpPr>
              <p:cNvPr id="514" name="椭圆 513">
                <a:extLst>
                  <a:ext uri="{FF2B5EF4-FFF2-40B4-BE49-F238E27FC236}">
                    <a16:creationId xmlns:a16="http://schemas.microsoft.com/office/drawing/2014/main" id="{6DE3FB94-5B52-4E2B-89C7-D9DCDD883901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5" name="椭圆 514">
                <a:extLst>
                  <a:ext uri="{FF2B5EF4-FFF2-40B4-BE49-F238E27FC236}">
                    <a16:creationId xmlns:a16="http://schemas.microsoft.com/office/drawing/2014/main" id="{B841B28D-2DE6-4F5D-A255-A219866E956A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6" name="椭圆 515">
                <a:extLst>
                  <a:ext uri="{FF2B5EF4-FFF2-40B4-BE49-F238E27FC236}">
                    <a16:creationId xmlns:a16="http://schemas.microsoft.com/office/drawing/2014/main" id="{64B98606-1144-4AF9-AC43-DB8876076A2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685D75C3-48D3-4B34-A101-15D3751685B7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8" name="椭圆 517">
                <a:extLst>
                  <a:ext uri="{FF2B5EF4-FFF2-40B4-BE49-F238E27FC236}">
                    <a16:creationId xmlns:a16="http://schemas.microsoft.com/office/drawing/2014/main" id="{4AC57D70-297B-45DC-B5F5-8BBB8DE4F344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9" name="椭圆 518">
                <a:extLst>
                  <a:ext uri="{FF2B5EF4-FFF2-40B4-BE49-F238E27FC236}">
                    <a16:creationId xmlns:a16="http://schemas.microsoft.com/office/drawing/2014/main" id="{D0D14946-E86C-4C33-AB13-8124F83EC0B6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0" name="椭圆 519">
                <a:extLst>
                  <a:ext uri="{FF2B5EF4-FFF2-40B4-BE49-F238E27FC236}">
                    <a16:creationId xmlns:a16="http://schemas.microsoft.com/office/drawing/2014/main" id="{FD5D949F-BA99-4D48-A00B-D6024D20C11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1" name="椭圆 520">
                <a:extLst>
                  <a:ext uri="{FF2B5EF4-FFF2-40B4-BE49-F238E27FC236}">
                    <a16:creationId xmlns:a16="http://schemas.microsoft.com/office/drawing/2014/main" id="{18408079-8FE0-4E15-A79E-BFA57CC64B6F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2" name="椭圆 521">
                <a:extLst>
                  <a:ext uri="{FF2B5EF4-FFF2-40B4-BE49-F238E27FC236}">
                    <a16:creationId xmlns:a16="http://schemas.microsoft.com/office/drawing/2014/main" id="{A1CE9600-FFDF-4FEE-9F17-C7D72CB3FB2D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3" name="椭圆 522">
                <a:extLst>
                  <a:ext uri="{FF2B5EF4-FFF2-40B4-BE49-F238E27FC236}">
                    <a16:creationId xmlns:a16="http://schemas.microsoft.com/office/drawing/2014/main" id="{4793FD76-C70C-4710-968D-F6BEAB21611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A87291BA-3454-46DC-8CB4-75C1929BD1FC}"/>
                </a:ext>
              </a:extLst>
            </p:cNvPr>
            <p:cNvGrpSpPr/>
            <p:nvPr/>
          </p:nvGrpSpPr>
          <p:grpSpPr>
            <a:xfrm>
              <a:off x="3975103" y="2212047"/>
              <a:ext cx="84501" cy="1704659"/>
              <a:chOff x="4374699" y="2227188"/>
              <a:chExt cx="84501" cy="1704659"/>
            </a:xfrm>
          </p:grpSpPr>
          <p:sp>
            <p:nvSpPr>
              <p:cNvPr id="504" name="椭圆 503">
                <a:extLst>
                  <a:ext uri="{FF2B5EF4-FFF2-40B4-BE49-F238E27FC236}">
                    <a16:creationId xmlns:a16="http://schemas.microsoft.com/office/drawing/2014/main" id="{ADD2A29C-D0B1-4978-A929-F440B5F8B72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5" name="椭圆 504">
                <a:extLst>
                  <a:ext uri="{FF2B5EF4-FFF2-40B4-BE49-F238E27FC236}">
                    <a16:creationId xmlns:a16="http://schemas.microsoft.com/office/drawing/2014/main" id="{E67EE03E-E107-4E9C-A138-11BA636D064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6" name="椭圆 505">
                <a:extLst>
                  <a:ext uri="{FF2B5EF4-FFF2-40B4-BE49-F238E27FC236}">
                    <a16:creationId xmlns:a16="http://schemas.microsoft.com/office/drawing/2014/main" id="{5EAB7C4E-702B-40D4-8EB7-759ED78CCA89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7" name="椭圆 506">
                <a:extLst>
                  <a:ext uri="{FF2B5EF4-FFF2-40B4-BE49-F238E27FC236}">
                    <a16:creationId xmlns:a16="http://schemas.microsoft.com/office/drawing/2014/main" id="{508058C3-A0FF-49BA-8222-FDA23A559E64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8" name="椭圆 507">
                <a:extLst>
                  <a:ext uri="{FF2B5EF4-FFF2-40B4-BE49-F238E27FC236}">
                    <a16:creationId xmlns:a16="http://schemas.microsoft.com/office/drawing/2014/main" id="{50E14D66-D0C6-4CDA-840A-2A4213C2461C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9" name="椭圆 508">
                <a:extLst>
                  <a:ext uri="{FF2B5EF4-FFF2-40B4-BE49-F238E27FC236}">
                    <a16:creationId xmlns:a16="http://schemas.microsoft.com/office/drawing/2014/main" id="{FF19B27B-C5E5-420A-AFF1-5F82AB956E26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0" name="椭圆 509">
                <a:extLst>
                  <a:ext uri="{FF2B5EF4-FFF2-40B4-BE49-F238E27FC236}">
                    <a16:creationId xmlns:a16="http://schemas.microsoft.com/office/drawing/2014/main" id="{CCFC0C37-C836-464F-B88B-0151E9EF5B70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1" name="椭圆 510">
                <a:extLst>
                  <a:ext uri="{FF2B5EF4-FFF2-40B4-BE49-F238E27FC236}">
                    <a16:creationId xmlns:a16="http://schemas.microsoft.com/office/drawing/2014/main" id="{63C28C37-B3EB-4B91-AF89-12356646E12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2" name="椭圆 511">
                <a:extLst>
                  <a:ext uri="{FF2B5EF4-FFF2-40B4-BE49-F238E27FC236}">
                    <a16:creationId xmlns:a16="http://schemas.microsoft.com/office/drawing/2014/main" id="{7C1882C9-D7BF-4CDA-9DB8-9F1B27CA9FBD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3" name="椭圆 512">
                <a:extLst>
                  <a:ext uri="{FF2B5EF4-FFF2-40B4-BE49-F238E27FC236}">
                    <a16:creationId xmlns:a16="http://schemas.microsoft.com/office/drawing/2014/main" id="{0BD6E183-89DA-469B-8CCF-CDCFC05FA1F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6" name="组合 305">
              <a:extLst>
                <a:ext uri="{FF2B5EF4-FFF2-40B4-BE49-F238E27FC236}">
                  <a16:creationId xmlns:a16="http://schemas.microsoft.com/office/drawing/2014/main" id="{309A2E11-A44D-4650-8878-AD0234683293}"/>
                </a:ext>
              </a:extLst>
            </p:cNvPr>
            <p:cNvGrpSpPr/>
            <p:nvPr/>
          </p:nvGrpSpPr>
          <p:grpSpPr>
            <a:xfrm>
              <a:off x="3775303" y="2212047"/>
              <a:ext cx="84501" cy="1704659"/>
              <a:chOff x="4374699" y="2227188"/>
              <a:chExt cx="84501" cy="1704659"/>
            </a:xfrm>
          </p:grpSpPr>
          <p:sp>
            <p:nvSpPr>
              <p:cNvPr id="494" name="椭圆 493">
                <a:extLst>
                  <a:ext uri="{FF2B5EF4-FFF2-40B4-BE49-F238E27FC236}">
                    <a16:creationId xmlns:a16="http://schemas.microsoft.com/office/drawing/2014/main" id="{D2D302BB-BF39-4038-912C-4D59C62D6A9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5" name="椭圆 494">
                <a:extLst>
                  <a:ext uri="{FF2B5EF4-FFF2-40B4-BE49-F238E27FC236}">
                    <a16:creationId xmlns:a16="http://schemas.microsoft.com/office/drawing/2014/main" id="{91B33526-29BC-4FDF-9C4F-D95AA8647E8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6" name="椭圆 495">
                <a:extLst>
                  <a:ext uri="{FF2B5EF4-FFF2-40B4-BE49-F238E27FC236}">
                    <a16:creationId xmlns:a16="http://schemas.microsoft.com/office/drawing/2014/main" id="{66DE0552-9F64-401B-BF8C-811E7786CE7A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7" name="椭圆 496">
                <a:extLst>
                  <a:ext uri="{FF2B5EF4-FFF2-40B4-BE49-F238E27FC236}">
                    <a16:creationId xmlns:a16="http://schemas.microsoft.com/office/drawing/2014/main" id="{5E51A459-8B8B-43C7-93C4-A8F6A01EB44D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8" name="椭圆 497">
                <a:extLst>
                  <a:ext uri="{FF2B5EF4-FFF2-40B4-BE49-F238E27FC236}">
                    <a16:creationId xmlns:a16="http://schemas.microsoft.com/office/drawing/2014/main" id="{B3FC7C29-F6E5-4762-9840-43AF35543E80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9" name="椭圆 498">
                <a:extLst>
                  <a:ext uri="{FF2B5EF4-FFF2-40B4-BE49-F238E27FC236}">
                    <a16:creationId xmlns:a16="http://schemas.microsoft.com/office/drawing/2014/main" id="{54589ABE-6969-4E8A-B39E-A94321254741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0" name="椭圆 499">
                <a:extLst>
                  <a:ext uri="{FF2B5EF4-FFF2-40B4-BE49-F238E27FC236}">
                    <a16:creationId xmlns:a16="http://schemas.microsoft.com/office/drawing/2014/main" id="{9D6DF54B-38BC-4D28-BC3C-29B233F22BB2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1" name="椭圆 500">
                <a:extLst>
                  <a:ext uri="{FF2B5EF4-FFF2-40B4-BE49-F238E27FC236}">
                    <a16:creationId xmlns:a16="http://schemas.microsoft.com/office/drawing/2014/main" id="{5956AAEC-B156-4B76-9A00-21E711BECDA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2" name="椭圆 501">
                <a:extLst>
                  <a:ext uri="{FF2B5EF4-FFF2-40B4-BE49-F238E27FC236}">
                    <a16:creationId xmlns:a16="http://schemas.microsoft.com/office/drawing/2014/main" id="{5439B118-D74F-40CE-BE23-21BFB1FF3E9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3" name="椭圆 502">
                <a:extLst>
                  <a:ext uri="{FF2B5EF4-FFF2-40B4-BE49-F238E27FC236}">
                    <a16:creationId xmlns:a16="http://schemas.microsoft.com/office/drawing/2014/main" id="{4419C435-37B0-4FD6-AB9D-A922A1449D9B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09EDDB55-589E-4C1B-B08F-381387FC6031}"/>
                </a:ext>
              </a:extLst>
            </p:cNvPr>
            <p:cNvGrpSpPr/>
            <p:nvPr/>
          </p:nvGrpSpPr>
          <p:grpSpPr>
            <a:xfrm>
              <a:off x="3575503" y="2212047"/>
              <a:ext cx="84501" cy="1704659"/>
              <a:chOff x="4374699" y="2227188"/>
              <a:chExt cx="84501" cy="1704659"/>
            </a:xfrm>
          </p:grpSpPr>
          <p:sp>
            <p:nvSpPr>
              <p:cNvPr id="484" name="椭圆 483">
                <a:extLst>
                  <a:ext uri="{FF2B5EF4-FFF2-40B4-BE49-F238E27FC236}">
                    <a16:creationId xmlns:a16="http://schemas.microsoft.com/office/drawing/2014/main" id="{0F2960C9-0BFE-48FD-90BA-69C1EA11DFD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5" name="椭圆 484">
                <a:extLst>
                  <a:ext uri="{FF2B5EF4-FFF2-40B4-BE49-F238E27FC236}">
                    <a16:creationId xmlns:a16="http://schemas.microsoft.com/office/drawing/2014/main" id="{8E8D345C-FF2A-43D7-A8C3-4EC2460EFB2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6" name="椭圆 485">
                <a:extLst>
                  <a:ext uri="{FF2B5EF4-FFF2-40B4-BE49-F238E27FC236}">
                    <a16:creationId xmlns:a16="http://schemas.microsoft.com/office/drawing/2014/main" id="{72243788-4DCE-4E46-BB75-1D8C5B51FBB8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7" name="椭圆 486">
                <a:extLst>
                  <a:ext uri="{FF2B5EF4-FFF2-40B4-BE49-F238E27FC236}">
                    <a16:creationId xmlns:a16="http://schemas.microsoft.com/office/drawing/2014/main" id="{3884469A-CBC9-49D0-8F56-FA931DCE27DA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8" name="椭圆 487">
                <a:extLst>
                  <a:ext uri="{FF2B5EF4-FFF2-40B4-BE49-F238E27FC236}">
                    <a16:creationId xmlns:a16="http://schemas.microsoft.com/office/drawing/2014/main" id="{1634522F-F80A-4341-BBFA-E70790DD43A7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9" name="椭圆 488">
                <a:extLst>
                  <a:ext uri="{FF2B5EF4-FFF2-40B4-BE49-F238E27FC236}">
                    <a16:creationId xmlns:a16="http://schemas.microsoft.com/office/drawing/2014/main" id="{062431FD-6BF1-426E-924E-E2F6DC119426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0" name="椭圆 489">
                <a:extLst>
                  <a:ext uri="{FF2B5EF4-FFF2-40B4-BE49-F238E27FC236}">
                    <a16:creationId xmlns:a16="http://schemas.microsoft.com/office/drawing/2014/main" id="{609D10AF-4EF4-4F10-9B23-BC9FA9B31F94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1" name="椭圆 490">
                <a:extLst>
                  <a:ext uri="{FF2B5EF4-FFF2-40B4-BE49-F238E27FC236}">
                    <a16:creationId xmlns:a16="http://schemas.microsoft.com/office/drawing/2014/main" id="{AC427A02-45B1-453F-96C6-AFA72CDDEEDB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2" name="椭圆 491">
                <a:extLst>
                  <a:ext uri="{FF2B5EF4-FFF2-40B4-BE49-F238E27FC236}">
                    <a16:creationId xmlns:a16="http://schemas.microsoft.com/office/drawing/2014/main" id="{3DA25B29-216E-45E6-990E-2D61866B394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3" name="椭圆 492">
                <a:extLst>
                  <a:ext uri="{FF2B5EF4-FFF2-40B4-BE49-F238E27FC236}">
                    <a16:creationId xmlns:a16="http://schemas.microsoft.com/office/drawing/2014/main" id="{83A9F3BA-DADC-4446-B2CD-E406BA37F56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AC71F0A1-F1B4-4ED8-9035-8EC0CFB9C7A5}"/>
                </a:ext>
              </a:extLst>
            </p:cNvPr>
            <p:cNvGrpSpPr/>
            <p:nvPr/>
          </p:nvGrpSpPr>
          <p:grpSpPr>
            <a:xfrm>
              <a:off x="3375703" y="2212047"/>
              <a:ext cx="84501" cy="1704659"/>
              <a:chOff x="4374699" y="2227188"/>
              <a:chExt cx="84501" cy="1704659"/>
            </a:xfrm>
          </p:grpSpPr>
          <p:sp>
            <p:nvSpPr>
              <p:cNvPr id="474" name="椭圆 473">
                <a:extLst>
                  <a:ext uri="{FF2B5EF4-FFF2-40B4-BE49-F238E27FC236}">
                    <a16:creationId xmlns:a16="http://schemas.microsoft.com/office/drawing/2014/main" id="{51A61A49-C4CA-48B5-86EF-C26D7AB80E0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5" name="椭圆 474">
                <a:extLst>
                  <a:ext uri="{FF2B5EF4-FFF2-40B4-BE49-F238E27FC236}">
                    <a16:creationId xmlns:a16="http://schemas.microsoft.com/office/drawing/2014/main" id="{C45FC628-0889-4C9F-976C-C367803A5442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6" name="椭圆 475">
                <a:extLst>
                  <a:ext uri="{FF2B5EF4-FFF2-40B4-BE49-F238E27FC236}">
                    <a16:creationId xmlns:a16="http://schemas.microsoft.com/office/drawing/2014/main" id="{3B584E2B-E8A5-40E5-A96D-6781F09A2DFF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7" name="椭圆 476">
                <a:extLst>
                  <a:ext uri="{FF2B5EF4-FFF2-40B4-BE49-F238E27FC236}">
                    <a16:creationId xmlns:a16="http://schemas.microsoft.com/office/drawing/2014/main" id="{7824D7D5-9738-4660-BFDD-8D9868A7AB64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8" name="椭圆 477">
                <a:extLst>
                  <a:ext uri="{FF2B5EF4-FFF2-40B4-BE49-F238E27FC236}">
                    <a16:creationId xmlns:a16="http://schemas.microsoft.com/office/drawing/2014/main" id="{C7D9F579-6109-4C5B-92B7-3FEF0D21B302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9" name="椭圆 478">
                <a:extLst>
                  <a:ext uri="{FF2B5EF4-FFF2-40B4-BE49-F238E27FC236}">
                    <a16:creationId xmlns:a16="http://schemas.microsoft.com/office/drawing/2014/main" id="{2FD947B2-2AB2-4D6A-B74A-B4144FAA7CB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椭圆 479">
                <a:extLst>
                  <a:ext uri="{FF2B5EF4-FFF2-40B4-BE49-F238E27FC236}">
                    <a16:creationId xmlns:a16="http://schemas.microsoft.com/office/drawing/2014/main" id="{901AE372-6122-4E03-B5B7-EF8EADEBE5F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1" name="椭圆 480">
                <a:extLst>
                  <a:ext uri="{FF2B5EF4-FFF2-40B4-BE49-F238E27FC236}">
                    <a16:creationId xmlns:a16="http://schemas.microsoft.com/office/drawing/2014/main" id="{A6A5D5B2-1EEA-4DD7-B69A-EB1706BFE87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2" name="椭圆 481">
                <a:extLst>
                  <a:ext uri="{FF2B5EF4-FFF2-40B4-BE49-F238E27FC236}">
                    <a16:creationId xmlns:a16="http://schemas.microsoft.com/office/drawing/2014/main" id="{B7A43851-6CD6-4966-8CF2-C5BF6FE8487B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3" name="椭圆 482">
                <a:extLst>
                  <a:ext uri="{FF2B5EF4-FFF2-40B4-BE49-F238E27FC236}">
                    <a16:creationId xmlns:a16="http://schemas.microsoft.com/office/drawing/2014/main" id="{7FB73818-283F-4D09-A04A-52F4C0BAFB2C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BC4D7811-AFD4-45A8-9FD7-BBF3CEC96C3E}"/>
                </a:ext>
              </a:extLst>
            </p:cNvPr>
            <p:cNvGrpSpPr/>
            <p:nvPr/>
          </p:nvGrpSpPr>
          <p:grpSpPr>
            <a:xfrm>
              <a:off x="3175903" y="2212047"/>
              <a:ext cx="84501" cy="1704659"/>
              <a:chOff x="4374699" y="2227188"/>
              <a:chExt cx="84501" cy="1704659"/>
            </a:xfrm>
          </p:grpSpPr>
          <p:sp>
            <p:nvSpPr>
              <p:cNvPr id="464" name="椭圆 463">
                <a:extLst>
                  <a:ext uri="{FF2B5EF4-FFF2-40B4-BE49-F238E27FC236}">
                    <a16:creationId xmlns:a16="http://schemas.microsoft.com/office/drawing/2014/main" id="{FBB7E26E-7D7A-4377-BF7C-0C9A50BDEDF9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5" name="椭圆 464">
                <a:extLst>
                  <a:ext uri="{FF2B5EF4-FFF2-40B4-BE49-F238E27FC236}">
                    <a16:creationId xmlns:a16="http://schemas.microsoft.com/office/drawing/2014/main" id="{C6CA5B8A-0040-4380-BF41-97B7D808E6D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6" name="椭圆 465">
                <a:extLst>
                  <a:ext uri="{FF2B5EF4-FFF2-40B4-BE49-F238E27FC236}">
                    <a16:creationId xmlns:a16="http://schemas.microsoft.com/office/drawing/2014/main" id="{3D8CBF45-EEBA-4217-AED2-9E26542CD834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7" name="椭圆 466">
                <a:extLst>
                  <a:ext uri="{FF2B5EF4-FFF2-40B4-BE49-F238E27FC236}">
                    <a16:creationId xmlns:a16="http://schemas.microsoft.com/office/drawing/2014/main" id="{B0360A20-9C20-4306-8775-53E8293BE375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8" name="椭圆 467">
                <a:extLst>
                  <a:ext uri="{FF2B5EF4-FFF2-40B4-BE49-F238E27FC236}">
                    <a16:creationId xmlns:a16="http://schemas.microsoft.com/office/drawing/2014/main" id="{FE16AA01-16C0-4A16-8282-7E19DA713783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9" name="椭圆 468">
                <a:extLst>
                  <a:ext uri="{FF2B5EF4-FFF2-40B4-BE49-F238E27FC236}">
                    <a16:creationId xmlns:a16="http://schemas.microsoft.com/office/drawing/2014/main" id="{204C16D9-CFFE-4F13-B39E-2D309D5EF3DC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0" name="椭圆 469">
                <a:extLst>
                  <a:ext uri="{FF2B5EF4-FFF2-40B4-BE49-F238E27FC236}">
                    <a16:creationId xmlns:a16="http://schemas.microsoft.com/office/drawing/2014/main" id="{0E82A9E4-0A4E-41B8-886F-34B6E00D0C1C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1" name="椭圆 470">
                <a:extLst>
                  <a:ext uri="{FF2B5EF4-FFF2-40B4-BE49-F238E27FC236}">
                    <a16:creationId xmlns:a16="http://schemas.microsoft.com/office/drawing/2014/main" id="{4DF7485A-B841-4279-9C81-7AE4329B2663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2" name="椭圆 471">
                <a:extLst>
                  <a:ext uri="{FF2B5EF4-FFF2-40B4-BE49-F238E27FC236}">
                    <a16:creationId xmlns:a16="http://schemas.microsoft.com/office/drawing/2014/main" id="{E9FB97FA-0964-42F2-AE65-36146E9275C5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3" name="椭圆 472">
                <a:extLst>
                  <a:ext uri="{FF2B5EF4-FFF2-40B4-BE49-F238E27FC236}">
                    <a16:creationId xmlns:a16="http://schemas.microsoft.com/office/drawing/2014/main" id="{9496C6E5-1BEA-44D9-9ED5-25D20364B888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0" name="组合 309">
              <a:extLst>
                <a:ext uri="{FF2B5EF4-FFF2-40B4-BE49-F238E27FC236}">
                  <a16:creationId xmlns:a16="http://schemas.microsoft.com/office/drawing/2014/main" id="{5FDACB9E-B48E-4FBE-9B0C-A9988A1D949A}"/>
                </a:ext>
              </a:extLst>
            </p:cNvPr>
            <p:cNvGrpSpPr/>
            <p:nvPr/>
          </p:nvGrpSpPr>
          <p:grpSpPr>
            <a:xfrm>
              <a:off x="2976103" y="2212047"/>
              <a:ext cx="84501" cy="1704659"/>
              <a:chOff x="4374699" y="2227188"/>
              <a:chExt cx="84501" cy="1704659"/>
            </a:xfrm>
          </p:grpSpPr>
          <p:sp>
            <p:nvSpPr>
              <p:cNvPr id="454" name="椭圆 453">
                <a:extLst>
                  <a:ext uri="{FF2B5EF4-FFF2-40B4-BE49-F238E27FC236}">
                    <a16:creationId xmlns:a16="http://schemas.microsoft.com/office/drawing/2014/main" id="{D25B2030-3B4F-4EBD-9579-20F7D251AE32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5" name="椭圆 454">
                <a:extLst>
                  <a:ext uri="{FF2B5EF4-FFF2-40B4-BE49-F238E27FC236}">
                    <a16:creationId xmlns:a16="http://schemas.microsoft.com/office/drawing/2014/main" id="{0BB1137D-16E6-48BF-B14F-B6B14D20C21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6" name="椭圆 455">
                <a:extLst>
                  <a:ext uri="{FF2B5EF4-FFF2-40B4-BE49-F238E27FC236}">
                    <a16:creationId xmlns:a16="http://schemas.microsoft.com/office/drawing/2014/main" id="{FBA142EA-06E5-4987-A091-A02355066324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7" name="椭圆 456">
                <a:extLst>
                  <a:ext uri="{FF2B5EF4-FFF2-40B4-BE49-F238E27FC236}">
                    <a16:creationId xmlns:a16="http://schemas.microsoft.com/office/drawing/2014/main" id="{FEB86B52-61C1-46A7-9F38-04C076FEBA9E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8" name="椭圆 457">
                <a:extLst>
                  <a:ext uri="{FF2B5EF4-FFF2-40B4-BE49-F238E27FC236}">
                    <a16:creationId xmlns:a16="http://schemas.microsoft.com/office/drawing/2014/main" id="{75A1E7E7-576D-4B67-B668-B74D3103EC69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9" name="椭圆 458">
                <a:extLst>
                  <a:ext uri="{FF2B5EF4-FFF2-40B4-BE49-F238E27FC236}">
                    <a16:creationId xmlns:a16="http://schemas.microsoft.com/office/drawing/2014/main" id="{F8C9FF93-2C4C-4561-8A14-31F6F6681456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0" name="椭圆 459">
                <a:extLst>
                  <a:ext uri="{FF2B5EF4-FFF2-40B4-BE49-F238E27FC236}">
                    <a16:creationId xmlns:a16="http://schemas.microsoft.com/office/drawing/2014/main" id="{9808C06F-9F4A-4274-A2A5-0E989498AB29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1" name="椭圆 460">
                <a:extLst>
                  <a:ext uri="{FF2B5EF4-FFF2-40B4-BE49-F238E27FC236}">
                    <a16:creationId xmlns:a16="http://schemas.microsoft.com/office/drawing/2014/main" id="{D37610E5-DE4E-4C1C-8D1E-E292FF1B69B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2" name="椭圆 461">
                <a:extLst>
                  <a:ext uri="{FF2B5EF4-FFF2-40B4-BE49-F238E27FC236}">
                    <a16:creationId xmlns:a16="http://schemas.microsoft.com/office/drawing/2014/main" id="{DFBFE62C-B7CD-4B26-B32E-5228D5A2A80F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3" name="椭圆 462">
                <a:extLst>
                  <a:ext uri="{FF2B5EF4-FFF2-40B4-BE49-F238E27FC236}">
                    <a16:creationId xmlns:a16="http://schemas.microsoft.com/office/drawing/2014/main" id="{CEA3F3FD-5136-41F5-ACA5-4DF3A0F5FF13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1" name="组合 310">
              <a:extLst>
                <a:ext uri="{FF2B5EF4-FFF2-40B4-BE49-F238E27FC236}">
                  <a16:creationId xmlns:a16="http://schemas.microsoft.com/office/drawing/2014/main" id="{B4C04146-8BD3-447A-95DA-BE9CC027BCA6}"/>
                </a:ext>
              </a:extLst>
            </p:cNvPr>
            <p:cNvGrpSpPr/>
            <p:nvPr/>
          </p:nvGrpSpPr>
          <p:grpSpPr>
            <a:xfrm>
              <a:off x="2776303" y="2212047"/>
              <a:ext cx="84501" cy="1704659"/>
              <a:chOff x="4374699" y="2227188"/>
              <a:chExt cx="84501" cy="1704659"/>
            </a:xfrm>
          </p:grpSpPr>
          <p:sp>
            <p:nvSpPr>
              <p:cNvPr id="444" name="椭圆 443">
                <a:extLst>
                  <a:ext uri="{FF2B5EF4-FFF2-40B4-BE49-F238E27FC236}">
                    <a16:creationId xmlns:a16="http://schemas.microsoft.com/office/drawing/2014/main" id="{FF9AE557-E337-4670-855A-1B90F0FC19C9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5" name="椭圆 444">
                <a:extLst>
                  <a:ext uri="{FF2B5EF4-FFF2-40B4-BE49-F238E27FC236}">
                    <a16:creationId xmlns:a16="http://schemas.microsoft.com/office/drawing/2014/main" id="{D437DEC7-8E28-4EB5-A8C2-DB681B213C27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6" name="椭圆 445">
                <a:extLst>
                  <a:ext uri="{FF2B5EF4-FFF2-40B4-BE49-F238E27FC236}">
                    <a16:creationId xmlns:a16="http://schemas.microsoft.com/office/drawing/2014/main" id="{BC195783-C596-4D69-A49B-E11589B94A9E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7" name="椭圆 446">
                <a:extLst>
                  <a:ext uri="{FF2B5EF4-FFF2-40B4-BE49-F238E27FC236}">
                    <a16:creationId xmlns:a16="http://schemas.microsoft.com/office/drawing/2014/main" id="{2945D3C7-6ABF-4E5E-BB4C-F55882BE7544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8" name="椭圆 447">
                <a:extLst>
                  <a:ext uri="{FF2B5EF4-FFF2-40B4-BE49-F238E27FC236}">
                    <a16:creationId xmlns:a16="http://schemas.microsoft.com/office/drawing/2014/main" id="{DFFEB742-B6E8-44FA-BE9A-622ADCA9B9B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9" name="椭圆 448">
                <a:extLst>
                  <a:ext uri="{FF2B5EF4-FFF2-40B4-BE49-F238E27FC236}">
                    <a16:creationId xmlns:a16="http://schemas.microsoft.com/office/drawing/2014/main" id="{FAD68CD3-C499-4B36-AAF9-DE9F272DFFF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0" name="椭圆 449">
                <a:extLst>
                  <a:ext uri="{FF2B5EF4-FFF2-40B4-BE49-F238E27FC236}">
                    <a16:creationId xmlns:a16="http://schemas.microsoft.com/office/drawing/2014/main" id="{C8E90D36-FFD5-431B-8A09-33EE2125BB74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1" name="椭圆 450">
                <a:extLst>
                  <a:ext uri="{FF2B5EF4-FFF2-40B4-BE49-F238E27FC236}">
                    <a16:creationId xmlns:a16="http://schemas.microsoft.com/office/drawing/2014/main" id="{E7A07083-EC49-4658-9D81-EEBE3DA6629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2" name="椭圆 451">
                <a:extLst>
                  <a:ext uri="{FF2B5EF4-FFF2-40B4-BE49-F238E27FC236}">
                    <a16:creationId xmlns:a16="http://schemas.microsoft.com/office/drawing/2014/main" id="{05374443-1BD1-41BA-A0F2-A8CB2AA1C12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3" name="椭圆 452">
                <a:extLst>
                  <a:ext uri="{FF2B5EF4-FFF2-40B4-BE49-F238E27FC236}">
                    <a16:creationId xmlns:a16="http://schemas.microsoft.com/office/drawing/2014/main" id="{74FA3CDD-3AB5-4F28-B817-EB02DE0C3709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2" name="组合 311">
              <a:extLst>
                <a:ext uri="{FF2B5EF4-FFF2-40B4-BE49-F238E27FC236}">
                  <a16:creationId xmlns:a16="http://schemas.microsoft.com/office/drawing/2014/main" id="{943517F4-AE17-48EA-B0F9-BA02B29062CA}"/>
                </a:ext>
              </a:extLst>
            </p:cNvPr>
            <p:cNvGrpSpPr/>
            <p:nvPr/>
          </p:nvGrpSpPr>
          <p:grpSpPr>
            <a:xfrm>
              <a:off x="2576503" y="2212047"/>
              <a:ext cx="84501" cy="1704659"/>
              <a:chOff x="4374699" y="2227188"/>
              <a:chExt cx="84501" cy="1704659"/>
            </a:xfrm>
          </p:grpSpPr>
          <p:sp>
            <p:nvSpPr>
              <p:cNvPr id="434" name="椭圆 433">
                <a:extLst>
                  <a:ext uri="{FF2B5EF4-FFF2-40B4-BE49-F238E27FC236}">
                    <a16:creationId xmlns:a16="http://schemas.microsoft.com/office/drawing/2014/main" id="{BA7056F4-E5B5-4E68-B08A-C3D593107010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5" name="椭圆 434">
                <a:extLst>
                  <a:ext uri="{FF2B5EF4-FFF2-40B4-BE49-F238E27FC236}">
                    <a16:creationId xmlns:a16="http://schemas.microsoft.com/office/drawing/2014/main" id="{13ABC743-932F-4187-9F39-695D363DBD3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6" name="椭圆 435">
                <a:extLst>
                  <a:ext uri="{FF2B5EF4-FFF2-40B4-BE49-F238E27FC236}">
                    <a16:creationId xmlns:a16="http://schemas.microsoft.com/office/drawing/2014/main" id="{A2BDE922-56B7-47E4-9E1D-DD006F9C7E00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" name="椭圆 436">
                <a:extLst>
                  <a:ext uri="{FF2B5EF4-FFF2-40B4-BE49-F238E27FC236}">
                    <a16:creationId xmlns:a16="http://schemas.microsoft.com/office/drawing/2014/main" id="{B91881CC-B4DD-4FE4-9F98-89568CB4B861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8" name="椭圆 437">
                <a:extLst>
                  <a:ext uri="{FF2B5EF4-FFF2-40B4-BE49-F238E27FC236}">
                    <a16:creationId xmlns:a16="http://schemas.microsoft.com/office/drawing/2014/main" id="{1A3FC70C-32CD-4D34-BF37-2FB4FD1090C2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9" name="椭圆 438">
                <a:extLst>
                  <a:ext uri="{FF2B5EF4-FFF2-40B4-BE49-F238E27FC236}">
                    <a16:creationId xmlns:a16="http://schemas.microsoft.com/office/drawing/2014/main" id="{4013ED20-8B5A-473C-857D-C7477F596DF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0" name="椭圆 439">
                <a:extLst>
                  <a:ext uri="{FF2B5EF4-FFF2-40B4-BE49-F238E27FC236}">
                    <a16:creationId xmlns:a16="http://schemas.microsoft.com/office/drawing/2014/main" id="{C2667FB9-E187-4138-8983-D36C643037C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1" name="椭圆 440">
                <a:extLst>
                  <a:ext uri="{FF2B5EF4-FFF2-40B4-BE49-F238E27FC236}">
                    <a16:creationId xmlns:a16="http://schemas.microsoft.com/office/drawing/2014/main" id="{B5ED5EB0-4358-446F-9E4A-F485DFC468D0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2" name="椭圆 441">
                <a:extLst>
                  <a:ext uri="{FF2B5EF4-FFF2-40B4-BE49-F238E27FC236}">
                    <a16:creationId xmlns:a16="http://schemas.microsoft.com/office/drawing/2014/main" id="{4117DD8A-D54C-45DF-8550-47802D2621F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3" name="椭圆 442">
                <a:extLst>
                  <a:ext uri="{FF2B5EF4-FFF2-40B4-BE49-F238E27FC236}">
                    <a16:creationId xmlns:a16="http://schemas.microsoft.com/office/drawing/2014/main" id="{5FB7B586-B0C9-4873-A9DB-ACDD42FDF4E2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F8BD9860-3E5D-4CE2-8445-76AC5F172F22}"/>
                </a:ext>
              </a:extLst>
            </p:cNvPr>
            <p:cNvGrpSpPr/>
            <p:nvPr/>
          </p:nvGrpSpPr>
          <p:grpSpPr>
            <a:xfrm>
              <a:off x="2376703" y="2212047"/>
              <a:ext cx="84501" cy="1704659"/>
              <a:chOff x="4374699" y="2227188"/>
              <a:chExt cx="84501" cy="1704659"/>
            </a:xfrm>
          </p:grpSpPr>
          <p:sp>
            <p:nvSpPr>
              <p:cNvPr id="424" name="椭圆 423">
                <a:extLst>
                  <a:ext uri="{FF2B5EF4-FFF2-40B4-BE49-F238E27FC236}">
                    <a16:creationId xmlns:a16="http://schemas.microsoft.com/office/drawing/2014/main" id="{4BD46A5E-81AA-47B2-8410-4FB3ABA417B7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5" name="椭圆 424">
                <a:extLst>
                  <a:ext uri="{FF2B5EF4-FFF2-40B4-BE49-F238E27FC236}">
                    <a16:creationId xmlns:a16="http://schemas.microsoft.com/office/drawing/2014/main" id="{C8544AB5-EC6C-451A-8657-965DCE2BCB0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6" name="椭圆 425">
                <a:extLst>
                  <a:ext uri="{FF2B5EF4-FFF2-40B4-BE49-F238E27FC236}">
                    <a16:creationId xmlns:a16="http://schemas.microsoft.com/office/drawing/2014/main" id="{DBB435D0-A969-4958-B5E3-735B76418CF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7" name="椭圆 426">
                <a:extLst>
                  <a:ext uri="{FF2B5EF4-FFF2-40B4-BE49-F238E27FC236}">
                    <a16:creationId xmlns:a16="http://schemas.microsoft.com/office/drawing/2014/main" id="{A37624F7-F7C2-4FC2-A4F1-C252384A7012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8" name="椭圆 427">
                <a:extLst>
                  <a:ext uri="{FF2B5EF4-FFF2-40B4-BE49-F238E27FC236}">
                    <a16:creationId xmlns:a16="http://schemas.microsoft.com/office/drawing/2014/main" id="{ADD1E68B-8272-41C3-9B19-742E6949F164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9" name="椭圆 428">
                <a:extLst>
                  <a:ext uri="{FF2B5EF4-FFF2-40B4-BE49-F238E27FC236}">
                    <a16:creationId xmlns:a16="http://schemas.microsoft.com/office/drawing/2014/main" id="{79E2D964-1B37-4824-AFAB-2DFB4003D58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0" name="椭圆 429">
                <a:extLst>
                  <a:ext uri="{FF2B5EF4-FFF2-40B4-BE49-F238E27FC236}">
                    <a16:creationId xmlns:a16="http://schemas.microsoft.com/office/drawing/2014/main" id="{A8F1CE2B-9457-41F6-A60F-959F4C807577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1" name="椭圆 430">
                <a:extLst>
                  <a:ext uri="{FF2B5EF4-FFF2-40B4-BE49-F238E27FC236}">
                    <a16:creationId xmlns:a16="http://schemas.microsoft.com/office/drawing/2014/main" id="{E5CE604B-359F-4E6E-B75C-5C4E41E2F95F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2" name="椭圆 431">
                <a:extLst>
                  <a:ext uri="{FF2B5EF4-FFF2-40B4-BE49-F238E27FC236}">
                    <a16:creationId xmlns:a16="http://schemas.microsoft.com/office/drawing/2014/main" id="{527F2DDF-090F-407A-8618-A91BD02110ED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3" name="椭圆 432">
                <a:extLst>
                  <a:ext uri="{FF2B5EF4-FFF2-40B4-BE49-F238E27FC236}">
                    <a16:creationId xmlns:a16="http://schemas.microsoft.com/office/drawing/2014/main" id="{64B345D8-AB11-47D2-A43C-AB773FB4B759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4" name="组合 313">
              <a:extLst>
                <a:ext uri="{FF2B5EF4-FFF2-40B4-BE49-F238E27FC236}">
                  <a16:creationId xmlns:a16="http://schemas.microsoft.com/office/drawing/2014/main" id="{CC3412AF-92E8-44E7-96D2-2DADF8B0D98F}"/>
                </a:ext>
              </a:extLst>
            </p:cNvPr>
            <p:cNvGrpSpPr/>
            <p:nvPr/>
          </p:nvGrpSpPr>
          <p:grpSpPr>
            <a:xfrm>
              <a:off x="2176903" y="2212047"/>
              <a:ext cx="84501" cy="1704659"/>
              <a:chOff x="4374699" y="2227188"/>
              <a:chExt cx="84501" cy="1704659"/>
            </a:xfrm>
          </p:grpSpPr>
          <p:sp>
            <p:nvSpPr>
              <p:cNvPr id="414" name="椭圆 413">
                <a:extLst>
                  <a:ext uri="{FF2B5EF4-FFF2-40B4-BE49-F238E27FC236}">
                    <a16:creationId xmlns:a16="http://schemas.microsoft.com/office/drawing/2014/main" id="{A5CC5614-5967-478F-99C9-4178810769CA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5" name="椭圆 414">
                <a:extLst>
                  <a:ext uri="{FF2B5EF4-FFF2-40B4-BE49-F238E27FC236}">
                    <a16:creationId xmlns:a16="http://schemas.microsoft.com/office/drawing/2014/main" id="{965B0B31-EF78-4FFC-B789-85C72D159089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6" name="椭圆 415">
                <a:extLst>
                  <a:ext uri="{FF2B5EF4-FFF2-40B4-BE49-F238E27FC236}">
                    <a16:creationId xmlns:a16="http://schemas.microsoft.com/office/drawing/2014/main" id="{35F8E453-A2D8-44D9-8FB2-000163318CFD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7" name="椭圆 416">
                <a:extLst>
                  <a:ext uri="{FF2B5EF4-FFF2-40B4-BE49-F238E27FC236}">
                    <a16:creationId xmlns:a16="http://schemas.microsoft.com/office/drawing/2014/main" id="{1A1C7F50-DF90-4FF8-BEC6-B8B3FAFDF507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8" name="椭圆 417">
                <a:extLst>
                  <a:ext uri="{FF2B5EF4-FFF2-40B4-BE49-F238E27FC236}">
                    <a16:creationId xmlns:a16="http://schemas.microsoft.com/office/drawing/2014/main" id="{5B02C287-D8DE-4CFC-AD5F-8CE4D32E11C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9" name="椭圆 418">
                <a:extLst>
                  <a:ext uri="{FF2B5EF4-FFF2-40B4-BE49-F238E27FC236}">
                    <a16:creationId xmlns:a16="http://schemas.microsoft.com/office/drawing/2014/main" id="{0C9221C8-CAD8-4840-B31D-C0EA2128066A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0" name="椭圆 419">
                <a:extLst>
                  <a:ext uri="{FF2B5EF4-FFF2-40B4-BE49-F238E27FC236}">
                    <a16:creationId xmlns:a16="http://schemas.microsoft.com/office/drawing/2014/main" id="{BEEFAC5B-E1F2-4B22-92FC-AF16CA431A5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1" name="椭圆 420">
                <a:extLst>
                  <a:ext uri="{FF2B5EF4-FFF2-40B4-BE49-F238E27FC236}">
                    <a16:creationId xmlns:a16="http://schemas.microsoft.com/office/drawing/2014/main" id="{5D748337-058A-47D0-A950-DCB6535FF5BC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2" name="椭圆 421">
                <a:extLst>
                  <a:ext uri="{FF2B5EF4-FFF2-40B4-BE49-F238E27FC236}">
                    <a16:creationId xmlns:a16="http://schemas.microsoft.com/office/drawing/2014/main" id="{9B4E93DE-2FCA-4969-A7F5-F8024B0329CC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3" name="椭圆 422">
                <a:extLst>
                  <a:ext uri="{FF2B5EF4-FFF2-40B4-BE49-F238E27FC236}">
                    <a16:creationId xmlns:a16="http://schemas.microsoft.com/office/drawing/2014/main" id="{54520BC0-ED0A-40EB-ABAB-CFBDFE8A30C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ECCF0ED8-4825-478F-AC50-8472C8BA7DF5}"/>
                </a:ext>
              </a:extLst>
            </p:cNvPr>
            <p:cNvGrpSpPr/>
            <p:nvPr/>
          </p:nvGrpSpPr>
          <p:grpSpPr>
            <a:xfrm>
              <a:off x="1977103" y="2212047"/>
              <a:ext cx="84501" cy="1704659"/>
              <a:chOff x="4374699" y="2227188"/>
              <a:chExt cx="84501" cy="1704659"/>
            </a:xfrm>
          </p:grpSpPr>
          <p:sp>
            <p:nvSpPr>
              <p:cNvPr id="404" name="椭圆 403">
                <a:extLst>
                  <a:ext uri="{FF2B5EF4-FFF2-40B4-BE49-F238E27FC236}">
                    <a16:creationId xmlns:a16="http://schemas.microsoft.com/office/drawing/2014/main" id="{2656DDCE-55ED-43F7-A773-5EBDF88CF3A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5" name="椭圆 404">
                <a:extLst>
                  <a:ext uri="{FF2B5EF4-FFF2-40B4-BE49-F238E27FC236}">
                    <a16:creationId xmlns:a16="http://schemas.microsoft.com/office/drawing/2014/main" id="{375D001C-8F7D-4326-9F8C-2EEA107A6A4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6" name="椭圆 405">
                <a:extLst>
                  <a:ext uri="{FF2B5EF4-FFF2-40B4-BE49-F238E27FC236}">
                    <a16:creationId xmlns:a16="http://schemas.microsoft.com/office/drawing/2014/main" id="{CE802EC2-4EBD-4DB0-A407-22FE17C10102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7" name="椭圆 406">
                <a:extLst>
                  <a:ext uri="{FF2B5EF4-FFF2-40B4-BE49-F238E27FC236}">
                    <a16:creationId xmlns:a16="http://schemas.microsoft.com/office/drawing/2014/main" id="{C0487066-ACC7-47CC-9BE2-59B0586D51F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8" name="椭圆 407">
                <a:extLst>
                  <a:ext uri="{FF2B5EF4-FFF2-40B4-BE49-F238E27FC236}">
                    <a16:creationId xmlns:a16="http://schemas.microsoft.com/office/drawing/2014/main" id="{C3246A36-52EE-47B2-AE1C-F0EDB9AEDB62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9" name="椭圆 408">
                <a:extLst>
                  <a:ext uri="{FF2B5EF4-FFF2-40B4-BE49-F238E27FC236}">
                    <a16:creationId xmlns:a16="http://schemas.microsoft.com/office/drawing/2014/main" id="{05D22FA4-E784-4E38-B2B0-8CE1537FFEB5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0" name="椭圆 409">
                <a:extLst>
                  <a:ext uri="{FF2B5EF4-FFF2-40B4-BE49-F238E27FC236}">
                    <a16:creationId xmlns:a16="http://schemas.microsoft.com/office/drawing/2014/main" id="{070F5492-98B4-45DC-AAE9-231E81F113B0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1" name="椭圆 410">
                <a:extLst>
                  <a:ext uri="{FF2B5EF4-FFF2-40B4-BE49-F238E27FC236}">
                    <a16:creationId xmlns:a16="http://schemas.microsoft.com/office/drawing/2014/main" id="{26B8B364-B015-4679-8FE7-8B4892D1116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2" name="椭圆 411">
                <a:extLst>
                  <a:ext uri="{FF2B5EF4-FFF2-40B4-BE49-F238E27FC236}">
                    <a16:creationId xmlns:a16="http://schemas.microsoft.com/office/drawing/2014/main" id="{7DC85F91-607D-4354-8644-64B4767BDF6F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3" name="椭圆 412">
                <a:extLst>
                  <a:ext uri="{FF2B5EF4-FFF2-40B4-BE49-F238E27FC236}">
                    <a16:creationId xmlns:a16="http://schemas.microsoft.com/office/drawing/2014/main" id="{4D58F170-BC31-4E0F-B2A6-E44E2ECB983F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6" name="组合 315">
              <a:extLst>
                <a:ext uri="{FF2B5EF4-FFF2-40B4-BE49-F238E27FC236}">
                  <a16:creationId xmlns:a16="http://schemas.microsoft.com/office/drawing/2014/main" id="{0998C20F-6C07-4402-8244-8682A6A795C9}"/>
                </a:ext>
              </a:extLst>
            </p:cNvPr>
            <p:cNvGrpSpPr/>
            <p:nvPr/>
          </p:nvGrpSpPr>
          <p:grpSpPr>
            <a:xfrm>
              <a:off x="1777303" y="2212047"/>
              <a:ext cx="84501" cy="1704659"/>
              <a:chOff x="4374699" y="2227188"/>
              <a:chExt cx="84501" cy="1704659"/>
            </a:xfrm>
          </p:grpSpPr>
          <p:sp>
            <p:nvSpPr>
              <p:cNvPr id="394" name="椭圆 393">
                <a:extLst>
                  <a:ext uri="{FF2B5EF4-FFF2-40B4-BE49-F238E27FC236}">
                    <a16:creationId xmlns:a16="http://schemas.microsoft.com/office/drawing/2014/main" id="{9F436F60-EDEB-463D-9D0E-8EC84A32835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5" name="椭圆 394">
                <a:extLst>
                  <a:ext uri="{FF2B5EF4-FFF2-40B4-BE49-F238E27FC236}">
                    <a16:creationId xmlns:a16="http://schemas.microsoft.com/office/drawing/2014/main" id="{0CE0867D-F6AC-472F-8543-5B0E28FA399B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6" name="椭圆 395">
                <a:extLst>
                  <a:ext uri="{FF2B5EF4-FFF2-40B4-BE49-F238E27FC236}">
                    <a16:creationId xmlns:a16="http://schemas.microsoft.com/office/drawing/2014/main" id="{2EAFA5CA-C1E6-43D4-86C7-22A0C99D7F32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7" name="椭圆 396">
                <a:extLst>
                  <a:ext uri="{FF2B5EF4-FFF2-40B4-BE49-F238E27FC236}">
                    <a16:creationId xmlns:a16="http://schemas.microsoft.com/office/drawing/2014/main" id="{4EF309CE-87EA-4702-850A-E6312AB9D88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8" name="椭圆 397">
                <a:extLst>
                  <a:ext uri="{FF2B5EF4-FFF2-40B4-BE49-F238E27FC236}">
                    <a16:creationId xmlns:a16="http://schemas.microsoft.com/office/drawing/2014/main" id="{B95C7CB6-5CDF-45B0-8CD4-E7AECDF9652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9" name="椭圆 398">
                <a:extLst>
                  <a:ext uri="{FF2B5EF4-FFF2-40B4-BE49-F238E27FC236}">
                    <a16:creationId xmlns:a16="http://schemas.microsoft.com/office/drawing/2014/main" id="{BD392A86-49E6-4F5F-9AEB-3D60580766F5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0" name="椭圆 399">
                <a:extLst>
                  <a:ext uri="{FF2B5EF4-FFF2-40B4-BE49-F238E27FC236}">
                    <a16:creationId xmlns:a16="http://schemas.microsoft.com/office/drawing/2014/main" id="{AFAAB069-71AB-4A84-92D2-C69214F59BF1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1" name="椭圆 400">
                <a:extLst>
                  <a:ext uri="{FF2B5EF4-FFF2-40B4-BE49-F238E27FC236}">
                    <a16:creationId xmlns:a16="http://schemas.microsoft.com/office/drawing/2014/main" id="{FFA9F88B-610E-4A6C-B41E-0A68A9AC5434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2" name="椭圆 401">
                <a:extLst>
                  <a:ext uri="{FF2B5EF4-FFF2-40B4-BE49-F238E27FC236}">
                    <a16:creationId xmlns:a16="http://schemas.microsoft.com/office/drawing/2014/main" id="{D0C67CD0-1AC2-4924-B3C5-2D059D67F6C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3" name="椭圆 402">
                <a:extLst>
                  <a:ext uri="{FF2B5EF4-FFF2-40B4-BE49-F238E27FC236}">
                    <a16:creationId xmlns:a16="http://schemas.microsoft.com/office/drawing/2014/main" id="{30F8F218-6368-4F62-9094-2E2F3D1EAC4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7" name="组合 316">
              <a:extLst>
                <a:ext uri="{FF2B5EF4-FFF2-40B4-BE49-F238E27FC236}">
                  <a16:creationId xmlns:a16="http://schemas.microsoft.com/office/drawing/2014/main" id="{0C7378DD-4F09-47F6-A9A4-16AC56702545}"/>
                </a:ext>
              </a:extLst>
            </p:cNvPr>
            <p:cNvGrpSpPr/>
            <p:nvPr/>
          </p:nvGrpSpPr>
          <p:grpSpPr>
            <a:xfrm>
              <a:off x="1577503" y="2212047"/>
              <a:ext cx="84501" cy="1704659"/>
              <a:chOff x="4374699" y="2227188"/>
              <a:chExt cx="84501" cy="1704659"/>
            </a:xfrm>
          </p:grpSpPr>
          <p:sp>
            <p:nvSpPr>
              <p:cNvPr id="384" name="椭圆 383">
                <a:extLst>
                  <a:ext uri="{FF2B5EF4-FFF2-40B4-BE49-F238E27FC236}">
                    <a16:creationId xmlns:a16="http://schemas.microsoft.com/office/drawing/2014/main" id="{5D9FA62D-1AA5-410A-BDE5-9C9CE0710CFC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5" name="椭圆 384">
                <a:extLst>
                  <a:ext uri="{FF2B5EF4-FFF2-40B4-BE49-F238E27FC236}">
                    <a16:creationId xmlns:a16="http://schemas.microsoft.com/office/drawing/2014/main" id="{2B650BAF-17D5-4E01-A367-4411ED2A382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6" name="椭圆 385">
                <a:extLst>
                  <a:ext uri="{FF2B5EF4-FFF2-40B4-BE49-F238E27FC236}">
                    <a16:creationId xmlns:a16="http://schemas.microsoft.com/office/drawing/2014/main" id="{32EE0BCE-8965-46F9-A680-F20F35E1D94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7" name="椭圆 386">
                <a:extLst>
                  <a:ext uri="{FF2B5EF4-FFF2-40B4-BE49-F238E27FC236}">
                    <a16:creationId xmlns:a16="http://schemas.microsoft.com/office/drawing/2014/main" id="{FF2227DF-DED9-41DE-A63C-51B0461C29A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8" name="椭圆 387">
                <a:extLst>
                  <a:ext uri="{FF2B5EF4-FFF2-40B4-BE49-F238E27FC236}">
                    <a16:creationId xmlns:a16="http://schemas.microsoft.com/office/drawing/2014/main" id="{83120F4A-FCFF-4FB7-8D16-78A33A510DFD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9" name="椭圆 388">
                <a:extLst>
                  <a:ext uri="{FF2B5EF4-FFF2-40B4-BE49-F238E27FC236}">
                    <a16:creationId xmlns:a16="http://schemas.microsoft.com/office/drawing/2014/main" id="{B25C996B-C7D6-477D-A89E-E8E1C6F0D46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0" name="椭圆 389">
                <a:extLst>
                  <a:ext uri="{FF2B5EF4-FFF2-40B4-BE49-F238E27FC236}">
                    <a16:creationId xmlns:a16="http://schemas.microsoft.com/office/drawing/2014/main" id="{8ACE0650-8065-42E3-A7DC-F909D15378C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1" name="椭圆 390">
                <a:extLst>
                  <a:ext uri="{FF2B5EF4-FFF2-40B4-BE49-F238E27FC236}">
                    <a16:creationId xmlns:a16="http://schemas.microsoft.com/office/drawing/2014/main" id="{14E97E42-5EF1-46EF-A83E-D3B1DACBECF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2" name="椭圆 391">
                <a:extLst>
                  <a:ext uri="{FF2B5EF4-FFF2-40B4-BE49-F238E27FC236}">
                    <a16:creationId xmlns:a16="http://schemas.microsoft.com/office/drawing/2014/main" id="{9D9D31D1-2364-4D32-A461-BB9DEA14F2B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3" name="椭圆 392">
                <a:extLst>
                  <a:ext uri="{FF2B5EF4-FFF2-40B4-BE49-F238E27FC236}">
                    <a16:creationId xmlns:a16="http://schemas.microsoft.com/office/drawing/2014/main" id="{E3D11372-14A6-4694-B5FE-D43867F28882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2A9589D5-C32C-4D90-B041-236CF8766DAC}"/>
                </a:ext>
              </a:extLst>
            </p:cNvPr>
            <p:cNvGrpSpPr/>
            <p:nvPr/>
          </p:nvGrpSpPr>
          <p:grpSpPr>
            <a:xfrm>
              <a:off x="1377703" y="2212047"/>
              <a:ext cx="84501" cy="1704659"/>
              <a:chOff x="4374699" y="2227188"/>
              <a:chExt cx="84501" cy="1704659"/>
            </a:xfrm>
          </p:grpSpPr>
          <p:sp>
            <p:nvSpPr>
              <p:cNvPr id="374" name="椭圆 373">
                <a:extLst>
                  <a:ext uri="{FF2B5EF4-FFF2-40B4-BE49-F238E27FC236}">
                    <a16:creationId xmlns:a16="http://schemas.microsoft.com/office/drawing/2014/main" id="{C95F341B-5F2D-4176-B03E-40F11D16384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115A5511-0FBC-456C-AECA-91DEBD95BF85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6" name="椭圆 375">
                <a:extLst>
                  <a:ext uri="{FF2B5EF4-FFF2-40B4-BE49-F238E27FC236}">
                    <a16:creationId xmlns:a16="http://schemas.microsoft.com/office/drawing/2014/main" id="{D7A1C84D-6BCE-40BA-A8FC-62736E9B6BA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7" name="椭圆 376">
                <a:extLst>
                  <a:ext uri="{FF2B5EF4-FFF2-40B4-BE49-F238E27FC236}">
                    <a16:creationId xmlns:a16="http://schemas.microsoft.com/office/drawing/2014/main" id="{29D9CD4D-276C-4195-B60A-C1749A0FFB70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8" name="椭圆 377">
                <a:extLst>
                  <a:ext uri="{FF2B5EF4-FFF2-40B4-BE49-F238E27FC236}">
                    <a16:creationId xmlns:a16="http://schemas.microsoft.com/office/drawing/2014/main" id="{2B0911D3-E1DA-4846-88FD-12C0ACA1B7AC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9" name="椭圆 378">
                <a:extLst>
                  <a:ext uri="{FF2B5EF4-FFF2-40B4-BE49-F238E27FC236}">
                    <a16:creationId xmlns:a16="http://schemas.microsoft.com/office/drawing/2014/main" id="{56AFE2F8-386F-4DA0-80F1-3CF3192A5D4B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0" name="椭圆 379">
                <a:extLst>
                  <a:ext uri="{FF2B5EF4-FFF2-40B4-BE49-F238E27FC236}">
                    <a16:creationId xmlns:a16="http://schemas.microsoft.com/office/drawing/2014/main" id="{3BA55F55-C292-4ADC-8DC5-71559724C0A5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1" name="椭圆 380">
                <a:extLst>
                  <a:ext uri="{FF2B5EF4-FFF2-40B4-BE49-F238E27FC236}">
                    <a16:creationId xmlns:a16="http://schemas.microsoft.com/office/drawing/2014/main" id="{82CE816E-AB1E-46F0-BD3F-60B24E29CF3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2" name="椭圆 381">
                <a:extLst>
                  <a:ext uri="{FF2B5EF4-FFF2-40B4-BE49-F238E27FC236}">
                    <a16:creationId xmlns:a16="http://schemas.microsoft.com/office/drawing/2014/main" id="{AAA9FBCE-B2E3-4F55-A950-C6D21E6A8B0F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3" name="椭圆 382">
                <a:extLst>
                  <a:ext uri="{FF2B5EF4-FFF2-40B4-BE49-F238E27FC236}">
                    <a16:creationId xmlns:a16="http://schemas.microsoft.com/office/drawing/2014/main" id="{45D8E193-1B31-4F73-BF2E-0942C26A73A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152AC47B-BE6F-4BF8-8106-651BAEA8A5A1}"/>
                </a:ext>
              </a:extLst>
            </p:cNvPr>
            <p:cNvGrpSpPr/>
            <p:nvPr/>
          </p:nvGrpSpPr>
          <p:grpSpPr>
            <a:xfrm>
              <a:off x="1177903" y="2212047"/>
              <a:ext cx="84501" cy="1704659"/>
              <a:chOff x="4374699" y="2227188"/>
              <a:chExt cx="84501" cy="1704659"/>
            </a:xfrm>
          </p:grpSpPr>
          <p:sp>
            <p:nvSpPr>
              <p:cNvPr id="364" name="椭圆 363">
                <a:extLst>
                  <a:ext uri="{FF2B5EF4-FFF2-40B4-BE49-F238E27FC236}">
                    <a16:creationId xmlns:a16="http://schemas.microsoft.com/office/drawing/2014/main" id="{7A18CC2E-669B-4456-9095-3DFF8D3F3E89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5" name="椭圆 364">
                <a:extLst>
                  <a:ext uri="{FF2B5EF4-FFF2-40B4-BE49-F238E27FC236}">
                    <a16:creationId xmlns:a16="http://schemas.microsoft.com/office/drawing/2014/main" id="{13EC725C-3F5F-4976-994F-A28BA951BDF2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6" name="椭圆 365">
                <a:extLst>
                  <a:ext uri="{FF2B5EF4-FFF2-40B4-BE49-F238E27FC236}">
                    <a16:creationId xmlns:a16="http://schemas.microsoft.com/office/drawing/2014/main" id="{8D1A96F0-C8A9-4FD8-AFA7-FCCFB005245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7" name="椭圆 366">
                <a:extLst>
                  <a:ext uri="{FF2B5EF4-FFF2-40B4-BE49-F238E27FC236}">
                    <a16:creationId xmlns:a16="http://schemas.microsoft.com/office/drawing/2014/main" id="{0D13A915-8181-4EA4-A22F-CCFDA6AAC235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8" name="椭圆 367">
                <a:extLst>
                  <a:ext uri="{FF2B5EF4-FFF2-40B4-BE49-F238E27FC236}">
                    <a16:creationId xmlns:a16="http://schemas.microsoft.com/office/drawing/2014/main" id="{1514A5AB-4F1C-4981-93D7-183D12B34CAE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9" name="椭圆 368">
                <a:extLst>
                  <a:ext uri="{FF2B5EF4-FFF2-40B4-BE49-F238E27FC236}">
                    <a16:creationId xmlns:a16="http://schemas.microsoft.com/office/drawing/2014/main" id="{8698217E-1D76-4D82-AF38-D1CD5EBAEB9D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0" name="椭圆 369">
                <a:extLst>
                  <a:ext uri="{FF2B5EF4-FFF2-40B4-BE49-F238E27FC236}">
                    <a16:creationId xmlns:a16="http://schemas.microsoft.com/office/drawing/2014/main" id="{4A5B661D-C91B-4BE3-B2E0-17081EB5EB2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1" name="椭圆 370">
                <a:extLst>
                  <a:ext uri="{FF2B5EF4-FFF2-40B4-BE49-F238E27FC236}">
                    <a16:creationId xmlns:a16="http://schemas.microsoft.com/office/drawing/2014/main" id="{406C4730-2E1F-4043-BD05-B3A24D74C5E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2" name="椭圆 371">
                <a:extLst>
                  <a:ext uri="{FF2B5EF4-FFF2-40B4-BE49-F238E27FC236}">
                    <a16:creationId xmlns:a16="http://schemas.microsoft.com/office/drawing/2014/main" id="{FDCFF2AB-3E03-4521-B8B0-9386CF4F5AC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3" name="椭圆 372">
                <a:extLst>
                  <a:ext uri="{FF2B5EF4-FFF2-40B4-BE49-F238E27FC236}">
                    <a16:creationId xmlns:a16="http://schemas.microsoft.com/office/drawing/2014/main" id="{D8352A04-6B64-40E7-91C1-CEF2B0C7F00B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9C7C8F5E-8148-4AAA-856D-435A18F46BE6}"/>
                </a:ext>
              </a:extLst>
            </p:cNvPr>
            <p:cNvGrpSpPr/>
            <p:nvPr/>
          </p:nvGrpSpPr>
          <p:grpSpPr>
            <a:xfrm>
              <a:off x="978103" y="2212047"/>
              <a:ext cx="84501" cy="1704659"/>
              <a:chOff x="4374699" y="2227188"/>
              <a:chExt cx="84501" cy="1704659"/>
            </a:xfrm>
          </p:grpSpPr>
          <p:sp>
            <p:nvSpPr>
              <p:cNvPr id="354" name="椭圆 353">
                <a:extLst>
                  <a:ext uri="{FF2B5EF4-FFF2-40B4-BE49-F238E27FC236}">
                    <a16:creationId xmlns:a16="http://schemas.microsoft.com/office/drawing/2014/main" id="{6D1C3973-1259-446C-B092-88EA108BEDB0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5" name="椭圆 354">
                <a:extLst>
                  <a:ext uri="{FF2B5EF4-FFF2-40B4-BE49-F238E27FC236}">
                    <a16:creationId xmlns:a16="http://schemas.microsoft.com/office/drawing/2014/main" id="{222BC94D-9D9C-4909-8E7C-373218D40A8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6" name="椭圆 355">
                <a:extLst>
                  <a:ext uri="{FF2B5EF4-FFF2-40B4-BE49-F238E27FC236}">
                    <a16:creationId xmlns:a16="http://schemas.microsoft.com/office/drawing/2014/main" id="{2C490F52-000C-43FC-962C-96291A10307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7" name="椭圆 356">
                <a:extLst>
                  <a:ext uri="{FF2B5EF4-FFF2-40B4-BE49-F238E27FC236}">
                    <a16:creationId xmlns:a16="http://schemas.microsoft.com/office/drawing/2014/main" id="{D68FE03D-DD9C-4E53-BA2A-592133289779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8" name="椭圆 357">
                <a:extLst>
                  <a:ext uri="{FF2B5EF4-FFF2-40B4-BE49-F238E27FC236}">
                    <a16:creationId xmlns:a16="http://schemas.microsoft.com/office/drawing/2014/main" id="{86B683AD-234E-4377-B58E-9F415073FE0D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9" name="椭圆 358">
                <a:extLst>
                  <a:ext uri="{FF2B5EF4-FFF2-40B4-BE49-F238E27FC236}">
                    <a16:creationId xmlns:a16="http://schemas.microsoft.com/office/drawing/2014/main" id="{A6FD7C0F-4756-4F61-AF5A-3CF44A63A1F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0" name="椭圆 359">
                <a:extLst>
                  <a:ext uri="{FF2B5EF4-FFF2-40B4-BE49-F238E27FC236}">
                    <a16:creationId xmlns:a16="http://schemas.microsoft.com/office/drawing/2014/main" id="{EE831AE8-2F7A-4B56-A280-4F0CE36CDBAD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1" name="椭圆 360">
                <a:extLst>
                  <a:ext uri="{FF2B5EF4-FFF2-40B4-BE49-F238E27FC236}">
                    <a16:creationId xmlns:a16="http://schemas.microsoft.com/office/drawing/2014/main" id="{0DA355A1-F6D2-4C18-9D70-DFA320D59147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2" name="椭圆 361">
                <a:extLst>
                  <a:ext uri="{FF2B5EF4-FFF2-40B4-BE49-F238E27FC236}">
                    <a16:creationId xmlns:a16="http://schemas.microsoft.com/office/drawing/2014/main" id="{4F714E85-ADBD-42DA-B1AA-2B24F3D25954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3" name="椭圆 362">
                <a:extLst>
                  <a:ext uri="{FF2B5EF4-FFF2-40B4-BE49-F238E27FC236}">
                    <a16:creationId xmlns:a16="http://schemas.microsoft.com/office/drawing/2014/main" id="{EDB33D9A-F514-4EEC-96D0-EE0F2DE2A4CB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1" name="组合 320">
              <a:extLst>
                <a:ext uri="{FF2B5EF4-FFF2-40B4-BE49-F238E27FC236}">
                  <a16:creationId xmlns:a16="http://schemas.microsoft.com/office/drawing/2014/main" id="{DE64E157-E7A7-4822-977D-84CDE07499ED}"/>
                </a:ext>
              </a:extLst>
            </p:cNvPr>
            <p:cNvGrpSpPr/>
            <p:nvPr/>
          </p:nvGrpSpPr>
          <p:grpSpPr>
            <a:xfrm>
              <a:off x="778303" y="2212047"/>
              <a:ext cx="84501" cy="1704659"/>
              <a:chOff x="4374699" y="2227188"/>
              <a:chExt cx="84501" cy="1704659"/>
            </a:xfrm>
          </p:grpSpPr>
          <p:sp>
            <p:nvSpPr>
              <p:cNvPr id="344" name="椭圆 343">
                <a:extLst>
                  <a:ext uri="{FF2B5EF4-FFF2-40B4-BE49-F238E27FC236}">
                    <a16:creationId xmlns:a16="http://schemas.microsoft.com/office/drawing/2014/main" id="{C3908ABC-7AE8-402C-B56B-7446251646FE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5" name="椭圆 344">
                <a:extLst>
                  <a:ext uri="{FF2B5EF4-FFF2-40B4-BE49-F238E27FC236}">
                    <a16:creationId xmlns:a16="http://schemas.microsoft.com/office/drawing/2014/main" id="{73861B5F-7AD0-4450-BA2A-B5F14150855A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6" name="椭圆 345">
                <a:extLst>
                  <a:ext uri="{FF2B5EF4-FFF2-40B4-BE49-F238E27FC236}">
                    <a16:creationId xmlns:a16="http://schemas.microsoft.com/office/drawing/2014/main" id="{1ABEED27-F4D2-4B2F-8DD3-0599CDDB79C0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7" name="椭圆 346">
                <a:extLst>
                  <a:ext uri="{FF2B5EF4-FFF2-40B4-BE49-F238E27FC236}">
                    <a16:creationId xmlns:a16="http://schemas.microsoft.com/office/drawing/2014/main" id="{5DFDC5AD-8276-4436-A1D3-053B5DCE155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8" name="椭圆 347">
                <a:extLst>
                  <a:ext uri="{FF2B5EF4-FFF2-40B4-BE49-F238E27FC236}">
                    <a16:creationId xmlns:a16="http://schemas.microsoft.com/office/drawing/2014/main" id="{56D25F93-397A-4927-9E16-490EEC64996A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9" name="椭圆 348">
                <a:extLst>
                  <a:ext uri="{FF2B5EF4-FFF2-40B4-BE49-F238E27FC236}">
                    <a16:creationId xmlns:a16="http://schemas.microsoft.com/office/drawing/2014/main" id="{5D01F09B-1613-4243-9B4E-7C424A0FF89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0" name="椭圆 349">
                <a:extLst>
                  <a:ext uri="{FF2B5EF4-FFF2-40B4-BE49-F238E27FC236}">
                    <a16:creationId xmlns:a16="http://schemas.microsoft.com/office/drawing/2014/main" id="{C0152327-BE55-4E0D-806B-5E1A9874CC8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1" name="椭圆 350">
                <a:extLst>
                  <a:ext uri="{FF2B5EF4-FFF2-40B4-BE49-F238E27FC236}">
                    <a16:creationId xmlns:a16="http://schemas.microsoft.com/office/drawing/2014/main" id="{F2412269-21F2-43DC-8BCC-026C37BFAC3B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81E401CB-9A3B-45D6-8E9E-35E0F6715EE1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3" name="椭圆 352">
                <a:extLst>
                  <a:ext uri="{FF2B5EF4-FFF2-40B4-BE49-F238E27FC236}">
                    <a16:creationId xmlns:a16="http://schemas.microsoft.com/office/drawing/2014/main" id="{09BD0953-11E1-4598-B788-ACE327E2E217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2" name="组合 321">
              <a:extLst>
                <a:ext uri="{FF2B5EF4-FFF2-40B4-BE49-F238E27FC236}">
                  <a16:creationId xmlns:a16="http://schemas.microsoft.com/office/drawing/2014/main" id="{E7875029-5A3D-43A7-ABF4-E945F14482B6}"/>
                </a:ext>
              </a:extLst>
            </p:cNvPr>
            <p:cNvGrpSpPr/>
            <p:nvPr/>
          </p:nvGrpSpPr>
          <p:grpSpPr>
            <a:xfrm>
              <a:off x="578503" y="2212047"/>
              <a:ext cx="84501" cy="1704659"/>
              <a:chOff x="4374699" y="2227188"/>
              <a:chExt cx="84501" cy="1704659"/>
            </a:xfrm>
          </p:grpSpPr>
          <p:sp>
            <p:nvSpPr>
              <p:cNvPr id="334" name="椭圆 333">
                <a:extLst>
                  <a:ext uri="{FF2B5EF4-FFF2-40B4-BE49-F238E27FC236}">
                    <a16:creationId xmlns:a16="http://schemas.microsoft.com/office/drawing/2014/main" id="{78EF903F-FD9F-4463-A077-080F0E47BA4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5" name="椭圆 334">
                <a:extLst>
                  <a:ext uri="{FF2B5EF4-FFF2-40B4-BE49-F238E27FC236}">
                    <a16:creationId xmlns:a16="http://schemas.microsoft.com/office/drawing/2014/main" id="{D7B66F88-F5A0-470D-9025-BC8FE5A8B49E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6" name="椭圆 335">
                <a:extLst>
                  <a:ext uri="{FF2B5EF4-FFF2-40B4-BE49-F238E27FC236}">
                    <a16:creationId xmlns:a16="http://schemas.microsoft.com/office/drawing/2014/main" id="{DDA26AE6-B372-48DB-B001-525E259D1D10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7" name="椭圆 336">
                <a:extLst>
                  <a:ext uri="{FF2B5EF4-FFF2-40B4-BE49-F238E27FC236}">
                    <a16:creationId xmlns:a16="http://schemas.microsoft.com/office/drawing/2014/main" id="{D29FB311-F8AB-4651-907C-BF1CCD73154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8" name="椭圆 337">
                <a:extLst>
                  <a:ext uri="{FF2B5EF4-FFF2-40B4-BE49-F238E27FC236}">
                    <a16:creationId xmlns:a16="http://schemas.microsoft.com/office/drawing/2014/main" id="{FD61090D-ED56-4063-A19C-016FF0940037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9" name="椭圆 338">
                <a:extLst>
                  <a:ext uri="{FF2B5EF4-FFF2-40B4-BE49-F238E27FC236}">
                    <a16:creationId xmlns:a16="http://schemas.microsoft.com/office/drawing/2014/main" id="{03179F67-072C-4863-A455-BFAD093EE7CD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20E41789-99CB-485C-B8CD-4916BBDA4A61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04219448-1675-47E4-9B1E-D0E8EFE3BF7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41FCBD5E-29A0-4906-A8BD-B9A54EF10A49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0F28D71D-24C8-471D-8308-E0DE76592ED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3" name="组合 322">
              <a:extLst>
                <a:ext uri="{FF2B5EF4-FFF2-40B4-BE49-F238E27FC236}">
                  <a16:creationId xmlns:a16="http://schemas.microsoft.com/office/drawing/2014/main" id="{032A9F4F-15B3-4527-8F09-F224FE153E70}"/>
                </a:ext>
              </a:extLst>
            </p:cNvPr>
            <p:cNvGrpSpPr/>
            <p:nvPr/>
          </p:nvGrpSpPr>
          <p:grpSpPr>
            <a:xfrm>
              <a:off x="378703" y="2212047"/>
              <a:ext cx="84501" cy="1704659"/>
              <a:chOff x="4374699" y="2227188"/>
              <a:chExt cx="84501" cy="1704659"/>
            </a:xfrm>
          </p:grpSpPr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560FBB9F-2350-4982-B382-E0FBE22335E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5" name="椭圆 324">
                <a:extLst>
                  <a:ext uri="{FF2B5EF4-FFF2-40B4-BE49-F238E27FC236}">
                    <a16:creationId xmlns:a16="http://schemas.microsoft.com/office/drawing/2014/main" id="{FD0AAD7B-7A92-4B44-A6F9-8AD43EE2465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6" name="椭圆 325">
                <a:extLst>
                  <a:ext uri="{FF2B5EF4-FFF2-40B4-BE49-F238E27FC236}">
                    <a16:creationId xmlns:a16="http://schemas.microsoft.com/office/drawing/2014/main" id="{602FD81F-A6C3-4046-8302-7521E316AC6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7" name="椭圆 326">
                <a:extLst>
                  <a:ext uri="{FF2B5EF4-FFF2-40B4-BE49-F238E27FC236}">
                    <a16:creationId xmlns:a16="http://schemas.microsoft.com/office/drawing/2014/main" id="{A37F09B2-74A1-45C7-AD8D-7C8693D8AB40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8" name="椭圆 327">
                <a:extLst>
                  <a:ext uri="{FF2B5EF4-FFF2-40B4-BE49-F238E27FC236}">
                    <a16:creationId xmlns:a16="http://schemas.microsoft.com/office/drawing/2014/main" id="{103410D9-A43E-4D8B-9728-5DCC98467CD7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9" name="椭圆 328">
                <a:extLst>
                  <a:ext uri="{FF2B5EF4-FFF2-40B4-BE49-F238E27FC236}">
                    <a16:creationId xmlns:a16="http://schemas.microsoft.com/office/drawing/2014/main" id="{B392B124-F8A6-4A13-9BB8-BF547B7B952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0" name="椭圆 329">
                <a:extLst>
                  <a:ext uri="{FF2B5EF4-FFF2-40B4-BE49-F238E27FC236}">
                    <a16:creationId xmlns:a16="http://schemas.microsoft.com/office/drawing/2014/main" id="{16B5F4EC-F0DE-4FF5-BB74-0A2D9D6FC902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1" name="椭圆 330">
                <a:extLst>
                  <a:ext uri="{FF2B5EF4-FFF2-40B4-BE49-F238E27FC236}">
                    <a16:creationId xmlns:a16="http://schemas.microsoft.com/office/drawing/2014/main" id="{EAC3BF2C-C985-4C51-ABEC-C2EE116D7F7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76119DE9-2FB2-475F-BEC4-2E5FD861BE08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3" name="椭圆 332">
                <a:extLst>
                  <a:ext uri="{FF2B5EF4-FFF2-40B4-BE49-F238E27FC236}">
                    <a16:creationId xmlns:a16="http://schemas.microsoft.com/office/drawing/2014/main" id="{A46FA74C-A355-44F4-9BC5-8DA1E579E178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0F864DF-B988-4B39-9698-50ABF643936D}"/>
              </a:ext>
            </a:extLst>
          </p:cNvPr>
          <p:cNvGrpSpPr/>
          <p:nvPr/>
        </p:nvGrpSpPr>
        <p:grpSpPr>
          <a:xfrm>
            <a:off x="1765383" y="2578250"/>
            <a:ext cx="3663819" cy="1530589"/>
            <a:chOff x="378703" y="2212047"/>
            <a:chExt cx="4080497" cy="1704659"/>
          </a:xfrm>
          <a:solidFill>
            <a:schemeClr val="tx1"/>
          </a:solidFill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0F88D104-0266-4226-B320-FFB01A1CB692}"/>
                </a:ext>
              </a:extLst>
            </p:cNvPr>
            <p:cNvGrpSpPr/>
            <p:nvPr/>
          </p:nvGrpSpPr>
          <p:grpSpPr>
            <a:xfrm>
              <a:off x="4374699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93" name="椭圆 292">
                <a:extLst>
                  <a:ext uri="{FF2B5EF4-FFF2-40B4-BE49-F238E27FC236}">
                    <a16:creationId xmlns:a16="http://schemas.microsoft.com/office/drawing/2014/main" id="{9A317736-25C7-46F7-9F6E-3F9F58E5923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4" name="椭圆 293">
                <a:extLst>
                  <a:ext uri="{FF2B5EF4-FFF2-40B4-BE49-F238E27FC236}">
                    <a16:creationId xmlns:a16="http://schemas.microsoft.com/office/drawing/2014/main" id="{7ACD5162-D0AC-4921-9E60-92BA26807DBA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5" name="椭圆 294">
                <a:extLst>
                  <a:ext uri="{FF2B5EF4-FFF2-40B4-BE49-F238E27FC236}">
                    <a16:creationId xmlns:a16="http://schemas.microsoft.com/office/drawing/2014/main" id="{9A76CFC8-1E35-4EC1-8C58-26CD57433E5F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椭圆 295">
                <a:extLst>
                  <a:ext uri="{FF2B5EF4-FFF2-40B4-BE49-F238E27FC236}">
                    <a16:creationId xmlns:a16="http://schemas.microsoft.com/office/drawing/2014/main" id="{7F5126A3-D784-4E65-B9DB-B4D8A2FEF30C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7" name="椭圆 296">
                <a:extLst>
                  <a:ext uri="{FF2B5EF4-FFF2-40B4-BE49-F238E27FC236}">
                    <a16:creationId xmlns:a16="http://schemas.microsoft.com/office/drawing/2014/main" id="{5AB8CC53-1E4C-4EE2-839A-E772A288F0AD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B4A5F00B-F3FE-493D-8C7A-218531C7EA6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9" name="椭圆 298">
                <a:extLst>
                  <a:ext uri="{FF2B5EF4-FFF2-40B4-BE49-F238E27FC236}">
                    <a16:creationId xmlns:a16="http://schemas.microsoft.com/office/drawing/2014/main" id="{8F7C12F2-B37A-4D2F-94FF-EBAFC728EB33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0" name="椭圆 299">
                <a:extLst>
                  <a:ext uri="{FF2B5EF4-FFF2-40B4-BE49-F238E27FC236}">
                    <a16:creationId xmlns:a16="http://schemas.microsoft.com/office/drawing/2014/main" id="{910F20AD-D903-42D5-9509-4D04C391FB6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1" name="椭圆 300">
                <a:extLst>
                  <a:ext uri="{FF2B5EF4-FFF2-40B4-BE49-F238E27FC236}">
                    <a16:creationId xmlns:a16="http://schemas.microsoft.com/office/drawing/2014/main" id="{5DA3AE1F-5835-4495-89A4-BF325244E2FE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2" name="椭圆 301">
                <a:extLst>
                  <a:ext uri="{FF2B5EF4-FFF2-40B4-BE49-F238E27FC236}">
                    <a16:creationId xmlns:a16="http://schemas.microsoft.com/office/drawing/2014/main" id="{C6C18DFB-CC36-405B-BBE0-FED69ED7293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7A2A5F4C-68E7-4FDA-A93C-541D3A2987B7}"/>
                </a:ext>
              </a:extLst>
            </p:cNvPr>
            <p:cNvGrpSpPr/>
            <p:nvPr/>
          </p:nvGrpSpPr>
          <p:grpSpPr>
            <a:xfrm>
              <a:off x="4174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83" name="椭圆 282">
                <a:extLst>
                  <a:ext uri="{FF2B5EF4-FFF2-40B4-BE49-F238E27FC236}">
                    <a16:creationId xmlns:a16="http://schemas.microsoft.com/office/drawing/2014/main" id="{98EC433B-4C60-4F51-8DDF-83D4DD5C8294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4" name="椭圆 283">
                <a:extLst>
                  <a:ext uri="{FF2B5EF4-FFF2-40B4-BE49-F238E27FC236}">
                    <a16:creationId xmlns:a16="http://schemas.microsoft.com/office/drawing/2014/main" id="{000F8609-54BB-490E-A0E5-265F2D5E5B92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5" name="椭圆 284">
                <a:extLst>
                  <a:ext uri="{FF2B5EF4-FFF2-40B4-BE49-F238E27FC236}">
                    <a16:creationId xmlns:a16="http://schemas.microsoft.com/office/drawing/2014/main" id="{EBBCCD16-266B-475E-BC9A-C1BD5E6EF5B7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6" name="椭圆 285">
                <a:extLst>
                  <a:ext uri="{FF2B5EF4-FFF2-40B4-BE49-F238E27FC236}">
                    <a16:creationId xmlns:a16="http://schemas.microsoft.com/office/drawing/2014/main" id="{29F8A1A9-2E19-4286-9794-0DA685F1DD7B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7" name="椭圆 286">
                <a:extLst>
                  <a:ext uri="{FF2B5EF4-FFF2-40B4-BE49-F238E27FC236}">
                    <a16:creationId xmlns:a16="http://schemas.microsoft.com/office/drawing/2014/main" id="{E5416ED7-665A-4801-B9F2-12F956EFD214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8" name="椭圆 287">
                <a:extLst>
                  <a:ext uri="{FF2B5EF4-FFF2-40B4-BE49-F238E27FC236}">
                    <a16:creationId xmlns:a16="http://schemas.microsoft.com/office/drawing/2014/main" id="{9B7C4E2B-FDFE-4E6A-93A3-166E4785977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9" name="椭圆 288">
                <a:extLst>
                  <a:ext uri="{FF2B5EF4-FFF2-40B4-BE49-F238E27FC236}">
                    <a16:creationId xmlns:a16="http://schemas.microsoft.com/office/drawing/2014/main" id="{9760F666-CD3B-45AB-B6F8-BA5770DF486E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0" name="椭圆 289">
                <a:extLst>
                  <a:ext uri="{FF2B5EF4-FFF2-40B4-BE49-F238E27FC236}">
                    <a16:creationId xmlns:a16="http://schemas.microsoft.com/office/drawing/2014/main" id="{6A9E7DF2-85C8-4792-98FF-2638D46AB750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1" name="椭圆 290">
                <a:extLst>
                  <a:ext uri="{FF2B5EF4-FFF2-40B4-BE49-F238E27FC236}">
                    <a16:creationId xmlns:a16="http://schemas.microsoft.com/office/drawing/2014/main" id="{89F54ECC-F68D-4681-8387-5DFCDD71D5B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2" name="椭圆 291">
                <a:extLst>
                  <a:ext uri="{FF2B5EF4-FFF2-40B4-BE49-F238E27FC236}">
                    <a16:creationId xmlns:a16="http://schemas.microsoft.com/office/drawing/2014/main" id="{07E5E3FF-0FC4-44D7-ABAD-4587F7273812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7FAEAB5F-35AB-499E-9D87-F69D2ED229C2}"/>
                </a:ext>
              </a:extLst>
            </p:cNvPr>
            <p:cNvGrpSpPr/>
            <p:nvPr/>
          </p:nvGrpSpPr>
          <p:grpSpPr>
            <a:xfrm>
              <a:off x="3975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73" name="椭圆 272">
                <a:extLst>
                  <a:ext uri="{FF2B5EF4-FFF2-40B4-BE49-F238E27FC236}">
                    <a16:creationId xmlns:a16="http://schemas.microsoft.com/office/drawing/2014/main" id="{6E060652-9F6B-40AE-8758-FCDDB8D0848C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4" name="椭圆 273">
                <a:extLst>
                  <a:ext uri="{FF2B5EF4-FFF2-40B4-BE49-F238E27FC236}">
                    <a16:creationId xmlns:a16="http://schemas.microsoft.com/office/drawing/2014/main" id="{AFC1B11A-189C-440A-A87A-7646426B3B2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5" name="椭圆 274">
                <a:extLst>
                  <a:ext uri="{FF2B5EF4-FFF2-40B4-BE49-F238E27FC236}">
                    <a16:creationId xmlns:a16="http://schemas.microsoft.com/office/drawing/2014/main" id="{4E59F336-DE53-4080-8ED2-8A9538C6610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6" name="椭圆 275">
                <a:extLst>
                  <a:ext uri="{FF2B5EF4-FFF2-40B4-BE49-F238E27FC236}">
                    <a16:creationId xmlns:a16="http://schemas.microsoft.com/office/drawing/2014/main" id="{C7C7973F-1622-422C-BFA9-BA9177974670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7" name="椭圆 276">
                <a:extLst>
                  <a:ext uri="{FF2B5EF4-FFF2-40B4-BE49-F238E27FC236}">
                    <a16:creationId xmlns:a16="http://schemas.microsoft.com/office/drawing/2014/main" id="{B424AFD9-A4DC-449F-92EB-86F3DAB9EB4B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8" name="椭圆 277">
                <a:extLst>
                  <a:ext uri="{FF2B5EF4-FFF2-40B4-BE49-F238E27FC236}">
                    <a16:creationId xmlns:a16="http://schemas.microsoft.com/office/drawing/2014/main" id="{234D45B3-32E8-4831-A64B-3E2E4F87FF5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9" name="椭圆 278">
                <a:extLst>
                  <a:ext uri="{FF2B5EF4-FFF2-40B4-BE49-F238E27FC236}">
                    <a16:creationId xmlns:a16="http://schemas.microsoft.com/office/drawing/2014/main" id="{8BA5C3C7-0D9E-4193-9C2D-506CEC4D2734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0" name="椭圆 279">
                <a:extLst>
                  <a:ext uri="{FF2B5EF4-FFF2-40B4-BE49-F238E27FC236}">
                    <a16:creationId xmlns:a16="http://schemas.microsoft.com/office/drawing/2014/main" id="{854FE152-F12D-47B0-B0DB-56DE7C4D7970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1" name="椭圆 280">
                <a:extLst>
                  <a:ext uri="{FF2B5EF4-FFF2-40B4-BE49-F238E27FC236}">
                    <a16:creationId xmlns:a16="http://schemas.microsoft.com/office/drawing/2014/main" id="{676D3FFC-DA72-401D-AA05-32E429F4D08E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2" name="椭圆 281">
                <a:extLst>
                  <a:ext uri="{FF2B5EF4-FFF2-40B4-BE49-F238E27FC236}">
                    <a16:creationId xmlns:a16="http://schemas.microsoft.com/office/drawing/2014/main" id="{F1A1A4CA-D042-4FA3-8F46-FD614873FBC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3717F8BC-DA03-4A35-86A6-8C179DCE4C74}"/>
                </a:ext>
              </a:extLst>
            </p:cNvPr>
            <p:cNvGrpSpPr/>
            <p:nvPr/>
          </p:nvGrpSpPr>
          <p:grpSpPr>
            <a:xfrm>
              <a:off x="3775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63" name="椭圆 262">
                <a:extLst>
                  <a:ext uri="{FF2B5EF4-FFF2-40B4-BE49-F238E27FC236}">
                    <a16:creationId xmlns:a16="http://schemas.microsoft.com/office/drawing/2014/main" id="{A8808337-3668-4538-9D47-6B208AA7373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4" name="椭圆 263">
                <a:extLst>
                  <a:ext uri="{FF2B5EF4-FFF2-40B4-BE49-F238E27FC236}">
                    <a16:creationId xmlns:a16="http://schemas.microsoft.com/office/drawing/2014/main" id="{C70D567B-7830-43A0-8129-7B382064B7E8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5" name="椭圆 264">
                <a:extLst>
                  <a:ext uri="{FF2B5EF4-FFF2-40B4-BE49-F238E27FC236}">
                    <a16:creationId xmlns:a16="http://schemas.microsoft.com/office/drawing/2014/main" id="{5D9A93DF-68F8-48AF-B9D9-4E52EBCFF1B4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6" name="椭圆 265">
                <a:extLst>
                  <a:ext uri="{FF2B5EF4-FFF2-40B4-BE49-F238E27FC236}">
                    <a16:creationId xmlns:a16="http://schemas.microsoft.com/office/drawing/2014/main" id="{880EFC6C-839C-49C6-838E-510A5B619447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7" name="椭圆 266">
                <a:extLst>
                  <a:ext uri="{FF2B5EF4-FFF2-40B4-BE49-F238E27FC236}">
                    <a16:creationId xmlns:a16="http://schemas.microsoft.com/office/drawing/2014/main" id="{B686A7F3-0510-4E59-B46E-29CCB4A77EC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8" name="椭圆 267">
                <a:extLst>
                  <a:ext uri="{FF2B5EF4-FFF2-40B4-BE49-F238E27FC236}">
                    <a16:creationId xmlns:a16="http://schemas.microsoft.com/office/drawing/2014/main" id="{81D4B797-7212-4EA6-9D5E-87146DF0937A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9" name="椭圆 268">
                <a:extLst>
                  <a:ext uri="{FF2B5EF4-FFF2-40B4-BE49-F238E27FC236}">
                    <a16:creationId xmlns:a16="http://schemas.microsoft.com/office/drawing/2014/main" id="{CD720A2B-C2E2-4F06-BAA9-C02BA3E01CD4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0" name="椭圆 269">
                <a:extLst>
                  <a:ext uri="{FF2B5EF4-FFF2-40B4-BE49-F238E27FC236}">
                    <a16:creationId xmlns:a16="http://schemas.microsoft.com/office/drawing/2014/main" id="{A3821220-9527-468C-9A63-E8DE8CBF0348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1" name="椭圆 270">
                <a:extLst>
                  <a:ext uri="{FF2B5EF4-FFF2-40B4-BE49-F238E27FC236}">
                    <a16:creationId xmlns:a16="http://schemas.microsoft.com/office/drawing/2014/main" id="{E6F2EA16-114C-43F7-BC2A-A84CC743F748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2" name="椭圆 271">
                <a:extLst>
                  <a:ext uri="{FF2B5EF4-FFF2-40B4-BE49-F238E27FC236}">
                    <a16:creationId xmlns:a16="http://schemas.microsoft.com/office/drawing/2014/main" id="{56603B8F-9F5D-4034-B96F-C7CDBCBCD70C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0EB5E1CF-91FF-49BE-8573-23714E5ED565}"/>
                </a:ext>
              </a:extLst>
            </p:cNvPr>
            <p:cNvGrpSpPr/>
            <p:nvPr/>
          </p:nvGrpSpPr>
          <p:grpSpPr>
            <a:xfrm>
              <a:off x="3575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53" name="椭圆 252">
                <a:extLst>
                  <a:ext uri="{FF2B5EF4-FFF2-40B4-BE49-F238E27FC236}">
                    <a16:creationId xmlns:a16="http://schemas.microsoft.com/office/drawing/2014/main" id="{8DF51F51-6BDA-4E46-82CA-685E5C729AF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4" name="椭圆 253">
                <a:extLst>
                  <a:ext uri="{FF2B5EF4-FFF2-40B4-BE49-F238E27FC236}">
                    <a16:creationId xmlns:a16="http://schemas.microsoft.com/office/drawing/2014/main" id="{48E882F8-1BCB-4A76-8B1E-8B8ED273290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5" name="椭圆 254">
                <a:extLst>
                  <a:ext uri="{FF2B5EF4-FFF2-40B4-BE49-F238E27FC236}">
                    <a16:creationId xmlns:a16="http://schemas.microsoft.com/office/drawing/2014/main" id="{7FDE6CD1-612A-4D6F-8B7C-C8CC04E8A0A1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6" name="椭圆 255">
                <a:extLst>
                  <a:ext uri="{FF2B5EF4-FFF2-40B4-BE49-F238E27FC236}">
                    <a16:creationId xmlns:a16="http://schemas.microsoft.com/office/drawing/2014/main" id="{BA171A3C-2AE9-407D-B023-76E2AB258BEF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7" name="椭圆 256">
                <a:extLst>
                  <a:ext uri="{FF2B5EF4-FFF2-40B4-BE49-F238E27FC236}">
                    <a16:creationId xmlns:a16="http://schemas.microsoft.com/office/drawing/2014/main" id="{C8BE97F0-94F5-4000-9B17-84B9E07D795E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8" name="椭圆 257">
                <a:extLst>
                  <a:ext uri="{FF2B5EF4-FFF2-40B4-BE49-F238E27FC236}">
                    <a16:creationId xmlns:a16="http://schemas.microsoft.com/office/drawing/2014/main" id="{9DC49B8D-49B1-4B59-A9C7-61B7E7CC119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9" name="椭圆 258">
                <a:extLst>
                  <a:ext uri="{FF2B5EF4-FFF2-40B4-BE49-F238E27FC236}">
                    <a16:creationId xmlns:a16="http://schemas.microsoft.com/office/drawing/2014/main" id="{1096B33C-A261-4379-B030-277FE6EF7B48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0" name="椭圆 259">
                <a:extLst>
                  <a:ext uri="{FF2B5EF4-FFF2-40B4-BE49-F238E27FC236}">
                    <a16:creationId xmlns:a16="http://schemas.microsoft.com/office/drawing/2014/main" id="{D125E5C8-C805-4DC9-8D3B-651BD28899EE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1" name="椭圆 260">
                <a:extLst>
                  <a:ext uri="{FF2B5EF4-FFF2-40B4-BE49-F238E27FC236}">
                    <a16:creationId xmlns:a16="http://schemas.microsoft.com/office/drawing/2014/main" id="{DB0A4E02-D837-4ABB-B527-BAFAF66CE418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2" name="椭圆 261">
                <a:extLst>
                  <a:ext uri="{FF2B5EF4-FFF2-40B4-BE49-F238E27FC236}">
                    <a16:creationId xmlns:a16="http://schemas.microsoft.com/office/drawing/2014/main" id="{AAF306E1-EA47-4656-B04C-43557BD086C2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7B65995B-5100-40D6-8448-D2CFC019D154}"/>
                </a:ext>
              </a:extLst>
            </p:cNvPr>
            <p:cNvGrpSpPr/>
            <p:nvPr/>
          </p:nvGrpSpPr>
          <p:grpSpPr>
            <a:xfrm>
              <a:off x="3375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0240CED2-82EC-467C-9649-6EA774D21CBE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183BF1E8-2E7C-46E6-A84A-9F9BBB59A7A9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63BA3218-B177-44CD-95AC-DA73BE4F15D8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FA86FA6B-87F8-4A6F-BD67-AA7ADA09F03C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9D3E345A-36E9-4863-8936-74CA8D82F2DA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4EF35E82-2E67-4D28-9C8B-CE0692497AB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888D6B44-D285-43EE-B41F-90A44976DA2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椭圆 249">
                <a:extLst>
                  <a:ext uri="{FF2B5EF4-FFF2-40B4-BE49-F238E27FC236}">
                    <a16:creationId xmlns:a16="http://schemas.microsoft.com/office/drawing/2014/main" id="{3EA26C8A-0C1B-4A63-84D5-3DDC1FF1290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F9AA378C-F711-46A6-A684-7EDAB67D162C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2" name="椭圆 251">
                <a:extLst>
                  <a:ext uri="{FF2B5EF4-FFF2-40B4-BE49-F238E27FC236}">
                    <a16:creationId xmlns:a16="http://schemas.microsoft.com/office/drawing/2014/main" id="{7FFBAA72-CAD5-412C-AA08-8AC3B166707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55BB986F-CB13-4BEE-9AE5-099AA4A3822A}"/>
                </a:ext>
              </a:extLst>
            </p:cNvPr>
            <p:cNvGrpSpPr/>
            <p:nvPr/>
          </p:nvGrpSpPr>
          <p:grpSpPr>
            <a:xfrm>
              <a:off x="3175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33" name="椭圆 232">
                <a:extLst>
                  <a:ext uri="{FF2B5EF4-FFF2-40B4-BE49-F238E27FC236}">
                    <a16:creationId xmlns:a16="http://schemas.microsoft.com/office/drawing/2014/main" id="{CEAB991E-7902-417F-9B35-6E5302518EC4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4" name="椭圆 233">
                <a:extLst>
                  <a:ext uri="{FF2B5EF4-FFF2-40B4-BE49-F238E27FC236}">
                    <a16:creationId xmlns:a16="http://schemas.microsoft.com/office/drawing/2014/main" id="{7845D1A1-FD0E-4D65-BB59-2509A327746C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CFA425FF-C47E-41E9-8A2A-ED27680064FF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7C0BA8E7-4072-47D4-97A4-5E9D756704A7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50CCB4D0-0520-4643-8437-BC76C7130461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2B8A31C3-8799-4A7F-AF42-C0D04E5B5C9B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4BBDE807-8584-4B71-949D-3A2AB039490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0" name="椭圆 239">
                <a:extLst>
                  <a:ext uri="{FF2B5EF4-FFF2-40B4-BE49-F238E27FC236}">
                    <a16:creationId xmlns:a16="http://schemas.microsoft.com/office/drawing/2014/main" id="{14F59521-8B01-48A0-90AC-894785A31BBA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B1597209-3283-4BD7-813E-CF4F3276DF1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FD906C51-DAA1-4A1C-8EBA-52594C4CDA19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32564A88-89EF-4FD2-B204-83D2FFE6D5BB}"/>
                </a:ext>
              </a:extLst>
            </p:cNvPr>
            <p:cNvGrpSpPr/>
            <p:nvPr/>
          </p:nvGrpSpPr>
          <p:grpSpPr>
            <a:xfrm>
              <a:off x="2976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A94EEA37-DF90-49BE-BB31-B03CA8A474D0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0CEECE93-1B0D-474D-AD7F-FB9BC67A717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5" name="椭圆 224">
                <a:extLst>
                  <a:ext uri="{FF2B5EF4-FFF2-40B4-BE49-F238E27FC236}">
                    <a16:creationId xmlns:a16="http://schemas.microsoft.com/office/drawing/2014/main" id="{AB268A71-8784-4052-BE74-E2AEC356825D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6" name="椭圆 225">
                <a:extLst>
                  <a:ext uri="{FF2B5EF4-FFF2-40B4-BE49-F238E27FC236}">
                    <a16:creationId xmlns:a16="http://schemas.microsoft.com/office/drawing/2014/main" id="{331FF4EB-4EAA-4DF0-87E8-BF64F10C6105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CC20DBD5-F688-48F6-8DF7-BE223554626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8" name="椭圆 227">
                <a:extLst>
                  <a:ext uri="{FF2B5EF4-FFF2-40B4-BE49-F238E27FC236}">
                    <a16:creationId xmlns:a16="http://schemas.microsoft.com/office/drawing/2014/main" id="{EBBBEE0B-56B1-47AF-9D64-A3105EC53C4E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9" name="椭圆 228">
                <a:extLst>
                  <a:ext uri="{FF2B5EF4-FFF2-40B4-BE49-F238E27FC236}">
                    <a16:creationId xmlns:a16="http://schemas.microsoft.com/office/drawing/2014/main" id="{59BB09F4-59FE-4D86-A474-05C1B18406CF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0" name="椭圆 229">
                <a:extLst>
                  <a:ext uri="{FF2B5EF4-FFF2-40B4-BE49-F238E27FC236}">
                    <a16:creationId xmlns:a16="http://schemas.microsoft.com/office/drawing/2014/main" id="{B0C890B9-50DB-45A4-9794-65AEA7D97546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1" name="椭圆 230">
                <a:extLst>
                  <a:ext uri="{FF2B5EF4-FFF2-40B4-BE49-F238E27FC236}">
                    <a16:creationId xmlns:a16="http://schemas.microsoft.com/office/drawing/2014/main" id="{634C42C2-9E2A-4C62-BB0F-2D412FF0E685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2" name="椭圆 231">
                <a:extLst>
                  <a:ext uri="{FF2B5EF4-FFF2-40B4-BE49-F238E27FC236}">
                    <a16:creationId xmlns:a16="http://schemas.microsoft.com/office/drawing/2014/main" id="{50E740B4-6DF6-4AF1-A7BB-12BB99887D53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F5E3E1DA-F162-4C47-9382-35307A097D6B}"/>
                </a:ext>
              </a:extLst>
            </p:cNvPr>
            <p:cNvGrpSpPr/>
            <p:nvPr/>
          </p:nvGrpSpPr>
          <p:grpSpPr>
            <a:xfrm>
              <a:off x="2776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13" name="椭圆 212">
                <a:extLst>
                  <a:ext uri="{FF2B5EF4-FFF2-40B4-BE49-F238E27FC236}">
                    <a16:creationId xmlns:a16="http://schemas.microsoft.com/office/drawing/2014/main" id="{F04027E5-5F2E-4C34-8EEC-D6D4DB8BC6E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FC6B179F-E460-453A-9616-75BD58E1055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8D0BDD33-FC02-47CF-BCEE-3E81D25B1915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0714659F-02DA-4218-A96D-D5EF5D1AE9F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7" name="椭圆 216">
                <a:extLst>
                  <a:ext uri="{FF2B5EF4-FFF2-40B4-BE49-F238E27FC236}">
                    <a16:creationId xmlns:a16="http://schemas.microsoft.com/office/drawing/2014/main" id="{85268745-A3FC-42A6-A4B3-E8E33049994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875D25BD-A91E-474C-A4CF-ECAD0E89481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0F682E6A-ECB9-4379-89E8-27D31BB27C79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4A88B89B-7E30-4E4B-9487-BB80066AA05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1" name="椭圆 220">
                <a:extLst>
                  <a:ext uri="{FF2B5EF4-FFF2-40B4-BE49-F238E27FC236}">
                    <a16:creationId xmlns:a16="http://schemas.microsoft.com/office/drawing/2014/main" id="{E5251361-DD50-4453-B215-A5943F1C6100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D0DED84A-545E-4E8E-A14F-25D02B7B805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302FF3F-7531-4E8D-B707-F9D91280C5F7}"/>
                </a:ext>
              </a:extLst>
            </p:cNvPr>
            <p:cNvGrpSpPr/>
            <p:nvPr/>
          </p:nvGrpSpPr>
          <p:grpSpPr>
            <a:xfrm>
              <a:off x="2576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7BD02494-0368-49E3-A111-6E09EBD9B84C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EBAFEB1E-936E-45BC-8E4D-C21AF8E6815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椭圆 204">
                <a:extLst>
                  <a:ext uri="{FF2B5EF4-FFF2-40B4-BE49-F238E27FC236}">
                    <a16:creationId xmlns:a16="http://schemas.microsoft.com/office/drawing/2014/main" id="{0D06B209-7613-4F77-A22B-62C80E3721A6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6" name="椭圆 205">
                <a:extLst>
                  <a:ext uri="{FF2B5EF4-FFF2-40B4-BE49-F238E27FC236}">
                    <a16:creationId xmlns:a16="http://schemas.microsoft.com/office/drawing/2014/main" id="{13EEC2C5-6B78-4EDD-8FBC-2B5A22FCD34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BE623A6F-2F0F-4187-A366-F751A2EA3A0A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B57A7DB9-A9E7-47CB-8581-FB120489F7C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205CB070-DEAD-4A2E-BCF1-08D431236C9F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33B273CB-8969-4DCF-8B3D-8019A0EA902F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63B89020-1E4A-4980-B127-CDB7B543BF3D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2" name="椭圆 211">
                <a:extLst>
                  <a:ext uri="{FF2B5EF4-FFF2-40B4-BE49-F238E27FC236}">
                    <a16:creationId xmlns:a16="http://schemas.microsoft.com/office/drawing/2014/main" id="{F8EB4070-D383-4B93-A61F-D41E4C9A2BBF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72F6516C-FD52-433B-82D7-9D4F4D3D1D15}"/>
                </a:ext>
              </a:extLst>
            </p:cNvPr>
            <p:cNvGrpSpPr/>
            <p:nvPr/>
          </p:nvGrpSpPr>
          <p:grpSpPr>
            <a:xfrm>
              <a:off x="2376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21E15134-49C0-4B3D-A78F-38FD8D7680A0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7D4D9E13-DB37-41A0-840F-1A40FB362F16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C03EE8D0-6FB2-4FEE-B735-E312FFAE696B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2111D6A2-5C00-4C7A-8EAC-25D054ADD10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93448387-1E3E-4604-8CE3-A48B3069859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6EC0E1C5-C831-41AA-B673-4407E070D1A1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884E416A-0124-4B0B-81B7-E6D4DF30DEA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0" name="椭圆 199">
                <a:extLst>
                  <a:ext uri="{FF2B5EF4-FFF2-40B4-BE49-F238E27FC236}">
                    <a16:creationId xmlns:a16="http://schemas.microsoft.com/office/drawing/2014/main" id="{51CCD6A2-FA67-4AB2-9A01-FC5D9EE694F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38FFD449-05CC-4090-B2BA-C323664E4C6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1E0C3207-EADC-4868-BE87-A46E2E94A5C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CDF775A7-4C68-48CB-9E73-63E4F92F780F}"/>
                </a:ext>
              </a:extLst>
            </p:cNvPr>
            <p:cNvGrpSpPr/>
            <p:nvPr/>
          </p:nvGrpSpPr>
          <p:grpSpPr>
            <a:xfrm>
              <a:off x="2176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5382007A-CB97-4089-A4AC-41EA0A8964F6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D347FEB-EEA8-4C1D-AAF1-0193E3FF7BF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10AE1792-BDB0-4006-BAD7-182D8A231B8C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9A9E3F64-7A0E-47CD-8E86-54887FE30F61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7B1997B6-BF0C-49D1-873F-F25B3A10E5AF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B4593AC0-F64C-4EBC-B2A9-FD92D3FDB107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BF105634-8795-4B93-BD2D-9A550C4E7BD4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D2E137B1-D194-4326-923A-D1539225FD8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3BF8BAB2-AEE3-4455-B6C8-317E03859E87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808DCB56-EDEA-42EF-BB5A-25DE449F7090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9ACE3CC4-5F5A-43C3-A444-9D9723F46367}"/>
                </a:ext>
              </a:extLst>
            </p:cNvPr>
            <p:cNvGrpSpPr/>
            <p:nvPr/>
          </p:nvGrpSpPr>
          <p:grpSpPr>
            <a:xfrm>
              <a:off x="1977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924248A1-90E9-4C56-A89B-B3DA3DB1EE7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C6C62683-F784-424A-BCCA-270B1D1219B1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DAAC4012-CE08-46F8-B545-5D31EB4272AF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3694482A-3615-4AA0-B081-EA563710E333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EDF62D91-7EC0-4ABC-96F6-04E47BE58AD9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27B323F5-0B6A-4323-A79C-893FFE8AFDA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81F0F98A-FD6C-4C2A-8BDC-AB4C6B1D327D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956AE7F5-D82E-4249-9139-52C4D5E294A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65EEEB1A-DC18-4D6D-980C-77ADE489BA00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8F8C5E23-AE08-46D6-B6AC-56C231A8637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0F5A3BCE-CA43-47A1-A479-AFECACB6EF9C}"/>
                </a:ext>
              </a:extLst>
            </p:cNvPr>
            <p:cNvGrpSpPr/>
            <p:nvPr/>
          </p:nvGrpSpPr>
          <p:grpSpPr>
            <a:xfrm>
              <a:off x="1777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C159C033-EAAC-4ADA-90F0-5AF0EE32097E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24813264-AD3B-4BCE-ABF7-5D751C07530D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BC09E18-ACD6-4E52-AA2F-1A37CFB735D6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9DED0778-0711-4584-8FCF-B79C0FBAF941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B7639C55-C807-4373-8065-17BCA117C448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9AE2B049-54DF-4C4F-8474-11BE02DB7EF4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E85F5D10-6CF5-4D14-A2AB-D791687C835F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385D8BBB-FCBC-495B-B8BA-12A6AC626ABB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2432C188-871C-4567-83A3-C055C9D55F8C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椭圆 171">
                <a:extLst>
                  <a:ext uri="{FF2B5EF4-FFF2-40B4-BE49-F238E27FC236}">
                    <a16:creationId xmlns:a16="http://schemas.microsoft.com/office/drawing/2014/main" id="{90817E78-51B7-4F3E-A0A0-040E76F6AEC6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DE040CB4-A8FA-46CE-8E07-A3ACFA646A37}"/>
                </a:ext>
              </a:extLst>
            </p:cNvPr>
            <p:cNvGrpSpPr/>
            <p:nvPr/>
          </p:nvGrpSpPr>
          <p:grpSpPr>
            <a:xfrm>
              <a:off x="1577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772DBD4D-E2ED-4D95-A3D9-452959F248B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3668B925-ED31-42D7-B5E7-71F154ECAD4B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F36DE8E0-536E-497B-AF7C-EF3C0453120D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F43EEDEE-217F-4510-889C-034D52082288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F9685982-9779-41FC-B9D8-774748C9F6DE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02C395B4-E647-4C10-9FD2-660C2EF42CD9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0842FDE2-1B66-48E4-A944-85FF9159BDA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5BD52E7B-11A1-47E2-A081-73F6F94866C4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29E67249-64F0-4391-B524-CF5301F9EB96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41B9F4A9-B0A2-4AA3-88EE-1E0E1AC04C3A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C71DB370-C875-448F-AE0D-706DA4D88DAE}"/>
                </a:ext>
              </a:extLst>
            </p:cNvPr>
            <p:cNvGrpSpPr/>
            <p:nvPr/>
          </p:nvGrpSpPr>
          <p:grpSpPr>
            <a:xfrm>
              <a:off x="1377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9399D769-85EF-4430-BC77-200D2E59B868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C5C79B61-F179-4069-A49B-2ECA474A0278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C3A591D9-7F7D-4804-BEF5-018F72D841BD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51526578-AD2D-47E1-885B-559EFD49B5D5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D41D73C4-D3B4-41BA-B7F1-DED01F098536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99A666E3-6CB0-4BDD-A082-C53C0218AE3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A01B47FB-7616-4312-BC1F-54F2D817D5E1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53693B4F-2830-4F47-8EBD-C4CB805674A2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4005B71A-578B-4A7D-ABAF-C7EE06719082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47D07380-3912-4037-A200-473B9EB7354B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E9B93BF2-87F0-4621-99A3-076D163C472E}"/>
                </a:ext>
              </a:extLst>
            </p:cNvPr>
            <p:cNvGrpSpPr/>
            <p:nvPr/>
          </p:nvGrpSpPr>
          <p:grpSpPr>
            <a:xfrm>
              <a:off x="11779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68438C58-5766-4AE1-B2D9-A116FF9A9B69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8906B40A-2006-47AA-819D-DD833668FC98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44F36C35-D9B2-48A9-B7B7-763F1B8DE0F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44F11FBC-DC8D-4A07-8D88-48F018AF6E56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5781B11B-AC0B-4D8E-A5ED-D8CFEB7A19AB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B0D1E35F-A499-44F6-B688-8896A8A1EF15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8B8D14AC-8415-4E50-AE93-10F03A0298F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D390C9EA-ED62-46E1-9D85-BA5D29E46C6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93F8141C-1CFC-4AA3-A62C-E607CB58B0AA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51F61461-994B-4D9D-8AB9-79828DDC87E3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D069C3AC-D8C7-45AE-B60B-B790A5D63466}"/>
                </a:ext>
              </a:extLst>
            </p:cNvPr>
            <p:cNvGrpSpPr/>
            <p:nvPr/>
          </p:nvGrpSpPr>
          <p:grpSpPr>
            <a:xfrm>
              <a:off x="9781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CCC71AD1-13A1-4670-9342-991C70DBA9BD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10E5FB08-2FC6-46D5-9AC3-43B1DC0DD68F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20177BC7-1B6C-474C-8A79-51F75E22A7DF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91BB812D-945C-4D11-9E1D-46C68FD206C8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C5372229-2BA9-4EA7-82E0-232AB3057129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29803C12-84DB-4232-BABA-6EB04C43B7D6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945CDB9D-23E0-41C2-AD69-A6A98FFAD4CD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996F0E78-8C76-472E-B7DA-241343B039ED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3D66ADD8-F497-4AE3-BD17-2F6A76D5AF87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F944A5DF-92CB-4A00-AA42-39FBE1689A3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86180EEA-68FF-4B2A-863A-4643750707CD}"/>
                </a:ext>
              </a:extLst>
            </p:cNvPr>
            <p:cNvGrpSpPr/>
            <p:nvPr/>
          </p:nvGrpSpPr>
          <p:grpSpPr>
            <a:xfrm>
              <a:off x="7783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EA549B66-3A5B-4763-B70E-1ADFF32E1CA3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FF9D5D98-5184-4EA5-BAD6-6A3DD9ED837F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BBDFC3CC-24CD-47D0-9222-3ED4A454E5E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313D99D1-66D9-4836-B326-4D17E0D01BA4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1E0C55E8-8DF7-4750-85C1-A40188B73265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D79FDF8F-44CA-4869-9D92-EF3E169667F0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7A3475BD-F7D0-4B00-B2A5-AD1E2A7DF1A4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B4CEFD84-3F3D-4C3D-A49B-3AB9545D5EA0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D26C5C04-BE63-4445-A46E-B8C6AFFF039D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0C261B8E-792F-45FB-8D34-273B80313C9F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96DA26EC-7EDA-40E7-8E82-F5D0353B8C06}"/>
                </a:ext>
              </a:extLst>
            </p:cNvPr>
            <p:cNvGrpSpPr/>
            <p:nvPr/>
          </p:nvGrpSpPr>
          <p:grpSpPr>
            <a:xfrm>
              <a:off x="5785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BF0C0683-DD06-47FE-834A-24B02F4CD54B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FA35D410-8FEC-4E36-A266-C1BAEED4FF14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A1D9C35B-27AC-4E99-8A7E-F62467778369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1ADC0517-62EA-4386-886D-C43349954EFC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59BA6CFB-A231-4BA3-96B5-BA035B6E39EE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1A678632-92A2-4A61-9D8E-A6340B1487F3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D5F8169D-48E8-44AF-891A-F1D50627CB2A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319BD1ED-88C5-40C4-B3AB-F31A736F4ECC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51FC830B-EDA0-4ED7-93F7-F9680656F0DA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0C05B386-BFA9-4E04-A94E-93209FEFDEA3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807671CE-AE18-436D-8F0C-749DED17F6AF}"/>
                </a:ext>
              </a:extLst>
            </p:cNvPr>
            <p:cNvGrpSpPr/>
            <p:nvPr/>
          </p:nvGrpSpPr>
          <p:grpSpPr>
            <a:xfrm>
              <a:off x="378703" y="2212047"/>
              <a:ext cx="84501" cy="1704659"/>
              <a:chOff x="4374699" y="2227188"/>
              <a:chExt cx="84501" cy="1704659"/>
            </a:xfrm>
            <a:grpFill/>
          </p:grpSpPr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5B90FE8-7FE3-4636-8A4E-C91712BADD20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A19B3B0F-4391-476C-AC42-D6856C7B583F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EE5C6C9A-C34B-40CF-ABD5-AEBBA38FAE43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AAAEDDDE-3EB3-4821-876D-A037A4748D8A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B6B7871E-B5EE-4C7C-8EE1-6064EF941667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38AEF2E9-7E03-4B84-82B0-53B76C873A22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27FF62AA-E90F-4230-9E9B-4E7C3321EA55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5150C0E6-B9E1-4C85-9FF8-67E6E303B47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69946B80-F30C-4C8C-B0AA-8FDCB0563C03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319FAE79-8B4B-4125-953B-EA9DE25DE1E5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CA0435ED-E58F-4703-BB7E-0A97A100B4CF}"/>
              </a:ext>
            </a:extLst>
          </p:cNvPr>
          <p:cNvSpPr/>
          <p:nvPr/>
        </p:nvSpPr>
        <p:spPr>
          <a:xfrm>
            <a:off x="5773552" y="2909124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02639AF-9CE6-486C-8296-55B1A7156966}"/>
              </a:ext>
            </a:extLst>
          </p:cNvPr>
          <p:cNvSpPr/>
          <p:nvPr/>
        </p:nvSpPr>
        <p:spPr>
          <a:xfrm>
            <a:off x="5773552" y="3232395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BBAB2C9-8518-4B89-B006-708C7B0A69DF}"/>
              </a:ext>
            </a:extLst>
          </p:cNvPr>
          <p:cNvSpPr/>
          <p:nvPr/>
        </p:nvSpPr>
        <p:spPr>
          <a:xfrm>
            <a:off x="5773552" y="3717302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20F6A9B-81DC-4665-8185-07567EA5271D}"/>
              </a:ext>
            </a:extLst>
          </p:cNvPr>
          <p:cNvSpPr/>
          <p:nvPr/>
        </p:nvSpPr>
        <p:spPr>
          <a:xfrm>
            <a:off x="5773552" y="2747488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E15DE46-097B-4FAC-8222-D15CFEDA638C}"/>
              </a:ext>
            </a:extLst>
          </p:cNvPr>
          <p:cNvSpPr/>
          <p:nvPr/>
        </p:nvSpPr>
        <p:spPr>
          <a:xfrm>
            <a:off x="5773552" y="3878937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26FBFFB-444C-4B80-BA46-2F42F8D4D063}"/>
              </a:ext>
            </a:extLst>
          </p:cNvPr>
          <p:cNvSpPr/>
          <p:nvPr/>
        </p:nvSpPr>
        <p:spPr>
          <a:xfrm>
            <a:off x="5773552" y="2585853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76DC46B-DD7D-41E0-8F75-D3149532EFF1}"/>
              </a:ext>
            </a:extLst>
          </p:cNvPr>
          <p:cNvSpPr/>
          <p:nvPr/>
        </p:nvSpPr>
        <p:spPr>
          <a:xfrm>
            <a:off x="5773552" y="3070759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6645F23-856D-41CF-B42C-983E076D131E}"/>
              </a:ext>
            </a:extLst>
          </p:cNvPr>
          <p:cNvSpPr/>
          <p:nvPr/>
        </p:nvSpPr>
        <p:spPr>
          <a:xfrm>
            <a:off x="5773552" y="3394031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D3F70A6-1E8F-4209-B55E-3503F7E50756}"/>
              </a:ext>
            </a:extLst>
          </p:cNvPr>
          <p:cNvSpPr/>
          <p:nvPr/>
        </p:nvSpPr>
        <p:spPr>
          <a:xfrm>
            <a:off x="5773552" y="4040569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7AE9BAC-125E-456A-A4AC-614E185BC6C4}"/>
              </a:ext>
            </a:extLst>
          </p:cNvPr>
          <p:cNvSpPr/>
          <p:nvPr/>
        </p:nvSpPr>
        <p:spPr>
          <a:xfrm>
            <a:off x="5773552" y="3555666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CBB7E3B-4927-420D-B348-2626F5E5C333}"/>
              </a:ext>
            </a:extLst>
          </p:cNvPr>
          <p:cNvGrpSpPr/>
          <p:nvPr/>
        </p:nvGrpSpPr>
        <p:grpSpPr>
          <a:xfrm>
            <a:off x="6310616" y="2579298"/>
            <a:ext cx="75872" cy="1530589"/>
            <a:chOff x="4374699" y="2227188"/>
            <a:chExt cx="84501" cy="1704659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C7A9D10D-21A7-4432-94E4-100EC330A52E}"/>
                </a:ext>
              </a:extLst>
            </p:cNvPr>
            <p:cNvSpPr/>
            <p:nvPr/>
          </p:nvSpPr>
          <p:spPr>
            <a:xfrm>
              <a:off x="4374699" y="2587224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75F3D6C-A9F9-4313-A4F4-AEEDB56D7E13}"/>
                </a:ext>
              </a:extLst>
            </p:cNvPr>
            <p:cNvSpPr/>
            <p:nvPr/>
          </p:nvSpPr>
          <p:spPr>
            <a:xfrm>
              <a:off x="4374699" y="2947260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0A30EB92-A63A-46B0-B7B6-5229A187F1B9}"/>
                </a:ext>
              </a:extLst>
            </p:cNvPr>
            <p:cNvSpPr/>
            <p:nvPr/>
          </p:nvSpPr>
          <p:spPr>
            <a:xfrm>
              <a:off x="4374699" y="3487314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DDC4FB7-5491-48B6-A1A4-ADA9789236A8}"/>
                </a:ext>
              </a:extLst>
            </p:cNvPr>
            <p:cNvSpPr/>
            <p:nvPr/>
          </p:nvSpPr>
          <p:spPr>
            <a:xfrm>
              <a:off x="4374699" y="2407206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A06C72B6-7D1E-47A6-9146-B82D28A36253}"/>
                </a:ext>
              </a:extLst>
            </p:cNvPr>
            <p:cNvSpPr/>
            <p:nvPr/>
          </p:nvSpPr>
          <p:spPr>
            <a:xfrm>
              <a:off x="4374699" y="3667332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5B74BD92-850E-4BE9-9870-90708DB8DC71}"/>
                </a:ext>
              </a:extLst>
            </p:cNvPr>
            <p:cNvSpPr/>
            <p:nvPr/>
          </p:nvSpPr>
          <p:spPr>
            <a:xfrm>
              <a:off x="4374699" y="2227188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8E4F618-A62F-45BD-B452-6FFF26668E46}"/>
                </a:ext>
              </a:extLst>
            </p:cNvPr>
            <p:cNvSpPr/>
            <p:nvPr/>
          </p:nvSpPr>
          <p:spPr>
            <a:xfrm>
              <a:off x="4374699" y="2767242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C0AD434-9CF2-4D61-A161-F589120CEDB1}"/>
                </a:ext>
              </a:extLst>
            </p:cNvPr>
            <p:cNvSpPr/>
            <p:nvPr/>
          </p:nvSpPr>
          <p:spPr>
            <a:xfrm>
              <a:off x="4374699" y="3127278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3ED5837C-F85F-4B56-8317-2C66498AB8C5}"/>
                </a:ext>
              </a:extLst>
            </p:cNvPr>
            <p:cNvSpPr/>
            <p:nvPr/>
          </p:nvSpPr>
          <p:spPr>
            <a:xfrm>
              <a:off x="4374699" y="3847346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12E2BBA6-4650-4601-90EE-75BB355B39BD}"/>
                </a:ext>
              </a:extLst>
            </p:cNvPr>
            <p:cNvSpPr/>
            <p:nvPr/>
          </p:nvSpPr>
          <p:spPr>
            <a:xfrm>
              <a:off x="4374699" y="3307296"/>
              <a:ext cx="84501" cy="845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79835AC-965F-4A09-8796-F71C05D44677}"/>
              </a:ext>
            </a:extLst>
          </p:cNvPr>
          <p:cNvGrpSpPr/>
          <p:nvPr/>
        </p:nvGrpSpPr>
        <p:grpSpPr>
          <a:xfrm>
            <a:off x="5843104" y="2628894"/>
            <a:ext cx="192452" cy="1455322"/>
            <a:chOff x="4965999" y="2261870"/>
            <a:chExt cx="143777" cy="1620832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0139B836-FEFE-4A07-8B92-235796EDC4A7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26187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3A9ED75-5978-43FA-B269-519221C0C776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44196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A3756C04-1C7A-4452-BBF4-A0A2131F439D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62205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CAB7EA1-6D45-464A-960F-D7AB9E32A116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80214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7788A965-B8CA-4157-82E8-E0E05D526872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982238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FC7ADF0D-6F89-49DA-BBF1-C08D24287D6C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16233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A4E59AD-7AC4-488B-89C7-75EB9681A782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34242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0C792467-676A-419B-880B-4C136B50C858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52251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68079D10-1831-4B09-9E9A-09710BFF8B46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70260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9901D2C4-7A7D-4A2B-8CF7-D563AB083076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88270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4B1097E-B753-41DF-9B6E-540ABE788794}"/>
              </a:ext>
            </a:extLst>
          </p:cNvPr>
          <p:cNvGrpSpPr/>
          <p:nvPr/>
        </p:nvGrpSpPr>
        <p:grpSpPr>
          <a:xfrm rot="10800000">
            <a:off x="6133600" y="2623183"/>
            <a:ext cx="163472" cy="1455322"/>
            <a:chOff x="4965999" y="2261870"/>
            <a:chExt cx="143777" cy="1620832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8650F37-3E63-4876-9BEE-407C7EA58F22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26187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3E8284C-E094-4EB2-849C-AACB2F0CE34B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44196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9BBD257-CF49-4CCE-8D10-4DBA106E19CF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62205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1286C5D0-3FA4-42F0-9729-4CAF2B977591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80214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C8222A68-6F3D-405A-A70B-7979EE717134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2982238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1ED76C3-D59A-4A59-82BB-42D38EFB1062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162330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D7D3FA4-1FB9-4A48-8B33-60AFED29B990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34242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09DDBB5-D9C1-4135-83E6-F8EDA89FF17E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522514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6535BC01-6AEF-480D-BBCF-DE704EF63001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702606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546C5562-E7D8-4D80-ADF2-10D7AEE9D00A}"/>
                </a:ext>
              </a:extLst>
            </p:cNvPr>
            <p:cNvCxnSpPr>
              <a:cxnSpLocks/>
            </p:cNvCxnSpPr>
            <p:nvPr/>
          </p:nvCxnSpPr>
          <p:spPr>
            <a:xfrm>
              <a:off x="4965999" y="3882702"/>
              <a:ext cx="143777" cy="0"/>
            </a:xfrm>
            <a:prstGeom prst="straightConnector1">
              <a:avLst/>
            </a:prstGeom>
            <a:ln w="6350">
              <a:solidFill>
                <a:srgbClr val="FF000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D0C04AFE-2078-430B-8E01-5B291F469E45}"/>
              </a:ext>
            </a:extLst>
          </p:cNvPr>
          <p:cNvSpPr/>
          <p:nvPr/>
        </p:nvSpPr>
        <p:spPr>
          <a:xfrm rot="10800000" flipH="1">
            <a:off x="6563504" y="2047791"/>
            <a:ext cx="4462429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5BEC51E4-8A6F-4887-8D10-8D0B37691AEA}"/>
              </a:ext>
            </a:extLst>
          </p:cNvPr>
          <p:cNvSpPr/>
          <p:nvPr/>
        </p:nvSpPr>
        <p:spPr>
          <a:xfrm rot="10800000">
            <a:off x="1166068" y="2054994"/>
            <a:ext cx="4478811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AEFB84DA-9F66-4A49-935B-2178449B0CCE}"/>
              </a:ext>
            </a:extLst>
          </p:cNvPr>
          <p:cNvSpPr/>
          <p:nvPr/>
        </p:nvSpPr>
        <p:spPr>
          <a:xfrm>
            <a:off x="5330941" y="4371729"/>
            <a:ext cx="75872" cy="75872"/>
          </a:xfrm>
          <a:prstGeom prst="ellipse">
            <a:avLst/>
          </a:prstGeom>
          <a:solidFill>
            <a:schemeClr val="tx1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95AC22D-258C-4F97-9818-A385F3D5D75D}"/>
              </a:ext>
            </a:extLst>
          </p:cNvPr>
          <p:cNvSpPr/>
          <p:nvPr/>
        </p:nvSpPr>
        <p:spPr>
          <a:xfrm>
            <a:off x="6752761" y="4371729"/>
            <a:ext cx="75872" cy="7587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A63F096-366A-4399-A886-2DDE801EA264}"/>
              </a:ext>
            </a:extLst>
          </p:cNvPr>
          <p:cNvCxnSpPr>
            <a:cxnSpLocks/>
          </p:cNvCxnSpPr>
          <p:nvPr/>
        </p:nvCxnSpPr>
        <p:spPr>
          <a:xfrm>
            <a:off x="5450535" y="4409665"/>
            <a:ext cx="528680" cy="0"/>
          </a:xfrm>
          <a:prstGeom prst="straightConnector1">
            <a:avLst/>
          </a:prstGeom>
          <a:ln w="19050">
            <a:solidFill>
              <a:srgbClr val="00B0F0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0D656F4-7600-4A55-9D4A-532D0403E11E}"/>
              </a:ext>
            </a:extLst>
          </p:cNvPr>
          <p:cNvCxnSpPr>
            <a:cxnSpLocks/>
          </p:cNvCxnSpPr>
          <p:nvPr/>
        </p:nvCxnSpPr>
        <p:spPr>
          <a:xfrm flipH="1">
            <a:off x="6159010" y="4409665"/>
            <a:ext cx="555815" cy="0"/>
          </a:xfrm>
          <a:prstGeom prst="straightConnector1">
            <a:avLst/>
          </a:prstGeom>
          <a:ln w="19050">
            <a:solidFill>
              <a:srgbClr val="00B0F0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0A5E556D-2E0A-466D-9A9F-A4052C17CB63}"/>
              </a:ext>
            </a:extLst>
          </p:cNvPr>
          <p:cNvSpPr txBox="1"/>
          <p:nvPr/>
        </p:nvSpPr>
        <p:spPr>
          <a:xfrm>
            <a:off x="7010217" y="4321054"/>
            <a:ext cx="1712374" cy="191771"/>
          </a:xfrm>
          <a:custGeom>
            <a:avLst/>
            <a:gdLst/>
            <a:ahLst/>
            <a:cxnLst/>
            <a:rect l="l" t="t" r="r" b="b"/>
            <a:pathLst>
              <a:path w="1907118" h="213581">
                <a:moveTo>
                  <a:pt x="1729731" y="140697"/>
                </a:moveTo>
                <a:lnTo>
                  <a:pt x="1729731" y="152498"/>
                </a:lnTo>
                <a:lnTo>
                  <a:pt x="1780327" y="152498"/>
                </a:lnTo>
                <a:lnTo>
                  <a:pt x="1780327" y="140697"/>
                </a:lnTo>
                <a:close/>
                <a:moveTo>
                  <a:pt x="407239" y="113250"/>
                </a:moveTo>
                <a:cubicBezTo>
                  <a:pt x="427632" y="114598"/>
                  <a:pt x="451831" y="115272"/>
                  <a:pt x="479835" y="115272"/>
                </a:cubicBezTo>
                <a:cubicBezTo>
                  <a:pt x="507840" y="115272"/>
                  <a:pt x="530016" y="114598"/>
                  <a:pt x="546363" y="113250"/>
                </a:cubicBezTo>
                <a:lnTo>
                  <a:pt x="546363" y="132621"/>
                </a:lnTo>
                <a:cubicBezTo>
                  <a:pt x="531402" y="131425"/>
                  <a:pt x="511220" y="130828"/>
                  <a:pt x="485816" y="130828"/>
                </a:cubicBezTo>
                <a:lnTo>
                  <a:pt x="485816" y="186584"/>
                </a:lnTo>
                <a:cubicBezTo>
                  <a:pt x="527093" y="186584"/>
                  <a:pt x="557068" y="185911"/>
                  <a:pt x="575742" y="184563"/>
                </a:cubicBezTo>
                <a:lnTo>
                  <a:pt x="575742" y="203937"/>
                </a:lnTo>
                <a:cubicBezTo>
                  <a:pt x="556321" y="202741"/>
                  <a:pt x="526241" y="202144"/>
                  <a:pt x="485504" y="202144"/>
                </a:cubicBezTo>
                <a:cubicBezTo>
                  <a:pt x="444767" y="202144"/>
                  <a:pt x="409184" y="202741"/>
                  <a:pt x="378757" y="203937"/>
                </a:cubicBezTo>
                <a:lnTo>
                  <a:pt x="378757" y="184563"/>
                </a:lnTo>
                <a:cubicBezTo>
                  <a:pt x="402245" y="185911"/>
                  <a:pt x="431698" y="186584"/>
                  <a:pt x="467114" y="186584"/>
                </a:cubicBezTo>
                <a:lnTo>
                  <a:pt x="467114" y="130828"/>
                </a:lnTo>
                <a:cubicBezTo>
                  <a:pt x="440327" y="131128"/>
                  <a:pt x="420369" y="131725"/>
                  <a:pt x="407239" y="132621"/>
                </a:cubicBezTo>
                <a:close/>
                <a:moveTo>
                  <a:pt x="1729731" y="112890"/>
                </a:moveTo>
                <a:lnTo>
                  <a:pt x="1729731" y="126934"/>
                </a:lnTo>
                <a:lnTo>
                  <a:pt x="1780327" y="126934"/>
                </a:lnTo>
                <a:lnTo>
                  <a:pt x="1780327" y="112890"/>
                </a:lnTo>
                <a:close/>
                <a:moveTo>
                  <a:pt x="920023" y="94723"/>
                </a:moveTo>
                <a:lnTo>
                  <a:pt x="920023" y="140836"/>
                </a:lnTo>
                <a:lnTo>
                  <a:pt x="968826" y="140836"/>
                </a:lnTo>
                <a:lnTo>
                  <a:pt x="968826" y="94723"/>
                </a:lnTo>
                <a:close/>
                <a:moveTo>
                  <a:pt x="674982" y="82304"/>
                </a:moveTo>
                <a:cubicBezTo>
                  <a:pt x="682735" y="85180"/>
                  <a:pt x="688950" y="86689"/>
                  <a:pt x="693627" y="86829"/>
                </a:cubicBezTo>
                <a:cubicBezTo>
                  <a:pt x="697092" y="87077"/>
                  <a:pt x="698824" y="88168"/>
                  <a:pt x="698824" y="90103"/>
                </a:cubicBezTo>
                <a:cubicBezTo>
                  <a:pt x="698824" y="92038"/>
                  <a:pt x="697806" y="93682"/>
                  <a:pt x="695770" y="95037"/>
                </a:cubicBezTo>
                <a:cubicBezTo>
                  <a:pt x="693144" y="96788"/>
                  <a:pt x="690952" y="101837"/>
                  <a:pt x="689194" y="110186"/>
                </a:cubicBezTo>
                <a:cubicBezTo>
                  <a:pt x="684448" y="133922"/>
                  <a:pt x="677748" y="152927"/>
                  <a:pt x="669092" y="167202"/>
                </a:cubicBezTo>
                <a:cubicBezTo>
                  <a:pt x="660436" y="181476"/>
                  <a:pt x="647013" y="195664"/>
                  <a:pt x="628822" y="209766"/>
                </a:cubicBezTo>
                <a:cubicBezTo>
                  <a:pt x="624574" y="204606"/>
                  <a:pt x="619174" y="200660"/>
                  <a:pt x="612620" y="197929"/>
                </a:cubicBezTo>
                <a:cubicBezTo>
                  <a:pt x="634156" y="182779"/>
                  <a:pt x="649376" y="166706"/>
                  <a:pt x="658278" y="149710"/>
                </a:cubicBezTo>
                <a:cubicBezTo>
                  <a:pt x="667180" y="132714"/>
                  <a:pt x="672748" y="110245"/>
                  <a:pt x="674982" y="82304"/>
                </a:cubicBezTo>
                <a:close/>
                <a:moveTo>
                  <a:pt x="753334" y="79835"/>
                </a:moveTo>
                <a:cubicBezTo>
                  <a:pt x="757283" y="137895"/>
                  <a:pt x="778730" y="175969"/>
                  <a:pt x="817678" y="194057"/>
                </a:cubicBezTo>
                <a:cubicBezTo>
                  <a:pt x="810222" y="199641"/>
                  <a:pt x="804678" y="205027"/>
                  <a:pt x="801044" y="210216"/>
                </a:cubicBezTo>
                <a:cubicBezTo>
                  <a:pt x="781923" y="198253"/>
                  <a:pt x="767165" y="182483"/>
                  <a:pt x="756771" y="162908"/>
                </a:cubicBezTo>
                <a:cubicBezTo>
                  <a:pt x="746376" y="143333"/>
                  <a:pt x="739067" y="117101"/>
                  <a:pt x="734843" y="84211"/>
                </a:cubicBezTo>
                <a:close/>
                <a:moveTo>
                  <a:pt x="901324" y="77592"/>
                </a:moveTo>
                <a:cubicBezTo>
                  <a:pt x="911649" y="78792"/>
                  <a:pt x="926187" y="79393"/>
                  <a:pt x="944937" y="79393"/>
                </a:cubicBezTo>
                <a:cubicBezTo>
                  <a:pt x="963687" y="79393"/>
                  <a:pt x="977958" y="78792"/>
                  <a:pt x="987749" y="77592"/>
                </a:cubicBezTo>
                <a:cubicBezTo>
                  <a:pt x="987002" y="88501"/>
                  <a:pt x="986628" y="102322"/>
                  <a:pt x="986628" y="119056"/>
                </a:cubicBezTo>
                <a:cubicBezTo>
                  <a:pt x="986628" y="135791"/>
                  <a:pt x="987002" y="148386"/>
                  <a:pt x="987749" y="156841"/>
                </a:cubicBezTo>
                <a:cubicBezTo>
                  <a:pt x="973314" y="156244"/>
                  <a:pt x="957437" y="155945"/>
                  <a:pt x="940118" y="155945"/>
                </a:cubicBezTo>
                <a:cubicBezTo>
                  <a:pt x="922800" y="155945"/>
                  <a:pt x="909868" y="156319"/>
                  <a:pt x="901324" y="157067"/>
                </a:cubicBezTo>
                <a:cubicBezTo>
                  <a:pt x="902220" y="147320"/>
                  <a:pt x="902667" y="134048"/>
                  <a:pt x="902667" y="117249"/>
                </a:cubicBezTo>
                <a:cubicBezTo>
                  <a:pt x="902667" y="100451"/>
                  <a:pt x="902220" y="87232"/>
                  <a:pt x="901324" y="77592"/>
                </a:cubicBezTo>
                <a:close/>
                <a:moveTo>
                  <a:pt x="1831530" y="64001"/>
                </a:moveTo>
                <a:cubicBezTo>
                  <a:pt x="1829763" y="68896"/>
                  <a:pt x="1827601" y="74090"/>
                  <a:pt x="1825043" y="79585"/>
                </a:cubicBezTo>
                <a:lnTo>
                  <a:pt x="1821605" y="86331"/>
                </a:lnTo>
                <a:lnTo>
                  <a:pt x="1833919" y="84322"/>
                </a:lnTo>
                <a:cubicBezTo>
                  <a:pt x="1834546" y="112680"/>
                  <a:pt x="1839189" y="134955"/>
                  <a:pt x="1847850" y="151148"/>
                </a:cubicBezTo>
                <a:cubicBezTo>
                  <a:pt x="1857718" y="132843"/>
                  <a:pt x="1863765" y="103794"/>
                  <a:pt x="1865991" y="64001"/>
                </a:cubicBezTo>
                <a:close/>
                <a:moveTo>
                  <a:pt x="501458" y="59204"/>
                </a:moveTo>
                <a:cubicBezTo>
                  <a:pt x="527856" y="74997"/>
                  <a:pt x="549628" y="89685"/>
                  <a:pt x="566773" y="103271"/>
                </a:cubicBezTo>
                <a:lnTo>
                  <a:pt x="554675" y="116476"/>
                </a:lnTo>
                <a:cubicBezTo>
                  <a:pt x="548217" y="110723"/>
                  <a:pt x="538777" y="103521"/>
                  <a:pt x="526354" y="94869"/>
                </a:cubicBezTo>
                <a:cubicBezTo>
                  <a:pt x="513931" y="86218"/>
                  <a:pt x="502482" y="79048"/>
                  <a:pt x="492007" y="73360"/>
                </a:cubicBezTo>
                <a:close/>
                <a:moveTo>
                  <a:pt x="446379" y="57411"/>
                </a:moveTo>
                <a:cubicBezTo>
                  <a:pt x="450261" y="61993"/>
                  <a:pt x="454203" y="65550"/>
                  <a:pt x="458206" y="68084"/>
                </a:cubicBezTo>
                <a:cubicBezTo>
                  <a:pt x="460466" y="69589"/>
                  <a:pt x="461596" y="71122"/>
                  <a:pt x="461596" y="72685"/>
                </a:cubicBezTo>
                <a:cubicBezTo>
                  <a:pt x="461596" y="74247"/>
                  <a:pt x="459785" y="75612"/>
                  <a:pt x="456163" y="76781"/>
                </a:cubicBezTo>
                <a:cubicBezTo>
                  <a:pt x="452939" y="77815"/>
                  <a:pt x="450066" y="79593"/>
                  <a:pt x="447544" y="82114"/>
                </a:cubicBezTo>
                <a:cubicBezTo>
                  <a:pt x="431173" y="95806"/>
                  <a:pt x="413151" y="108681"/>
                  <a:pt x="393480" y="120737"/>
                </a:cubicBezTo>
                <a:cubicBezTo>
                  <a:pt x="390594" y="114970"/>
                  <a:pt x="386584" y="110299"/>
                  <a:pt x="381450" y="106725"/>
                </a:cubicBezTo>
                <a:cubicBezTo>
                  <a:pt x="393656" y="100817"/>
                  <a:pt x="405402" y="93622"/>
                  <a:pt x="416686" y="85140"/>
                </a:cubicBezTo>
                <a:cubicBezTo>
                  <a:pt x="427971" y="76658"/>
                  <a:pt x="437869" y="67415"/>
                  <a:pt x="446379" y="57411"/>
                </a:cubicBezTo>
                <a:close/>
                <a:moveTo>
                  <a:pt x="1742512" y="51443"/>
                </a:moveTo>
                <a:lnTo>
                  <a:pt x="1742512" y="73560"/>
                </a:lnTo>
                <a:lnTo>
                  <a:pt x="1768440" y="73560"/>
                </a:lnTo>
                <a:lnTo>
                  <a:pt x="1768440" y="51443"/>
                </a:lnTo>
                <a:close/>
                <a:moveTo>
                  <a:pt x="1396079" y="43056"/>
                </a:moveTo>
                <a:cubicBezTo>
                  <a:pt x="1401904" y="48080"/>
                  <a:pt x="1406899" y="51312"/>
                  <a:pt x="1411067" y="52750"/>
                </a:cubicBezTo>
                <a:cubicBezTo>
                  <a:pt x="1413645" y="53819"/>
                  <a:pt x="1414935" y="55192"/>
                  <a:pt x="1414935" y="56868"/>
                </a:cubicBezTo>
                <a:cubicBezTo>
                  <a:pt x="1414935" y="58545"/>
                  <a:pt x="1413342" y="60118"/>
                  <a:pt x="1410157" y="61587"/>
                </a:cubicBezTo>
                <a:cubicBezTo>
                  <a:pt x="1406973" y="63056"/>
                  <a:pt x="1402505" y="67674"/>
                  <a:pt x="1396754" y="75442"/>
                </a:cubicBezTo>
                <a:cubicBezTo>
                  <a:pt x="1386024" y="89894"/>
                  <a:pt x="1375713" y="102310"/>
                  <a:pt x="1365822" y="112690"/>
                </a:cubicBezTo>
                <a:lnTo>
                  <a:pt x="1414935" y="164925"/>
                </a:lnTo>
                <a:lnTo>
                  <a:pt x="1400922" y="176576"/>
                </a:lnTo>
                <a:cubicBezTo>
                  <a:pt x="1383623" y="156733"/>
                  <a:pt x="1368310" y="139315"/>
                  <a:pt x="1354985" y="124323"/>
                </a:cubicBezTo>
                <a:cubicBezTo>
                  <a:pt x="1338149" y="142852"/>
                  <a:pt x="1318067" y="160194"/>
                  <a:pt x="1294738" y="176351"/>
                </a:cubicBezTo>
                <a:cubicBezTo>
                  <a:pt x="1293366" y="170838"/>
                  <a:pt x="1289374" y="166146"/>
                  <a:pt x="1282761" y="162274"/>
                </a:cubicBezTo>
                <a:cubicBezTo>
                  <a:pt x="1303476" y="149649"/>
                  <a:pt x="1323957" y="133271"/>
                  <a:pt x="1344205" y="113140"/>
                </a:cubicBezTo>
                <a:cubicBezTo>
                  <a:pt x="1326736" y="95233"/>
                  <a:pt x="1309393" y="78035"/>
                  <a:pt x="1292177" y="61547"/>
                </a:cubicBezTo>
                <a:lnTo>
                  <a:pt x="1303742" y="51353"/>
                </a:lnTo>
                <a:cubicBezTo>
                  <a:pt x="1325824" y="71949"/>
                  <a:pt x="1342953" y="88694"/>
                  <a:pt x="1355131" y="101588"/>
                </a:cubicBezTo>
                <a:cubicBezTo>
                  <a:pt x="1372545" y="81509"/>
                  <a:pt x="1386194" y="61999"/>
                  <a:pt x="1396079" y="43056"/>
                </a:cubicBezTo>
                <a:close/>
                <a:moveTo>
                  <a:pt x="291179" y="43056"/>
                </a:moveTo>
                <a:cubicBezTo>
                  <a:pt x="297004" y="48080"/>
                  <a:pt x="301999" y="51312"/>
                  <a:pt x="306167" y="52750"/>
                </a:cubicBezTo>
                <a:cubicBezTo>
                  <a:pt x="308746" y="53819"/>
                  <a:pt x="310035" y="55192"/>
                  <a:pt x="310035" y="56868"/>
                </a:cubicBezTo>
                <a:cubicBezTo>
                  <a:pt x="310035" y="58545"/>
                  <a:pt x="308443" y="60118"/>
                  <a:pt x="305258" y="61587"/>
                </a:cubicBezTo>
                <a:cubicBezTo>
                  <a:pt x="302073" y="63056"/>
                  <a:pt x="297605" y="67674"/>
                  <a:pt x="291854" y="75442"/>
                </a:cubicBezTo>
                <a:cubicBezTo>
                  <a:pt x="281124" y="89894"/>
                  <a:pt x="270813" y="102310"/>
                  <a:pt x="260922" y="112690"/>
                </a:cubicBezTo>
                <a:lnTo>
                  <a:pt x="310035" y="164925"/>
                </a:lnTo>
                <a:lnTo>
                  <a:pt x="296023" y="176576"/>
                </a:lnTo>
                <a:cubicBezTo>
                  <a:pt x="278723" y="156733"/>
                  <a:pt x="263410" y="139315"/>
                  <a:pt x="250085" y="124323"/>
                </a:cubicBezTo>
                <a:cubicBezTo>
                  <a:pt x="233249" y="142852"/>
                  <a:pt x="213167" y="160194"/>
                  <a:pt x="189838" y="176351"/>
                </a:cubicBezTo>
                <a:cubicBezTo>
                  <a:pt x="188466" y="170838"/>
                  <a:pt x="184474" y="166146"/>
                  <a:pt x="177861" y="162274"/>
                </a:cubicBezTo>
                <a:cubicBezTo>
                  <a:pt x="198576" y="149649"/>
                  <a:pt x="219057" y="133271"/>
                  <a:pt x="239305" y="113140"/>
                </a:cubicBezTo>
                <a:cubicBezTo>
                  <a:pt x="221836" y="95233"/>
                  <a:pt x="204493" y="78035"/>
                  <a:pt x="187277" y="61547"/>
                </a:cubicBezTo>
                <a:lnTo>
                  <a:pt x="198843" y="51353"/>
                </a:lnTo>
                <a:cubicBezTo>
                  <a:pt x="220924" y="71949"/>
                  <a:pt x="238053" y="88694"/>
                  <a:pt x="250231" y="101588"/>
                </a:cubicBezTo>
                <a:cubicBezTo>
                  <a:pt x="267645" y="81509"/>
                  <a:pt x="281294" y="61999"/>
                  <a:pt x="291179" y="43056"/>
                </a:cubicBezTo>
                <a:close/>
                <a:moveTo>
                  <a:pt x="20720" y="33501"/>
                </a:moveTo>
                <a:lnTo>
                  <a:pt x="20720" y="84100"/>
                </a:lnTo>
                <a:lnTo>
                  <a:pt x="43859" y="84100"/>
                </a:lnTo>
                <a:cubicBezTo>
                  <a:pt x="60580" y="84407"/>
                  <a:pt x="71429" y="81968"/>
                  <a:pt x="76406" y="76783"/>
                </a:cubicBezTo>
                <a:cubicBezTo>
                  <a:pt x="81383" y="71598"/>
                  <a:pt x="83871" y="65454"/>
                  <a:pt x="83871" y="58351"/>
                </a:cubicBezTo>
                <a:cubicBezTo>
                  <a:pt x="83871" y="41784"/>
                  <a:pt x="71552" y="33501"/>
                  <a:pt x="46913" y="33501"/>
                </a:cubicBezTo>
                <a:close/>
                <a:moveTo>
                  <a:pt x="1257644" y="21753"/>
                </a:moveTo>
                <a:cubicBezTo>
                  <a:pt x="1267266" y="23401"/>
                  <a:pt x="1296022" y="24225"/>
                  <a:pt x="1343912" y="24225"/>
                </a:cubicBezTo>
                <a:cubicBezTo>
                  <a:pt x="1391801" y="24225"/>
                  <a:pt x="1419736" y="23401"/>
                  <a:pt x="1427715" y="21753"/>
                </a:cubicBezTo>
                <a:lnTo>
                  <a:pt x="1427715" y="42695"/>
                </a:lnTo>
                <a:cubicBezTo>
                  <a:pt x="1415195" y="41050"/>
                  <a:pt x="1387896" y="40227"/>
                  <a:pt x="1345819" y="40227"/>
                </a:cubicBezTo>
                <a:lnTo>
                  <a:pt x="1276793" y="40227"/>
                </a:lnTo>
                <a:lnTo>
                  <a:pt x="1276793" y="185463"/>
                </a:lnTo>
                <a:lnTo>
                  <a:pt x="1355463" y="185463"/>
                </a:lnTo>
                <a:cubicBezTo>
                  <a:pt x="1396185" y="185463"/>
                  <a:pt x="1422886" y="184565"/>
                  <a:pt x="1435566" y="182770"/>
                </a:cubicBezTo>
                <a:lnTo>
                  <a:pt x="1435566" y="203712"/>
                </a:lnTo>
                <a:cubicBezTo>
                  <a:pt x="1425629" y="202066"/>
                  <a:pt x="1395933" y="201243"/>
                  <a:pt x="1346476" y="201243"/>
                </a:cubicBezTo>
                <a:cubicBezTo>
                  <a:pt x="1297020" y="201243"/>
                  <a:pt x="1267409" y="202066"/>
                  <a:pt x="1257644" y="203712"/>
                </a:cubicBezTo>
                <a:cubicBezTo>
                  <a:pt x="1258392" y="190300"/>
                  <a:pt x="1258765" y="177504"/>
                  <a:pt x="1258765" y="165321"/>
                </a:cubicBezTo>
                <a:lnTo>
                  <a:pt x="1258765" y="60369"/>
                </a:lnTo>
                <a:cubicBezTo>
                  <a:pt x="1258765" y="45986"/>
                  <a:pt x="1258392" y="33114"/>
                  <a:pt x="1257644" y="21753"/>
                </a:cubicBezTo>
                <a:close/>
                <a:moveTo>
                  <a:pt x="152744" y="21753"/>
                </a:moveTo>
                <a:cubicBezTo>
                  <a:pt x="162367" y="23401"/>
                  <a:pt x="191123" y="24225"/>
                  <a:pt x="239012" y="24225"/>
                </a:cubicBezTo>
                <a:cubicBezTo>
                  <a:pt x="286901" y="24225"/>
                  <a:pt x="314836" y="23401"/>
                  <a:pt x="322815" y="21753"/>
                </a:cubicBezTo>
                <a:lnTo>
                  <a:pt x="322815" y="42695"/>
                </a:lnTo>
                <a:cubicBezTo>
                  <a:pt x="310295" y="41050"/>
                  <a:pt x="282996" y="40227"/>
                  <a:pt x="240919" y="40227"/>
                </a:cubicBezTo>
                <a:lnTo>
                  <a:pt x="171893" y="40227"/>
                </a:lnTo>
                <a:lnTo>
                  <a:pt x="171893" y="185463"/>
                </a:lnTo>
                <a:lnTo>
                  <a:pt x="250563" y="185463"/>
                </a:lnTo>
                <a:cubicBezTo>
                  <a:pt x="291285" y="185463"/>
                  <a:pt x="317986" y="184565"/>
                  <a:pt x="330666" y="182770"/>
                </a:cubicBezTo>
                <a:lnTo>
                  <a:pt x="330666" y="203712"/>
                </a:lnTo>
                <a:cubicBezTo>
                  <a:pt x="320729" y="202066"/>
                  <a:pt x="291033" y="201243"/>
                  <a:pt x="241576" y="201243"/>
                </a:cubicBezTo>
                <a:cubicBezTo>
                  <a:pt x="192120" y="201243"/>
                  <a:pt x="162509" y="202066"/>
                  <a:pt x="152744" y="203712"/>
                </a:cubicBezTo>
                <a:cubicBezTo>
                  <a:pt x="153492" y="190300"/>
                  <a:pt x="153865" y="177504"/>
                  <a:pt x="153865" y="165321"/>
                </a:cubicBezTo>
                <a:lnTo>
                  <a:pt x="153865" y="60369"/>
                </a:lnTo>
                <a:cubicBezTo>
                  <a:pt x="153865" y="45986"/>
                  <a:pt x="153492" y="33114"/>
                  <a:pt x="152744" y="21753"/>
                </a:cubicBezTo>
                <a:close/>
                <a:moveTo>
                  <a:pt x="1076550" y="13459"/>
                </a:moveTo>
                <a:lnTo>
                  <a:pt x="1083497" y="13459"/>
                </a:lnTo>
                <a:lnTo>
                  <a:pt x="1187110" y="136571"/>
                </a:lnTo>
                <a:lnTo>
                  <a:pt x="1187110" y="13459"/>
                </a:lnTo>
                <a:lnTo>
                  <a:pt x="1207602" y="13459"/>
                </a:lnTo>
                <a:lnTo>
                  <a:pt x="1207602" y="178819"/>
                </a:lnTo>
                <a:lnTo>
                  <a:pt x="1200633" y="178819"/>
                </a:lnTo>
                <a:lnTo>
                  <a:pt x="1097717" y="57047"/>
                </a:lnTo>
                <a:lnTo>
                  <a:pt x="1097717" y="178819"/>
                </a:lnTo>
                <a:lnTo>
                  <a:pt x="1076550" y="178819"/>
                </a:lnTo>
                <a:close/>
                <a:moveTo>
                  <a:pt x="0" y="13459"/>
                </a:moveTo>
                <a:lnTo>
                  <a:pt x="34354" y="13459"/>
                </a:lnTo>
                <a:cubicBezTo>
                  <a:pt x="53449" y="13459"/>
                  <a:pt x="66075" y="14249"/>
                  <a:pt x="72230" y="15827"/>
                </a:cubicBezTo>
                <a:cubicBezTo>
                  <a:pt x="78386" y="17406"/>
                  <a:pt x="84012" y="20156"/>
                  <a:pt x="89109" y="24077"/>
                </a:cubicBezTo>
                <a:cubicBezTo>
                  <a:pt x="94206" y="27997"/>
                  <a:pt x="98173" y="32912"/>
                  <a:pt x="101009" y="38821"/>
                </a:cubicBezTo>
                <a:cubicBezTo>
                  <a:pt x="103845" y="44730"/>
                  <a:pt x="105263" y="51240"/>
                  <a:pt x="105263" y="58351"/>
                </a:cubicBezTo>
                <a:cubicBezTo>
                  <a:pt x="105263" y="69966"/>
                  <a:pt x="102095" y="79498"/>
                  <a:pt x="95758" y="86945"/>
                </a:cubicBezTo>
                <a:cubicBezTo>
                  <a:pt x="89422" y="94393"/>
                  <a:pt x="81572" y="99083"/>
                  <a:pt x="72209" y="101017"/>
                </a:cubicBezTo>
                <a:cubicBezTo>
                  <a:pt x="62846" y="102950"/>
                  <a:pt x="48733" y="103917"/>
                  <a:pt x="29871" y="103917"/>
                </a:cubicBezTo>
                <a:lnTo>
                  <a:pt x="20720" y="103917"/>
                </a:lnTo>
                <a:lnTo>
                  <a:pt x="20720" y="178819"/>
                </a:lnTo>
                <a:lnTo>
                  <a:pt x="0" y="178819"/>
                </a:lnTo>
                <a:close/>
                <a:moveTo>
                  <a:pt x="1505303" y="5605"/>
                </a:moveTo>
                <a:cubicBezTo>
                  <a:pt x="1511245" y="6655"/>
                  <a:pt x="1517912" y="7180"/>
                  <a:pt x="1525306" y="7180"/>
                </a:cubicBezTo>
                <a:cubicBezTo>
                  <a:pt x="1530418" y="7180"/>
                  <a:pt x="1532975" y="8225"/>
                  <a:pt x="1532975" y="10314"/>
                </a:cubicBezTo>
                <a:cubicBezTo>
                  <a:pt x="1532975" y="12404"/>
                  <a:pt x="1531854" y="14346"/>
                  <a:pt x="1529612" y="16140"/>
                </a:cubicBezTo>
                <a:cubicBezTo>
                  <a:pt x="1527370" y="17934"/>
                  <a:pt x="1526249" y="20417"/>
                  <a:pt x="1526249" y="23589"/>
                </a:cubicBezTo>
                <a:lnTo>
                  <a:pt x="1526249" y="52703"/>
                </a:lnTo>
                <a:cubicBezTo>
                  <a:pt x="1537484" y="52703"/>
                  <a:pt x="1547799" y="52030"/>
                  <a:pt x="1557196" y="50682"/>
                </a:cubicBezTo>
                <a:lnTo>
                  <a:pt x="1557196" y="70502"/>
                </a:lnTo>
                <a:cubicBezTo>
                  <a:pt x="1547663" y="69307"/>
                  <a:pt x="1537348" y="68709"/>
                  <a:pt x="1526249" y="68709"/>
                </a:cubicBezTo>
                <a:lnTo>
                  <a:pt x="1526249" y="106971"/>
                </a:lnTo>
                <a:cubicBezTo>
                  <a:pt x="1534081" y="102773"/>
                  <a:pt x="1543200" y="98213"/>
                  <a:pt x="1553606" y="93291"/>
                </a:cubicBezTo>
                <a:cubicBezTo>
                  <a:pt x="1553008" y="99253"/>
                  <a:pt x="1553980" y="105234"/>
                  <a:pt x="1556520" y="111232"/>
                </a:cubicBezTo>
                <a:cubicBezTo>
                  <a:pt x="1545583" y="115476"/>
                  <a:pt x="1535493" y="119649"/>
                  <a:pt x="1526249" y="123752"/>
                </a:cubicBezTo>
                <a:lnTo>
                  <a:pt x="1526249" y="185952"/>
                </a:lnTo>
                <a:cubicBezTo>
                  <a:pt x="1526249" y="191877"/>
                  <a:pt x="1525307" y="196551"/>
                  <a:pt x="1523424" y="199974"/>
                </a:cubicBezTo>
                <a:cubicBezTo>
                  <a:pt x="1521540" y="203397"/>
                  <a:pt x="1517760" y="206068"/>
                  <a:pt x="1512083" y="207987"/>
                </a:cubicBezTo>
                <a:cubicBezTo>
                  <a:pt x="1506406" y="209906"/>
                  <a:pt x="1497194" y="211247"/>
                  <a:pt x="1484447" y="212009"/>
                </a:cubicBezTo>
                <a:cubicBezTo>
                  <a:pt x="1484447" y="204218"/>
                  <a:pt x="1482878" y="196863"/>
                  <a:pt x="1479739" y="189946"/>
                </a:cubicBezTo>
                <a:cubicBezTo>
                  <a:pt x="1486728" y="190696"/>
                  <a:pt x="1491976" y="191071"/>
                  <a:pt x="1495481" y="191071"/>
                </a:cubicBezTo>
                <a:cubicBezTo>
                  <a:pt x="1501053" y="191071"/>
                  <a:pt x="1504569" y="190312"/>
                  <a:pt x="1506030" y="188794"/>
                </a:cubicBezTo>
                <a:cubicBezTo>
                  <a:pt x="1507491" y="187276"/>
                  <a:pt x="1508222" y="184160"/>
                  <a:pt x="1508222" y="179448"/>
                </a:cubicBezTo>
                <a:lnTo>
                  <a:pt x="1508222" y="130381"/>
                </a:lnTo>
                <a:cubicBezTo>
                  <a:pt x="1495822" y="136696"/>
                  <a:pt x="1484857" y="141779"/>
                  <a:pt x="1475325" y="145629"/>
                </a:cubicBezTo>
                <a:cubicBezTo>
                  <a:pt x="1473984" y="138719"/>
                  <a:pt x="1471344" y="132009"/>
                  <a:pt x="1467406" y="125498"/>
                </a:cubicBezTo>
                <a:cubicBezTo>
                  <a:pt x="1483172" y="121726"/>
                  <a:pt x="1496777" y="117660"/>
                  <a:pt x="1508222" y="113300"/>
                </a:cubicBezTo>
                <a:lnTo>
                  <a:pt x="1508222" y="68484"/>
                </a:lnTo>
                <a:cubicBezTo>
                  <a:pt x="1496032" y="68484"/>
                  <a:pt x="1484221" y="69157"/>
                  <a:pt x="1472789" y="70502"/>
                </a:cubicBezTo>
                <a:lnTo>
                  <a:pt x="1472789" y="50682"/>
                </a:lnTo>
                <a:cubicBezTo>
                  <a:pt x="1482866" y="52030"/>
                  <a:pt x="1494677" y="52703"/>
                  <a:pt x="1508222" y="52703"/>
                </a:cubicBezTo>
                <a:cubicBezTo>
                  <a:pt x="1507924" y="30693"/>
                  <a:pt x="1506951" y="14994"/>
                  <a:pt x="1505303" y="5605"/>
                </a:cubicBezTo>
                <a:close/>
                <a:moveTo>
                  <a:pt x="700671" y="5605"/>
                </a:moveTo>
                <a:cubicBezTo>
                  <a:pt x="712182" y="14427"/>
                  <a:pt x="722554" y="24830"/>
                  <a:pt x="731789" y="36812"/>
                </a:cubicBezTo>
                <a:lnTo>
                  <a:pt x="720149" y="45462"/>
                </a:lnTo>
                <a:lnTo>
                  <a:pt x="769733" y="45134"/>
                </a:lnTo>
                <a:cubicBezTo>
                  <a:pt x="785496" y="44871"/>
                  <a:pt x="797217" y="44477"/>
                  <a:pt x="804898" y="43952"/>
                </a:cubicBezTo>
                <a:lnTo>
                  <a:pt x="804898" y="95395"/>
                </a:lnTo>
                <a:lnTo>
                  <a:pt x="786421" y="95395"/>
                </a:lnTo>
                <a:lnTo>
                  <a:pt x="786421" y="60862"/>
                </a:lnTo>
                <a:lnTo>
                  <a:pt x="640292" y="60862"/>
                </a:lnTo>
                <a:lnTo>
                  <a:pt x="640292" y="98534"/>
                </a:lnTo>
                <a:lnTo>
                  <a:pt x="622489" y="98534"/>
                </a:lnTo>
                <a:lnTo>
                  <a:pt x="622489" y="43952"/>
                </a:lnTo>
                <a:cubicBezTo>
                  <a:pt x="633358" y="45002"/>
                  <a:pt x="662636" y="45527"/>
                  <a:pt x="710324" y="45527"/>
                </a:cubicBezTo>
                <a:lnTo>
                  <a:pt x="715663" y="45492"/>
                </a:lnTo>
                <a:lnTo>
                  <a:pt x="688419" y="17617"/>
                </a:lnTo>
                <a:close/>
                <a:moveTo>
                  <a:pt x="1606698" y="4708"/>
                </a:moveTo>
                <a:cubicBezTo>
                  <a:pt x="1616800" y="15671"/>
                  <a:pt x="1625340" y="27703"/>
                  <a:pt x="1632319" y="40802"/>
                </a:cubicBezTo>
                <a:lnTo>
                  <a:pt x="1620625" y="47540"/>
                </a:lnTo>
                <a:lnTo>
                  <a:pt x="1620986" y="47546"/>
                </a:lnTo>
                <a:cubicBezTo>
                  <a:pt x="1648611" y="47546"/>
                  <a:pt x="1666741" y="46797"/>
                  <a:pt x="1675378" y="45299"/>
                </a:cubicBezTo>
                <a:lnTo>
                  <a:pt x="1675378" y="64898"/>
                </a:lnTo>
                <a:cubicBezTo>
                  <a:pt x="1667341" y="64000"/>
                  <a:pt x="1656638" y="63551"/>
                  <a:pt x="1643267" y="63551"/>
                </a:cubicBezTo>
                <a:lnTo>
                  <a:pt x="1580070" y="63551"/>
                </a:lnTo>
                <a:lnTo>
                  <a:pt x="1580070" y="119798"/>
                </a:lnTo>
                <a:cubicBezTo>
                  <a:pt x="1580070" y="142827"/>
                  <a:pt x="1577321" y="161059"/>
                  <a:pt x="1571824" y="174495"/>
                </a:cubicBezTo>
                <a:cubicBezTo>
                  <a:pt x="1566327" y="187932"/>
                  <a:pt x="1556766" y="200660"/>
                  <a:pt x="1543140" y="212681"/>
                </a:cubicBezTo>
                <a:cubicBezTo>
                  <a:pt x="1538787" y="207635"/>
                  <a:pt x="1533352" y="203497"/>
                  <a:pt x="1526835" y="200268"/>
                </a:cubicBezTo>
                <a:cubicBezTo>
                  <a:pt x="1539520" y="190315"/>
                  <a:pt x="1548671" y="179465"/>
                  <a:pt x="1554288" y="167720"/>
                </a:cubicBezTo>
                <a:cubicBezTo>
                  <a:pt x="1559905" y="155974"/>
                  <a:pt x="1562714" y="138315"/>
                  <a:pt x="1562714" y="114743"/>
                </a:cubicBezTo>
                <a:cubicBezTo>
                  <a:pt x="1562714" y="91171"/>
                  <a:pt x="1561966" y="68023"/>
                  <a:pt x="1560471" y="45299"/>
                </a:cubicBezTo>
                <a:cubicBezTo>
                  <a:pt x="1566830" y="46048"/>
                  <a:pt x="1575053" y="46609"/>
                  <a:pt x="1585138" y="46984"/>
                </a:cubicBezTo>
                <a:lnTo>
                  <a:pt x="1614352" y="47442"/>
                </a:lnTo>
                <a:lnTo>
                  <a:pt x="1591418" y="14299"/>
                </a:lnTo>
                <a:close/>
                <a:moveTo>
                  <a:pt x="1827922" y="4262"/>
                </a:moveTo>
                <a:cubicBezTo>
                  <a:pt x="1834890" y="6698"/>
                  <a:pt x="1841069" y="8130"/>
                  <a:pt x="1846460" y="8559"/>
                </a:cubicBezTo>
                <a:cubicBezTo>
                  <a:pt x="1850120" y="8804"/>
                  <a:pt x="1851950" y="9993"/>
                  <a:pt x="1851950" y="12127"/>
                </a:cubicBezTo>
                <a:cubicBezTo>
                  <a:pt x="1851950" y="14260"/>
                  <a:pt x="1850813" y="16151"/>
                  <a:pt x="1848537" y="17799"/>
                </a:cubicBezTo>
                <a:cubicBezTo>
                  <a:pt x="1846262" y="19447"/>
                  <a:pt x="1844134" y="23901"/>
                  <a:pt x="1842154" y="31161"/>
                </a:cubicBezTo>
                <a:cubicBezTo>
                  <a:pt x="1840174" y="38422"/>
                  <a:pt x="1838132" y="44257"/>
                  <a:pt x="1836027" y="48667"/>
                </a:cubicBezTo>
                <a:lnTo>
                  <a:pt x="1871192" y="48667"/>
                </a:lnTo>
                <a:cubicBezTo>
                  <a:pt x="1887430" y="48667"/>
                  <a:pt x="1897910" y="48292"/>
                  <a:pt x="1902632" y="47542"/>
                </a:cubicBezTo>
                <a:lnTo>
                  <a:pt x="1902632" y="64898"/>
                </a:lnTo>
                <a:cubicBezTo>
                  <a:pt x="1896564" y="64300"/>
                  <a:pt x="1890144" y="64001"/>
                  <a:pt x="1883372" y="64001"/>
                </a:cubicBezTo>
                <a:cubicBezTo>
                  <a:pt x="1879562" y="111757"/>
                  <a:pt x="1871106" y="145367"/>
                  <a:pt x="1858005" y="164832"/>
                </a:cubicBezTo>
                <a:cubicBezTo>
                  <a:pt x="1869087" y="178079"/>
                  <a:pt x="1885458" y="188800"/>
                  <a:pt x="1907118" y="196996"/>
                </a:cubicBezTo>
                <a:cubicBezTo>
                  <a:pt x="1901967" y="201199"/>
                  <a:pt x="1897667" y="206577"/>
                  <a:pt x="1894216" y="213131"/>
                </a:cubicBezTo>
                <a:cubicBezTo>
                  <a:pt x="1873716" y="203722"/>
                  <a:pt x="1858280" y="192061"/>
                  <a:pt x="1847907" y="178148"/>
                </a:cubicBezTo>
                <a:cubicBezTo>
                  <a:pt x="1839961" y="189423"/>
                  <a:pt x="1825028" y="201234"/>
                  <a:pt x="1803109" y="213581"/>
                </a:cubicBezTo>
                <a:cubicBezTo>
                  <a:pt x="1802026" y="210884"/>
                  <a:pt x="1800427" y="208510"/>
                  <a:pt x="1798312" y="206458"/>
                </a:cubicBezTo>
                <a:lnTo>
                  <a:pt x="1790610" y="201395"/>
                </a:lnTo>
                <a:lnTo>
                  <a:pt x="1783451" y="205787"/>
                </a:lnTo>
                <a:cubicBezTo>
                  <a:pt x="1777682" y="207525"/>
                  <a:pt x="1768193" y="208852"/>
                  <a:pt x="1754985" y="209766"/>
                </a:cubicBezTo>
                <a:cubicBezTo>
                  <a:pt x="1755285" y="202732"/>
                  <a:pt x="1753415" y="196162"/>
                  <a:pt x="1749377" y="190056"/>
                </a:cubicBezTo>
                <a:cubicBezTo>
                  <a:pt x="1760683" y="189859"/>
                  <a:pt x="1768242" y="189518"/>
                  <a:pt x="1772053" y="189033"/>
                </a:cubicBezTo>
                <a:cubicBezTo>
                  <a:pt x="1775864" y="188548"/>
                  <a:pt x="1778196" y="187800"/>
                  <a:pt x="1779048" y="186788"/>
                </a:cubicBezTo>
                <a:cubicBezTo>
                  <a:pt x="1779901" y="185776"/>
                  <a:pt x="1780327" y="183778"/>
                  <a:pt x="1780327" y="180794"/>
                </a:cubicBezTo>
                <a:lnTo>
                  <a:pt x="1780327" y="166932"/>
                </a:lnTo>
                <a:lnTo>
                  <a:pt x="1729731" y="166932"/>
                </a:lnTo>
                <a:lnTo>
                  <a:pt x="1729731" y="209094"/>
                </a:lnTo>
                <a:lnTo>
                  <a:pt x="1710132" y="209094"/>
                </a:lnTo>
                <a:cubicBezTo>
                  <a:pt x="1711030" y="197750"/>
                  <a:pt x="1711479" y="188691"/>
                  <a:pt x="1711479" y="181916"/>
                </a:cubicBezTo>
                <a:lnTo>
                  <a:pt x="1711479" y="123834"/>
                </a:lnTo>
                <a:cubicBezTo>
                  <a:pt x="1711479" y="112763"/>
                  <a:pt x="1711255" y="103928"/>
                  <a:pt x="1710808" y="97327"/>
                </a:cubicBezTo>
                <a:cubicBezTo>
                  <a:pt x="1717675" y="98377"/>
                  <a:pt x="1732560" y="98902"/>
                  <a:pt x="1755461" y="98902"/>
                </a:cubicBezTo>
                <a:cubicBezTo>
                  <a:pt x="1778363" y="98902"/>
                  <a:pt x="1792735" y="98377"/>
                  <a:pt x="1798576" y="97327"/>
                </a:cubicBezTo>
                <a:cubicBezTo>
                  <a:pt x="1798128" y="105723"/>
                  <a:pt x="1797904" y="114260"/>
                  <a:pt x="1797904" y="122937"/>
                </a:cubicBezTo>
                <a:lnTo>
                  <a:pt x="1797904" y="186849"/>
                </a:lnTo>
                <a:lnTo>
                  <a:pt x="1795102" y="198298"/>
                </a:lnTo>
                <a:lnTo>
                  <a:pt x="1818778" y="183287"/>
                </a:lnTo>
                <a:cubicBezTo>
                  <a:pt x="1826702" y="177212"/>
                  <a:pt x="1833096" y="171055"/>
                  <a:pt x="1837959" y="164817"/>
                </a:cubicBezTo>
                <a:cubicBezTo>
                  <a:pt x="1829237" y="150876"/>
                  <a:pt x="1823020" y="132833"/>
                  <a:pt x="1819308" y="110688"/>
                </a:cubicBezTo>
                <a:lnTo>
                  <a:pt x="1817350" y="94681"/>
                </a:lnTo>
                <a:lnTo>
                  <a:pt x="1816185" y="96966"/>
                </a:lnTo>
                <a:cubicBezTo>
                  <a:pt x="1810777" y="94111"/>
                  <a:pt x="1805103" y="92579"/>
                  <a:pt x="1799162" y="92369"/>
                </a:cubicBezTo>
                <a:cubicBezTo>
                  <a:pt x="1799602" y="89726"/>
                  <a:pt x="1800350" y="88548"/>
                  <a:pt x="1801405" y="88837"/>
                </a:cubicBezTo>
                <a:cubicBezTo>
                  <a:pt x="1794635" y="88127"/>
                  <a:pt x="1778015" y="87772"/>
                  <a:pt x="1751547" y="87772"/>
                </a:cubicBezTo>
                <a:cubicBezTo>
                  <a:pt x="1725078" y="87772"/>
                  <a:pt x="1706564" y="88445"/>
                  <a:pt x="1696006" y="89790"/>
                </a:cubicBezTo>
                <a:lnTo>
                  <a:pt x="1696006" y="71538"/>
                </a:lnTo>
                <a:cubicBezTo>
                  <a:pt x="1707274" y="72760"/>
                  <a:pt x="1716992" y="73357"/>
                  <a:pt x="1725159" y="73331"/>
                </a:cubicBezTo>
                <a:lnTo>
                  <a:pt x="1725159" y="51664"/>
                </a:lnTo>
                <a:cubicBezTo>
                  <a:pt x="1717499" y="51957"/>
                  <a:pt x="1709500" y="52556"/>
                  <a:pt x="1701164" y="53461"/>
                </a:cubicBezTo>
                <a:lnTo>
                  <a:pt x="1701164" y="35208"/>
                </a:lnTo>
                <a:cubicBezTo>
                  <a:pt x="1709493" y="36285"/>
                  <a:pt x="1717492" y="36882"/>
                  <a:pt x="1725159" y="37001"/>
                </a:cubicBezTo>
                <a:cubicBezTo>
                  <a:pt x="1725014" y="24893"/>
                  <a:pt x="1724342" y="15400"/>
                  <a:pt x="1723141" y="8523"/>
                </a:cubicBezTo>
                <a:cubicBezTo>
                  <a:pt x="1728785" y="9123"/>
                  <a:pt x="1735601" y="9423"/>
                  <a:pt x="1743590" y="9423"/>
                </a:cubicBezTo>
                <a:cubicBezTo>
                  <a:pt x="1746610" y="9423"/>
                  <a:pt x="1748119" y="10290"/>
                  <a:pt x="1748119" y="12023"/>
                </a:cubicBezTo>
                <a:cubicBezTo>
                  <a:pt x="1748119" y="13757"/>
                  <a:pt x="1747088" y="15426"/>
                  <a:pt x="1745026" y="17031"/>
                </a:cubicBezTo>
                <a:cubicBezTo>
                  <a:pt x="1743350" y="18393"/>
                  <a:pt x="1742512" y="20131"/>
                  <a:pt x="1742512" y="22246"/>
                </a:cubicBezTo>
                <a:lnTo>
                  <a:pt x="1742512" y="37455"/>
                </a:lnTo>
                <a:lnTo>
                  <a:pt x="1768440" y="37455"/>
                </a:lnTo>
                <a:cubicBezTo>
                  <a:pt x="1768440" y="23713"/>
                  <a:pt x="1767767" y="13919"/>
                  <a:pt x="1766422" y="8073"/>
                </a:cubicBezTo>
                <a:cubicBezTo>
                  <a:pt x="1772065" y="8673"/>
                  <a:pt x="1778808" y="8973"/>
                  <a:pt x="1786649" y="8973"/>
                </a:cubicBezTo>
                <a:cubicBezTo>
                  <a:pt x="1789669" y="8973"/>
                  <a:pt x="1791178" y="9828"/>
                  <a:pt x="1791178" y="11539"/>
                </a:cubicBezTo>
                <a:cubicBezTo>
                  <a:pt x="1791178" y="13250"/>
                  <a:pt x="1790244" y="14928"/>
                  <a:pt x="1788375" y="16574"/>
                </a:cubicBezTo>
                <a:cubicBezTo>
                  <a:pt x="1786505" y="18219"/>
                  <a:pt x="1785571" y="19960"/>
                  <a:pt x="1785571" y="21796"/>
                </a:cubicBezTo>
                <a:lnTo>
                  <a:pt x="1785571" y="37226"/>
                </a:lnTo>
                <a:cubicBezTo>
                  <a:pt x="1790664" y="37255"/>
                  <a:pt x="1798738" y="36582"/>
                  <a:pt x="1809791" y="35208"/>
                </a:cubicBezTo>
                <a:lnTo>
                  <a:pt x="1809791" y="53461"/>
                </a:lnTo>
                <a:cubicBezTo>
                  <a:pt x="1800964" y="52406"/>
                  <a:pt x="1792891" y="51733"/>
                  <a:pt x="1785571" y="51443"/>
                </a:cubicBezTo>
                <a:lnTo>
                  <a:pt x="1785571" y="73331"/>
                </a:lnTo>
                <a:cubicBezTo>
                  <a:pt x="1790578" y="73357"/>
                  <a:pt x="1798801" y="72760"/>
                  <a:pt x="1810238" y="71538"/>
                </a:cubicBezTo>
                <a:lnTo>
                  <a:pt x="1810238" y="78042"/>
                </a:lnTo>
                <a:cubicBezTo>
                  <a:pt x="1819175" y="58261"/>
                  <a:pt x="1825070" y="33668"/>
                  <a:pt x="1827922" y="4262"/>
                </a:cubicBezTo>
                <a:close/>
                <a:moveTo>
                  <a:pt x="467153" y="897"/>
                </a:moveTo>
                <a:cubicBezTo>
                  <a:pt x="475064" y="12096"/>
                  <a:pt x="481456" y="22713"/>
                  <a:pt x="486331" y="32747"/>
                </a:cubicBezTo>
                <a:cubicBezTo>
                  <a:pt x="524878" y="32747"/>
                  <a:pt x="551693" y="31997"/>
                  <a:pt x="566773" y="30497"/>
                </a:cubicBezTo>
                <a:cubicBezTo>
                  <a:pt x="565575" y="38074"/>
                  <a:pt x="564976" y="46207"/>
                  <a:pt x="564976" y="54897"/>
                </a:cubicBezTo>
                <a:cubicBezTo>
                  <a:pt x="564976" y="63586"/>
                  <a:pt x="565425" y="71553"/>
                  <a:pt x="566323" y="78800"/>
                </a:cubicBezTo>
                <a:lnTo>
                  <a:pt x="546949" y="78800"/>
                </a:lnTo>
                <a:lnTo>
                  <a:pt x="546949" y="48078"/>
                </a:lnTo>
                <a:lnTo>
                  <a:pt x="405756" y="48078"/>
                </a:lnTo>
                <a:lnTo>
                  <a:pt x="405756" y="81268"/>
                </a:lnTo>
                <a:lnTo>
                  <a:pt x="386608" y="81268"/>
                </a:lnTo>
                <a:cubicBezTo>
                  <a:pt x="387505" y="72991"/>
                  <a:pt x="387954" y="64720"/>
                  <a:pt x="387954" y="56456"/>
                </a:cubicBezTo>
                <a:cubicBezTo>
                  <a:pt x="387954" y="48192"/>
                  <a:pt x="387505" y="39539"/>
                  <a:pt x="386608" y="30497"/>
                </a:cubicBezTo>
                <a:cubicBezTo>
                  <a:pt x="401595" y="31847"/>
                  <a:pt x="429030" y="32521"/>
                  <a:pt x="468911" y="32519"/>
                </a:cubicBezTo>
                <a:cubicBezTo>
                  <a:pt x="463393" y="24851"/>
                  <a:pt x="457712" y="17509"/>
                  <a:pt x="451866" y="10491"/>
                </a:cubicBezTo>
                <a:close/>
                <a:moveTo>
                  <a:pt x="934464" y="0"/>
                </a:moveTo>
                <a:cubicBezTo>
                  <a:pt x="942944" y="2882"/>
                  <a:pt x="949404" y="4681"/>
                  <a:pt x="953845" y="5397"/>
                </a:cubicBezTo>
                <a:cubicBezTo>
                  <a:pt x="957910" y="6300"/>
                  <a:pt x="959942" y="7848"/>
                  <a:pt x="959942" y="10043"/>
                </a:cubicBezTo>
                <a:cubicBezTo>
                  <a:pt x="959942" y="12237"/>
                  <a:pt x="958235" y="13944"/>
                  <a:pt x="954820" y="15165"/>
                </a:cubicBezTo>
                <a:cubicBezTo>
                  <a:pt x="951406" y="16385"/>
                  <a:pt x="944665" y="23516"/>
                  <a:pt x="934600" y="36558"/>
                </a:cubicBezTo>
                <a:lnTo>
                  <a:pt x="961243" y="36558"/>
                </a:lnTo>
                <a:cubicBezTo>
                  <a:pt x="997061" y="36558"/>
                  <a:pt x="1019950" y="35436"/>
                  <a:pt x="1029908" y="33190"/>
                </a:cubicBezTo>
                <a:cubicBezTo>
                  <a:pt x="1028863" y="40422"/>
                  <a:pt x="1028340" y="55237"/>
                  <a:pt x="1028340" y="77635"/>
                </a:cubicBezTo>
                <a:lnTo>
                  <a:pt x="1028340" y="185281"/>
                </a:lnTo>
                <a:cubicBezTo>
                  <a:pt x="1028340" y="190874"/>
                  <a:pt x="1027207" y="195196"/>
                  <a:pt x="1024942" y="198247"/>
                </a:cubicBezTo>
                <a:cubicBezTo>
                  <a:pt x="1022676" y="201297"/>
                  <a:pt x="1018010" y="203568"/>
                  <a:pt x="1010943" y="205060"/>
                </a:cubicBezTo>
                <a:cubicBezTo>
                  <a:pt x="1003877" y="206552"/>
                  <a:pt x="992303" y="207373"/>
                  <a:pt x="976223" y="207523"/>
                </a:cubicBezTo>
                <a:cubicBezTo>
                  <a:pt x="976673" y="199891"/>
                  <a:pt x="974281" y="192388"/>
                  <a:pt x="969047" y="185013"/>
                </a:cubicBezTo>
                <a:cubicBezTo>
                  <a:pt x="981849" y="186808"/>
                  <a:pt x="991052" y="187706"/>
                  <a:pt x="996656" y="187706"/>
                </a:cubicBezTo>
                <a:cubicBezTo>
                  <a:pt x="1002260" y="187706"/>
                  <a:pt x="1005750" y="187018"/>
                  <a:pt x="1007127" y="185642"/>
                </a:cubicBezTo>
                <a:cubicBezTo>
                  <a:pt x="1008503" y="184265"/>
                  <a:pt x="1009191" y="181678"/>
                  <a:pt x="1009191" y="177880"/>
                </a:cubicBezTo>
                <a:lnTo>
                  <a:pt x="1009191" y="51889"/>
                </a:lnTo>
                <a:lnTo>
                  <a:pt x="876964" y="51889"/>
                </a:lnTo>
                <a:lnTo>
                  <a:pt x="876964" y="207973"/>
                </a:lnTo>
                <a:lnTo>
                  <a:pt x="855576" y="207973"/>
                </a:lnTo>
                <a:cubicBezTo>
                  <a:pt x="857219" y="190764"/>
                  <a:pt x="858040" y="172061"/>
                  <a:pt x="858040" y="151866"/>
                </a:cubicBezTo>
                <a:lnTo>
                  <a:pt x="858040" y="77635"/>
                </a:lnTo>
                <a:cubicBezTo>
                  <a:pt x="858040" y="60609"/>
                  <a:pt x="857443" y="45794"/>
                  <a:pt x="856247" y="33190"/>
                </a:cubicBezTo>
                <a:cubicBezTo>
                  <a:pt x="863743" y="35436"/>
                  <a:pt x="875494" y="36558"/>
                  <a:pt x="891498" y="36558"/>
                </a:cubicBezTo>
                <a:lnTo>
                  <a:pt x="917541" y="36558"/>
                </a:lnTo>
                <a:cubicBezTo>
                  <a:pt x="925780" y="23988"/>
                  <a:pt x="931421" y="11802"/>
                  <a:pt x="934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6148F87-8D38-4EE5-A168-A3B571C0BCD8}"/>
              </a:ext>
            </a:extLst>
          </p:cNvPr>
          <p:cNvSpPr txBox="1"/>
          <p:nvPr/>
        </p:nvSpPr>
        <p:spPr>
          <a:xfrm>
            <a:off x="3704057" y="4321054"/>
            <a:ext cx="1506915" cy="191771"/>
          </a:xfrm>
          <a:custGeom>
            <a:avLst/>
            <a:gdLst/>
            <a:ahLst/>
            <a:cxnLst/>
            <a:rect l="l" t="t" r="r" b="b"/>
            <a:pathLst>
              <a:path w="1678293" h="213581">
                <a:moveTo>
                  <a:pt x="1500906" y="140697"/>
                </a:moveTo>
                <a:lnTo>
                  <a:pt x="1500906" y="152498"/>
                </a:lnTo>
                <a:lnTo>
                  <a:pt x="1551502" y="152498"/>
                </a:lnTo>
                <a:lnTo>
                  <a:pt x="1551502" y="140697"/>
                </a:lnTo>
                <a:close/>
                <a:moveTo>
                  <a:pt x="1500906" y="112890"/>
                </a:moveTo>
                <a:lnTo>
                  <a:pt x="1500906" y="126934"/>
                </a:lnTo>
                <a:lnTo>
                  <a:pt x="1551502" y="126934"/>
                </a:lnTo>
                <a:lnTo>
                  <a:pt x="1551502" y="112890"/>
                </a:lnTo>
                <a:close/>
                <a:moveTo>
                  <a:pt x="280855" y="104367"/>
                </a:moveTo>
                <a:lnTo>
                  <a:pt x="280855" y="134335"/>
                </a:lnTo>
                <a:lnTo>
                  <a:pt x="330779" y="134335"/>
                </a:lnTo>
                <a:lnTo>
                  <a:pt x="330779" y="104367"/>
                </a:lnTo>
                <a:close/>
                <a:moveTo>
                  <a:pt x="210889" y="104367"/>
                </a:moveTo>
                <a:lnTo>
                  <a:pt x="210889" y="134335"/>
                </a:lnTo>
                <a:lnTo>
                  <a:pt x="262156" y="134335"/>
                </a:lnTo>
                <a:lnTo>
                  <a:pt x="262156" y="104367"/>
                </a:lnTo>
                <a:close/>
                <a:moveTo>
                  <a:pt x="729298" y="94723"/>
                </a:moveTo>
                <a:lnTo>
                  <a:pt x="729298" y="140836"/>
                </a:lnTo>
                <a:lnTo>
                  <a:pt x="778101" y="140836"/>
                </a:lnTo>
                <a:lnTo>
                  <a:pt x="778101" y="94723"/>
                </a:lnTo>
                <a:close/>
                <a:moveTo>
                  <a:pt x="710599" y="77592"/>
                </a:moveTo>
                <a:cubicBezTo>
                  <a:pt x="720924" y="78792"/>
                  <a:pt x="735462" y="79393"/>
                  <a:pt x="754212" y="79393"/>
                </a:cubicBezTo>
                <a:cubicBezTo>
                  <a:pt x="772962" y="79393"/>
                  <a:pt x="787233" y="78792"/>
                  <a:pt x="797024" y="77592"/>
                </a:cubicBezTo>
                <a:cubicBezTo>
                  <a:pt x="796277" y="88501"/>
                  <a:pt x="795903" y="102322"/>
                  <a:pt x="795903" y="119056"/>
                </a:cubicBezTo>
                <a:cubicBezTo>
                  <a:pt x="795903" y="135791"/>
                  <a:pt x="796277" y="148386"/>
                  <a:pt x="797024" y="156841"/>
                </a:cubicBezTo>
                <a:cubicBezTo>
                  <a:pt x="782589" y="156244"/>
                  <a:pt x="766712" y="155945"/>
                  <a:pt x="749393" y="155945"/>
                </a:cubicBezTo>
                <a:cubicBezTo>
                  <a:pt x="732075" y="155945"/>
                  <a:pt x="719143" y="156319"/>
                  <a:pt x="710599" y="157067"/>
                </a:cubicBezTo>
                <a:cubicBezTo>
                  <a:pt x="711495" y="147320"/>
                  <a:pt x="711942" y="134048"/>
                  <a:pt x="711942" y="117249"/>
                </a:cubicBezTo>
                <a:cubicBezTo>
                  <a:pt x="711942" y="100451"/>
                  <a:pt x="711495" y="87232"/>
                  <a:pt x="710599" y="77592"/>
                </a:cubicBezTo>
                <a:close/>
                <a:moveTo>
                  <a:pt x="1602705" y="64001"/>
                </a:moveTo>
                <a:cubicBezTo>
                  <a:pt x="1600938" y="68896"/>
                  <a:pt x="1598776" y="74090"/>
                  <a:pt x="1596218" y="79585"/>
                </a:cubicBezTo>
                <a:lnTo>
                  <a:pt x="1592780" y="86331"/>
                </a:lnTo>
                <a:lnTo>
                  <a:pt x="1605094" y="84322"/>
                </a:lnTo>
                <a:cubicBezTo>
                  <a:pt x="1605721" y="112680"/>
                  <a:pt x="1610364" y="134955"/>
                  <a:pt x="1619025" y="151148"/>
                </a:cubicBezTo>
                <a:cubicBezTo>
                  <a:pt x="1628893" y="132843"/>
                  <a:pt x="1634940" y="103794"/>
                  <a:pt x="1637166" y="64001"/>
                </a:cubicBezTo>
                <a:close/>
                <a:moveTo>
                  <a:pt x="280855" y="56600"/>
                </a:moveTo>
                <a:lnTo>
                  <a:pt x="280855" y="89033"/>
                </a:lnTo>
                <a:lnTo>
                  <a:pt x="330779" y="89033"/>
                </a:lnTo>
                <a:lnTo>
                  <a:pt x="330779" y="56600"/>
                </a:lnTo>
                <a:close/>
                <a:moveTo>
                  <a:pt x="210889" y="56600"/>
                </a:moveTo>
                <a:lnTo>
                  <a:pt x="210889" y="89033"/>
                </a:lnTo>
                <a:lnTo>
                  <a:pt x="262156" y="89033"/>
                </a:lnTo>
                <a:lnTo>
                  <a:pt x="262156" y="56600"/>
                </a:lnTo>
                <a:close/>
                <a:moveTo>
                  <a:pt x="1513687" y="51443"/>
                </a:moveTo>
                <a:lnTo>
                  <a:pt x="1513687" y="73560"/>
                </a:lnTo>
                <a:lnTo>
                  <a:pt x="1539615" y="73560"/>
                </a:lnTo>
                <a:lnTo>
                  <a:pt x="1539615" y="51443"/>
                </a:lnTo>
                <a:close/>
                <a:moveTo>
                  <a:pt x="1167254" y="43056"/>
                </a:moveTo>
                <a:cubicBezTo>
                  <a:pt x="1173079" y="48080"/>
                  <a:pt x="1178074" y="51312"/>
                  <a:pt x="1182242" y="52750"/>
                </a:cubicBezTo>
                <a:cubicBezTo>
                  <a:pt x="1184820" y="53819"/>
                  <a:pt x="1186110" y="55192"/>
                  <a:pt x="1186110" y="56868"/>
                </a:cubicBezTo>
                <a:cubicBezTo>
                  <a:pt x="1186110" y="58545"/>
                  <a:pt x="1184517" y="60118"/>
                  <a:pt x="1181332" y="61587"/>
                </a:cubicBezTo>
                <a:cubicBezTo>
                  <a:pt x="1178148" y="63056"/>
                  <a:pt x="1173680" y="67674"/>
                  <a:pt x="1167929" y="75442"/>
                </a:cubicBezTo>
                <a:cubicBezTo>
                  <a:pt x="1157199" y="89894"/>
                  <a:pt x="1146888" y="102310"/>
                  <a:pt x="1136997" y="112690"/>
                </a:cubicBezTo>
                <a:lnTo>
                  <a:pt x="1186110" y="164925"/>
                </a:lnTo>
                <a:lnTo>
                  <a:pt x="1172097" y="176576"/>
                </a:lnTo>
                <a:cubicBezTo>
                  <a:pt x="1154798" y="156733"/>
                  <a:pt x="1139485" y="139315"/>
                  <a:pt x="1126160" y="124323"/>
                </a:cubicBezTo>
                <a:cubicBezTo>
                  <a:pt x="1109324" y="142852"/>
                  <a:pt x="1089242" y="160194"/>
                  <a:pt x="1065913" y="176351"/>
                </a:cubicBezTo>
                <a:cubicBezTo>
                  <a:pt x="1064541" y="170838"/>
                  <a:pt x="1060549" y="166146"/>
                  <a:pt x="1053936" y="162274"/>
                </a:cubicBezTo>
                <a:cubicBezTo>
                  <a:pt x="1074651" y="149649"/>
                  <a:pt x="1095132" y="133271"/>
                  <a:pt x="1115380" y="113140"/>
                </a:cubicBezTo>
                <a:cubicBezTo>
                  <a:pt x="1097911" y="95233"/>
                  <a:pt x="1080568" y="78035"/>
                  <a:pt x="1063352" y="61547"/>
                </a:cubicBezTo>
                <a:lnTo>
                  <a:pt x="1074917" y="51353"/>
                </a:lnTo>
                <a:cubicBezTo>
                  <a:pt x="1096999" y="71949"/>
                  <a:pt x="1114128" y="88694"/>
                  <a:pt x="1126306" y="101588"/>
                </a:cubicBezTo>
                <a:cubicBezTo>
                  <a:pt x="1143720" y="81509"/>
                  <a:pt x="1157369" y="61999"/>
                  <a:pt x="1167254" y="43056"/>
                </a:cubicBezTo>
                <a:close/>
                <a:moveTo>
                  <a:pt x="906320" y="33501"/>
                </a:moveTo>
                <a:lnTo>
                  <a:pt x="906320" y="84100"/>
                </a:lnTo>
                <a:lnTo>
                  <a:pt x="929459" y="84100"/>
                </a:lnTo>
                <a:cubicBezTo>
                  <a:pt x="946180" y="84407"/>
                  <a:pt x="957029" y="81968"/>
                  <a:pt x="962006" y="76783"/>
                </a:cubicBezTo>
                <a:cubicBezTo>
                  <a:pt x="966983" y="71598"/>
                  <a:pt x="969471" y="65454"/>
                  <a:pt x="969471" y="58351"/>
                </a:cubicBezTo>
                <a:cubicBezTo>
                  <a:pt x="969471" y="41784"/>
                  <a:pt x="957152" y="33501"/>
                  <a:pt x="932513" y="33501"/>
                </a:cubicBezTo>
                <a:close/>
                <a:moveTo>
                  <a:pt x="1028819" y="21753"/>
                </a:moveTo>
                <a:cubicBezTo>
                  <a:pt x="1038441" y="23401"/>
                  <a:pt x="1067197" y="24225"/>
                  <a:pt x="1115087" y="24225"/>
                </a:cubicBezTo>
                <a:cubicBezTo>
                  <a:pt x="1162976" y="24225"/>
                  <a:pt x="1190911" y="23401"/>
                  <a:pt x="1198890" y="21753"/>
                </a:cubicBezTo>
                <a:lnTo>
                  <a:pt x="1198890" y="42695"/>
                </a:lnTo>
                <a:cubicBezTo>
                  <a:pt x="1186370" y="41050"/>
                  <a:pt x="1159071" y="40227"/>
                  <a:pt x="1116994" y="40227"/>
                </a:cubicBezTo>
                <a:lnTo>
                  <a:pt x="1047968" y="40227"/>
                </a:lnTo>
                <a:lnTo>
                  <a:pt x="1047968" y="185463"/>
                </a:lnTo>
                <a:lnTo>
                  <a:pt x="1126638" y="185463"/>
                </a:lnTo>
                <a:cubicBezTo>
                  <a:pt x="1167360" y="185463"/>
                  <a:pt x="1194061" y="184565"/>
                  <a:pt x="1206741" y="182770"/>
                </a:cubicBezTo>
                <a:lnTo>
                  <a:pt x="1206741" y="203712"/>
                </a:lnTo>
                <a:cubicBezTo>
                  <a:pt x="1196804" y="202066"/>
                  <a:pt x="1167108" y="201243"/>
                  <a:pt x="1117651" y="201243"/>
                </a:cubicBezTo>
                <a:cubicBezTo>
                  <a:pt x="1068195" y="201243"/>
                  <a:pt x="1038584" y="202066"/>
                  <a:pt x="1028819" y="203712"/>
                </a:cubicBezTo>
                <a:cubicBezTo>
                  <a:pt x="1029567" y="190300"/>
                  <a:pt x="1029940" y="177504"/>
                  <a:pt x="1029940" y="165321"/>
                </a:cubicBezTo>
                <a:lnTo>
                  <a:pt x="1029940" y="60369"/>
                </a:lnTo>
                <a:cubicBezTo>
                  <a:pt x="1029940" y="45986"/>
                  <a:pt x="1029567" y="33114"/>
                  <a:pt x="1028819" y="21753"/>
                </a:cubicBezTo>
                <a:close/>
                <a:moveTo>
                  <a:pt x="437488" y="19735"/>
                </a:moveTo>
                <a:cubicBezTo>
                  <a:pt x="447037" y="20485"/>
                  <a:pt x="473006" y="20860"/>
                  <a:pt x="515398" y="20860"/>
                </a:cubicBezTo>
                <a:cubicBezTo>
                  <a:pt x="557789" y="20860"/>
                  <a:pt x="583277" y="20485"/>
                  <a:pt x="591864" y="19735"/>
                </a:cubicBezTo>
                <a:lnTo>
                  <a:pt x="591864" y="37873"/>
                </a:lnTo>
                <a:cubicBezTo>
                  <a:pt x="585868" y="38935"/>
                  <a:pt x="580263" y="41509"/>
                  <a:pt x="575048" y="45595"/>
                </a:cubicBezTo>
                <a:lnTo>
                  <a:pt x="525931" y="83918"/>
                </a:lnTo>
                <a:lnTo>
                  <a:pt x="525931" y="96209"/>
                </a:lnTo>
                <a:cubicBezTo>
                  <a:pt x="567296" y="96209"/>
                  <a:pt x="598169" y="95386"/>
                  <a:pt x="618550" y="93741"/>
                </a:cubicBezTo>
                <a:lnTo>
                  <a:pt x="618550" y="115129"/>
                </a:lnTo>
                <a:cubicBezTo>
                  <a:pt x="597888" y="113636"/>
                  <a:pt x="567015" y="112890"/>
                  <a:pt x="525931" y="112890"/>
                </a:cubicBezTo>
                <a:lnTo>
                  <a:pt x="525931" y="190885"/>
                </a:lnTo>
                <a:cubicBezTo>
                  <a:pt x="525931" y="195905"/>
                  <a:pt x="524754" y="199896"/>
                  <a:pt x="522400" y="202858"/>
                </a:cubicBezTo>
                <a:cubicBezTo>
                  <a:pt x="520046" y="205820"/>
                  <a:pt x="515577" y="208085"/>
                  <a:pt x="508993" y="209653"/>
                </a:cubicBezTo>
                <a:cubicBezTo>
                  <a:pt x="502409" y="211222"/>
                  <a:pt x="491955" y="212082"/>
                  <a:pt x="477632" y="212234"/>
                </a:cubicBezTo>
                <a:cubicBezTo>
                  <a:pt x="478230" y="203650"/>
                  <a:pt x="475987" y="195623"/>
                  <a:pt x="470903" y="188153"/>
                </a:cubicBezTo>
                <a:cubicBezTo>
                  <a:pt x="482547" y="189948"/>
                  <a:pt x="490637" y="190846"/>
                  <a:pt x="495172" y="190846"/>
                </a:cubicBezTo>
                <a:cubicBezTo>
                  <a:pt x="499707" y="190846"/>
                  <a:pt x="502776" y="190274"/>
                  <a:pt x="504380" y="189129"/>
                </a:cubicBezTo>
                <a:cubicBezTo>
                  <a:pt x="505984" y="187985"/>
                  <a:pt x="506786" y="185207"/>
                  <a:pt x="506786" y="180794"/>
                </a:cubicBezTo>
                <a:lnTo>
                  <a:pt x="506786" y="112890"/>
                </a:lnTo>
                <a:cubicBezTo>
                  <a:pt x="460137" y="112890"/>
                  <a:pt x="427844" y="113636"/>
                  <a:pt x="409906" y="115129"/>
                </a:cubicBezTo>
                <a:lnTo>
                  <a:pt x="409906" y="93741"/>
                </a:lnTo>
                <a:cubicBezTo>
                  <a:pt x="427620" y="95386"/>
                  <a:pt x="459913" y="96209"/>
                  <a:pt x="506786" y="96209"/>
                </a:cubicBezTo>
                <a:lnTo>
                  <a:pt x="506786" y="76242"/>
                </a:lnTo>
                <a:lnTo>
                  <a:pt x="561503" y="37312"/>
                </a:lnTo>
                <a:lnTo>
                  <a:pt x="487991" y="37312"/>
                </a:lnTo>
                <a:cubicBezTo>
                  <a:pt x="466257" y="37312"/>
                  <a:pt x="449423" y="37686"/>
                  <a:pt x="437488" y="38434"/>
                </a:cubicBezTo>
                <a:close/>
                <a:moveTo>
                  <a:pt x="885600" y="13459"/>
                </a:moveTo>
                <a:lnTo>
                  <a:pt x="919954" y="13459"/>
                </a:lnTo>
                <a:cubicBezTo>
                  <a:pt x="939049" y="13459"/>
                  <a:pt x="951675" y="14249"/>
                  <a:pt x="957830" y="15827"/>
                </a:cubicBezTo>
                <a:cubicBezTo>
                  <a:pt x="963986" y="17406"/>
                  <a:pt x="969612" y="20156"/>
                  <a:pt x="974709" y="24077"/>
                </a:cubicBezTo>
                <a:cubicBezTo>
                  <a:pt x="979806" y="27997"/>
                  <a:pt x="983773" y="32912"/>
                  <a:pt x="986609" y="38821"/>
                </a:cubicBezTo>
                <a:cubicBezTo>
                  <a:pt x="989445" y="44730"/>
                  <a:pt x="990863" y="51240"/>
                  <a:pt x="990863" y="58351"/>
                </a:cubicBezTo>
                <a:cubicBezTo>
                  <a:pt x="990863" y="69966"/>
                  <a:pt x="987695" y="79498"/>
                  <a:pt x="981358" y="86945"/>
                </a:cubicBezTo>
                <a:cubicBezTo>
                  <a:pt x="975022" y="94393"/>
                  <a:pt x="967172" y="99083"/>
                  <a:pt x="957809" y="101017"/>
                </a:cubicBezTo>
                <a:cubicBezTo>
                  <a:pt x="948446" y="102950"/>
                  <a:pt x="934333" y="103917"/>
                  <a:pt x="915471" y="103917"/>
                </a:cubicBezTo>
                <a:lnTo>
                  <a:pt x="906320" y="103917"/>
                </a:lnTo>
                <a:lnTo>
                  <a:pt x="906320" y="178819"/>
                </a:lnTo>
                <a:lnTo>
                  <a:pt x="885600" y="178819"/>
                </a:lnTo>
                <a:close/>
                <a:moveTo>
                  <a:pt x="0" y="13459"/>
                </a:moveTo>
                <a:lnTo>
                  <a:pt x="6947" y="13459"/>
                </a:lnTo>
                <a:lnTo>
                  <a:pt x="110560" y="136571"/>
                </a:lnTo>
                <a:lnTo>
                  <a:pt x="110560" y="13459"/>
                </a:lnTo>
                <a:lnTo>
                  <a:pt x="131052" y="13459"/>
                </a:lnTo>
                <a:lnTo>
                  <a:pt x="131052" y="178819"/>
                </a:lnTo>
                <a:lnTo>
                  <a:pt x="124083" y="178819"/>
                </a:lnTo>
                <a:lnTo>
                  <a:pt x="21167" y="57047"/>
                </a:lnTo>
                <a:lnTo>
                  <a:pt x="21167" y="178819"/>
                </a:lnTo>
                <a:lnTo>
                  <a:pt x="0" y="178819"/>
                </a:lnTo>
                <a:close/>
                <a:moveTo>
                  <a:pt x="1276478" y="5605"/>
                </a:moveTo>
                <a:cubicBezTo>
                  <a:pt x="1282420" y="6655"/>
                  <a:pt x="1289087" y="7180"/>
                  <a:pt x="1296481" y="7180"/>
                </a:cubicBezTo>
                <a:cubicBezTo>
                  <a:pt x="1301593" y="7180"/>
                  <a:pt x="1304150" y="8225"/>
                  <a:pt x="1304150" y="10314"/>
                </a:cubicBezTo>
                <a:cubicBezTo>
                  <a:pt x="1304150" y="12404"/>
                  <a:pt x="1303029" y="14346"/>
                  <a:pt x="1300787" y="16140"/>
                </a:cubicBezTo>
                <a:cubicBezTo>
                  <a:pt x="1298545" y="17934"/>
                  <a:pt x="1297424" y="20417"/>
                  <a:pt x="1297424" y="23589"/>
                </a:cubicBezTo>
                <a:lnTo>
                  <a:pt x="1297424" y="52703"/>
                </a:lnTo>
                <a:cubicBezTo>
                  <a:pt x="1308659" y="52703"/>
                  <a:pt x="1318974" y="52030"/>
                  <a:pt x="1328371" y="50682"/>
                </a:cubicBezTo>
                <a:lnTo>
                  <a:pt x="1328371" y="70502"/>
                </a:lnTo>
                <a:cubicBezTo>
                  <a:pt x="1318838" y="69307"/>
                  <a:pt x="1308523" y="68709"/>
                  <a:pt x="1297424" y="68709"/>
                </a:cubicBezTo>
                <a:lnTo>
                  <a:pt x="1297424" y="106971"/>
                </a:lnTo>
                <a:cubicBezTo>
                  <a:pt x="1305256" y="102773"/>
                  <a:pt x="1314375" y="98213"/>
                  <a:pt x="1324781" y="93291"/>
                </a:cubicBezTo>
                <a:cubicBezTo>
                  <a:pt x="1324183" y="99253"/>
                  <a:pt x="1325155" y="105234"/>
                  <a:pt x="1327695" y="111232"/>
                </a:cubicBezTo>
                <a:cubicBezTo>
                  <a:pt x="1316758" y="115476"/>
                  <a:pt x="1306668" y="119649"/>
                  <a:pt x="1297424" y="123752"/>
                </a:cubicBezTo>
                <a:lnTo>
                  <a:pt x="1297424" y="185952"/>
                </a:lnTo>
                <a:cubicBezTo>
                  <a:pt x="1297424" y="191877"/>
                  <a:pt x="1296482" y="196551"/>
                  <a:pt x="1294599" y="199974"/>
                </a:cubicBezTo>
                <a:cubicBezTo>
                  <a:pt x="1292715" y="203397"/>
                  <a:pt x="1288935" y="206068"/>
                  <a:pt x="1283258" y="207987"/>
                </a:cubicBezTo>
                <a:cubicBezTo>
                  <a:pt x="1277581" y="209906"/>
                  <a:pt x="1268369" y="211247"/>
                  <a:pt x="1255622" y="212009"/>
                </a:cubicBezTo>
                <a:cubicBezTo>
                  <a:pt x="1255622" y="204218"/>
                  <a:pt x="1254053" y="196863"/>
                  <a:pt x="1250914" y="189946"/>
                </a:cubicBezTo>
                <a:cubicBezTo>
                  <a:pt x="1257903" y="190696"/>
                  <a:pt x="1263151" y="191071"/>
                  <a:pt x="1266656" y="191071"/>
                </a:cubicBezTo>
                <a:cubicBezTo>
                  <a:pt x="1272228" y="191071"/>
                  <a:pt x="1275744" y="190312"/>
                  <a:pt x="1277205" y="188794"/>
                </a:cubicBezTo>
                <a:cubicBezTo>
                  <a:pt x="1278666" y="187276"/>
                  <a:pt x="1279397" y="184160"/>
                  <a:pt x="1279397" y="179448"/>
                </a:cubicBezTo>
                <a:lnTo>
                  <a:pt x="1279397" y="130381"/>
                </a:lnTo>
                <a:cubicBezTo>
                  <a:pt x="1266997" y="136696"/>
                  <a:pt x="1256032" y="141779"/>
                  <a:pt x="1246500" y="145629"/>
                </a:cubicBezTo>
                <a:cubicBezTo>
                  <a:pt x="1245159" y="138719"/>
                  <a:pt x="1242519" y="132009"/>
                  <a:pt x="1238581" y="125498"/>
                </a:cubicBezTo>
                <a:cubicBezTo>
                  <a:pt x="1254347" y="121726"/>
                  <a:pt x="1267952" y="117660"/>
                  <a:pt x="1279397" y="113300"/>
                </a:cubicBezTo>
                <a:lnTo>
                  <a:pt x="1279397" y="68484"/>
                </a:lnTo>
                <a:cubicBezTo>
                  <a:pt x="1267207" y="68484"/>
                  <a:pt x="1255396" y="69157"/>
                  <a:pt x="1243964" y="70502"/>
                </a:cubicBezTo>
                <a:lnTo>
                  <a:pt x="1243964" y="50682"/>
                </a:lnTo>
                <a:cubicBezTo>
                  <a:pt x="1254041" y="52030"/>
                  <a:pt x="1265852" y="52703"/>
                  <a:pt x="1279397" y="52703"/>
                </a:cubicBezTo>
                <a:cubicBezTo>
                  <a:pt x="1279099" y="30693"/>
                  <a:pt x="1278126" y="14994"/>
                  <a:pt x="1276478" y="5605"/>
                </a:cubicBezTo>
                <a:close/>
                <a:moveTo>
                  <a:pt x="1377873" y="4708"/>
                </a:moveTo>
                <a:cubicBezTo>
                  <a:pt x="1387975" y="15671"/>
                  <a:pt x="1396515" y="27703"/>
                  <a:pt x="1403494" y="40802"/>
                </a:cubicBezTo>
                <a:lnTo>
                  <a:pt x="1391800" y="47540"/>
                </a:lnTo>
                <a:lnTo>
                  <a:pt x="1392161" y="47546"/>
                </a:lnTo>
                <a:cubicBezTo>
                  <a:pt x="1419786" y="47546"/>
                  <a:pt x="1437916" y="46797"/>
                  <a:pt x="1446553" y="45299"/>
                </a:cubicBezTo>
                <a:lnTo>
                  <a:pt x="1446553" y="64898"/>
                </a:lnTo>
                <a:cubicBezTo>
                  <a:pt x="1438516" y="64000"/>
                  <a:pt x="1427813" y="63551"/>
                  <a:pt x="1414442" y="63551"/>
                </a:cubicBezTo>
                <a:lnTo>
                  <a:pt x="1351245" y="63551"/>
                </a:lnTo>
                <a:lnTo>
                  <a:pt x="1351245" y="119798"/>
                </a:lnTo>
                <a:cubicBezTo>
                  <a:pt x="1351245" y="142827"/>
                  <a:pt x="1348496" y="161059"/>
                  <a:pt x="1342999" y="174495"/>
                </a:cubicBezTo>
                <a:cubicBezTo>
                  <a:pt x="1337502" y="187932"/>
                  <a:pt x="1327941" y="200660"/>
                  <a:pt x="1314315" y="212681"/>
                </a:cubicBezTo>
                <a:cubicBezTo>
                  <a:pt x="1309962" y="207635"/>
                  <a:pt x="1304527" y="203497"/>
                  <a:pt x="1298010" y="200268"/>
                </a:cubicBezTo>
                <a:cubicBezTo>
                  <a:pt x="1310695" y="190315"/>
                  <a:pt x="1319846" y="179465"/>
                  <a:pt x="1325463" y="167720"/>
                </a:cubicBezTo>
                <a:cubicBezTo>
                  <a:pt x="1331080" y="155974"/>
                  <a:pt x="1333889" y="138315"/>
                  <a:pt x="1333889" y="114743"/>
                </a:cubicBezTo>
                <a:cubicBezTo>
                  <a:pt x="1333889" y="91171"/>
                  <a:pt x="1333141" y="68023"/>
                  <a:pt x="1331646" y="45299"/>
                </a:cubicBezTo>
                <a:cubicBezTo>
                  <a:pt x="1338005" y="46048"/>
                  <a:pt x="1346228" y="46609"/>
                  <a:pt x="1356313" y="46984"/>
                </a:cubicBezTo>
                <a:lnTo>
                  <a:pt x="1385527" y="47442"/>
                </a:lnTo>
                <a:lnTo>
                  <a:pt x="1362593" y="14299"/>
                </a:lnTo>
                <a:close/>
                <a:moveTo>
                  <a:pt x="1599097" y="4262"/>
                </a:moveTo>
                <a:cubicBezTo>
                  <a:pt x="1606065" y="6698"/>
                  <a:pt x="1612244" y="8130"/>
                  <a:pt x="1617635" y="8559"/>
                </a:cubicBezTo>
                <a:cubicBezTo>
                  <a:pt x="1621295" y="8804"/>
                  <a:pt x="1623125" y="9993"/>
                  <a:pt x="1623125" y="12127"/>
                </a:cubicBezTo>
                <a:cubicBezTo>
                  <a:pt x="1623125" y="14260"/>
                  <a:pt x="1621988" y="16151"/>
                  <a:pt x="1619712" y="17799"/>
                </a:cubicBezTo>
                <a:cubicBezTo>
                  <a:pt x="1617437" y="19447"/>
                  <a:pt x="1615309" y="23901"/>
                  <a:pt x="1613329" y="31161"/>
                </a:cubicBezTo>
                <a:cubicBezTo>
                  <a:pt x="1611349" y="38422"/>
                  <a:pt x="1609307" y="44257"/>
                  <a:pt x="1607202" y="48667"/>
                </a:cubicBezTo>
                <a:lnTo>
                  <a:pt x="1642367" y="48667"/>
                </a:lnTo>
                <a:cubicBezTo>
                  <a:pt x="1658605" y="48667"/>
                  <a:pt x="1669085" y="48292"/>
                  <a:pt x="1673807" y="47542"/>
                </a:cubicBezTo>
                <a:lnTo>
                  <a:pt x="1673807" y="64898"/>
                </a:lnTo>
                <a:cubicBezTo>
                  <a:pt x="1667739" y="64300"/>
                  <a:pt x="1661319" y="64001"/>
                  <a:pt x="1654547" y="64001"/>
                </a:cubicBezTo>
                <a:cubicBezTo>
                  <a:pt x="1650737" y="111757"/>
                  <a:pt x="1642281" y="145367"/>
                  <a:pt x="1629180" y="164832"/>
                </a:cubicBezTo>
                <a:cubicBezTo>
                  <a:pt x="1640262" y="178079"/>
                  <a:pt x="1656633" y="188800"/>
                  <a:pt x="1678293" y="196996"/>
                </a:cubicBezTo>
                <a:cubicBezTo>
                  <a:pt x="1673142" y="201199"/>
                  <a:pt x="1668842" y="206577"/>
                  <a:pt x="1665391" y="213131"/>
                </a:cubicBezTo>
                <a:cubicBezTo>
                  <a:pt x="1644891" y="203722"/>
                  <a:pt x="1629455" y="192061"/>
                  <a:pt x="1619082" y="178148"/>
                </a:cubicBezTo>
                <a:cubicBezTo>
                  <a:pt x="1611136" y="189423"/>
                  <a:pt x="1596203" y="201234"/>
                  <a:pt x="1574284" y="213581"/>
                </a:cubicBezTo>
                <a:cubicBezTo>
                  <a:pt x="1573201" y="210884"/>
                  <a:pt x="1571602" y="208510"/>
                  <a:pt x="1569487" y="206458"/>
                </a:cubicBezTo>
                <a:lnTo>
                  <a:pt x="1561785" y="201395"/>
                </a:lnTo>
                <a:lnTo>
                  <a:pt x="1554626" y="205787"/>
                </a:lnTo>
                <a:cubicBezTo>
                  <a:pt x="1548857" y="207525"/>
                  <a:pt x="1539368" y="208852"/>
                  <a:pt x="1526160" y="209766"/>
                </a:cubicBezTo>
                <a:cubicBezTo>
                  <a:pt x="1526460" y="202732"/>
                  <a:pt x="1524590" y="196162"/>
                  <a:pt x="1520552" y="190056"/>
                </a:cubicBezTo>
                <a:cubicBezTo>
                  <a:pt x="1531858" y="189859"/>
                  <a:pt x="1539417" y="189518"/>
                  <a:pt x="1543228" y="189033"/>
                </a:cubicBezTo>
                <a:cubicBezTo>
                  <a:pt x="1547039" y="188548"/>
                  <a:pt x="1549371" y="187800"/>
                  <a:pt x="1550223" y="186788"/>
                </a:cubicBezTo>
                <a:cubicBezTo>
                  <a:pt x="1551076" y="185776"/>
                  <a:pt x="1551502" y="183778"/>
                  <a:pt x="1551502" y="180794"/>
                </a:cubicBezTo>
                <a:lnTo>
                  <a:pt x="1551502" y="166932"/>
                </a:lnTo>
                <a:lnTo>
                  <a:pt x="1500906" y="166932"/>
                </a:lnTo>
                <a:lnTo>
                  <a:pt x="1500906" y="209094"/>
                </a:lnTo>
                <a:lnTo>
                  <a:pt x="1481307" y="209094"/>
                </a:lnTo>
                <a:cubicBezTo>
                  <a:pt x="1482205" y="197750"/>
                  <a:pt x="1482654" y="188691"/>
                  <a:pt x="1482654" y="181916"/>
                </a:cubicBezTo>
                <a:lnTo>
                  <a:pt x="1482654" y="123834"/>
                </a:lnTo>
                <a:cubicBezTo>
                  <a:pt x="1482654" y="112763"/>
                  <a:pt x="1482430" y="103928"/>
                  <a:pt x="1481983" y="97327"/>
                </a:cubicBezTo>
                <a:cubicBezTo>
                  <a:pt x="1488850" y="98377"/>
                  <a:pt x="1503735" y="98902"/>
                  <a:pt x="1526636" y="98902"/>
                </a:cubicBezTo>
                <a:cubicBezTo>
                  <a:pt x="1549538" y="98902"/>
                  <a:pt x="1563910" y="98377"/>
                  <a:pt x="1569751" y="97327"/>
                </a:cubicBezTo>
                <a:cubicBezTo>
                  <a:pt x="1569303" y="105723"/>
                  <a:pt x="1569079" y="114260"/>
                  <a:pt x="1569079" y="122937"/>
                </a:cubicBezTo>
                <a:lnTo>
                  <a:pt x="1569079" y="186849"/>
                </a:lnTo>
                <a:lnTo>
                  <a:pt x="1566277" y="198298"/>
                </a:lnTo>
                <a:lnTo>
                  <a:pt x="1589953" y="183287"/>
                </a:lnTo>
                <a:cubicBezTo>
                  <a:pt x="1597877" y="177212"/>
                  <a:pt x="1604271" y="171055"/>
                  <a:pt x="1609134" y="164817"/>
                </a:cubicBezTo>
                <a:cubicBezTo>
                  <a:pt x="1600412" y="150876"/>
                  <a:pt x="1594195" y="132833"/>
                  <a:pt x="1590483" y="110688"/>
                </a:cubicBezTo>
                <a:lnTo>
                  <a:pt x="1588525" y="94681"/>
                </a:lnTo>
                <a:lnTo>
                  <a:pt x="1587360" y="96966"/>
                </a:lnTo>
                <a:cubicBezTo>
                  <a:pt x="1581952" y="94111"/>
                  <a:pt x="1576278" y="92579"/>
                  <a:pt x="1570337" y="92369"/>
                </a:cubicBezTo>
                <a:cubicBezTo>
                  <a:pt x="1570777" y="89726"/>
                  <a:pt x="1571525" y="88548"/>
                  <a:pt x="1572580" y="88837"/>
                </a:cubicBezTo>
                <a:cubicBezTo>
                  <a:pt x="1565810" y="88127"/>
                  <a:pt x="1549190" y="87772"/>
                  <a:pt x="1522722" y="87772"/>
                </a:cubicBezTo>
                <a:cubicBezTo>
                  <a:pt x="1496253" y="87772"/>
                  <a:pt x="1477739" y="88445"/>
                  <a:pt x="1467181" y="89790"/>
                </a:cubicBezTo>
                <a:lnTo>
                  <a:pt x="1467181" y="71538"/>
                </a:lnTo>
                <a:cubicBezTo>
                  <a:pt x="1478449" y="72760"/>
                  <a:pt x="1488167" y="73357"/>
                  <a:pt x="1496334" y="73331"/>
                </a:cubicBezTo>
                <a:lnTo>
                  <a:pt x="1496334" y="51664"/>
                </a:lnTo>
                <a:cubicBezTo>
                  <a:pt x="1488674" y="51957"/>
                  <a:pt x="1480675" y="52556"/>
                  <a:pt x="1472339" y="53461"/>
                </a:cubicBezTo>
                <a:lnTo>
                  <a:pt x="1472339" y="35208"/>
                </a:lnTo>
                <a:cubicBezTo>
                  <a:pt x="1480668" y="36285"/>
                  <a:pt x="1488667" y="36882"/>
                  <a:pt x="1496334" y="37001"/>
                </a:cubicBezTo>
                <a:cubicBezTo>
                  <a:pt x="1496189" y="24893"/>
                  <a:pt x="1495517" y="15400"/>
                  <a:pt x="1494316" y="8523"/>
                </a:cubicBezTo>
                <a:cubicBezTo>
                  <a:pt x="1499960" y="9123"/>
                  <a:pt x="1506776" y="9423"/>
                  <a:pt x="1514765" y="9423"/>
                </a:cubicBezTo>
                <a:cubicBezTo>
                  <a:pt x="1517785" y="9423"/>
                  <a:pt x="1519294" y="10290"/>
                  <a:pt x="1519294" y="12023"/>
                </a:cubicBezTo>
                <a:cubicBezTo>
                  <a:pt x="1519294" y="13757"/>
                  <a:pt x="1518263" y="15426"/>
                  <a:pt x="1516201" y="17031"/>
                </a:cubicBezTo>
                <a:cubicBezTo>
                  <a:pt x="1514525" y="18393"/>
                  <a:pt x="1513687" y="20131"/>
                  <a:pt x="1513687" y="22246"/>
                </a:cubicBezTo>
                <a:lnTo>
                  <a:pt x="1513687" y="37455"/>
                </a:lnTo>
                <a:lnTo>
                  <a:pt x="1539615" y="37455"/>
                </a:lnTo>
                <a:cubicBezTo>
                  <a:pt x="1539615" y="23713"/>
                  <a:pt x="1538942" y="13919"/>
                  <a:pt x="1537597" y="8073"/>
                </a:cubicBezTo>
                <a:cubicBezTo>
                  <a:pt x="1543240" y="8673"/>
                  <a:pt x="1549983" y="8973"/>
                  <a:pt x="1557824" y="8973"/>
                </a:cubicBezTo>
                <a:cubicBezTo>
                  <a:pt x="1560844" y="8973"/>
                  <a:pt x="1562353" y="9828"/>
                  <a:pt x="1562353" y="11539"/>
                </a:cubicBezTo>
                <a:cubicBezTo>
                  <a:pt x="1562353" y="13250"/>
                  <a:pt x="1561419" y="14928"/>
                  <a:pt x="1559550" y="16574"/>
                </a:cubicBezTo>
                <a:cubicBezTo>
                  <a:pt x="1557680" y="18219"/>
                  <a:pt x="1556746" y="19960"/>
                  <a:pt x="1556746" y="21796"/>
                </a:cubicBezTo>
                <a:lnTo>
                  <a:pt x="1556746" y="37226"/>
                </a:lnTo>
                <a:cubicBezTo>
                  <a:pt x="1561839" y="37255"/>
                  <a:pt x="1569913" y="36582"/>
                  <a:pt x="1580966" y="35208"/>
                </a:cubicBezTo>
                <a:lnTo>
                  <a:pt x="1580966" y="53461"/>
                </a:lnTo>
                <a:cubicBezTo>
                  <a:pt x="1572139" y="52406"/>
                  <a:pt x="1564066" y="51733"/>
                  <a:pt x="1556746" y="51443"/>
                </a:cubicBezTo>
                <a:lnTo>
                  <a:pt x="1556746" y="73331"/>
                </a:lnTo>
                <a:cubicBezTo>
                  <a:pt x="1561753" y="73357"/>
                  <a:pt x="1569976" y="72760"/>
                  <a:pt x="1581413" y="71538"/>
                </a:cubicBezTo>
                <a:lnTo>
                  <a:pt x="1581413" y="78042"/>
                </a:lnTo>
                <a:cubicBezTo>
                  <a:pt x="1590350" y="58261"/>
                  <a:pt x="1596245" y="33668"/>
                  <a:pt x="1599097" y="4262"/>
                </a:cubicBezTo>
                <a:close/>
                <a:moveTo>
                  <a:pt x="259688" y="4262"/>
                </a:moveTo>
                <a:cubicBezTo>
                  <a:pt x="267975" y="5309"/>
                  <a:pt x="275315" y="5833"/>
                  <a:pt x="281709" y="5833"/>
                </a:cubicBezTo>
                <a:cubicBezTo>
                  <a:pt x="285924" y="5833"/>
                  <a:pt x="288031" y="7071"/>
                  <a:pt x="288031" y="9548"/>
                </a:cubicBezTo>
                <a:cubicBezTo>
                  <a:pt x="288031" y="12024"/>
                  <a:pt x="287171" y="13607"/>
                  <a:pt x="285450" y="14295"/>
                </a:cubicBezTo>
                <a:cubicBezTo>
                  <a:pt x="283730" y="14983"/>
                  <a:pt x="282534" y="15942"/>
                  <a:pt x="281862" y="17170"/>
                </a:cubicBezTo>
                <a:cubicBezTo>
                  <a:pt x="281191" y="18399"/>
                  <a:pt x="280855" y="19492"/>
                  <a:pt x="280855" y="20449"/>
                </a:cubicBezTo>
                <a:lnTo>
                  <a:pt x="280855" y="40816"/>
                </a:lnTo>
                <a:cubicBezTo>
                  <a:pt x="311633" y="40819"/>
                  <a:pt x="335031" y="39921"/>
                  <a:pt x="351050" y="38123"/>
                </a:cubicBezTo>
                <a:cubicBezTo>
                  <a:pt x="350002" y="45903"/>
                  <a:pt x="349478" y="55112"/>
                  <a:pt x="349478" y="65752"/>
                </a:cubicBezTo>
                <a:lnTo>
                  <a:pt x="349478" y="131906"/>
                </a:lnTo>
                <a:cubicBezTo>
                  <a:pt x="349478" y="142522"/>
                  <a:pt x="350226" y="153973"/>
                  <a:pt x="351721" y="166261"/>
                </a:cubicBezTo>
                <a:lnTo>
                  <a:pt x="330779" y="166261"/>
                </a:lnTo>
                <a:lnTo>
                  <a:pt x="330779" y="150116"/>
                </a:lnTo>
                <a:lnTo>
                  <a:pt x="280855" y="150116"/>
                </a:lnTo>
                <a:lnTo>
                  <a:pt x="280855" y="179223"/>
                </a:lnTo>
                <a:cubicBezTo>
                  <a:pt x="280855" y="183952"/>
                  <a:pt x="281244" y="187215"/>
                  <a:pt x="282023" y="189012"/>
                </a:cubicBezTo>
                <a:cubicBezTo>
                  <a:pt x="282802" y="190808"/>
                  <a:pt x="284604" y="192124"/>
                  <a:pt x="287429" y="192958"/>
                </a:cubicBezTo>
                <a:cubicBezTo>
                  <a:pt x="290254" y="193793"/>
                  <a:pt x="295213" y="194210"/>
                  <a:pt x="302304" y="194210"/>
                </a:cubicBezTo>
                <a:lnTo>
                  <a:pt x="337773" y="193985"/>
                </a:lnTo>
                <a:cubicBezTo>
                  <a:pt x="345812" y="193985"/>
                  <a:pt x="351223" y="191543"/>
                  <a:pt x="354005" y="186658"/>
                </a:cubicBezTo>
                <a:cubicBezTo>
                  <a:pt x="356788" y="181773"/>
                  <a:pt x="359046" y="173301"/>
                  <a:pt x="360779" y="161242"/>
                </a:cubicBezTo>
                <a:cubicBezTo>
                  <a:pt x="366221" y="165633"/>
                  <a:pt x="372620" y="169013"/>
                  <a:pt x="379978" y="171383"/>
                </a:cubicBezTo>
                <a:cubicBezTo>
                  <a:pt x="376211" y="186982"/>
                  <a:pt x="371491" y="197578"/>
                  <a:pt x="365818" y="203170"/>
                </a:cubicBezTo>
                <a:cubicBezTo>
                  <a:pt x="360144" y="208763"/>
                  <a:pt x="350859" y="211559"/>
                  <a:pt x="337962" y="211559"/>
                </a:cubicBezTo>
                <a:lnTo>
                  <a:pt x="302565" y="211338"/>
                </a:lnTo>
                <a:cubicBezTo>
                  <a:pt x="290430" y="211338"/>
                  <a:pt x="281538" y="210449"/>
                  <a:pt x="275888" y="208673"/>
                </a:cubicBezTo>
                <a:cubicBezTo>
                  <a:pt x="270239" y="206897"/>
                  <a:pt x="266538" y="203712"/>
                  <a:pt x="264785" y="199120"/>
                </a:cubicBezTo>
                <a:cubicBezTo>
                  <a:pt x="263033" y="194528"/>
                  <a:pt x="262156" y="187448"/>
                  <a:pt x="262156" y="177880"/>
                </a:cubicBezTo>
                <a:lnTo>
                  <a:pt x="262156" y="150116"/>
                </a:lnTo>
                <a:lnTo>
                  <a:pt x="210889" y="150116"/>
                </a:lnTo>
                <a:lnTo>
                  <a:pt x="210889" y="170747"/>
                </a:lnTo>
                <a:lnTo>
                  <a:pt x="190619" y="170747"/>
                </a:lnTo>
                <a:cubicBezTo>
                  <a:pt x="192262" y="158269"/>
                  <a:pt x="193083" y="146070"/>
                  <a:pt x="193083" y="134149"/>
                </a:cubicBezTo>
                <a:lnTo>
                  <a:pt x="193083" y="65752"/>
                </a:lnTo>
                <a:cubicBezTo>
                  <a:pt x="193083" y="56122"/>
                  <a:pt x="192561" y="46912"/>
                  <a:pt x="191515" y="38123"/>
                </a:cubicBezTo>
                <a:cubicBezTo>
                  <a:pt x="208220" y="39921"/>
                  <a:pt x="231767" y="40819"/>
                  <a:pt x="262156" y="40816"/>
                </a:cubicBezTo>
                <a:cubicBezTo>
                  <a:pt x="262156" y="25964"/>
                  <a:pt x="261334" y="13779"/>
                  <a:pt x="259688" y="4262"/>
                </a:cubicBezTo>
                <a:close/>
                <a:moveTo>
                  <a:pt x="743739" y="0"/>
                </a:moveTo>
                <a:cubicBezTo>
                  <a:pt x="752219" y="2882"/>
                  <a:pt x="758679" y="4681"/>
                  <a:pt x="763120" y="5397"/>
                </a:cubicBezTo>
                <a:cubicBezTo>
                  <a:pt x="767185" y="6300"/>
                  <a:pt x="769217" y="7848"/>
                  <a:pt x="769217" y="10043"/>
                </a:cubicBezTo>
                <a:cubicBezTo>
                  <a:pt x="769217" y="12237"/>
                  <a:pt x="767510" y="13944"/>
                  <a:pt x="764095" y="15165"/>
                </a:cubicBezTo>
                <a:cubicBezTo>
                  <a:pt x="760681" y="16385"/>
                  <a:pt x="753940" y="23516"/>
                  <a:pt x="743875" y="36558"/>
                </a:cubicBezTo>
                <a:lnTo>
                  <a:pt x="770517" y="36558"/>
                </a:lnTo>
                <a:cubicBezTo>
                  <a:pt x="806336" y="36558"/>
                  <a:pt x="829225" y="35436"/>
                  <a:pt x="839183" y="33190"/>
                </a:cubicBezTo>
                <a:cubicBezTo>
                  <a:pt x="838138" y="40422"/>
                  <a:pt x="837615" y="55237"/>
                  <a:pt x="837615" y="77635"/>
                </a:cubicBezTo>
                <a:lnTo>
                  <a:pt x="837615" y="185281"/>
                </a:lnTo>
                <a:cubicBezTo>
                  <a:pt x="837615" y="190874"/>
                  <a:pt x="836482" y="195196"/>
                  <a:pt x="834217" y="198247"/>
                </a:cubicBezTo>
                <a:cubicBezTo>
                  <a:pt x="831951" y="201297"/>
                  <a:pt x="827285" y="203568"/>
                  <a:pt x="820218" y="205060"/>
                </a:cubicBezTo>
                <a:cubicBezTo>
                  <a:pt x="813152" y="206552"/>
                  <a:pt x="801579" y="207373"/>
                  <a:pt x="785498" y="207523"/>
                </a:cubicBezTo>
                <a:cubicBezTo>
                  <a:pt x="785948" y="199891"/>
                  <a:pt x="783556" y="192388"/>
                  <a:pt x="778322" y="185013"/>
                </a:cubicBezTo>
                <a:cubicBezTo>
                  <a:pt x="791124" y="186808"/>
                  <a:pt x="800327" y="187706"/>
                  <a:pt x="805931" y="187706"/>
                </a:cubicBezTo>
                <a:cubicBezTo>
                  <a:pt x="811535" y="187706"/>
                  <a:pt x="815025" y="187018"/>
                  <a:pt x="816402" y="185642"/>
                </a:cubicBezTo>
                <a:cubicBezTo>
                  <a:pt x="817778" y="184265"/>
                  <a:pt x="818466" y="181678"/>
                  <a:pt x="818466" y="177880"/>
                </a:cubicBezTo>
                <a:lnTo>
                  <a:pt x="818466" y="51889"/>
                </a:lnTo>
                <a:lnTo>
                  <a:pt x="686239" y="51889"/>
                </a:lnTo>
                <a:lnTo>
                  <a:pt x="686239" y="207973"/>
                </a:lnTo>
                <a:lnTo>
                  <a:pt x="664851" y="207973"/>
                </a:lnTo>
                <a:cubicBezTo>
                  <a:pt x="666494" y="190764"/>
                  <a:pt x="667315" y="172061"/>
                  <a:pt x="667315" y="151866"/>
                </a:cubicBezTo>
                <a:lnTo>
                  <a:pt x="667315" y="77635"/>
                </a:lnTo>
                <a:cubicBezTo>
                  <a:pt x="667315" y="60609"/>
                  <a:pt x="666718" y="45794"/>
                  <a:pt x="665522" y="33190"/>
                </a:cubicBezTo>
                <a:cubicBezTo>
                  <a:pt x="673018" y="35436"/>
                  <a:pt x="684769" y="36558"/>
                  <a:pt x="700773" y="36558"/>
                </a:cubicBezTo>
                <a:lnTo>
                  <a:pt x="726816" y="36558"/>
                </a:lnTo>
                <a:cubicBezTo>
                  <a:pt x="735055" y="23988"/>
                  <a:pt x="740696" y="11802"/>
                  <a:pt x="7437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29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2DE84B-C4E8-475E-AC38-E8C813642112}"/>
              </a:ext>
            </a:extLst>
          </p:cNvPr>
          <p:cNvSpPr txBox="1"/>
          <p:nvPr/>
        </p:nvSpPr>
        <p:spPr>
          <a:xfrm>
            <a:off x="5191530" y="48858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20FF7-E77D-4240-B616-C52766952CDD}"/>
              </a:ext>
            </a:extLst>
          </p:cNvPr>
          <p:cNvSpPr txBox="1"/>
          <p:nvPr/>
        </p:nvSpPr>
        <p:spPr>
          <a:xfrm>
            <a:off x="-2801746" y="3212730"/>
            <a:ext cx="1804904" cy="432540"/>
          </a:xfrm>
          <a:custGeom>
            <a:avLst/>
            <a:gdLst/>
            <a:ahLst/>
            <a:cxnLst/>
            <a:rect l="l" t="t" r="r" b="b"/>
            <a:pathLst>
              <a:path w="1804904" h="432540">
                <a:moveTo>
                  <a:pt x="1522340" y="293051"/>
                </a:moveTo>
                <a:lnTo>
                  <a:pt x="1522340" y="360609"/>
                </a:lnTo>
                <a:lnTo>
                  <a:pt x="1679152" y="360609"/>
                </a:lnTo>
                <a:lnTo>
                  <a:pt x="1679152" y="293051"/>
                </a:lnTo>
                <a:close/>
                <a:moveTo>
                  <a:pt x="1147562" y="206490"/>
                </a:moveTo>
                <a:lnTo>
                  <a:pt x="1147562" y="266426"/>
                </a:lnTo>
                <a:lnTo>
                  <a:pt x="1247410" y="266426"/>
                </a:lnTo>
                <a:lnTo>
                  <a:pt x="1247410" y="206490"/>
                </a:lnTo>
                <a:close/>
                <a:moveTo>
                  <a:pt x="1007630" y="206490"/>
                </a:moveTo>
                <a:lnTo>
                  <a:pt x="1007630" y="266426"/>
                </a:lnTo>
                <a:lnTo>
                  <a:pt x="1110164" y="266426"/>
                </a:lnTo>
                <a:lnTo>
                  <a:pt x="1110164" y="206490"/>
                </a:lnTo>
                <a:close/>
                <a:moveTo>
                  <a:pt x="1602800" y="184959"/>
                </a:moveTo>
                <a:cubicBezTo>
                  <a:pt x="1563557" y="223506"/>
                  <a:pt x="1529712" y="249088"/>
                  <a:pt x="1501266" y="261704"/>
                </a:cubicBezTo>
                <a:cubicBezTo>
                  <a:pt x="1513977" y="262161"/>
                  <a:pt x="1545141" y="262390"/>
                  <a:pt x="1594759" y="262390"/>
                </a:cubicBezTo>
                <a:cubicBezTo>
                  <a:pt x="1644378" y="262390"/>
                  <a:pt x="1680133" y="262049"/>
                  <a:pt x="1702027" y="261368"/>
                </a:cubicBezTo>
                <a:cubicBezTo>
                  <a:pt x="1670499" y="247766"/>
                  <a:pt x="1637423" y="222297"/>
                  <a:pt x="1602800" y="184959"/>
                </a:cubicBezTo>
                <a:close/>
                <a:moveTo>
                  <a:pt x="1596099" y="133652"/>
                </a:moveTo>
                <a:cubicBezTo>
                  <a:pt x="1608048" y="141291"/>
                  <a:pt x="1618990" y="147382"/>
                  <a:pt x="1628925" y="151926"/>
                </a:cubicBezTo>
                <a:cubicBezTo>
                  <a:pt x="1634416" y="154217"/>
                  <a:pt x="1637161" y="157274"/>
                  <a:pt x="1637161" y="161098"/>
                </a:cubicBezTo>
                <a:cubicBezTo>
                  <a:pt x="1637161" y="166242"/>
                  <a:pt x="1634922" y="168814"/>
                  <a:pt x="1630443" y="168814"/>
                </a:cubicBezTo>
                <a:cubicBezTo>
                  <a:pt x="1625963" y="168814"/>
                  <a:pt x="1623269" y="168652"/>
                  <a:pt x="1622359" y="168328"/>
                </a:cubicBezTo>
                <a:cubicBezTo>
                  <a:pt x="1668822" y="218782"/>
                  <a:pt x="1729671" y="251462"/>
                  <a:pt x="1804904" y="266369"/>
                </a:cubicBezTo>
                <a:cubicBezTo>
                  <a:pt x="1795865" y="277680"/>
                  <a:pt x="1789361" y="289712"/>
                  <a:pt x="1785394" y="302466"/>
                </a:cubicBezTo>
                <a:cubicBezTo>
                  <a:pt x="1754919" y="292679"/>
                  <a:pt x="1732359" y="282964"/>
                  <a:pt x="1717714" y="273320"/>
                </a:cubicBezTo>
                <a:cubicBezTo>
                  <a:pt x="1717238" y="281040"/>
                  <a:pt x="1717000" y="289381"/>
                  <a:pt x="1717000" y="298344"/>
                </a:cubicBezTo>
                <a:lnTo>
                  <a:pt x="1717000" y="386255"/>
                </a:lnTo>
                <a:cubicBezTo>
                  <a:pt x="1717000" y="394575"/>
                  <a:pt x="1717747" y="405517"/>
                  <a:pt x="1719243" y="419081"/>
                </a:cubicBezTo>
                <a:lnTo>
                  <a:pt x="1679152" y="419081"/>
                </a:lnTo>
                <a:lnTo>
                  <a:pt x="1679152" y="389927"/>
                </a:lnTo>
                <a:lnTo>
                  <a:pt x="1522340" y="389927"/>
                </a:lnTo>
                <a:lnTo>
                  <a:pt x="1522340" y="423567"/>
                </a:lnTo>
                <a:lnTo>
                  <a:pt x="1482249" y="423567"/>
                </a:lnTo>
                <a:cubicBezTo>
                  <a:pt x="1484344" y="405779"/>
                  <a:pt x="1485392" y="393192"/>
                  <a:pt x="1485392" y="385805"/>
                </a:cubicBezTo>
                <a:lnTo>
                  <a:pt x="1485392" y="296101"/>
                </a:lnTo>
                <a:cubicBezTo>
                  <a:pt x="1485392" y="287609"/>
                  <a:pt x="1485107" y="280463"/>
                  <a:pt x="1484535" y="274663"/>
                </a:cubicBezTo>
                <a:cubicBezTo>
                  <a:pt x="1468657" y="285235"/>
                  <a:pt x="1446968" y="296299"/>
                  <a:pt x="1419470" y="307852"/>
                </a:cubicBezTo>
                <a:cubicBezTo>
                  <a:pt x="1415483" y="296703"/>
                  <a:pt x="1408004" y="286395"/>
                  <a:pt x="1397031" y="276927"/>
                </a:cubicBezTo>
                <a:cubicBezTo>
                  <a:pt x="1441685" y="263049"/>
                  <a:pt x="1477406" y="246395"/>
                  <a:pt x="1504195" y="226964"/>
                </a:cubicBezTo>
                <a:cubicBezTo>
                  <a:pt x="1530984" y="207533"/>
                  <a:pt x="1551528" y="191258"/>
                  <a:pt x="1565827" y="178140"/>
                </a:cubicBezTo>
                <a:cubicBezTo>
                  <a:pt x="1580127" y="165022"/>
                  <a:pt x="1590217" y="150192"/>
                  <a:pt x="1596099" y="133652"/>
                </a:cubicBezTo>
                <a:close/>
                <a:moveTo>
                  <a:pt x="736069" y="122545"/>
                </a:moveTo>
                <a:lnTo>
                  <a:pt x="584532" y="129795"/>
                </a:lnTo>
                <a:cubicBezTo>
                  <a:pt x="574347" y="130376"/>
                  <a:pt x="564307" y="131451"/>
                  <a:pt x="554412" y="133020"/>
                </a:cubicBezTo>
                <a:lnTo>
                  <a:pt x="552253" y="133477"/>
                </a:lnTo>
                <a:lnTo>
                  <a:pt x="561248" y="137906"/>
                </a:lnTo>
                <a:cubicBezTo>
                  <a:pt x="566190" y="140247"/>
                  <a:pt x="570161" y="142017"/>
                  <a:pt x="573163" y="143218"/>
                </a:cubicBezTo>
                <a:cubicBezTo>
                  <a:pt x="579166" y="145618"/>
                  <a:pt x="582167" y="148922"/>
                  <a:pt x="582167" y="153130"/>
                </a:cubicBezTo>
                <a:cubicBezTo>
                  <a:pt x="582167" y="157337"/>
                  <a:pt x="579725" y="160283"/>
                  <a:pt x="574841" y="161966"/>
                </a:cubicBezTo>
                <a:cubicBezTo>
                  <a:pt x="569958" y="163650"/>
                  <a:pt x="563577" y="168714"/>
                  <a:pt x="555700" y="177158"/>
                </a:cubicBezTo>
                <a:cubicBezTo>
                  <a:pt x="542389" y="202180"/>
                  <a:pt x="532971" y="216384"/>
                  <a:pt x="527446" y="219770"/>
                </a:cubicBezTo>
                <a:lnTo>
                  <a:pt x="614286" y="213576"/>
                </a:lnTo>
                <a:cubicBezTo>
                  <a:pt x="606632" y="199375"/>
                  <a:pt x="597065" y="183935"/>
                  <a:pt x="585582" y="167256"/>
                </a:cubicBezTo>
                <a:lnTo>
                  <a:pt x="612114" y="151597"/>
                </a:lnTo>
                <a:cubicBezTo>
                  <a:pt x="633102" y="180682"/>
                  <a:pt x="651076" y="213048"/>
                  <a:pt x="666035" y="248695"/>
                </a:cubicBezTo>
                <a:lnTo>
                  <a:pt x="649953" y="255298"/>
                </a:lnTo>
                <a:lnTo>
                  <a:pt x="681817" y="257965"/>
                </a:lnTo>
                <a:lnTo>
                  <a:pt x="666764" y="227142"/>
                </a:lnTo>
                <a:cubicBezTo>
                  <a:pt x="687883" y="215541"/>
                  <a:pt x="708552" y="186569"/>
                  <a:pt x="728771" y="140225"/>
                </a:cubicBezTo>
                <a:close/>
                <a:moveTo>
                  <a:pt x="1147562" y="110956"/>
                </a:moveTo>
                <a:lnTo>
                  <a:pt x="1147562" y="175822"/>
                </a:lnTo>
                <a:lnTo>
                  <a:pt x="1247410" y="175822"/>
                </a:lnTo>
                <a:lnTo>
                  <a:pt x="1247410" y="110956"/>
                </a:lnTo>
                <a:close/>
                <a:moveTo>
                  <a:pt x="1007630" y="110956"/>
                </a:moveTo>
                <a:lnTo>
                  <a:pt x="1007630" y="175822"/>
                </a:lnTo>
                <a:lnTo>
                  <a:pt x="1110164" y="175822"/>
                </a:lnTo>
                <a:lnTo>
                  <a:pt x="1110164" y="110956"/>
                </a:lnTo>
                <a:close/>
                <a:moveTo>
                  <a:pt x="1653013" y="98219"/>
                </a:moveTo>
                <a:cubicBezTo>
                  <a:pt x="1698995" y="122141"/>
                  <a:pt x="1737367" y="147473"/>
                  <a:pt x="1768127" y="174214"/>
                </a:cubicBezTo>
                <a:lnTo>
                  <a:pt x="1745882" y="200210"/>
                </a:lnTo>
                <a:cubicBezTo>
                  <a:pt x="1716935" y="173660"/>
                  <a:pt x="1680488" y="148352"/>
                  <a:pt x="1636540" y="124287"/>
                </a:cubicBezTo>
                <a:close/>
                <a:moveTo>
                  <a:pt x="1542564" y="94183"/>
                </a:moveTo>
                <a:cubicBezTo>
                  <a:pt x="1551717" y="103556"/>
                  <a:pt x="1559980" y="110149"/>
                  <a:pt x="1567353" y="113964"/>
                </a:cubicBezTo>
                <a:cubicBezTo>
                  <a:pt x="1572029" y="116293"/>
                  <a:pt x="1574368" y="119450"/>
                  <a:pt x="1574368" y="123437"/>
                </a:cubicBezTo>
                <a:cubicBezTo>
                  <a:pt x="1574368" y="127423"/>
                  <a:pt x="1571401" y="129683"/>
                  <a:pt x="1565467" y="130216"/>
                </a:cubicBezTo>
                <a:cubicBezTo>
                  <a:pt x="1560552" y="130478"/>
                  <a:pt x="1552631" y="135207"/>
                  <a:pt x="1541707" y="144403"/>
                </a:cubicBezTo>
                <a:cubicBezTo>
                  <a:pt x="1512008" y="168464"/>
                  <a:pt x="1482928" y="189607"/>
                  <a:pt x="1454467" y="207833"/>
                </a:cubicBezTo>
                <a:cubicBezTo>
                  <a:pt x="1449933" y="197127"/>
                  <a:pt x="1442301" y="188209"/>
                  <a:pt x="1431571" y="181079"/>
                </a:cubicBezTo>
                <a:cubicBezTo>
                  <a:pt x="1482683" y="153748"/>
                  <a:pt x="1519680" y="124782"/>
                  <a:pt x="1542564" y="94183"/>
                </a:cubicBezTo>
                <a:close/>
                <a:moveTo>
                  <a:pt x="1105228" y="6279"/>
                </a:moveTo>
                <a:cubicBezTo>
                  <a:pt x="1121802" y="8375"/>
                  <a:pt x="1136482" y="9422"/>
                  <a:pt x="1149269" y="9422"/>
                </a:cubicBezTo>
                <a:cubicBezTo>
                  <a:pt x="1157699" y="9422"/>
                  <a:pt x="1161914" y="11899"/>
                  <a:pt x="1161914" y="16852"/>
                </a:cubicBezTo>
                <a:cubicBezTo>
                  <a:pt x="1161914" y="21805"/>
                  <a:pt x="1160193" y="24969"/>
                  <a:pt x="1156752" y="26346"/>
                </a:cubicBezTo>
                <a:cubicBezTo>
                  <a:pt x="1153311" y="27722"/>
                  <a:pt x="1150920" y="29639"/>
                  <a:pt x="1149577" y="32097"/>
                </a:cubicBezTo>
                <a:cubicBezTo>
                  <a:pt x="1148233" y="34554"/>
                  <a:pt x="1147562" y="36740"/>
                  <a:pt x="1147562" y="38655"/>
                </a:cubicBezTo>
                <a:lnTo>
                  <a:pt x="1147562" y="79388"/>
                </a:lnTo>
                <a:cubicBezTo>
                  <a:pt x="1209117" y="79393"/>
                  <a:pt x="1255914" y="77598"/>
                  <a:pt x="1287951" y="74002"/>
                </a:cubicBezTo>
                <a:cubicBezTo>
                  <a:pt x="1285855" y="89561"/>
                  <a:pt x="1284808" y="107980"/>
                  <a:pt x="1284808" y="129259"/>
                </a:cubicBezTo>
                <a:lnTo>
                  <a:pt x="1284808" y="261568"/>
                </a:lnTo>
                <a:cubicBezTo>
                  <a:pt x="1284808" y="282799"/>
                  <a:pt x="1286303" y="305702"/>
                  <a:pt x="1289294" y="330277"/>
                </a:cubicBezTo>
                <a:lnTo>
                  <a:pt x="1247410" y="330277"/>
                </a:lnTo>
                <a:lnTo>
                  <a:pt x="1247410" y="297987"/>
                </a:lnTo>
                <a:lnTo>
                  <a:pt x="1147562" y="297987"/>
                </a:lnTo>
                <a:lnTo>
                  <a:pt x="1147562" y="356201"/>
                </a:lnTo>
                <a:cubicBezTo>
                  <a:pt x="1147562" y="365660"/>
                  <a:pt x="1148341" y="372186"/>
                  <a:pt x="1149898" y="375779"/>
                </a:cubicBezTo>
                <a:cubicBezTo>
                  <a:pt x="1151455" y="379372"/>
                  <a:pt x="1155059" y="382003"/>
                  <a:pt x="1160710" y="383673"/>
                </a:cubicBezTo>
                <a:cubicBezTo>
                  <a:pt x="1166361" y="385342"/>
                  <a:pt x="1176277" y="386177"/>
                  <a:pt x="1190460" y="386177"/>
                </a:cubicBezTo>
                <a:lnTo>
                  <a:pt x="1261398" y="385727"/>
                </a:lnTo>
                <a:cubicBezTo>
                  <a:pt x="1277476" y="385727"/>
                  <a:pt x="1288297" y="380841"/>
                  <a:pt x="1293863" y="371071"/>
                </a:cubicBezTo>
                <a:cubicBezTo>
                  <a:pt x="1299427" y="361301"/>
                  <a:pt x="1303943" y="344357"/>
                  <a:pt x="1307411" y="320240"/>
                </a:cubicBezTo>
                <a:cubicBezTo>
                  <a:pt x="1318293" y="329022"/>
                  <a:pt x="1331092" y="335782"/>
                  <a:pt x="1345808" y="340521"/>
                </a:cubicBezTo>
                <a:cubicBezTo>
                  <a:pt x="1338274" y="371720"/>
                  <a:pt x="1328833" y="392912"/>
                  <a:pt x="1317487" y="404097"/>
                </a:cubicBezTo>
                <a:cubicBezTo>
                  <a:pt x="1306140" y="415281"/>
                  <a:pt x="1287570" y="420874"/>
                  <a:pt x="1261776" y="420874"/>
                </a:cubicBezTo>
                <a:lnTo>
                  <a:pt x="1190982" y="420431"/>
                </a:lnTo>
                <a:cubicBezTo>
                  <a:pt x="1166712" y="420431"/>
                  <a:pt x="1148927" y="418654"/>
                  <a:pt x="1137629" y="415102"/>
                </a:cubicBezTo>
                <a:cubicBezTo>
                  <a:pt x="1126329" y="411549"/>
                  <a:pt x="1118927" y="405180"/>
                  <a:pt x="1115422" y="395996"/>
                </a:cubicBezTo>
                <a:cubicBezTo>
                  <a:pt x="1111917" y="386811"/>
                  <a:pt x="1110164" y="372651"/>
                  <a:pt x="1110164" y="353515"/>
                </a:cubicBezTo>
                <a:lnTo>
                  <a:pt x="1110164" y="297987"/>
                </a:lnTo>
                <a:lnTo>
                  <a:pt x="1007630" y="297987"/>
                </a:lnTo>
                <a:lnTo>
                  <a:pt x="1007630" y="339249"/>
                </a:lnTo>
                <a:lnTo>
                  <a:pt x="967089" y="339249"/>
                </a:lnTo>
                <a:cubicBezTo>
                  <a:pt x="970375" y="314294"/>
                  <a:pt x="972019" y="289895"/>
                  <a:pt x="972019" y="266054"/>
                </a:cubicBezTo>
                <a:lnTo>
                  <a:pt x="972019" y="129259"/>
                </a:lnTo>
                <a:cubicBezTo>
                  <a:pt x="972019" y="109999"/>
                  <a:pt x="970973" y="91580"/>
                  <a:pt x="968882" y="74002"/>
                </a:cubicBezTo>
                <a:cubicBezTo>
                  <a:pt x="1002291" y="77598"/>
                  <a:pt x="1049385" y="79393"/>
                  <a:pt x="1110164" y="79388"/>
                </a:cubicBezTo>
                <a:cubicBezTo>
                  <a:pt x="1110164" y="49684"/>
                  <a:pt x="1108519" y="25315"/>
                  <a:pt x="1105228" y="6279"/>
                </a:cubicBezTo>
                <a:close/>
                <a:moveTo>
                  <a:pt x="246230" y="5829"/>
                </a:moveTo>
                <a:cubicBezTo>
                  <a:pt x="262061" y="8825"/>
                  <a:pt x="274047" y="10322"/>
                  <a:pt x="282188" y="10322"/>
                </a:cubicBezTo>
                <a:cubicBezTo>
                  <a:pt x="290330" y="10322"/>
                  <a:pt x="294401" y="13004"/>
                  <a:pt x="294401" y="18366"/>
                </a:cubicBezTo>
                <a:cubicBezTo>
                  <a:pt x="294401" y="23729"/>
                  <a:pt x="292424" y="28083"/>
                  <a:pt x="288471" y="31429"/>
                </a:cubicBezTo>
                <a:cubicBezTo>
                  <a:pt x="284518" y="34774"/>
                  <a:pt x="281859" y="45827"/>
                  <a:pt x="280492" y="64586"/>
                </a:cubicBezTo>
                <a:lnTo>
                  <a:pt x="356744" y="59200"/>
                </a:lnTo>
                <a:cubicBezTo>
                  <a:pt x="351658" y="86675"/>
                  <a:pt x="349114" y="113179"/>
                  <a:pt x="349114" y="138713"/>
                </a:cubicBezTo>
                <a:cubicBezTo>
                  <a:pt x="349114" y="164248"/>
                  <a:pt x="352615" y="185487"/>
                  <a:pt x="359616" y="202432"/>
                </a:cubicBezTo>
                <a:cubicBezTo>
                  <a:pt x="366617" y="219377"/>
                  <a:pt x="372506" y="227850"/>
                  <a:pt x="377282" y="227850"/>
                </a:cubicBezTo>
                <a:cubicBezTo>
                  <a:pt x="379978" y="227850"/>
                  <a:pt x="382738" y="224574"/>
                  <a:pt x="385562" y="218023"/>
                </a:cubicBezTo>
                <a:cubicBezTo>
                  <a:pt x="388386" y="211473"/>
                  <a:pt x="390853" y="199496"/>
                  <a:pt x="392963" y="182094"/>
                </a:cubicBezTo>
                <a:cubicBezTo>
                  <a:pt x="399916" y="188719"/>
                  <a:pt x="405368" y="193142"/>
                  <a:pt x="409319" y="195363"/>
                </a:cubicBezTo>
                <a:cubicBezTo>
                  <a:pt x="413269" y="197585"/>
                  <a:pt x="418916" y="198696"/>
                  <a:pt x="426260" y="198696"/>
                </a:cubicBezTo>
                <a:cubicBezTo>
                  <a:pt x="416035" y="244259"/>
                  <a:pt x="401354" y="267040"/>
                  <a:pt x="382219" y="267040"/>
                </a:cubicBezTo>
                <a:cubicBezTo>
                  <a:pt x="376123" y="267040"/>
                  <a:pt x="369852" y="264727"/>
                  <a:pt x="363406" y="260100"/>
                </a:cubicBezTo>
                <a:cubicBezTo>
                  <a:pt x="356960" y="255473"/>
                  <a:pt x="350677" y="249105"/>
                  <a:pt x="344557" y="240994"/>
                </a:cubicBezTo>
                <a:cubicBezTo>
                  <a:pt x="338437" y="232884"/>
                  <a:pt x="333317" y="224870"/>
                  <a:pt x="329198" y="216952"/>
                </a:cubicBezTo>
                <a:cubicBezTo>
                  <a:pt x="325078" y="209034"/>
                  <a:pt x="321733" y="196298"/>
                  <a:pt x="319161" y="178744"/>
                </a:cubicBezTo>
                <a:cubicBezTo>
                  <a:pt x="316589" y="161189"/>
                  <a:pt x="315303" y="144227"/>
                  <a:pt x="315303" y="127859"/>
                </a:cubicBezTo>
                <a:cubicBezTo>
                  <a:pt x="315303" y="111490"/>
                  <a:pt x="315901" y="99126"/>
                  <a:pt x="317096" y="90768"/>
                </a:cubicBezTo>
                <a:lnTo>
                  <a:pt x="278256" y="94069"/>
                </a:lnTo>
                <a:cubicBezTo>
                  <a:pt x="275765" y="119524"/>
                  <a:pt x="270083" y="141736"/>
                  <a:pt x="261211" y="160706"/>
                </a:cubicBezTo>
                <a:cubicBezTo>
                  <a:pt x="279947" y="173688"/>
                  <a:pt x="298034" y="188488"/>
                  <a:pt x="315475" y="205104"/>
                </a:cubicBezTo>
                <a:lnTo>
                  <a:pt x="291064" y="228914"/>
                </a:lnTo>
                <a:cubicBezTo>
                  <a:pt x="272562" y="211674"/>
                  <a:pt x="257739" y="197920"/>
                  <a:pt x="246595" y="187652"/>
                </a:cubicBezTo>
                <a:cubicBezTo>
                  <a:pt x="234288" y="209207"/>
                  <a:pt x="215686" y="226776"/>
                  <a:pt x="190788" y="240358"/>
                </a:cubicBezTo>
                <a:cubicBezTo>
                  <a:pt x="199608" y="241587"/>
                  <a:pt x="209597" y="242201"/>
                  <a:pt x="220756" y="242201"/>
                </a:cubicBezTo>
                <a:cubicBezTo>
                  <a:pt x="227090" y="242201"/>
                  <a:pt x="230257" y="244645"/>
                  <a:pt x="230257" y="249531"/>
                </a:cubicBezTo>
                <a:cubicBezTo>
                  <a:pt x="230257" y="254417"/>
                  <a:pt x="228247" y="258201"/>
                  <a:pt x="224228" y="260882"/>
                </a:cubicBezTo>
                <a:cubicBezTo>
                  <a:pt x="221251" y="263178"/>
                  <a:pt x="217432" y="271005"/>
                  <a:pt x="212769" y="284364"/>
                </a:cubicBezTo>
                <a:cubicBezTo>
                  <a:pt x="280187" y="284364"/>
                  <a:pt x="328924" y="283016"/>
                  <a:pt x="358980" y="280320"/>
                </a:cubicBezTo>
                <a:lnTo>
                  <a:pt x="349493" y="370646"/>
                </a:lnTo>
                <a:cubicBezTo>
                  <a:pt x="347912" y="385167"/>
                  <a:pt x="344619" y="396099"/>
                  <a:pt x="339613" y="403443"/>
                </a:cubicBezTo>
                <a:cubicBezTo>
                  <a:pt x="334608" y="410787"/>
                  <a:pt x="326194" y="416192"/>
                  <a:pt x="314371" y="419659"/>
                </a:cubicBezTo>
                <a:cubicBezTo>
                  <a:pt x="302548" y="423126"/>
                  <a:pt x="282825" y="425924"/>
                  <a:pt x="255203" y="428053"/>
                </a:cubicBezTo>
                <a:cubicBezTo>
                  <a:pt x="255803" y="421972"/>
                  <a:pt x="256103" y="417907"/>
                  <a:pt x="256103" y="415859"/>
                </a:cubicBezTo>
                <a:cubicBezTo>
                  <a:pt x="256103" y="406262"/>
                  <a:pt x="251617" y="395468"/>
                  <a:pt x="242644" y="383476"/>
                </a:cubicBezTo>
                <a:cubicBezTo>
                  <a:pt x="261699" y="386172"/>
                  <a:pt x="276019" y="387520"/>
                  <a:pt x="285603" y="387520"/>
                </a:cubicBezTo>
                <a:cubicBezTo>
                  <a:pt x="295188" y="387520"/>
                  <a:pt x="302029" y="385534"/>
                  <a:pt x="306127" y="381562"/>
                </a:cubicBezTo>
                <a:cubicBezTo>
                  <a:pt x="310225" y="377590"/>
                  <a:pt x="312686" y="369948"/>
                  <a:pt x="313510" y="358637"/>
                </a:cubicBezTo>
                <a:lnTo>
                  <a:pt x="316646" y="314582"/>
                </a:lnTo>
                <a:lnTo>
                  <a:pt x="205918" y="314582"/>
                </a:lnTo>
                <a:cubicBezTo>
                  <a:pt x="199055" y="341457"/>
                  <a:pt x="183439" y="364089"/>
                  <a:pt x="159070" y="382480"/>
                </a:cubicBezTo>
                <a:cubicBezTo>
                  <a:pt x="134700" y="400870"/>
                  <a:pt x="97724" y="417557"/>
                  <a:pt x="48141" y="432540"/>
                </a:cubicBezTo>
                <a:cubicBezTo>
                  <a:pt x="44774" y="416280"/>
                  <a:pt x="36650" y="403043"/>
                  <a:pt x="23767" y="392827"/>
                </a:cubicBezTo>
                <a:cubicBezTo>
                  <a:pt x="66034" y="387031"/>
                  <a:pt x="99918" y="376600"/>
                  <a:pt x="125419" y="361534"/>
                </a:cubicBezTo>
                <a:cubicBezTo>
                  <a:pt x="150920" y="346468"/>
                  <a:pt x="165625" y="330817"/>
                  <a:pt x="169535" y="314582"/>
                </a:cubicBezTo>
                <a:cubicBezTo>
                  <a:pt x="97769" y="314582"/>
                  <a:pt x="49927" y="315477"/>
                  <a:pt x="26010" y="317268"/>
                </a:cubicBezTo>
                <a:lnTo>
                  <a:pt x="26010" y="280320"/>
                </a:lnTo>
                <a:cubicBezTo>
                  <a:pt x="54571" y="283016"/>
                  <a:pt x="104634" y="284364"/>
                  <a:pt x="176200" y="284364"/>
                </a:cubicBezTo>
                <a:cubicBezTo>
                  <a:pt x="178339" y="275344"/>
                  <a:pt x="179408" y="267602"/>
                  <a:pt x="179408" y="261139"/>
                </a:cubicBezTo>
                <a:cubicBezTo>
                  <a:pt x="179408" y="254677"/>
                  <a:pt x="179415" y="250512"/>
                  <a:pt x="179429" y="248645"/>
                </a:cubicBezTo>
                <a:cubicBezTo>
                  <a:pt x="171624" y="255198"/>
                  <a:pt x="165508" y="258937"/>
                  <a:pt x="161084" y="259861"/>
                </a:cubicBezTo>
                <a:cubicBezTo>
                  <a:pt x="155783" y="250093"/>
                  <a:pt x="147537" y="241137"/>
                  <a:pt x="136345" y="232993"/>
                </a:cubicBezTo>
                <a:cubicBezTo>
                  <a:pt x="175750" y="215562"/>
                  <a:pt x="203859" y="194410"/>
                  <a:pt x="220670" y="169535"/>
                </a:cubicBezTo>
                <a:cubicBezTo>
                  <a:pt x="213436" y="165039"/>
                  <a:pt x="202373" y="158636"/>
                  <a:pt x="187480" y="150326"/>
                </a:cubicBezTo>
                <a:lnTo>
                  <a:pt x="204532" y="123787"/>
                </a:lnTo>
                <a:cubicBezTo>
                  <a:pt x="218125" y="131088"/>
                  <a:pt x="227957" y="137517"/>
                  <a:pt x="234029" y="143075"/>
                </a:cubicBezTo>
                <a:cubicBezTo>
                  <a:pt x="239811" y="129287"/>
                  <a:pt x="243580" y="113497"/>
                  <a:pt x="245338" y="95705"/>
                </a:cubicBezTo>
                <a:cubicBezTo>
                  <a:pt x="222258" y="97181"/>
                  <a:pt x="202818" y="98676"/>
                  <a:pt x="187016" y="100191"/>
                </a:cubicBezTo>
                <a:lnTo>
                  <a:pt x="184959" y="74909"/>
                </a:lnTo>
                <a:lnTo>
                  <a:pt x="184959" y="98848"/>
                </a:lnTo>
                <a:cubicBezTo>
                  <a:pt x="164975" y="96452"/>
                  <a:pt x="144044" y="95254"/>
                  <a:pt x="122165" y="95254"/>
                </a:cubicBezTo>
                <a:lnTo>
                  <a:pt x="122165" y="132759"/>
                </a:lnTo>
                <a:cubicBezTo>
                  <a:pt x="136667" y="127163"/>
                  <a:pt x="153862" y="120884"/>
                  <a:pt x="173750" y="113921"/>
                </a:cubicBezTo>
                <a:cubicBezTo>
                  <a:pt x="173421" y="126799"/>
                  <a:pt x="175214" y="138184"/>
                  <a:pt x="179129" y="148075"/>
                </a:cubicBezTo>
                <a:cubicBezTo>
                  <a:pt x="160441" y="152919"/>
                  <a:pt x="141453" y="158117"/>
                  <a:pt x="122165" y="163670"/>
                </a:cubicBezTo>
                <a:lnTo>
                  <a:pt x="122165" y="210883"/>
                </a:lnTo>
                <a:cubicBezTo>
                  <a:pt x="122165" y="222413"/>
                  <a:pt x="120272" y="231535"/>
                  <a:pt x="116486" y="238247"/>
                </a:cubicBezTo>
                <a:cubicBezTo>
                  <a:pt x="112699" y="244960"/>
                  <a:pt x="105871" y="249936"/>
                  <a:pt x="96001" y="253174"/>
                </a:cubicBezTo>
                <a:cubicBezTo>
                  <a:pt x="86131" y="256413"/>
                  <a:pt x="70128" y="258942"/>
                  <a:pt x="47991" y="260761"/>
                </a:cubicBezTo>
                <a:cubicBezTo>
                  <a:pt x="48887" y="247259"/>
                  <a:pt x="44250" y="233446"/>
                  <a:pt x="34083" y="219320"/>
                </a:cubicBezTo>
                <a:cubicBezTo>
                  <a:pt x="48646" y="221420"/>
                  <a:pt x="59554" y="222470"/>
                  <a:pt x="66804" y="222470"/>
                </a:cubicBezTo>
                <a:cubicBezTo>
                  <a:pt x="74055" y="222470"/>
                  <a:pt x="79236" y="221145"/>
                  <a:pt x="82346" y="218495"/>
                </a:cubicBezTo>
                <a:cubicBezTo>
                  <a:pt x="85456" y="215845"/>
                  <a:pt x="87011" y="209421"/>
                  <a:pt x="87011" y="199225"/>
                </a:cubicBezTo>
                <a:lnTo>
                  <a:pt x="87011" y="172400"/>
                </a:lnTo>
                <a:cubicBezTo>
                  <a:pt x="63212" y="181053"/>
                  <a:pt x="38395" y="189726"/>
                  <a:pt x="12558" y="198417"/>
                </a:cubicBezTo>
                <a:cubicBezTo>
                  <a:pt x="12558" y="184201"/>
                  <a:pt x="8372" y="171709"/>
                  <a:pt x="0" y="160941"/>
                </a:cubicBezTo>
                <a:cubicBezTo>
                  <a:pt x="28408" y="156879"/>
                  <a:pt x="57412" y="150559"/>
                  <a:pt x="87011" y="141982"/>
                </a:cubicBezTo>
                <a:lnTo>
                  <a:pt x="87011" y="95254"/>
                </a:lnTo>
                <a:cubicBezTo>
                  <a:pt x="54006" y="95254"/>
                  <a:pt x="27844" y="96452"/>
                  <a:pt x="8522" y="98848"/>
                </a:cubicBezTo>
                <a:lnTo>
                  <a:pt x="8522" y="62343"/>
                </a:lnTo>
                <a:cubicBezTo>
                  <a:pt x="27572" y="65039"/>
                  <a:pt x="53735" y="66387"/>
                  <a:pt x="87011" y="66387"/>
                </a:cubicBezTo>
                <a:cubicBezTo>
                  <a:pt x="87011" y="41293"/>
                  <a:pt x="85665" y="21407"/>
                  <a:pt x="82974" y="6729"/>
                </a:cubicBezTo>
                <a:cubicBezTo>
                  <a:pt x="96462" y="9725"/>
                  <a:pt x="110244" y="11223"/>
                  <a:pt x="124322" y="11223"/>
                </a:cubicBezTo>
                <a:cubicBezTo>
                  <a:pt x="132457" y="11223"/>
                  <a:pt x="136524" y="12869"/>
                  <a:pt x="136524" y="16162"/>
                </a:cubicBezTo>
                <a:cubicBezTo>
                  <a:pt x="136524" y="19456"/>
                  <a:pt x="134131" y="23045"/>
                  <a:pt x="129344" y="26932"/>
                </a:cubicBezTo>
                <a:cubicBezTo>
                  <a:pt x="124558" y="30818"/>
                  <a:pt x="122165" y="35623"/>
                  <a:pt x="122165" y="41348"/>
                </a:cubicBezTo>
                <a:lnTo>
                  <a:pt x="122165" y="66394"/>
                </a:lnTo>
                <a:cubicBezTo>
                  <a:pt x="143811" y="66137"/>
                  <a:pt x="164742" y="64786"/>
                  <a:pt x="184959" y="62343"/>
                </a:cubicBezTo>
                <a:lnTo>
                  <a:pt x="184959" y="67267"/>
                </a:lnTo>
                <a:lnTo>
                  <a:pt x="247345" y="66758"/>
                </a:lnTo>
                <a:cubicBezTo>
                  <a:pt x="247797" y="59229"/>
                  <a:pt x="248024" y="50952"/>
                  <a:pt x="248024" y="41930"/>
                </a:cubicBezTo>
                <a:cubicBezTo>
                  <a:pt x="248024" y="32907"/>
                  <a:pt x="247426" y="20874"/>
                  <a:pt x="246230" y="5829"/>
                </a:cubicBezTo>
                <a:close/>
                <a:moveTo>
                  <a:pt x="1593299" y="2243"/>
                </a:moveTo>
                <a:cubicBezTo>
                  <a:pt x="1607762" y="21260"/>
                  <a:pt x="1619978" y="39352"/>
                  <a:pt x="1629946" y="56521"/>
                </a:cubicBezTo>
                <a:cubicBezTo>
                  <a:pt x="1701812" y="56521"/>
                  <a:pt x="1753107" y="55471"/>
                  <a:pt x="1783830" y="53371"/>
                </a:cubicBezTo>
                <a:lnTo>
                  <a:pt x="1783830" y="146832"/>
                </a:lnTo>
                <a:lnTo>
                  <a:pt x="1746875" y="146832"/>
                </a:lnTo>
                <a:lnTo>
                  <a:pt x="1746875" y="88532"/>
                </a:lnTo>
                <a:lnTo>
                  <a:pt x="1459996" y="88532"/>
                </a:lnTo>
                <a:lnTo>
                  <a:pt x="1459996" y="149075"/>
                </a:lnTo>
                <a:lnTo>
                  <a:pt x="1423942" y="149075"/>
                </a:lnTo>
                <a:lnTo>
                  <a:pt x="1423942" y="53371"/>
                </a:lnTo>
                <a:cubicBezTo>
                  <a:pt x="1445683" y="55471"/>
                  <a:pt x="1501747" y="56521"/>
                  <a:pt x="1592134" y="56521"/>
                </a:cubicBezTo>
                <a:cubicBezTo>
                  <a:pt x="1584833" y="47829"/>
                  <a:pt x="1574370" y="34875"/>
                  <a:pt x="1560745" y="17659"/>
                </a:cubicBezTo>
                <a:close/>
                <a:moveTo>
                  <a:pt x="645004" y="0"/>
                </a:moveTo>
                <a:cubicBezTo>
                  <a:pt x="656877" y="9220"/>
                  <a:pt x="666966" y="16121"/>
                  <a:pt x="675272" y="20702"/>
                </a:cubicBezTo>
                <a:cubicBezTo>
                  <a:pt x="680177" y="23384"/>
                  <a:pt x="682630" y="27176"/>
                  <a:pt x="682630" y="32079"/>
                </a:cubicBezTo>
                <a:cubicBezTo>
                  <a:pt x="682630" y="36982"/>
                  <a:pt x="679120" y="40032"/>
                  <a:pt x="672100" y="41230"/>
                </a:cubicBezTo>
                <a:cubicBezTo>
                  <a:pt x="665080" y="42428"/>
                  <a:pt x="655573" y="48083"/>
                  <a:pt x="643579" y="58196"/>
                </a:cubicBezTo>
                <a:cubicBezTo>
                  <a:pt x="631584" y="68309"/>
                  <a:pt x="611712" y="81650"/>
                  <a:pt x="583961" y="98219"/>
                </a:cubicBezTo>
                <a:lnTo>
                  <a:pt x="740766" y="93690"/>
                </a:lnTo>
                <a:cubicBezTo>
                  <a:pt x="731079" y="87823"/>
                  <a:pt x="715529" y="76076"/>
                  <a:pt x="694117" y="58450"/>
                </a:cubicBezTo>
                <a:lnTo>
                  <a:pt x="716270" y="36326"/>
                </a:lnTo>
                <a:cubicBezTo>
                  <a:pt x="753884" y="64920"/>
                  <a:pt x="785729" y="94319"/>
                  <a:pt x="811803" y="124522"/>
                </a:cubicBezTo>
                <a:lnTo>
                  <a:pt x="785393" y="145939"/>
                </a:lnTo>
                <a:cubicBezTo>
                  <a:pt x="777358" y="136938"/>
                  <a:pt x="769786" y="128716"/>
                  <a:pt x="762676" y="121272"/>
                </a:cubicBezTo>
                <a:lnTo>
                  <a:pt x="743830" y="122174"/>
                </a:lnTo>
                <a:lnTo>
                  <a:pt x="754432" y="126917"/>
                </a:lnTo>
                <a:cubicBezTo>
                  <a:pt x="759299" y="129124"/>
                  <a:pt x="763359" y="130997"/>
                  <a:pt x="766612" y="132538"/>
                </a:cubicBezTo>
                <a:cubicBezTo>
                  <a:pt x="773117" y="135619"/>
                  <a:pt x="776370" y="138952"/>
                  <a:pt x="776370" y="142535"/>
                </a:cubicBezTo>
                <a:cubicBezTo>
                  <a:pt x="776370" y="146119"/>
                  <a:pt x="774051" y="148987"/>
                  <a:pt x="769412" y="151140"/>
                </a:cubicBezTo>
                <a:cubicBezTo>
                  <a:pt x="764774" y="153293"/>
                  <a:pt x="758058" y="161884"/>
                  <a:pt x="749267" y="176915"/>
                </a:cubicBezTo>
                <a:cubicBezTo>
                  <a:pt x="738980" y="194455"/>
                  <a:pt x="728429" y="208740"/>
                  <a:pt x="717613" y="219770"/>
                </a:cubicBezTo>
                <a:lnTo>
                  <a:pt x="804902" y="212405"/>
                </a:lnTo>
                <a:cubicBezTo>
                  <a:pt x="795887" y="201294"/>
                  <a:pt x="786469" y="189078"/>
                  <a:pt x="776649" y="175757"/>
                </a:cubicBezTo>
                <a:lnTo>
                  <a:pt x="801423" y="158327"/>
                </a:lnTo>
                <a:cubicBezTo>
                  <a:pt x="830579" y="194007"/>
                  <a:pt x="852727" y="227126"/>
                  <a:pt x="867867" y="257682"/>
                </a:cubicBezTo>
                <a:lnTo>
                  <a:pt x="834856" y="274663"/>
                </a:lnTo>
                <a:cubicBezTo>
                  <a:pt x="829236" y="261028"/>
                  <a:pt x="823667" y="249217"/>
                  <a:pt x="818147" y="239230"/>
                </a:cubicBezTo>
                <a:lnTo>
                  <a:pt x="716513" y="249960"/>
                </a:lnTo>
                <a:cubicBezTo>
                  <a:pt x="711412" y="250395"/>
                  <a:pt x="705993" y="251326"/>
                  <a:pt x="700255" y="252753"/>
                </a:cubicBezTo>
                <a:lnTo>
                  <a:pt x="683408" y="258099"/>
                </a:lnTo>
                <a:lnTo>
                  <a:pt x="686452" y="258353"/>
                </a:lnTo>
                <a:cubicBezTo>
                  <a:pt x="695567" y="258353"/>
                  <a:pt x="700125" y="260464"/>
                  <a:pt x="700125" y="264686"/>
                </a:cubicBezTo>
                <a:cubicBezTo>
                  <a:pt x="700125" y="268908"/>
                  <a:pt x="698182" y="272514"/>
                  <a:pt x="694296" y="275502"/>
                </a:cubicBezTo>
                <a:cubicBezTo>
                  <a:pt x="690410" y="278490"/>
                  <a:pt x="688466" y="282966"/>
                  <a:pt x="688466" y="288929"/>
                </a:cubicBezTo>
                <a:lnTo>
                  <a:pt x="688466" y="295580"/>
                </a:lnTo>
                <a:cubicBezTo>
                  <a:pt x="748593" y="295580"/>
                  <a:pt x="796285" y="293782"/>
                  <a:pt x="831541" y="290186"/>
                </a:cubicBezTo>
                <a:lnTo>
                  <a:pt x="831541" y="329827"/>
                </a:lnTo>
                <a:cubicBezTo>
                  <a:pt x="794684" y="327131"/>
                  <a:pt x="746993" y="325488"/>
                  <a:pt x="688466" y="324897"/>
                </a:cubicBezTo>
                <a:lnTo>
                  <a:pt x="688466" y="370925"/>
                </a:lnTo>
                <a:cubicBezTo>
                  <a:pt x="767381" y="370925"/>
                  <a:pt x="830172" y="369129"/>
                  <a:pt x="876840" y="365538"/>
                </a:cubicBezTo>
                <a:lnTo>
                  <a:pt x="876840" y="405179"/>
                </a:lnTo>
                <a:cubicBezTo>
                  <a:pt x="825443" y="401888"/>
                  <a:pt x="756563" y="400243"/>
                  <a:pt x="670200" y="400243"/>
                </a:cubicBezTo>
                <a:cubicBezTo>
                  <a:pt x="583837" y="400243"/>
                  <a:pt x="516609" y="401888"/>
                  <a:pt x="468518" y="405179"/>
                </a:cubicBezTo>
                <a:lnTo>
                  <a:pt x="468518" y="365538"/>
                </a:lnTo>
                <a:cubicBezTo>
                  <a:pt x="514247" y="369129"/>
                  <a:pt x="575395" y="370925"/>
                  <a:pt x="651962" y="370925"/>
                </a:cubicBezTo>
                <a:lnTo>
                  <a:pt x="651962" y="324897"/>
                </a:lnTo>
                <a:cubicBezTo>
                  <a:pt x="594250" y="325193"/>
                  <a:pt x="547454" y="326836"/>
                  <a:pt x="511573" y="329827"/>
                </a:cubicBezTo>
                <a:lnTo>
                  <a:pt x="511573" y="290186"/>
                </a:lnTo>
                <a:cubicBezTo>
                  <a:pt x="541191" y="293482"/>
                  <a:pt x="587987" y="295127"/>
                  <a:pt x="651962" y="295122"/>
                </a:cubicBezTo>
                <a:cubicBezTo>
                  <a:pt x="651814" y="287228"/>
                  <a:pt x="651479" y="279955"/>
                  <a:pt x="650955" y="273302"/>
                </a:cubicBezTo>
                <a:lnTo>
                  <a:pt x="648882" y="255738"/>
                </a:lnTo>
                <a:lnTo>
                  <a:pt x="632281" y="262554"/>
                </a:lnTo>
                <a:cubicBezTo>
                  <a:pt x="629319" y="255258"/>
                  <a:pt x="626535" y="248231"/>
                  <a:pt x="623930" y="241473"/>
                </a:cubicBezTo>
                <a:lnTo>
                  <a:pt x="522039" y="252624"/>
                </a:lnTo>
                <a:cubicBezTo>
                  <a:pt x="512599" y="253510"/>
                  <a:pt x="499662" y="256968"/>
                  <a:pt x="483227" y="262997"/>
                </a:cubicBezTo>
                <a:cubicBezTo>
                  <a:pt x="480764" y="252786"/>
                  <a:pt x="477057" y="242518"/>
                  <a:pt x="472104" y="232193"/>
                </a:cubicBezTo>
                <a:cubicBezTo>
                  <a:pt x="491735" y="222008"/>
                  <a:pt x="512413" y="194444"/>
                  <a:pt x="534138" y="149499"/>
                </a:cubicBezTo>
                <a:lnTo>
                  <a:pt x="540368" y="135992"/>
                </a:lnTo>
                <a:lnTo>
                  <a:pt x="525160" y="139210"/>
                </a:lnTo>
                <a:cubicBezTo>
                  <a:pt x="522846" y="127775"/>
                  <a:pt x="519064" y="117045"/>
                  <a:pt x="513816" y="107020"/>
                </a:cubicBezTo>
                <a:cubicBezTo>
                  <a:pt x="537028" y="98876"/>
                  <a:pt x="561442" y="84278"/>
                  <a:pt x="587057" y="63225"/>
                </a:cubicBezTo>
                <a:cubicBezTo>
                  <a:pt x="612672" y="42173"/>
                  <a:pt x="631988" y="21098"/>
                  <a:pt x="6450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5F86387-134A-4201-972E-A0EAF81B506E}"/>
              </a:ext>
            </a:extLst>
          </p:cNvPr>
          <p:cNvGrpSpPr/>
          <p:nvPr/>
        </p:nvGrpSpPr>
        <p:grpSpPr>
          <a:xfrm>
            <a:off x="3976006" y="-2307374"/>
            <a:ext cx="4239988" cy="1146962"/>
            <a:chOff x="3976006" y="1645194"/>
            <a:chExt cx="4239988" cy="1146962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978A5330-024D-4C2F-9C9B-D5055DD4175A}"/>
                </a:ext>
              </a:extLst>
            </p:cNvPr>
            <p:cNvSpPr/>
            <p:nvPr/>
          </p:nvSpPr>
          <p:spPr>
            <a:xfrm rot="16200000" flipV="1">
              <a:off x="5884663" y="460825"/>
              <a:ext cx="422674" cy="423998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360A5CC-D574-4954-827B-A3E8CCB45389}"/>
                </a:ext>
              </a:extLst>
            </p:cNvPr>
            <p:cNvSpPr txBox="1"/>
            <p:nvPr/>
          </p:nvSpPr>
          <p:spPr>
            <a:xfrm>
              <a:off x="5428621" y="1645194"/>
              <a:ext cx="1337286" cy="421324"/>
            </a:xfrm>
            <a:custGeom>
              <a:avLst/>
              <a:gdLst/>
              <a:ahLst/>
              <a:cxnLst/>
              <a:rect l="l" t="t" r="r" b="b"/>
              <a:pathLst>
                <a:path w="1337286" h="421324">
                  <a:moveTo>
                    <a:pt x="161641" y="314853"/>
                  </a:moveTo>
                  <a:cubicBezTo>
                    <a:pt x="161032" y="325421"/>
                    <a:pt x="162079" y="336789"/>
                    <a:pt x="164785" y="348958"/>
                  </a:cubicBezTo>
                  <a:cubicBezTo>
                    <a:pt x="92666" y="364202"/>
                    <a:pt x="43060" y="376066"/>
                    <a:pt x="15966" y="384548"/>
                  </a:cubicBezTo>
                  <a:cubicBezTo>
                    <a:pt x="14080" y="370608"/>
                    <a:pt x="9506" y="356340"/>
                    <a:pt x="2243" y="341743"/>
                  </a:cubicBezTo>
                  <a:cubicBezTo>
                    <a:pt x="50111" y="339437"/>
                    <a:pt x="103244" y="330474"/>
                    <a:pt x="161641" y="314853"/>
                  </a:cubicBezTo>
                  <a:close/>
                  <a:moveTo>
                    <a:pt x="1054722" y="290808"/>
                  </a:moveTo>
                  <a:lnTo>
                    <a:pt x="1054722" y="358366"/>
                  </a:lnTo>
                  <a:lnTo>
                    <a:pt x="1211534" y="358366"/>
                  </a:lnTo>
                  <a:lnTo>
                    <a:pt x="1211534" y="290808"/>
                  </a:lnTo>
                  <a:close/>
                  <a:moveTo>
                    <a:pt x="212326" y="272420"/>
                  </a:moveTo>
                  <a:lnTo>
                    <a:pt x="212326" y="352087"/>
                  </a:lnTo>
                  <a:lnTo>
                    <a:pt x="345357" y="352087"/>
                  </a:lnTo>
                  <a:lnTo>
                    <a:pt x="345357" y="272420"/>
                  </a:lnTo>
                  <a:close/>
                  <a:moveTo>
                    <a:pt x="174029" y="238608"/>
                  </a:moveTo>
                  <a:cubicBezTo>
                    <a:pt x="193560" y="241004"/>
                    <a:pt x="228703" y="242201"/>
                    <a:pt x="279460" y="242201"/>
                  </a:cubicBezTo>
                  <a:cubicBezTo>
                    <a:pt x="330216" y="242201"/>
                    <a:pt x="364948" y="241004"/>
                    <a:pt x="383655" y="238608"/>
                  </a:cubicBezTo>
                  <a:cubicBezTo>
                    <a:pt x="381564" y="255296"/>
                    <a:pt x="380519" y="273713"/>
                    <a:pt x="380519" y="293858"/>
                  </a:cubicBezTo>
                  <a:lnTo>
                    <a:pt x="380519" y="345443"/>
                  </a:lnTo>
                  <a:cubicBezTo>
                    <a:pt x="380519" y="363626"/>
                    <a:pt x="381714" y="386677"/>
                    <a:pt x="384105" y="414595"/>
                  </a:cubicBezTo>
                  <a:lnTo>
                    <a:pt x="345357" y="414595"/>
                  </a:lnTo>
                  <a:lnTo>
                    <a:pt x="345357" y="382755"/>
                  </a:lnTo>
                  <a:lnTo>
                    <a:pt x="212326" y="382755"/>
                  </a:lnTo>
                  <a:lnTo>
                    <a:pt x="212326" y="417738"/>
                  </a:lnTo>
                  <a:lnTo>
                    <a:pt x="172235" y="417738"/>
                  </a:lnTo>
                  <a:cubicBezTo>
                    <a:pt x="175222" y="393120"/>
                    <a:pt x="176715" y="367674"/>
                    <a:pt x="176715" y="341400"/>
                  </a:cubicBezTo>
                  <a:lnTo>
                    <a:pt x="176715" y="293858"/>
                  </a:lnTo>
                  <a:cubicBezTo>
                    <a:pt x="176715" y="276299"/>
                    <a:pt x="175819" y="257882"/>
                    <a:pt x="174029" y="238608"/>
                  </a:cubicBezTo>
                  <a:close/>
                  <a:moveTo>
                    <a:pt x="679944" y="204247"/>
                  </a:moveTo>
                  <a:lnTo>
                    <a:pt x="679944" y="264183"/>
                  </a:lnTo>
                  <a:lnTo>
                    <a:pt x="779792" y="264183"/>
                  </a:lnTo>
                  <a:lnTo>
                    <a:pt x="779792" y="204247"/>
                  </a:lnTo>
                  <a:close/>
                  <a:moveTo>
                    <a:pt x="540012" y="204247"/>
                  </a:moveTo>
                  <a:lnTo>
                    <a:pt x="540012" y="264183"/>
                  </a:lnTo>
                  <a:lnTo>
                    <a:pt x="642547" y="264183"/>
                  </a:lnTo>
                  <a:lnTo>
                    <a:pt x="642547" y="204247"/>
                  </a:lnTo>
                  <a:close/>
                  <a:moveTo>
                    <a:pt x="1135182" y="182716"/>
                  </a:moveTo>
                  <a:cubicBezTo>
                    <a:pt x="1095939" y="221263"/>
                    <a:pt x="1062094" y="246845"/>
                    <a:pt x="1033648" y="259461"/>
                  </a:cubicBezTo>
                  <a:cubicBezTo>
                    <a:pt x="1046359" y="259918"/>
                    <a:pt x="1077524" y="260147"/>
                    <a:pt x="1127142" y="260147"/>
                  </a:cubicBezTo>
                  <a:cubicBezTo>
                    <a:pt x="1176760" y="260147"/>
                    <a:pt x="1212516" y="259806"/>
                    <a:pt x="1234409" y="259125"/>
                  </a:cubicBezTo>
                  <a:cubicBezTo>
                    <a:pt x="1202881" y="245523"/>
                    <a:pt x="1169805" y="220053"/>
                    <a:pt x="1135182" y="182716"/>
                  </a:cubicBezTo>
                  <a:close/>
                  <a:moveTo>
                    <a:pt x="1128481" y="131409"/>
                  </a:moveTo>
                  <a:cubicBezTo>
                    <a:pt x="1140430" y="139048"/>
                    <a:pt x="1151372" y="145139"/>
                    <a:pt x="1161307" y="149683"/>
                  </a:cubicBezTo>
                  <a:cubicBezTo>
                    <a:pt x="1166798" y="151974"/>
                    <a:pt x="1169543" y="155031"/>
                    <a:pt x="1169543" y="158855"/>
                  </a:cubicBezTo>
                  <a:cubicBezTo>
                    <a:pt x="1169543" y="163999"/>
                    <a:pt x="1167304" y="166571"/>
                    <a:pt x="1162825" y="166571"/>
                  </a:cubicBezTo>
                  <a:cubicBezTo>
                    <a:pt x="1158346" y="166571"/>
                    <a:pt x="1155651" y="166409"/>
                    <a:pt x="1154742" y="166085"/>
                  </a:cubicBezTo>
                  <a:cubicBezTo>
                    <a:pt x="1201205" y="216539"/>
                    <a:pt x="1262053" y="249219"/>
                    <a:pt x="1337286" y="264126"/>
                  </a:cubicBezTo>
                  <a:cubicBezTo>
                    <a:pt x="1328247" y="275437"/>
                    <a:pt x="1321743" y="287469"/>
                    <a:pt x="1317776" y="300223"/>
                  </a:cubicBezTo>
                  <a:cubicBezTo>
                    <a:pt x="1287301" y="290436"/>
                    <a:pt x="1264741" y="280721"/>
                    <a:pt x="1250096" y="271077"/>
                  </a:cubicBezTo>
                  <a:cubicBezTo>
                    <a:pt x="1249620" y="278797"/>
                    <a:pt x="1249382" y="287138"/>
                    <a:pt x="1249382" y="296101"/>
                  </a:cubicBezTo>
                  <a:lnTo>
                    <a:pt x="1249382" y="384012"/>
                  </a:lnTo>
                  <a:cubicBezTo>
                    <a:pt x="1249382" y="392332"/>
                    <a:pt x="1250130" y="403274"/>
                    <a:pt x="1251625" y="416838"/>
                  </a:cubicBezTo>
                  <a:lnTo>
                    <a:pt x="1211534" y="416838"/>
                  </a:lnTo>
                  <a:lnTo>
                    <a:pt x="1211534" y="387684"/>
                  </a:lnTo>
                  <a:lnTo>
                    <a:pt x="1054722" y="387684"/>
                  </a:lnTo>
                  <a:lnTo>
                    <a:pt x="1054722" y="421324"/>
                  </a:lnTo>
                  <a:lnTo>
                    <a:pt x="1014631" y="421324"/>
                  </a:lnTo>
                  <a:cubicBezTo>
                    <a:pt x="1016727" y="403536"/>
                    <a:pt x="1017774" y="390949"/>
                    <a:pt x="1017774" y="383562"/>
                  </a:cubicBezTo>
                  <a:lnTo>
                    <a:pt x="1017774" y="293858"/>
                  </a:lnTo>
                  <a:cubicBezTo>
                    <a:pt x="1017774" y="285366"/>
                    <a:pt x="1017489" y="278220"/>
                    <a:pt x="1016917" y="272420"/>
                  </a:cubicBezTo>
                  <a:cubicBezTo>
                    <a:pt x="1001039" y="282992"/>
                    <a:pt x="979351" y="294056"/>
                    <a:pt x="951852" y="305609"/>
                  </a:cubicBezTo>
                  <a:cubicBezTo>
                    <a:pt x="947866" y="294460"/>
                    <a:pt x="940386" y="284152"/>
                    <a:pt x="929413" y="274684"/>
                  </a:cubicBezTo>
                  <a:cubicBezTo>
                    <a:pt x="974067" y="260806"/>
                    <a:pt x="1009788" y="244152"/>
                    <a:pt x="1036577" y="224721"/>
                  </a:cubicBezTo>
                  <a:cubicBezTo>
                    <a:pt x="1063366" y="205290"/>
                    <a:pt x="1083910" y="189015"/>
                    <a:pt x="1098210" y="175897"/>
                  </a:cubicBezTo>
                  <a:cubicBezTo>
                    <a:pt x="1112509" y="162778"/>
                    <a:pt x="1122599" y="147949"/>
                    <a:pt x="1128481" y="131409"/>
                  </a:cubicBezTo>
                  <a:close/>
                  <a:moveTo>
                    <a:pt x="679944" y="108713"/>
                  </a:moveTo>
                  <a:lnTo>
                    <a:pt x="679944" y="173579"/>
                  </a:lnTo>
                  <a:lnTo>
                    <a:pt x="779792" y="173579"/>
                  </a:lnTo>
                  <a:lnTo>
                    <a:pt x="779792" y="108713"/>
                  </a:lnTo>
                  <a:close/>
                  <a:moveTo>
                    <a:pt x="540012" y="108713"/>
                  </a:moveTo>
                  <a:lnTo>
                    <a:pt x="540012" y="173579"/>
                  </a:lnTo>
                  <a:lnTo>
                    <a:pt x="642547" y="173579"/>
                  </a:lnTo>
                  <a:lnTo>
                    <a:pt x="642547" y="108713"/>
                  </a:lnTo>
                  <a:close/>
                  <a:moveTo>
                    <a:pt x="1185395" y="95976"/>
                  </a:moveTo>
                  <a:cubicBezTo>
                    <a:pt x="1231377" y="119898"/>
                    <a:pt x="1269749" y="145230"/>
                    <a:pt x="1300510" y="171971"/>
                  </a:cubicBezTo>
                  <a:lnTo>
                    <a:pt x="1278264" y="197967"/>
                  </a:lnTo>
                  <a:cubicBezTo>
                    <a:pt x="1249318" y="171416"/>
                    <a:pt x="1212870" y="146109"/>
                    <a:pt x="1168922" y="122044"/>
                  </a:cubicBezTo>
                  <a:close/>
                  <a:moveTo>
                    <a:pt x="1074946" y="91940"/>
                  </a:moveTo>
                  <a:cubicBezTo>
                    <a:pt x="1084099" y="101312"/>
                    <a:pt x="1092362" y="107906"/>
                    <a:pt x="1099735" y="111721"/>
                  </a:cubicBezTo>
                  <a:cubicBezTo>
                    <a:pt x="1104411" y="114050"/>
                    <a:pt x="1106750" y="117207"/>
                    <a:pt x="1106750" y="121193"/>
                  </a:cubicBezTo>
                  <a:cubicBezTo>
                    <a:pt x="1106750" y="125180"/>
                    <a:pt x="1103783" y="127440"/>
                    <a:pt x="1097849" y="127973"/>
                  </a:cubicBezTo>
                  <a:cubicBezTo>
                    <a:pt x="1092934" y="128235"/>
                    <a:pt x="1085014" y="132964"/>
                    <a:pt x="1074089" y="142160"/>
                  </a:cubicBezTo>
                  <a:cubicBezTo>
                    <a:pt x="1044390" y="166221"/>
                    <a:pt x="1015310" y="187364"/>
                    <a:pt x="986849" y="205590"/>
                  </a:cubicBezTo>
                  <a:cubicBezTo>
                    <a:pt x="982315" y="194884"/>
                    <a:pt x="974683" y="185966"/>
                    <a:pt x="963953" y="178836"/>
                  </a:cubicBezTo>
                  <a:cubicBezTo>
                    <a:pt x="1015065" y="151504"/>
                    <a:pt x="1052062" y="122539"/>
                    <a:pt x="1074946" y="91940"/>
                  </a:cubicBezTo>
                  <a:close/>
                  <a:moveTo>
                    <a:pt x="256553" y="5829"/>
                  </a:moveTo>
                  <a:cubicBezTo>
                    <a:pt x="271312" y="8225"/>
                    <a:pt x="284497" y="9422"/>
                    <a:pt x="296108" y="9422"/>
                  </a:cubicBezTo>
                  <a:cubicBezTo>
                    <a:pt x="303342" y="9422"/>
                    <a:pt x="306959" y="11474"/>
                    <a:pt x="306959" y="15577"/>
                  </a:cubicBezTo>
                  <a:cubicBezTo>
                    <a:pt x="306959" y="19680"/>
                    <a:pt x="305693" y="22184"/>
                    <a:pt x="303159" y="23088"/>
                  </a:cubicBezTo>
                  <a:cubicBezTo>
                    <a:pt x="300625" y="23993"/>
                    <a:pt x="298906" y="25403"/>
                    <a:pt x="298001" y="27317"/>
                  </a:cubicBezTo>
                  <a:cubicBezTo>
                    <a:pt x="297096" y="29232"/>
                    <a:pt x="296644" y="31368"/>
                    <a:pt x="296644" y="33725"/>
                  </a:cubicBezTo>
                  <a:lnTo>
                    <a:pt x="296644" y="79838"/>
                  </a:lnTo>
                  <a:cubicBezTo>
                    <a:pt x="342111" y="79838"/>
                    <a:pt x="380535" y="78193"/>
                    <a:pt x="411915" y="74902"/>
                  </a:cubicBezTo>
                  <a:lnTo>
                    <a:pt x="411915" y="114993"/>
                  </a:lnTo>
                  <a:cubicBezTo>
                    <a:pt x="380145" y="112002"/>
                    <a:pt x="341721" y="110506"/>
                    <a:pt x="296644" y="110506"/>
                  </a:cubicBezTo>
                  <a:lnTo>
                    <a:pt x="296644" y="171778"/>
                  </a:lnTo>
                  <a:cubicBezTo>
                    <a:pt x="338173" y="171478"/>
                    <a:pt x="372410" y="169983"/>
                    <a:pt x="399357" y="167292"/>
                  </a:cubicBezTo>
                  <a:lnTo>
                    <a:pt x="399357" y="206933"/>
                  </a:lnTo>
                  <a:cubicBezTo>
                    <a:pt x="369620" y="203947"/>
                    <a:pt x="329288" y="202454"/>
                    <a:pt x="278363" y="202454"/>
                  </a:cubicBezTo>
                  <a:cubicBezTo>
                    <a:pt x="227438" y="202454"/>
                    <a:pt x="187275" y="203947"/>
                    <a:pt x="157877" y="206933"/>
                  </a:cubicBezTo>
                  <a:lnTo>
                    <a:pt x="157877" y="167292"/>
                  </a:lnTo>
                  <a:cubicBezTo>
                    <a:pt x="184804" y="170288"/>
                    <a:pt x="218741" y="171783"/>
                    <a:pt x="259689" y="171778"/>
                  </a:cubicBezTo>
                  <a:lnTo>
                    <a:pt x="259689" y="110506"/>
                  </a:lnTo>
                  <a:cubicBezTo>
                    <a:pt x="239058" y="110656"/>
                    <a:pt x="219511" y="111105"/>
                    <a:pt x="201048" y="111853"/>
                  </a:cubicBezTo>
                  <a:lnTo>
                    <a:pt x="161919" y="114209"/>
                  </a:lnTo>
                  <a:lnTo>
                    <a:pt x="165828" y="116457"/>
                  </a:lnTo>
                  <a:cubicBezTo>
                    <a:pt x="169914" y="118686"/>
                    <a:pt x="171957" y="121585"/>
                    <a:pt x="171957" y="125155"/>
                  </a:cubicBezTo>
                  <a:cubicBezTo>
                    <a:pt x="171957" y="128724"/>
                    <a:pt x="169683" y="131145"/>
                    <a:pt x="165135" y="132416"/>
                  </a:cubicBezTo>
                  <a:cubicBezTo>
                    <a:pt x="160586" y="133688"/>
                    <a:pt x="157010" y="135432"/>
                    <a:pt x="154405" y="137649"/>
                  </a:cubicBezTo>
                  <a:cubicBezTo>
                    <a:pt x="151800" y="139866"/>
                    <a:pt x="147504" y="145035"/>
                    <a:pt x="141517" y="153155"/>
                  </a:cubicBezTo>
                  <a:cubicBezTo>
                    <a:pt x="135531" y="161275"/>
                    <a:pt x="124911" y="176167"/>
                    <a:pt x="109656" y="197832"/>
                  </a:cubicBezTo>
                  <a:lnTo>
                    <a:pt x="62972" y="260132"/>
                  </a:lnTo>
                  <a:lnTo>
                    <a:pt x="152226" y="248474"/>
                  </a:lnTo>
                  <a:cubicBezTo>
                    <a:pt x="150730" y="257475"/>
                    <a:pt x="149983" y="263790"/>
                    <a:pt x="149983" y="267419"/>
                  </a:cubicBezTo>
                  <a:cubicBezTo>
                    <a:pt x="149983" y="271048"/>
                    <a:pt x="150280" y="275822"/>
                    <a:pt x="150876" y="281742"/>
                  </a:cubicBezTo>
                  <a:lnTo>
                    <a:pt x="64186" y="291665"/>
                  </a:lnTo>
                  <a:cubicBezTo>
                    <a:pt x="45093" y="294308"/>
                    <a:pt x="29620" y="297761"/>
                    <a:pt x="17766" y="302023"/>
                  </a:cubicBezTo>
                  <a:cubicBezTo>
                    <a:pt x="16166" y="289260"/>
                    <a:pt x="12787" y="277077"/>
                    <a:pt x="7629" y="265476"/>
                  </a:cubicBezTo>
                  <a:cubicBezTo>
                    <a:pt x="14187" y="263928"/>
                    <a:pt x="20795" y="261005"/>
                    <a:pt x="27453" y="256707"/>
                  </a:cubicBezTo>
                  <a:cubicBezTo>
                    <a:pt x="34111" y="252409"/>
                    <a:pt x="41295" y="244626"/>
                    <a:pt x="49006" y="233358"/>
                  </a:cubicBezTo>
                  <a:lnTo>
                    <a:pt x="90154" y="175986"/>
                  </a:lnTo>
                  <a:lnTo>
                    <a:pt x="47920" y="179129"/>
                  </a:lnTo>
                  <a:cubicBezTo>
                    <a:pt x="35666" y="179982"/>
                    <a:pt x="23443" y="182373"/>
                    <a:pt x="11251" y="186302"/>
                  </a:cubicBezTo>
                  <a:cubicBezTo>
                    <a:pt x="10094" y="172381"/>
                    <a:pt x="6343" y="159186"/>
                    <a:pt x="0" y="146718"/>
                  </a:cubicBezTo>
                  <a:cubicBezTo>
                    <a:pt x="18959" y="142622"/>
                    <a:pt x="45182" y="97752"/>
                    <a:pt x="78667" y="12108"/>
                  </a:cubicBezTo>
                  <a:cubicBezTo>
                    <a:pt x="90420" y="19533"/>
                    <a:pt x="100834" y="24235"/>
                    <a:pt x="109906" y="26214"/>
                  </a:cubicBezTo>
                  <a:cubicBezTo>
                    <a:pt x="118979" y="28193"/>
                    <a:pt x="123515" y="31481"/>
                    <a:pt x="123515" y="36079"/>
                  </a:cubicBezTo>
                  <a:cubicBezTo>
                    <a:pt x="123515" y="40677"/>
                    <a:pt x="121242" y="43675"/>
                    <a:pt x="116696" y="45073"/>
                  </a:cubicBezTo>
                  <a:cubicBezTo>
                    <a:pt x="112151" y="46471"/>
                    <a:pt x="108024" y="49299"/>
                    <a:pt x="104316" y="53556"/>
                  </a:cubicBezTo>
                  <a:cubicBezTo>
                    <a:pt x="100609" y="57814"/>
                    <a:pt x="94567" y="67307"/>
                    <a:pt x="86193" y="82035"/>
                  </a:cubicBezTo>
                  <a:cubicBezTo>
                    <a:pt x="77818" y="96763"/>
                    <a:pt x="64843" y="118605"/>
                    <a:pt x="47270" y="147561"/>
                  </a:cubicBezTo>
                  <a:lnTo>
                    <a:pt x="105813" y="145061"/>
                  </a:lnTo>
                  <a:cubicBezTo>
                    <a:pt x="118281" y="124844"/>
                    <a:pt x="126554" y="108035"/>
                    <a:pt x="130630" y="94633"/>
                  </a:cubicBezTo>
                  <a:lnTo>
                    <a:pt x="148911" y="106625"/>
                  </a:lnTo>
                  <a:lnTo>
                    <a:pt x="148911" y="74902"/>
                  </a:lnTo>
                  <a:cubicBezTo>
                    <a:pt x="181039" y="77898"/>
                    <a:pt x="217965" y="79391"/>
                    <a:pt x="259689" y="79381"/>
                  </a:cubicBezTo>
                  <a:lnTo>
                    <a:pt x="259689" y="70501"/>
                  </a:lnTo>
                  <a:cubicBezTo>
                    <a:pt x="259689" y="44365"/>
                    <a:pt x="258644" y="22807"/>
                    <a:pt x="256553" y="5829"/>
                  </a:cubicBezTo>
                  <a:close/>
                  <a:moveTo>
                    <a:pt x="637610" y="4036"/>
                  </a:moveTo>
                  <a:cubicBezTo>
                    <a:pt x="654184" y="6131"/>
                    <a:pt x="668864" y="7179"/>
                    <a:pt x="681651" y="7179"/>
                  </a:cubicBezTo>
                  <a:cubicBezTo>
                    <a:pt x="690081" y="7179"/>
                    <a:pt x="694296" y="9656"/>
                    <a:pt x="694296" y="14609"/>
                  </a:cubicBezTo>
                  <a:cubicBezTo>
                    <a:pt x="694296" y="19562"/>
                    <a:pt x="692575" y="22726"/>
                    <a:pt x="689135" y="24103"/>
                  </a:cubicBezTo>
                  <a:cubicBezTo>
                    <a:pt x="685694" y="25479"/>
                    <a:pt x="683302" y="27396"/>
                    <a:pt x="681959" y="29854"/>
                  </a:cubicBezTo>
                  <a:cubicBezTo>
                    <a:pt x="680616" y="32311"/>
                    <a:pt x="679944" y="34497"/>
                    <a:pt x="679944" y="36411"/>
                  </a:cubicBezTo>
                  <a:lnTo>
                    <a:pt x="679944" y="77145"/>
                  </a:lnTo>
                  <a:cubicBezTo>
                    <a:pt x="741499" y="77150"/>
                    <a:pt x="788296" y="75354"/>
                    <a:pt x="820333" y="71759"/>
                  </a:cubicBezTo>
                  <a:cubicBezTo>
                    <a:pt x="818238" y="87318"/>
                    <a:pt x="817190" y="105737"/>
                    <a:pt x="817190" y="127016"/>
                  </a:cubicBezTo>
                  <a:lnTo>
                    <a:pt x="817190" y="259325"/>
                  </a:lnTo>
                  <a:cubicBezTo>
                    <a:pt x="817190" y="280556"/>
                    <a:pt x="818685" y="303459"/>
                    <a:pt x="821676" y="328034"/>
                  </a:cubicBezTo>
                  <a:lnTo>
                    <a:pt x="779792" y="328034"/>
                  </a:lnTo>
                  <a:lnTo>
                    <a:pt x="779792" y="295744"/>
                  </a:lnTo>
                  <a:lnTo>
                    <a:pt x="679944" y="295744"/>
                  </a:lnTo>
                  <a:lnTo>
                    <a:pt x="679944" y="353958"/>
                  </a:lnTo>
                  <a:cubicBezTo>
                    <a:pt x="679944" y="363417"/>
                    <a:pt x="680723" y="369942"/>
                    <a:pt x="682280" y="373536"/>
                  </a:cubicBezTo>
                  <a:cubicBezTo>
                    <a:pt x="683837" y="377129"/>
                    <a:pt x="687442" y="379760"/>
                    <a:pt x="693092" y="381430"/>
                  </a:cubicBezTo>
                  <a:cubicBezTo>
                    <a:pt x="698743" y="383099"/>
                    <a:pt x="708660" y="383933"/>
                    <a:pt x="722842" y="383933"/>
                  </a:cubicBezTo>
                  <a:lnTo>
                    <a:pt x="793780" y="383483"/>
                  </a:lnTo>
                  <a:cubicBezTo>
                    <a:pt x="809858" y="383483"/>
                    <a:pt x="820680" y="378598"/>
                    <a:pt x="826245" y="368828"/>
                  </a:cubicBezTo>
                  <a:cubicBezTo>
                    <a:pt x="831810" y="359058"/>
                    <a:pt x="836326" y="342114"/>
                    <a:pt x="839793" y="317997"/>
                  </a:cubicBezTo>
                  <a:cubicBezTo>
                    <a:pt x="850675" y="326779"/>
                    <a:pt x="863474" y="333539"/>
                    <a:pt x="878190" y="338278"/>
                  </a:cubicBezTo>
                  <a:cubicBezTo>
                    <a:pt x="870656" y="369477"/>
                    <a:pt x="861216" y="390669"/>
                    <a:pt x="849869" y="401854"/>
                  </a:cubicBezTo>
                  <a:cubicBezTo>
                    <a:pt x="838522" y="413038"/>
                    <a:pt x="819952" y="418631"/>
                    <a:pt x="794158" y="418631"/>
                  </a:cubicBezTo>
                  <a:lnTo>
                    <a:pt x="723364" y="418188"/>
                  </a:lnTo>
                  <a:cubicBezTo>
                    <a:pt x="699094" y="418188"/>
                    <a:pt x="681310" y="416411"/>
                    <a:pt x="670011" y="412859"/>
                  </a:cubicBezTo>
                  <a:cubicBezTo>
                    <a:pt x="658712" y="409306"/>
                    <a:pt x="651310" y="402937"/>
                    <a:pt x="647804" y="393753"/>
                  </a:cubicBezTo>
                  <a:cubicBezTo>
                    <a:pt x="644299" y="384568"/>
                    <a:pt x="642547" y="370408"/>
                    <a:pt x="642547" y="351272"/>
                  </a:cubicBezTo>
                  <a:lnTo>
                    <a:pt x="642547" y="295744"/>
                  </a:lnTo>
                  <a:lnTo>
                    <a:pt x="540012" y="295744"/>
                  </a:lnTo>
                  <a:lnTo>
                    <a:pt x="540012" y="337006"/>
                  </a:lnTo>
                  <a:lnTo>
                    <a:pt x="499472" y="337006"/>
                  </a:lnTo>
                  <a:cubicBezTo>
                    <a:pt x="502758" y="312051"/>
                    <a:pt x="504401" y="287652"/>
                    <a:pt x="504401" y="263811"/>
                  </a:cubicBezTo>
                  <a:lnTo>
                    <a:pt x="504401" y="127016"/>
                  </a:lnTo>
                  <a:cubicBezTo>
                    <a:pt x="504401" y="107756"/>
                    <a:pt x="503355" y="89337"/>
                    <a:pt x="501265" y="71759"/>
                  </a:cubicBezTo>
                  <a:cubicBezTo>
                    <a:pt x="534674" y="75354"/>
                    <a:pt x="581768" y="77150"/>
                    <a:pt x="642547" y="77145"/>
                  </a:cubicBezTo>
                  <a:cubicBezTo>
                    <a:pt x="642547" y="47441"/>
                    <a:pt x="640901" y="23072"/>
                    <a:pt x="637610" y="4036"/>
                  </a:cubicBezTo>
                  <a:close/>
                  <a:moveTo>
                    <a:pt x="1125681" y="0"/>
                  </a:moveTo>
                  <a:cubicBezTo>
                    <a:pt x="1140145" y="19016"/>
                    <a:pt x="1152360" y="37109"/>
                    <a:pt x="1162328" y="54278"/>
                  </a:cubicBezTo>
                  <a:cubicBezTo>
                    <a:pt x="1234194" y="54278"/>
                    <a:pt x="1285489" y="53228"/>
                    <a:pt x="1316212" y="51128"/>
                  </a:cubicBezTo>
                  <a:lnTo>
                    <a:pt x="1316212" y="144589"/>
                  </a:lnTo>
                  <a:lnTo>
                    <a:pt x="1279257" y="144589"/>
                  </a:lnTo>
                  <a:lnTo>
                    <a:pt x="1279257" y="86289"/>
                  </a:lnTo>
                  <a:lnTo>
                    <a:pt x="992378" y="86289"/>
                  </a:lnTo>
                  <a:lnTo>
                    <a:pt x="992378" y="146832"/>
                  </a:lnTo>
                  <a:lnTo>
                    <a:pt x="956324" y="146832"/>
                  </a:lnTo>
                  <a:lnTo>
                    <a:pt x="956324" y="51128"/>
                  </a:lnTo>
                  <a:cubicBezTo>
                    <a:pt x="978065" y="53228"/>
                    <a:pt x="1034129" y="54278"/>
                    <a:pt x="1124516" y="54278"/>
                  </a:cubicBezTo>
                  <a:cubicBezTo>
                    <a:pt x="1117215" y="45586"/>
                    <a:pt x="1106752" y="32632"/>
                    <a:pt x="1093127" y="15416"/>
                  </a:cubicBezTo>
                  <a:close/>
                </a:path>
              </a:pathLst>
            </a:custGeom>
            <a:solidFill>
              <a:srgbClr val="2DC8FF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39A7113-770F-4240-AA8E-FEFA55011C56}"/>
              </a:ext>
            </a:extLst>
          </p:cNvPr>
          <p:cNvGrpSpPr/>
          <p:nvPr/>
        </p:nvGrpSpPr>
        <p:grpSpPr>
          <a:xfrm>
            <a:off x="1166068" y="1912635"/>
            <a:ext cx="9859865" cy="2600190"/>
            <a:chOff x="1166068" y="1912635"/>
            <a:chExt cx="9859865" cy="260019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A49EAAA-C6BF-45E2-ACD1-04D781DDEC95}"/>
                </a:ext>
              </a:extLst>
            </p:cNvPr>
            <p:cNvSpPr/>
            <p:nvPr/>
          </p:nvSpPr>
          <p:spPr>
            <a:xfrm>
              <a:off x="1687553" y="2506290"/>
              <a:ext cx="3855837" cy="1686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F6559F-A3CE-4F23-884B-BAE36AC4D318}"/>
                </a:ext>
              </a:extLst>
            </p:cNvPr>
            <p:cNvSpPr/>
            <p:nvPr/>
          </p:nvSpPr>
          <p:spPr>
            <a:xfrm>
              <a:off x="5543392" y="2506290"/>
              <a:ext cx="545472" cy="16863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9D9F7EF-7C8C-4C3D-A28A-D026B3695E0C}"/>
                </a:ext>
              </a:extLst>
            </p:cNvPr>
            <p:cNvSpPr/>
            <p:nvPr/>
          </p:nvSpPr>
          <p:spPr>
            <a:xfrm>
              <a:off x="6088863" y="2506290"/>
              <a:ext cx="536484" cy="16863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9035566-28C9-4799-8023-FB94CA6F01BA}"/>
                </a:ext>
              </a:extLst>
            </p:cNvPr>
            <p:cNvSpPr/>
            <p:nvPr/>
          </p:nvSpPr>
          <p:spPr>
            <a:xfrm>
              <a:off x="6608242" y="2506290"/>
              <a:ext cx="3864828" cy="168632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34E9DA5-1E5F-47AD-AB92-6F6C6761BC69}"/>
                </a:ext>
              </a:extLst>
            </p:cNvPr>
            <p:cNvSpPr txBox="1"/>
            <p:nvPr/>
          </p:nvSpPr>
          <p:spPr>
            <a:xfrm>
              <a:off x="2958968" y="2970792"/>
              <a:ext cx="1351012" cy="721250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27A2048-31E4-4A82-B28E-95125E8F5FC9}"/>
                </a:ext>
              </a:extLst>
            </p:cNvPr>
            <p:cNvSpPr txBox="1"/>
            <p:nvPr/>
          </p:nvSpPr>
          <p:spPr>
            <a:xfrm>
              <a:off x="8075569" y="2947851"/>
              <a:ext cx="1291772" cy="767132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5650A39-25F5-4EDE-BE36-B2A373E845F9}"/>
                </a:ext>
              </a:extLst>
            </p:cNvPr>
            <p:cNvGrpSpPr/>
            <p:nvPr/>
          </p:nvGrpSpPr>
          <p:grpSpPr>
            <a:xfrm rot="10800000">
              <a:off x="5676213" y="1912635"/>
              <a:ext cx="829647" cy="374505"/>
              <a:chOff x="2915443" y="4344145"/>
              <a:chExt cx="509929" cy="230183"/>
            </a:xfrm>
          </p:grpSpPr>
          <p:grpSp>
            <p:nvGrpSpPr>
              <p:cNvPr id="534" name="组合 533">
                <a:extLst>
                  <a:ext uri="{FF2B5EF4-FFF2-40B4-BE49-F238E27FC236}">
                    <a16:creationId xmlns:a16="http://schemas.microsoft.com/office/drawing/2014/main" id="{4E461D8F-26F4-44D9-B384-7611D905B937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537" name="直接连接符 536">
                  <a:extLst>
                    <a:ext uri="{FF2B5EF4-FFF2-40B4-BE49-F238E27FC236}">
                      <a16:creationId xmlns:a16="http://schemas.microsoft.com/office/drawing/2014/main" id="{45346509-8D4D-4EE8-B985-3491D97CA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直接连接符 537">
                  <a:extLst>
                    <a:ext uri="{FF2B5EF4-FFF2-40B4-BE49-F238E27FC236}">
                      <a16:creationId xmlns:a16="http://schemas.microsoft.com/office/drawing/2014/main" id="{C33DE893-8879-4A85-AF47-99F97B3BC006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直接连接符 538">
                  <a:extLst>
                    <a:ext uri="{FF2B5EF4-FFF2-40B4-BE49-F238E27FC236}">
                      <a16:creationId xmlns:a16="http://schemas.microsoft.com/office/drawing/2014/main" id="{BBFF2BBC-D0A6-4CDF-BDCB-4186DA209285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直接连接符 539">
                  <a:extLst>
                    <a:ext uri="{FF2B5EF4-FFF2-40B4-BE49-F238E27FC236}">
                      <a16:creationId xmlns:a16="http://schemas.microsoft.com/office/drawing/2014/main" id="{9AEF8FBE-3F64-4D83-8AAC-FC8B0F61E1CC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直接连接符 540">
                  <a:extLst>
                    <a:ext uri="{FF2B5EF4-FFF2-40B4-BE49-F238E27FC236}">
                      <a16:creationId xmlns:a16="http://schemas.microsoft.com/office/drawing/2014/main" id="{34E79042-D879-45A4-9723-136AE938F8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直接连接符 541">
                  <a:extLst>
                    <a:ext uri="{FF2B5EF4-FFF2-40B4-BE49-F238E27FC236}">
                      <a16:creationId xmlns:a16="http://schemas.microsoft.com/office/drawing/2014/main" id="{6787C315-9518-435E-8D52-1FD966B70A9C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C81EF21D-C1DD-438C-A256-4F5709762DE4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B794AB71-5355-4F57-B0F4-6E7D2F442C41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446BC8B-2444-4372-B458-391230857428}"/>
                </a:ext>
              </a:extLst>
            </p:cNvPr>
            <p:cNvGrpSpPr/>
            <p:nvPr/>
          </p:nvGrpSpPr>
          <p:grpSpPr>
            <a:xfrm>
              <a:off x="6737180" y="2584157"/>
              <a:ext cx="3663819" cy="1530589"/>
              <a:chOff x="378703" y="2212047"/>
              <a:chExt cx="4080497" cy="1704659"/>
            </a:xfrm>
          </p:grpSpPr>
          <p:grpSp>
            <p:nvGrpSpPr>
              <p:cNvPr id="303" name="组合 302">
                <a:extLst>
                  <a:ext uri="{FF2B5EF4-FFF2-40B4-BE49-F238E27FC236}">
                    <a16:creationId xmlns:a16="http://schemas.microsoft.com/office/drawing/2014/main" id="{8BDA0B2E-6A3E-4A9C-B18D-C7CDCCFF5259}"/>
                  </a:ext>
                </a:extLst>
              </p:cNvPr>
              <p:cNvGrpSpPr/>
              <p:nvPr/>
            </p:nvGrpSpPr>
            <p:grpSpPr>
              <a:xfrm>
                <a:off x="4374699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524" name="椭圆 523">
                  <a:extLst>
                    <a:ext uri="{FF2B5EF4-FFF2-40B4-BE49-F238E27FC236}">
                      <a16:creationId xmlns:a16="http://schemas.microsoft.com/office/drawing/2014/main" id="{2A15F582-80C3-4AEA-94CE-8763A472B788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5" name="椭圆 524">
                  <a:extLst>
                    <a:ext uri="{FF2B5EF4-FFF2-40B4-BE49-F238E27FC236}">
                      <a16:creationId xmlns:a16="http://schemas.microsoft.com/office/drawing/2014/main" id="{5A3E9F80-0965-4CE7-9410-68D8B08112C3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6" name="椭圆 525">
                  <a:extLst>
                    <a:ext uri="{FF2B5EF4-FFF2-40B4-BE49-F238E27FC236}">
                      <a16:creationId xmlns:a16="http://schemas.microsoft.com/office/drawing/2014/main" id="{FDC0194D-96DC-443E-AD11-7E2FDE8E4E94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7" name="椭圆 526">
                  <a:extLst>
                    <a:ext uri="{FF2B5EF4-FFF2-40B4-BE49-F238E27FC236}">
                      <a16:creationId xmlns:a16="http://schemas.microsoft.com/office/drawing/2014/main" id="{49961B56-A401-4C3F-8889-DAE90BE1E569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8" name="椭圆 527">
                  <a:extLst>
                    <a:ext uri="{FF2B5EF4-FFF2-40B4-BE49-F238E27FC236}">
                      <a16:creationId xmlns:a16="http://schemas.microsoft.com/office/drawing/2014/main" id="{287182D4-9C67-4C89-9AD3-CA49CAB5C276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9" name="椭圆 528">
                  <a:extLst>
                    <a:ext uri="{FF2B5EF4-FFF2-40B4-BE49-F238E27FC236}">
                      <a16:creationId xmlns:a16="http://schemas.microsoft.com/office/drawing/2014/main" id="{26FB6508-51BB-4FD3-8CD3-BC3E6EC7ACA6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0" name="椭圆 529">
                  <a:extLst>
                    <a:ext uri="{FF2B5EF4-FFF2-40B4-BE49-F238E27FC236}">
                      <a16:creationId xmlns:a16="http://schemas.microsoft.com/office/drawing/2014/main" id="{310620A7-1F85-49D2-8604-EA01902228F2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1" name="椭圆 530">
                  <a:extLst>
                    <a:ext uri="{FF2B5EF4-FFF2-40B4-BE49-F238E27FC236}">
                      <a16:creationId xmlns:a16="http://schemas.microsoft.com/office/drawing/2014/main" id="{AF76518A-B19B-4236-B24D-3E7AC0EBDA7A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2" name="椭圆 531">
                  <a:extLst>
                    <a:ext uri="{FF2B5EF4-FFF2-40B4-BE49-F238E27FC236}">
                      <a16:creationId xmlns:a16="http://schemas.microsoft.com/office/drawing/2014/main" id="{D74C5347-CE83-4174-A034-3644135C162E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3" name="椭圆 532">
                  <a:extLst>
                    <a:ext uri="{FF2B5EF4-FFF2-40B4-BE49-F238E27FC236}">
                      <a16:creationId xmlns:a16="http://schemas.microsoft.com/office/drawing/2014/main" id="{F3727655-6007-456A-ACF2-A6D81C8703E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04" name="组合 303">
                <a:extLst>
                  <a:ext uri="{FF2B5EF4-FFF2-40B4-BE49-F238E27FC236}">
                    <a16:creationId xmlns:a16="http://schemas.microsoft.com/office/drawing/2014/main" id="{0BDA7B30-3D35-49D2-849A-5C3E79153236}"/>
                  </a:ext>
                </a:extLst>
              </p:cNvPr>
              <p:cNvGrpSpPr/>
              <p:nvPr/>
            </p:nvGrpSpPr>
            <p:grpSpPr>
              <a:xfrm>
                <a:off x="41749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514" name="椭圆 513">
                  <a:extLst>
                    <a:ext uri="{FF2B5EF4-FFF2-40B4-BE49-F238E27FC236}">
                      <a16:creationId xmlns:a16="http://schemas.microsoft.com/office/drawing/2014/main" id="{6DE3FB94-5B52-4E2B-89C7-D9DCDD883901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5" name="椭圆 514">
                  <a:extLst>
                    <a:ext uri="{FF2B5EF4-FFF2-40B4-BE49-F238E27FC236}">
                      <a16:creationId xmlns:a16="http://schemas.microsoft.com/office/drawing/2014/main" id="{B841B28D-2DE6-4F5D-A255-A219866E956A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6" name="椭圆 515">
                  <a:extLst>
                    <a:ext uri="{FF2B5EF4-FFF2-40B4-BE49-F238E27FC236}">
                      <a16:creationId xmlns:a16="http://schemas.microsoft.com/office/drawing/2014/main" id="{64B98606-1144-4AF9-AC43-DB8876076A23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7" name="椭圆 516">
                  <a:extLst>
                    <a:ext uri="{FF2B5EF4-FFF2-40B4-BE49-F238E27FC236}">
                      <a16:creationId xmlns:a16="http://schemas.microsoft.com/office/drawing/2014/main" id="{685D75C3-48D3-4B34-A101-15D3751685B7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8" name="椭圆 517">
                  <a:extLst>
                    <a:ext uri="{FF2B5EF4-FFF2-40B4-BE49-F238E27FC236}">
                      <a16:creationId xmlns:a16="http://schemas.microsoft.com/office/drawing/2014/main" id="{4AC57D70-297B-45DC-B5F5-8BBB8DE4F344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9" name="椭圆 518">
                  <a:extLst>
                    <a:ext uri="{FF2B5EF4-FFF2-40B4-BE49-F238E27FC236}">
                      <a16:creationId xmlns:a16="http://schemas.microsoft.com/office/drawing/2014/main" id="{D0D14946-E86C-4C33-AB13-8124F83EC0B6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0" name="椭圆 519">
                  <a:extLst>
                    <a:ext uri="{FF2B5EF4-FFF2-40B4-BE49-F238E27FC236}">
                      <a16:creationId xmlns:a16="http://schemas.microsoft.com/office/drawing/2014/main" id="{FD5D949F-BA99-4D48-A00B-D6024D20C116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1" name="椭圆 520">
                  <a:extLst>
                    <a:ext uri="{FF2B5EF4-FFF2-40B4-BE49-F238E27FC236}">
                      <a16:creationId xmlns:a16="http://schemas.microsoft.com/office/drawing/2014/main" id="{18408079-8FE0-4E15-A79E-BFA57CC64B6F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2" name="椭圆 521">
                  <a:extLst>
                    <a:ext uri="{FF2B5EF4-FFF2-40B4-BE49-F238E27FC236}">
                      <a16:creationId xmlns:a16="http://schemas.microsoft.com/office/drawing/2014/main" id="{A1CE9600-FFDF-4FEE-9F17-C7D72CB3FB2D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3" name="椭圆 522">
                  <a:extLst>
                    <a:ext uri="{FF2B5EF4-FFF2-40B4-BE49-F238E27FC236}">
                      <a16:creationId xmlns:a16="http://schemas.microsoft.com/office/drawing/2014/main" id="{4793FD76-C70C-4710-968D-F6BEAB21611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A87291BA-3454-46DC-8CB4-75C1929BD1FC}"/>
                  </a:ext>
                </a:extLst>
              </p:cNvPr>
              <p:cNvGrpSpPr/>
              <p:nvPr/>
            </p:nvGrpSpPr>
            <p:grpSpPr>
              <a:xfrm>
                <a:off x="39751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504" name="椭圆 503">
                  <a:extLst>
                    <a:ext uri="{FF2B5EF4-FFF2-40B4-BE49-F238E27FC236}">
                      <a16:creationId xmlns:a16="http://schemas.microsoft.com/office/drawing/2014/main" id="{ADD2A29C-D0B1-4978-A929-F440B5F8B722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5" name="椭圆 504">
                  <a:extLst>
                    <a:ext uri="{FF2B5EF4-FFF2-40B4-BE49-F238E27FC236}">
                      <a16:creationId xmlns:a16="http://schemas.microsoft.com/office/drawing/2014/main" id="{E67EE03E-E107-4E9C-A138-11BA636D064C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6" name="椭圆 505">
                  <a:extLst>
                    <a:ext uri="{FF2B5EF4-FFF2-40B4-BE49-F238E27FC236}">
                      <a16:creationId xmlns:a16="http://schemas.microsoft.com/office/drawing/2014/main" id="{5EAB7C4E-702B-40D4-8EB7-759ED78CCA89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7" name="椭圆 506">
                  <a:extLst>
                    <a:ext uri="{FF2B5EF4-FFF2-40B4-BE49-F238E27FC236}">
                      <a16:creationId xmlns:a16="http://schemas.microsoft.com/office/drawing/2014/main" id="{508058C3-A0FF-49BA-8222-FDA23A559E64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8" name="椭圆 507">
                  <a:extLst>
                    <a:ext uri="{FF2B5EF4-FFF2-40B4-BE49-F238E27FC236}">
                      <a16:creationId xmlns:a16="http://schemas.microsoft.com/office/drawing/2014/main" id="{50E14D66-D0C6-4CDA-840A-2A4213C2461C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9" name="椭圆 508">
                  <a:extLst>
                    <a:ext uri="{FF2B5EF4-FFF2-40B4-BE49-F238E27FC236}">
                      <a16:creationId xmlns:a16="http://schemas.microsoft.com/office/drawing/2014/main" id="{FF19B27B-C5E5-420A-AFF1-5F82AB956E26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0" name="椭圆 509">
                  <a:extLst>
                    <a:ext uri="{FF2B5EF4-FFF2-40B4-BE49-F238E27FC236}">
                      <a16:creationId xmlns:a16="http://schemas.microsoft.com/office/drawing/2014/main" id="{CCFC0C37-C836-464F-B88B-0151E9EF5B70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1" name="椭圆 510">
                  <a:extLst>
                    <a:ext uri="{FF2B5EF4-FFF2-40B4-BE49-F238E27FC236}">
                      <a16:creationId xmlns:a16="http://schemas.microsoft.com/office/drawing/2014/main" id="{63C28C37-B3EB-4B91-AF89-12356646E12A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2" name="椭圆 511">
                  <a:extLst>
                    <a:ext uri="{FF2B5EF4-FFF2-40B4-BE49-F238E27FC236}">
                      <a16:creationId xmlns:a16="http://schemas.microsoft.com/office/drawing/2014/main" id="{7C1882C9-D7BF-4CDA-9DB8-9F1B27CA9FBD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3" name="椭圆 512">
                  <a:extLst>
                    <a:ext uri="{FF2B5EF4-FFF2-40B4-BE49-F238E27FC236}">
                      <a16:creationId xmlns:a16="http://schemas.microsoft.com/office/drawing/2014/main" id="{0BD6E183-89DA-469B-8CCF-CDCFC05FA1F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06" name="组合 305">
                <a:extLst>
                  <a:ext uri="{FF2B5EF4-FFF2-40B4-BE49-F238E27FC236}">
                    <a16:creationId xmlns:a16="http://schemas.microsoft.com/office/drawing/2014/main" id="{309A2E11-A44D-4650-8878-AD0234683293}"/>
                  </a:ext>
                </a:extLst>
              </p:cNvPr>
              <p:cNvGrpSpPr/>
              <p:nvPr/>
            </p:nvGrpSpPr>
            <p:grpSpPr>
              <a:xfrm>
                <a:off x="37753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94" name="椭圆 493">
                  <a:extLst>
                    <a:ext uri="{FF2B5EF4-FFF2-40B4-BE49-F238E27FC236}">
                      <a16:creationId xmlns:a16="http://schemas.microsoft.com/office/drawing/2014/main" id="{D2D302BB-BF39-4038-912C-4D59C62D6A96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5" name="椭圆 494">
                  <a:extLst>
                    <a:ext uri="{FF2B5EF4-FFF2-40B4-BE49-F238E27FC236}">
                      <a16:creationId xmlns:a16="http://schemas.microsoft.com/office/drawing/2014/main" id="{91B33526-29BC-4FDF-9C4F-D95AA8647E86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6" name="椭圆 495">
                  <a:extLst>
                    <a:ext uri="{FF2B5EF4-FFF2-40B4-BE49-F238E27FC236}">
                      <a16:creationId xmlns:a16="http://schemas.microsoft.com/office/drawing/2014/main" id="{66DE0552-9F64-401B-BF8C-811E7786CE7A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7" name="椭圆 496">
                  <a:extLst>
                    <a:ext uri="{FF2B5EF4-FFF2-40B4-BE49-F238E27FC236}">
                      <a16:creationId xmlns:a16="http://schemas.microsoft.com/office/drawing/2014/main" id="{5E51A459-8B8B-43C7-93C4-A8F6A01EB44D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8" name="椭圆 497">
                  <a:extLst>
                    <a:ext uri="{FF2B5EF4-FFF2-40B4-BE49-F238E27FC236}">
                      <a16:creationId xmlns:a16="http://schemas.microsoft.com/office/drawing/2014/main" id="{B3FC7C29-F6E5-4762-9840-43AF35543E80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9" name="椭圆 498">
                  <a:extLst>
                    <a:ext uri="{FF2B5EF4-FFF2-40B4-BE49-F238E27FC236}">
                      <a16:creationId xmlns:a16="http://schemas.microsoft.com/office/drawing/2014/main" id="{54589ABE-6969-4E8A-B39E-A94321254741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0" name="椭圆 499">
                  <a:extLst>
                    <a:ext uri="{FF2B5EF4-FFF2-40B4-BE49-F238E27FC236}">
                      <a16:creationId xmlns:a16="http://schemas.microsoft.com/office/drawing/2014/main" id="{9D6DF54B-38BC-4D28-BC3C-29B233F22BB2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1" name="椭圆 500">
                  <a:extLst>
                    <a:ext uri="{FF2B5EF4-FFF2-40B4-BE49-F238E27FC236}">
                      <a16:creationId xmlns:a16="http://schemas.microsoft.com/office/drawing/2014/main" id="{5956AAEC-B156-4B76-9A00-21E711BECDA6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2" name="椭圆 501">
                  <a:extLst>
                    <a:ext uri="{FF2B5EF4-FFF2-40B4-BE49-F238E27FC236}">
                      <a16:creationId xmlns:a16="http://schemas.microsoft.com/office/drawing/2014/main" id="{5439B118-D74F-40CE-BE23-21BFB1FF3E92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3" name="椭圆 502">
                  <a:extLst>
                    <a:ext uri="{FF2B5EF4-FFF2-40B4-BE49-F238E27FC236}">
                      <a16:creationId xmlns:a16="http://schemas.microsoft.com/office/drawing/2014/main" id="{4419C435-37B0-4FD6-AB9D-A922A1449D9B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07" name="组合 306">
                <a:extLst>
                  <a:ext uri="{FF2B5EF4-FFF2-40B4-BE49-F238E27FC236}">
                    <a16:creationId xmlns:a16="http://schemas.microsoft.com/office/drawing/2014/main" id="{09EDDB55-589E-4C1B-B08F-381387FC6031}"/>
                  </a:ext>
                </a:extLst>
              </p:cNvPr>
              <p:cNvGrpSpPr/>
              <p:nvPr/>
            </p:nvGrpSpPr>
            <p:grpSpPr>
              <a:xfrm>
                <a:off x="35755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84" name="椭圆 483">
                  <a:extLst>
                    <a:ext uri="{FF2B5EF4-FFF2-40B4-BE49-F238E27FC236}">
                      <a16:creationId xmlns:a16="http://schemas.microsoft.com/office/drawing/2014/main" id="{0F2960C9-0BFE-48FD-90BA-69C1EA11DFD2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5" name="椭圆 484">
                  <a:extLst>
                    <a:ext uri="{FF2B5EF4-FFF2-40B4-BE49-F238E27FC236}">
                      <a16:creationId xmlns:a16="http://schemas.microsoft.com/office/drawing/2014/main" id="{8E8D345C-FF2A-43D7-A8C3-4EC2460EFB23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6" name="椭圆 485">
                  <a:extLst>
                    <a:ext uri="{FF2B5EF4-FFF2-40B4-BE49-F238E27FC236}">
                      <a16:creationId xmlns:a16="http://schemas.microsoft.com/office/drawing/2014/main" id="{72243788-4DCE-4E46-BB75-1D8C5B51FBB8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7" name="椭圆 486">
                  <a:extLst>
                    <a:ext uri="{FF2B5EF4-FFF2-40B4-BE49-F238E27FC236}">
                      <a16:creationId xmlns:a16="http://schemas.microsoft.com/office/drawing/2014/main" id="{3884469A-CBC9-49D0-8F56-FA931DCE27DA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8" name="椭圆 487">
                  <a:extLst>
                    <a:ext uri="{FF2B5EF4-FFF2-40B4-BE49-F238E27FC236}">
                      <a16:creationId xmlns:a16="http://schemas.microsoft.com/office/drawing/2014/main" id="{1634522F-F80A-4341-BBFA-E70790DD43A7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9" name="椭圆 488">
                  <a:extLst>
                    <a:ext uri="{FF2B5EF4-FFF2-40B4-BE49-F238E27FC236}">
                      <a16:creationId xmlns:a16="http://schemas.microsoft.com/office/drawing/2014/main" id="{062431FD-6BF1-426E-924E-E2F6DC119426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0" name="椭圆 489">
                  <a:extLst>
                    <a:ext uri="{FF2B5EF4-FFF2-40B4-BE49-F238E27FC236}">
                      <a16:creationId xmlns:a16="http://schemas.microsoft.com/office/drawing/2014/main" id="{609D10AF-4EF4-4F10-9B23-BC9FA9B31F94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1" name="椭圆 490">
                  <a:extLst>
                    <a:ext uri="{FF2B5EF4-FFF2-40B4-BE49-F238E27FC236}">
                      <a16:creationId xmlns:a16="http://schemas.microsoft.com/office/drawing/2014/main" id="{AC427A02-45B1-453F-96C6-AFA72CDDEEDB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2" name="椭圆 491">
                  <a:extLst>
                    <a:ext uri="{FF2B5EF4-FFF2-40B4-BE49-F238E27FC236}">
                      <a16:creationId xmlns:a16="http://schemas.microsoft.com/office/drawing/2014/main" id="{3DA25B29-216E-45E6-990E-2D61866B3942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3" name="椭圆 492">
                  <a:extLst>
                    <a:ext uri="{FF2B5EF4-FFF2-40B4-BE49-F238E27FC236}">
                      <a16:creationId xmlns:a16="http://schemas.microsoft.com/office/drawing/2014/main" id="{83A9F3BA-DADC-4446-B2CD-E406BA37F565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08" name="组合 307">
                <a:extLst>
                  <a:ext uri="{FF2B5EF4-FFF2-40B4-BE49-F238E27FC236}">
                    <a16:creationId xmlns:a16="http://schemas.microsoft.com/office/drawing/2014/main" id="{AC71F0A1-F1B4-4ED8-9035-8EC0CFB9C7A5}"/>
                  </a:ext>
                </a:extLst>
              </p:cNvPr>
              <p:cNvGrpSpPr/>
              <p:nvPr/>
            </p:nvGrpSpPr>
            <p:grpSpPr>
              <a:xfrm>
                <a:off x="33757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74" name="椭圆 473">
                  <a:extLst>
                    <a:ext uri="{FF2B5EF4-FFF2-40B4-BE49-F238E27FC236}">
                      <a16:creationId xmlns:a16="http://schemas.microsoft.com/office/drawing/2014/main" id="{51A61A49-C4CA-48B5-86EF-C26D7AB80E02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5" name="椭圆 474">
                  <a:extLst>
                    <a:ext uri="{FF2B5EF4-FFF2-40B4-BE49-F238E27FC236}">
                      <a16:creationId xmlns:a16="http://schemas.microsoft.com/office/drawing/2014/main" id="{C45FC628-0889-4C9F-976C-C367803A5442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6" name="椭圆 475">
                  <a:extLst>
                    <a:ext uri="{FF2B5EF4-FFF2-40B4-BE49-F238E27FC236}">
                      <a16:creationId xmlns:a16="http://schemas.microsoft.com/office/drawing/2014/main" id="{3B584E2B-E8A5-40E5-A96D-6781F09A2DFF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7" name="椭圆 476">
                  <a:extLst>
                    <a:ext uri="{FF2B5EF4-FFF2-40B4-BE49-F238E27FC236}">
                      <a16:creationId xmlns:a16="http://schemas.microsoft.com/office/drawing/2014/main" id="{7824D7D5-9738-4660-BFDD-8D9868A7AB64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8" name="椭圆 477">
                  <a:extLst>
                    <a:ext uri="{FF2B5EF4-FFF2-40B4-BE49-F238E27FC236}">
                      <a16:creationId xmlns:a16="http://schemas.microsoft.com/office/drawing/2014/main" id="{C7D9F579-6109-4C5B-92B7-3FEF0D21B302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9" name="椭圆 478">
                  <a:extLst>
                    <a:ext uri="{FF2B5EF4-FFF2-40B4-BE49-F238E27FC236}">
                      <a16:creationId xmlns:a16="http://schemas.microsoft.com/office/drawing/2014/main" id="{2FD947B2-2AB2-4D6A-B74A-B4144FAA7CB2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0" name="椭圆 479">
                  <a:extLst>
                    <a:ext uri="{FF2B5EF4-FFF2-40B4-BE49-F238E27FC236}">
                      <a16:creationId xmlns:a16="http://schemas.microsoft.com/office/drawing/2014/main" id="{901AE372-6122-4E03-B5B7-EF8EADEBE5F8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1" name="椭圆 480">
                  <a:extLst>
                    <a:ext uri="{FF2B5EF4-FFF2-40B4-BE49-F238E27FC236}">
                      <a16:creationId xmlns:a16="http://schemas.microsoft.com/office/drawing/2014/main" id="{A6A5D5B2-1EEA-4DD7-B69A-EB1706BFE878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2" name="椭圆 481">
                  <a:extLst>
                    <a:ext uri="{FF2B5EF4-FFF2-40B4-BE49-F238E27FC236}">
                      <a16:creationId xmlns:a16="http://schemas.microsoft.com/office/drawing/2014/main" id="{B7A43851-6CD6-4966-8CF2-C5BF6FE8487B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3" name="椭圆 482">
                  <a:extLst>
                    <a:ext uri="{FF2B5EF4-FFF2-40B4-BE49-F238E27FC236}">
                      <a16:creationId xmlns:a16="http://schemas.microsoft.com/office/drawing/2014/main" id="{7FB73818-283F-4D09-A04A-52F4C0BAFB2C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09" name="组合 308">
                <a:extLst>
                  <a:ext uri="{FF2B5EF4-FFF2-40B4-BE49-F238E27FC236}">
                    <a16:creationId xmlns:a16="http://schemas.microsoft.com/office/drawing/2014/main" id="{BC4D7811-AFD4-45A8-9FD7-BBF3CEC96C3E}"/>
                  </a:ext>
                </a:extLst>
              </p:cNvPr>
              <p:cNvGrpSpPr/>
              <p:nvPr/>
            </p:nvGrpSpPr>
            <p:grpSpPr>
              <a:xfrm>
                <a:off x="31759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64" name="椭圆 463">
                  <a:extLst>
                    <a:ext uri="{FF2B5EF4-FFF2-40B4-BE49-F238E27FC236}">
                      <a16:creationId xmlns:a16="http://schemas.microsoft.com/office/drawing/2014/main" id="{FBB7E26E-7D7A-4377-BF7C-0C9A50BDEDF9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5" name="椭圆 464">
                  <a:extLst>
                    <a:ext uri="{FF2B5EF4-FFF2-40B4-BE49-F238E27FC236}">
                      <a16:creationId xmlns:a16="http://schemas.microsoft.com/office/drawing/2014/main" id="{C6CA5B8A-0040-4380-BF41-97B7D808E6DC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6" name="椭圆 465">
                  <a:extLst>
                    <a:ext uri="{FF2B5EF4-FFF2-40B4-BE49-F238E27FC236}">
                      <a16:creationId xmlns:a16="http://schemas.microsoft.com/office/drawing/2014/main" id="{3D8CBF45-EEBA-4217-AED2-9E26542CD834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7" name="椭圆 466">
                  <a:extLst>
                    <a:ext uri="{FF2B5EF4-FFF2-40B4-BE49-F238E27FC236}">
                      <a16:creationId xmlns:a16="http://schemas.microsoft.com/office/drawing/2014/main" id="{B0360A20-9C20-4306-8775-53E8293BE375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8" name="椭圆 467">
                  <a:extLst>
                    <a:ext uri="{FF2B5EF4-FFF2-40B4-BE49-F238E27FC236}">
                      <a16:creationId xmlns:a16="http://schemas.microsoft.com/office/drawing/2014/main" id="{FE16AA01-16C0-4A16-8282-7E19DA713783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9" name="椭圆 468">
                  <a:extLst>
                    <a:ext uri="{FF2B5EF4-FFF2-40B4-BE49-F238E27FC236}">
                      <a16:creationId xmlns:a16="http://schemas.microsoft.com/office/drawing/2014/main" id="{204C16D9-CFFE-4F13-B39E-2D309D5EF3DC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0" name="椭圆 469">
                  <a:extLst>
                    <a:ext uri="{FF2B5EF4-FFF2-40B4-BE49-F238E27FC236}">
                      <a16:creationId xmlns:a16="http://schemas.microsoft.com/office/drawing/2014/main" id="{0E82A9E4-0A4E-41B8-886F-34B6E00D0C1C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1" name="椭圆 470">
                  <a:extLst>
                    <a:ext uri="{FF2B5EF4-FFF2-40B4-BE49-F238E27FC236}">
                      <a16:creationId xmlns:a16="http://schemas.microsoft.com/office/drawing/2014/main" id="{4DF7485A-B841-4279-9C81-7AE4329B2663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2" name="椭圆 471">
                  <a:extLst>
                    <a:ext uri="{FF2B5EF4-FFF2-40B4-BE49-F238E27FC236}">
                      <a16:creationId xmlns:a16="http://schemas.microsoft.com/office/drawing/2014/main" id="{E9FB97FA-0964-42F2-AE65-36146E9275C5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3" name="椭圆 472">
                  <a:extLst>
                    <a:ext uri="{FF2B5EF4-FFF2-40B4-BE49-F238E27FC236}">
                      <a16:creationId xmlns:a16="http://schemas.microsoft.com/office/drawing/2014/main" id="{9496C6E5-1BEA-44D9-9ED5-25D20364B888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0" name="组合 309">
                <a:extLst>
                  <a:ext uri="{FF2B5EF4-FFF2-40B4-BE49-F238E27FC236}">
                    <a16:creationId xmlns:a16="http://schemas.microsoft.com/office/drawing/2014/main" id="{5FDACB9E-B48E-4FBE-9B0C-A9988A1D949A}"/>
                  </a:ext>
                </a:extLst>
              </p:cNvPr>
              <p:cNvGrpSpPr/>
              <p:nvPr/>
            </p:nvGrpSpPr>
            <p:grpSpPr>
              <a:xfrm>
                <a:off x="29761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54" name="椭圆 453">
                  <a:extLst>
                    <a:ext uri="{FF2B5EF4-FFF2-40B4-BE49-F238E27FC236}">
                      <a16:creationId xmlns:a16="http://schemas.microsoft.com/office/drawing/2014/main" id="{D25B2030-3B4F-4EBD-9579-20F7D251AE32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5" name="椭圆 454">
                  <a:extLst>
                    <a:ext uri="{FF2B5EF4-FFF2-40B4-BE49-F238E27FC236}">
                      <a16:creationId xmlns:a16="http://schemas.microsoft.com/office/drawing/2014/main" id="{0BB1137D-16E6-48BF-B14F-B6B14D20C21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6" name="椭圆 455">
                  <a:extLst>
                    <a:ext uri="{FF2B5EF4-FFF2-40B4-BE49-F238E27FC236}">
                      <a16:creationId xmlns:a16="http://schemas.microsoft.com/office/drawing/2014/main" id="{FBA142EA-06E5-4987-A091-A02355066324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7" name="椭圆 456">
                  <a:extLst>
                    <a:ext uri="{FF2B5EF4-FFF2-40B4-BE49-F238E27FC236}">
                      <a16:creationId xmlns:a16="http://schemas.microsoft.com/office/drawing/2014/main" id="{FEB86B52-61C1-46A7-9F38-04C076FEBA9E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8" name="椭圆 457">
                  <a:extLst>
                    <a:ext uri="{FF2B5EF4-FFF2-40B4-BE49-F238E27FC236}">
                      <a16:creationId xmlns:a16="http://schemas.microsoft.com/office/drawing/2014/main" id="{75A1E7E7-576D-4B67-B668-B74D3103EC69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9" name="椭圆 458">
                  <a:extLst>
                    <a:ext uri="{FF2B5EF4-FFF2-40B4-BE49-F238E27FC236}">
                      <a16:creationId xmlns:a16="http://schemas.microsoft.com/office/drawing/2014/main" id="{F8C9FF93-2C4C-4561-8A14-31F6F6681456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0" name="椭圆 459">
                  <a:extLst>
                    <a:ext uri="{FF2B5EF4-FFF2-40B4-BE49-F238E27FC236}">
                      <a16:creationId xmlns:a16="http://schemas.microsoft.com/office/drawing/2014/main" id="{9808C06F-9F4A-4274-A2A5-0E989498AB29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1" name="椭圆 460">
                  <a:extLst>
                    <a:ext uri="{FF2B5EF4-FFF2-40B4-BE49-F238E27FC236}">
                      <a16:creationId xmlns:a16="http://schemas.microsoft.com/office/drawing/2014/main" id="{D37610E5-DE4E-4C1C-8D1E-E292FF1B69BD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2" name="椭圆 461">
                  <a:extLst>
                    <a:ext uri="{FF2B5EF4-FFF2-40B4-BE49-F238E27FC236}">
                      <a16:creationId xmlns:a16="http://schemas.microsoft.com/office/drawing/2014/main" id="{DFBFE62C-B7CD-4B26-B32E-5228D5A2A80F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3" name="椭圆 462">
                  <a:extLst>
                    <a:ext uri="{FF2B5EF4-FFF2-40B4-BE49-F238E27FC236}">
                      <a16:creationId xmlns:a16="http://schemas.microsoft.com/office/drawing/2014/main" id="{CEA3F3FD-5136-41F5-ACA5-4DF3A0F5FF13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B4C04146-8BD3-447A-95DA-BE9CC027BCA6}"/>
                  </a:ext>
                </a:extLst>
              </p:cNvPr>
              <p:cNvGrpSpPr/>
              <p:nvPr/>
            </p:nvGrpSpPr>
            <p:grpSpPr>
              <a:xfrm>
                <a:off x="27763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44" name="椭圆 443">
                  <a:extLst>
                    <a:ext uri="{FF2B5EF4-FFF2-40B4-BE49-F238E27FC236}">
                      <a16:creationId xmlns:a16="http://schemas.microsoft.com/office/drawing/2014/main" id="{FF9AE557-E337-4670-855A-1B90F0FC19C9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5" name="椭圆 444">
                  <a:extLst>
                    <a:ext uri="{FF2B5EF4-FFF2-40B4-BE49-F238E27FC236}">
                      <a16:creationId xmlns:a16="http://schemas.microsoft.com/office/drawing/2014/main" id="{D437DEC7-8E28-4EB5-A8C2-DB681B213C27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6" name="椭圆 445">
                  <a:extLst>
                    <a:ext uri="{FF2B5EF4-FFF2-40B4-BE49-F238E27FC236}">
                      <a16:creationId xmlns:a16="http://schemas.microsoft.com/office/drawing/2014/main" id="{BC195783-C596-4D69-A49B-E11589B94A9E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7" name="椭圆 446">
                  <a:extLst>
                    <a:ext uri="{FF2B5EF4-FFF2-40B4-BE49-F238E27FC236}">
                      <a16:creationId xmlns:a16="http://schemas.microsoft.com/office/drawing/2014/main" id="{2945D3C7-6ABF-4E5E-BB4C-F55882BE7544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8" name="椭圆 447">
                  <a:extLst>
                    <a:ext uri="{FF2B5EF4-FFF2-40B4-BE49-F238E27FC236}">
                      <a16:creationId xmlns:a16="http://schemas.microsoft.com/office/drawing/2014/main" id="{DFFEB742-B6E8-44FA-BE9A-622ADCA9B9B5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9" name="椭圆 448">
                  <a:extLst>
                    <a:ext uri="{FF2B5EF4-FFF2-40B4-BE49-F238E27FC236}">
                      <a16:creationId xmlns:a16="http://schemas.microsoft.com/office/drawing/2014/main" id="{FAD68CD3-C499-4B36-AAF9-DE9F272DFFF3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0" name="椭圆 449">
                  <a:extLst>
                    <a:ext uri="{FF2B5EF4-FFF2-40B4-BE49-F238E27FC236}">
                      <a16:creationId xmlns:a16="http://schemas.microsoft.com/office/drawing/2014/main" id="{C8E90D36-FFD5-431B-8A09-33EE2125BB74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1" name="椭圆 450">
                  <a:extLst>
                    <a:ext uri="{FF2B5EF4-FFF2-40B4-BE49-F238E27FC236}">
                      <a16:creationId xmlns:a16="http://schemas.microsoft.com/office/drawing/2014/main" id="{E7A07083-EC49-4658-9D81-EEBE3DA66292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2" name="椭圆 451">
                  <a:extLst>
                    <a:ext uri="{FF2B5EF4-FFF2-40B4-BE49-F238E27FC236}">
                      <a16:creationId xmlns:a16="http://schemas.microsoft.com/office/drawing/2014/main" id="{05374443-1BD1-41BA-A0F2-A8CB2AA1C126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3" name="椭圆 452">
                  <a:extLst>
                    <a:ext uri="{FF2B5EF4-FFF2-40B4-BE49-F238E27FC236}">
                      <a16:creationId xmlns:a16="http://schemas.microsoft.com/office/drawing/2014/main" id="{74FA3CDD-3AB5-4F28-B817-EB02DE0C3709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2" name="组合 311">
                <a:extLst>
                  <a:ext uri="{FF2B5EF4-FFF2-40B4-BE49-F238E27FC236}">
                    <a16:creationId xmlns:a16="http://schemas.microsoft.com/office/drawing/2014/main" id="{943517F4-AE17-48EA-B0F9-BA02B29062CA}"/>
                  </a:ext>
                </a:extLst>
              </p:cNvPr>
              <p:cNvGrpSpPr/>
              <p:nvPr/>
            </p:nvGrpSpPr>
            <p:grpSpPr>
              <a:xfrm>
                <a:off x="25765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34" name="椭圆 433">
                  <a:extLst>
                    <a:ext uri="{FF2B5EF4-FFF2-40B4-BE49-F238E27FC236}">
                      <a16:creationId xmlns:a16="http://schemas.microsoft.com/office/drawing/2014/main" id="{BA7056F4-E5B5-4E68-B08A-C3D593107010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5" name="椭圆 434">
                  <a:extLst>
                    <a:ext uri="{FF2B5EF4-FFF2-40B4-BE49-F238E27FC236}">
                      <a16:creationId xmlns:a16="http://schemas.microsoft.com/office/drawing/2014/main" id="{13ABC743-932F-4187-9F39-695D363DBD31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6" name="椭圆 435">
                  <a:extLst>
                    <a:ext uri="{FF2B5EF4-FFF2-40B4-BE49-F238E27FC236}">
                      <a16:creationId xmlns:a16="http://schemas.microsoft.com/office/drawing/2014/main" id="{A2BDE922-56B7-47E4-9E1D-DD006F9C7E00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7" name="椭圆 436">
                  <a:extLst>
                    <a:ext uri="{FF2B5EF4-FFF2-40B4-BE49-F238E27FC236}">
                      <a16:creationId xmlns:a16="http://schemas.microsoft.com/office/drawing/2014/main" id="{B91881CC-B4DD-4FE4-9F98-89568CB4B861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8" name="椭圆 437">
                  <a:extLst>
                    <a:ext uri="{FF2B5EF4-FFF2-40B4-BE49-F238E27FC236}">
                      <a16:creationId xmlns:a16="http://schemas.microsoft.com/office/drawing/2014/main" id="{1A3FC70C-32CD-4D34-BF37-2FB4FD1090C2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9" name="椭圆 438">
                  <a:extLst>
                    <a:ext uri="{FF2B5EF4-FFF2-40B4-BE49-F238E27FC236}">
                      <a16:creationId xmlns:a16="http://schemas.microsoft.com/office/drawing/2014/main" id="{4013ED20-8B5A-473C-857D-C7477F596DF9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0" name="椭圆 439">
                  <a:extLst>
                    <a:ext uri="{FF2B5EF4-FFF2-40B4-BE49-F238E27FC236}">
                      <a16:creationId xmlns:a16="http://schemas.microsoft.com/office/drawing/2014/main" id="{C2667FB9-E187-4138-8983-D36C643037C3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1" name="椭圆 440">
                  <a:extLst>
                    <a:ext uri="{FF2B5EF4-FFF2-40B4-BE49-F238E27FC236}">
                      <a16:creationId xmlns:a16="http://schemas.microsoft.com/office/drawing/2014/main" id="{B5ED5EB0-4358-446F-9E4A-F485DFC468D0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2" name="椭圆 441">
                  <a:extLst>
                    <a:ext uri="{FF2B5EF4-FFF2-40B4-BE49-F238E27FC236}">
                      <a16:creationId xmlns:a16="http://schemas.microsoft.com/office/drawing/2014/main" id="{4117DD8A-D54C-45DF-8550-47802D2621F6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3" name="椭圆 442">
                  <a:extLst>
                    <a:ext uri="{FF2B5EF4-FFF2-40B4-BE49-F238E27FC236}">
                      <a16:creationId xmlns:a16="http://schemas.microsoft.com/office/drawing/2014/main" id="{5FB7B586-B0C9-4873-A9DB-ACDD42FDF4E2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3" name="组合 312">
                <a:extLst>
                  <a:ext uri="{FF2B5EF4-FFF2-40B4-BE49-F238E27FC236}">
                    <a16:creationId xmlns:a16="http://schemas.microsoft.com/office/drawing/2014/main" id="{F8BD9860-3E5D-4CE2-8445-76AC5F172F22}"/>
                  </a:ext>
                </a:extLst>
              </p:cNvPr>
              <p:cNvGrpSpPr/>
              <p:nvPr/>
            </p:nvGrpSpPr>
            <p:grpSpPr>
              <a:xfrm>
                <a:off x="23767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24" name="椭圆 423">
                  <a:extLst>
                    <a:ext uri="{FF2B5EF4-FFF2-40B4-BE49-F238E27FC236}">
                      <a16:creationId xmlns:a16="http://schemas.microsoft.com/office/drawing/2014/main" id="{4BD46A5E-81AA-47B2-8410-4FB3ABA417B7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5" name="椭圆 424">
                  <a:extLst>
                    <a:ext uri="{FF2B5EF4-FFF2-40B4-BE49-F238E27FC236}">
                      <a16:creationId xmlns:a16="http://schemas.microsoft.com/office/drawing/2014/main" id="{C8544AB5-EC6C-451A-8657-965DCE2BCB0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6" name="椭圆 425">
                  <a:extLst>
                    <a:ext uri="{FF2B5EF4-FFF2-40B4-BE49-F238E27FC236}">
                      <a16:creationId xmlns:a16="http://schemas.microsoft.com/office/drawing/2014/main" id="{DBB435D0-A969-4958-B5E3-735B76418CFB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7" name="椭圆 426">
                  <a:extLst>
                    <a:ext uri="{FF2B5EF4-FFF2-40B4-BE49-F238E27FC236}">
                      <a16:creationId xmlns:a16="http://schemas.microsoft.com/office/drawing/2014/main" id="{A37624F7-F7C2-4FC2-A4F1-C252384A7012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8" name="椭圆 427">
                  <a:extLst>
                    <a:ext uri="{FF2B5EF4-FFF2-40B4-BE49-F238E27FC236}">
                      <a16:creationId xmlns:a16="http://schemas.microsoft.com/office/drawing/2014/main" id="{ADD1E68B-8272-41C3-9B19-742E6949F164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9" name="椭圆 428">
                  <a:extLst>
                    <a:ext uri="{FF2B5EF4-FFF2-40B4-BE49-F238E27FC236}">
                      <a16:creationId xmlns:a16="http://schemas.microsoft.com/office/drawing/2014/main" id="{79E2D964-1B37-4824-AFAB-2DFB4003D583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0" name="椭圆 429">
                  <a:extLst>
                    <a:ext uri="{FF2B5EF4-FFF2-40B4-BE49-F238E27FC236}">
                      <a16:creationId xmlns:a16="http://schemas.microsoft.com/office/drawing/2014/main" id="{A8F1CE2B-9457-41F6-A60F-959F4C807577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1" name="椭圆 430">
                  <a:extLst>
                    <a:ext uri="{FF2B5EF4-FFF2-40B4-BE49-F238E27FC236}">
                      <a16:creationId xmlns:a16="http://schemas.microsoft.com/office/drawing/2014/main" id="{E5CE604B-359F-4E6E-B75C-5C4E41E2F95F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2" name="椭圆 431">
                  <a:extLst>
                    <a:ext uri="{FF2B5EF4-FFF2-40B4-BE49-F238E27FC236}">
                      <a16:creationId xmlns:a16="http://schemas.microsoft.com/office/drawing/2014/main" id="{527F2DDF-090F-407A-8618-A91BD02110ED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3" name="椭圆 432">
                  <a:extLst>
                    <a:ext uri="{FF2B5EF4-FFF2-40B4-BE49-F238E27FC236}">
                      <a16:creationId xmlns:a16="http://schemas.microsoft.com/office/drawing/2014/main" id="{64B345D8-AB11-47D2-A43C-AB773FB4B759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4" name="组合 313">
                <a:extLst>
                  <a:ext uri="{FF2B5EF4-FFF2-40B4-BE49-F238E27FC236}">
                    <a16:creationId xmlns:a16="http://schemas.microsoft.com/office/drawing/2014/main" id="{CC3412AF-92E8-44E7-96D2-2DADF8B0D98F}"/>
                  </a:ext>
                </a:extLst>
              </p:cNvPr>
              <p:cNvGrpSpPr/>
              <p:nvPr/>
            </p:nvGrpSpPr>
            <p:grpSpPr>
              <a:xfrm>
                <a:off x="21769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14" name="椭圆 413">
                  <a:extLst>
                    <a:ext uri="{FF2B5EF4-FFF2-40B4-BE49-F238E27FC236}">
                      <a16:creationId xmlns:a16="http://schemas.microsoft.com/office/drawing/2014/main" id="{A5CC5614-5967-478F-99C9-4178810769CA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5" name="椭圆 414">
                  <a:extLst>
                    <a:ext uri="{FF2B5EF4-FFF2-40B4-BE49-F238E27FC236}">
                      <a16:creationId xmlns:a16="http://schemas.microsoft.com/office/drawing/2014/main" id="{965B0B31-EF78-4FFC-B789-85C72D159089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6" name="椭圆 415">
                  <a:extLst>
                    <a:ext uri="{FF2B5EF4-FFF2-40B4-BE49-F238E27FC236}">
                      <a16:creationId xmlns:a16="http://schemas.microsoft.com/office/drawing/2014/main" id="{35F8E453-A2D8-44D9-8FB2-000163318CFD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7" name="椭圆 416">
                  <a:extLst>
                    <a:ext uri="{FF2B5EF4-FFF2-40B4-BE49-F238E27FC236}">
                      <a16:creationId xmlns:a16="http://schemas.microsoft.com/office/drawing/2014/main" id="{1A1C7F50-DF90-4FF8-BEC6-B8B3FAFDF507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8" name="椭圆 417">
                  <a:extLst>
                    <a:ext uri="{FF2B5EF4-FFF2-40B4-BE49-F238E27FC236}">
                      <a16:creationId xmlns:a16="http://schemas.microsoft.com/office/drawing/2014/main" id="{5B02C287-D8DE-4CFC-AD5F-8CE4D32E11C5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9" name="椭圆 418">
                  <a:extLst>
                    <a:ext uri="{FF2B5EF4-FFF2-40B4-BE49-F238E27FC236}">
                      <a16:creationId xmlns:a16="http://schemas.microsoft.com/office/drawing/2014/main" id="{0C9221C8-CAD8-4840-B31D-C0EA2128066A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0" name="椭圆 419">
                  <a:extLst>
                    <a:ext uri="{FF2B5EF4-FFF2-40B4-BE49-F238E27FC236}">
                      <a16:creationId xmlns:a16="http://schemas.microsoft.com/office/drawing/2014/main" id="{BEEFAC5B-E1F2-4B22-92FC-AF16CA431A58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1" name="椭圆 420">
                  <a:extLst>
                    <a:ext uri="{FF2B5EF4-FFF2-40B4-BE49-F238E27FC236}">
                      <a16:creationId xmlns:a16="http://schemas.microsoft.com/office/drawing/2014/main" id="{5D748337-058A-47D0-A950-DCB6535FF5BC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2" name="椭圆 421">
                  <a:extLst>
                    <a:ext uri="{FF2B5EF4-FFF2-40B4-BE49-F238E27FC236}">
                      <a16:creationId xmlns:a16="http://schemas.microsoft.com/office/drawing/2014/main" id="{9B4E93DE-2FCA-4969-A7F5-F8024B0329CC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3" name="椭圆 422">
                  <a:extLst>
                    <a:ext uri="{FF2B5EF4-FFF2-40B4-BE49-F238E27FC236}">
                      <a16:creationId xmlns:a16="http://schemas.microsoft.com/office/drawing/2014/main" id="{54520BC0-ED0A-40EB-ABAB-CFBDFE8A30C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5" name="组合 314">
                <a:extLst>
                  <a:ext uri="{FF2B5EF4-FFF2-40B4-BE49-F238E27FC236}">
                    <a16:creationId xmlns:a16="http://schemas.microsoft.com/office/drawing/2014/main" id="{ECCF0ED8-4825-478F-AC50-8472C8BA7DF5}"/>
                  </a:ext>
                </a:extLst>
              </p:cNvPr>
              <p:cNvGrpSpPr/>
              <p:nvPr/>
            </p:nvGrpSpPr>
            <p:grpSpPr>
              <a:xfrm>
                <a:off x="19771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404" name="椭圆 403">
                  <a:extLst>
                    <a:ext uri="{FF2B5EF4-FFF2-40B4-BE49-F238E27FC236}">
                      <a16:creationId xmlns:a16="http://schemas.microsoft.com/office/drawing/2014/main" id="{2656DDCE-55ED-43F7-A773-5EBDF88CF3AB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5" name="椭圆 404">
                  <a:extLst>
                    <a:ext uri="{FF2B5EF4-FFF2-40B4-BE49-F238E27FC236}">
                      <a16:creationId xmlns:a16="http://schemas.microsoft.com/office/drawing/2014/main" id="{375D001C-8F7D-4326-9F8C-2EEA107A6A46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6" name="椭圆 405">
                  <a:extLst>
                    <a:ext uri="{FF2B5EF4-FFF2-40B4-BE49-F238E27FC236}">
                      <a16:creationId xmlns:a16="http://schemas.microsoft.com/office/drawing/2014/main" id="{CE802EC2-4EBD-4DB0-A407-22FE17C10102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7" name="椭圆 406">
                  <a:extLst>
                    <a:ext uri="{FF2B5EF4-FFF2-40B4-BE49-F238E27FC236}">
                      <a16:creationId xmlns:a16="http://schemas.microsoft.com/office/drawing/2014/main" id="{C0487066-ACC7-47CC-9BE2-59B0586D51F3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8" name="椭圆 407">
                  <a:extLst>
                    <a:ext uri="{FF2B5EF4-FFF2-40B4-BE49-F238E27FC236}">
                      <a16:creationId xmlns:a16="http://schemas.microsoft.com/office/drawing/2014/main" id="{C3246A36-52EE-47B2-AE1C-F0EDB9AEDB62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9" name="椭圆 408">
                  <a:extLst>
                    <a:ext uri="{FF2B5EF4-FFF2-40B4-BE49-F238E27FC236}">
                      <a16:creationId xmlns:a16="http://schemas.microsoft.com/office/drawing/2014/main" id="{05D22FA4-E784-4E38-B2B0-8CE1537FFEB5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0" name="椭圆 409">
                  <a:extLst>
                    <a:ext uri="{FF2B5EF4-FFF2-40B4-BE49-F238E27FC236}">
                      <a16:creationId xmlns:a16="http://schemas.microsoft.com/office/drawing/2014/main" id="{070F5492-98B4-45DC-AAE9-231E81F113B0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1" name="椭圆 410">
                  <a:extLst>
                    <a:ext uri="{FF2B5EF4-FFF2-40B4-BE49-F238E27FC236}">
                      <a16:creationId xmlns:a16="http://schemas.microsoft.com/office/drawing/2014/main" id="{26B8B364-B015-4679-8FE7-8B4892D1116A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2" name="椭圆 411">
                  <a:extLst>
                    <a:ext uri="{FF2B5EF4-FFF2-40B4-BE49-F238E27FC236}">
                      <a16:creationId xmlns:a16="http://schemas.microsoft.com/office/drawing/2014/main" id="{7DC85F91-607D-4354-8644-64B4767BDF6F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3" name="椭圆 412">
                  <a:extLst>
                    <a:ext uri="{FF2B5EF4-FFF2-40B4-BE49-F238E27FC236}">
                      <a16:creationId xmlns:a16="http://schemas.microsoft.com/office/drawing/2014/main" id="{4D58F170-BC31-4E0F-B2A6-E44E2ECB983F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6" name="组合 315">
                <a:extLst>
                  <a:ext uri="{FF2B5EF4-FFF2-40B4-BE49-F238E27FC236}">
                    <a16:creationId xmlns:a16="http://schemas.microsoft.com/office/drawing/2014/main" id="{0998C20F-6C07-4402-8244-8682A6A795C9}"/>
                  </a:ext>
                </a:extLst>
              </p:cNvPr>
              <p:cNvGrpSpPr/>
              <p:nvPr/>
            </p:nvGrpSpPr>
            <p:grpSpPr>
              <a:xfrm>
                <a:off x="17773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94" name="椭圆 393">
                  <a:extLst>
                    <a:ext uri="{FF2B5EF4-FFF2-40B4-BE49-F238E27FC236}">
                      <a16:creationId xmlns:a16="http://schemas.microsoft.com/office/drawing/2014/main" id="{9F436F60-EDEB-463D-9D0E-8EC84A32835D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5" name="椭圆 394">
                  <a:extLst>
                    <a:ext uri="{FF2B5EF4-FFF2-40B4-BE49-F238E27FC236}">
                      <a16:creationId xmlns:a16="http://schemas.microsoft.com/office/drawing/2014/main" id="{0CE0867D-F6AC-472F-8543-5B0E28FA399B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6" name="椭圆 395">
                  <a:extLst>
                    <a:ext uri="{FF2B5EF4-FFF2-40B4-BE49-F238E27FC236}">
                      <a16:creationId xmlns:a16="http://schemas.microsoft.com/office/drawing/2014/main" id="{2EAFA5CA-C1E6-43D4-86C7-22A0C99D7F32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7" name="椭圆 396">
                  <a:extLst>
                    <a:ext uri="{FF2B5EF4-FFF2-40B4-BE49-F238E27FC236}">
                      <a16:creationId xmlns:a16="http://schemas.microsoft.com/office/drawing/2014/main" id="{4EF309CE-87EA-4702-850A-E6312AB9D889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8" name="椭圆 397">
                  <a:extLst>
                    <a:ext uri="{FF2B5EF4-FFF2-40B4-BE49-F238E27FC236}">
                      <a16:creationId xmlns:a16="http://schemas.microsoft.com/office/drawing/2014/main" id="{B95C7CB6-5CDF-45B0-8CD4-E7AECDF96525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9" name="椭圆 398">
                  <a:extLst>
                    <a:ext uri="{FF2B5EF4-FFF2-40B4-BE49-F238E27FC236}">
                      <a16:creationId xmlns:a16="http://schemas.microsoft.com/office/drawing/2014/main" id="{BD392A86-49E6-4F5F-9AEB-3D60580766F5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0" name="椭圆 399">
                  <a:extLst>
                    <a:ext uri="{FF2B5EF4-FFF2-40B4-BE49-F238E27FC236}">
                      <a16:creationId xmlns:a16="http://schemas.microsoft.com/office/drawing/2014/main" id="{AFAAB069-71AB-4A84-92D2-C69214F59BF1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1" name="椭圆 400">
                  <a:extLst>
                    <a:ext uri="{FF2B5EF4-FFF2-40B4-BE49-F238E27FC236}">
                      <a16:creationId xmlns:a16="http://schemas.microsoft.com/office/drawing/2014/main" id="{FFA9F88B-610E-4A6C-B41E-0A68A9AC5434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2" name="椭圆 401">
                  <a:extLst>
                    <a:ext uri="{FF2B5EF4-FFF2-40B4-BE49-F238E27FC236}">
                      <a16:creationId xmlns:a16="http://schemas.microsoft.com/office/drawing/2014/main" id="{D0C67CD0-1AC2-4924-B3C5-2D059D67F6C1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3" name="椭圆 402">
                  <a:extLst>
                    <a:ext uri="{FF2B5EF4-FFF2-40B4-BE49-F238E27FC236}">
                      <a16:creationId xmlns:a16="http://schemas.microsoft.com/office/drawing/2014/main" id="{30F8F218-6368-4F62-9094-2E2F3D1EAC4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7" name="组合 316">
                <a:extLst>
                  <a:ext uri="{FF2B5EF4-FFF2-40B4-BE49-F238E27FC236}">
                    <a16:creationId xmlns:a16="http://schemas.microsoft.com/office/drawing/2014/main" id="{0C7378DD-4F09-47F6-A9A4-16AC56702545}"/>
                  </a:ext>
                </a:extLst>
              </p:cNvPr>
              <p:cNvGrpSpPr/>
              <p:nvPr/>
            </p:nvGrpSpPr>
            <p:grpSpPr>
              <a:xfrm>
                <a:off x="15775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84" name="椭圆 383">
                  <a:extLst>
                    <a:ext uri="{FF2B5EF4-FFF2-40B4-BE49-F238E27FC236}">
                      <a16:creationId xmlns:a16="http://schemas.microsoft.com/office/drawing/2014/main" id="{5D9FA62D-1AA5-410A-BDE5-9C9CE0710CFC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5" name="椭圆 384">
                  <a:extLst>
                    <a:ext uri="{FF2B5EF4-FFF2-40B4-BE49-F238E27FC236}">
                      <a16:creationId xmlns:a16="http://schemas.microsoft.com/office/drawing/2014/main" id="{2B650BAF-17D5-4E01-A367-4411ED2A382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6" name="椭圆 385">
                  <a:extLst>
                    <a:ext uri="{FF2B5EF4-FFF2-40B4-BE49-F238E27FC236}">
                      <a16:creationId xmlns:a16="http://schemas.microsoft.com/office/drawing/2014/main" id="{32EE0BCE-8965-46F9-A680-F20F35E1D94B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7" name="椭圆 386">
                  <a:extLst>
                    <a:ext uri="{FF2B5EF4-FFF2-40B4-BE49-F238E27FC236}">
                      <a16:creationId xmlns:a16="http://schemas.microsoft.com/office/drawing/2014/main" id="{FF2227DF-DED9-41DE-A63C-51B0461C29AF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8" name="椭圆 387">
                  <a:extLst>
                    <a:ext uri="{FF2B5EF4-FFF2-40B4-BE49-F238E27FC236}">
                      <a16:creationId xmlns:a16="http://schemas.microsoft.com/office/drawing/2014/main" id="{83120F4A-FCFF-4FB7-8D16-78A33A510DFD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9" name="椭圆 388">
                  <a:extLst>
                    <a:ext uri="{FF2B5EF4-FFF2-40B4-BE49-F238E27FC236}">
                      <a16:creationId xmlns:a16="http://schemas.microsoft.com/office/drawing/2014/main" id="{B25C996B-C7D6-477D-A89E-E8E1C6F0D46E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0" name="椭圆 389">
                  <a:extLst>
                    <a:ext uri="{FF2B5EF4-FFF2-40B4-BE49-F238E27FC236}">
                      <a16:creationId xmlns:a16="http://schemas.microsoft.com/office/drawing/2014/main" id="{8ACE0650-8065-42E3-A7DC-F909D15378C6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1" name="椭圆 390">
                  <a:extLst>
                    <a:ext uri="{FF2B5EF4-FFF2-40B4-BE49-F238E27FC236}">
                      <a16:creationId xmlns:a16="http://schemas.microsoft.com/office/drawing/2014/main" id="{14E97E42-5EF1-46EF-A83E-D3B1DACBECF2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2" name="椭圆 391">
                  <a:extLst>
                    <a:ext uri="{FF2B5EF4-FFF2-40B4-BE49-F238E27FC236}">
                      <a16:creationId xmlns:a16="http://schemas.microsoft.com/office/drawing/2014/main" id="{9D9D31D1-2364-4D32-A461-BB9DEA14F2B2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3" name="椭圆 392">
                  <a:extLst>
                    <a:ext uri="{FF2B5EF4-FFF2-40B4-BE49-F238E27FC236}">
                      <a16:creationId xmlns:a16="http://schemas.microsoft.com/office/drawing/2014/main" id="{E3D11372-14A6-4694-B5FE-D43867F28882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8" name="组合 317">
                <a:extLst>
                  <a:ext uri="{FF2B5EF4-FFF2-40B4-BE49-F238E27FC236}">
                    <a16:creationId xmlns:a16="http://schemas.microsoft.com/office/drawing/2014/main" id="{2A9589D5-C32C-4D90-B041-236CF8766DAC}"/>
                  </a:ext>
                </a:extLst>
              </p:cNvPr>
              <p:cNvGrpSpPr/>
              <p:nvPr/>
            </p:nvGrpSpPr>
            <p:grpSpPr>
              <a:xfrm>
                <a:off x="13777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74" name="椭圆 373">
                  <a:extLst>
                    <a:ext uri="{FF2B5EF4-FFF2-40B4-BE49-F238E27FC236}">
                      <a16:creationId xmlns:a16="http://schemas.microsoft.com/office/drawing/2014/main" id="{C95F341B-5F2D-4176-B03E-40F11D16384D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5" name="椭圆 374">
                  <a:extLst>
                    <a:ext uri="{FF2B5EF4-FFF2-40B4-BE49-F238E27FC236}">
                      <a16:creationId xmlns:a16="http://schemas.microsoft.com/office/drawing/2014/main" id="{115A5511-0FBC-456C-AECA-91DEBD95BF85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6" name="椭圆 375">
                  <a:extLst>
                    <a:ext uri="{FF2B5EF4-FFF2-40B4-BE49-F238E27FC236}">
                      <a16:creationId xmlns:a16="http://schemas.microsoft.com/office/drawing/2014/main" id="{D7A1C84D-6BCE-40BA-A8FC-62736E9B6BA5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7" name="椭圆 376">
                  <a:extLst>
                    <a:ext uri="{FF2B5EF4-FFF2-40B4-BE49-F238E27FC236}">
                      <a16:creationId xmlns:a16="http://schemas.microsoft.com/office/drawing/2014/main" id="{29D9CD4D-276C-4195-B60A-C1749A0FFB70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8" name="椭圆 377">
                  <a:extLst>
                    <a:ext uri="{FF2B5EF4-FFF2-40B4-BE49-F238E27FC236}">
                      <a16:creationId xmlns:a16="http://schemas.microsoft.com/office/drawing/2014/main" id="{2B0911D3-E1DA-4846-88FD-12C0ACA1B7AC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9" name="椭圆 378">
                  <a:extLst>
                    <a:ext uri="{FF2B5EF4-FFF2-40B4-BE49-F238E27FC236}">
                      <a16:creationId xmlns:a16="http://schemas.microsoft.com/office/drawing/2014/main" id="{56AFE2F8-386F-4DA0-80F1-3CF3192A5D4B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0" name="椭圆 379">
                  <a:extLst>
                    <a:ext uri="{FF2B5EF4-FFF2-40B4-BE49-F238E27FC236}">
                      <a16:creationId xmlns:a16="http://schemas.microsoft.com/office/drawing/2014/main" id="{3BA55F55-C292-4ADC-8DC5-71559724C0A5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1" name="椭圆 380">
                  <a:extLst>
                    <a:ext uri="{FF2B5EF4-FFF2-40B4-BE49-F238E27FC236}">
                      <a16:creationId xmlns:a16="http://schemas.microsoft.com/office/drawing/2014/main" id="{82CE816E-AB1E-46F0-BD3F-60B24E29CF3D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2" name="椭圆 381">
                  <a:extLst>
                    <a:ext uri="{FF2B5EF4-FFF2-40B4-BE49-F238E27FC236}">
                      <a16:creationId xmlns:a16="http://schemas.microsoft.com/office/drawing/2014/main" id="{AAA9FBCE-B2E3-4F55-A950-C6D21E6A8B0F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3" name="椭圆 382">
                  <a:extLst>
                    <a:ext uri="{FF2B5EF4-FFF2-40B4-BE49-F238E27FC236}">
                      <a16:creationId xmlns:a16="http://schemas.microsoft.com/office/drawing/2014/main" id="{45D8E193-1B31-4F73-BF2E-0942C26A73A6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9" name="组合 318">
                <a:extLst>
                  <a:ext uri="{FF2B5EF4-FFF2-40B4-BE49-F238E27FC236}">
                    <a16:creationId xmlns:a16="http://schemas.microsoft.com/office/drawing/2014/main" id="{152AC47B-BE6F-4BF8-8106-651BAEA8A5A1}"/>
                  </a:ext>
                </a:extLst>
              </p:cNvPr>
              <p:cNvGrpSpPr/>
              <p:nvPr/>
            </p:nvGrpSpPr>
            <p:grpSpPr>
              <a:xfrm>
                <a:off x="11779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64" name="椭圆 363">
                  <a:extLst>
                    <a:ext uri="{FF2B5EF4-FFF2-40B4-BE49-F238E27FC236}">
                      <a16:creationId xmlns:a16="http://schemas.microsoft.com/office/drawing/2014/main" id="{7A18CC2E-669B-4456-9095-3DFF8D3F3E89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5" name="椭圆 364">
                  <a:extLst>
                    <a:ext uri="{FF2B5EF4-FFF2-40B4-BE49-F238E27FC236}">
                      <a16:creationId xmlns:a16="http://schemas.microsoft.com/office/drawing/2014/main" id="{13EC725C-3F5F-4976-994F-A28BA951BDF2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6" name="椭圆 365">
                  <a:extLst>
                    <a:ext uri="{FF2B5EF4-FFF2-40B4-BE49-F238E27FC236}">
                      <a16:creationId xmlns:a16="http://schemas.microsoft.com/office/drawing/2014/main" id="{8D1A96F0-C8A9-4FD8-AFA7-FCCFB0052457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7" name="椭圆 366">
                  <a:extLst>
                    <a:ext uri="{FF2B5EF4-FFF2-40B4-BE49-F238E27FC236}">
                      <a16:creationId xmlns:a16="http://schemas.microsoft.com/office/drawing/2014/main" id="{0D13A915-8181-4EA4-A22F-CCFDA6AAC235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8" name="椭圆 367">
                  <a:extLst>
                    <a:ext uri="{FF2B5EF4-FFF2-40B4-BE49-F238E27FC236}">
                      <a16:creationId xmlns:a16="http://schemas.microsoft.com/office/drawing/2014/main" id="{1514A5AB-4F1C-4981-93D7-183D12B34CAE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9" name="椭圆 368">
                  <a:extLst>
                    <a:ext uri="{FF2B5EF4-FFF2-40B4-BE49-F238E27FC236}">
                      <a16:creationId xmlns:a16="http://schemas.microsoft.com/office/drawing/2014/main" id="{8698217E-1D76-4D82-AF38-D1CD5EBAEB9D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0" name="椭圆 369">
                  <a:extLst>
                    <a:ext uri="{FF2B5EF4-FFF2-40B4-BE49-F238E27FC236}">
                      <a16:creationId xmlns:a16="http://schemas.microsoft.com/office/drawing/2014/main" id="{4A5B661D-C91B-4BE3-B2E0-17081EB5EB28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1" name="椭圆 370">
                  <a:extLst>
                    <a:ext uri="{FF2B5EF4-FFF2-40B4-BE49-F238E27FC236}">
                      <a16:creationId xmlns:a16="http://schemas.microsoft.com/office/drawing/2014/main" id="{406C4730-2E1F-4043-BD05-B3A24D74C5E2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2" name="椭圆 371">
                  <a:extLst>
                    <a:ext uri="{FF2B5EF4-FFF2-40B4-BE49-F238E27FC236}">
                      <a16:creationId xmlns:a16="http://schemas.microsoft.com/office/drawing/2014/main" id="{FDCFF2AB-3E03-4521-B8B0-9386CF4F5AC1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3" name="椭圆 372">
                  <a:extLst>
                    <a:ext uri="{FF2B5EF4-FFF2-40B4-BE49-F238E27FC236}">
                      <a16:creationId xmlns:a16="http://schemas.microsoft.com/office/drawing/2014/main" id="{D8352A04-6B64-40E7-91C1-CEF2B0C7F00B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20" name="组合 319">
                <a:extLst>
                  <a:ext uri="{FF2B5EF4-FFF2-40B4-BE49-F238E27FC236}">
                    <a16:creationId xmlns:a16="http://schemas.microsoft.com/office/drawing/2014/main" id="{9C7C8F5E-8148-4AAA-856D-435A18F46BE6}"/>
                  </a:ext>
                </a:extLst>
              </p:cNvPr>
              <p:cNvGrpSpPr/>
              <p:nvPr/>
            </p:nvGrpSpPr>
            <p:grpSpPr>
              <a:xfrm>
                <a:off x="9781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54" name="椭圆 353">
                  <a:extLst>
                    <a:ext uri="{FF2B5EF4-FFF2-40B4-BE49-F238E27FC236}">
                      <a16:creationId xmlns:a16="http://schemas.microsoft.com/office/drawing/2014/main" id="{6D1C3973-1259-446C-B092-88EA108BEDB0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5" name="椭圆 354">
                  <a:extLst>
                    <a:ext uri="{FF2B5EF4-FFF2-40B4-BE49-F238E27FC236}">
                      <a16:creationId xmlns:a16="http://schemas.microsoft.com/office/drawing/2014/main" id="{222BC94D-9D9C-4909-8E7C-373218D40A8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6" name="椭圆 355">
                  <a:extLst>
                    <a:ext uri="{FF2B5EF4-FFF2-40B4-BE49-F238E27FC236}">
                      <a16:creationId xmlns:a16="http://schemas.microsoft.com/office/drawing/2014/main" id="{2C490F52-000C-43FC-962C-96291A103075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7" name="椭圆 356">
                  <a:extLst>
                    <a:ext uri="{FF2B5EF4-FFF2-40B4-BE49-F238E27FC236}">
                      <a16:creationId xmlns:a16="http://schemas.microsoft.com/office/drawing/2014/main" id="{D68FE03D-DD9C-4E53-BA2A-592133289779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8" name="椭圆 357">
                  <a:extLst>
                    <a:ext uri="{FF2B5EF4-FFF2-40B4-BE49-F238E27FC236}">
                      <a16:creationId xmlns:a16="http://schemas.microsoft.com/office/drawing/2014/main" id="{86B683AD-234E-4377-B58E-9F415073FE0D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9" name="椭圆 358">
                  <a:extLst>
                    <a:ext uri="{FF2B5EF4-FFF2-40B4-BE49-F238E27FC236}">
                      <a16:creationId xmlns:a16="http://schemas.microsoft.com/office/drawing/2014/main" id="{A6FD7C0F-4756-4F61-AF5A-3CF44A63A1F4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0" name="椭圆 359">
                  <a:extLst>
                    <a:ext uri="{FF2B5EF4-FFF2-40B4-BE49-F238E27FC236}">
                      <a16:creationId xmlns:a16="http://schemas.microsoft.com/office/drawing/2014/main" id="{EE831AE8-2F7A-4B56-A280-4F0CE36CDBAD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1" name="椭圆 360">
                  <a:extLst>
                    <a:ext uri="{FF2B5EF4-FFF2-40B4-BE49-F238E27FC236}">
                      <a16:creationId xmlns:a16="http://schemas.microsoft.com/office/drawing/2014/main" id="{0DA355A1-F6D2-4C18-9D70-DFA320D59147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2" name="椭圆 361">
                  <a:extLst>
                    <a:ext uri="{FF2B5EF4-FFF2-40B4-BE49-F238E27FC236}">
                      <a16:creationId xmlns:a16="http://schemas.microsoft.com/office/drawing/2014/main" id="{4F714E85-ADBD-42DA-B1AA-2B24F3D25954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3" name="椭圆 362">
                  <a:extLst>
                    <a:ext uri="{FF2B5EF4-FFF2-40B4-BE49-F238E27FC236}">
                      <a16:creationId xmlns:a16="http://schemas.microsoft.com/office/drawing/2014/main" id="{EDB33D9A-F514-4EEC-96D0-EE0F2DE2A4CB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21" name="组合 320">
                <a:extLst>
                  <a:ext uri="{FF2B5EF4-FFF2-40B4-BE49-F238E27FC236}">
                    <a16:creationId xmlns:a16="http://schemas.microsoft.com/office/drawing/2014/main" id="{DE64E157-E7A7-4822-977D-84CDE07499ED}"/>
                  </a:ext>
                </a:extLst>
              </p:cNvPr>
              <p:cNvGrpSpPr/>
              <p:nvPr/>
            </p:nvGrpSpPr>
            <p:grpSpPr>
              <a:xfrm>
                <a:off x="7783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44" name="椭圆 343">
                  <a:extLst>
                    <a:ext uri="{FF2B5EF4-FFF2-40B4-BE49-F238E27FC236}">
                      <a16:creationId xmlns:a16="http://schemas.microsoft.com/office/drawing/2014/main" id="{C3908ABC-7AE8-402C-B56B-7446251646FE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5" name="椭圆 344">
                  <a:extLst>
                    <a:ext uri="{FF2B5EF4-FFF2-40B4-BE49-F238E27FC236}">
                      <a16:creationId xmlns:a16="http://schemas.microsoft.com/office/drawing/2014/main" id="{73861B5F-7AD0-4450-BA2A-B5F14150855A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6" name="椭圆 345">
                  <a:extLst>
                    <a:ext uri="{FF2B5EF4-FFF2-40B4-BE49-F238E27FC236}">
                      <a16:creationId xmlns:a16="http://schemas.microsoft.com/office/drawing/2014/main" id="{1ABEED27-F4D2-4B2F-8DD3-0599CDDB79C0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7" name="椭圆 346">
                  <a:extLst>
                    <a:ext uri="{FF2B5EF4-FFF2-40B4-BE49-F238E27FC236}">
                      <a16:creationId xmlns:a16="http://schemas.microsoft.com/office/drawing/2014/main" id="{5DFDC5AD-8276-4436-A1D3-053B5DCE1553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8" name="椭圆 347">
                  <a:extLst>
                    <a:ext uri="{FF2B5EF4-FFF2-40B4-BE49-F238E27FC236}">
                      <a16:creationId xmlns:a16="http://schemas.microsoft.com/office/drawing/2014/main" id="{56D25F93-397A-4927-9E16-490EEC64996A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9" name="椭圆 348">
                  <a:extLst>
                    <a:ext uri="{FF2B5EF4-FFF2-40B4-BE49-F238E27FC236}">
                      <a16:creationId xmlns:a16="http://schemas.microsoft.com/office/drawing/2014/main" id="{5D01F09B-1613-4243-9B4E-7C424A0FF890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0" name="椭圆 349">
                  <a:extLst>
                    <a:ext uri="{FF2B5EF4-FFF2-40B4-BE49-F238E27FC236}">
                      <a16:creationId xmlns:a16="http://schemas.microsoft.com/office/drawing/2014/main" id="{C0152327-BE55-4E0D-806B-5E1A9874CC83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1" name="椭圆 350">
                  <a:extLst>
                    <a:ext uri="{FF2B5EF4-FFF2-40B4-BE49-F238E27FC236}">
                      <a16:creationId xmlns:a16="http://schemas.microsoft.com/office/drawing/2014/main" id="{F2412269-21F2-43DC-8BCC-026C37BFAC3B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2" name="椭圆 351">
                  <a:extLst>
                    <a:ext uri="{FF2B5EF4-FFF2-40B4-BE49-F238E27FC236}">
                      <a16:creationId xmlns:a16="http://schemas.microsoft.com/office/drawing/2014/main" id="{81E401CB-9A3B-45D6-8E9E-35E0F6715EE1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53" name="椭圆 352">
                  <a:extLst>
                    <a:ext uri="{FF2B5EF4-FFF2-40B4-BE49-F238E27FC236}">
                      <a16:creationId xmlns:a16="http://schemas.microsoft.com/office/drawing/2014/main" id="{09BD0953-11E1-4598-B788-ACE327E2E217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22" name="组合 321">
                <a:extLst>
                  <a:ext uri="{FF2B5EF4-FFF2-40B4-BE49-F238E27FC236}">
                    <a16:creationId xmlns:a16="http://schemas.microsoft.com/office/drawing/2014/main" id="{E7875029-5A3D-43A7-ABF4-E945F14482B6}"/>
                  </a:ext>
                </a:extLst>
              </p:cNvPr>
              <p:cNvGrpSpPr/>
              <p:nvPr/>
            </p:nvGrpSpPr>
            <p:grpSpPr>
              <a:xfrm>
                <a:off x="5785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34" name="椭圆 333">
                  <a:extLst>
                    <a:ext uri="{FF2B5EF4-FFF2-40B4-BE49-F238E27FC236}">
                      <a16:creationId xmlns:a16="http://schemas.microsoft.com/office/drawing/2014/main" id="{78EF903F-FD9F-4463-A077-080F0E47BA4B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5" name="椭圆 334">
                  <a:extLst>
                    <a:ext uri="{FF2B5EF4-FFF2-40B4-BE49-F238E27FC236}">
                      <a16:creationId xmlns:a16="http://schemas.microsoft.com/office/drawing/2014/main" id="{D7B66F88-F5A0-470D-9025-BC8FE5A8B49E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6" name="椭圆 335">
                  <a:extLst>
                    <a:ext uri="{FF2B5EF4-FFF2-40B4-BE49-F238E27FC236}">
                      <a16:creationId xmlns:a16="http://schemas.microsoft.com/office/drawing/2014/main" id="{DDA26AE6-B372-48DB-B001-525E259D1D10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7" name="椭圆 336">
                  <a:extLst>
                    <a:ext uri="{FF2B5EF4-FFF2-40B4-BE49-F238E27FC236}">
                      <a16:creationId xmlns:a16="http://schemas.microsoft.com/office/drawing/2014/main" id="{D29FB311-F8AB-4651-907C-BF1CCD731543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8" name="椭圆 337">
                  <a:extLst>
                    <a:ext uri="{FF2B5EF4-FFF2-40B4-BE49-F238E27FC236}">
                      <a16:creationId xmlns:a16="http://schemas.microsoft.com/office/drawing/2014/main" id="{FD61090D-ED56-4063-A19C-016FF0940037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9" name="椭圆 338">
                  <a:extLst>
                    <a:ext uri="{FF2B5EF4-FFF2-40B4-BE49-F238E27FC236}">
                      <a16:creationId xmlns:a16="http://schemas.microsoft.com/office/drawing/2014/main" id="{03179F67-072C-4863-A455-BFAD093EE7CD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0" name="椭圆 339">
                  <a:extLst>
                    <a:ext uri="{FF2B5EF4-FFF2-40B4-BE49-F238E27FC236}">
                      <a16:creationId xmlns:a16="http://schemas.microsoft.com/office/drawing/2014/main" id="{20E41789-99CB-485C-B8CD-4916BBDA4A61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1" name="椭圆 340">
                  <a:extLst>
                    <a:ext uri="{FF2B5EF4-FFF2-40B4-BE49-F238E27FC236}">
                      <a16:creationId xmlns:a16="http://schemas.microsoft.com/office/drawing/2014/main" id="{04219448-1675-47E4-9B1E-D0E8EFE3BF76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2" name="椭圆 341">
                  <a:extLst>
                    <a:ext uri="{FF2B5EF4-FFF2-40B4-BE49-F238E27FC236}">
                      <a16:creationId xmlns:a16="http://schemas.microsoft.com/office/drawing/2014/main" id="{41FCBD5E-29A0-4906-A8BD-B9A54EF10A49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3" name="椭圆 342">
                  <a:extLst>
                    <a:ext uri="{FF2B5EF4-FFF2-40B4-BE49-F238E27FC236}">
                      <a16:creationId xmlns:a16="http://schemas.microsoft.com/office/drawing/2014/main" id="{0F28D71D-24C8-471D-8308-E0DE76592EDD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23" name="组合 322">
                <a:extLst>
                  <a:ext uri="{FF2B5EF4-FFF2-40B4-BE49-F238E27FC236}">
                    <a16:creationId xmlns:a16="http://schemas.microsoft.com/office/drawing/2014/main" id="{032A9F4F-15B3-4527-8F09-F224FE153E70}"/>
                  </a:ext>
                </a:extLst>
              </p:cNvPr>
              <p:cNvGrpSpPr/>
              <p:nvPr/>
            </p:nvGrpSpPr>
            <p:grpSpPr>
              <a:xfrm>
                <a:off x="378703" y="2212047"/>
                <a:ext cx="84501" cy="1704659"/>
                <a:chOff x="4374699" y="2227188"/>
                <a:chExt cx="84501" cy="1704659"/>
              </a:xfrm>
            </p:grpSpPr>
            <p:sp>
              <p:nvSpPr>
                <p:cNvPr id="324" name="椭圆 323">
                  <a:extLst>
                    <a:ext uri="{FF2B5EF4-FFF2-40B4-BE49-F238E27FC236}">
                      <a16:creationId xmlns:a16="http://schemas.microsoft.com/office/drawing/2014/main" id="{560FBB9F-2350-4982-B382-E0FBE22335E6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5" name="椭圆 324">
                  <a:extLst>
                    <a:ext uri="{FF2B5EF4-FFF2-40B4-BE49-F238E27FC236}">
                      <a16:creationId xmlns:a16="http://schemas.microsoft.com/office/drawing/2014/main" id="{FD0AAD7B-7A92-4B44-A6F9-8AD43EE24651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6" name="椭圆 325">
                  <a:extLst>
                    <a:ext uri="{FF2B5EF4-FFF2-40B4-BE49-F238E27FC236}">
                      <a16:creationId xmlns:a16="http://schemas.microsoft.com/office/drawing/2014/main" id="{602FD81F-A6C3-4046-8302-7521E316AC6B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7" name="椭圆 326">
                  <a:extLst>
                    <a:ext uri="{FF2B5EF4-FFF2-40B4-BE49-F238E27FC236}">
                      <a16:creationId xmlns:a16="http://schemas.microsoft.com/office/drawing/2014/main" id="{A37F09B2-74A1-45C7-AD8D-7C8693D8AB40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8" name="椭圆 327">
                  <a:extLst>
                    <a:ext uri="{FF2B5EF4-FFF2-40B4-BE49-F238E27FC236}">
                      <a16:creationId xmlns:a16="http://schemas.microsoft.com/office/drawing/2014/main" id="{103410D9-A43E-4D8B-9728-5DCC98467CD7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9" name="椭圆 328">
                  <a:extLst>
                    <a:ext uri="{FF2B5EF4-FFF2-40B4-BE49-F238E27FC236}">
                      <a16:creationId xmlns:a16="http://schemas.microsoft.com/office/drawing/2014/main" id="{B392B124-F8A6-4A13-9BB8-BF547B7B9527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0" name="椭圆 329">
                  <a:extLst>
                    <a:ext uri="{FF2B5EF4-FFF2-40B4-BE49-F238E27FC236}">
                      <a16:creationId xmlns:a16="http://schemas.microsoft.com/office/drawing/2014/main" id="{16B5F4EC-F0DE-4FF5-BB74-0A2D9D6FC902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1" name="椭圆 330">
                  <a:extLst>
                    <a:ext uri="{FF2B5EF4-FFF2-40B4-BE49-F238E27FC236}">
                      <a16:creationId xmlns:a16="http://schemas.microsoft.com/office/drawing/2014/main" id="{EAC3BF2C-C985-4C51-ABEC-C2EE116D7F7D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2" name="椭圆 331">
                  <a:extLst>
                    <a:ext uri="{FF2B5EF4-FFF2-40B4-BE49-F238E27FC236}">
                      <a16:creationId xmlns:a16="http://schemas.microsoft.com/office/drawing/2014/main" id="{76119DE9-2FB2-475F-BEC4-2E5FD861BE08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3" name="椭圆 332">
                  <a:extLst>
                    <a:ext uri="{FF2B5EF4-FFF2-40B4-BE49-F238E27FC236}">
                      <a16:creationId xmlns:a16="http://schemas.microsoft.com/office/drawing/2014/main" id="{A46FA74C-A355-44F4-9BC5-8DA1E579E178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0F864DF-B988-4B39-9698-50ABF643936D}"/>
                </a:ext>
              </a:extLst>
            </p:cNvPr>
            <p:cNvGrpSpPr/>
            <p:nvPr/>
          </p:nvGrpSpPr>
          <p:grpSpPr>
            <a:xfrm>
              <a:off x="1765383" y="2578250"/>
              <a:ext cx="3663819" cy="1530589"/>
              <a:chOff x="378703" y="2212047"/>
              <a:chExt cx="4080497" cy="1704659"/>
            </a:xfrm>
            <a:solidFill>
              <a:schemeClr val="tx1"/>
            </a:solidFill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0F88D104-0266-4226-B320-FFB01A1CB692}"/>
                  </a:ext>
                </a:extLst>
              </p:cNvPr>
              <p:cNvGrpSpPr/>
              <p:nvPr/>
            </p:nvGrpSpPr>
            <p:grpSpPr>
              <a:xfrm>
                <a:off x="4374699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9A317736-25C7-46F7-9F6E-3F9F58E59236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4" name="椭圆 293">
                  <a:extLst>
                    <a:ext uri="{FF2B5EF4-FFF2-40B4-BE49-F238E27FC236}">
                      <a16:creationId xmlns:a16="http://schemas.microsoft.com/office/drawing/2014/main" id="{7ACD5162-D0AC-4921-9E60-92BA26807DBA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5" name="椭圆 294">
                  <a:extLst>
                    <a:ext uri="{FF2B5EF4-FFF2-40B4-BE49-F238E27FC236}">
                      <a16:creationId xmlns:a16="http://schemas.microsoft.com/office/drawing/2014/main" id="{9A76CFC8-1E35-4EC1-8C58-26CD57433E5F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7F5126A3-D784-4E65-B9DB-B4D8A2FEF30C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5AB8CC53-1E4C-4EE2-839A-E772A288F0AD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8" name="椭圆 297">
                  <a:extLst>
                    <a:ext uri="{FF2B5EF4-FFF2-40B4-BE49-F238E27FC236}">
                      <a16:creationId xmlns:a16="http://schemas.microsoft.com/office/drawing/2014/main" id="{B4A5F00B-F3FE-493D-8C7A-218531C7EA6E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8F7C12F2-B37A-4D2F-94FF-EBAFC728EB33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910F20AD-D903-42D5-9509-4D04C391FB6A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1" name="椭圆 300">
                  <a:extLst>
                    <a:ext uri="{FF2B5EF4-FFF2-40B4-BE49-F238E27FC236}">
                      <a16:creationId xmlns:a16="http://schemas.microsoft.com/office/drawing/2014/main" id="{5DA3AE1F-5835-4495-89A4-BF325244E2FE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C6C18DFB-CC36-405B-BBE0-FED69ED72935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7A2A5F4C-68E7-4FDA-A93C-541D3A2987B7}"/>
                  </a:ext>
                </a:extLst>
              </p:cNvPr>
              <p:cNvGrpSpPr/>
              <p:nvPr/>
            </p:nvGrpSpPr>
            <p:grpSpPr>
              <a:xfrm>
                <a:off x="41749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98EC433B-4C60-4F51-8DDF-83D4DD5C8294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000F8609-54BB-490E-A0E5-265F2D5E5B92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EBBCCD16-266B-475E-BC9A-C1BD5E6EF5B7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6" name="椭圆 285">
                  <a:extLst>
                    <a:ext uri="{FF2B5EF4-FFF2-40B4-BE49-F238E27FC236}">
                      <a16:creationId xmlns:a16="http://schemas.microsoft.com/office/drawing/2014/main" id="{29F8A1A9-2E19-4286-9794-0DA685F1DD7B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7" name="椭圆 286">
                  <a:extLst>
                    <a:ext uri="{FF2B5EF4-FFF2-40B4-BE49-F238E27FC236}">
                      <a16:creationId xmlns:a16="http://schemas.microsoft.com/office/drawing/2014/main" id="{E5416ED7-665A-4801-B9F2-12F956EFD214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8" name="椭圆 287">
                  <a:extLst>
                    <a:ext uri="{FF2B5EF4-FFF2-40B4-BE49-F238E27FC236}">
                      <a16:creationId xmlns:a16="http://schemas.microsoft.com/office/drawing/2014/main" id="{9B7C4E2B-FDFE-4E6A-93A3-166E47859774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9" name="椭圆 288">
                  <a:extLst>
                    <a:ext uri="{FF2B5EF4-FFF2-40B4-BE49-F238E27FC236}">
                      <a16:creationId xmlns:a16="http://schemas.microsoft.com/office/drawing/2014/main" id="{9760F666-CD3B-45AB-B6F8-BA5770DF486E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0" name="椭圆 289">
                  <a:extLst>
                    <a:ext uri="{FF2B5EF4-FFF2-40B4-BE49-F238E27FC236}">
                      <a16:creationId xmlns:a16="http://schemas.microsoft.com/office/drawing/2014/main" id="{6A9E7DF2-85C8-4792-98FF-2638D46AB750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1" name="椭圆 290">
                  <a:extLst>
                    <a:ext uri="{FF2B5EF4-FFF2-40B4-BE49-F238E27FC236}">
                      <a16:creationId xmlns:a16="http://schemas.microsoft.com/office/drawing/2014/main" id="{89F54ECC-F68D-4681-8387-5DFCDD71D5B3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2" name="椭圆 291">
                  <a:extLst>
                    <a:ext uri="{FF2B5EF4-FFF2-40B4-BE49-F238E27FC236}">
                      <a16:creationId xmlns:a16="http://schemas.microsoft.com/office/drawing/2014/main" id="{07E5E3FF-0FC4-44D7-ABAD-4587F7273812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7FAEAB5F-35AB-499E-9D87-F69D2ED229C2}"/>
                  </a:ext>
                </a:extLst>
              </p:cNvPr>
              <p:cNvGrpSpPr/>
              <p:nvPr/>
            </p:nvGrpSpPr>
            <p:grpSpPr>
              <a:xfrm>
                <a:off x="39751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73" name="椭圆 272">
                  <a:extLst>
                    <a:ext uri="{FF2B5EF4-FFF2-40B4-BE49-F238E27FC236}">
                      <a16:creationId xmlns:a16="http://schemas.microsoft.com/office/drawing/2014/main" id="{6E060652-9F6B-40AE-8758-FCDDB8D0848C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4" name="椭圆 273">
                  <a:extLst>
                    <a:ext uri="{FF2B5EF4-FFF2-40B4-BE49-F238E27FC236}">
                      <a16:creationId xmlns:a16="http://schemas.microsoft.com/office/drawing/2014/main" id="{AFC1B11A-189C-440A-A87A-7646426B3B2C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5" name="椭圆 274">
                  <a:extLst>
                    <a:ext uri="{FF2B5EF4-FFF2-40B4-BE49-F238E27FC236}">
                      <a16:creationId xmlns:a16="http://schemas.microsoft.com/office/drawing/2014/main" id="{4E59F336-DE53-4080-8ED2-8A9538C66105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6" name="椭圆 275">
                  <a:extLst>
                    <a:ext uri="{FF2B5EF4-FFF2-40B4-BE49-F238E27FC236}">
                      <a16:creationId xmlns:a16="http://schemas.microsoft.com/office/drawing/2014/main" id="{C7C7973F-1622-422C-BFA9-BA9177974670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7" name="椭圆 276">
                  <a:extLst>
                    <a:ext uri="{FF2B5EF4-FFF2-40B4-BE49-F238E27FC236}">
                      <a16:creationId xmlns:a16="http://schemas.microsoft.com/office/drawing/2014/main" id="{B424AFD9-A4DC-449F-92EB-86F3DAB9EB4B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8" name="椭圆 277">
                  <a:extLst>
                    <a:ext uri="{FF2B5EF4-FFF2-40B4-BE49-F238E27FC236}">
                      <a16:creationId xmlns:a16="http://schemas.microsoft.com/office/drawing/2014/main" id="{234D45B3-32E8-4831-A64B-3E2E4F87FF59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9" name="椭圆 278">
                  <a:extLst>
                    <a:ext uri="{FF2B5EF4-FFF2-40B4-BE49-F238E27FC236}">
                      <a16:creationId xmlns:a16="http://schemas.microsoft.com/office/drawing/2014/main" id="{8BA5C3C7-0D9E-4193-9C2D-506CEC4D2734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0" name="椭圆 279">
                  <a:extLst>
                    <a:ext uri="{FF2B5EF4-FFF2-40B4-BE49-F238E27FC236}">
                      <a16:creationId xmlns:a16="http://schemas.microsoft.com/office/drawing/2014/main" id="{854FE152-F12D-47B0-B0DB-56DE7C4D7970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676D3FFC-DA72-401D-AA05-32E429F4D08E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F1A1A4CA-D042-4FA3-8F46-FD614873FBC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3717F8BC-DA03-4A35-86A6-8C179DCE4C74}"/>
                  </a:ext>
                </a:extLst>
              </p:cNvPr>
              <p:cNvGrpSpPr/>
              <p:nvPr/>
            </p:nvGrpSpPr>
            <p:grpSpPr>
              <a:xfrm>
                <a:off x="37753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63" name="椭圆 262">
                  <a:extLst>
                    <a:ext uri="{FF2B5EF4-FFF2-40B4-BE49-F238E27FC236}">
                      <a16:creationId xmlns:a16="http://schemas.microsoft.com/office/drawing/2014/main" id="{A8808337-3668-4538-9D47-6B208AA73738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4" name="椭圆 263">
                  <a:extLst>
                    <a:ext uri="{FF2B5EF4-FFF2-40B4-BE49-F238E27FC236}">
                      <a16:creationId xmlns:a16="http://schemas.microsoft.com/office/drawing/2014/main" id="{C70D567B-7830-43A0-8129-7B382064B7E8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5" name="椭圆 264">
                  <a:extLst>
                    <a:ext uri="{FF2B5EF4-FFF2-40B4-BE49-F238E27FC236}">
                      <a16:creationId xmlns:a16="http://schemas.microsoft.com/office/drawing/2014/main" id="{5D9A93DF-68F8-48AF-B9D9-4E52EBCFF1B4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6" name="椭圆 265">
                  <a:extLst>
                    <a:ext uri="{FF2B5EF4-FFF2-40B4-BE49-F238E27FC236}">
                      <a16:creationId xmlns:a16="http://schemas.microsoft.com/office/drawing/2014/main" id="{880EFC6C-839C-49C6-838E-510A5B619447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7" name="椭圆 266">
                  <a:extLst>
                    <a:ext uri="{FF2B5EF4-FFF2-40B4-BE49-F238E27FC236}">
                      <a16:creationId xmlns:a16="http://schemas.microsoft.com/office/drawing/2014/main" id="{B686A7F3-0510-4E59-B46E-29CCB4A77EC5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8" name="椭圆 267">
                  <a:extLst>
                    <a:ext uri="{FF2B5EF4-FFF2-40B4-BE49-F238E27FC236}">
                      <a16:creationId xmlns:a16="http://schemas.microsoft.com/office/drawing/2014/main" id="{81D4B797-7212-4EA6-9D5E-87146DF0937A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CD720A2B-C2E2-4F06-BAA9-C02BA3E01CD4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0" name="椭圆 269">
                  <a:extLst>
                    <a:ext uri="{FF2B5EF4-FFF2-40B4-BE49-F238E27FC236}">
                      <a16:creationId xmlns:a16="http://schemas.microsoft.com/office/drawing/2014/main" id="{A3821220-9527-468C-9A63-E8DE8CBF0348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1" name="椭圆 270">
                  <a:extLst>
                    <a:ext uri="{FF2B5EF4-FFF2-40B4-BE49-F238E27FC236}">
                      <a16:creationId xmlns:a16="http://schemas.microsoft.com/office/drawing/2014/main" id="{E6F2EA16-114C-43F7-BC2A-A84CC743F748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2" name="椭圆 271">
                  <a:extLst>
                    <a:ext uri="{FF2B5EF4-FFF2-40B4-BE49-F238E27FC236}">
                      <a16:creationId xmlns:a16="http://schemas.microsoft.com/office/drawing/2014/main" id="{56603B8F-9F5D-4034-B96F-C7CDBCBCD70C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0EB5E1CF-91FF-49BE-8573-23714E5ED565}"/>
                  </a:ext>
                </a:extLst>
              </p:cNvPr>
              <p:cNvGrpSpPr/>
              <p:nvPr/>
            </p:nvGrpSpPr>
            <p:grpSpPr>
              <a:xfrm>
                <a:off x="35755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53" name="椭圆 252">
                  <a:extLst>
                    <a:ext uri="{FF2B5EF4-FFF2-40B4-BE49-F238E27FC236}">
                      <a16:creationId xmlns:a16="http://schemas.microsoft.com/office/drawing/2014/main" id="{8DF51F51-6BDA-4E46-82CA-685E5C729AFB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4" name="椭圆 253">
                  <a:extLst>
                    <a:ext uri="{FF2B5EF4-FFF2-40B4-BE49-F238E27FC236}">
                      <a16:creationId xmlns:a16="http://schemas.microsoft.com/office/drawing/2014/main" id="{48E882F8-1BCB-4A76-8B1E-8B8ED273290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5" name="椭圆 254">
                  <a:extLst>
                    <a:ext uri="{FF2B5EF4-FFF2-40B4-BE49-F238E27FC236}">
                      <a16:creationId xmlns:a16="http://schemas.microsoft.com/office/drawing/2014/main" id="{7FDE6CD1-612A-4D6F-8B7C-C8CC04E8A0A1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6" name="椭圆 255">
                  <a:extLst>
                    <a:ext uri="{FF2B5EF4-FFF2-40B4-BE49-F238E27FC236}">
                      <a16:creationId xmlns:a16="http://schemas.microsoft.com/office/drawing/2014/main" id="{BA171A3C-2AE9-407D-B023-76E2AB258BEF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7" name="椭圆 256">
                  <a:extLst>
                    <a:ext uri="{FF2B5EF4-FFF2-40B4-BE49-F238E27FC236}">
                      <a16:creationId xmlns:a16="http://schemas.microsoft.com/office/drawing/2014/main" id="{C8BE97F0-94F5-4000-9B17-84B9E07D795E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8" name="椭圆 257">
                  <a:extLst>
                    <a:ext uri="{FF2B5EF4-FFF2-40B4-BE49-F238E27FC236}">
                      <a16:creationId xmlns:a16="http://schemas.microsoft.com/office/drawing/2014/main" id="{9DC49B8D-49B1-4B59-A9C7-61B7E7CC1197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9" name="椭圆 258">
                  <a:extLst>
                    <a:ext uri="{FF2B5EF4-FFF2-40B4-BE49-F238E27FC236}">
                      <a16:creationId xmlns:a16="http://schemas.microsoft.com/office/drawing/2014/main" id="{1096B33C-A261-4379-B030-277FE6EF7B48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0" name="椭圆 259">
                  <a:extLst>
                    <a:ext uri="{FF2B5EF4-FFF2-40B4-BE49-F238E27FC236}">
                      <a16:creationId xmlns:a16="http://schemas.microsoft.com/office/drawing/2014/main" id="{D125E5C8-C805-4DC9-8D3B-651BD28899EE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1" name="椭圆 260">
                  <a:extLst>
                    <a:ext uri="{FF2B5EF4-FFF2-40B4-BE49-F238E27FC236}">
                      <a16:creationId xmlns:a16="http://schemas.microsoft.com/office/drawing/2014/main" id="{DB0A4E02-D837-4ABB-B527-BAFAF66CE418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2" name="椭圆 261">
                  <a:extLst>
                    <a:ext uri="{FF2B5EF4-FFF2-40B4-BE49-F238E27FC236}">
                      <a16:creationId xmlns:a16="http://schemas.microsoft.com/office/drawing/2014/main" id="{AAF306E1-EA47-4656-B04C-43557BD086C2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7B65995B-5100-40D6-8448-D2CFC019D154}"/>
                  </a:ext>
                </a:extLst>
              </p:cNvPr>
              <p:cNvGrpSpPr/>
              <p:nvPr/>
            </p:nvGrpSpPr>
            <p:grpSpPr>
              <a:xfrm>
                <a:off x="33757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43" name="椭圆 242">
                  <a:extLst>
                    <a:ext uri="{FF2B5EF4-FFF2-40B4-BE49-F238E27FC236}">
                      <a16:creationId xmlns:a16="http://schemas.microsoft.com/office/drawing/2014/main" id="{0240CED2-82EC-467C-9649-6EA774D21CBE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4" name="椭圆 243">
                  <a:extLst>
                    <a:ext uri="{FF2B5EF4-FFF2-40B4-BE49-F238E27FC236}">
                      <a16:creationId xmlns:a16="http://schemas.microsoft.com/office/drawing/2014/main" id="{183BF1E8-2E7C-46E6-A84A-9F9BBB59A7A9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5" name="椭圆 244">
                  <a:extLst>
                    <a:ext uri="{FF2B5EF4-FFF2-40B4-BE49-F238E27FC236}">
                      <a16:creationId xmlns:a16="http://schemas.microsoft.com/office/drawing/2014/main" id="{63BA3218-B177-44CD-95AC-DA73BE4F15D8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6" name="椭圆 245">
                  <a:extLst>
                    <a:ext uri="{FF2B5EF4-FFF2-40B4-BE49-F238E27FC236}">
                      <a16:creationId xmlns:a16="http://schemas.microsoft.com/office/drawing/2014/main" id="{FA86FA6B-87F8-4A6F-BD67-AA7ADA09F03C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9D3E345A-36E9-4863-8936-74CA8D82F2DA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8" name="椭圆 247">
                  <a:extLst>
                    <a:ext uri="{FF2B5EF4-FFF2-40B4-BE49-F238E27FC236}">
                      <a16:creationId xmlns:a16="http://schemas.microsoft.com/office/drawing/2014/main" id="{4EF35E82-2E67-4D28-9C8B-CE0692497AB9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9" name="椭圆 248">
                  <a:extLst>
                    <a:ext uri="{FF2B5EF4-FFF2-40B4-BE49-F238E27FC236}">
                      <a16:creationId xmlns:a16="http://schemas.microsoft.com/office/drawing/2014/main" id="{888D6B44-D285-43EE-B41F-90A44976DA26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3EA26C8A-0C1B-4A63-84D5-3DDC1FF1290D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1" name="椭圆 250">
                  <a:extLst>
                    <a:ext uri="{FF2B5EF4-FFF2-40B4-BE49-F238E27FC236}">
                      <a16:creationId xmlns:a16="http://schemas.microsoft.com/office/drawing/2014/main" id="{F9AA378C-F711-46A6-A684-7EDAB67D162C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2" name="椭圆 251">
                  <a:extLst>
                    <a:ext uri="{FF2B5EF4-FFF2-40B4-BE49-F238E27FC236}">
                      <a16:creationId xmlns:a16="http://schemas.microsoft.com/office/drawing/2014/main" id="{7FFBAA72-CAD5-412C-AA08-8AC3B1667075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55BB986F-CB13-4BEE-9AE5-099AA4A3822A}"/>
                  </a:ext>
                </a:extLst>
              </p:cNvPr>
              <p:cNvGrpSpPr/>
              <p:nvPr/>
            </p:nvGrpSpPr>
            <p:grpSpPr>
              <a:xfrm>
                <a:off x="31759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33" name="椭圆 232">
                  <a:extLst>
                    <a:ext uri="{FF2B5EF4-FFF2-40B4-BE49-F238E27FC236}">
                      <a16:creationId xmlns:a16="http://schemas.microsoft.com/office/drawing/2014/main" id="{CEAB991E-7902-417F-9B35-6E5302518EC4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4" name="椭圆 233">
                  <a:extLst>
                    <a:ext uri="{FF2B5EF4-FFF2-40B4-BE49-F238E27FC236}">
                      <a16:creationId xmlns:a16="http://schemas.microsoft.com/office/drawing/2014/main" id="{7845D1A1-FD0E-4D65-BB59-2509A327746C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5" name="椭圆 234">
                  <a:extLst>
                    <a:ext uri="{FF2B5EF4-FFF2-40B4-BE49-F238E27FC236}">
                      <a16:creationId xmlns:a16="http://schemas.microsoft.com/office/drawing/2014/main" id="{CFA425FF-C47E-41E9-8A2A-ED27680064FF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7C0BA8E7-4072-47D4-97A4-5E9D756704A7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7" name="椭圆 236">
                  <a:extLst>
                    <a:ext uri="{FF2B5EF4-FFF2-40B4-BE49-F238E27FC236}">
                      <a16:creationId xmlns:a16="http://schemas.microsoft.com/office/drawing/2014/main" id="{50CCB4D0-0520-4643-8437-BC76C7130461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8" name="椭圆 237">
                  <a:extLst>
                    <a:ext uri="{FF2B5EF4-FFF2-40B4-BE49-F238E27FC236}">
                      <a16:creationId xmlns:a16="http://schemas.microsoft.com/office/drawing/2014/main" id="{2B8A31C3-8799-4A7F-AF42-C0D04E5B5C9B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9" name="椭圆 238">
                  <a:extLst>
                    <a:ext uri="{FF2B5EF4-FFF2-40B4-BE49-F238E27FC236}">
                      <a16:creationId xmlns:a16="http://schemas.microsoft.com/office/drawing/2014/main" id="{4BBDE807-8584-4B71-949D-3A2AB039490A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0" name="椭圆 239">
                  <a:extLst>
                    <a:ext uri="{FF2B5EF4-FFF2-40B4-BE49-F238E27FC236}">
                      <a16:creationId xmlns:a16="http://schemas.microsoft.com/office/drawing/2014/main" id="{14F59521-8B01-48A0-90AC-894785A31BBA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1" name="椭圆 240">
                  <a:extLst>
                    <a:ext uri="{FF2B5EF4-FFF2-40B4-BE49-F238E27FC236}">
                      <a16:creationId xmlns:a16="http://schemas.microsoft.com/office/drawing/2014/main" id="{B1597209-3283-4BD7-813E-CF4F3276DF12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2" name="椭圆 241">
                  <a:extLst>
                    <a:ext uri="{FF2B5EF4-FFF2-40B4-BE49-F238E27FC236}">
                      <a16:creationId xmlns:a16="http://schemas.microsoft.com/office/drawing/2014/main" id="{FD906C51-DAA1-4A1C-8EBA-52594C4CDA19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32564A88-89EF-4FD2-B204-83D2FFE6D5BB}"/>
                  </a:ext>
                </a:extLst>
              </p:cNvPr>
              <p:cNvGrpSpPr/>
              <p:nvPr/>
            </p:nvGrpSpPr>
            <p:grpSpPr>
              <a:xfrm>
                <a:off x="29761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23" name="椭圆 222">
                  <a:extLst>
                    <a:ext uri="{FF2B5EF4-FFF2-40B4-BE49-F238E27FC236}">
                      <a16:creationId xmlns:a16="http://schemas.microsoft.com/office/drawing/2014/main" id="{A94EEA37-DF90-49BE-BB31-B03CA8A474D0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4" name="椭圆 223">
                  <a:extLst>
                    <a:ext uri="{FF2B5EF4-FFF2-40B4-BE49-F238E27FC236}">
                      <a16:creationId xmlns:a16="http://schemas.microsoft.com/office/drawing/2014/main" id="{0CEECE93-1B0D-474D-AD7F-FB9BC67A7176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5" name="椭圆 224">
                  <a:extLst>
                    <a:ext uri="{FF2B5EF4-FFF2-40B4-BE49-F238E27FC236}">
                      <a16:creationId xmlns:a16="http://schemas.microsoft.com/office/drawing/2014/main" id="{AB268A71-8784-4052-BE74-E2AEC356825D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6" name="椭圆 225">
                  <a:extLst>
                    <a:ext uri="{FF2B5EF4-FFF2-40B4-BE49-F238E27FC236}">
                      <a16:creationId xmlns:a16="http://schemas.microsoft.com/office/drawing/2014/main" id="{331FF4EB-4EAA-4DF0-87E8-BF64F10C6105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7" name="椭圆 226">
                  <a:extLst>
                    <a:ext uri="{FF2B5EF4-FFF2-40B4-BE49-F238E27FC236}">
                      <a16:creationId xmlns:a16="http://schemas.microsoft.com/office/drawing/2014/main" id="{CC20DBD5-F688-48F6-8DF7-BE2235546266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8" name="椭圆 227">
                  <a:extLst>
                    <a:ext uri="{FF2B5EF4-FFF2-40B4-BE49-F238E27FC236}">
                      <a16:creationId xmlns:a16="http://schemas.microsoft.com/office/drawing/2014/main" id="{EBBBEE0B-56B1-47AF-9D64-A3105EC53C4E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59BB09F4-59FE-4D86-A474-05C1B18406CF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0" name="椭圆 229">
                  <a:extLst>
                    <a:ext uri="{FF2B5EF4-FFF2-40B4-BE49-F238E27FC236}">
                      <a16:creationId xmlns:a16="http://schemas.microsoft.com/office/drawing/2014/main" id="{B0C890B9-50DB-45A4-9794-65AEA7D97546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1" name="椭圆 230">
                  <a:extLst>
                    <a:ext uri="{FF2B5EF4-FFF2-40B4-BE49-F238E27FC236}">
                      <a16:creationId xmlns:a16="http://schemas.microsoft.com/office/drawing/2014/main" id="{634C42C2-9E2A-4C62-BB0F-2D412FF0E685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2" name="椭圆 231">
                  <a:extLst>
                    <a:ext uri="{FF2B5EF4-FFF2-40B4-BE49-F238E27FC236}">
                      <a16:creationId xmlns:a16="http://schemas.microsoft.com/office/drawing/2014/main" id="{50E740B4-6DF6-4AF1-A7BB-12BB99887D53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F5E3E1DA-F162-4C47-9382-35307A097D6B}"/>
                  </a:ext>
                </a:extLst>
              </p:cNvPr>
              <p:cNvGrpSpPr/>
              <p:nvPr/>
            </p:nvGrpSpPr>
            <p:grpSpPr>
              <a:xfrm>
                <a:off x="27763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F04027E5-5F2E-4C34-8EEC-D6D4DB8BC6ED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4" name="椭圆 213">
                  <a:extLst>
                    <a:ext uri="{FF2B5EF4-FFF2-40B4-BE49-F238E27FC236}">
                      <a16:creationId xmlns:a16="http://schemas.microsoft.com/office/drawing/2014/main" id="{FC6B179F-E460-453A-9616-75BD58E1055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8D0BDD33-FC02-47CF-BCEE-3E81D25B1915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6" name="椭圆 215">
                  <a:extLst>
                    <a:ext uri="{FF2B5EF4-FFF2-40B4-BE49-F238E27FC236}">
                      <a16:creationId xmlns:a16="http://schemas.microsoft.com/office/drawing/2014/main" id="{0714659F-02DA-4218-A96D-D5EF5D1AE9F3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7" name="椭圆 216">
                  <a:extLst>
                    <a:ext uri="{FF2B5EF4-FFF2-40B4-BE49-F238E27FC236}">
                      <a16:creationId xmlns:a16="http://schemas.microsoft.com/office/drawing/2014/main" id="{85268745-A3FC-42A6-A4B3-E8E33049994F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8" name="椭圆 217">
                  <a:extLst>
                    <a:ext uri="{FF2B5EF4-FFF2-40B4-BE49-F238E27FC236}">
                      <a16:creationId xmlns:a16="http://schemas.microsoft.com/office/drawing/2014/main" id="{875D25BD-A91E-474C-A4CF-ECAD0E894810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9" name="椭圆 218">
                  <a:extLst>
                    <a:ext uri="{FF2B5EF4-FFF2-40B4-BE49-F238E27FC236}">
                      <a16:creationId xmlns:a16="http://schemas.microsoft.com/office/drawing/2014/main" id="{0F682E6A-ECB9-4379-89E8-27D31BB27C79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0" name="椭圆 219">
                  <a:extLst>
                    <a:ext uri="{FF2B5EF4-FFF2-40B4-BE49-F238E27FC236}">
                      <a16:creationId xmlns:a16="http://schemas.microsoft.com/office/drawing/2014/main" id="{4A88B89B-7E30-4E4B-9487-BB80066AA051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1" name="椭圆 220">
                  <a:extLst>
                    <a:ext uri="{FF2B5EF4-FFF2-40B4-BE49-F238E27FC236}">
                      <a16:creationId xmlns:a16="http://schemas.microsoft.com/office/drawing/2014/main" id="{E5251361-DD50-4453-B215-A5943F1C6100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2" name="椭圆 221">
                  <a:extLst>
                    <a:ext uri="{FF2B5EF4-FFF2-40B4-BE49-F238E27FC236}">
                      <a16:creationId xmlns:a16="http://schemas.microsoft.com/office/drawing/2014/main" id="{D0DED84A-545E-4E8E-A14F-25D02B7B805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F302FF3F-7531-4E8D-B707-F9D91280C5F7}"/>
                  </a:ext>
                </a:extLst>
              </p:cNvPr>
              <p:cNvGrpSpPr/>
              <p:nvPr/>
            </p:nvGrpSpPr>
            <p:grpSpPr>
              <a:xfrm>
                <a:off x="25765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7BD02494-0368-49E3-A111-6E09EBD9B84C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4" name="椭圆 203">
                  <a:extLst>
                    <a:ext uri="{FF2B5EF4-FFF2-40B4-BE49-F238E27FC236}">
                      <a16:creationId xmlns:a16="http://schemas.microsoft.com/office/drawing/2014/main" id="{EBAFEB1E-936E-45BC-8E4D-C21AF8E68156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5" name="椭圆 204">
                  <a:extLst>
                    <a:ext uri="{FF2B5EF4-FFF2-40B4-BE49-F238E27FC236}">
                      <a16:creationId xmlns:a16="http://schemas.microsoft.com/office/drawing/2014/main" id="{0D06B209-7613-4F77-A22B-62C80E3721A6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6" name="椭圆 205">
                  <a:extLst>
                    <a:ext uri="{FF2B5EF4-FFF2-40B4-BE49-F238E27FC236}">
                      <a16:creationId xmlns:a16="http://schemas.microsoft.com/office/drawing/2014/main" id="{13EEC2C5-6B78-4EDD-8FBC-2B5A22FCD346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7" name="椭圆 206">
                  <a:extLst>
                    <a:ext uri="{FF2B5EF4-FFF2-40B4-BE49-F238E27FC236}">
                      <a16:creationId xmlns:a16="http://schemas.microsoft.com/office/drawing/2014/main" id="{BE623A6F-2F0F-4187-A366-F751A2EA3A0A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8" name="椭圆 207">
                  <a:extLst>
                    <a:ext uri="{FF2B5EF4-FFF2-40B4-BE49-F238E27FC236}">
                      <a16:creationId xmlns:a16="http://schemas.microsoft.com/office/drawing/2014/main" id="{B57A7DB9-A9E7-47CB-8581-FB120489F7C3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9" name="椭圆 208">
                  <a:extLst>
                    <a:ext uri="{FF2B5EF4-FFF2-40B4-BE49-F238E27FC236}">
                      <a16:creationId xmlns:a16="http://schemas.microsoft.com/office/drawing/2014/main" id="{205CB070-DEAD-4A2E-BCF1-08D431236C9F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0" name="椭圆 209">
                  <a:extLst>
                    <a:ext uri="{FF2B5EF4-FFF2-40B4-BE49-F238E27FC236}">
                      <a16:creationId xmlns:a16="http://schemas.microsoft.com/office/drawing/2014/main" id="{33B273CB-8969-4DCF-8B3D-8019A0EA902F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1" name="椭圆 210">
                  <a:extLst>
                    <a:ext uri="{FF2B5EF4-FFF2-40B4-BE49-F238E27FC236}">
                      <a16:creationId xmlns:a16="http://schemas.microsoft.com/office/drawing/2014/main" id="{63B89020-1E4A-4980-B127-CDB7B543BF3D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F8EB4070-D383-4B93-A61F-D41E4C9A2BBF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72F6516C-FD52-433B-82D7-9D4F4D3D1D15}"/>
                  </a:ext>
                </a:extLst>
              </p:cNvPr>
              <p:cNvGrpSpPr/>
              <p:nvPr/>
            </p:nvGrpSpPr>
            <p:grpSpPr>
              <a:xfrm>
                <a:off x="23767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21E15134-49C0-4B3D-A78F-38FD8D7680A0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7D4D9E13-DB37-41A0-840F-1A40FB362F16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5" name="椭圆 194">
                  <a:extLst>
                    <a:ext uri="{FF2B5EF4-FFF2-40B4-BE49-F238E27FC236}">
                      <a16:creationId xmlns:a16="http://schemas.microsoft.com/office/drawing/2014/main" id="{C03EE8D0-6FB2-4FEE-B735-E312FFAE696B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6" name="椭圆 195">
                  <a:extLst>
                    <a:ext uri="{FF2B5EF4-FFF2-40B4-BE49-F238E27FC236}">
                      <a16:creationId xmlns:a16="http://schemas.microsoft.com/office/drawing/2014/main" id="{2111D6A2-5C00-4C7A-8EAC-25D054ADD103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7" name="椭圆 196">
                  <a:extLst>
                    <a:ext uri="{FF2B5EF4-FFF2-40B4-BE49-F238E27FC236}">
                      <a16:creationId xmlns:a16="http://schemas.microsoft.com/office/drawing/2014/main" id="{93448387-1E3E-4604-8CE3-A48B30698595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8" name="椭圆 197">
                  <a:extLst>
                    <a:ext uri="{FF2B5EF4-FFF2-40B4-BE49-F238E27FC236}">
                      <a16:creationId xmlns:a16="http://schemas.microsoft.com/office/drawing/2014/main" id="{6EC0E1C5-C831-41AA-B673-4407E070D1A1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9" name="椭圆 198">
                  <a:extLst>
                    <a:ext uri="{FF2B5EF4-FFF2-40B4-BE49-F238E27FC236}">
                      <a16:creationId xmlns:a16="http://schemas.microsoft.com/office/drawing/2014/main" id="{884E416A-0124-4B0B-81B7-E6D4DF30DEA6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51CCD6A2-FA67-4AB2-9A01-FC5D9EE694F1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1" name="椭圆 200">
                  <a:extLst>
                    <a:ext uri="{FF2B5EF4-FFF2-40B4-BE49-F238E27FC236}">
                      <a16:creationId xmlns:a16="http://schemas.microsoft.com/office/drawing/2014/main" id="{38FFD449-05CC-4090-B2BA-C323664E4C66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1E0C3207-EADC-4868-BE87-A46E2E94A5CD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CDF775A7-4C68-48CB-9E73-63E4F92F780F}"/>
                  </a:ext>
                </a:extLst>
              </p:cNvPr>
              <p:cNvGrpSpPr/>
              <p:nvPr/>
            </p:nvGrpSpPr>
            <p:grpSpPr>
              <a:xfrm>
                <a:off x="21769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83" name="椭圆 182">
                  <a:extLst>
                    <a:ext uri="{FF2B5EF4-FFF2-40B4-BE49-F238E27FC236}">
                      <a16:creationId xmlns:a16="http://schemas.microsoft.com/office/drawing/2014/main" id="{5382007A-CB97-4089-A4AC-41EA0A8964F6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4" name="椭圆 183">
                  <a:extLst>
                    <a:ext uri="{FF2B5EF4-FFF2-40B4-BE49-F238E27FC236}">
                      <a16:creationId xmlns:a16="http://schemas.microsoft.com/office/drawing/2014/main" id="{BD347FEB-EEA8-4C1D-AAF1-0193E3FF7BF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5" name="椭圆 184">
                  <a:extLst>
                    <a:ext uri="{FF2B5EF4-FFF2-40B4-BE49-F238E27FC236}">
                      <a16:creationId xmlns:a16="http://schemas.microsoft.com/office/drawing/2014/main" id="{10AE1792-BDB0-4006-BAD7-182D8A231B8C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6" name="椭圆 185">
                  <a:extLst>
                    <a:ext uri="{FF2B5EF4-FFF2-40B4-BE49-F238E27FC236}">
                      <a16:creationId xmlns:a16="http://schemas.microsoft.com/office/drawing/2014/main" id="{9A9E3F64-7A0E-47CD-8E86-54887FE30F61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7" name="椭圆 186">
                  <a:extLst>
                    <a:ext uri="{FF2B5EF4-FFF2-40B4-BE49-F238E27FC236}">
                      <a16:creationId xmlns:a16="http://schemas.microsoft.com/office/drawing/2014/main" id="{7B1997B6-BF0C-49D1-873F-F25B3A10E5AF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8" name="椭圆 187">
                  <a:extLst>
                    <a:ext uri="{FF2B5EF4-FFF2-40B4-BE49-F238E27FC236}">
                      <a16:creationId xmlns:a16="http://schemas.microsoft.com/office/drawing/2014/main" id="{B4593AC0-F64C-4EBC-B2A9-FD92D3FDB107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9" name="椭圆 188">
                  <a:extLst>
                    <a:ext uri="{FF2B5EF4-FFF2-40B4-BE49-F238E27FC236}">
                      <a16:creationId xmlns:a16="http://schemas.microsoft.com/office/drawing/2014/main" id="{BF105634-8795-4B93-BD2D-9A550C4E7BD4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0" name="椭圆 189">
                  <a:extLst>
                    <a:ext uri="{FF2B5EF4-FFF2-40B4-BE49-F238E27FC236}">
                      <a16:creationId xmlns:a16="http://schemas.microsoft.com/office/drawing/2014/main" id="{D2E137B1-D194-4326-923A-D1539225FD82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1" name="椭圆 190">
                  <a:extLst>
                    <a:ext uri="{FF2B5EF4-FFF2-40B4-BE49-F238E27FC236}">
                      <a16:creationId xmlns:a16="http://schemas.microsoft.com/office/drawing/2014/main" id="{3BF8BAB2-AEE3-4455-B6C8-317E03859E87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2" name="椭圆 191">
                  <a:extLst>
                    <a:ext uri="{FF2B5EF4-FFF2-40B4-BE49-F238E27FC236}">
                      <a16:creationId xmlns:a16="http://schemas.microsoft.com/office/drawing/2014/main" id="{808DCB56-EDEA-42EF-BB5A-25DE449F7090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9ACE3CC4-5F5A-43C3-A444-9D9723F46367}"/>
                  </a:ext>
                </a:extLst>
              </p:cNvPr>
              <p:cNvGrpSpPr/>
              <p:nvPr/>
            </p:nvGrpSpPr>
            <p:grpSpPr>
              <a:xfrm>
                <a:off x="19771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73" name="椭圆 172">
                  <a:extLst>
                    <a:ext uri="{FF2B5EF4-FFF2-40B4-BE49-F238E27FC236}">
                      <a16:creationId xmlns:a16="http://schemas.microsoft.com/office/drawing/2014/main" id="{924248A1-90E9-4C56-A89B-B3DA3DB1EE7B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4" name="椭圆 173">
                  <a:extLst>
                    <a:ext uri="{FF2B5EF4-FFF2-40B4-BE49-F238E27FC236}">
                      <a16:creationId xmlns:a16="http://schemas.microsoft.com/office/drawing/2014/main" id="{C6C62683-F784-424A-BCCA-270B1D1219B1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5" name="椭圆 174">
                  <a:extLst>
                    <a:ext uri="{FF2B5EF4-FFF2-40B4-BE49-F238E27FC236}">
                      <a16:creationId xmlns:a16="http://schemas.microsoft.com/office/drawing/2014/main" id="{DAAC4012-CE08-46F8-B545-5D31EB4272AF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6" name="椭圆 175">
                  <a:extLst>
                    <a:ext uri="{FF2B5EF4-FFF2-40B4-BE49-F238E27FC236}">
                      <a16:creationId xmlns:a16="http://schemas.microsoft.com/office/drawing/2014/main" id="{3694482A-3615-4AA0-B081-EA563710E333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EDF62D91-7EC0-4ABC-96F6-04E47BE58AD9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8" name="椭圆 177">
                  <a:extLst>
                    <a:ext uri="{FF2B5EF4-FFF2-40B4-BE49-F238E27FC236}">
                      <a16:creationId xmlns:a16="http://schemas.microsoft.com/office/drawing/2014/main" id="{27B323F5-0B6A-4323-A79C-893FFE8AFDA3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9" name="椭圆 178">
                  <a:extLst>
                    <a:ext uri="{FF2B5EF4-FFF2-40B4-BE49-F238E27FC236}">
                      <a16:creationId xmlns:a16="http://schemas.microsoft.com/office/drawing/2014/main" id="{81F0F98A-FD6C-4C2A-8BDC-AB4C6B1D327D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0" name="椭圆 179">
                  <a:extLst>
                    <a:ext uri="{FF2B5EF4-FFF2-40B4-BE49-F238E27FC236}">
                      <a16:creationId xmlns:a16="http://schemas.microsoft.com/office/drawing/2014/main" id="{956AE7F5-D82E-4249-9139-52C4D5E294A2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1" name="椭圆 180">
                  <a:extLst>
                    <a:ext uri="{FF2B5EF4-FFF2-40B4-BE49-F238E27FC236}">
                      <a16:creationId xmlns:a16="http://schemas.microsoft.com/office/drawing/2014/main" id="{65EEEB1A-DC18-4D6D-980C-77ADE489BA00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2" name="椭圆 181">
                  <a:extLst>
                    <a:ext uri="{FF2B5EF4-FFF2-40B4-BE49-F238E27FC236}">
                      <a16:creationId xmlns:a16="http://schemas.microsoft.com/office/drawing/2014/main" id="{8F8C5E23-AE08-46D6-B6AC-56C231A8637D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0F5A3BCE-CA43-47A1-A479-AFECACB6EF9C}"/>
                  </a:ext>
                </a:extLst>
              </p:cNvPr>
              <p:cNvGrpSpPr/>
              <p:nvPr/>
            </p:nvGrpSpPr>
            <p:grpSpPr>
              <a:xfrm>
                <a:off x="17773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63" name="椭圆 162">
                  <a:extLst>
                    <a:ext uri="{FF2B5EF4-FFF2-40B4-BE49-F238E27FC236}">
                      <a16:creationId xmlns:a16="http://schemas.microsoft.com/office/drawing/2014/main" id="{C159C033-EAAC-4ADA-90F0-5AF0EE32097E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24813264-AD3B-4BCE-ABF7-5D751C07530D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5" name="椭圆 164">
                  <a:extLst>
                    <a:ext uri="{FF2B5EF4-FFF2-40B4-BE49-F238E27FC236}">
                      <a16:creationId xmlns:a16="http://schemas.microsoft.com/office/drawing/2014/main" id="{4BC09E18-ACD6-4E52-AA2F-1A37CFB735D6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9DED0778-0711-4584-8FCF-B79C0FBAF941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B7639C55-C807-4373-8065-17BCA117C448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9AE2B049-54DF-4C4F-8474-11BE02DB7EF4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9" name="椭圆 168">
                  <a:extLst>
                    <a:ext uri="{FF2B5EF4-FFF2-40B4-BE49-F238E27FC236}">
                      <a16:creationId xmlns:a16="http://schemas.microsoft.com/office/drawing/2014/main" id="{E85F5D10-6CF5-4D14-A2AB-D791687C835F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0" name="椭圆 169">
                  <a:extLst>
                    <a:ext uri="{FF2B5EF4-FFF2-40B4-BE49-F238E27FC236}">
                      <a16:creationId xmlns:a16="http://schemas.microsoft.com/office/drawing/2014/main" id="{385D8BBB-FCBC-495B-B8BA-12A6AC626ABB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1" name="椭圆 170">
                  <a:extLst>
                    <a:ext uri="{FF2B5EF4-FFF2-40B4-BE49-F238E27FC236}">
                      <a16:creationId xmlns:a16="http://schemas.microsoft.com/office/drawing/2014/main" id="{2432C188-871C-4567-83A3-C055C9D55F8C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2" name="椭圆 171">
                  <a:extLst>
                    <a:ext uri="{FF2B5EF4-FFF2-40B4-BE49-F238E27FC236}">
                      <a16:creationId xmlns:a16="http://schemas.microsoft.com/office/drawing/2014/main" id="{90817E78-51B7-4F3E-A0A0-040E76F6AEC6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DE040CB4-A8FA-46CE-8E07-A3ACFA646A37}"/>
                  </a:ext>
                </a:extLst>
              </p:cNvPr>
              <p:cNvGrpSpPr/>
              <p:nvPr/>
            </p:nvGrpSpPr>
            <p:grpSpPr>
              <a:xfrm>
                <a:off x="15775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772DBD4D-E2ED-4D95-A3D9-452959F248BB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3668B925-ED31-42D7-B5E7-71F154ECAD4B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F36DE8E0-536E-497B-AF7C-EF3C0453120D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F43EEDEE-217F-4510-889C-034D52082288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F9685982-9779-41FC-B9D8-774748C9F6DE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02C395B4-E647-4C10-9FD2-660C2EF42CD9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0842FDE2-1B66-48E4-A944-85FF9159BDA6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5BD52E7B-11A1-47E2-A081-73F6F94866C4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29E67249-64F0-4391-B524-CF5301F9EB96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41B9F4A9-B0A2-4AA3-88EE-1E0E1AC04C3A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1DB370-C875-448F-AE0D-706DA4D88DAE}"/>
                  </a:ext>
                </a:extLst>
              </p:cNvPr>
              <p:cNvGrpSpPr/>
              <p:nvPr/>
            </p:nvGrpSpPr>
            <p:grpSpPr>
              <a:xfrm>
                <a:off x="13777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9399D769-85EF-4430-BC77-200D2E59B868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C5C79B61-F179-4069-A49B-2ECA474A0278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C3A591D9-7F7D-4804-BEF5-018F72D841BD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51526578-AD2D-47E1-885B-559EFD49B5D5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D41D73C4-D3B4-41BA-B7F1-DED01F098536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99A666E3-6CB0-4BDD-A082-C53C0218AE32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9" name="椭圆 148">
                  <a:extLst>
                    <a:ext uri="{FF2B5EF4-FFF2-40B4-BE49-F238E27FC236}">
                      <a16:creationId xmlns:a16="http://schemas.microsoft.com/office/drawing/2014/main" id="{A01B47FB-7616-4312-BC1F-54F2D817D5E1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53693B4F-2830-4F47-8EBD-C4CB805674A2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4005B71A-578B-4A7D-ABAF-C7EE06719082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47D07380-3912-4037-A200-473B9EB7354B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E9B93BF2-87F0-4621-99A3-076D163C472E}"/>
                  </a:ext>
                </a:extLst>
              </p:cNvPr>
              <p:cNvGrpSpPr/>
              <p:nvPr/>
            </p:nvGrpSpPr>
            <p:grpSpPr>
              <a:xfrm>
                <a:off x="11779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68438C58-5766-4AE1-B2D9-A116FF9A9B69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8906B40A-2006-47AA-819D-DD833668FC98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5" name="椭圆 134">
                  <a:extLst>
                    <a:ext uri="{FF2B5EF4-FFF2-40B4-BE49-F238E27FC236}">
                      <a16:creationId xmlns:a16="http://schemas.microsoft.com/office/drawing/2014/main" id="{44F36C35-D9B2-48A9-B7B7-763F1B8DE0F3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6" name="椭圆 135">
                  <a:extLst>
                    <a:ext uri="{FF2B5EF4-FFF2-40B4-BE49-F238E27FC236}">
                      <a16:creationId xmlns:a16="http://schemas.microsoft.com/office/drawing/2014/main" id="{44F11FBC-DC8D-4A07-8D88-48F018AF6E56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5781B11B-AC0B-4D8E-A5ED-D8CFEB7A19AB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B0D1E35F-A499-44F6-B688-8896A8A1EF15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8B8D14AC-8415-4E50-AE93-10F03A0298FA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D390C9EA-ED62-46E1-9D85-BA5D29E46C6D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93F8141C-1CFC-4AA3-A62C-E607CB58B0AA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51F61461-994B-4D9D-8AB9-79828DDC87E3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D069C3AC-D8C7-45AE-B60B-B790A5D63466}"/>
                  </a:ext>
                </a:extLst>
              </p:cNvPr>
              <p:cNvGrpSpPr/>
              <p:nvPr/>
            </p:nvGrpSpPr>
            <p:grpSpPr>
              <a:xfrm>
                <a:off x="9781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CCC71AD1-13A1-4670-9342-991C70DBA9BD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10E5FB08-2FC6-46D5-9AC3-43B1DC0DD68F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20177BC7-1B6C-474C-8A79-51F75E22A7DF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6" name="椭圆 125">
                  <a:extLst>
                    <a:ext uri="{FF2B5EF4-FFF2-40B4-BE49-F238E27FC236}">
                      <a16:creationId xmlns:a16="http://schemas.microsoft.com/office/drawing/2014/main" id="{91BB812D-945C-4D11-9E1D-46C68FD206C8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7" name="椭圆 126">
                  <a:extLst>
                    <a:ext uri="{FF2B5EF4-FFF2-40B4-BE49-F238E27FC236}">
                      <a16:creationId xmlns:a16="http://schemas.microsoft.com/office/drawing/2014/main" id="{C5372229-2BA9-4EA7-82E0-232AB3057129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8" name="椭圆 127">
                  <a:extLst>
                    <a:ext uri="{FF2B5EF4-FFF2-40B4-BE49-F238E27FC236}">
                      <a16:creationId xmlns:a16="http://schemas.microsoft.com/office/drawing/2014/main" id="{29803C12-84DB-4232-BABA-6EB04C43B7D6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9" name="椭圆 128">
                  <a:extLst>
                    <a:ext uri="{FF2B5EF4-FFF2-40B4-BE49-F238E27FC236}">
                      <a16:creationId xmlns:a16="http://schemas.microsoft.com/office/drawing/2014/main" id="{945CDB9D-23E0-41C2-AD69-A6A98FFAD4CD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996F0E78-8C76-472E-B7DA-241343B039ED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1" name="椭圆 130">
                  <a:extLst>
                    <a:ext uri="{FF2B5EF4-FFF2-40B4-BE49-F238E27FC236}">
                      <a16:creationId xmlns:a16="http://schemas.microsoft.com/office/drawing/2014/main" id="{3D66ADD8-F497-4AE3-BD17-2F6A76D5AF87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F944A5DF-92CB-4A00-AA42-39FBE1689A35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86180EEA-68FF-4B2A-863A-4643750707CD}"/>
                  </a:ext>
                </a:extLst>
              </p:cNvPr>
              <p:cNvGrpSpPr/>
              <p:nvPr/>
            </p:nvGrpSpPr>
            <p:grpSpPr>
              <a:xfrm>
                <a:off x="7783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EA549B66-3A5B-4763-B70E-1ADFF32E1CA3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FF9D5D98-5184-4EA5-BAD6-6A3DD9ED837F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BBDFC3CC-24CD-47D0-9222-3ED4A454E5E3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6" name="椭圆 115">
                  <a:extLst>
                    <a:ext uri="{FF2B5EF4-FFF2-40B4-BE49-F238E27FC236}">
                      <a16:creationId xmlns:a16="http://schemas.microsoft.com/office/drawing/2014/main" id="{313D99D1-66D9-4836-B326-4D17E0D01BA4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1E0C55E8-8DF7-4750-85C1-A40188B73265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D79FDF8F-44CA-4869-9D92-EF3E169667F0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7A3475BD-F7D0-4B00-B2A5-AD1E2A7DF1A4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B4CEFD84-3F3D-4C3D-A49B-3AB9545D5EA0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D26C5C04-BE63-4445-A46E-B8C6AFFF039D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0C261B8E-792F-45FB-8D34-273B80313C9F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96DA26EC-7EDA-40E7-8E82-F5D0353B8C06}"/>
                  </a:ext>
                </a:extLst>
              </p:cNvPr>
              <p:cNvGrpSpPr/>
              <p:nvPr/>
            </p:nvGrpSpPr>
            <p:grpSpPr>
              <a:xfrm>
                <a:off x="5785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BF0C0683-DD06-47FE-834A-24B02F4CD54B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FA35D410-8FEC-4E36-A266-C1BAEED4FF14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A1D9C35B-27AC-4E99-8A7E-F62467778369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6" name="椭圆 105">
                  <a:extLst>
                    <a:ext uri="{FF2B5EF4-FFF2-40B4-BE49-F238E27FC236}">
                      <a16:creationId xmlns:a16="http://schemas.microsoft.com/office/drawing/2014/main" id="{1ADC0517-62EA-4386-886D-C43349954EFC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7" name="椭圆 106">
                  <a:extLst>
                    <a:ext uri="{FF2B5EF4-FFF2-40B4-BE49-F238E27FC236}">
                      <a16:creationId xmlns:a16="http://schemas.microsoft.com/office/drawing/2014/main" id="{59BA6CFB-A231-4BA3-96B5-BA035B6E39EE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8" name="椭圆 107">
                  <a:extLst>
                    <a:ext uri="{FF2B5EF4-FFF2-40B4-BE49-F238E27FC236}">
                      <a16:creationId xmlns:a16="http://schemas.microsoft.com/office/drawing/2014/main" id="{1A678632-92A2-4A61-9D8E-A6340B1487F3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D5F8169D-48E8-44AF-891A-F1D50627CB2A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319BD1ED-88C5-40C4-B3AB-F31A736F4ECC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51FC830B-EDA0-4ED7-93F7-F9680656F0DA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0C05B386-BFA9-4E04-A94E-93209FEFDEA3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807671CE-AE18-436D-8F0C-749DED17F6AF}"/>
                  </a:ext>
                </a:extLst>
              </p:cNvPr>
              <p:cNvGrpSpPr/>
              <p:nvPr/>
            </p:nvGrpSpPr>
            <p:grpSpPr>
              <a:xfrm>
                <a:off x="378703" y="2212047"/>
                <a:ext cx="84501" cy="1704659"/>
                <a:chOff x="4374699" y="2227188"/>
                <a:chExt cx="84501" cy="1704659"/>
              </a:xfrm>
              <a:grpFill/>
            </p:grpSpPr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F5B90FE8-7FE3-4636-8A4E-C91712BADD20}"/>
                    </a:ext>
                  </a:extLst>
                </p:cNvPr>
                <p:cNvSpPr/>
                <p:nvPr/>
              </p:nvSpPr>
              <p:spPr>
                <a:xfrm>
                  <a:off x="4374699" y="258722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A19B3B0F-4391-476C-AC42-D6856C7B583F}"/>
                    </a:ext>
                  </a:extLst>
                </p:cNvPr>
                <p:cNvSpPr/>
                <p:nvPr/>
              </p:nvSpPr>
              <p:spPr>
                <a:xfrm>
                  <a:off x="4374699" y="2947260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EE5C6C9A-C34B-40CF-ABD5-AEBBA38FAE43}"/>
                    </a:ext>
                  </a:extLst>
                </p:cNvPr>
                <p:cNvSpPr/>
                <p:nvPr/>
              </p:nvSpPr>
              <p:spPr>
                <a:xfrm>
                  <a:off x="4374699" y="3487314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AAAEDDDE-3EB3-4821-876D-A037A4748D8A}"/>
                    </a:ext>
                  </a:extLst>
                </p:cNvPr>
                <p:cNvSpPr/>
                <p:nvPr/>
              </p:nvSpPr>
              <p:spPr>
                <a:xfrm>
                  <a:off x="4374699" y="240720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B6B7871E-B5EE-4C7C-8EE1-6064EF941667}"/>
                    </a:ext>
                  </a:extLst>
                </p:cNvPr>
                <p:cNvSpPr/>
                <p:nvPr/>
              </p:nvSpPr>
              <p:spPr>
                <a:xfrm>
                  <a:off x="4374699" y="366733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38AEF2E9-7E03-4B84-82B0-53B76C873A22}"/>
                    </a:ext>
                  </a:extLst>
                </p:cNvPr>
                <p:cNvSpPr/>
                <p:nvPr/>
              </p:nvSpPr>
              <p:spPr>
                <a:xfrm>
                  <a:off x="4374699" y="222718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27FF62AA-E90F-4230-9E9B-4E7C3321EA55}"/>
                    </a:ext>
                  </a:extLst>
                </p:cNvPr>
                <p:cNvSpPr/>
                <p:nvPr/>
              </p:nvSpPr>
              <p:spPr>
                <a:xfrm>
                  <a:off x="4374699" y="2767242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5150C0E6-B9E1-4C85-9FF8-67E6E303B471}"/>
                    </a:ext>
                  </a:extLst>
                </p:cNvPr>
                <p:cNvSpPr/>
                <p:nvPr/>
              </p:nvSpPr>
              <p:spPr>
                <a:xfrm>
                  <a:off x="4374699" y="3127278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69946B80-F30C-4C8C-B0AA-8FDCB0563C03}"/>
                    </a:ext>
                  </a:extLst>
                </p:cNvPr>
                <p:cNvSpPr/>
                <p:nvPr/>
              </p:nvSpPr>
              <p:spPr>
                <a:xfrm>
                  <a:off x="4374699" y="384734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2" name="椭圆 101">
                  <a:extLst>
                    <a:ext uri="{FF2B5EF4-FFF2-40B4-BE49-F238E27FC236}">
                      <a16:creationId xmlns:a16="http://schemas.microsoft.com/office/drawing/2014/main" id="{319FAE79-8B4B-4125-953B-EA9DE25DE1E5}"/>
                    </a:ext>
                  </a:extLst>
                </p:cNvPr>
                <p:cNvSpPr/>
                <p:nvPr/>
              </p:nvSpPr>
              <p:spPr>
                <a:xfrm>
                  <a:off x="4374699" y="3307296"/>
                  <a:ext cx="84501" cy="84501"/>
                </a:xfrm>
                <a:prstGeom prst="ellipse">
                  <a:avLst/>
                </a:prstGeom>
                <a:grpFill/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A0435ED-E58F-4703-BB7E-0A97A100B4CF}"/>
                </a:ext>
              </a:extLst>
            </p:cNvPr>
            <p:cNvSpPr/>
            <p:nvPr/>
          </p:nvSpPr>
          <p:spPr>
            <a:xfrm>
              <a:off x="5773552" y="2909124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02639AF-9CE6-486C-8296-55B1A7156966}"/>
                </a:ext>
              </a:extLst>
            </p:cNvPr>
            <p:cNvSpPr/>
            <p:nvPr/>
          </p:nvSpPr>
          <p:spPr>
            <a:xfrm>
              <a:off x="5773552" y="3232395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BBAB2C9-8518-4B89-B006-708C7B0A69DF}"/>
                </a:ext>
              </a:extLst>
            </p:cNvPr>
            <p:cNvSpPr/>
            <p:nvPr/>
          </p:nvSpPr>
          <p:spPr>
            <a:xfrm>
              <a:off x="5773552" y="3717302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820F6A9B-81DC-4665-8185-07567EA5271D}"/>
                </a:ext>
              </a:extLst>
            </p:cNvPr>
            <p:cNvSpPr/>
            <p:nvPr/>
          </p:nvSpPr>
          <p:spPr>
            <a:xfrm>
              <a:off x="5773552" y="2747488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E15DE46-097B-4FAC-8222-D15CFEDA638C}"/>
                </a:ext>
              </a:extLst>
            </p:cNvPr>
            <p:cNvSpPr/>
            <p:nvPr/>
          </p:nvSpPr>
          <p:spPr>
            <a:xfrm>
              <a:off x="5773552" y="3878937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726FBFFB-444C-4B80-BA46-2F42F8D4D063}"/>
                </a:ext>
              </a:extLst>
            </p:cNvPr>
            <p:cNvSpPr/>
            <p:nvPr/>
          </p:nvSpPr>
          <p:spPr>
            <a:xfrm>
              <a:off x="5773552" y="2585853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76DC46B-DD7D-41E0-8F75-D3149532EFF1}"/>
                </a:ext>
              </a:extLst>
            </p:cNvPr>
            <p:cNvSpPr/>
            <p:nvPr/>
          </p:nvSpPr>
          <p:spPr>
            <a:xfrm>
              <a:off x="5773552" y="3070759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6645F23-856D-41CF-B42C-983E076D131E}"/>
                </a:ext>
              </a:extLst>
            </p:cNvPr>
            <p:cNvSpPr/>
            <p:nvPr/>
          </p:nvSpPr>
          <p:spPr>
            <a:xfrm>
              <a:off x="5773552" y="3394031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D3F70A6-1E8F-4209-B55E-3503F7E50756}"/>
                </a:ext>
              </a:extLst>
            </p:cNvPr>
            <p:cNvSpPr/>
            <p:nvPr/>
          </p:nvSpPr>
          <p:spPr>
            <a:xfrm>
              <a:off x="5773552" y="4040569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47AE9BAC-125E-456A-A4AC-614E185BC6C4}"/>
                </a:ext>
              </a:extLst>
            </p:cNvPr>
            <p:cNvSpPr/>
            <p:nvPr/>
          </p:nvSpPr>
          <p:spPr>
            <a:xfrm>
              <a:off x="5773552" y="3555666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CBB7E3B-4927-420D-B348-2626F5E5C333}"/>
                </a:ext>
              </a:extLst>
            </p:cNvPr>
            <p:cNvGrpSpPr/>
            <p:nvPr/>
          </p:nvGrpSpPr>
          <p:grpSpPr>
            <a:xfrm>
              <a:off x="6310616" y="2579298"/>
              <a:ext cx="75872" cy="1530589"/>
              <a:chOff x="4374699" y="2227188"/>
              <a:chExt cx="84501" cy="1704659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C7A9D10D-21A7-4432-94E4-100EC330A52E}"/>
                  </a:ext>
                </a:extLst>
              </p:cNvPr>
              <p:cNvSpPr/>
              <p:nvPr/>
            </p:nvSpPr>
            <p:spPr>
              <a:xfrm>
                <a:off x="4374699" y="258722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475F3D6C-A9F9-4313-A4F4-AEEDB56D7E13}"/>
                  </a:ext>
                </a:extLst>
              </p:cNvPr>
              <p:cNvSpPr/>
              <p:nvPr/>
            </p:nvSpPr>
            <p:spPr>
              <a:xfrm>
                <a:off x="4374699" y="2947260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0A30EB92-A63A-46B0-B7B6-5229A187F1B9}"/>
                  </a:ext>
                </a:extLst>
              </p:cNvPr>
              <p:cNvSpPr/>
              <p:nvPr/>
            </p:nvSpPr>
            <p:spPr>
              <a:xfrm>
                <a:off x="4374699" y="3487314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CDDC4FB7-5491-48B6-A1A4-ADA9789236A8}"/>
                  </a:ext>
                </a:extLst>
              </p:cNvPr>
              <p:cNvSpPr/>
              <p:nvPr/>
            </p:nvSpPr>
            <p:spPr>
              <a:xfrm>
                <a:off x="4374699" y="240720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06C72B6-7D1E-47A6-9146-B82D28A36253}"/>
                  </a:ext>
                </a:extLst>
              </p:cNvPr>
              <p:cNvSpPr/>
              <p:nvPr/>
            </p:nvSpPr>
            <p:spPr>
              <a:xfrm>
                <a:off x="4374699" y="366733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5B74BD92-850E-4BE9-9870-90708DB8DC71}"/>
                  </a:ext>
                </a:extLst>
              </p:cNvPr>
              <p:cNvSpPr/>
              <p:nvPr/>
            </p:nvSpPr>
            <p:spPr>
              <a:xfrm>
                <a:off x="4374699" y="222718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F8E4F618-A62F-45BD-B452-6FFF26668E46}"/>
                  </a:ext>
                </a:extLst>
              </p:cNvPr>
              <p:cNvSpPr/>
              <p:nvPr/>
            </p:nvSpPr>
            <p:spPr>
              <a:xfrm>
                <a:off x="4374699" y="2767242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AC0AD434-9CF2-4D61-A161-F589120CEDB1}"/>
                  </a:ext>
                </a:extLst>
              </p:cNvPr>
              <p:cNvSpPr/>
              <p:nvPr/>
            </p:nvSpPr>
            <p:spPr>
              <a:xfrm>
                <a:off x="4374699" y="3127278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3ED5837C-F85F-4B56-8317-2C66498AB8C5}"/>
                  </a:ext>
                </a:extLst>
              </p:cNvPr>
              <p:cNvSpPr/>
              <p:nvPr/>
            </p:nvSpPr>
            <p:spPr>
              <a:xfrm>
                <a:off x="4374699" y="384734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12E2BBA6-4650-4601-90EE-75BB355B39BD}"/>
                  </a:ext>
                </a:extLst>
              </p:cNvPr>
              <p:cNvSpPr/>
              <p:nvPr/>
            </p:nvSpPr>
            <p:spPr>
              <a:xfrm>
                <a:off x="4374699" y="3307296"/>
                <a:ext cx="84501" cy="8450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D0C04AFE-2078-430B-8E01-5B291F469E45}"/>
                </a:ext>
              </a:extLst>
            </p:cNvPr>
            <p:cNvSpPr/>
            <p:nvPr/>
          </p:nvSpPr>
          <p:spPr>
            <a:xfrm rot="10800000" flipH="1">
              <a:off x="6563504" y="2047791"/>
              <a:ext cx="4462429" cy="1317897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5BEC51E4-8A6F-4887-8D10-8D0B37691AEA}"/>
                </a:ext>
              </a:extLst>
            </p:cNvPr>
            <p:cNvSpPr/>
            <p:nvPr/>
          </p:nvSpPr>
          <p:spPr>
            <a:xfrm rot="10800000">
              <a:off x="1166068" y="2054994"/>
              <a:ext cx="4478811" cy="1317897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AEFB84DA-9F66-4A49-935B-2178449B0CCE}"/>
                </a:ext>
              </a:extLst>
            </p:cNvPr>
            <p:cNvSpPr/>
            <p:nvPr/>
          </p:nvSpPr>
          <p:spPr>
            <a:xfrm>
              <a:off x="5330941" y="4371729"/>
              <a:ext cx="75872" cy="75872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795AC22D-258C-4F97-9818-A385F3D5D75D}"/>
                </a:ext>
              </a:extLst>
            </p:cNvPr>
            <p:cNvSpPr/>
            <p:nvPr/>
          </p:nvSpPr>
          <p:spPr>
            <a:xfrm>
              <a:off x="6752761" y="4371729"/>
              <a:ext cx="75872" cy="7587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A63F096-366A-4399-A886-2DDE801EA264}"/>
                </a:ext>
              </a:extLst>
            </p:cNvPr>
            <p:cNvCxnSpPr>
              <a:cxnSpLocks/>
            </p:cNvCxnSpPr>
            <p:nvPr/>
          </p:nvCxnSpPr>
          <p:spPr>
            <a:xfrm>
              <a:off x="5450535" y="4409665"/>
              <a:ext cx="528680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0D656F4-7600-4A55-9D4A-532D0403E1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9010" y="4409665"/>
              <a:ext cx="555815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A5E556D-2E0A-466D-9A9F-A4052C17CB63}"/>
                </a:ext>
              </a:extLst>
            </p:cNvPr>
            <p:cNvSpPr txBox="1"/>
            <p:nvPr/>
          </p:nvSpPr>
          <p:spPr>
            <a:xfrm>
              <a:off x="7010217" y="4321054"/>
              <a:ext cx="1712374" cy="191771"/>
            </a:xfrm>
            <a:custGeom>
              <a:avLst/>
              <a:gdLst/>
              <a:ahLst/>
              <a:cxnLst/>
              <a:rect l="l" t="t" r="r" b="b"/>
              <a:pathLst>
                <a:path w="1907118" h="213581">
                  <a:moveTo>
                    <a:pt x="1729731" y="140697"/>
                  </a:moveTo>
                  <a:lnTo>
                    <a:pt x="1729731" y="152498"/>
                  </a:lnTo>
                  <a:lnTo>
                    <a:pt x="1780327" y="152498"/>
                  </a:lnTo>
                  <a:lnTo>
                    <a:pt x="1780327" y="140697"/>
                  </a:lnTo>
                  <a:close/>
                  <a:moveTo>
                    <a:pt x="407239" y="113250"/>
                  </a:moveTo>
                  <a:cubicBezTo>
                    <a:pt x="427632" y="114598"/>
                    <a:pt x="451831" y="115272"/>
                    <a:pt x="479835" y="115272"/>
                  </a:cubicBezTo>
                  <a:cubicBezTo>
                    <a:pt x="507840" y="115272"/>
                    <a:pt x="530016" y="114598"/>
                    <a:pt x="546363" y="113250"/>
                  </a:cubicBezTo>
                  <a:lnTo>
                    <a:pt x="546363" y="132621"/>
                  </a:lnTo>
                  <a:cubicBezTo>
                    <a:pt x="531402" y="131425"/>
                    <a:pt x="511220" y="130828"/>
                    <a:pt x="485816" y="130828"/>
                  </a:cubicBezTo>
                  <a:lnTo>
                    <a:pt x="485816" y="186584"/>
                  </a:lnTo>
                  <a:cubicBezTo>
                    <a:pt x="527093" y="186584"/>
                    <a:pt x="557068" y="185911"/>
                    <a:pt x="575742" y="184563"/>
                  </a:cubicBezTo>
                  <a:lnTo>
                    <a:pt x="575742" y="203937"/>
                  </a:lnTo>
                  <a:cubicBezTo>
                    <a:pt x="556321" y="202741"/>
                    <a:pt x="526241" y="202144"/>
                    <a:pt x="485504" y="202144"/>
                  </a:cubicBezTo>
                  <a:cubicBezTo>
                    <a:pt x="444767" y="202144"/>
                    <a:pt x="409184" y="202741"/>
                    <a:pt x="378757" y="203937"/>
                  </a:cubicBezTo>
                  <a:lnTo>
                    <a:pt x="378757" y="184563"/>
                  </a:lnTo>
                  <a:cubicBezTo>
                    <a:pt x="402245" y="185911"/>
                    <a:pt x="431698" y="186584"/>
                    <a:pt x="467114" y="186584"/>
                  </a:cubicBezTo>
                  <a:lnTo>
                    <a:pt x="467114" y="130828"/>
                  </a:lnTo>
                  <a:cubicBezTo>
                    <a:pt x="440327" y="131128"/>
                    <a:pt x="420369" y="131725"/>
                    <a:pt x="407239" y="132621"/>
                  </a:cubicBezTo>
                  <a:close/>
                  <a:moveTo>
                    <a:pt x="1729731" y="112890"/>
                  </a:moveTo>
                  <a:lnTo>
                    <a:pt x="1729731" y="126934"/>
                  </a:lnTo>
                  <a:lnTo>
                    <a:pt x="1780327" y="126934"/>
                  </a:lnTo>
                  <a:lnTo>
                    <a:pt x="1780327" y="112890"/>
                  </a:lnTo>
                  <a:close/>
                  <a:moveTo>
                    <a:pt x="920023" y="94723"/>
                  </a:moveTo>
                  <a:lnTo>
                    <a:pt x="920023" y="140836"/>
                  </a:lnTo>
                  <a:lnTo>
                    <a:pt x="968826" y="140836"/>
                  </a:lnTo>
                  <a:lnTo>
                    <a:pt x="968826" y="94723"/>
                  </a:lnTo>
                  <a:close/>
                  <a:moveTo>
                    <a:pt x="674982" y="82304"/>
                  </a:moveTo>
                  <a:cubicBezTo>
                    <a:pt x="682735" y="85180"/>
                    <a:pt x="688950" y="86689"/>
                    <a:pt x="693627" y="86829"/>
                  </a:cubicBezTo>
                  <a:cubicBezTo>
                    <a:pt x="697092" y="87077"/>
                    <a:pt x="698824" y="88168"/>
                    <a:pt x="698824" y="90103"/>
                  </a:cubicBezTo>
                  <a:cubicBezTo>
                    <a:pt x="698824" y="92038"/>
                    <a:pt x="697806" y="93682"/>
                    <a:pt x="695770" y="95037"/>
                  </a:cubicBezTo>
                  <a:cubicBezTo>
                    <a:pt x="693144" y="96788"/>
                    <a:pt x="690952" y="101837"/>
                    <a:pt x="689194" y="110186"/>
                  </a:cubicBezTo>
                  <a:cubicBezTo>
                    <a:pt x="684448" y="133922"/>
                    <a:pt x="677748" y="152927"/>
                    <a:pt x="669092" y="167202"/>
                  </a:cubicBezTo>
                  <a:cubicBezTo>
                    <a:pt x="660436" y="181476"/>
                    <a:pt x="647013" y="195664"/>
                    <a:pt x="628822" y="209766"/>
                  </a:cubicBezTo>
                  <a:cubicBezTo>
                    <a:pt x="624574" y="204606"/>
                    <a:pt x="619174" y="200660"/>
                    <a:pt x="612620" y="197929"/>
                  </a:cubicBezTo>
                  <a:cubicBezTo>
                    <a:pt x="634156" y="182779"/>
                    <a:pt x="649376" y="166706"/>
                    <a:pt x="658278" y="149710"/>
                  </a:cubicBezTo>
                  <a:cubicBezTo>
                    <a:pt x="667180" y="132714"/>
                    <a:pt x="672748" y="110245"/>
                    <a:pt x="674982" y="82304"/>
                  </a:cubicBezTo>
                  <a:close/>
                  <a:moveTo>
                    <a:pt x="753334" y="79835"/>
                  </a:moveTo>
                  <a:cubicBezTo>
                    <a:pt x="757283" y="137895"/>
                    <a:pt x="778730" y="175969"/>
                    <a:pt x="817678" y="194057"/>
                  </a:cubicBezTo>
                  <a:cubicBezTo>
                    <a:pt x="810222" y="199641"/>
                    <a:pt x="804678" y="205027"/>
                    <a:pt x="801044" y="210216"/>
                  </a:cubicBezTo>
                  <a:cubicBezTo>
                    <a:pt x="781923" y="198253"/>
                    <a:pt x="767165" y="182483"/>
                    <a:pt x="756771" y="162908"/>
                  </a:cubicBezTo>
                  <a:cubicBezTo>
                    <a:pt x="746376" y="143333"/>
                    <a:pt x="739067" y="117101"/>
                    <a:pt x="734843" y="84211"/>
                  </a:cubicBezTo>
                  <a:close/>
                  <a:moveTo>
                    <a:pt x="901324" y="77592"/>
                  </a:moveTo>
                  <a:cubicBezTo>
                    <a:pt x="911649" y="78792"/>
                    <a:pt x="926187" y="79393"/>
                    <a:pt x="944937" y="79393"/>
                  </a:cubicBezTo>
                  <a:cubicBezTo>
                    <a:pt x="963687" y="79393"/>
                    <a:pt x="977958" y="78792"/>
                    <a:pt x="987749" y="77592"/>
                  </a:cubicBezTo>
                  <a:cubicBezTo>
                    <a:pt x="987002" y="88501"/>
                    <a:pt x="986628" y="102322"/>
                    <a:pt x="986628" y="119056"/>
                  </a:cubicBezTo>
                  <a:cubicBezTo>
                    <a:pt x="986628" y="135791"/>
                    <a:pt x="987002" y="148386"/>
                    <a:pt x="987749" y="156841"/>
                  </a:cubicBezTo>
                  <a:cubicBezTo>
                    <a:pt x="973314" y="156244"/>
                    <a:pt x="957437" y="155945"/>
                    <a:pt x="940118" y="155945"/>
                  </a:cubicBezTo>
                  <a:cubicBezTo>
                    <a:pt x="922800" y="155945"/>
                    <a:pt x="909868" y="156319"/>
                    <a:pt x="901324" y="157067"/>
                  </a:cubicBezTo>
                  <a:cubicBezTo>
                    <a:pt x="902220" y="147320"/>
                    <a:pt x="902667" y="134048"/>
                    <a:pt x="902667" y="117249"/>
                  </a:cubicBezTo>
                  <a:cubicBezTo>
                    <a:pt x="902667" y="100451"/>
                    <a:pt x="902220" y="87232"/>
                    <a:pt x="901324" y="77592"/>
                  </a:cubicBezTo>
                  <a:close/>
                  <a:moveTo>
                    <a:pt x="1831530" y="64001"/>
                  </a:moveTo>
                  <a:cubicBezTo>
                    <a:pt x="1829763" y="68896"/>
                    <a:pt x="1827601" y="74090"/>
                    <a:pt x="1825043" y="79585"/>
                  </a:cubicBezTo>
                  <a:lnTo>
                    <a:pt x="1821605" y="86331"/>
                  </a:lnTo>
                  <a:lnTo>
                    <a:pt x="1833919" y="84322"/>
                  </a:lnTo>
                  <a:cubicBezTo>
                    <a:pt x="1834546" y="112680"/>
                    <a:pt x="1839189" y="134955"/>
                    <a:pt x="1847850" y="151148"/>
                  </a:cubicBezTo>
                  <a:cubicBezTo>
                    <a:pt x="1857718" y="132843"/>
                    <a:pt x="1863765" y="103794"/>
                    <a:pt x="1865991" y="64001"/>
                  </a:cubicBezTo>
                  <a:close/>
                  <a:moveTo>
                    <a:pt x="501458" y="59204"/>
                  </a:moveTo>
                  <a:cubicBezTo>
                    <a:pt x="527856" y="74997"/>
                    <a:pt x="549628" y="89685"/>
                    <a:pt x="566773" y="103271"/>
                  </a:cubicBezTo>
                  <a:lnTo>
                    <a:pt x="554675" y="116476"/>
                  </a:lnTo>
                  <a:cubicBezTo>
                    <a:pt x="548217" y="110723"/>
                    <a:pt x="538777" y="103521"/>
                    <a:pt x="526354" y="94869"/>
                  </a:cubicBezTo>
                  <a:cubicBezTo>
                    <a:pt x="513931" y="86218"/>
                    <a:pt x="502482" y="79048"/>
                    <a:pt x="492007" y="73360"/>
                  </a:cubicBezTo>
                  <a:close/>
                  <a:moveTo>
                    <a:pt x="446379" y="57411"/>
                  </a:moveTo>
                  <a:cubicBezTo>
                    <a:pt x="450261" y="61993"/>
                    <a:pt x="454203" y="65550"/>
                    <a:pt x="458206" y="68084"/>
                  </a:cubicBezTo>
                  <a:cubicBezTo>
                    <a:pt x="460466" y="69589"/>
                    <a:pt x="461596" y="71122"/>
                    <a:pt x="461596" y="72685"/>
                  </a:cubicBezTo>
                  <a:cubicBezTo>
                    <a:pt x="461596" y="74247"/>
                    <a:pt x="459785" y="75612"/>
                    <a:pt x="456163" y="76781"/>
                  </a:cubicBezTo>
                  <a:cubicBezTo>
                    <a:pt x="452939" y="77815"/>
                    <a:pt x="450066" y="79593"/>
                    <a:pt x="447544" y="82114"/>
                  </a:cubicBezTo>
                  <a:cubicBezTo>
                    <a:pt x="431173" y="95806"/>
                    <a:pt x="413151" y="108681"/>
                    <a:pt x="393480" y="120737"/>
                  </a:cubicBezTo>
                  <a:cubicBezTo>
                    <a:pt x="390594" y="114970"/>
                    <a:pt x="386584" y="110299"/>
                    <a:pt x="381450" y="106725"/>
                  </a:cubicBezTo>
                  <a:cubicBezTo>
                    <a:pt x="393656" y="100817"/>
                    <a:pt x="405402" y="93622"/>
                    <a:pt x="416686" y="85140"/>
                  </a:cubicBezTo>
                  <a:cubicBezTo>
                    <a:pt x="427971" y="76658"/>
                    <a:pt x="437869" y="67415"/>
                    <a:pt x="446379" y="57411"/>
                  </a:cubicBezTo>
                  <a:close/>
                  <a:moveTo>
                    <a:pt x="1742512" y="51443"/>
                  </a:moveTo>
                  <a:lnTo>
                    <a:pt x="1742512" y="73560"/>
                  </a:lnTo>
                  <a:lnTo>
                    <a:pt x="1768440" y="73560"/>
                  </a:lnTo>
                  <a:lnTo>
                    <a:pt x="1768440" y="51443"/>
                  </a:lnTo>
                  <a:close/>
                  <a:moveTo>
                    <a:pt x="1396079" y="43056"/>
                  </a:moveTo>
                  <a:cubicBezTo>
                    <a:pt x="1401904" y="48080"/>
                    <a:pt x="1406899" y="51312"/>
                    <a:pt x="1411067" y="52750"/>
                  </a:cubicBezTo>
                  <a:cubicBezTo>
                    <a:pt x="1413645" y="53819"/>
                    <a:pt x="1414935" y="55192"/>
                    <a:pt x="1414935" y="56868"/>
                  </a:cubicBezTo>
                  <a:cubicBezTo>
                    <a:pt x="1414935" y="58545"/>
                    <a:pt x="1413342" y="60118"/>
                    <a:pt x="1410157" y="61587"/>
                  </a:cubicBezTo>
                  <a:cubicBezTo>
                    <a:pt x="1406973" y="63056"/>
                    <a:pt x="1402505" y="67674"/>
                    <a:pt x="1396754" y="75442"/>
                  </a:cubicBezTo>
                  <a:cubicBezTo>
                    <a:pt x="1386024" y="89894"/>
                    <a:pt x="1375713" y="102310"/>
                    <a:pt x="1365822" y="112690"/>
                  </a:cubicBezTo>
                  <a:lnTo>
                    <a:pt x="1414935" y="164925"/>
                  </a:lnTo>
                  <a:lnTo>
                    <a:pt x="1400922" y="176576"/>
                  </a:lnTo>
                  <a:cubicBezTo>
                    <a:pt x="1383623" y="156733"/>
                    <a:pt x="1368310" y="139315"/>
                    <a:pt x="1354985" y="124323"/>
                  </a:cubicBezTo>
                  <a:cubicBezTo>
                    <a:pt x="1338149" y="142852"/>
                    <a:pt x="1318067" y="160194"/>
                    <a:pt x="1294738" y="176351"/>
                  </a:cubicBezTo>
                  <a:cubicBezTo>
                    <a:pt x="1293366" y="170838"/>
                    <a:pt x="1289374" y="166146"/>
                    <a:pt x="1282761" y="162274"/>
                  </a:cubicBezTo>
                  <a:cubicBezTo>
                    <a:pt x="1303476" y="149649"/>
                    <a:pt x="1323957" y="133271"/>
                    <a:pt x="1344205" y="113140"/>
                  </a:cubicBezTo>
                  <a:cubicBezTo>
                    <a:pt x="1326736" y="95233"/>
                    <a:pt x="1309393" y="78035"/>
                    <a:pt x="1292177" y="61547"/>
                  </a:cubicBezTo>
                  <a:lnTo>
                    <a:pt x="1303742" y="51353"/>
                  </a:lnTo>
                  <a:cubicBezTo>
                    <a:pt x="1325824" y="71949"/>
                    <a:pt x="1342953" y="88694"/>
                    <a:pt x="1355131" y="101588"/>
                  </a:cubicBezTo>
                  <a:cubicBezTo>
                    <a:pt x="1372545" y="81509"/>
                    <a:pt x="1386194" y="61999"/>
                    <a:pt x="1396079" y="43056"/>
                  </a:cubicBezTo>
                  <a:close/>
                  <a:moveTo>
                    <a:pt x="291179" y="43056"/>
                  </a:moveTo>
                  <a:cubicBezTo>
                    <a:pt x="297004" y="48080"/>
                    <a:pt x="301999" y="51312"/>
                    <a:pt x="306167" y="52750"/>
                  </a:cubicBezTo>
                  <a:cubicBezTo>
                    <a:pt x="308746" y="53819"/>
                    <a:pt x="310035" y="55192"/>
                    <a:pt x="310035" y="56868"/>
                  </a:cubicBezTo>
                  <a:cubicBezTo>
                    <a:pt x="310035" y="58545"/>
                    <a:pt x="308443" y="60118"/>
                    <a:pt x="305258" y="61587"/>
                  </a:cubicBezTo>
                  <a:cubicBezTo>
                    <a:pt x="302073" y="63056"/>
                    <a:pt x="297605" y="67674"/>
                    <a:pt x="291854" y="75442"/>
                  </a:cubicBezTo>
                  <a:cubicBezTo>
                    <a:pt x="281124" y="89894"/>
                    <a:pt x="270813" y="102310"/>
                    <a:pt x="260922" y="112690"/>
                  </a:cubicBezTo>
                  <a:lnTo>
                    <a:pt x="310035" y="164925"/>
                  </a:lnTo>
                  <a:lnTo>
                    <a:pt x="296023" y="176576"/>
                  </a:lnTo>
                  <a:cubicBezTo>
                    <a:pt x="278723" y="156733"/>
                    <a:pt x="263410" y="139315"/>
                    <a:pt x="250085" y="124323"/>
                  </a:cubicBezTo>
                  <a:cubicBezTo>
                    <a:pt x="233249" y="142852"/>
                    <a:pt x="213167" y="160194"/>
                    <a:pt x="189838" y="176351"/>
                  </a:cubicBezTo>
                  <a:cubicBezTo>
                    <a:pt x="188466" y="170838"/>
                    <a:pt x="184474" y="166146"/>
                    <a:pt x="177861" y="162274"/>
                  </a:cubicBezTo>
                  <a:cubicBezTo>
                    <a:pt x="198576" y="149649"/>
                    <a:pt x="219057" y="133271"/>
                    <a:pt x="239305" y="113140"/>
                  </a:cubicBezTo>
                  <a:cubicBezTo>
                    <a:pt x="221836" y="95233"/>
                    <a:pt x="204493" y="78035"/>
                    <a:pt x="187277" y="61547"/>
                  </a:cubicBezTo>
                  <a:lnTo>
                    <a:pt x="198843" y="51353"/>
                  </a:lnTo>
                  <a:cubicBezTo>
                    <a:pt x="220924" y="71949"/>
                    <a:pt x="238053" y="88694"/>
                    <a:pt x="250231" y="101588"/>
                  </a:cubicBezTo>
                  <a:cubicBezTo>
                    <a:pt x="267645" y="81509"/>
                    <a:pt x="281294" y="61999"/>
                    <a:pt x="291179" y="43056"/>
                  </a:cubicBezTo>
                  <a:close/>
                  <a:moveTo>
                    <a:pt x="20720" y="33501"/>
                  </a:moveTo>
                  <a:lnTo>
                    <a:pt x="20720" y="84100"/>
                  </a:lnTo>
                  <a:lnTo>
                    <a:pt x="43859" y="84100"/>
                  </a:lnTo>
                  <a:cubicBezTo>
                    <a:pt x="60580" y="84407"/>
                    <a:pt x="71429" y="81968"/>
                    <a:pt x="76406" y="76783"/>
                  </a:cubicBezTo>
                  <a:cubicBezTo>
                    <a:pt x="81383" y="71598"/>
                    <a:pt x="83871" y="65454"/>
                    <a:pt x="83871" y="58351"/>
                  </a:cubicBezTo>
                  <a:cubicBezTo>
                    <a:pt x="83871" y="41784"/>
                    <a:pt x="71552" y="33501"/>
                    <a:pt x="46913" y="33501"/>
                  </a:cubicBezTo>
                  <a:close/>
                  <a:moveTo>
                    <a:pt x="1257644" y="21753"/>
                  </a:moveTo>
                  <a:cubicBezTo>
                    <a:pt x="1267266" y="23401"/>
                    <a:pt x="1296022" y="24225"/>
                    <a:pt x="1343912" y="24225"/>
                  </a:cubicBezTo>
                  <a:cubicBezTo>
                    <a:pt x="1391801" y="24225"/>
                    <a:pt x="1419736" y="23401"/>
                    <a:pt x="1427715" y="21753"/>
                  </a:cubicBezTo>
                  <a:lnTo>
                    <a:pt x="1427715" y="42695"/>
                  </a:lnTo>
                  <a:cubicBezTo>
                    <a:pt x="1415195" y="41050"/>
                    <a:pt x="1387896" y="40227"/>
                    <a:pt x="1345819" y="40227"/>
                  </a:cubicBezTo>
                  <a:lnTo>
                    <a:pt x="1276793" y="40227"/>
                  </a:lnTo>
                  <a:lnTo>
                    <a:pt x="1276793" y="185463"/>
                  </a:lnTo>
                  <a:lnTo>
                    <a:pt x="1355463" y="185463"/>
                  </a:lnTo>
                  <a:cubicBezTo>
                    <a:pt x="1396185" y="185463"/>
                    <a:pt x="1422886" y="184565"/>
                    <a:pt x="1435566" y="182770"/>
                  </a:cubicBezTo>
                  <a:lnTo>
                    <a:pt x="1435566" y="203712"/>
                  </a:lnTo>
                  <a:cubicBezTo>
                    <a:pt x="1425629" y="202066"/>
                    <a:pt x="1395933" y="201243"/>
                    <a:pt x="1346476" y="201243"/>
                  </a:cubicBezTo>
                  <a:cubicBezTo>
                    <a:pt x="1297020" y="201243"/>
                    <a:pt x="1267409" y="202066"/>
                    <a:pt x="1257644" y="203712"/>
                  </a:cubicBezTo>
                  <a:cubicBezTo>
                    <a:pt x="1258392" y="190300"/>
                    <a:pt x="1258765" y="177504"/>
                    <a:pt x="1258765" y="165321"/>
                  </a:cubicBezTo>
                  <a:lnTo>
                    <a:pt x="1258765" y="60369"/>
                  </a:lnTo>
                  <a:cubicBezTo>
                    <a:pt x="1258765" y="45986"/>
                    <a:pt x="1258392" y="33114"/>
                    <a:pt x="1257644" y="21753"/>
                  </a:cubicBezTo>
                  <a:close/>
                  <a:moveTo>
                    <a:pt x="152744" y="21753"/>
                  </a:moveTo>
                  <a:cubicBezTo>
                    <a:pt x="162367" y="23401"/>
                    <a:pt x="191123" y="24225"/>
                    <a:pt x="239012" y="24225"/>
                  </a:cubicBezTo>
                  <a:cubicBezTo>
                    <a:pt x="286901" y="24225"/>
                    <a:pt x="314836" y="23401"/>
                    <a:pt x="322815" y="21753"/>
                  </a:cubicBezTo>
                  <a:lnTo>
                    <a:pt x="322815" y="42695"/>
                  </a:lnTo>
                  <a:cubicBezTo>
                    <a:pt x="310295" y="41050"/>
                    <a:pt x="282996" y="40227"/>
                    <a:pt x="240919" y="40227"/>
                  </a:cubicBezTo>
                  <a:lnTo>
                    <a:pt x="171893" y="40227"/>
                  </a:lnTo>
                  <a:lnTo>
                    <a:pt x="171893" y="185463"/>
                  </a:lnTo>
                  <a:lnTo>
                    <a:pt x="250563" y="185463"/>
                  </a:lnTo>
                  <a:cubicBezTo>
                    <a:pt x="291285" y="185463"/>
                    <a:pt x="317986" y="184565"/>
                    <a:pt x="330666" y="182770"/>
                  </a:cubicBezTo>
                  <a:lnTo>
                    <a:pt x="330666" y="203712"/>
                  </a:lnTo>
                  <a:cubicBezTo>
                    <a:pt x="320729" y="202066"/>
                    <a:pt x="291033" y="201243"/>
                    <a:pt x="241576" y="201243"/>
                  </a:cubicBezTo>
                  <a:cubicBezTo>
                    <a:pt x="192120" y="201243"/>
                    <a:pt x="162509" y="202066"/>
                    <a:pt x="152744" y="203712"/>
                  </a:cubicBezTo>
                  <a:cubicBezTo>
                    <a:pt x="153492" y="190300"/>
                    <a:pt x="153865" y="177504"/>
                    <a:pt x="153865" y="165321"/>
                  </a:cubicBezTo>
                  <a:lnTo>
                    <a:pt x="153865" y="60369"/>
                  </a:lnTo>
                  <a:cubicBezTo>
                    <a:pt x="153865" y="45986"/>
                    <a:pt x="153492" y="33114"/>
                    <a:pt x="152744" y="21753"/>
                  </a:cubicBezTo>
                  <a:close/>
                  <a:moveTo>
                    <a:pt x="1076550" y="13459"/>
                  </a:moveTo>
                  <a:lnTo>
                    <a:pt x="1083497" y="13459"/>
                  </a:lnTo>
                  <a:lnTo>
                    <a:pt x="1187110" y="136571"/>
                  </a:lnTo>
                  <a:lnTo>
                    <a:pt x="1187110" y="13459"/>
                  </a:lnTo>
                  <a:lnTo>
                    <a:pt x="1207602" y="13459"/>
                  </a:lnTo>
                  <a:lnTo>
                    <a:pt x="1207602" y="178819"/>
                  </a:lnTo>
                  <a:lnTo>
                    <a:pt x="1200633" y="178819"/>
                  </a:lnTo>
                  <a:lnTo>
                    <a:pt x="1097717" y="57047"/>
                  </a:lnTo>
                  <a:lnTo>
                    <a:pt x="1097717" y="178819"/>
                  </a:lnTo>
                  <a:lnTo>
                    <a:pt x="1076550" y="178819"/>
                  </a:lnTo>
                  <a:close/>
                  <a:moveTo>
                    <a:pt x="0" y="13459"/>
                  </a:moveTo>
                  <a:lnTo>
                    <a:pt x="34354" y="13459"/>
                  </a:lnTo>
                  <a:cubicBezTo>
                    <a:pt x="53449" y="13459"/>
                    <a:pt x="66075" y="14249"/>
                    <a:pt x="72230" y="15827"/>
                  </a:cubicBezTo>
                  <a:cubicBezTo>
                    <a:pt x="78386" y="17406"/>
                    <a:pt x="84012" y="20156"/>
                    <a:pt x="89109" y="24077"/>
                  </a:cubicBezTo>
                  <a:cubicBezTo>
                    <a:pt x="94206" y="27997"/>
                    <a:pt x="98173" y="32912"/>
                    <a:pt x="101009" y="38821"/>
                  </a:cubicBezTo>
                  <a:cubicBezTo>
                    <a:pt x="103845" y="44730"/>
                    <a:pt x="105263" y="51240"/>
                    <a:pt x="105263" y="58351"/>
                  </a:cubicBezTo>
                  <a:cubicBezTo>
                    <a:pt x="105263" y="69966"/>
                    <a:pt x="102095" y="79498"/>
                    <a:pt x="95758" y="86945"/>
                  </a:cubicBezTo>
                  <a:cubicBezTo>
                    <a:pt x="89422" y="94393"/>
                    <a:pt x="81572" y="99083"/>
                    <a:pt x="72209" y="101017"/>
                  </a:cubicBezTo>
                  <a:cubicBezTo>
                    <a:pt x="62846" y="102950"/>
                    <a:pt x="48733" y="103917"/>
                    <a:pt x="29871" y="103917"/>
                  </a:cubicBezTo>
                  <a:lnTo>
                    <a:pt x="20720" y="103917"/>
                  </a:lnTo>
                  <a:lnTo>
                    <a:pt x="20720" y="178819"/>
                  </a:lnTo>
                  <a:lnTo>
                    <a:pt x="0" y="178819"/>
                  </a:lnTo>
                  <a:close/>
                  <a:moveTo>
                    <a:pt x="1505303" y="5605"/>
                  </a:moveTo>
                  <a:cubicBezTo>
                    <a:pt x="1511245" y="6655"/>
                    <a:pt x="1517912" y="7180"/>
                    <a:pt x="1525306" y="7180"/>
                  </a:cubicBezTo>
                  <a:cubicBezTo>
                    <a:pt x="1530418" y="7180"/>
                    <a:pt x="1532975" y="8225"/>
                    <a:pt x="1532975" y="10314"/>
                  </a:cubicBezTo>
                  <a:cubicBezTo>
                    <a:pt x="1532975" y="12404"/>
                    <a:pt x="1531854" y="14346"/>
                    <a:pt x="1529612" y="16140"/>
                  </a:cubicBezTo>
                  <a:cubicBezTo>
                    <a:pt x="1527370" y="17934"/>
                    <a:pt x="1526249" y="20417"/>
                    <a:pt x="1526249" y="23589"/>
                  </a:cubicBezTo>
                  <a:lnTo>
                    <a:pt x="1526249" y="52703"/>
                  </a:lnTo>
                  <a:cubicBezTo>
                    <a:pt x="1537484" y="52703"/>
                    <a:pt x="1547799" y="52030"/>
                    <a:pt x="1557196" y="50682"/>
                  </a:cubicBezTo>
                  <a:lnTo>
                    <a:pt x="1557196" y="70502"/>
                  </a:lnTo>
                  <a:cubicBezTo>
                    <a:pt x="1547663" y="69307"/>
                    <a:pt x="1537348" y="68709"/>
                    <a:pt x="1526249" y="68709"/>
                  </a:cubicBezTo>
                  <a:lnTo>
                    <a:pt x="1526249" y="106971"/>
                  </a:lnTo>
                  <a:cubicBezTo>
                    <a:pt x="1534081" y="102773"/>
                    <a:pt x="1543200" y="98213"/>
                    <a:pt x="1553606" y="93291"/>
                  </a:cubicBezTo>
                  <a:cubicBezTo>
                    <a:pt x="1553008" y="99253"/>
                    <a:pt x="1553980" y="105234"/>
                    <a:pt x="1556520" y="111232"/>
                  </a:cubicBezTo>
                  <a:cubicBezTo>
                    <a:pt x="1545583" y="115476"/>
                    <a:pt x="1535493" y="119649"/>
                    <a:pt x="1526249" y="123752"/>
                  </a:cubicBezTo>
                  <a:lnTo>
                    <a:pt x="1526249" y="185952"/>
                  </a:lnTo>
                  <a:cubicBezTo>
                    <a:pt x="1526249" y="191877"/>
                    <a:pt x="1525307" y="196551"/>
                    <a:pt x="1523424" y="199974"/>
                  </a:cubicBezTo>
                  <a:cubicBezTo>
                    <a:pt x="1521540" y="203397"/>
                    <a:pt x="1517760" y="206068"/>
                    <a:pt x="1512083" y="207987"/>
                  </a:cubicBezTo>
                  <a:cubicBezTo>
                    <a:pt x="1506406" y="209906"/>
                    <a:pt x="1497194" y="211247"/>
                    <a:pt x="1484447" y="212009"/>
                  </a:cubicBezTo>
                  <a:cubicBezTo>
                    <a:pt x="1484447" y="204218"/>
                    <a:pt x="1482878" y="196863"/>
                    <a:pt x="1479739" y="189946"/>
                  </a:cubicBezTo>
                  <a:cubicBezTo>
                    <a:pt x="1486728" y="190696"/>
                    <a:pt x="1491976" y="191071"/>
                    <a:pt x="1495481" y="191071"/>
                  </a:cubicBezTo>
                  <a:cubicBezTo>
                    <a:pt x="1501053" y="191071"/>
                    <a:pt x="1504569" y="190312"/>
                    <a:pt x="1506030" y="188794"/>
                  </a:cubicBezTo>
                  <a:cubicBezTo>
                    <a:pt x="1507491" y="187276"/>
                    <a:pt x="1508222" y="184160"/>
                    <a:pt x="1508222" y="179448"/>
                  </a:cubicBezTo>
                  <a:lnTo>
                    <a:pt x="1508222" y="130381"/>
                  </a:lnTo>
                  <a:cubicBezTo>
                    <a:pt x="1495822" y="136696"/>
                    <a:pt x="1484857" y="141779"/>
                    <a:pt x="1475325" y="145629"/>
                  </a:cubicBezTo>
                  <a:cubicBezTo>
                    <a:pt x="1473984" y="138719"/>
                    <a:pt x="1471344" y="132009"/>
                    <a:pt x="1467406" y="125498"/>
                  </a:cubicBezTo>
                  <a:cubicBezTo>
                    <a:pt x="1483172" y="121726"/>
                    <a:pt x="1496777" y="117660"/>
                    <a:pt x="1508222" y="113300"/>
                  </a:cubicBezTo>
                  <a:lnTo>
                    <a:pt x="1508222" y="68484"/>
                  </a:lnTo>
                  <a:cubicBezTo>
                    <a:pt x="1496032" y="68484"/>
                    <a:pt x="1484221" y="69157"/>
                    <a:pt x="1472789" y="70502"/>
                  </a:cubicBezTo>
                  <a:lnTo>
                    <a:pt x="1472789" y="50682"/>
                  </a:lnTo>
                  <a:cubicBezTo>
                    <a:pt x="1482866" y="52030"/>
                    <a:pt x="1494677" y="52703"/>
                    <a:pt x="1508222" y="52703"/>
                  </a:cubicBezTo>
                  <a:cubicBezTo>
                    <a:pt x="1507924" y="30693"/>
                    <a:pt x="1506951" y="14994"/>
                    <a:pt x="1505303" y="5605"/>
                  </a:cubicBezTo>
                  <a:close/>
                  <a:moveTo>
                    <a:pt x="700671" y="5605"/>
                  </a:moveTo>
                  <a:cubicBezTo>
                    <a:pt x="712182" y="14427"/>
                    <a:pt x="722554" y="24830"/>
                    <a:pt x="731789" y="36812"/>
                  </a:cubicBezTo>
                  <a:lnTo>
                    <a:pt x="720149" y="45462"/>
                  </a:lnTo>
                  <a:lnTo>
                    <a:pt x="769733" y="45134"/>
                  </a:lnTo>
                  <a:cubicBezTo>
                    <a:pt x="785496" y="44871"/>
                    <a:pt x="797217" y="44477"/>
                    <a:pt x="804898" y="43952"/>
                  </a:cubicBezTo>
                  <a:lnTo>
                    <a:pt x="804898" y="95395"/>
                  </a:lnTo>
                  <a:lnTo>
                    <a:pt x="786421" y="95395"/>
                  </a:lnTo>
                  <a:lnTo>
                    <a:pt x="786421" y="60862"/>
                  </a:lnTo>
                  <a:lnTo>
                    <a:pt x="640292" y="60862"/>
                  </a:lnTo>
                  <a:lnTo>
                    <a:pt x="640292" y="98534"/>
                  </a:lnTo>
                  <a:lnTo>
                    <a:pt x="622489" y="98534"/>
                  </a:lnTo>
                  <a:lnTo>
                    <a:pt x="622489" y="43952"/>
                  </a:lnTo>
                  <a:cubicBezTo>
                    <a:pt x="633358" y="45002"/>
                    <a:pt x="662636" y="45527"/>
                    <a:pt x="710324" y="45527"/>
                  </a:cubicBezTo>
                  <a:lnTo>
                    <a:pt x="715663" y="45492"/>
                  </a:lnTo>
                  <a:lnTo>
                    <a:pt x="688419" y="17617"/>
                  </a:lnTo>
                  <a:close/>
                  <a:moveTo>
                    <a:pt x="1606698" y="4708"/>
                  </a:moveTo>
                  <a:cubicBezTo>
                    <a:pt x="1616800" y="15671"/>
                    <a:pt x="1625340" y="27703"/>
                    <a:pt x="1632319" y="40802"/>
                  </a:cubicBezTo>
                  <a:lnTo>
                    <a:pt x="1620625" y="47540"/>
                  </a:lnTo>
                  <a:lnTo>
                    <a:pt x="1620986" y="47546"/>
                  </a:lnTo>
                  <a:cubicBezTo>
                    <a:pt x="1648611" y="47546"/>
                    <a:pt x="1666741" y="46797"/>
                    <a:pt x="1675378" y="45299"/>
                  </a:cubicBezTo>
                  <a:lnTo>
                    <a:pt x="1675378" y="64898"/>
                  </a:lnTo>
                  <a:cubicBezTo>
                    <a:pt x="1667341" y="64000"/>
                    <a:pt x="1656638" y="63551"/>
                    <a:pt x="1643267" y="63551"/>
                  </a:cubicBezTo>
                  <a:lnTo>
                    <a:pt x="1580070" y="63551"/>
                  </a:lnTo>
                  <a:lnTo>
                    <a:pt x="1580070" y="119798"/>
                  </a:lnTo>
                  <a:cubicBezTo>
                    <a:pt x="1580070" y="142827"/>
                    <a:pt x="1577321" y="161059"/>
                    <a:pt x="1571824" y="174495"/>
                  </a:cubicBezTo>
                  <a:cubicBezTo>
                    <a:pt x="1566327" y="187932"/>
                    <a:pt x="1556766" y="200660"/>
                    <a:pt x="1543140" y="212681"/>
                  </a:cubicBezTo>
                  <a:cubicBezTo>
                    <a:pt x="1538787" y="207635"/>
                    <a:pt x="1533352" y="203497"/>
                    <a:pt x="1526835" y="200268"/>
                  </a:cubicBezTo>
                  <a:cubicBezTo>
                    <a:pt x="1539520" y="190315"/>
                    <a:pt x="1548671" y="179465"/>
                    <a:pt x="1554288" y="167720"/>
                  </a:cubicBezTo>
                  <a:cubicBezTo>
                    <a:pt x="1559905" y="155974"/>
                    <a:pt x="1562714" y="138315"/>
                    <a:pt x="1562714" y="114743"/>
                  </a:cubicBezTo>
                  <a:cubicBezTo>
                    <a:pt x="1562714" y="91171"/>
                    <a:pt x="1561966" y="68023"/>
                    <a:pt x="1560471" y="45299"/>
                  </a:cubicBezTo>
                  <a:cubicBezTo>
                    <a:pt x="1566830" y="46048"/>
                    <a:pt x="1575053" y="46609"/>
                    <a:pt x="1585138" y="46984"/>
                  </a:cubicBezTo>
                  <a:lnTo>
                    <a:pt x="1614352" y="47442"/>
                  </a:lnTo>
                  <a:lnTo>
                    <a:pt x="1591418" y="14299"/>
                  </a:lnTo>
                  <a:close/>
                  <a:moveTo>
                    <a:pt x="1827922" y="4262"/>
                  </a:moveTo>
                  <a:cubicBezTo>
                    <a:pt x="1834890" y="6698"/>
                    <a:pt x="1841069" y="8130"/>
                    <a:pt x="1846460" y="8559"/>
                  </a:cubicBezTo>
                  <a:cubicBezTo>
                    <a:pt x="1850120" y="8804"/>
                    <a:pt x="1851950" y="9993"/>
                    <a:pt x="1851950" y="12127"/>
                  </a:cubicBezTo>
                  <a:cubicBezTo>
                    <a:pt x="1851950" y="14260"/>
                    <a:pt x="1850813" y="16151"/>
                    <a:pt x="1848537" y="17799"/>
                  </a:cubicBezTo>
                  <a:cubicBezTo>
                    <a:pt x="1846262" y="19447"/>
                    <a:pt x="1844134" y="23901"/>
                    <a:pt x="1842154" y="31161"/>
                  </a:cubicBezTo>
                  <a:cubicBezTo>
                    <a:pt x="1840174" y="38422"/>
                    <a:pt x="1838132" y="44257"/>
                    <a:pt x="1836027" y="48667"/>
                  </a:cubicBezTo>
                  <a:lnTo>
                    <a:pt x="1871192" y="48667"/>
                  </a:lnTo>
                  <a:cubicBezTo>
                    <a:pt x="1887430" y="48667"/>
                    <a:pt x="1897910" y="48292"/>
                    <a:pt x="1902632" y="47542"/>
                  </a:cubicBezTo>
                  <a:lnTo>
                    <a:pt x="1902632" y="64898"/>
                  </a:lnTo>
                  <a:cubicBezTo>
                    <a:pt x="1896564" y="64300"/>
                    <a:pt x="1890144" y="64001"/>
                    <a:pt x="1883372" y="64001"/>
                  </a:cubicBezTo>
                  <a:cubicBezTo>
                    <a:pt x="1879562" y="111757"/>
                    <a:pt x="1871106" y="145367"/>
                    <a:pt x="1858005" y="164832"/>
                  </a:cubicBezTo>
                  <a:cubicBezTo>
                    <a:pt x="1869087" y="178079"/>
                    <a:pt x="1885458" y="188800"/>
                    <a:pt x="1907118" y="196996"/>
                  </a:cubicBezTo>
                  <a:cubicBezTo>
                    <a:pt x="1901967" y="201199"/>
                    <a:pt x="1897667" y="206577"/>
                    <a:pt x="1894216" y="213131"/>
                  </a:cubicBezTo>
                  <a:cubicBezTo>
                    <a:pt x="1873716" y="203722"/>
                    <a:pt x="1858280" y="192061"/>
                    <a:pt x="1847907" y="178148"/>
                  </a:cubicBezTo>
                  <a:cubicBezTo>
                    <a:pt x="1839961" y="189423"/>
                    <a:pt x="1825028" y="201234"/>
                    <a:pt x="1803109" y="213581"/>
                  </a:cubicBezTo>
                  <a:cubicBezTo>
                    <a:pt x="1802026" y="210884"/>
                    <a:pt x="1800427" y="208510"/>
                    <a:pt x="1798312" y="206458"/>
                  </a:cubicBezTo>
                  <a:lnTo>
                    <a:pt x="1790610" y="201395"/>
                  </a:lnTo>
                  <a:lnTo>
                    <a:pt x="1783451" y="205787"/>
                  </a:lnTo>
                  <a:cubicBezTo>
                    <a:pt x="1777682" y="207525"/>
                    <a:pt x="1768193" y="208852"/>
                    <a:pt x="1754985" y="209766"/>
                  </a:cubicBezTo>
                  <a:cubicBezTo>
                    <a:pt x="1755285" y="202732"/>
                    <a:pt x="1753415" y="196162"/>
                    <a:pt x="1749377" y="190056"/>
                  </a:cubicBezTo>
                  <a:cubicBezTo>
                    <a:pt x="1760683" y="189859"/>
                    <a:pt x="1768242" y="189518"/>
                    <a:pt x="1772053" y="189033"/>
                  </a:cubicBezTo>
                  <a:cubicBezTo>
                    <a:pt x="1775864" y="188548"/>
                    <a:pt x="1778196" y="187800"/>
                    <a:pt x="1779048" y="186788"/>
                  </a:cubicBezTo>
                  <a:cubicBezTo>
                    <a:pt x="1779901" y="185776"/>
                    <a:pt x="1780327" y="183778"/>
                    <a:pt x="1780327" y="180794"/>
                  </a:cubicBezTo>
                  <a:lnTo>
                    <a:pt x="1780327" y="166932"/>
                  </a:lnTo>
                  <a:lnTo>
                    <a:pt x="1729731" y="166932"/>
                  </a:lnTo>
                  <a:lnTo>
                    <a:pt x="1729731" y="209094"/>
                  </a:lnTo>
                  <a:lnTo>
                    <a:pt x="1710132" y="209094"/>
                  </a:lnTo>
                  <a:cubicBezTo>
                    <a:pt x="1711030" y="197750"/>
                    <a:pt x="1711479" y="188691"/>
                    <a:pt x="1711479" y="181916"/>
                  </a:cubicBezTo>
                  <a:lnTo>
                    <a:pt x="1711479" y="123834"/>
                  </a:lnTo>
                  <a:cubicBezTo>
                    <a:pt x="1711479" y="112763"/>
                    <a:pt x="1711255" y="103928"/>
                    <a:pt x="1710808" y="97327"/>
                  </a:cubicBezTo>
                  <a:cubicBezTo>
                    <a:pt x="1717675" y="98377"/>
                    <a:pt x="1732560" y="98902"/>
                    <a:pt x="1755461" y="98902"/>
                  </a:cubicBezTo>
                  <a:cubicBezTo>
                    <a:pt x="1778363" y="98902"/>
                    <a:pt x="1792735" y="98377"/>
                    <a:pt x="1798576" y="97327"/>
                  </a:cubicBezTo>
                  <a:cubicBezTo>
                    <a:pt x="1798128" y="105723"/>
                    <a:pt x="1797904" y="114260"/>
                    <a:pt x="1797904" y="122937"/>
                  </a:cubicBezTo>
                  <a:lnTo>
                    <a:pt x="1797904" y="186849"/>
                  </a:lnTo>
                  <a:lnTo>
                    <a:pt x="1795102" y="198298"/>
                  </a:lnTo>
                  <a:lnTo>
                    <a:pt x="1818778" y="183287"/>
                  </a:lnTo>
                  <a:cubicBezTo>
                    <a:pt x="1826702" y="177212"/>
                    <a:pt x="1833096" y="171055"/>
                    <a:pt x="1837959" y="164817"/>
                  </a:cubicBezTo>
                  <a:cubicBezTo>
                    <a:pt x="1829237" y="150876"/>
                    <a:pt x="1823020" y="132833"/>
                    <a:pt x="1819308" y="110688"/>
                  </a:cubicBezTo>
                  <a:lnTo>
                    <a:pt x="1817350" y="94681"/>
                  </a:lnTo>
                  <a:lnTo>
                    <a:pt x="1816185" y="96966"/>
                  </a:lnTo>
                  <a:cubicBezTo>
                    <a:pt x="1810777" y="94111"/>
                    <a:pt x="1805103" y="92579"/>
                    <a:pt x="1799162" y="92369"/>
                  </a:cubicBezTo>
                  <a:cubicBezTo>
                    <a:pt x="1799602" y="89726"/>
                    <a:pt x="1800350" y="88548"/>
                    <a:pt x="1801405" y="88837"/>
                  </a:cubicBezTo>
                  <a:cubicBezTo>
                    <a:pt x="1794635" y="88127"/>
                    <a:pt x="1778015" y="87772"/>
                    <a:pt x="1751547" y="87772"/>
                  </a:cubicBezTo>
                  <a:cubicBezTo>
                    <a:pt x="1725078" y="87772"/>
                    <a:pt x="1706564" y="88445"/>
                    <a:pt x="1696006" y="89790"/>
                  </a:cubicBezTo>
                  <a:lnTo>
                    <a:pt x="1696006" y="71538"/>
                  </a:lnTo>
                  <a:cubicBezTo>
                    <a:pt x="1707274" y="72760"/>
                    <a:pt x="1716992" y="73357"/>
                    <a:pt x="1725159" y="73331"/>
                  </a:cubicBezTo>
                  <a:lnTo>
                    <a:pt x="1725159" y="51664"/>
                  </a:lnTo>
                  <a:cubicBezTo>
                    <a:pt x="1717499" y="51957"/>
                    <a:pt x="1709500" y="52556"/>
                    <a:pt x="1701164" y="53461"/>
                  </a:cubicBezTo>
                  <a:lnTo>
                    <a:pt x="1701164" y="35208"/>
                  </a:lnTo>
                  <a:cubicBezTo>
                    <a:pt x="1709493" y="36285"/>
                    <a:pt x="1717492" y="36882"/>
                    <a:pt x="1725159" y="37001"/>
                  </a:cubicBezTo>
                  <a:cubicBezTo>
                    <a:pt x="1725014" y="24893"/>
                    <a:pt x="1724342" y="15400"/>
                    <a:pt x="1723141" y="8523"/>
                  </a:cubicBezTo>
                  <a:cubicBezTo>
                    <a:pt x="1728785" y="9123"/>
                    <a:pt x="1735601" y="9423"/>
                    <a:pt x="1743590" y="9423"/>
                  </a:cubicBezTo>
                  <a:cubicBezTo>
                    <a:pt x="1746610" y="9423"/>
                    <a:pt x="1748119" y="10290"/>
                    <a:pt x="1748119" y="12023"/>
                  </a:cubicBezTo>
                  <a:cubicBezTo>
                    <a:pt x="1748119" y="13757"/>
                    <a:pt x="1747088" y="15426"/>
                    <a:pt x="1745026" y="17031"/>
                  </a:cubicBezTo>
                  <a:cubicBezTo>
                    <a:pt x="1743350" y="18393"/>
                    <a:pt x="1742512" y="20131"/>
                    <a:pt x="1742512" y="22246"/>
                  </a:cubicBezTo>
                  <a:lnTo>
                    <a:pt x="1742512" y="37455"/>
                  </a:lnTo>
                  <a:lnTo>
                    <a:pt x="1768440" y="37455"/>
                  </a:lnTo>
                  <a:cubicBezTo>
                    <a:pt x="1768440" y="23713"/>
                    <a:pt x="1767767" y="13919"/>
                    <a:pt x="1766422" y="8073"/>
                  </a:cubicBezTo>
                  <a:cubicBezTo>
                    <a:pt x="1772065" y="8673"/>
                    <a:pt x="1778808" y="8973"/>
                    <a:pt x="1786649" y="8973"/>
                  </a:cubicBezTo>
                  <a:cubicBezTo>
                    <a:pt x="1789669" y="8973"/>
                    <a:pt x="1791178" y="9828"/>
                    <a:pt x="1791178" y="11539"/>
                  </a:cubicBezTo>
                  <a:cubicBezTo>
                    <a:pt x="1791178" y="13250"/>
                    <a:pt x="1790244" y="14928"/>
                    <a:pt x="1788375" y="16574"/>
                  </a:cubicBezTo>
                  <a:cubicBezTo>
                    <a:pt x="1786505" y="18219"/>
                    <a:pt x="1785571" y="19960"/>
                    <a:pt x="1785571" y="21796"/>
                  </a:cubicBezTo>
                  <a:lnTo>
                    <a:pt x="1785571" y="37226"/>
                  </a:lnTo>
                  <a:cubicBezTo>
                    <a:pt x="1790664" y="37255"/>
                    <a:pt x="1798738" y="36582"/>
                    <a:pt x="1809791" y="35208"/>
                  </a:cubicBezTo>
                  <a:lnTo>
                    <a:pt x="1809791" y="53461"/>
                  </a:lnTo>
                  <a:cubicBezTo>
                    <a:pt x="1800964" y="52406"/>
                    <a:pt x="1792891" y="51733"/>
                    <a:pt x="1785571" y="51443"/>
                  </a:cubicBezTo>
                  <a:lnTo>
                    <a:pt x="1785571" y="73331"/>
                  </a:lnTo>
                  <a:cubicBezTo>
                    <a:pt x="1790578" y="73357"/>
                    <a:pt x="1798801" y="72760"/>
                    <a:pt x="1810238" y="71538"/>
                  </a:cubicBezTo>
                  <a:lnTo>
                    <a:pt x="1810238" y="78042"/>
                  </a:lnTo>
                  <a:cubicBezTo>
                    <a:pt x="1819175" y="58261"/>
                    <a:pt x="1825070" y="33668"/>
                    <a:pt x="1827922" y="4262"/>
                  </a:cubicBezTo>
                  <a:close/>
                  <a:moveTo>
                    <a:pt x="467153" y="897"/>
                  </a:moveTo>
                  <a:cubicBezTo>
                    <a:pt x="475064" y="12096"/>
                    <a:pt x="481456" y="22713"/>
                    <a:pt x="486331" y="32747"/>
                  </a:cubicBezTo>
                  <a:cubicBezTo>
                    <a:pt x="524878" y="32747"/>
                    <a:pt x="551693" y="31997"/>
                    <a:pt x="566773" y="30497"/>
                  </a:cubicBezTo>
                  <a:cubicBezTo>
                    <a:pt x="565575" y="38074"/>
                    <a:pt x="564976" y="46207"/>
                    <a:pt x="564976" y="54897"/>
                  </a:cubicBezTo>
                  <a:cubicBezTo>
                    <a:pt x="564976" y="63586"/>
                    <a:pt x="565425" y="71553"/>
                    <a:pt x="566323" y="78800"/>
                  </a:cubicBezTo>
                  <a:lnTo>
                    <a:pt x="546949" y="78800"/>
                  </a:lnTo>
                  <a:lnTo>
                    <a:pt x="546949" y="48078"/>
                  </a:lnTo>
                  <a:lnTo>
                    <a:pt x="405756" y="48078"/>
                  </a:lnTo>
                  <a:lnTo>
                    <a:pt x="405756" y="81268"/>
                  </a:lnTo>
                  <a:lnTo>
                    <a:pt x="386608" y="81268"/>
                  </a:lnTo>
                  <a:cubicBezTo>
                    <a:pt x="387505" y="72991"/>
                    <a:pt x="387954" y="64720"/>
                    <a:pt x="387954" y="56456"/>
                  </a:cubicBezTo>
                  <a:cubicBezTo>
                    <a:pt x="387954" y="48192"/>
                    <a:pt x="387505" y="39539"/>
                    <a:pt x="386608" y="30497"/>
                  </a:cubicBezTo>
                  <a:cubicBezTo>
                    <a:pt x="401595" y="31847"/>
                    <a:pt x="429030" y="32521"/>
                    <a:pt x="468911" y="32519"/>
                  </a:cubicBezTo>
                  <a:cubicBezTo>
                    <a:pt x="463393" y="24851"/>
                    <a:pt x="457712" y="17509"/>
                    <a:pt x="451866" y="10491"/>
                  </a:cubicBezTo>
                  <a:close/>
                  <a:moveTo>
                    <a:pt x="934464" y="0"/>
                  </a:moveTo>
                  <a:cubicBezTo>
                    <a:pt x="942944" y="2882"/>
                    <a:pt x="949404" y="4681"/>
                    <a:pt x="953845" y="5397"/>
                  </a:cubicBezTo>
                  <a:cubicBezTo>
                    <a:pt x="957910" y="6300"/>
                    <a:pt x="959942" y="7848"/>
                    <a:pt x="959942" y="10043"/>
                  </a:cubicBezTo>
                  <a:cubicBezTo>
                    <a:pt x="959942" y="12237"/>
                    <a:pt x="958235" y="13944"/>
                    <a:pt x="954820" y="15165"/>
                  </a:cubicBezTo>
                  <a:cubicBezTo>
                    <a:pt x="951406" y="16385"/>
                    <a:pt x="944665" y="23516"/>
                    <a:pt x="934600" y="36558"/>
                  </a:cubicBezTo>
                  <a:lnTo>
                    <a:pt x="961243" y="36558"/>
                  </a:lnTo>
                  <a:cubicBezTo>
                    <a:pt x="997061" y="36558"/>
                    <a:pt x="1019950" y="35436"/>
                    <a:pt x="1029908" y="33190"/>
                  </a:cubicBezTo>
                  <a:cubicBezTo>
                    <a:pt x="1028863" y="40422"/>
                    <a:pt x="1028340" y="55237"/>
                    <a:pt x="1028340" y="77635"/>
                  </a:cubicBezTo>
                  <a:lnTo>
                    <a:pt x="1028340" y="185281"/>
                  </a:lnTo>
                  <a:cubicBezTo>
                    <a:pt x="1028340" y="190874"/>
                    <a:pt x="1027207" y="195196"/>
                    <a:pt x="1024942" y="198247"/>
                  </a:cubicBezTo>
                  <a:cubicBezTo>
                    <a:pt x="1022676" y="201297"/>
                    <a:pt x="1018010" y="203568"/>
                    <a:pt x="1010943" y="205060"/>
                  </a:cubicBezTo>
                  <a:cubicBezTo>
                    <a:pt x="1003877" y="206552"/>
                    <a:pt x="992303" y="207373"/>
                    <a:pt x="976223" y="207523"/>
                  </a:cubicBezTo>
                  <a:cubicBezTo>
                    <a:pt x="976673" y="199891"/>
                    <a:pt x="974281" y="192388"/>
                    <a:pt x="969047" y="185013"/>
                  </a:cubicBezTo>
                  <a:cubicBezTo>
                    <a:pt x="981849" y="186808"/>
                    <a:pt x="991052" y="187706"/>
                    <a:pt x="996656" y="187706"/>
                  </a:cubicBezTo>
                  <a:cubicBezTo>
                    <a:pt x="1002260" y="187706"/>
                    <a:pt x="1005750" y="187018"/>
                    <a:pt x="1007127" y="185642"/>
                  </a:cubicBezTo>
                  <a:cubicBezTo>
                    <a:pt x="1008503" y="184265"/>
                    <a:pt x="1009191" y="181678"/>
                    <a:pt x="1009191" y="177880"/>
                  </a:cubicBezTo>
                  <a:lnTo>
                    <a:pt x="1009191" y="51889"/>
                  </a:lnTo>
                  <a:lnTo>
                    <a:pt x="876964" y="51889"/>
                  </a:lnTo>
                  <a:lnTo>
                    <a:pt x="876964" y="207973"/>
                  </a:lnTo>
                  <a:lnTo>
                    <a:pt x="855576" y="207973"/>
                  </a:lnTo>
                  <a:cubicBezTo>
                    <a:pt x="857219" y="190764"/>
                    <a:pt x="858040" y="172061"/>
                    <a:pt x="858040" y="151866"/>
                  </a:cubicBezTo>
                  <a:lnTo>
                    <a:pt x="858040" y="77635"/>
                  </a:lnTo>
                  <a:cubicBezTo>
                    <a:pt x="858040" y="60609"/>
                    <a:pt x="857443" y="45794"/>
                    <a:pt x="856247" y="33190"/>
                  </a:cubicBezTo>
                  <a:cubicBezTo>
                    <a:pt x="863743" y="35436"/>
                    <a:pt x="875494" y="36558"/>
                    <a:pt x="891498" y="36558"/>
                  </a:cubicBezTo>
                  <a:lnTo>
                    <a:pt x="917541" y="36558"/>
                  </a:lnTo>
                  <a:cubicBezTo>
                    <a:pt x="925780" y="23988"/>
                    <a:pt x="931421" y="11802"/>
                    <a:pt x="93446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6148F87-8D38-4EE5-A168-A3B571C0BCD8}"/>
                </a:ext>
              </a:extLst>
            </p:cNvPr>
            <p:cNvSpPr txBox="1"/>
            <p:nvPr/>
          </p:nvSpPr>
          <p:spPr>
            <a:xfrm>
              <a:off x="3704057" y="4321054"/>
              <a:ext cx="1506915" cy="191771"/>
            </a:xfrm>
            <a:custGeom>
              <a:avLst/>
              <a:gdLst/>
              <a:ahLst/>
              <a:cxnLst/>
              <a:rect l="l" t="t" r="r" b="b"/>
              <a:pathLst>
                <a:path w="1678293" h="213581">
                  <a:moveTo>
                    <a:pt x="1500906" y="140697"/>
                  </a:moveTo>
                  <a:lnTo>
                    <a:pt x="1500906" y="152498"/>
                  </a:lnTo>
                  <a:lnTo>
                    <a:pt x="1551502" y="152498"/>
                  </a:lnTo>
                  <a:lnTo>
                    <a:pt x="1551502" y="140697"/>
                  </a:lnTo>
                  <a:close/>
                  <a:moveTo>
                    <a:pt x="1500906" y="112890"/>
                  </a:moveTo>
                  <a:lnTo>
                    <a:pt x="1500906" y="126934"/>
                  </a:lnTo>
                  <a:lnTo>
                    <a:pt x="1551502" y="126934"/>
                  </a:lnTo>
                  <a:lnTo>
                    <a:pt x="1551502" y="112890"/>
                  </a:lnTo>
                  <a:close/>
                  <a:moveTo>
                    <a:pt x="280855" y="104367"/>
                  </a:moveTo>
                  <a:lnTo>
                    <a:pt x="280855" y="134335"/>
                  </a:lnTo>
                  <a:lnTo>
                    <a:pt x="330779" y="134335"/>
                  </a:lnTo>
                  <a:lnTo>
                    <a:pt x="330779" y="104367"/>
                  </a:lnTo>
                  <a:close/>
                  <a:moveTo>
                    <a:pt x="210889" y="104367"/>
                  </a:moveTo>
                  <a:lnTo>
                    <a:pt x="210889" y="134335"/>
                  </a:lnTo>
                  <a:lnTo>
                    <a:pt x="262156" y="134335"/>
                  </a:lnTo>
                  <a:lnTo>
                    <a:pt x="262156" y="104367"/>
                  </a:lnTo>
                  <a:close/>
                  <a:moveTo>
                    <a:pt x="729298" y="94723"/>
                  </a:moveTo>
                  <a:lnTo>
                    <a:pt x="729298" y="140836"/>
                  </a:lnTo>
                  <a:lnTo>
                    <a:pt x="778101" y="140836"/>
                  </a:lnTo>
                  <a:lnTo>
                    <a:pt x="778101" y="94723"/>
                  </a:lnTo>
                  <a:close/>
                  <a:moveTo>
                    <a:pt x="710599" y="77592"/>
                  </a:moveTo>
                  <a:cubicBezTo>
                    <a:pt x="720924" y="78792"/>
                    <a:pt x="735462" y="79393"/>
                    <a:pt x="754212" y="79393"/>
                  </a:cubicBezTo>
                  <a:cubicBezTo>
                    <a:pt x="772962" y="79393"/>
                    <a:pt x="787233" y="78792"/>
                    <a:pt x="797024" y="77592"/>
                  </a:cubicBezTo>
                  <a:cubicBezTo>
                    <a:pt x="796277" y="88501"/>
                    <a:pt x="795903" y="102322"/>
                    <a:pt x="795903" y="119056"/>
                  </a:cubicBezTo>
                  <a:cubicBezTo>
                    <a:pt x="795903" y="135791"/>
                    <a:pt x="796277" y="148386"/>
                    <a:pt x="797024" y="156841"/>
                  </a:cubicBezTo>
                  <a:cubicBezTo>
                    <a:pt x="782589" y="156244"/>
                    <a:pt x="766712" y="155945"/>
                    <a:pt x="749393" y="155945"/>
                  </a:cubicBezTo>
                  <a:cubicBezTo>
                    <a:pt x="732075" y="155945"/>
                    <a:pt x="719143" y="156319"/>
                    <a:pt x="710599" y="157067"/>
                  </a:cubicBezTo>
                  <a:cubicBezTo>
                    <a:pt x="711495" y="147320"/>
                    <a:pt x="711942" y="134048"/>
                    <a:pt x="711942" y="117249"/>
                  </a:cubicBezTo>
                  <a:cubicBezTo>
                    <a:pt x="711942" y="100451"/>
                    <a:pt x="711495" y="87232"/>
                    <a:pt x="710599" y="77592"/>
                  </a:cubicBezTo>
                  <a:close/>
                  <a:moveTo>
                    <a:pt x="1602705" y="64001"/>
                  </a:moveTo>
                  <a:cubicBezTo>
                    <a:pt x="1600938" y="68896"/>
                    <a:pt x="1598776" y="74090"/>
                    <a:pt x="1596218" y="79585"/>
                  </a:cubicBezTo>
                  <a:lnTo>
                    <a:pt x="1592780" y="86331"/>
                  </a:lnTo>
                  <a:lnTo>
                    <a:pt x="1605094" y="84322"/>
                  </a:lnTo>
                  <a:cubicBezTo>
                    <a:pt x="1605721" y="112680"/>
                    <a:pt x="1610364" y="134955"/>
                    <a:pt x="1619025" y="151148"/>
                  </a:cubicBezTo>
                  <a:cubicBezTo>
                    <a:pt x="1628893" y="132843"/>
                    <a:pt x="1634940" y="103794"/>
                    <a:pt x="1637166" y="64001"/>
                  </a:cubicBezTo>
                  <a:close/>
                  <a:moveTo>
                    <a:pt x="280855" y="56600"/>
                  </a:moveTo>
                  <a:lnTo>
                    <a:pt x="280855" y="89033"/>
                  </a:lnTo>
                  <a:lnTo>
                    <a:pt x="330779" y="89033"/>
                  </a:lnTo>
                  <a:lnTo>
                    <a:pt x="330779" y="56600"/>
                  </a:lnTo>
                  <a:close/>
                  <a:moveTo>
                    <a:pt x="210889" y="56600"/>
                  </a:moveTo>
                  <a:lnTo>
                    <a:pt x="210889" y="89033"/>
                  </a:lnTo>
                  <a:lnTo>
                    <a:pt x="262156" y="89033"/>
                  </a:lnTo>
                  <a:lnTo>
                    <a:pt x="262156" y="56600"/>
                  </a:lnTo>
                  <a:close/>
                  <a:moveTo>
                    <a:pt x="1513687" y="51443"/>
                  </a:moveTo>
                  <a:lnTo>
                    <a:pt x="1513687" y="73560"/>
                  </a:lnTo>
                  <a:lnTo>
                    <a:pt x="1539615" y="73560"/>
                  </a:lnTo>
                  <a:lnTo>
                    <a:pt x="1539615" y="51443"/>
                  </a:lnTo>
                  <a:close/>
                  <a:moveTo>
                    <a:pt x="1167254" y="43056"/>
                  </a:moveTo>
                  <a:cubicBezTo>
                    <a:pt x="1173079" y="48080"/>
                    <a:pt x="1178074" y="51312"/>
                    <a:pt x="1182242" y="52750"/>
                  </a:cubicBezTo>
                  <a:cubicBezTo>
                    <a:pt x="1184820" y="53819"/>
                    <a:pt x="1186110" y="55192"/>
                    <a:pt x="1186110" y="56868"/>
                  </a:cubicBezTo>
                  <a:cubicBezTo>
                    <a:pt x="1186110" y="58545"/>
                    <a:pt x="1184517" y="60118"/>
                    <a:pt x="1181332" y="61587"/>
                  </a:cubicBezTo>
                  <a:cubicBezTo>
                    <a:pt x="1178148" y="63056"/>
                    <a:pt x="1173680" y="67674"/>
                    <a:pt x="1167929" y="75442"/>
                  </a:cubicBezTo>
                  <a:cubicBezTo>
                    <a:pt x="1157199" y="89894"/>
                    <a:pt x="1146888" y="102310"/>
                    <a:pt x="1136997" y="112690"/>
                  </a:cubicBezTo>
                  <a:lnTo>
                    <a:pt x="1186110" y="164925"/>
                  </a:lnTo>
                  <a:lnTo>
                    <a:pt x="1172097" y="176576"/>
                  </a:lnTo>
                  <a:cubicBezTo>
                    <a:pt x="1154798" y="156733"/>
                    <a:pt x="1139485" y="139315"/>
                    <a:pt x="1126160" y="124323"/>
                  </a:cubicBezTo>
                  <a:cubicBezTo>
                    <a:pt x="1109324" y="142852"/>
                    <a:pt x="1089242" y="160194"/>
                    <a:pt x="1065913" y="176351"/>
                  </a:cubicBezTo>
                  <a:cubicBezTo>
                    <a:pt x="1064541" y="170838"/>
                    <a:pt x="1060549" y="166146"/>
                    <a:pt x="1053936" y="162274"/>
                  </a:cubicBezTo>
                  <a:cubicBezTo>
                    <a:pt x="1074651" y="149649"/>
                    <a:pt x="1095132" y="133271"/>
                    <a:pt x="1115380" y="113140"/>
                  </a:cubicBezTo>
                  <a:cubicBezTo>
                    <a:pt x="1097911" y="95233"/>
                    <a:pt x="1080568" y="78035"/>
                    <a:pt x="1063352" y="61547"/>
                  </a:cubicBezTo>
                  <a:lnTo>
                    <a:pt x="1074917" y="51353"/>
                  </a:lnTo>
                  <a:cubicBezTo>
                    <a:pt x="1096999" y="71949"/>
                    <a:pt x="1114128" y="88694"/>
                    <a:pt x="1126306" y="101588"/>
                  </a:cubicBezTo>
                  <a:cubicBezTo>
                    <a:pt x="1143720" y="81509"/>
                    <a:pt x="1157369" y="61999"/>
                    <a:pt x="1167254" y="43056"/>
                  </a:cubicBezTo>
                  <a:close/>
                  <a:moveTo>
                    <a:pt x="906320" y="33501"/>
                  </a:moveTo>
                  <a:lnTo>
                    <a:pt x="906320" y="84100"/>
                  </a:lnTo>
                  <a:lnTo>
                    <a:pt x="929459" y="84100"/>
                  </a:lnTo>
                  <a:cubicBezTo>
                    <a:pt x="946180" y="84407"/>
                    <a:pt x="957029" y="81968"/>
                    <a:pt x="962006" y="76783"/>
                  </a:cubicBezTo>
                  <a:cubicBezTo>
                    <a:pt x="966983" y="71598"/>
                    <a:pt x="969471" y="65454"/>
                    <a:pt x="969471" y="58351"/>
                  </a:cubicBezTo>
                  <a:cubicBezTo>
                    <a:pt x="969471" y="41784"/>
                    <a:pt x="957152" y="33501"/>
                    <a:pt x="932513" y="33501"/>
                  </a:cubicBezTo>
                  <a:close/>
                  <a:moveTo>
                    <a:pt x="1028819" y="21753"/>
                  </a:moveTo>
                  <a:cubicBezTo>
                    <a:pt x="1038441" y="23401"/>
                    <a:pt x="1067197" y="24225"/>
                    <a:pt x="1115087" y="24225"/>
                  </a:cubicBezTo>
                  <a:cubicBezTo>
                    <a:pt x="1162976" y="24225"/>
                    <a:pt x="1190911" y="23401"/>
                    <a:pt x="1198890" y="21753"/>
                  </a:cubicBezTo>
                  <a:lnTo>
                    <a:pt x="1198890" y="42695"/>
                  </a:lnTo>
                  <a:cubicBezTo>
                    <a:pt x="1186370" y="41050"/>
                    <a:pt x="1159071" y="40227"/>
                    <a:pt x="1116994" y="40227"/>
                  </a:cubicBezTo>
                  <a:lnTo>
                    <a:pt x="1047968" y="40227"/>
                  </a:lnTo>
                  <a:lnTo>
                    <a:pt x="1047968" y="185463"/>
                  </a:lnTo>
                  <a:lnTo>
                    <a:pt x="1126638" y="185463"/>
                  </a:lnTo>
                  <a:cubicBezTo>
                    <a:pt x="1167360" y="185463"/>
                    <a:pt x="1194061" y="184565"/>
                    <a:pt x="1206741" y="182770"/>
                  </a:cubicBezTo>
                  <a:lnTo>
                    <a:pt x="1206741" y="203712"/>
                  </a:lnTo>
                  <a:cubicBezTo>
                    <a:pt x="1196804" y="202066"/>
                    <a:pt x="1167108" y="201243"/>
                    <a:pt x="1117651" y="201243"/>
                  </a:cubicBezTo>
                  <a:cubicBezTo>
                    <a:pt x="1068195" y="201243"/>
                    <a:pt x="1038584" y="202066"/>
                    <a:pt x="1028819" y="203712"/>
                  </a:cubicBezTo>
                  <a:cubicBezTo>
                    <a:pt x="1029567" y="190300"/>
                    <a:pt x="1029940" y="177504"/>
                    <a:pt x="1029940" y="165321"/>
                  </a:cubicBezTo>
                  <a:lnTo>
                    <a:pt x="1029940" y="60369"/>
                  </a:lnTo>
                  <a:cubicBezTo>
                    <a:pt x="1029940" y="45986"/>
                    <a:pt x="1029567" y="33114"/>
                    <a:pt x="1028819" y="21753"/>
                  </a:cubicBezTo>
                  <a:close/>
                  <a:moveTo>
                    <a:pt x="437488" y="19735"/>
                  </a:moveTo>
                  <a:cubicBezTo>
                    <a:pt x="447037" y="20485"/>
                    <a:pt x="473006" y="20860"/>
                    <a:pt x="515398" y="20860"/>
                  </a:cubicBezTo>
                  <a:cubicBezTo>
                    <a:pt x="557789" y="20860"/>
                    <a:pt x="583277" y="20485"/>
                    <a:pt x="591864" y="19735"/>
                  </a:cubicBezTo>
                  <a:lnTo>
                    <a:pt x="591864" y="37873"/>
                  </a:lnTo>
                  <a:cubicBezTo>
                    <a:pt x="585868" y="38935"/>
                    <a:pt x="580263" y="41509"/>
                    <a:pt x="575048" y="45595"/>
                  </a:cubicBezTo>
                  <a:lnTo>
                    <a:pt x="525931" y="83918"/>
                  </a:lnTo>
                  <a:lnTo>
                    <a:pt x="525931" y="96209"/>
                  </a:lnTo>
                  <a:cubicBezTo>
                    <a:pt x="567296" y="96209"/>
                    <a:pt x="598169" y="95386"/>
                    <a:pt x="618550" y="93741"/>
                  </a:cubicBezTo>
                  <a:lnTo>
                    <a:pt x="618550" y="115129"/>
                  </a:lnTo>
                  <a:cubicBezTo>
                    <a:pt x="597888" y="113636"/>
                    <a:pt x="567015" y="112890"/>
                    <a:pt x="525931" y="112890"/>
                  </a:cubicBezTo>
                  <a:lnTo>
                    <a:pt x="525931" y="190885"/>
                  </a:lnTo>
                  <a:cubicBezTo>
                    <a:pt x="525931" y="195905"/>
                    <a:pt x="524754" y="199896"/>
                    <a:pt x="522400" y="202858"/>
                  </a:cubicBezTo>
                  <a:cubicBezTo>
                    <a:pt x="520046" y="205820"/>
                    <a:pt x="515577" y="208085"/>
                    <a:pt x="508993" y="209653"/>
                  </a:cubicBezTo>
                  <a:cubicBezTo>
                    <a:pt x="502409" y="211222"/>
                    <a:pt x="491955" y="212082"/>
                    <a:pt x="477632" y="212234"/>
                  </a:cubicBezTo>
                  <a:cubicBezTo>
                    <a:pt x="478230" y="203650"/>
                    <a:pt x="475987" y="195623"/>
                    <a:pt x="470903" y="188153"/>
                  </a:cubicBezTo>
                  <a:cubicBezTo>
                    <a:pt x="482547" y="189948"/>
                    <a:pt x="490637" y="190846"/>
                    <a:pt x="495172" y="190846"/>
                  </a:cubicBezTo>
                  <a:cubicBezTo>
                    <a:pt x="499707" y="190846"/>
                    <a:pt x="502776" y="190274"/>
                    <a:pt x="504380" y="189129"/>
                  </a:cubicBezTo>
                  <a:cubicBezTo>
                    <a:pt x="505984" y="187985"/>
                    <a:pt x="506786" y="185207"/>
                    <a:pt x="506786" y="180794"/>
                  </a:cubicBezTo>
                  <a:lnTo>
                    <a:pt x="506786" y="112890"/>
                  </a:lnTo>
                  <a:cubicBezTo>
                    <a:pt x="460137" y="112890"/>
                    <a:pt x="427844" y="113636"/>
                    <a:pt x="409906" y="115129"/>
                  </a:cubicBezTo>
                  <a:lnTo>
                    <a:pt x="409906" y="93741"/>
                  </a:lnTo>
                  <a:cubicBezTo>
                    <a:pt x="427620" y="95386"/>
                    <a:pt x="459913" y="96209"/>
                    <a:pt x="506786" y="96209"/>
                  </a:cubicBezTo>
                  <a:lnTo>
                    <a:pt x="506786" y="76242"/>
                  </a:lnTo>
                  <a:lnTo>
                    <a:pt x="561503" y="37312"/>
                  </a:lnTo>
                  <a:lnTo>
                    <a:pt x="487991" y="37312"/>
                  </a:lnTo>
                  <a:cubicBezTo>
                    <a:pt x="466257" y="37312"/>
                    <a:pt x="449423" y="37686"/>
                    <a:pt x="437488" y="38434"/>
                  </a:cubicBezTo>
                  <a:close/>
                  <a:moveTo>
                    <a:pt x="885600" y="13459"/>
                  </a:moveTo>
                  <a:lnTo>
                    <a:pt x="919954" y="13459"/>
                  </a:lnTo>
                  <a:cubicBezTo>
                    <a:pt x="939049" y="13459"/>
                    <a:pt x="951675" y="14249"/>
                    <a:pt x="957830" y="15827"/>
                  </a:cubicBezTo>
                  <a:cubicBezTo>
                    <a:pt x="963986" y="17406"/>
                    <a:pt x="969612" y="20156"/>
                    <a:pt x="974709" y="24077"/>
                  </a:cubicBezTo>
                  <a:cubicBezTo>
                    <a:pt x="979806" y="27997"/>
                    <a:pt x="983773" y="32912"/>
                    <a:pt x="986609" y="38821"/>
                  </a:cubicBezTo>
                  <a:cubicBezTo>
                    <a:pt x="989445" y="44730"/>
                    <a:pt x="990863" y="51240"/>
                    <a:pt x="990863" y="58351"/>
                  </a:cubicBezTo>
                  <a:cubicBezTo>
                    <a:pt x="990863" y="69966"/>
                    <a:pt x="987695" y="79498"/>
                    <a:pt x="981358" y="86945"/>
                  </a:cubicBezTo>
                  <a:cubicBezTo>
                    <a:pt x="975022" y="94393"/>
                    <a:pt x="967172" y="99083"/>
                    <a:pt x="957809" y="101017"/>
                  </a:cubicBezTo>
                  <a:cubicBezTo>
                    <a:pt x="948446" y="102950"/>
                    <a:pt x="934333" y="103917"/>
                    <a:pt x="915471" y="103917"/>
                  </a:cubicBezTo>
                  <a:lnTo>
                    <a:pt x="906320" y="103917"/>
                  </a:lnTo>
                  <a:lnTo>
                    <a:pt x="906320" y="178819"/>
                  </a:lnTo>
                  <a:lnTo>
                    <a:pt x="885600" y="178819"/>
                  </a:lnTo>
                  <a:close/>
                  <a:moveTo>
                    <a:pt x="0" y="13459"/>
                  </a:moveTo>
                  <a:lnTo>
                    <a:pt x="6947" y="13459"/>
                  </a:lnTo>
                  <a:lnTo>
                    <a:pt x="110560" y="136571"/>
                  </a:lnTo>
                  <a:lnTo>
                    <a:pt x="110560" y="13459"/>
                  </a:lnTo>
                  <a:lnTo>
                    <a:pt x="131052" y="13459"/>
                  </a:lnTo>
                  <a:lnTo>
                    <a:pt x="131052" y="178819"/>
                  </a:lnTo>
                  <a:lnTo>
                    <a:pt x="124083" y="178819"/>
                  </a:lnTo>
                  <a:lnTo>
                    <a:pt x="21167" y="57047"/>
                  </a:lnTo>
                  <a:lnTo>
                    <a:pt x="21167" y="178819"/>
                  </a:lnTo>
                  <a:lnTo>
                    <a:pt x="0" y="178819"/>
                  </a:lnTo>
                  <a:close/>
                  <a:moveTo>
                    <a:pt x="1276478" y="5605"/>
                  </a:moveTo>
                  <a:cubicBezTo>
                    <a:pt x="1282420" y="6655"/>
                    <a:pt x="1289087" y="7180"/>
                    <a:pt x="1296481" y="7180"/>
                  </a:cubicBezTo>
                  <a:cubicBezTo>
                    <a:pt x="1301593" y="7180"/>
                    <a:pt x="1304150" y="8225"/>
                    <a:pt x="1304150" y="10314"/>
                  </a:cubicBezTo>
                  <a:cubicBezTo>
                    <a:pt x="1304150" y="12404"/>
                    <a:pt x="1303029" y="14346"/>
                    <a:pt x="1300787" y="16140"/>
                  </a:cubicBezTo>
                  <a:cubicBezTo>
                    <a:pt x="1298545" y="17934"/>
                    <a:pt x="1297424" y="20417"/>
                    <a:pt x="1297424" y="23589"/>
                  </a:cubicBezTo>
                  <a:lnTo>
                    <a:pt x="1297424" y="52703"/>
                  </a:lnTo>
                  <a:cubicBezTo>
                    <a:pt x="1308659" y="52703"/>
                    <a:pt x="1318974" y="52030"/>
                    <a:pt x="1328371" y="50682"/>
                  </a:cubicBezTo>
                  <a:lnTo>
                    <a:pt x="1328371" y="70502"/>
                  </a:lnTo>
                  <a:cubicBezTo>
                    <a:pt x="1318838" y="69307"/>
                    <a:pt x="1308523" y="68709"/>
                    <a:pt x="1297424" y="68709"/>
                  </a:cubicBezTo>
                  <a:lnTo>
                    <a:pt x="1297424" y="106971"/>
                  </a:lnTo>
                  <a:cubicBezTo>
                    <a:pt x="1305256" y="102773"/>
                    <a:pt x="1314375" y="98213"/>
                    <a:pt x="1324781" y="93291"/>
                  </a:cubicBezTo>
                  <a:cubicBezTo>
                    <a:pt x="1324183" y="99253"/>
                    <a:pt x="1325155" y="105234"/>
                    <a:pt x="1327695" y="111232"/>
                  </a:cubicBezTo>
                  <a:cubicBezTo>
                    <a:pt x="1316758" y="115476"/>
                    <a:pt x="1306668" y="119649"/>
                    <a:pt x="1297424" y="123752"/>
                  </a:cubicBezTo>
                  <a:lnTo>
                    <a:pt x="1297424" y="185952"/>
                  </a:lnTo>
                  <a:cubicBezTo>
                    <a:pt x="1297424" y="191877"/>
                    <a:pt x="1296482" y="196551"/>
                    <a:pt x="1294599" y="199974"/>
                  </a:cubicBezTo>
                  <a:cubicBezTo>
                    <a:pt x="1292715" y="203397"/>
                    <a:pt x="1288935" y="206068"/>
                    <a:pt x="1283258" y="207987"/>
                  </a:cubicBezTo>
                  <a:cubicBezTo>
                    <a:pt x="1277581" y="209906"/>
                    <a:pt x="1268369" y="211247"/>
                    <a:pt x="1255622" y="212009"/>
                  </a:cubicBezTo>
                  <a:cubicBezTo>
                    <a:pt x="1255622" y="204218"/>
                    <a:pt x="1254053" y="196863"/>
                    <a:pt x="1250914" y="189946"/>
                  </a:cubicBezTo>
                  <a:cubicBezTo>
                    <a:pt x="1257903" y="190696"/>
                    <a:pt x="1263151" y="191071"/>
                    <a:pt x="1266656" y="191071"/>
                  </a:cubicBezTo>
                  <a:cubicBezTo>
                    <a:pt x="1272228" y="191071"/>
                    <a:pt x="1275744" y="190312"/>
                    <a:pt x="1277205" y="188794"/>
                  </a:cubicBezTo>
                  <a:cubicBezTo>
                    <a:pt x="1278666" y="187276"/>
                    <a:pt x="1279397" y="184160"/>
                    <a:pt x="1279397" y="179448"/>
                  </a:cubicBezTo>
                  <a:lnTo>
                    <a:pt x="1279397" y="130381"/>
                  </a:lnTo>
                  <a:cubicBezTo>
                    <a:pt x="1266997" y="136696"/>
                    <a:pt x="1256032" y="141779"/>
                    <a:pt x="1246500" y="145629"/>
                  </a:cubicBezTo>
                  <a:cubicBezTo>
                    <a:pt x="1245159" y="138719"/>
                    <a:pt x="1242519" y="132009"/>
                    <a:pt x="1238581" y="125498"/>
                  </a:cubicBezTo>
                  <a:cubicBezTo>
                    <a:pt x="1254347" y="121726"/>
                    <a:pt x="1267952" y="117660"/>
                    <a:pt x="1279397" y="113300"/>
                  </a:cubicBezTo>
                  <a:lnTo>
                    <a:pt x="1279397" y="68484"/>
                  </a:lnTo>
                  <a:cubicBezTo>
                    <a:pt x="1267207" y="68484"/>
                    <a:pt x="1255396" y="69157"/>
                    <a:pt x="1243964" y="70502"/>
                  </a:cubicBezTo>
                  <a:lnTo>
                    <a:pt x="1243964" y="50682"/>
                  </a:lnTo>
                  <a:cubicBezTo>
                    <a:pt x="1254041" y="52030"/>
                    <a:pt x="1265852" y="52703"/>
                    <a:pt x="1279397" y="52703"/>
                  </a:cubicBezTo>
                  <a:cubicBezTo>
                    <a:pt x="1279099" y="30693"/>
                    <a:pt x="1278126" y="14994"/>
                    <a:pt x="1276478" y="5605"/>
                  </a:cubicBezTo>
                  <a:close/>
                  <a:moveTo>
                    <a:pt x="1377873" y="4708"/>
                  </a:moveTo>
                  <a:cubicBezTo>
                    <a:pt x="1387975" y="15671"/>
                    <a:pt x="1396515" y="27703"/>
                    <a:pt x="1403494" y="40802"/>
                  </a:cubicBezTo>
                  <a:lnTo>
                    <a:pt x="1391800" y="47540"/>
                  </a:lnTo>
                  <a:lnTo>
                    <a:pt x="1392161" y="47546"/>
                  </a:lnTo>
                  <a:cubicBezTo>
                    <a:pt x="1419786" y="47546"/>
                    <a:pt x="1437916" y="46797"/>
                    <a:pt x="1446553" y="45299"/>
                  </a:cubicBezTo>
                  <a:lnTo>
                    <a:pt x="1446553" y="64898"/>
                  </a:lnTo>
                  <a:cubicBezTo>
                    <a:pt x="1438516" y="64000"/>
                    <a:pt x="1427813" y="63551"/>
                    <a:pt x="1414442" y="63551"/>
                  </a:cubicBezTo>
                  <a:lnTo>
                    <a:pt x="1351245" y="63551"/>
                  </a:lnTo>
                  <a:lnTo>
                    <a:pt x="1351245" y="119798"/>
                  </a:lnTo>
                  <a:cubicBezTo>
                    <a:pt x="1351245" y="142827"/>
                    <a:pt x="1348496" y="161059"/>
                    <a:pt x="1342999" y="174495"/>
                  </a:cubicBezTo>
                  <a:cubicBezTo>
                    <a:pt x="1337502" y="187932"/>
                    <a:pt x="1327941" y="200660"/>
                    <a:pt x="1314315" y="212681"/>
                  </a:cubicBezTo>
                  <a:cubicBezTo>
                    <a:pt x="1309962" y="207635"/>
                    <a:pt x="1304527" y="203497"/>
                    <a:pt x="1298010" y="200268"/>
                  </a:cubicBezTo>
                  <a:cubicBezTo>
                    <a:pt x="1310695" y="190315"/>
                    <a:pt x="1319846" y="179465"/>
                    <a:pt x="1325463" y="167720"/>
                  </a:cubicBezTo>
                  <a:cubicBezTo>
                    <a:pt x="1331080" y="155974"/>
                    <a:pt x="1333889" y="138315"/>
                    <a:pt x="1333889" y="114743"/>
                  </a:cubicBezTo>
                  <a:cubicBezTo>
                    <a:pt x="1333889" y="91171"/>
                    <a:pt x="1333141" y="68023"/>
                    <a:pt x="1331646" y="45299"/>
                  </a:cubicBezTo>
                  <a:cubicBezTo>
                    <a:pt x="1338005" y="46048"/>
                    <a:pt x="1346228" y="46609"/>
                    <a:pt x="1356313" y="46984"/>
                  </a:cubicBezTo>
                  <a:lnTo>
                    <a:pt x="1385527" y="47442"/>
                  </a:lnTo>
                  <a:lnTo>
                    <a:pt x="1362593" y="14299"/>
                  </a:lnTo>
                  <a:close/>
                  <a:moveTo>
                    <a:pt x="1599097" y="4262"/>
                  </a:moveTo>
                  <a:cubicBezTo>
                    <a:pt x="1606065" y="6698"/>
                    <a:pt x="1612244" y="8130"/>
                    <a:pt x="1617635" y="8559"/>
                  </a:cubicBezTo>
                  <a:cubicBezTo>
                    <a:pt x="1621295" y="8804"/>
                    <a:pt x="1623125" y="9993"/>
                    <a:pt x="1623125" y="12127"/>
                  </a:cubicBezTo>
                  <a:cubicBezTo>
                    <a:pt x="1623125" y="14260"/>
                    <a:pt x="1621988" y="16151"/>
                    <a:pt x="1619712" y="17799"/>
                  </a:cubicBezTo>
                  <a:cubicBezTo>
                    <a:pt x="1617437" y="19447"/>
                    <a:pt x="1615309" y="23901"/>
                    <a:pt x="1613329" y="31161"/>
                  </a:cubicBezTo>
                  <a:cubicBezTo>
                    <a:pt x="1611349" y="38422"/>
                    <a:pt x="1609307" y="44257"/>
                    <a:pt x="1607202" y="48667"/>
                  </a:cubicBezTo>
                  <a:lnTo>
                    <a:pt x="1642367" y="48667"/>
                  </a:lnTo>
                  <a:cubicBezTo>
                    <a:pt x="1658605" y="48667"/>
                    <a:pt x="1669085" y="48292"/>
                    <a:pt x="1673807" y="47542"/>
                  </a:cubicBezTo>
                  <a:lnTo>
                    <a:pt x="1673807" y="64898"/>
                  </a:lnTo>
                  <a:cubicBezTo>
                    <a:pt x="1667739" y="64300"/>
                    <a:pt x="1661319" y="64001"/>
                    <a:pt x="1654547" y="64001"/>
                  </a:cubicBezTo>
                  <a:cubicBezTo>
                    <a:pt x="1650737" y="111757"/>
                    <a:pt x="1642281" y="145367"/>
                    <a:pt x="1629180" y="164832"/>
                  </a:cubicBezTo>
                  <a:cubicBezTo>
                    <a:pt x="1640262" y="178079"/>
                    <a:pt x="1656633" y="188800"/>
                    <a:pt x="1678293" y="196996"/>
                  </a:cubicBezTo>
                  <a:cubicBezTo>
                    <a:pt x="1673142" y="201199"/>
                    <a:pt x="1668842" y="206577"/>
                    <a:pt x="1665391" y="213131"/>
                  </a:cubicBezTo>
                  <a:cubicBezTo>
                    <a:pt x="1644891" y="203722"/>
                    <a:pt x="1629455" y="192061"/>
                    <a:pt x="1619082" y="178148"/>
                  </a:cubicBezTo>
                  <a:cubicBezTo>
                    <a:pt x="1611136" y="189423"/>
                    <a:pt x="1596203" y="201234"/>
                    <a:pt x="1574284" y="213581"/>
                  </a:cubicBezTo>
                  <a:cubicBezTo>
                    <a:pt x="1573201" y="210884"/>
                    <a:pt x="1571602" y="208510"/>
                    <a:pt x="1569487" y="206458"/>
                  </a:cubicBezTo>
                  <a:lnTo>
                    <a:pt x="1561785" y="201395"/>
                  </a:lnTo>
                  <a:lnTo>
                    <a:pt x="1554626" y="205787"/>
                  </a:lnTo>
                  <a:cubicBezTo>
                    <a:pt x="1548857" y="207525"/>
                    <a:pt x="1539368" y="208852"/>
                    <a:pt x="1526160" y="209766"/>
                  </a:cubicBezTo>
                  <a:cubicBezTo>
                    <a:pt x="1526460" y="202732"/>
                    <a:pt x="1524590" y="196162"/>
                    <a:pt x="1520552" y="190056"/>
                  </a:cubicBezTo>
                  <a:cubicBezTo>
                    <a:pt x="1531858" y="189859"/>
                    <a:pt x="1539417" y="189518"/>
                    <a:pt x="1543228" y="189033"/>
                  </a:cubicBezTo>
                  <a:cubicBezTo>
                    <a:pt x="1547039" y="188548"/>
                    <a:pt x="1549371" y="187800"/>
                    <a:pt x="1550223" y="186788"/>
                  </a:cubicBezTo>
                  <a:cubicBezTo>
                    <a:pt x="1551076" y="185776"/>
                    <a:pt x="1551502" y="183778"/>
                    <a:pt x="1551502" y="180794"/>
                  </a:cubicBezTo>
                  <a:lnTo>
                    <a:pt x="1551502" y="166932"/>
                  </a:lnTo>
                  <a:lnTo>
                    <a:pt x="1500906" y="166932"/>
                  </a:lnTo>
                  <a:lnTo>
                    <a:pt x="1500906" y="209094"/>
                  </a:lnTo>
                  <a:lnTo>
                    <a:pt x="1481307" y="209094"/>
                  </a:lnTo>
                  <a:cubicBezTo>
                    <a:pt x="1482205" y="197750"/>
                    <a:pt x="1482654" y="188691"/>
                    <a:pt x="1482654" y="181916"/>
                  </a:cubicBezTo>
                  <a:lnTo>
                    <a:pt x="1482654" y="123834"/>
                  </a:lnTo>
                  <a:cubicBezTo>
                    <a:pt x="1482654" y="112763"/>
                    <a:pt x="1482430" y="103928"/>
                    <a:pt x="1481983" y="97327"/>
                  </a:cubicBezTo>
                  <a:cubicBezTo>
                    <a:pt x="1488850" y="98377"/>
                    <a:pt x="1503735" y="98902"/>
                    <a:pt x="1526636" y="98902"/>
                  </a:cubicBezTo>
                  <a:cubicBezTo>
                    <a:pt x="1549538" y="98902"/>
                    <a:pt x="1563910" y="98377"/>
                    <a:pt x="1569751" y="97327"/>
                  </a:cubicBezTo>
                  <a:cubicBezTo>
                    <a:pt x="1569303" y="105723"/>
                    <a:pt x="1569079" y="114260"/>
                    <a:pt x="1569079" y="122937"/>
                  </a:cubicBezTo>
                  <a:lnTo>
                    <a:pt x="1569079" y="186849"/>
                  </a:lnTo>
                  <a:lnTo>
                    <a:pt x="1566277" y="198298"/>
                  </a:lnTo>
                  <a:lnTo>
                    <a:pt x="1589953" y="183287"/>
                  </a:lnTo>
                  <a:cubicBezTo>
                    <a:pt x="1597877" y="177212"/>
                    <a:pt x="1604271" y="171055"/>
                    <a:pt x="1609134" y="164817"/>
                  </a:cubicBezTo>
                  <a:cubicBezTo>
                    <a:pt x="1600412" y="150876"/>
                    <a:pt x="1594195" y="132833"/>
                    <a:pt x="1590483" y="110688"/>
                  </a:cubicBezTo>
                  <a:lnTo>
                    <a:pt x="1588525" y="94681"/>
                  </a:lnTo>
                  <a:lnTo>
                    <a:pt x="1587360" y="96966"/>
                  </a:lnTo>
                  <a:cubicBezTo>
                    <a:pt x="1581952" y="94111"/>
                    <a:pt x="1576278" y="92579"/>
                    <a:pt x="1570337" y="92369"/>
                  </a:cubicBezTo>
                  <a:cubicBezTo>
                    <a:pt x="1570777" y="89726"/>
                    <a:pt x="1571525" y="88548"/>
                    <a:pt x="1572580" y="88837"/>
                  </a:cubicBezTo>
                  <a:cubicBezTo>
                    <a:pt x="1565810" y="88127"/>
                    <a:pt x="1549190" y="87772"/>
                    <a:pt x="1522722" y="87772"/>
                  </a:cubicBezTo>
                  <a:cubicBezTo>
                    <a:pt x="1496253" y="87772"/>
                    <a:pt x="1477739" y="88445"/>
                    <a:pt x="1467181" y="89790"/>
                  </a:cubicBezTo>
                  <a:lnTo>
                    <a:pt x="1467181" y="71538"/>
                  </a:lnTo>
                  <a:cubicBezTo>
                    <a:pt x="1478449" y="72760"/>
                    <a:pt x="1488167" y="73357"/>
                    <a:pt x="1496334" y="73331"/>
                  </a:cubicBezTo>
                  <a:lnTo>
                    <a:pt x="1496334" y="51664"/>
                  </a:lnTo>
                  <a:cubicBezTo>
                    <a:pt x="1488674" y="51957"/>
                    <a:pt x="1480675" y="52556"/>
                    <a:pt x="1472339" y="53461"/>
                  </a:cubicBezTo>
                  <a:lnTo>
                    <a:pt x="1472339" y="35208"/>
                  </a:lnTo>
                  <a:cubicBezTo>
                    <a:pt x="1480668" y="36285"/>
                    <a:pt x="1488667" y="36882"/>
                    <a:pt x="1496334" y="37001"/>
                  </a:cubicBezTo>
                  <a:cubicBezTo>
                    <a:pt x="1496189" y="24893"/>
                    <a:pt x="1495517" y="15400"/>
                    <a:pt x="1494316" y="8523"/>
                  </a:cubicBezTo>
                  <a:cubicBezTo>
                    <a:pt x="1499960" y="9123"/>
                    <a:pt x="1506776" y="9423"/>
                    <a:pt x="1514765" y="9423"/>
                  </a:cubicBezTo>
                  <a:cubicBezTo>
                    <a:pt x="1517785" y="9423"/>
                    <a:pt x="1519294" y="10290"/>
                    <a:pt x="1519294" y="12023"/>
                  </a:cubicBezTo>
                  <a:cubicBezTo>
                    <a:pt x="1519294" y="13757"/>
                    <a:pt x="1518263" y="15426"/>
                    <a:pt x="1516201" y="17031"/>
                  </a:cubicBezTo>
                  <a:cubicBezTo>
                    <a:pt x="1514525" y="18393"/>
                    <a:pt x="1513687" y="20131"/>
                    <a:pt x="1513687" y="22246"/>
                  </a:cubicBezTo>
                  <a:lnTo>
                    <a:pt x="1513687" y="37455"/>
                  </a:lnTo>
                  <a:lnTo>
                    <a:pt x="1539615" y="37455"/>
                  </a:lnTo>
                  <a:cubicBezTo>
                    <a:pt x="1539615" y="23713"/>
                    <a:pt x="1538942" y="13919"/>
                    <a:pt x="1537597" y="8073"/>
                  </a:cubicBezTo>
                  <a:cubicBezTo>
                    <a:pt x="1543240" y="8673"/>
                    <a:pt x="1549983" y="8973"/>
                    <a:pt x="1557824" y="8973"/>
                  </a:cubicBezTo>
                  <a:cubicBezTo>
                    <a:pt x="1560844" y="8973"/>
                    <a:pt x="1562353" y="9828"/>
                    <a:pt x="1562353" y="11539"/>
                  </a:cubicBezTo>
                  <a:cubicBezTo>
                    <a:pt x="1562353" y="13250"/>
                    <a:pt x="1561419" y="14928"/>
                    <a:pt x="1559550" y="16574"/>
                  </a:cubicBezTo>
                  <a:cubicBezTo>
                    <a:pt x="1557680" y="18219"/>
                    <a:pt x="1556746" y="19960"/>
                    <a:pt x="1556746" y="21796"/>
                  </a:cubicBezTo>
                  <a:lnTo>
                    <a:pt x="1556746" y="37226"/>
                  </a:lnTo>
                  <a:cubicBezTo>
                    <a:pt x="1561839" y="37255"/>
                    <a:pt x="1569913" y="36582"/>
                    <a:pt x="1580966" y="35208"/>
                  </a:cubicBezTo>
                  <a:lnTo>
                    <a:pt x="1580966" y="53461"/>
                  </a:lnTo>
                  <a:cubicBezTo>
                    <a:pt x="1572139" y="52406"/>
                    <a:pt x="1564066" y="51733"/>
                    <a:pt x="1556746" y="51443"/>
                  </a:cubicBezTo>
                  <a:lnTo>
                    <a:pt x="1556746" y="73331"/>
                  </a:lnTo>
                  <a:cubicBezTo>
                    <a:pt x="1561753" y="73357"/>
                    <a:pt x="1569976" y="72760"/>
                    <a:pt x="1581413" y="71538"/>
                  </a:cubicBezTo>
                  <a:lnTo>
                    <a:pt x="1581413" y="78042"/>
                  </a:lnTo>
                  <a:cubicBezTo>
                    <a:pt x="1590350" y="58261"/>
                    <a:pt x="1596245" y="33668"/>
                    <a:pt x="1599097" y="4262"/>
                  </a:cubicBezTo>
                  <a:close/>
                  <a:moveTo>
                    <a:pt x="259688" y="4262"/>
                  </a:moveTo>
                  <a:cubicBezTo>
                    <a:pt x="267975" y="5309"/>
                    <a:pt x="275315" y="5833"/>
                    <a:pt x="281709" y="5833"/>
                  </a:cubicBezTo>
                  <a:cubicBezTo>
                    <a:pt x="285924" y="5833"/>
                    <a:pt x="288031" y="7071"/>
                    <a:pt x="288031" y="9548"/>
                  </a:cubicBezTo>
                  <a:cubicBezTo>
                    <a:pt x="288031" y="12024"/>
                    <a:pt x="287171" y="13607"/>
                    <a:pt x="285450" y="14295"/>
                  </a:cubicBezTo>
                  <a:cubicBezTo>
                    <a:pt x="283730" y="14983"/>
                    <a:pt x="282534" y="15942"/>
                    <a:pt x="281862" y="17170"/>
                  </a:cubicBezTo>
                  <a:cubicBezTo>
                    <a:pt x="281191" y="18399"/>
                    <a:pt x="280855" y="19492"/>
                    <a:pt x="280855" y="20449"/>
                  </a:cubicBezTo>
                  <a:lnTo>
                    <a:pt x="280855" y="40816"/>
                  </a:lnTo>
                  <a:cubicBezTo>
                    <a:pt x="311633" y="40819"/>
                    <a:pt x="335031" y="39921"/>
                    <a:pt x="351050" y="38123"/>
                  </a:cubicBezTo>
                  <a:cubicBezTo>
                    <a:pt x="350002" y="45903"/>
                    <a:pt x="349478" y="55112"/>
                    <a:pt x="349478" y="65752"/>
                  </a:cubicBezTo>
                  <a:lnTo>
                    <a:pt x="349478" y="131906"/>
                  </a:lnTo>
                  <a:cubicBezTo>
                    <a:pt x="349478" y="142522"/>
                    <a:pt x="350226" y="153973"/>
                    <a:pt x="351721" y="166261"/>
                  </a:cubicBezTo>
                  <a:lnTo>
                    <a:pt x="330779" y="166261"/>
                  </a:lnTo>
                  <a:lnTo>
                    <a:pt x="330779" y="150116"/>
                  </a:lnTo>
                  <a:lnTo>
                    <a:pt x="280855" y="150116"/>
                  </a:lnTo>
                  <a:lnTo>
                    <a:pt x="280855" y="179223"/>
                  </a:lnTo>
                  <a:cubicBezTo>
                    <a:pt x="280855" y="183952"/>
                    <a:pt x="281244" y="187215"/>
                    <a:pt x="282023" y="189012"/>
                  </a:cubicBezTo>
                  <a:cubicBezTo>
                    <a:pt x="282802" y="190808"/>
                    <a:pt x="284604" y="192124"/>
                    <a:pt x="287429" y="192958"/>
                  </a:cubicBezTo>
                  <a:cubicBezTo>
                    <a:pt x="290254" y="193793"/>
                    <a:pt x="295213" y="194210"/>
                    <a:pt x="302304" y="194210"/>
                  </a:cubicBezTo>
                  <a:lnTo>
                    <a:pt x="337773" y="193985"/>
                  </a:lnTo>
                  <a:cubicBezTo>
                    <a:pt x="345812" y="193985"/>
                    <a:pt x="351223" y="191543"/>
                    <a:pt x="354005" y="186658"/>
                  </a:cubicBezTo>
                  <a:cubicBezTo>
                    <a:pt x="356788" y="181773"/>
                    <a:pt x="359046" y="173301"/>
                    <a:pt x="360779" y="161242"/>
                  </a:cubicBezTo>
                  <a:cubicBezTo>
                    <a:pt x="366221" y="165633"/>
                    <a:pt x="372620" y="169013"/>
                    <a:pt x="379978" y="171383"/>
                  </a:cubicBezTo>
                  <a:cubicBezTo>
                    <a:pt x="376211" y="186982"/>
                    <a:pt x="371491" y="197578"/>
                    <a:pt x="365818" y="203170"/>
                  </a:cubicBezTo>
                  <a:cubicBezTo>
                    <a:pt x="360144" y="208763"/>
                    <a:pt x="350859" y="211559"/>
                    <a:pt x="337962" y="211559"/>
                  </a:cubicBezTo>
                  <a:lnTo>
                    <a:pt x="302565" y="211338"/>
                  </a:lnTo>
                  <a:cubicBezTo>
                    <a:pt x="290430" y="211338"/>
                    <a:pt x="281538" y="210449"/>
                    <a:pt x="275888" y="208673"/>
                  </a:cubicBezTo>
                  <a:cubicBezTo>
                    <a:pt x="270239" y="206897"/>
                    <a:pt x="266538" y="203712"/>
                    <a:pt x="264785" y="199120"/>
                  </a:cubicBezTo>
                  <a:cubicBezTo>
                    <a:pt x="263033" y="194528"/>
                    <a:pt x="262156" y="187448"/>
                    <a:pt x="262156" y="177880"/>
                  </a:cubicBezTo>
                  <a:lnTo>
                    <a:pt x="262156" y="150116"/>
                  </a:lnTo>
                  <a:lnTo>
                    <a:pt x="210889" y="150116"/>
                  </a:lnTo>
                  <a:lnTo>
                    <a:pt x="210889" y="170747"/>
                  </a:lnTo>
                  <a:lnTo>
                    <a:pt x="190619" y="170747"/>
                  </a:lnTo>
                  <a:cubicBezTo>
                    <a:pt x="192262" y="158269"/>
                    <a:pt x="193083" y="146070"/>
                    <a:pt x="193083" y="134149"/>
                  </a:cubicBezTo>
                  <a:lnTo>
                    <a:pt x="193083" y="65752"/>
                  </a:lnTo>
                  <a:cubicBezTo>
                    <a:pt x="193083" y="56122"/>
                    <a:pt x="192561" y="46912"/>
                    <a:pt x="191515" y="38123"/>
                  </a:cubicBezTo>
                  <a:cubicBezTo>
                    <a:pt x="208220" y="39921"/>
                    <a:pt x="231767" y="40819"/>
                    <a:pt x="262156" y="40816"/>
                  </a:cubicBezTo>
                  <a:cubicBezTo>
                    <a:pt x="262156" y="25964"/>
                    <a:pt x="261334" y="13779"/>
                    <a:pt x="259688" y="4262"/>
                  </a:cubicBezTo>
                  <a:close/>
                  <a:moveTo>
                    <a:pt x="743739" y="0"/>
                  </a:moveTo>
                  <a:cubicBezTo>
                    <a:pt x="752219" y="2882"/>
                    <a:pt x="758679" y="4681"/>
                    <a:pt x="763120" y="5397"/>
                  </a:cubicBezTo>
                  <a:cubicBezTo>
                    <a:pt x="767185" y="6300"/>
                    <a:pt x="769217" y="7848"/>
                    <a:pt x="769217" y="10043"/>
                  </a:cubicBezTo>
                  <a:cubicBezTo>
                    <a:pt x="769217" y="12237"/>
                    <a:pt x="767510" y="13944"/>
                    <a:pt x="764095" y="15165"/>
                  </a:cubicBezTo>
                  <a:cubicBezTo>
                    <a:pt x="760681" y="16385"/>
                    <a:pt x="753940" y="23516"/>
                    <a:pt x="743875" y="36558"/>
                  </a:cubicBezTo>
                  <a:lnTo>
                    <a:pt x="770517" y="36558"/>
                  </a:lnTo>
                  <a:cubicBezTo>
                    <a:pt x="806336" y="36558"/>
                    <a:pt x="829225" y="35436"/>
                    <a:pt x="839183" y="33190"/>
                  </a:cubicBezTo>
                  <a:cubicBezTo>
                    <a:pt x="838138" y="40422"/>
                    <a:pt x="837615" y="55237"/>
                    <a:pt x="837615" y="77635"/>
                  </a:cubicBezTo>
                  <a:lnTo>
                    <a:pt x="837615" y="185281"/>
                  </a:lnTo>
                  <a:cubicBezTo>
                    <a:pt x="837615" y="190874"/>
                    <a:pt x="836482" y="195196"/>
                    <a:pt x="834217" y="198247"/>
                  </a:cubicBezTo>
                  <a:cubicBezTo>
                    <a:pt x="831951" y="201297"/>
                    <a:pt x="827285" y="203568"/>
                    <a:pt x="820218" y="205060"/>
                  </a:cubicBezTo>
                  <a:cubicBezTo>
                    <a:pt x="813152" y="206552"/>
                    <a:pt x="801579" y="207373"/>
                    <a:pt x="785498" y="207523"/>
                  </a:cubicBezTo>
                  <a:cubicBezTo>
                    <a:pt x="785948" y="199891"/>
                    <a:pt x="783556" y="192388"/>
                    <a:pt x="778322" y="185013"/>
                  </a:cubicBezTo>
                  <a:cubicBezTo>
                    <a:pt x="791124" y="186808"/>
                    <a:pt x="800327" y="187706"/>
                    <a:pt x="805931" y="187706"/>
                  </a:cubicBezTo>
                  <a:cubicBezTo>
                    <a:pt x="811535" y="187706"/>
                    <a:pt x="815025" y="187018"/>
                    <a:pt x="816402" y="185642"/>
                  </a:cubicBezTo>
                  <a:cubicBezTo>
                    <a:pt x="817778" y="184265"/>
                    <a:pt x="818466" y="181678"/>
                    <a:pt x="818466" y="177880"/>
                  </a:cubicBezTo>
                  <a:lnTo>
                    <a:pt x="818466" y="51889"/>
                  </a:lnTo>
                  <a:lnTo>
                    <a:pt x="686239" y="51889"/>
                  </a:lnTo>
                  <a:lnTo>
                    <a:pt x="686239" y="207973"/>
                  </a:lnTo>
                  <a:lnTo>
                    <a:pt x="664851" y="207973"/>
                  </a:lnTo>
                  <a:cubicBezTo>
                    <a:pt x="666494" y="190764"/>
                    <a:pt x="667315" y="172061"/>
                    <a:pt x="667315" y="151866"/>
                  </a:cubicBezTo>
                  <a:lnTo>
                    <a:pt x="667315" y="77635"/>
                  </a:lnTo>
                  <a:cubicBezTo>
                    <a:pt x="667315" y="60609"/>
                    <a:pt x="666718" y="45794"/>
                    <a:pt x="665522" y="33190"/>
                  </a:cubicBezTo>
                  <a:cubicBezTo>
                    <a:pt x="673018" y="35436"/>
                    <a:pt x="684769" y="36558"/>
                    <a:pt x="700773" y="36558"/>
                  </a:cubicBezTo>
                  <a:lnTo>
                    <a:pt x="726816" y="36558"/>
                  </a:lnTo>
                  <a:cubicBezTo>
                    <a:pt x="735055" y="23988"/>
                    <a:pt x="740696" y="11802"/>
                    <a:pt x="74373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39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50611005-9DDC-472C-8D90-3485C6E0DC4C}"/>
              </a:ext>
            </a:extLst>
          </p:cNvPr>
          <p:cNvSpPr txBox="1"/>
          <p:nvPr/>
        </p:nvSpPr>
        <p:spPr>
          <a:xfrm>
            <a:off x="5191530" y="48858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FBE1574-6F18-4DD8-8AEC-7DD92831DB26}"/>
              </a:ext>
            </a:extLst>
          </p:cNvPr>
          <p:cNvSpPr/>
          <p:nvPr/>
        </p:nvSpPr>
        <p:spPr>
          <a:xfrm>
            <a:off x="5435495" y="2117558"/>
            <a:ext cx="516278" cy="168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806A7DF-50C1-4CAB-98CB-22C9A14C7884}"/>
              </a:ext>
            </a:extLst>
          </p:cNvPr>
          <p:cNvSpPr/>
          <p:nvPr/>
        </p:nvSpPr>
        <p:spPr>
          <a:xfrm>
            <a:off x="5951772" y="2117558"/>
            <a:ext cx="518968" cy="1684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C37EE36-7DC2-4A53-BB17-3C25050C6BE8}"/>
              </a:ext>
            </a:extLst>
          </p:cNvPr>
          <p:cNvSpPr/>
          <p:nvPr/>
        </p:nvSpPr>
        <p:spPr>
          <a:xfrm>
            <a:off x="6470739" y="2117558"/>
            <a:ext cx="3862014" cy="1684683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E673074-9F92-4B7A-B491-9D8FF339EF9E}"/>
              </a:ext>
            </a:extLst>
          </p:cNvPr>
          <p:cNvSpPr txBox="1"/>
          <p:nvPr/>
        </p:nvSpPr>
        <p:spPr>
          <a:xfrm>
            <a:off x="8574120" y="2781955"/>
            <a:ext cx="586463" cy="348277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38A9A32-C1A1-4DD9-8AE0-3B223A38A2F2}"/>
              </a:ext>
            </a:extLst>
          </p:cNvPr>
          <p:cNvSpPr/>
          <p:nvPr/>
        </p:nvSpPr>
        <p:spPr>
          <a:xfrm>
            <a:off x="1580260" y="2117558"/>
            <a:ext cx="3851570" cy="1684683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061659D2-E2FA-4F44-8D4B-13CFC38CBD00}"/>
              </a:ext>
            </a:extLst>
          </p:cNvPr>
          <p:cNvSpPr/>
          <p:nvPr/>
        </p:nvSpPr>
        <p:spPr>
          <a:xfrm>
            <a:off x="5243632" y="251500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61FD7E5-5126-4C73-82DA-7FC00CCDFD1B}"/>
              </a:ext>
            </a:extLst>
          </p:cNvPr>
          <p:cNvSpPr/>
          <p:nvPr/>
        </p:nvSpPr>
        <p:spPr>
          <a:xfrm>
            <a:off x="5243632" y="2837966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49FFB627-53D3-45A4-894A-A8A48FA805EF}"/>
              </a:ext>
            </a:extLst>
          </p:cNvPr>
          <p:cNvSpPr/>
          <p:nvPr/>
        </p:nvSpPr>
        <p:spPr>
          <a:xfrm>
            <a:off x="5243632" y="3322400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BA661B80-C334-4024-BA8D-798A61D0D984}"/>
              </a:ext>
            </a:extLst>
          </p:cNvPr>
          <p:cNvSpPr/>
          <p:nvPr/>
        </p:nvSpPr>
        <p:spPr>
          <a:xfrm>
            <a:off x="5243632" y="235353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4F4A18EF-D97C-43D1-8B1F-D6B3C44ED7B0}"/>
              </a:ext>
            </a:extLst>
          </p:cNvPr>
          <p:cNvSpPr/>
          <p:nvPr/>
        </p:nvSpPr>
        <p:spPr>
          <a:xfrm>
            <a:off x="5243632" y="348387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F8C5618C-DBE9-4A18-B0F2-AAADAAA84075}"/>
              </a:ext>
            </a:extLst>
          </p:cNvPr>
          <p:cNvSpPr/>
          <p:nvPr/>
        </p:nvSpPr>
        <p:spPr>
          <a:xfrm>
            <a:off x="5243632" y="2192053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7F282F74-24D7-4E44-BE54-C0CCE160BC34}"/>
              </a:ext>
            </a:extLst>
          </p:cNvPr>
          <p:cNvSpPr/>
          <p:nvPr/>
        </p:nvSpPr>
        <p:spPr>
          <a:xfrm>
            <a:off x="5243632" y="2676487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3EF9620-8281-40A3-9B0E-3556B287139C}"/>
              </a:ext>
            </a:extLst>
          </p:cNvPr>
          <p:cNvSpPr/>
          <p:nvPr/>
        </p:nvSpPr>
        <p:spPr>
          <a:xfrm>
            <a:off x="5243632" y="2999444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C5508847-D3BA-40B8-A256-28DECAC1F7EB}"/>
              </a:ext>
            </a:extLst>
          </p:cNvPr>
          <p:cNvSpPr/>
          <p:nvPr/>
        </p:nvSpPr>
        <p:spPr>
          <a:xfrm>
            <a:off x="5243632" y="3645353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C735DCD-63CB-4A6A-BAB6-A59D189BED65}"/>
              </a:ext>
            </a:extLst>
          </p:cNvPr>
          <p:cNvSpPr/>
          <p:nvPr/>
        </p:nvSpPr>
        <p:spPr>
          <a:xfrm>
            <a:off x="5243632" y="3160922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BA025BA1-E146-4DB5-BFB7-2B3A5C0E1C0F}"/>
              </a:ext>
            </a:extLst>
          </p:cNvPr>
          <p:cNvSpPr/>
          <p:nvPr/>
        </p:nvSpPr>
        <p:spPr>
          <a:xfrm>
            <a:off x="5059104" y="2878474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EB18559-A733-4977-A797-70E137FAAADB}"/>
              </a:ext>
            </a:extLst>
          </p:cNvPr>
          <p:cNvSpPr/>
          <p:nvPr/>
        </p:nvSpPr>
        <p:spPr>
          <a:xfrm>
            <a:off x="5059104" y="3214547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5A443BAB-559A-49A2-9A44-F8FE4F11969D}"/>
              </a:ext>
            </a:extLst>
          </p:cNvPr>
          <p:cNvSpPr/>
          <p:nvPr/>
        </p:nvSpPr>
        <p:spPr>
          <a:xfrm>
            <a:off x="5059104" y="220632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1F394790-54C1-4578-B292-83CF8DE1D14E}"/>
              </a:ext>
            </a:extLst>
          </p:cNvPr>
          <p:cNvSpPr/>
          <p:nvPr/>
        </p:nvSpPr>
        <p:spPr>
          <a:xfrm>
            <a:off x="5059104" y="355061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166C849C-D826-47CA-A618-1B09CF37778A}"/>
              </a:ext>
            </a:extLst>
          </p:cNvPr>
          <p:cNvSpPr/>
          <p:nvPr/>
        </p:nvSpPr>
        <p:spPr>
          <a:xfrm>
            <a:off x="5059104" y="254240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AC2D462-C394-40F7-A37C-4AC20B8A6EA4}"/>
              </a:ext>
            </a:extLst>
          </p:cNvPr>
          <p:cNvSpPr/>
          <p:nvPr/>
        </p:nvSpPr>
        <p:spPr>
          <a:xfrm>
            <a:off x="4781286" y="352672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5B6703B6-090A-47E3-9E8F-00686D8AC903}"/>
              </a:ext>
            </a:extLst>
          </p:cNvPr>
          <p:cNvSpPr/>
          <p:nvPr/>
        </p:nvSpPr>
        <p:spPr>
          <a:xfrm>
            <a:off x="4781286" y="2272478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433200E-2170-4AD8-8203-1C8F29154688}"/>
              </a:ext>
            </a:extLst>
          </p:cNvPr>
          <p:cNvSpPr/>
          <p:nvPr/>
        </p:nvSpPr>
        <p:spPr>
          <a:xfrm>
            <a:off x="4781286" y="2899600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326D263-3F18-42AB-A51A-7CACA10B8780}"/>
              </a:ext>
            </a:extLst>
          </p:cNvPr>
          <p:cNvSpPr/>
          <p:nvPr/>
        </p:nvSpPr>
        <p:spPr>
          <a:xfrm>
            <a:off x="4493000" y="3218034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FF673B1A-8BAD-40CD-9BD8-4E6206E3931C}"/>
              </a:ext>
            </a:extLst>
          </p:cNvPr>
          <p:cNvSpPr/>
          <p:nvPr/>
        </p:nvSpPr>
        <p:spPr>
          <a:xfrm>
            <a:off x="4493000" y="2590913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5CFB0365-C8AB-483A-BE24-5133E02BFF3E}"/>
              </a:ext>
            </a:extLst>
          </p:cNvPr>
          <p:cNvSpPr/>
          <p:nvPr/>
        </p:nvSpPr>
        <p:spPr>
          <a:xfrm>
            <a:off x="4169526" y="290749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6D631A1-64B0-4B4C-B91D-D1690993B54F}"/>
              </a:ext>
            </a:extLst>
          </p:cNvPr>
          <p:cNvGrpSpPr/>
          <p:nvPr/>
        </p:nvGrpSpPr>
        <p:grpSpPr>
          <a:xfrm rot="10800000">
            <a:off x="6614294" y="2162390"/>
            <a:ext cx="1149904" cy="1529099"/>
            <a:chOff x="5855305" y="3755556"/>
            <a:chExt cx="1281928" cy="1704659"/>
          </a:xfrm>
          <a:solidFill>
            <a:schemeClr val="tx1"/>
          </a:solidFill>
        </p:grpSpPr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DCBCE75F-0DD8-4524-8433-2C34D1792316}"/>
                </a:ext>
              </a:extLst>
            </p:cNvPr>
            <p:cNvSpPr/>
            <p:nvPr/>
          </p:nvSpPr>
          <p:spPr>
            <a:xfrm>
              <a:off x="7052732" y="4115592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104C7911-278D-4AC4-A9BF-2B9E66C7EEB1}"/>
                </a:ext>
              </a:extLst>
            </p:cNvPr>
            <p:cNvSpPr/>
            <p:nvPr/>
          </p:nvSpPr>
          <p:spPr>
            <a:xfrm>
              <a:off x="7052732" y="4475628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C0E382AF-01D0-436D-92B8-2605A36FDB87}"/>
                </a:ext>
              </a:extLst>
            </p:cNvPr>
            <p:cNvSpPr/>
            <p:nvPr/>
          </p:nvSpPr>
          <p:spPr>
            <a:xfrm>
              <a:off x="7052732" y="5015682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A98AE486-33F0-43F6-BA3A-FA893A5F2658}"/>
                </a:ext>
              </a:extLst>
            </p:cNvPr>
            <p:cNvSpPr/>
            <p:nvPr/>
          </p:nvSpPr>
          <p:spPr>
            <a:xfrm>
              <a:off x="7052732" y="393557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2C4C3DA9-1138-4DFE-8C05-074877D96212}"/>
                </a:ext>
              </a:extLst>
            </p:cNvPr>
            <p:cNvSpPr/>
            <p:nvPr/>
          </p:nvSpPr>
          <p:spPr>
            <a:xfrm>
              <a:off x="7052732" y="519570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E555A471-91FB-4035-BC27-8468DC57FBAD}"/>
                </a:ext>
              </a:extLst>
            </p:cNvPr>
            <p:cNvSpPr/>
            <p:nvPr/>
          </p:nvSpPr>
          <p:spPr>
            <a:xfrm>
              <a:off x="7052732" y="3755556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DCA82E19-9C8D-4690-97B7-CDA42194A555}"/>
                </a:ext>
              </a:extLst>
            </p:cNvPr>
            <p:cNvSpPr/>
            <p:nvPr/>
          </p:nvSpPr>
          <p:spPr>
            <a:xfrm>
              <a:off x="7052732" y="429561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35B5FCC1-6E0F-4108-855C-A764937F5EB3}"/>
                </a:ext>
              </a:extLst>
            </p:cNvPr>
            <p:cNvSpPr/>
            <p:nvPr/>
          </p:nvSpPr>
          <p:spPr>
            <a:xfrm>
              <a:off x="7052732" y="4655646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6028A102-A300-4E07-961E-811A6653731C}"/>
                </a:ext>
              </a:extLst>
            </p:cNvPr>
            <p:cNvSpPr/>
            <p:nvPr/>
          </p:nvSpPr>
          <p:spPr>
            <a:xfrm>
              <a:off x="7052732" y="537571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488269C7-8808-4965-8F67-2C8D2C8C6D97}"/>
                </a:ext>
              </a:extLst>
            </p:cNvPr>
            <p:cNvSpPr/>
            <p:nvPr/>
          </p:nvSpPr>
          <p:spPr>
            <a:xfrm>
              <a:off x="7052732" y="483566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84520E47-381B-40A1-B82D-4F7D02699151}"/>
                </a:ext>
              </a:extLst>
            </p:cNvPr>
            <p:cNvSpPr/>
            <p:nvPr/>
          </p:nvSpPr>
          <p:spPr>
            <a:xfrm>
              <a:off x="6847018" y="4520787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9489767C-32A9-4C26-B0A1-E832EE2E0506}"/>
                </a:ext>
              </a:extLst>
            </p:cNvPr>
            <p:cNvSpPr/>
            <p:nvPr/>
          </p:nvSpPr>
          <p:spPr>
            <a:xfrm>
              <a:off x="6847018" y="4895445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885A04B6-B044-479D-B042-92EBDB0A8D7E}"/>
                </a:ext>
              </a:extLst>
            </p:cNvPr>
            <p:cNvSpPr/>
            <p:nvPr/>
          </p:nvSpPr>
          <p:spPr>
            <a:xfrm>
              <a:off x="6847018" y="3771471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6C4127CD-3D2F-4D02-8A63-A6DA9DD8EF3E}"/>
                </a:ext>
              </a:extLst>
            </p:cNvPr>
            <p:cNvSpPr/>
            <p:nvPr/>
          </p:nvSpPr>
          <p:spPr>
            <a:xfrm>
              <a:off x="6847018" y="5270103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75FCF635-4994-4672-BD34-FE33A4B2E166}"/>
                </a:ext>
              </a:extLst>
            </p:cNvPr>
            <p:cNvSpPr/>
            <p:nvPr/>
          </p:nvSpPr>
          <p:spPr>
            <a:xfrm>
              <a:off x="6847018" y="4146129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27AD6003-F3DD-4199-9B4F-B64DF1E2D6BD}"/>
                </a:ext>
              </a:extLst>
            </p:cNvPr>
            <p:cNvSpPr/>
            <p:nvPr/>
          </p:nvSpPr>
          <p:spPr>
            <a:xfrm>
              <a:off x="6537302" y="5243461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57169F72-B9F1-46F5-A8E3-A6348429B471}"/>
                </a:ext>
              </a:extLst>
            </p:cNvPr>
            <p:cNvSpPr/>
            <p:nvPr/>
          </p:nvSpPr>
          <p:spPr>
            <a:xfrm>
              <a:off x="6537302" y="3845215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28789E51-D334-429A-87EC-2DE3ABB3F11F}"/>
                </a:ext>
              </a:extLst>
            </p:cNvPr>
            <p:cNvSpPr/>
            <p:nvPr/>
          </p:nvSpPr>
          <p:spPr>
            <a:xfrm>
              <a:off x="6537302" y="4544338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85B07E88-7434-4CD6-AFA3-2AF28D5F4165}"/>
                </a:ext>
              </a:extLst>
            </p:cNvPr>
            <p:cNvSpPr/>
            <p:nvPr/>
          </p:nvSpPr>
          <p:spPr>
            <a:xfrm>
              <a:off x="6215918" y="4899333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225213A6-9CD0-46B8-86F9-62E8762F101E}"/>
                </a:ext>
              </a:extLst>
            </p:cNvPr>
            <p:cNvSpPr/>
            <p:nvPr/>
          </p:nvSpPr>
          <p:spPr>
            <a:xfrm>
              <a:off x="6215918" y="420021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4C804A6F-9F61-4D47-AC7A-9665D0F19386}"/>
                </a:ext>
              </a:extLst>
            </p:cNvPr>
            <p:cNvSpPr/>
            <p:nvPr/>
          </p:nvSpPr>
          <p:spPr>
            <a:xfrm>
              <a:off x="5855305" y="4553135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B03EDB2-C370-4A44-A8FC-4381EF9E56F3}"/>
              </a:ext>
            </a:extLst>
          </p:cNvPr>
          <p:cNvSpPr txBox="1"/>
          <p:nvPr/>
        </p:nvSpPr>
        <p:spPr>
          <a:xfrm>
            <a:off x="2907988" y="2781663"/>
            <a:ext cx="652378" cy="34827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5A33068-9AF1-45F9-8EC3-B7E4E077DC7F}"/>
              </a:ext>
            </a:extLst>
          </p:cNvPr>
          <p:cNvSpPr txBox="1"/>
          <p:nvPr/>
        </p:nvSpPr>
        <p:spPr>
          <a:xfrm>
            <a:off x="1665133" y="3500837"/>
            <a:ext cx="1281152" cy="164353"/>
          </a:xfrm>
          <a:custGeom>
            <a:avLst/>
            <a:gdLst/>
            <a:ahLst/>
            <a:cxnLst/>
            <a:rect l="l" t="t" r="r" b="b"/>
            <a:pathLst>
              <a:path w="1428246" h="183223">
                <a:moveTo>
                  <a:pt x="1153611" y="94412"/>
                </a:moveTo>
                <a:lnTo>
                  <a:pt x="1153611" y="126816"/>
                </a:lnTo>
                <a:lnTo>
                  <a:pt x="1184815" y="126816"/>
                </a:lnTo>
                <a:lnTo>
                  <a:pt x="1184815" y="94412"/>
                </a:lnTo>
                <a:close/>
                <a:moveTo>
                  <a:pt x="1110406" y="94412"/>
                </a:moveTo>
                <a:lnTo>
                  <a:pt x="1110406" y="126816"/>
                </a:lnTo>
                <a:lnTo>
                  <a:pt x="1142210" y="126816"/>
                </a:lnTo>
                <a:lnTo>
                  <a:pt x="1142210" y="94412"/>
                </a:lnTo>
                <a:close/>
                <a:moveTo>
                  <a:pt x="387449" y="91612"/>
                </a:moveTo>
                <a:lnTo>
                  <a:pt x="441056" y="91612"/>
                </a:lnTo>
                <a:lnTo>
                  <a:pt x="441056" y="103613"/>
                </a:lnTo>
                <a:lnTo>
                  <a:pt x="387449" y="103613"/>
                </a:lnTo>
                <a:close/>
                <a:moveTo>
                  <a:pt x="550336" y="85211"/>
                </a:moveTo>
                <a:lnTo>
                  <a:pt x="550336" y="115815"/>
                </a:lnTo>
                <a:lnTo>
                  <a:pt x="598942" y="115815"/>
                </a:lnTo>
                <a:lnTo>
                  <a:pt x="598942" y="85211"/>
                </a:lnTo>
                <a:close/>
                <a:moveTo>
                  <a:pt x="487928" y="85211"/>
                </a:moveTo>
                <a:lnTo>
                  <a:pt x="487928" y="115815"/>
                </a:lnTo>
                <a:lnTo>
                  <a:pt x="537734" y="115815"/>
                </a:lnTo>
                <a:lnTo>
                  <a:pt x="537734" y="85211"/>
                </a:lnTo>
                <a:close/>
                <a:moveTo>
                  <a:pt x="1066401" y="67009"/>
                </a:moveTo>
                <a:cubicBezTo>
                  <a:pt x="1070134" y="68342"/>
                  <a:pt x="1073801" y="69009"/>
                  <a:pt x="1077402" y="69009"/>
                </a:cubicBezTo>
                <a:lnTo>
                  <a:pt x="1083403" y="68609"/>
                </a:lnTo>
                <a:cubicBezTo>
                  <a:pt x="1085136" y="68609"/>
                  <a:pt x="1086003" y="69409"/>
                  <a:pt x="1086003" y="71009"/>
                </a:cubicBezTo>
                <a:cubicBezTo>
                  <a:pt x="1086003" y="72343"/>
                  <a:pt x="1085470" y="73343"/>
                  <a:pt x="1084403" y="74009"/>
                </a:cubicBezTo>
                <a:cubicBezTo>
                  <a:pt x="1081469" y="75876"/>
                  <a:pt x="1080002" y="79077"/>
                  <a:pt x="1080002" y="83611"/>
                </a:cubicBezTo>
                <a:lnTo>
                  <a:pt x="1080002" y="159620"/>
                </a:lnTo>
                <a:lnTo>
                  <a:pt x="1215019" y="157020"/>
                </a:lnTo>
                <a:lnTo>
                  <a:pt x="1215019" y="88211"/>
                </a:lnTo>
                <a:cubicBezTo>
                  <a:pt x="1215019" y="78477"/>
                  <a:pt x="1214486" y="71476"/>
                  <a:pt x="1213419" y="67209"/>
                </a:cubicBezTo>
                <a:cubicBezTo>
                  <a:pt x="1217553" y="68009"/>
                  <a:pt x="1221153" y="68409"/>
                  <a:pt x="1224220" y="68409"/>
                </a:cubicBezTo>
                <a:lnTo>
                  <a:pt x="1230421" y="68009"/>
                </a:lnTo>
                <a:cubicBezTo>
                  <a:pt x="1232021" y="68009"/>
                  <a:pt x="1232821" y="68675"/>
                  <a:pt x="1232821" y="70009"/>
                </a:cubicBezTo>
                <a:cubicBezTo>
                  <a:pt x="1232821" y="70942"/>
                  <a:pt x="1232321" y="71676"/>
                  <a:pt x="1231321" y="72209"/>
                </a:cubicBezTo>
                <a:cubicBezTo>
                  <a:pt x="1230321" y="72743"/>
                  <a:pt x="1229454" y="73776"/>
                  <a:pt x="1228721" y="75310"/>
                </a:cubicBezTo>
                <a:cubicBezTo>
                  <a:pt x="1227987" y="76843"/>
                  <a:pt x="1227621" y="78343"/>
                  <a:pt x="1227621" y="79810"/>
                </a:cubicBezTo>
                <a:lnTo>
                  <a:pt x="1227621" y="157820"/>
                </a:lnTo>
                <a:cubicBezTo>
                  <a:pt x="1227621" y="168888"/>
                  <a:pt x="1228087" y="176689"/>
                  <a:pt x="1229021" y="181223"/>
                </a:cubicBezTo>
                <a:lnTo>
                  <a:pt x="1215019" y="181223"/>
                </a:lnTo>
                <a:lnTo>
                  <a:pt x="1215019" y="166621"/>
                </a:lnTo>
                <a:lnTo>
                  <a:pt x="1112406" y="169621"/>
                </a:lnTo>
                <a:cubicBezTo>
                  <a:pt x="1086536" y="170288"/>
                  <a:pt x="1071001" y="170955"/>
                  <a:pt x="1065800" y="171622"/>
                </a:cubicBezTo>
                <a:cubicBezTo>
                  <a:pt x="1067001" y="162954"/>
                  <a:pt x="1067601" y="152819"/>
                  <a:pt x="1067601" y="141218"/>
                </a:cubicBezTo>
                <a:lnTo>
                  <a:pt x="1067601" y="90211"/>
                </a:lnTo>
                <a:cubicBezTo>
                  <a:pt x="1067601" y="79010"/>
                  <a:pt x="1067201" y="71276"/>
                  <a:pt x="1066401" y="67009"/>
                </a:cubicBezTo>
                <a:close/>
                <a:moveTo>
                  <a:pt x="110814" y="65008"/>
                </a:moveTo>
                <a:cubicBezTo>
                  <a:pt x="114415" y="68609"/>
                  <a:pt x="118282" y="71209"/>
                  <a:pt x="122416" y="72809"/>
                </a:cubicBezTo>
                <a:cubicBezTo>
                  <a:pt x="124016" y="73609"/>
                  <a:pt x="124816" y="74509"/>
                  <a:pt x="124816" y="75510"/>
                </a:cubicBezTo>
                <a:cubicBezTo>
                  <a:pt x="124816" y="76510"/>
                  <a:pt x="123749" y="77277"/>
                  <a:pt x="121616" y="77810"/>
                </a:cubicBezTo>
                <a:cubicBezTo>
                  <a:pt x="118015" y="78743"/>
                  <a:pt x="112214" y="82811"/>
                  <a:pt x="104213" y="90011"/>
                </a:cubicBezTo>
                <a:lnTo>
                  <a:pt x="122416" y="90011"/>
                </a:lnTo>
                <a:cubicBezTo>
                  <a:pt x="140285" y="90011"/>
                  <a:pt x="154620" y="89545"/>
                  <a:pt x="165421" y="88611"/>
                </a:cubicBezTo>
                <a:cubicBezTo>
                  <a:pt x="158754" y="102746"/>
                  <a:pt x="150153" y="115981"/>
                  <a:pt x="139618" y="128316"/>
                </a:cubicBezTo>
                <a:cubicBezTo>
                  <a:pt x="129083" y="140651"/>
                  <a:pt x="118049" y="150152"/>
                  <a:pt x="106514" y="156820"/>
                </a:cubicBezTo>
                <a:cubicBezTo>
                  <a:pt x="94979" y="163487"/>
                  <a:pt x="82777" y="168788"/>
                  <a:pt x="69909" y="172722"/>
                </a:cubicBezTo>
                <a:cubicBezTo>
                  <a:pt x="57041" y="176656"/>
                  <a:pt x="37805" y="180156"/>
                  <a:pt x="12202" y="183223"/>
                </a:cubicBezTo>
                <a:cubicBezTo>
                  <a:pt x="10335" y="177622"/>
                  <a:pt x="6468" y="172488"/>
                  <a:pt x="601" y="167821"/>
                </a:cubicBezTo>
                <a:cubicBezTo>
                  <a:pt x="24470" y="167688"/>
                  <a:pt x="43306" y="166121"/>
                  <a:pt x="57108" y="163121"/>
                </a:cubicBezTo>
                <a:cubicBezTo>
                  <a:pt x="70909" y="160120"/>
                  <a:pt x="83678" y="155553"/>
                  <a:pt x="95412" y="149419"/>
                </a:cubicBezTo>
                <a:cubicBezTo>
                  <a:pt x="89678" y="141418"/>
                  <a:pt x="82077" y="134017"/>
                  <a:pt x="72610" y="127216"/>
                </a:cubicBezTo>
                <a:lnTo>
                  <a:pt x="82811" y="118015"/>
                </a:lnTo>
                <a:cubicBezTo>
                  <a:pt x="90812" y="125349"/>
                  <a:pt x="98213" y="133950"/>
                  <a:pt x="105014" y="143818"/>
                </a:cubicBezTo>
                <a:cubicBezTo>
                  <a:pt x="112748" y="138751"/>
                  <a:pt x="120482" y="132050"/>
                  <a:pt x="128216" y="123716"/>
                </a:cubicBezTo>
                <a:cubicBezTo>
                  <a:pt x="135951" y="115381"/>
                  <a:pt x="141752" y="107480"/>
                  <a:pt x="145619" y="100013"/>
                </a:cubicBezTo>
                <a:lnTo>
                  <a:pt x="93012" y="100013"/>
                </a:lnTo>
                <a:cubicBezTo>
                  <a:pt x="77277" y="113481"/>
                  <a:pt x="56207" y="126083"/>
                  <a:pt x="29804" y="137817"/>
                </a:cubicBezTo>
                <a:cubicBezTo>
                  <a:pt x="27404" y="133150"/>
                  <a:pt x="23537" y="129350"/>
                  <a:pt x="18203" y="126416"/>
                </a:cubicBezTo>
                <a:cubicBezTo>
                  <a:pt x="36338" y="121749"/>
                  <a:pt x="53974" y="113714"/>
                  <a:pt x="71109" y="102313"/>
                </a:cubicBezTo>
                <a:cubicBezTo>
                  <a:pt x="88245" y="90912"/>
                  <a:pt x="101480" y="78477"/>
                  <a:pt x="110814" y="65008"/>
                </a:cubicBezTo>
                <a:close/>
                <a:moveTo>
                  <a:pt x="1153611" y="57007"/>
                </a:moveTo>
                <a:lnTo>
                  <a:pt x="1153611" y="85011"/>
                </a:lnTo>
                <a:lnTo>
                  <a:pt x="1184815" y="85011"/>
                </a:lnTo>
                <a:lnTo>
                  <a:pt x="1184815" y="57007"/>
                </a:lnTo>
                <a:close/>
                <a:moveTo>
                  <a:pt x="1110406" y="57007"/>
                </a:moveTo>
                <a:lnTo>
                  <a:pt x="1110406" y="85011"/>
                </a:lnTo>
                <a:lnTo>
                  <a:pt x="1142210" y="85011"/>
                </a:lnTo>
                <a:lnTo>
                  <a:pt x="1142210" y="57007"/>
                </a:lnTo>
                <a:close/>
                <a:moveTo>
                  <a:pt x="1097204" y="45606"/>
                </a:moveTo>
                <a:cubicBezTo>
                  <a:pt x="1108806" y="46673"/>
                  <a:pt x="1125708" y="47206"/>
                  <a:pt x="1147911" y="47206"/>
                </a:cubicBezTo>
                <a:cubicBezTo>
                  <a:pt x="1170113" y="47206"/>
                  <a:pt x="1186949" y="46673"/>
                  <a:pt x="1198417" y="45606"/>
                </a:cubicBezTo>
                <a:cubicBezTo>
                  <a:pt x="1197484" y="55474"/>
                  <a:pt x="1197017" y="64608"/>
                  <a:pt x="1197017" y="73009"/>
                </a:cubicBezTo>
                <a:lnTo>
                  <a:pt x="1197017" y="110814"/>
                </a:lnTo>
                <a:cubicBezTo>
                  <a:pt x="1197017" y="121615"/>
                  <a:pt x="1197484" y="130683"/>
                  <a:pt x="1198417" y="138017"/>
                </a:cubicBezTo>
                <a:cubicBezTo>
                  <a:pt x="1190149" y="137084"/>
                  <a:pt x="1173481" y="136617"/>
                  <a:pt x="1148411" y="136617"/>
                </a:cubicBezTo>
                <a:cubicBezTo>
                  <a:pt x="1123341" y="136617"/>
                  <a:pt x="1106272" y="137084"/>
                  <a:pt x="1097204" y="138017"/>
                </a:cubicBezTo>
                <a:cubicBezTo>
                  <a:pt x="1098138" y="130683"/>
                  <a:pt x="1098605" y="121349"/>
                  <a:pt x="1098605" y="110014"/>
                </a:cubicBezTo>
                <a:lnTo>
                  <a:pt x="1098605" y="73009"/>
                </a:lnTo>
                <a:cubicBezTo>
                  <a:pt x="1098605" y="62475"/>
                  <a:pt x="1098138" y="53340"/>
                  <a:pt x="1097204" y="45606"/>
                </a:cubicBezTo>
                <a:close/>
                <a:moveTo>
                  <a:pt x="550336" y="42606"/>
                </a:moveTo>
                <a:lnTo>
                  <a:pt x="550336" y="75410"/>
                </a:lnTo>
                <a:lnTo>
                  <a:pt x="598942" y="75410"/>
                </a:lnTo>
                <a:lnTo>
                  <a:pt x="598942" y="42606"/>
                </a:lnTo>
                <a:close/>
                <a:moveTo>
                  <a:pt x="487928" y="42606"/>
                </a:moveTo>
                <a:lnTo>
                  <a:pt x="487928" y="75410"/>
                </a:lnTo>
                <a:lnTo>
                  <a:pt x="537734" y="75410"/>
                </a:lnTo>
                <a:lnTo>
                  <a:pt x="537734" y="42606"/>
                </a:lnTo>
                <a:close/>
                <a:moveTo>
                  <a:pt x="681752" y="13802"/>
                </a:moveTo>
                <a:cubicBezTo>
                  <a:pt x="689087" y="14335"/>
                  <a:pt x="711589" y="14602"/>
                  <a:pt x="749261" y="14602"/>
                </a:cubicBezTo>
                <a:cubicBezTo>
                  <a:pt x="786932" y="14602"/>
                  <a:pt x="808968" y="14335"/>
                  <a:pt x="815369" y="13802"/>
                </a:cubicBezTo>
                <a:lnTo>
                  <a:pt x="815369" y="26203"/>
                </a:lnTo>
                <a:cubicBezTo>
                  <a:pt x="810835" y="27004"/>
                  <a:pt x="806101" y="29337"/>
                  <a:pt x="801167" y="33204"/>
                </a:cubicBezTo>
                <a:lnTo>
                  <a:pt x="756562" y="68009"/>
                </a:lnTo>
                <a:lnTo>
                  <a:pt x="756562" y="81810"/>
                </a:lnTo>
                <a:cubicBezTo>
                  <a:pt x="794700" y="81810"/>
                  <a:pt x="822237" y="81144"/>
                  <a:pt x="839172" y="79810"/>
                </a:cubicBezTo>
                <a:lnTo>
                  <a:pt x="839172" y="94812"/>
                </a:lnTo>
                <a:cubicBezTo>
                  <a:pt x="822237" y="93479"/>
                  <a:pt x="794700" y="92812"/>
                  <a:pt x="756562" y="92812"/>
                </a:cubicBezTo>
                <a:lnTo>
                  <a:pt x="756562" y="164421"/>
                </a:lnTo>
                <a:cubicBezTo>
                  <a:pt x="756562" y="168421"/>
                  <a:pt x="755662" y="171555"/>
                  <a:pt x="753861" y="173822"/>
                </a:cubicBezTo>
                <a:cubicBezTo>
                  <a:pt x="752061" y="176089"/>
                  <a:pt x="748361" y="177889"/>
                  <a:pt x="742760" y="179223"/>
                </a:cubicBezTo>
                <a:cubicBezTo>
                  <a:pt x="737159" y="180556"/>
                  <a:pt x="728758" y="181290"/>
                  <a:pt x="717557" y="181423"/>
                </a:cubicBezTo>
                <a:cubicBezTo>
                  <a:pt x="718090" y="174622"/>
                  <a:pt x="716090" y="168821"/>
                  <a:pt x="711556" y="164021"/>
                </a:cubicBezTo>
                <a:cubicBezTo>
                  <a:pt x="720491" y="165488"/>
                  <a:pt x="727125" y="166221"/>
                  <a:pt x="731459" y="166221"/>
                </a:cubicBezTo>
                <a:cubicBezTo>
                  <a:pt x="735792" y="166221"/>
                  <a:pt x="738893" y="165554"/>
                  <a:pt x="740760" y="164221"/>
                </a:cubicBezTo>
                <a:cubicBezTo>
                  <a:pt x="742627" y="162887"/>
                  <a:pt x="743560" y="159954"/>
                  <a:pt x="743560" y="155420"/>
                </a:cubicBezTo>
                <a:lnTo>
                  <a:pt x="743560" y="92812"/>
                </a:lnTo>
                <a:cubicBezTo>
                  <a:pt x="700488" y="92812"/>
                  <a:pt x="671684" y="93479"/>
                  <a:pt x="657149" y="94812"/>
                </a:cubicBezTo>
                <a:lnTo>
                  <a:pt x="657149" y="79810"/>
                </a:lnTo>
                <a:cubicBezTo>
                  <a:pt x="671684" y="81144"/>
                  <a:pt x="700488" y="81810"/>
                  <a:pt x="743560" y="81810"/>
                </a:cubicBezTo>
                <a:lnTo>
                  <a:pt x="743560" y="63008"/>
                </a:lnTo>
                <a:lnTo>
                  <a:pt x="792366" y="25403"/>
                </a:lnTo>
                <a:lnTo>
                  <a:pt x="724758" y="25403"/>
                </a:lnTo>
                <a:cubicBezTo>
                  <a:pt x="705289" y="25403"/>
                  <a:pt x="690954" y="25737"/>
                  <a:pt x="681752" y="26403"/>
                </a:cubicBezTo>
                <a:close/>
                <a:moveTo>
                  <a:pt x="215027" y="13802"/>
                </a:moveTo>
                <a:cubicBezTo>
                  <a:pt x="222362" y="14335"/>
                  <a:pt x="244864" y="14602"/>
                  <a:pt x="282536" y="14602"/>
                </a:cubicBezTo>
                <a:cubicBezTo>
                  <a:pt x="320207" y="14602"/>
                  <a:pt x="342243" y="14335"/>
                  <a:pt x="348644" y="13802"/>
                </a:cubicBezTo>
                <a:lnTo>
                  <a:pt x="348644" y="26203"/>
                </a:lnTo>
                <a:cubicBezTo>
                  <a:pt x="344110" y="27004"/>
                  <a:pt x="339376" y="29337"/>
                  <a:pt x="334442" y="33204"/>
                </a:cubicBezTo>
                <a:lnTo>
                  <a:pt x="289837" y="68009"/>
                </a:lnTo>
                <a:lnTo>
                  <a:pt x="289837" y="81810"/>
                </a:lnTo>
                <a:cubicBezTo>
                  <a:pt x="327975" y="81810"/>
                  <a:pt x="355512" y="81144"/>
                  <a:pt x="372447" y="79810"/>
                </a:cubicBezTo>
                <a:lnTo>
                  <a:pt x="372447" y="94812"/>
                </a:lnTo>
                <a:cubicBezTo>
                  <a:pt x="355512" y="93479"/>
                  <a:pt x="327975" y="92812"/>
                  <a:pt x="289837" y="92812"/>
                </a:cubicBezTo>
                <a:lnTo>
                  <a:pt x="289837" y="164421"/>
                </a:lnTo>
                <a:cubicBezTo>
                  <a:pt x="289837" y="168421"/>
                  <a:pt x="288937" y="171555"/>
                  <a:pt x="287136" y="173822"/>
                </a:cubicBezTo>
                <a:cubicBezTo>
                  <a:pt x="285336" y="176089"/>
                  <a:pt x="281636" y="177889"/>
                  <a:pt x="276035" y="179223"/>
                </a:cubicBezTo>
                <a:cubicBezTo>
                  <a:pt x="270434" y="180556"/>
                  <a:pt x="262033" y="181290"/>
                  <a:pt x="250832" y="181423"/>
                </a:cubicBezTo>
                <a:cubicBezTo>
                  <a:pt x="251365" y="174622"/>
                  <a:pt x="249365" y="168821"/>
                  <a:pt x="244831" y="164021"/>
                </a:cubicBezTo>
                <a:cubicBezTo>
                  <a:pt x="253765" y="165488"/>
                  <a:pt x="260400" y="166221"/>
                  <a:pt x="264734" y="166221"/>
                </a:cubicBezTo>
                <a:cubicBezTo>
                  <a:pt x="269067" y="166221"/>
                  <a:pt x="272168" y="165554"/>
                  <a:pt x="274035" y="164221"/>
                </a:cubicBezTo>
                <a:cubicBezTo>
                  <a:pt x="275902" y="162887"/>
                  <a:pt x="276835" y="159954"/>
                  <a:pt x="276835" y="155420"/>
                </a:cubicBezTo>
                <a:lnTo>
                  <a:pt x="276835" y="92812"/>
                </a:lnTo>
                <a:cubicBezTo>
                  <a:pt x="233763" y="92812"/>
                  <a:pt x="204959" y="93479"/>
                  <a:pt x="190424" y="94812"/>
                </a:cubicBezTo>
                <a:lnTo>
                  <a:pt x="190424" y="79810"/>
                </a:lnTo>
                <a:cubicBezTo>
                  <a:pt x="204959" y="81144"/>
                  <a:pt x="233763" y="81810"/>
                  <a:pt x="276835" y="81810"/>
                </a:cubicBezTo>
                <a:lnTo>
                  <a:pt x="276835" y="63008"/>
                </a:lnTo>
                <a:lnTo>
                  <a:pt x="325641" y="25403"/>
                </a:lnTo>
                <a:lnTo>
                  <a:pt x="258033" y="25403"/>
                </a:lnTo>
                <a:cubicBezTo>
                  <a:pt x="238564" y="25403"/>
                  <a:pt x="224228" y="25737"/>
                  <a:pt x="215027" y="26403"/>
                </a:cubicBezTo>
                <a:close/>
                <a:moveTo>
                  <a:pt x="1071001" y="12002"/>
                </a:moveTo>
                <a:cubicBezTo>
                  <a:pt x="1086336" y="13202"/>
                  <a:pt x="1111206" y="13802"/>
                  <a:pt x="1145610" y="13802"/>
                </a:cubicBezTo>
                <a:cubicBezTo>
                  <a:pt x="1180015" y="13802"/>
                  <a:pt x="1206085" y="13202"/>
                  <a:pt x="1223820" y="12002"/>
                </a:cubicBezTo>
                <a:lnTo>
                  <a:pt x="1223820" y="26604"/>
                </a:lnTo>
                <a:cubicBezTo>
                  <a:pt x="1209018" y="25403"/>
                  <a:pt x="1183549" y="24803"/>
                  <a:pt x="1147411" y="24803"/>
                </a:cubicBezTo>
                <a:cubicBezTo>
                  <a:pt x="1111273" y="24803"/>
                  <a:pt x="1085803" y="25403"/>
                  <a:pt x="1071001" y="26604"/>
                </a:cubicBezTo>
                <a:close/>
                <a:moveTo>
                  <a:pt x="939385" y="3601"/>
                </a:moveTo>
                <a:cubicBezTo>
                  <a:pt x="944185" y="4934"/>
                  <a:pt x="949586" y="5601"/>
                  <a:pt x="955587" y="5601"/>
                </a:cubicBezTo>
                <a:cubicBezTo>
                  <a:pt x="957720" y="5601"/>
                  <a:pt x="958787" y="6001"/>
                  <a:pt x="958787" y="6801"/>
                </a:cubicBezTo>
                <a:cubicBezTo>
                  <a:pt x="958787" y="7601"/>
                  <a:pt x="958087" y="8435"/>
                  <a:pt x="956687" y="9301"/>
                </a:cubicBezTo>
                <a:cubicBezTo>
                  <a:pt x="955287" y="10168"/>
                  <a:pt x="954387" y="11735"/>
                  <a:pt x="953986" y="14002"/>
                </a:cubicBezTo>
                <a:cubicBezTo>
                  <a:pt x="953586" y="16269"/>
                  <a:pt x="953386" y="20003"/>
                  <a:pt x="953386" y="25203"/>
                </a:cubicBezTo>
                <a:lnTo>
                  <a:pt x="953386" y="36605"/>
                </a:lnTo>
                <a:cubicBezTo>
                  <a:pt x="983257" y="36605"/>
                  <a:pt x="1002526" y="36205"/>
                  <a:pt x="1011194" y="35405"/>
                </a:cubicBezTo>
                <a:lnTo>
                  <a:pt x="1011194" y="47806"/>
                </a:lnTo>
                <a:cubicBezTo>
                  <a:pt x="1003059" y="47006"/>
                  <a:pt x="983790" y="46606"/>
                  <a:pt x="953386" y="46606"/>
                </a:cubicBezTo>
                <a:lnTo>
                  <a:pt x="953386" y="79010"/>
                </a:lnTo>
                <a:cubicBezTo>
                  <a:pt x="989658" y="79010"/>
                  <a:pt x="1015194" y="78610"/>
                  <a:pt x="1029996" y="77810"/>
                </a:cubicBezTo>
                <a:lnTo>
                  <a:pt x="1029996" y="90011"/>
                </a:lnTo>
                <a:cubicBezTo>
                  <a:pt x="1015461" y="89211"/>
                  <a:pt x="994792" y="88811"/>
                  <a:pt x="967988" y="88811"/>
                </a:cubicBezTo>
                <a:cubicBezTo>
                  <a:pt x="988524" y="120815"/>
                  <a:pt x="1011194" y="142018"/>
                  <a:pt x="1035997" y="152419"/>
                </a:cubicBezTo>
                <a:cubicBezTo>
                  <a:pt x="1032130" y="155886"/>
                  <a:pt x="1028662" y="160020"/>
                  <a:pt x="1025595" y="164821"/>
                </a:cubicBezTo>
                <a:cubicBezTo>
                  <a:pt x="999325" y="150019"/>
                  <a:pt x="976589" y="124682"/>
                  <a:pt x="957387" y="88811"/>
                </a:cubicBezTo>
                <a:lnTo>
                  <a:pt x="953386" y="88811"/>
                </a:lnTo>
                <a:lnTo>
                  <a:pt x="953386" y="144418"/>
                </a:lnTo>
                <a:cubicBezTo>
                  <a:pt x="953386" y="156286"/>
                  <a:pt x="954053" y="168888"/>
                  <a:pt x="955387" y="182223"/>
                </a:cubicBezTo>
                <a:lnTo>
                  <a:pt x="939385" y="182223"/>
                </a:lnTo>
                <a:cubicBezTo>
                  <a:pt x="940585" y="169288"/>
                  <a:pt x="941185" y="156686"/>
                  <a:pt x="941185" y="144418"/>
                </a:cubicBezTo>
                <a:lnTo>
                  <a:pt x="941185" y="88811"/>
                </a:lnTo>
                <a:lnTo>
                  <a:pt x="934384" y="88811"/>
                </a:lnTo>
                <a:cubicBezTo>
                  <a:pt x="924649" y="107614"/>
                  <a:pt x="914782" y="122882"/>
                  <a:pt x="904780" y="134617"/>
                </a:cubicBezTo>
                <a:cubicBezTo>
                  <a:pt x="894779" y="146352"/>
                  <a:pt x="881977" y="157887"/>
                  <a:pt x="866375" y="169221"/>
                </a:cubicBezTo>
                <a:cubicBezTo>
                  <a:pt x="864375" y="164287"/>
                  <a:pt x="860508" y="160687"/>
                  <a:pt x="854774" y="158420"/>
                </a:cubicBezTo>
                <a:cubicBezTo>
                  <a:pt x="869709" y="149352"/>
                  <a:pt x="882444" y="139484"/>
                  <a:pt x="892979" y="128816"/>
                </a:cubicBezTo>
                <a:cubicBezTo>
                  <a:pt x="903513" y="118148"/>
                  <a:pt x="913648" y="104813"/>
                  <a:pt x="923383" y="88811"/>
                </a:cubicBezTo>
                <a:cubicBezTo>
                  <a:pt x="898313" y="88811"/>
                  <a:pt x="878044" y="89211"/>
                  <a:pt x="862575" y="90011"/>
                </a:cubicBezTo>
                <a:lnTo>
                  <a:pt x="862575" y="77810"/>
                </a:lnTo>
                <a:cubicBezTo>
                  <a:pt x="873643" y="78610"/>
                  <a:pt x="899846" y="79010"/>
                  <a:pt x="941185" y="79010"/>
                </a:cubicBezTo>
                <a:lnTo>
                  <a:pt x="941185" y="46606"/>
                </a:lnTo>
                <a:cubicBezTo>
                  <a:pt x="910248" y="46606"/>
                  <a:pt x="890312" y="47006"/>
                  <a:pt x="881377" y="47806"/>
                </a:cubicBezTo>
                <a:lnTo>
                  <a:pt x="881377" y="35405"/>
                </a:lnTo>
                <a:cubicBezTo>
                  <a:pt x="889912" y="36205"/>
                  <a:pt x="909848" y="36605"/>
                  <a:pt x="941185" y="36605"/>
                </a:cubicBezTo>
                <a:cubicBezTo>
                  <a:pt x="941185" y="22203"/>
                  <a:pt x="940585" y="11202"/>
                  <a:pt x="939385" y="3601"/>
                </a:cubicBezTo>
                <a:close/>
                <a:moveTo>
                  <a:pt x="1339835" y="1400"/>
                </a:moveTo>
                <a:cubicBezTo>
                  <a:pt x="1345035" y="2867"/>
                  <a:pt x="1350836" y="3601"/>
                  <a:pt x="1357237" y="3601"/>
                </a:cubicBezTo>
                <a:cubicBezTo>
                  <a:pt x="1359104" y="3601"/>
                  <a:pt x="1360037" y="4267"/>
                  <a:pt x="1360037" y="5601"/>
                </a:cubicBezTo>
                <a:cubicBezTo>
                  <a:pt x="1360037" y="6534"/>
                  <a:pt x="1359504" y="7334"/>
                  <a:pt x="1358437" y="8001"/>
                </a:cubicBezTo>
                <a:cubicBezTo>
                  <a:pt x="1355637" y="9601"/>
                  <a:pt x="1354237" y="12935"/>
                  <a:pt x="1354237" y="18002"/>
                </a:cubicBezTo>
                <a:lnTo>
                  <a:pt x="1354237" y="72809"/>
                </a:lnTo>
                <a:lnTo>
                  <a:pt x="1402643" y="72809"/>
                </a:lnTo>
                <a:lnTo>
                  <a:pt x="1402643" y="37605"/>
                </a:lnTo>
                <a:cubicBezTo>
                  <a:pt x="1402643" y="30404"/>
                  <a:pt x="1402042" y="24070"/>
                  <a:pt x="1400842" y="18603"/>
                </a:cubicBezTo>
                <a:cubicBezTo>
                  <a:pt x="1405243" y="19669"/>
                  <a:pt x="1408977" y="20203"/>
                  <a:pt x="1412044" y="20203"/>
                </a:cubicBezTo>
                <a:lnTo>
                  <a:pt x="1416644" y="20003"/>
                </a:lnTo>
                <a:cubicBezTo>
                  <a:pt x="1418511" y="20003"/>
                  <a:pt x="1419445" y="20436"/>
                  <a:pt x="1419445" y="21303"/>
                </a:cubicBezTo>
                <a:cubicBezTo>
                  <a:pt x="1419445" y="22170"/>
                  <a:pt x="1418945" y="23103"/>
                  <a:pt x="1417944" y="24103"/>
                </a:cubicBezTo>
                <a:cubicBezTo>
                  <a:pt x="1416944" y="25103"/>
                  <a:pt x="1416244" y="26670"/>
                  <a:pt x="1415844" y="28804"/>
                </a:cubicBezTo>
                <a:cubicBezTo>
                  <a:pt x="1415444" y="30937"/>
                  <a:pt x="1415244" y="33938"/>
                  <a:pt x="1415244" y="37805"/>
                </a:cubicBezTo>
                <a:lnTo>
                  <a:pt x="1415244" y="65608"/>
                </a:lnTo>
                <a:cubicBezTo>
                  <a:pt x="1415244" y="73209"/>
                  <a:pt x="1415511" y="79743"/>
                  <a:pt x="1416044" y="85211"/>
                </a:cubicBezTo>
                <a:cubicBezTo>
                  <a:pt x="1399642" y="84011"/>
                  <a:pt x="1379040" y="83411"/>
                  <a:pt x="1354237" y="83411"/>
                </a:cubicBezTo>
                <a:lnTo>
                  <a:pt x="1354237" y="157420"/>
                </a:lnTo>
                <a:lnTo>
                  <a:pt x="1411644" y="157420"/>
                </a:lnTo>
                <a:lnTo>
                  <a:pt x="1411644" y="125616"/>
                </a:lnTo>
                <a:cubicBezTo>
                  <a:pt x="1411644" y="118415"/>
                  <a:pt x="1411244" y="112081"/>
                  <a:pt x="1410444" y="106614"/>
                </a:cubicBezTo>
                <a:cubicBezTo>
                  <a:pt x="1413644" y="107414"/>
                  <a:pt x="1416444" y="107847"/>
                  <a:pt x="1418845" y="107914"/>
                </a:cubicBezTo>
                <a:cubicBezTo>
                  <a:pt x="1421245" y="107980"/>
                  <a:pt x="1423412" y="108014"/>
                  <a:pt x="1425345" y="108014"/>
                </a:cubicBezTo>
                <a:cubicBezTo>
                  <a:pt x="1427279" y="108014"/>
                  <a:pt x="1428246" y="108414"/>
                  <a:pt x="1428246" y="109214"/>
                </a:cubicBezTo>
                <a:cubicBezTo>
                  <a:pt x="1428246" y="110014"/>
                  <a:pt x="1427579" y="110914"/>
                  <a:pt x="1426245" y="111914"/>
                </a:cubicBezTo>
                <a:cubicBezTo>
                  <a:pt x="1424912" y="112914"/>
                  <a:pt x="1424245" y="115281"/>
                  <a:pt x="1424245" y="119015"/>
                </a:cubicBezTo>
                <a:lnTo>
                  <a:pt x="1424245" y="159820"/>
                </a:lnTo>
                <a:cubicBezTo>
                  <a:pt x="1424245" y="167554"/>
                  <a:pt x="1424512" y="174822"/>
                  <a:pt x="1425045" y="181623"/>
                </a:cubicBezTo>
                <a:lnTo>
                  <a:pt x="1411644" y="181623"/>
                </a:lnTo>
                <a:lnTo>
                  <a:pt x="1411644" y="168221"/>
                </a:lnTo>
                <a:lnTo>
                  <a:pt x="1338234" y="168221"/>
                </a:lnTo>
                <a:cubicBezTo>
                  <a:pt x="1308764" y="168221"/>
                  <a:pt x="1285495" y="169088"/>
                  <a:pt x="1268426" y="170822"/>
                </a:cubicBezTo>
                <a:cubicBezTo>
                  <a:pt x="1269093" y="165621"/>
                  <a:pt x="1269426" y="160220"/>
                  <a:pt x="1269426" y="154620"/>
                </a:cubicBezTo>
                <a:lnTo>
                  <a:pt x="1269426" y="121615"/>
                </a:lnTo>
                <a:cubicBezTo>
                  <a:pt x="1269426" y="114281"/>
                  <a:pt x="1269159" y="109214"/>
                  <a:pt x="1268626" y="106413"/>
                </a:cubicBezTo>
                <a:cubicBezTo>
                  <a:pt x="1272493" y="107614"/>
                  <a:pt x="1277494" y="108214"/>
                  <a:pt x="1283628" y="108214"/>
                </a:cubicBezTo>
                <a:cubicBezTo>
                  <a:pt x="1285495" y="108214"/>
                  <a:pt x="1286428" y="108747"/>
                  <a:pt x="1286428" y="109814"/>
                </a:cubicBezTo>
                <a:cubicBezTo>
                  <a:pt x="1286428" y="110881"/>
                  <a:pt x="1285828" y="111747"/>
                  <a:pt x="1284628" y="112414"/>
                </a:cubicBezTo>
                <a:cubicBezTo>
                  <a:pt x="1283428" y="113081"/>
                  <a:pt x="1282628" y="114114"/>
                  <a:pt x="1282228" y="115515"/>
                </a:cubicBezTo>
                <a:cubicBezTo>
                  <a:pt x="1281827" y="116915"/>
                  <a:pt x="1281627" y="119148"/>
                  <a:pt x="1281627" y="122215"/>
                </a:cubicBezTo>
                <a:lnTo>
                  <a:pt x="1281627" y="157420"/>
                </a:lnTo>
                <a:lnTo>
                  <a:pt x="1341035" y="157420"/>
                </a:lnTo>
                <a:lnTo>
                  <a:pt x="1341035" y="83411"/>
                </a:lnTo>
                <a:cubicBezTo>
                  <a:pt x="1307431" y="83677"/>
                  <a:pt x="1286228" y="84411"/>
                  <a:pt x="1277427" y="85611"/>
                </a:cubicBezTo>
                <a:cubicBezTo>
                  <a:pt x="1278494" y="79210"/>
                  <a:pt x="1279027" y="73409"/>
                  <a:pt x="1279027" y="68209"/>
                </a:cubicBezTo>
                <a:lnTo>
                  <a:pt x="1279027" y="36605"/>
                </a:lnTo>
                <a:cubicBezTo>
                  <a:pt x="1279027" y="29671"/>
                  <a:pt x="1278494" y="23803"/>
                  <a:pt x="1277427" y="19003"/>
                </a:cubicBezTo>
                <a:cubicBezTo>
                  <a:pt x="1282628" y="21003"/>
                  <a:pt x="1287895" y="22003"/>
                  <a:pt x="1293229" y="22003"/>
                </a:cubicBezTo>
                <a:cubicBezTo>
                  <a:pt x="1295362" y="22003"/>
                  <a:pt x="1296429" y="22603"/>
                  <a:pt x="1296429" y="23803"/>
                </a:cubicBezTo>
                <a:cubicBezTo>
                  <a:pt x="1296429" y="24603"/>
                  <a:pt x="1295762" y="25337"/>
                  <a:pt x="1294429" y="26003"/>
                </a:cubicBezTo>
                <a:cubicBezTo>
                  <a:pt x="1292029" y="27337"/>
                  <a:pt x="1290829" y="30271"/>
                  <a:pt x="1290829" y="34805"/>
                </a:cubicBezTo>
                <a:lnTo>
                  <a:pt x="1290829" y="72809"/>
                </a:lnTo>
                <a:lnTo>
                  <a:pt x="1341035" y="72809"/>
                </a:lnTo>
                <a:lnTo>
                  <a:pt x="1341035" y="27604"/>
                </a:lnTo>
                <a:cubicBezTo>
                  <a:pt x="1341035" y="16936"/>
                  <a:pt x="1340635" y="8201"/>
                  <a:pt x="1339835" y="1400"/>
                </a:cubicBezTo>
                <a:close/>
                <a:moveTo>
                  <a:pt x="62408" y="600"/>
                </a:moveTo>
                <a:cubicBezTo>
                  <a:pt x="66409" y="4067"/>
                  <a:pt x="70476" y="6468"/>
                  <a:pt x="74610" y="7801"/>
                </a:cubicBezTo>
                <a:cubicBezTo>
                  <a:pt x="76077" y="8201"/>
                  <a:pt x="76810" y="8868"/>
                  <a:pt x="76810" y="9801"/>
                </a:cubicBezTo>
                <a:cubicBezTo>
                  <a:pt x="76810" y="10735"/>
                  <a:pt x="76077" y="11402"/>
                  <a:pt x="74610" y="11802"/>
                </a:cubicBezTo>
                <a:cubicBezTo>
                  <a:pt x="71676" y="12468"/>
                  <a:pt x="67142" y="15602"/>
                  <a:pt x="61008" y="21203"/>
                </a:cubicBezTo>
                <a:lnTo>
                  <a:pt x="100213" y="21203"/>
                </a:lnTo>
                <a:cubicBezTo>
                  <a:pt x="120215" y="21203"/>
                  <a:pt x="134484" y="20669"/>
                  <a:pt x="143018" y="19603"/>
                </a:cubicBezTo>
                <a:cubicBezTo>
                  <a:pt x="126216" y="41072"/>
                  <a:pt x="108947" y="58007"/>
                  <a:pt x="91212" y="70409"/>
                </a:cubicBezTo>
                <a:cubicBezTo>
                  <a:pt x="73476" y="82811"/>
                  <a:pt x="46273" y="94012"/>
                  <a:pt x="9602" y="104013"/>
                </a:cubicBezTo>
                <a:cubicBezTo>
                  <a:pt x="8001" y="98946"/>
                  <a:pt x="4801" y="94545"/>
                  <a:pt x="0" y="90812"/>
                </a:cubicBezTo>
                <a:cubicBezTo>
                  <a:pt x="24270" y="88145"/>
                  <a:pt x="47073" y="81610"/>
                  <a:pt x="68409" y="71209"/>
                </a:cubicBezTo>
                <a:cubicBezTo>
                  <a:pt x="60275" y="63608"/>
                  <a:pt x="51940" y="57207"/>
                  <a:pt x="43406" y="52007"/>
                </a:cubicBezTo>
                <a:lnTo>
                  <a:pt x="53407" y="43006"/>
                </a:lnTo>
                <a:cubicBezTo>
                  <a:pt x="63275" y="50607"/>
                  <a:pt x="71609" y="58141"/>
                  <a:pt x="78410" y="65608"/>
                </a:cubicBezTo>
                <a:cubicBezTo>
                  <a:pt x="95879" y="54674"/>
                  <a:pt x="109147" y="43206"/>
                  <a:pt x="118215" y="31204"/>
                </a:cubicBezTo>
                <a:lnTo>
                  <a:pt x="50607" y="31204"/>
                </a:lnTo>
                <a:cubicBezTo>
                  <a:pt x="39672" y="40405"/>
                  <a:pt x="27271" y="48940"/>
                  <a:pt x="13402" y="56807"/>
                </a:cubicBezTo>
                <a:cubicBezTo>
                  <a:pt x="11669" y="53340"/>
                  <a:pt x="8201" y="50273"/>
                  <a:pt x="3001" y="47606"/>
                </a:cubicBezTo>
                <a:cubicBezTo>
                  <a:pt x="16469" y="42272"/>
                  <a:pt x="28537" y="35371"/>
                  <a:pt x="39205" y="26904"/>
                </a:cubicBezTo>
                <a:cubicBezTo>
                  <a:pt x="49873" y="18436"/>
                  <a:pt x="57608" y="9668"/>
                  <a:pt x="62408" y="600"/>
                </a:cubicBezTo>
                <a:close/>
                <a:moveTo>
                  <a:pt x="535534" y="0"/>
                </a:moveTo>
                <a:cubicBezTo>
                  <a:pt x="541535" y="800"/>
                  <a:pt x="547402" y="1200"/>
                  <a:pt x="553136" y="1200"/>
                </a:cubicBezTo>
                <a:cubicBezTo>
                  <a:pt x="555537" y="1200"/>
                  <a:pt x="556737" y="1767"/>
                  <a:pt x="556737" y="2901"/>
                </a:cubicBezTo>
                <a:cubicBezTo>
                  <a:pt x="556737" y="4034"/>
                  <a:pt x="556070" y="4867"/>
                  <a:pt x="554736" y="5401"/>
                </a:cubicBezTo>
                <a:cubicBezTo>
                  <a:pt x="553403" y="5934"/>
                  <a:pt x="552336" y="6934"/>
                  <a:pt x="551536" y="8401"/>
                </a:cubicBezTo>
                <a:cubicBezTo>
                  <a:pt x="550736" y="9868"/>
                  <a:pt x="550336" y="11202"/>
                  <a:pt x="550336" y="12402"/>
                </a:cubicBezTo>
                <a:lnTo>
                  <a:pt x="550336" y="32604"/>
                </a:lnTo>
                <a:cubicBezTo>
                  <a:pt x="579140" y="32471"/>
                  <a:pt x="600009" y="31671"/>
                  <a:pt x="612944" y="30204"/>
                </a:cubicBezTo>
                <a:cubicBezTo>
                  <a:pt x="612010" y="35671"/>
                  <a:pt x="611544" y="43206"/>
                  <a:pt x="611544" y="52807"/>
                </a:cubicBezTo>
                <a:lnTo>
                  <a:pt x="611544" y="111814"/>
                </a:lnTo>
                <a:cubicBezTo>
                  <a:pt x="611544" y="121282"/>
                  <a:pt x="612210" y="130817"/>
                  <a:pt x="613544" y="140418"/>
                </a:cubicBezTo>
                <a:lnTo>
                  <a:pt x="598942" y="140418"/>
                </a:lnTo>
                <a:lnTo>
                  <a:pt x="598942" y="126016"/>
                </a:lnTo>
                <a:lnTo>
                  <a:pt x="550336" y="126016"/>
                </a:lnTo>
                <a:lnTo>
                  <a:pt x="550336" y="154019"/>
                </a:lnTo>
                <a:cubicBezTo>
                  <a:pt x="550336" y="158420"/>
                  <a:pt x="550769" y="161620"/>
                  <a:pt x="551636" y="163621"/>
                </a:cubicBezTo>
                <a:cubicBezTo>
                  <a:pt x="552503" y="165621"/>
                  <a:pt x="554403" y="167054"/>
                  <a:pt x="557337" y="167921"/>
                </a:cubicBezTo>
                <a:cubicBezTo>
                  <a:pt x="560270" y="168788"/>
                  <a:pt x="565004" y="169221"/>
                  <a:pt x="571539" y="169221"/>
                </a:cubicBezTo>
                <a:lnTo>
                  <a:pt x="603143" y="169021"/>
                </a:lnTo>
                <a:cubicBezTo>
                  <a:pt x="611144" y="169021"/>
                  <a:pt x="616511" y="166621"/>
                  <a:pt x="619245" y="161820"/>
                </a:cubicBezTo>
                <a:cubicBezTo>
                  <a:pt x="621978" y="157020"/>
                  <a:pt x="623945" y="149752"/>
                  <a:pt x="625145" y="140018"/>
                </a:cubicBezTo>
                <a:cubicBezTo>
                  <a:pt x="628212" y="143618"/>
                  <a:pt x="632746" y="146352"/>
                  <a:pt x="638747" y="148219"/>
                </a:cubicBezTo>
                <a:cubicBezTo>
                  <a:pt x="635547" y="160620"/>
                  <a:pt x="631579" y="169155"/>
                  <a:pt x="626846" y="173822"/>
                </a:cubicBezTo>
                <a:cubicBezTo>
                  <a:pt x="622112" y="178489"/>
                  <a:pt x="614277" y="180823"/>
                  <a:pt x="603343" y="180823"/>
                </a:cubicBezTo>
                <a:lnTo>
                  <a:pt x="571739" y="180623"/>
                </a:lnTo>
                <a:cubicBezTo>
                  <a:pt x="561204" y="180623"/>
                  <a:pt x="553603" y="179889"/>
                  <a:pt x="548936" y="178422"/>
                </a:cubicBezTo>
                <a:cubicBezTo>
                  <a:pt x="544268" y="176956"/>
                  <a:pt x="541235" y="174389"/>
                  <a:pt x="539835" y="170722"/>
                </a:cubicBezTo>
                <a:cubicBezTo>
                  <a:pt x="538434" y="167054"/>
                  <a:pt x="537734" y="161087"/>
                  <a:pt x="537734" y="152819"/>
                </a:cubicBezTo>
                <a:lnTo>
                  <a:pt x="537734" y="126016"/>
                </a:lnTo>
                <a:lnTo>
                  <a:pt x="487928" y="126016"/>
                </a:lnTo>
                <a:lnTo>
                  <a:pt x="487928" y="144418"/>
                </a:lnTo>
                <a:lnTo>
                  <a:pt x="473926" y="144418"/>
                </a:lnTo>
                <a:cubicBezTo>
                  <a:pt x="475393" y="134817"/>
                  <a:pt x="476127" y="124616"/>
                  <a:pt x="476127" y="113814"/>
                </a:cubicBezTo>
                <a:lnTo>
                  <a:pt x="476127" y="52807"/>
                </a:lnTo>
                <a:cubicBezTo>
                  <a:pt x="476127" y="44006"/>
                  <a:pt x="475660" y="36471"/>
                  <a:pt x="474726" y="30204"/>
                </a:cubicBezTo>
                <a:cubicBezTo>
                  <a:pt x="488328" y="31671"/>
                  <a:pt x="509331" y="32471"/>
                  <a:pt x="537734" y="32604"/>
                </a:cubicBezTo>
                <a:cubicBezTo>
                  <a:pt x="537734" y="17802"/>
                  <a:pt x="537001" y="6934"/>
                  <a:pt x="535534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600" dirty="0">
              <a:solidFill>
                <a:schemeClr val="accent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5676BA-0792-4C88-BCDB-025D1E6DC9F3}"/>
              </a:ext>
            </a:extLst>
          </p:cNvPr>
          <p:cNvSpPr txBox="1"/>
          <p:nvPr/>
        </p:nvSpPr>
        <p:spPr>
          <a:xfrm>
            <a:off x="8837278" y="3492898"/>
            <a:ext cx="1281152" cy="167044"/>
          </a:xfrm>
          <a:custGeom>
            <a:avLst/>
            <a:gdLst/>
            <a:ahLst/>
            <a:cxnLst/>
            <a:rect l="l" t="t" r="r" b="b"/>
            <a:pathLst>
              <a:path w="1428246" h="186223">
                <a:moveTo>
                  <a:pt x="488528" y="100212"/>
                </a:moveTo>
                <a:cubicBezTo>
                  <a:pt x="505597" y="101279"/>
                  <a:pt x="526533" y="101813"/>
                  <a:pt x="551336" y="101813"/>
                </a:cubicBezTo>
                <a:cubicBezTo>
                  <a:pt x="576139" y="101813"/>
                  <a:pt x="595208" y="101279"/>
                  <a:pt x="608543" y="100212"/>
                </a:cubicBezTo>
                <a:lnTo>
                  <a:pt x="608543" y="113414"/>
                </a:lnTo>
                <a:cubicBezTo>
                  <a:pt x="596675" y="112347"/>
                  <a:pt x="578673" y="111814"/>
                  <a:pt x="554536" y="111814"/>
                </a:cubicBezTo>
                <a:lnTo>
                  <a:pt x="554536" y="165420"/>
                </a:lnTo>
                <a:cubicBezTo>
                  <a:pt x="592541" y="165420"/>
                  <a:pt x="619278" y="164887"/>
                  <a:pt x="634746" y="163820"/>
                </a:cubicBezTo>
                <a:lnTo>
                  <a:pt x="634746" y="177022"/>
                </a:lnTo>
                <a:cubicBezTo>
                  <a:pt x="618878" y="175955"/>
                  <a:pt x="592741" y="175422"/>
                  <a:pt x="556337" y="175422"/>
                </a:cubicBezTo>
                <a:cubicBezTo>
                  <a:pt x="519932" y="175422"/>
                  <a:pt x="488861" y="175955"/>
                  <a:pt x="463125" y="177022"/>
                </a:cubicBezTo>
                <a:lnTo>
                  <a:pt x="463125" y="163820"/>
                </a:lnTo>
                <a:cubicBezTo>
                  <a:pt x="482994" y="164887"/>
                  <a:pt x="509264" y="165420"/>
                  <a:pt x="541935" y="165420"/>
                </a:cubicBezTo>
                <a:lnTo>
                  <a:pt x="541935" y="111814"/>
                </a:lnTo>
                <a:cubicBezTo>
                  <a:pt x="516598" y="112080"/>
                  <a:pt x="498796" y="112614"/>
                  <a:pt x="488528" y="113414"/>
                </a:cubicBezTo>
                <a:close/>
                <a:moveTo>
                  <a:pt x="1153611" y="97412"/>
                </a:moveTo>
                <a:lnTo>
                  <a:pt x="1153611" y="129816"/>
                </a:lnTo>
                <a:lnTo>
                  <a:pt x="1184815" y="129816"/>
                </a:lnTo>
                <a:lnTo>
                  <a:pt x="1184815" y="97412"/>
                </a:lnTo>
                <a:close/>
                <a:moveTo>
                  <a:pt x="1110406" y="97412"/>
                </a:moveTo>
                <a:lnTo>
                  <a:pt x="1110406" y="129816"/>
                </a:lnTo>
                <a:lnTo>
                  <a:pt x="1142210" y="129816"/>
                </a:lnTo>
                <a:lnTo>
                  <a:pt x="1142210" y="97412"/>
                </a:lnTo>
                <a:close/>
                <a:moveTo>
                  <a:pt x="387449" y="94612"/>
                </a:moveTo>
                <a:lnTo>
                  <a:pt x="441055" y="94612"/>
                </a:lnTo>
                <a:lnTo>
                  <a:pt x="441055" y="106613"/>
                </a:lnTo>
                <a:lnTo>
                  <a:pt x="387449" y="106613"/>
                </a:lnTo>
                <a:close/>
                <a:moveTo>
                  <a:pt x="714756" y="72609"/>
                </a:moveTo>
                <a:cubicBezTo>
                  <a:pt x="720090" y="75009"/>
                  <a:pt x="724958" y="76276"/>
                  <a:pt x="729358" y="76409"/>
                </a:cubicBezTo>
                <a:cubicBezTo>
                  <a:pt x="731225" y="76543"/>
                  <a:pt x="732159" y="77009"/>
                  <a:pt x="732159" y="77810"/>
                </a:cubicBezTo>
                <a:cubicBezTo>
                  <a:pt x="732159" y="78610"/>
                  <a:pt x="731559" y="79410"/>
                  <a:pt x="730358" y="80210"/>
                </a:cubicBezTo>
                <a:cubicBezTo>
                  <a:pt x="727558" y="82077"/>
                  <a:pt x="725358" y="86811"/>
                  <a:pt x="723757" y="94412"/>
                </a:cubicBezTo>
                <a:cubicBezTo>
                  <a:pt x="719490" y="115748"/>
                  <a:pt x="713556" y="132683"/>
                  <a:pt x="705955" y="145218"/>
                </a:cubicBezTo>
                <a:cubicBezTo>
                  <a:pt x="698354" y="157753"/>
                  <a:pt x="687086" y="170088"/>
                  <a:pt x="672151" y="182223"/>
                </a:cubicBezTo>
                <a:cubicBezTo>
                  <a:pt x="668951" y="177822"/>
                  <a:pt x="664683" y="174755"/>
                  <a:pt x="659349" y="173021"/>
                </a:cubicBezTo>
                <a:cubicBezTo>
                  <a:pt x="678285" y="160753"/>
                  <a:pt x="691787" y="146918"/>
                  <a:pt x="699855" y="131516"/>
                </a:cubicBezTo>
                <a:cubicBezTo>
                  <a:pt x="707922" y="116114"/>
                  <a:pt x="712889" y="96479"/>
                  <a:pt x="714756" y="72609"/>
                </a:cubicBezTo>
                <a:close/>
                <a:moveTo>
                  <a:pt x="780965" y="70409"/>
                </a:moveTo>
                <a:cubicBezTo>
                  <a:pt x="784432" y="121615"/>
                  <a:pt x="803501" y="154952"/>
                  <a:pt x="838172" y="170421"/>
                </a:cubicBezTo>
                <a:cubicBezTo>
                  <a:pt x="831904" y="174288"/>
                  <a:pt x="827437" y="178355"/>
                  <a:pt x="824770" y="182623"/>
                </a:cubicBezTo>
                <a:cubicBezTo>
                  <a:pt x="809168" y="172355"/>
                  <a:pt x="796800" y="158620"/>
                  <a:pt x="787666" y="141417"/>
                </a:cubicBezTo>
                <a:cubicBezTo>
                  <a:pt x="778531" y="124215"/>
                  <a:pt x="772097" y="101613"/>
                  <a:pt x="768363" y="73609"/>
                </a:cubicBezTo>
                <a:close/>
                <a:moveTo>
                  <a:pt x="1066400" y="70009"/>
                </a:moveTo>
                <a:cubicBezTo>
                  <a:pt x="1070134" y="71342"/>
                  <a:pt x="1073801" y="72009"/>
                  <a:pt x="1077402" y="72009"/>
                </a:cubicBezTo>
                <a:lnTo>
                  <a:pt x="1083402" y="71609"/>
                </a:lnTo>
                <a:cubicBezTo>
                  <a:pt x="1085136" y="71609"/>
                  <a:pt x="1086003" y="72409"/>
                  <a:pt x="1086003" y="74009"/>
                </a:cubicBezTo>
                <a:cubicBezTo>
                  <a:pt x="1086003" y="75343"/>
                  <a:pt x="1085469" y="76343"/>
                  <a:pt x="1084403" y="77009"/>
                </a:cubicBezTo>
                <a:cubicBezTo>
                  <a:pt x="1081469" y="78876"/>
                  <a:pt x="1080002" y="82077"/>
                  <a:pt x="1080002" y="86611"/>
                </a:cubicBezTo>
                <a:lnTo>
                  <a:pt x="1080002" y="162620"/>
                </a:lnTo>
                <a:lnTo>
                  <a:pt x="1215019" y="160020"/>
                </a:lnTo>
                <a:lnTo>
                  <a:pt x="1215019" y="91211"/>
                </a:lnTo>
                <a:cubicBezTo>
                  <a:pt x="1215019" y="81477"/>
                  <a:pt x="1214485" y="74476"/>
                  <a:pt x="1213419" y="70209"/>
                </a:cubicBezTo>
                <a:cubicBezTo>
                  <a:pt x="1217553" y="71009"/>
                  <a:pt x="1221153" y="71409"/>
                  <a:pt x="1224220" y="71409"/>
                </a:cubicBezTo>
                <a:lnTo>
                  <a:pt x="1230421" y="71009"/>
                </a:lnTo>
                <a:cubicBezTo>
                  <a:pt x="1232021" y="71009"/>
                  <a:pt x="1232821" y="71675"/>
                  <a:pt x="1232821" y="73009"/>
                </a:cubicBezTo>
                <a:cubicBezTo>
                  <a:pt x="1232821" y="73942"/>
                  <a:pt x="1232321" y="74676"/>
                  <a:pt x="1231321" y="75209"/>
                </a:cubicBezTo>
                <a:cubicBezTo>
                  <a:pt x="1230321" y="75743"/>
                  <a:pt x="1229454" y="76776"/>
                  <a:pt x="1228721" y="78310"/>
                </a:cubicBezTo>
                <a:cubicBezTo>
                  <a:pt x="1227987" y="79843"/>
                  <a:pt x="1227621" y="81343"/>
                  <a:pt x="1227621" y="82810"/>
                </a:cubicBezTo>
                <a:lnTo>
                  <a:pt x="1227621" y="160820"/>
                </a:lnTo>
                <a:cubicBezTo>
                  <a:pt x="1227621" y="171888"/>
                  <a:pt x="1228087" y="179689"/>
                  <a:pt x="1229021" y="184223"/>
                </a:cubicBezTo>
                <a:lnTo>
                  <a:pt x="1215019" y="184223"/>
                </a:lnTo>
                <a:lnTo>
                  <a:pt x="1215019" y="169621"/>
                </a:lnTo>
                <a:lnTo>
                  <a:pt x="1112406" y="172621"/>
                </a:lnTo>
                <a:cubicBezTo>
                  <a:pt x="1086536" y="173288"/>
                  <a:pt x="1071001" y="173955"/>
                  <a:pt x="1065800" y="174622"/>
                </a:cubicBezTo>
                <a:cubicBezTo>
                  <a:pt x="1067000" y="165954"/>
                  <a:pt x="1067601" y="155819"/>
                  <a:pt x="1067601" y="144218"/>
                </a:cubicBezTo>
                <a:lnTo>
                  <a:pt x="1067601" y="93211"/>
                </a:lnTo>
                <a:cubicBezTo>
                  <a:pt x="1067601" y="82010"/>
                  <a:pt x="1067200" y="74276"/>
                  <a:pt x="1066400" y="70009"/>
                </a:cubicBezTo>
                <a:close/>
                <a:moveTo>
                  <a:pt x="110814" y="68008"/>
                </a:moveTo>
                <a:cubicBezTo>
                  <a:pt x="114415" y="71609"/>
                  <a:pt x="118282" y="74209"/>
                  <a:pt x="122416" y="75809"/>
                </a:cubicBezTo>
                <a:cubicBezTo>
                  <a:pt x="124016" y="76609"/>
                  <a:pt x="124816" y="77509"/>
                  <a:pt x="124816" y="78510"/>
                </a:cubicBezTo>
                <a:cubicBezTo>
                  <a:pt x="124816" y="79510"/>
                  <a:pt x="123749" y="80277"/>
                  <a:pt x="121616" y="80810"/>
                </a:cubicBezTo>
                <a:cubicBezTo>
                  <a:pt x="118015" y="81743"/>
                  <a:pt x="112214" y="85811"/>
                  <a:pt x="104213" y="93011"/>
                </a:cubicBezTo>
                <a:lnTo>
                  <a:pt x="122416" y="93011"/>
                </a:lnTo>
                <a:cubicBezTo>
                  <a:pt x="140285" y="93011"/>
                  <a:pt x="154620" y="92545"/>
                  <a:pt x="165421" y="91611"/>
                </a:cubicBezTo>
                <a:cubicBezTo>
                  <a:pt x="158754" y="105746"/>
                  <a:pt x="150152" y="118981"/>
                  <a:pt x="139618" y="131316"/>
                </a:cubicBezTo>
                <a:cubicBezTo>
                  <a:pt x="129083" y="143651"/>
                  <a:pt x="118048" y="153152"/>
                  <a:pt x="106514" y="159820"/>
                </a:cubicBezTo>
                <a:cubicBezTo>
                  <a:pt x="94979" y="166487"/>
                  <a:pt x="82777" y="171788"/>
                  <a:pt x="69909" y="175722"/>
                </a:cubicBezTo>
                <a:cubicBezTo>
                  <a:pt x="57041" y="179656"/>
                  <a:pt x="37805" y="183156"/>
                  <a:pt x="12202" y="186223"/>
                </a:cubicBezTo>
                <a:cubicBezTo>
                  <a:pt x="10335" y="180622"/>
                  <a:pt x="6468" y="175488"/>
                  <a:pt x="600" y="170821"/>
                </a:cubicBezTo>
                <a:cubicBezTo>
                  <a:pt x="24470" y="170688"/>
                  <a:pt x="43306" y="169121"/>
                  <a:pt x="57108" y="166121"/>
                </a:cubicBezTo>
                <a:cubicBezTo>
                  <a:pt x="70909" y="163120"/>
                  <a:pt x="83678" y="158553"/>
                  <a:pt x="95412" y="152419"/>
                </a:cubicBezTo>
                <a:cubicBezTo>
                  <a:pt x="89678" y="144418"/>
                  <a:pt x="82077" y="137017"/>
                  <a:pt x="72609" y="130216"/>
                </a:cubicBezTo>
                <a:lnTo>
                  <a:pt x="82811" y="121015"/>
                </a:lnTo>
                <a:cubicBezTo>
                  <a:pt x="90812" y="128349"/>
                  <a:pt x="98213" y="136950"/>
                  <a:pt x="105014" y="146818"/>
                </a:cubicBezTo>
                <a:cubicBezTo>
                  <a:pt x="112748" y="141751"/>
                  <a:pt x="120482" y="135050"/>
                  <a:pt x="128216" y="126716"/>
                </a:cubicBezTo>
                <a:cubicBezTo>
                  <a:pt x="135951" y="118381"/>
                  <a:pt x="141751" y="110480"/>
                  <a:pt x="145619" y="103013"/>
                </a:cubicBezTo>
                <a:lnTo>
                  <a:pt x="93012" y="103013"/>
                </a:lnTo>
                <a:cubicBezTo>
                  <a:pt x="77277" y="116481"/>
                  <a:pt x="56207" y="129083"/>
                  <a:pt x="29804" y="140817"/>
                </a:cubicBezTo>
                <a:cubicBezTo>
                  <a:pt x="27404" y="136150"/>
                  <a:pt x="23537" y="132350"/>
                  <a:pt x="18203" y="129416"/>
                </a:cubicBezTo>
                <a:cubicBezTo>
                  <a:pt x="36338" y="124749"/>
                  <a:pt x="53974" y="116714"/>
                  <a:pt x="71109" y="105313"/>
                </a:cubicBezTo>
                <a:cubicBezTo>
                  <a:pt x="88245" y="93912"/>
                  <a:pt x="101480" y="81477"/>
                  <a:pt x="110814" y="68008"/>
                </a:cubicBezTo>
                <a:close/>
                <a:moveTo>
                  <a:pt x="1153611" y="60007"/>
                </a:moveTo>
                <a:lnTo>
                  <a:pt x="1153611" y="88011"/>
                </a:lnTo>
                <a:lnTo>
                  <a:pt x="1184815" y="88011"/>
                </a:lnTo>
                <a:lnTo>
                  <a:pt x="1184815" y="60007"/>
                </a:lnTo>
                <a:close/>
                <a:moveTo>
                  <a:pt x="1110406" y="60007"/>
                </a:moveTo>
                <a:lnTo>
                  <a:pt x="1110406" y="88011"/>
                </a:lnTo>
                <a:lnTo>
                  <a:pt x="1142210" y="88011"/>
                </a:lnTo>
                <a:lnTo>
                  <a:pt x="1142210" y="60007"/>
                </a:lnTo>
                <a:close/>
                <a:moveTo>
                  <a:pt x="571138" y="52006"/>
                </a:moveTo>
                <a:cubicBezTo>
                  <a:pt x="593541" y="65741"/>
                  <a:pt x="612077" y="78210"/>
                  <a:pt x="626745" y="89411"/>
                </a:cubicBezTo>
                <a:lnTo>
                  <a:pt x="617944" y="99012"/>
                </a:lnTo>
                <a:cubicBezTo>
                  <a:pt x="613144" y="94212"/>
                  <a:pt x="605143" y="87911"/>
                  <a:pt x="593941" y="80110"/>
                </a:cubicBezTo>
                <a:cubicBezTo>
                  <a:pt x="582740" y="72309"/>
                  <a:pt x="572805" y="66208"/>
                  <a:pt x="564138" y="61808"/>
                </a:cubicBezTo>
                <a:close/>
                <a:moveTo>
                  <a:pt x="521332" y="50406"/>
                </a:moveTo>
                <a:cubicBezTo>
                  <a:pt x="523866" y="54007"/>
                  <a:pt x="527133" y="57074"/>
                  <a:pt x="531133" y="59607"/>
                </a:cubicBezTo>
                <a:cubicBezTo>
                  <a:pt x="532334" y="60407"/>
                  <a:pt x="532934" y="61107"/>
                  <a:pt x="532934" y="61708"/>
                </a:cubicBezTo>
                <a:cubicBezTo>
                  <a:pt x="532934" y="62308"/>
                  <a:pt x="531934" y="62941"/>
                  <a:pt x="529933" y="63608"/>
                </a:cubicBezTo>
                <a:cubicBezTo>
                  <a:pt x="526466" y="64675"/>
                  <a:pt x="523532" y="66408"/>
                  <a:pt x="521132" y="68808"/>
                </a:cubicBezTo>
                <a:cubicBezTo>
                  <a:pt x="506464" y="81077"/>
                  <a:pt x="491128" y="92411"/>
                  <a:pt x="475126" y="102813"/>
                </a:cubicBezTo>
                <a:cubicBezTo>
                  <a:pt x="472993" y="98012"/>
                  <a:pt x="469792" y="94545"/>
                  <a:pt x="465525" y="92411"/>
                </a:cubicBezTo>
                <a:cubicBezTo>
                  <a:pt x="475793" y="88144"/>
                  <a:pt x="486028" y="82177"/>
                  <a:pt x="496229" y="74509"/>
                </a:cubicBezTo>
                <a:cubicBezTo>
                  <a:pt x="506430" y="66841"/>
                  <a:pt x="514798" y="58807"/>
                  <a:pt x="521332" y="50406"/>
                </a:cubicBezTo>
                <a:close/>
                <a:moveTo>
                  <a:pt x="1097204" y="48606"/>
                </a:moveTo>
                <a:cubicBezTo>
                  <a:pt x="1108806" y="49673"/>
                  <a:pt x="1125708" y="50206"/>
                  <a:pt x="1147911" y="50206"/>
                </a:cubicBezTo>
                <a:cubicBezTo>
                  <a:pt x="1170113" y="50206"/>
                  <a:pt x="1186949" y="49673"/>
                  <a:pt x="1198417" y="48606"/>
                </a:cubicBezTo>
                <a:cubicBezTo>
                  <a:pt x="1197483" y="58474"/>
                  <a:pt x="1197017" y="67608"/>
                  <a:pt x="1197017" y="76009"/>
                </a:cubicBezTo>
                <a:lnTo>
                  <a:pt x="1197017" y="113814"/>
                </a:lnTo>
                <a:cubicBezTo>
                  <a:pt x="1197017" y="124615"/>
                  <a:pt x="1197483" y="133683"/>
                  <a:pt x="1198417" y="141017"/>
                </a:cubicBezTo>
                <a:cubicBezTo>
                  <a:pt x="1190149" y="140084"/>
                  <a:pt x="1173480" y="139617"/>
                  <a:pt x="1148411" y="139617"/>
                </a:cubicBezTo>
                <a:cubicBezTo>
                  <a:pt x="1123341" y="139617"/>
                  <a:pt x="1106272" y="140084"/>
                  <a:pt x="1097204" y="141017"/>
                </a:cubicBezTo>
                <a:cubicBezTo>
                  <a:pt x="1098138" y="133683"/>
                  <a:pt x="1098604" y="124349"/>
                  <a:pt x="1098604" y="113014"/>
                </a:cubicBezTo>
                <a:lnTo>
                  <a:pt x="1098604" y="76009"/>
                </a:lnTo>
                <a:cubicBezTo>
                  <a:pt x="1098604" y="65475"/>
                  <a:pt x="1098138" y="56340"/>
                  <a:pt x="1097204" y="48606"/>
                </a:cubicBezTo>
                <a:close/>
                <a:moveTo>
                  <a:pt x="668151" y="38405"/>
                </a:moveTo>
                <a:cubicBezTo>
                  <a:pt x="676552" y="39205"/>
                  <a:pt x="701955" y="39605"/>
                  <a:pt x="744360" y="39605"/>
                </a:cubicBezTo>
                <a:cubicBezTo>
                  <a:pt x="786765" y="39605"/>
                  <a:pt x="814235" y="39205"/>
                  <a:pt x="826770" y="38405"/>
                </a:cubicBezTo>
                <a:lnTo>
                  <a:pt x="826770" y="80210"/>
                </a:lnTo>
                <a:lnTo>
                  <a:pt x="814369" y="80210"/>
                </a:lnTo>
                <a:lnTo>
                  <a:pt x="814369" y="49406"/>
                </a:lnTo>
                <a:lnTo>
                  <a:pt x="679952" y="49406"/>
                </a:lnTo>
                <a:lnTo>
                  <a:pt x="679952" y="83010"/>
                </a:lnTo>
                <a:lnTo>
                  <a:pt x="668151" y="83010"/>
                </a:lnTo>
                <a:close/>
                <a:moveTo>
                  <a:pt x="215027" y="16802"/>
                </a:moveTo>
                <a:cubicBezTo>
                  <a:pt x="222361" y="17335"/>
                  <a:pt x="244864" y="17602"/>
                  <a:pt x="282536" y="17602"/>
                </a:cubicBezTo>
                <a:cubicBezTo>
                  <a:pt x="320207" y="17602"/>
                  <a:pt x="342243" y="17335"/>
                  <a:pt x="348644" y="16802"/>
                </a:cubicBezTo>
                <a:lnTo>
                  <a:pt x="348644" y="29203"/>
                </a:lnTo>
                <a:cubicBezTo>
                  <a:pt x="344110" y="30004"/>
                  <a:pt x="339376" y="32337"/>
                  <a:pt x="334442" y="36204"/>
                </a:cubicBezTo>
                <a:lnTo>
                  <a:pt x="289837" y="71009"/>
                </a:lnTo>
                <a:lnTo>
                  <a:pt x="289837" y="84810"/>
                </a:lnTo>
                <a:cubicBezTo>
                  <a:pt x="327975" y="84810"/>
                  <a:pt x="355511" y="84144"/>
                  <a:pt x="372447" y="82810"/>
                </a:cubicBezTo>
                <a:lnTo>
                  <a:pt x="372447" y="97812"/>
                </a:lnTo>
                <a:cubicBezTo>
                  <a:pt x="355511" y="96479"/>
                  <a:pt x="327975" y="95812"/>
                  <a:pt x="289837" y="95812"/>
                </a:cubicBezTo>
                <a:lnTo>
                  <a:pt x="289837" y="167421"/>
                </a:lnTo>
                <a:cubicBezTo>
                  <a:pt x="289837" y="171421"/>
                  <a:pt x="288936" y="174555"/>
                  <a:pt x="287136" y="176822"/>
                </a:cubicBezTo>
                <a:cubicBezTo>
                  <a:pt x="285336" y="179089"/>
                  <a:pt x="281636" y="180889"/>
                  <a:pt x="276035" y="182223"/>
                </a:cubicBezTo>
                <a:cubicBezTo>
                  <a:pt x="270434" y="183556"/>
                  <a:pt x="262033" y="184290"/>
                  <a:pt x="250832" y="184423"/>
                </a:cubicBezTo>
                <a:cubicBezTo>
                  <a:pt x="251365" y="177622"/>
                  <a:pt x="249365" y="171821"/>
                  <a:pt x="244831" y="167021"/>
                </a:cubicBezTo>
                <a:cubicBezTo>
                  <a:pt x="253765" y="168488"/>
                  <a:pt x="260400" y="169221"/>
                  <a:pt x="264733" y="169221"/>
                </a:cubicBezTo>
                <a:cubicBezTo>
                  <a:pt x="269067" y="169221"/>
                  <a:pt x="272168" y="168554"/>
                  <a:pt x="274035" y="167221"/>
                </a:cubicBezTo>
                <a:cubicBezTo>
                  <a:pt x="275902" y="165887"/>
                  <a:pt x="276835" y="162954"/>
                  <a:pt x="276835" y="158420"/>
                </a:cubicBezTo>
                <a:lnTo>
                  <a:pt x="276835" y="95812"/>
                </a:lnTo>
                <a:cubicBezTo>
                  <a:pt x="233763" y="95812"/>
                  <a:pt x="204959" y="96479"/>
                  <a:pt x="190424" y="97812"/>
                </a:cubicBezTo>
                <a:lnTo>
                  <a:pt x="190424" y="82810"/>
                </a:lnTo>
                <a:cubicBezTo>
                  <a:pt x="204959" y="84144"/>
                  <a:pt x="233763" y="84810"/>
                  <a:pt x="276835" y="84810"/>
                </a:cubicBezTo>
                <a:lnTo>
                  <a:pt x="276835" y="66008"/>
                </a:lnTo>
                <a:lnTo>
                  <a:pt x="325641" y="28403"/>
                </a:lnTo>
                <a:lnTo>
                  <a:pt x="258033" y="28403"/>
                </a:lnTo>
                <a:cubicBezTo>
                  <a:pt x="238563" y="28403"/>
                  <a:pt x="224228" y="28737"/>
                  <a:pt x="215027" y="29403"/>
                </a:cubicBezTo>
                <a:close/>
                <a:moveTo>
                  <a:pt x="1071001" y="15002"/>
                </a:moveTo>
                <a:cubicBezTo>
                  <a:pt x="1086336" y="16202"/>
                  <a:pt x="1111206" y="16802"/>
                  <a:pt x="1145610" y="16802"/>
                </a:cubicBezTo>
                <a:cubicBezTo>
                  <a:pt x="1180015" y="16802"/>
                  <a:pt x="1206085" y="16202"/>
                  <a:pt x="1223820" y="15002"/>
                </a:cubicBezTo>
                <a:lnTo>
                  <a:pt x="1223820" y="29604"/>
                </a:lnTo>
                <a:cubicBezTo>
                  <a:pt x="1209018" y="28403"/>
                  <a:pt x="1183548" y="27803"/>
                  <a:pt x="1147410" y="27803"/>
                </a:cubicBezTo>
                <a:cubicBezTo>
                  <a:pt x="1111273" y="27803"/>
                  <a:pt x="1085803" y="28403"/>
                  <a:pt x="1071001" y="29604"/>
                </a:cubicBezTo>
                <a:close/>
                <a:moveTo>
                  <a:pt x="939385" y="6601"/>
                </a:moveTo>
                <a:cubicBezTo>
                  <a:pt x="944185" y="7934"/>
                  <a:pt x="949586" y="8601"/>
                  <a:pt x="955587" y="8601"/>
                </a:cubicBezTo>
                <a:cubicBezTo>
                  <a:pt x="957720" y="8601"/>
                  <a:pt x="958787" y="9001"/>
                  <a:pt x="958787" y="9801"/>
                </a:cubicBezTo>
                <a:cubicBezTo>
                  <a:pt x="958787" y="10601"/>
                  <a:pt x="958087" y="11435"/>
                  <a:pt x="956687" y="12301"/>
                </a:cubicBezTo>
                <a:cubicBezTo>
                  <a:pt x="955286" y="13168"/>
                  <a:pt x="954386" y="14735"/>
                  <a:pt x="953986" y="17002"/>
                </a:cubicBezTo>
                <a:cubicBezTo>
                  <a:pt x="953586" y="19269"/>
                  <a:pt x="953386" y="23003"/>
                  <a:pt x="953386" y="28203"/>
                </a:cubicBezTo>
                <a:lnTo>
                  <a:pt x="953386" y="39605"/>
                </a:lnTo>
                <a:cubicBezTo>
                  <a:pt x="983257" y="39605"/>
                  <a:pt x="1002526" y="39205"/>
                  <a:pt x="1011193" y="38405"/>
                </a:cubicBezTo>
                <a:lnTo>
                  <a:pt x="1011193" y="50806"/>
                </a:lnTo>
                <a:cubicBezTo>
                  <a:pt x="1003059" y="50006"/>
                  <a:pt x="983790" y="49606"/>
                  <a:pt x="953386" y="49606"/>
                </a:cubicBezTo>
                <a:lnTo>
                  <a:pt x="953386" y="82010"/>
                </a:lnTo>
                <a:cubicBezTo>
                  <a:pt x="989657" y="82010"/>
                  <a:pt x="1015194" y="81610"/>
                  <a:pt x="1029996" y="80810"/>
                </a:cubicBezTo>
                <a:lnTo>
                  <a:pt x="1029996" y="93011"/>
                </a:lnTo>
                <a:cubicBezTo>
                  <a:pt x="1015461" y="92211"/>
                  <a:pt x="994791" y="91811"/>
                  <a:pt x="967988" y="91811"/>
                </a:cubicBezTo>
                <a:cubicBezTo>
                  <a:pt x="988524" y="123815"/>
                  <a:pt x="1011193" y="145018"/>
                  <a:pt x="1035997" y="155419"/>
                </a:cubicBezTo>
                <a:cubicBezTo>
                  <a:pt x="1032129" y="158886"/>
                  <a:pt x="1028662" y="163020"/>
                  <a:pt x="1025595" y="167821"/>
                </a:cubicBezTo>
                <a:cubicBezTo>
                  <a:pt x="999325" y="153019"/>
                  <a:pt x="976589" y="127682"/>
                  <a:pt x="957387" y="91811"/>
                </a:cubicBezTo>
                <a:lnTo>
                  <a:pt x="953386" y="91811"/>
                </a:lnTo>
                <a:lnTo>
                  <a:pt x="953386" y="147418"/>
                </a:lnTo>
                <a:cubicBezTo>
                  <a:pt x="953386" y="159286"/>
                  <a:pt x="954053" y="171888"/>
                  <a:pt x="955387" y="185223"/>
                </a:cubicBezTo>
                <a:lnTo>
                  <a:pt x="939385" y="185223"/>
                </a:lnTo>
                <a:cubicBezTo>
                  <a:pt x="940585" y="172288"/>
                  <a:pt x="941185" y="159686"/>
                  <a:pt x="941185" y="147418"/>
                </a:cubicBezTo>
                <a:lnTo>
                  <a:pt x="941185" y="91811"/>
                </a:lnTo>
                <a:lnTo>
                  <a:pt x="934384" y="91811"/>
                </a:lnTo>
                <a:cubicBezTo>
                  <a:pt x="924649" y="110614"/>
                  <a:pt x="914781" y="125882"/>
                  <a:pt x="904780" y="137617"/>
                </a:cubicBezTo>
                <a:cubicBezTo>
                  <a:pt x="894779" y="149352"/>
                  <a:pt x="881977" y="160887"/>
                  <a:pt x="866375" y="172221"/>
                </a:cubicBezTo>
                <a:cubicBezTo>
                  <a:pt x="864375" y="167287"/>
                  <a:pt x="860508" y="163687"/>
                  <a:pt x="854774" y="161420"/>
                </a:cubicBezTo>
                <a:cubicBezTo>
                  <a:pt x="869709" y="152352"/>
                  <a:pt x="882444" y="142484"/>
                  <a:pt x="892979" y="131816"/>
                </a:cubicBezTo>
                <a:cubicBezTo>
                  <a:pt x="903513" y="121148"/>
                  <a:pt x="913648" y="107813"/>
                  <a:pt x="923383" y="91811"/>
                </a:cubicBezTo>
                <a:cubicBezTo>
                  <a:pt x="898313" y="91811"/>
                  <a:pt x="878043" y="92211"/>
                  <a:pt x="862575" y="93011"/>
                </a:cubicBezTo>
                <a:lnTo>
                  <a:pt x="862575" y="80810"/>
                </a:lnTo>
                <a:cubicBezTo>
                  <a:pt x="873643" y="81610"/>
                  <a:pt x="899846" y="82010"/>
                  <a:pt x="941185" y="82010"/>
                </a:cubicBezTo>
                <a:lnTo>
                  <a:pt x="941185" y="49606"/>
                </a:lnTo>
                <a:cubicBezTo>
                  <a:pt x="910247" y="49606"/>
                  <a:pt x="890312" y="50006"/>
                  <a:pt x="881377" y="50806"/>
                </a:cubicBezTo>
                <a:lnTo>
                  <a:pt x="881377" y="38405"/>
                </a:lnTo>
                <a:cubicBezTo>
                  <a:pt x="889912" y="39205"/>
                  <a:pt x="909847" y="39605"/>
                  <a:pt x="941185" y="39605"/>
                </a:cubicBezTo>
                <a:cubicBezTo>
                  <a:pt x="941185" y="25203"/>
                  <a:pt x="940585" y="14202"/>
                  <a:pt x="939385" y="6601"/>
                </a:cubicBezTo>
                <a:close/>
                <a:moveTo>
                  <a:pt x="1339835" y="4400"/>
                </a:moveTo>
                <a:cubicBezTo>
                  <a:pt x="1345035" y="5867"/>
                  <a:pt x="1350836" y="6601"/>
                  <a:pt x="1357237" y="6601"/>
                </a:cubicBezTo>
                <a:cubicBezTo>
                  <a:pt x="1359104" y="6601"/>
                  <a:pt x="1360037" y="7267"/>
                  <a:pt x="1360037" y="8601"/>
                </a:cubicBezTo>
                <a:cubicBezTo>
                  <a:pt x="1360037" y="9534"/>
                  <a:pt x="1359504" y="10334"/>
                  <a:pt x="1358437" y="11001"/>
                </a:cubicBezTo>
                <a:cubicBezTo>
                  <a:pt x="1355637" y="12601"/>
                  <a:pt x="1354236" y="15935"/>
                  <a:pt x="1354236" y="21002"/>
                </a:cubicBezTo>
                <a:lnTo>
                  <a:pt x="1354236" y="75809"/>
                </a:lnTo>
                <a:lnTo>
                  <a:pt x="1402642" y="75809"/>
                </a:lnTo>
                <a:lnTo>
                  <a:pt x="1402642" y="40605"/>
                </a:lnTo>
                <a:cubicBezTo>
                  <a:pt x="1402642" y="33404"/>
                  <a:pt x="1402042" y="27070"/>
                  <a:pt x="1400842" y="21603"/>
                </a:cubicBezTo>
                <a:cubicBezTo>
                  <a:pt x="1405243" y="22669"/>
                  <a:pt x="1408977" y="23203"/>
                  <a:pt x="1412043" y="23203"/>
                </a:cubicBezTo>
                <a:lnTo>
                  <a:pt x="1416644" y="23003"/>
                </a:lnTo>
                <a:cubicBezTo>
                  <a:pt x="1418511" y="23003"/>
                  <a:pt x="1419444" y="23436"/>
                  <a:pt x="1419444" y="24303"/>
                </a:cubicBezTo>
                <a:cubicBezTo>
                  <a:pt x="1419444" y="25170"/>
                  <a:pt x="1418945" y="26103"/>
                  <a:pt x="1417944" y="27103"/>
                </a:cubicBezTo>
                <a:cubicBezTo>
                  <a:pt x="1416944" y="28103"/>
                  <a:pt x="1416244" y="29670"/>
                  <a:pt x="1415844" y="31804"/>
                </a:cubicBezTo>
                <a:cubicBezTo>
                  <a:pt x="1415444" y="33937"/>
                  <a:pt x="1415244" y="36938"/>
                  <a:pt x="1415244" y="40805"/>
                </a:cubicBezTo>
                <a:lnTo>
                  <a:pt x="1415244" y="68608"/>
                </a:lnTo>
                <a:cubicBezTo>
                  <a:pt x="1415244" y="76209"/>
                  <a:pt x="1415511" y="82743"/>
                  <a:pt x="1416044" y="88211"/>
                </a:cubicBezTo>
                <a:cubicBezTo>
                  <a:pt x="1399642" y="87011"/>
                  <a:pt x="1379039" y="86411"/>
                  <a:pt x="1354236" y="86411"/>
                </a:cubicBezTo>
                <a:lnTo>
                  <a:pt x="1354236" y="160420"/>
                </a:lnTo>
                <a:lnTo>
                  <a:pt x="1411643" y="160420"/>
                </a:lnTo>
                <a:lnTo>
                  <a:pt x="1411643" y="128616"/>
                </a:lnTo>
                <a:cubicBezTo>
                  <a:pt x="1411643" y="121415"/>
                  <a:pt x="1411243" y="115081"/>
                  <a:pt x="1410443" y="109614"/>
                </a:cubicBezTo>
                <a:cubicBezTo>
                  <a:pt x="1413644" y="110414"/>
                  <a:pt x="1416444" y="110847"/>
                  <a:pt x="1418845" y="110914"/>
                </a:cubicBezTo>
                <a:cubicBezTo>
                  <a:pt x="1421245" y="110980"/>
                  <a:pt x="1423412" y="111014"/>
                  <a:pt x="1425345" y="111014"/>
                </a:cubicBezTo>
                <a:cubicBezTo>
                  <a:pt x="1427279" y="111014"/>
                  <a:pt x="1428246" y="111414"/>
                  <a:pt x="1428246" y="112214"/>
                </a:cubicBezTo>
                <a:cubicBezTo>
                  <a:pt x="1428246" y="113014"/>
                  <a:pt x="1427579" y="113914"/>
                  <a:pt x="1426245" y="114914"/>
                </a:cubicBezTo>
                <a:cubicBezTo>
                  <a:pt x="1424912" y="115914"/>
                  <a:pt x="1424245" y="118281"/>
                  <a:pt x="1424245" y="122015"/>
                </a:cubicBezTo>
                <a:lnTo>
                  <a:pt x="1424245" y="162820"/>
                </a:lnTo>
                <a:cubicBezTo>
                  <a:pt x="1424245" y="170554"/>
                  <a:pt x="1424512" y="177822"/>
                  <a:pt x="1425045" y="184623"/>
                </a:cubicBezTo>
                <a:lnTo>
                  <a:pt x="1411643" y="184623"/>
                </a:lnTo>
                <a:lnTo>
                  <a:pt x="1411643" y="171221"/>
                </a:lnTo>
                <a:lnTo>
                  <a:pt x="1338234" y="171221"/>
                </a:lnTo>
                <a:cubicBezTo>
                  <a:pt x="1308764" y="171221"/>
                  <a:pt x="1285495" y="172088"/>
                  <a:pt x="1268426" y="173822"/>
                </a:cubicBezTo>
                <a:cubicBezTo>
                  <a:pt x="1269092" y="168621"/>
                  <a:pt x="1269426" y="163220"/>
                  <a:pt x="1269426" y="157620"/>
                </a:cubicBezTo>
                <a:lnTo>
                  <a:pt x="1269426" y="124615"/>
                </a:lnTo>
                <a:cubicBezTo>
                  <a:pt x="1269426" y="117281"/>
                  <a:pt x="1269159" y="112214"/>
                  <a:pt x="1268626" y="109413"/>
                </a:cubicBezTo>
                <a:cubicBezTo>
                  <a:pt x="1272493" y="110614"/>
                  <a:pt x="1277493" y="111214"/>
                  <a:pt x="1283627" y="111214"/>
                </a:cubicBezTo>
                <a:cubicBezTo>
                  <a:pt x="1285495" y="111214"/>
                  <a:pt x="1286428" y="111747"/>
                  <a:pt x="1286428" y="112814"/>
                </a:cubicBezTo>
                <a:cubicBezTo>
                  <a:pt x="1286428" y="113881"/>
                  <a:pt x="1285828" y="114747"/>
                  <a:pt x="1284628" y="115414"/>
                </a:cubicBezTo>
                <a:cubicBezTo>
                  <a:pt x="1283427" y="116081"/>
                  <a:pt x="1282627" y="117114"/>
                  <a:pt x="1282227" y="118515"/>
                </a:cubicBezTo>
                <a:cubicBezTo>
                  <a:pt x="1281827" y="119915"/>
                  <a:pt x="1281627" y="122148"/>
                  <a:pt x="1281627" y="125215"/>
                </a:cubicBezTo>
                <a:lnTo>
                  <a:pt x="1281627" y="160420"/>
                </a:lnTo>
                <a:lnTo>
                  <a:pt x="1341035" y="160420"/>
                </a:lnTo>
                <a:lnTo>
                  <a:pt x="1341035" y="86411"/>
                </a:lnTo>
                <a:cubicBezTo>
                  <a:pt x="1307431" y="86677"/>
                  <a:pt x="1286228" y="87411"/>
                  <a:pt x="1277427" y="88611"/>
                </a:cubicBezTo>
                <a:cubicBezTo>
                  <a:pt x="1278494" y="82210"/>
                  <a:pt x="1279027" y="76409"/>
                  <a:pt x="1279027" y="71209"/>
                </a:cubicBezTo>
                <a:lnTo>
                  <a:pt x="1279027" y="39605"/>
                </a:lnTo>
                <a:cubicBezTo>
                  <a:pt x="1279027" y="32671"/>
                  <a:pt x="1278494" y="26803"/>
                  <a:pt x="1277427" y="22003"/>
                </a:cubicBezTo>
                <a:cubicBezTo>
                  <a:pt x="1282627" y="24003"/>
                  <a:pt x="1287895" y="25003"/>
                  <a:pt x="1293229" y="25003"/>
                </a:cubicBezTo>
                <a:cubicBezTo>
                  <a:pt x="1295362" y="25003"/>
                  <a:pt x="1296429" y="25603"/>
                  <a:pt x="1296429" y="26803"/>
                </a:cubicBezTo>
                <a:cubicBezTo>
                  <a:pt x="1296429" y="27603"/>
                  <a:pt x="1295762" y="28337"/>
                  <a:pt x="1294429" y="29003"/>
                </a:cubicBezTo>
                <a:cubicBezTo>
                  <a:pt x="1292029" y="30337"/>
                  <a:pt x="1290828" y="33271"/>
                  <a:pt x="1290828" y="37805"/>
                </a:cubicBezTo>
                <a:lnTo>
                  <a:pt x="1290828" y="75809"/>
                </a:lnTo>
                <a:lnTo>
                  <a:pt x="1341035" y="75809"/>
                </a:lnTo>
                <a:lnTo>
                  <a:pt x="1341035" y="30604"/>
                </a:lnTo>
                <a:cubicBezTo>
                  <a:pt x="1341035" y="19936"/>
                  <a:pt x="1340635" y="11201"/>
                  <a:pt x="1339835" y="4400"/>
                </a:cubicBezTo>
                <a:close/>
                <a:moveTo>
                  <a:pt x="735959" y="4200"/>
                </a:moveTo>
                <a:cubicBezTo>
                  <a:pt x="745160" y="11535"/>
                  <a:pt x="753695" y="20002"/>
                  <a:pt x="761562" y="29604"/>
                </a:cubicBezTo>
                <a:lnTo>
                  <a:pt x="751361" y="37404"/>
                </a:lnTo>
                <a:cubicBezTo>
                  <a:pt x="744827" y="28070"/>
                  <a:pt x="736693" y="19802"/>
                  <a:pt x="726958" y="12601"/>
                </a:cubicBezTo>
                <a:close/>
                <a:moveTo>
                  <a:pt x="62408" y="3600"/>
                </a:moveTo>
                <a:cubicBezTo>
                  <a:pt x="66409" y="7067"/>
                  <a:pt x="70476" y="9468"/>
                  <a:pt x="74610" y="10801"/>
                </a:cubicBezTo>
                <a:cubicBezTo>
                  <a:pt x="76077" y="11201"/>
                  <a:pt x="76810" y="11868"/>
                  <a:pt x="76810" y="12801"/>
                </a:cubicBezTo>
                <a:cubicBezTo>
                  <a:pt x="76810" y="13735"/>
                  <a:pt x="76077" y="14402"/>
                  <a:pt x="74610" y="14802"/>
                </a:cubicBezTo>
                <a:cubicBezTo>
                  <a:pt x="71676" y="15468"/>
                  <a:pt x="67142" y="18602"/>
                  <a:pt x="61008" y="24203"/>
                </a:cubicBezTo>
                <a:lnTo>
                  <a:pt x="100213" y="24203"/>
                </a:lnTo>
                <a:cubicBezTo>
                  <a:pt x="120215" y="24203"/>
                  <a:pt x="134484" y="23669"/>
                  <a:pt x="143018" y="22603"/>
                </a:cubicBezTo>
                <a:cubicBezTo>
                  <a:pt x="126216" y="44072"/>
                  <a:pt x="108947" y="61007"/>
                  <a:pt x="91212" y="73409"/>
                </a:cubicBezTo>
                <a:cubicBezTo>
                  <a:pt x="73476" y="85811"/>
                  <a:pt x="46273" y="97012"/>
                  <a:pt x="9602" y="107013"/>
                </a:cubicBezTo>
                <a:cubicBezTo>
                  <a:pt x="8001" y="101946"/>
                  <a:pt x="4801" y="97545"/>
                  <a:pt x="0" y="93812"/>
                </a:cubicBezTo>
                <a:cubicBezTo>
                  <a:pt x="24270" y="91145"/>
                  <a:pt x="47073" y="84610"/>
                  <a:pt x="68409" y="74209"/>
                </a:cubicBezTo>
                <a:cubicBezTo>
                  <a:pt x="60275" y="66608"/>
                  <a:pt x="51940" y="60207"/>
                  <a:pt x="43406" y="55007"/>
                </a:cubicBezTo>
                <a:lnTo>
                  <a:pt x="53407" y="46006"/>
                </a:lnTo>
                <a:cubicBezTo>
                  <a:pt x="63275" y="53607"/>
                  <a:pt x="71609" y="61141"/>
                  <a:pt x="78410" y="68608"/>
                </a:cubicBezTo>
                <a:cubicBezTo>
                  <a:pt x="95879" y="57674"/>
                  <a:pt x="109147" y="46206"/>
                  <a:pt x="118215" y="34204"/>
                </a:cubicBezTo>
                <a:lnTo>
                  <a:pt x="50607" y="34204"/>
                </a:lnTo>
                <a:cubicBezTo>
                  <a:pt x="39672" y="43405"/>
                  <a:pt x="27270" y="51940"/>
                  <a:pt x="13402" y="59807"/>
                </a:cubicBezTo>
                <a:cubicBezTo>
                  <a:pt x="11669" y="56340"/>
                  <a:pt x="8201" y="53273"/>
                  <a:pt x="3001" y="50606"/>
                </a:cubicBezTo>
                <a:cubicBezTo>
                  <a:pt x="16469" y="45272"/>
                  <a:pt x="28537" y="38371"/>
                  <a:pt x="39205" y="29904"/>
                </a:cubicBezTo>
                <a:cubicBezTo>
                  <a:pt x="49873" y="21436"/>
                  <a:pt x="57608" y="12668"/>
                  <a:pt x="62408" y="3600"/>
                </a:cubicBezTo>
                <a:close/>
                <a:moveTo>
                  <a:pt x="539335" y="0"/>
                </a:moveTo>
                <a:cubicBezTo>
                  <a:pt x="545602" y="9201"/>
                  <a:pt x="551069" y="18602"/>
                  <a:pt x="555737" y="28203"/>
                </a:cubicBezTo>
                <a:cubicBezTo>
                  <a:pt x="590941" y="28203"/>
                  <a:pt x="614611" y="27603"/>
                  <a:pt x="626745" y="26403"/>
                </a:cubicBezTo>
                <a:cubicBezTo>
                  <a:pt x="625679" y="31737"/>
                  <a:pt x="625145" y="38305"/>
                  <a:pt x="625145" y="46106"/>
                </a:cubicBezTo>
                <a:cubicBezTo>
                  <a:pt x="625145" y="53907"/>
                  <a:pt x="625545" y="60341"/>
                  <a:pt x="626345" y="65408"/>
                </a:cubicBezTo>
                <a:lnTo>
                  <a:pt x="613144" y="65408"/>
                </a:lnTo>
                <a:lnTo>
                  <a:pt x="613144" y="38005"/>
                </a:lnTo>
                <a:lnTo>
                  <a:pt x="483127" y="38005"/>
                </a:lnTo>
                <a:lnTo>
                  <a:pt x="483127" y="67608"/>
                </a:lnTo>
                <a:lnTo>
                  <a:pt x="470126" y="67608"/>
                </a:lnTo>
                <a:cubicBezTo>
                  <a:pt x="470926" y="61741"/>
                  <a:pt x="471326" y="55040"/>
                  <a:pt x="471326" y="47506"/>
                </a:cubicBezTo>
                <a:cubicBezTo>
                  <a:pt x="471326" y="39971"/>
                  <a:pt x="470926" y="32937"/>
                  <a:pt x="470126" y="26403"/>
                </a:cubicBezTo>
                <a:cubicBezTo>
                  <a:pt x="482261" y="27470"/>
                  <a:pt x="506730" y="28070"/>
                  <a:pt x="543535" y="28203"/>
                </a:cubicBezTo>
                <a:cubicBezTo>
                  <a:pt x="538334" y="19136"/>
                  <a:pt x="533267" y="12001"/>
                  <a:pt x="528333" y="6801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600" dirty="0">
              <a:solidFill>
                <a:schemeClr val="accent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A584E353-5ADD-4BA2-8822-B442653EA5F6}"/>
              </a:ext>
            </a:extLst>
          </p:cNvPr>
          <p:cNvGrpSpPr/>
          <p:nvPr/>
        </p:nvGrpSpPr>
        <p:grpSpPr>
          <a:xfrm rot="10800000">
            <a:off x="5541703" y="1376552"/>
            <a:ext cx="829647" cy="374505"/>
            <a:chOff x="2915443" y="4344145"/>
            <a:chExt cx="509929" cy="230183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EB1565CE-EB51-445D-BA51-820C2B64E923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6719617C-733A-4458-99D4-921CA110FE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2F04A23D-E143-43DD-B54D-42C17960CC2B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11CD62EF-C387-4C6A-9805-228E22DED8B6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170B8BFA-3F99-4D11-B178-B71AA31F5BCF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0A4DA290-3DC9-40E3-B8F2-823218CF81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CDB21DFD-A2B8-4345-A03F-D379D7DA78E5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5EBCF382-54BC-4EF7-AABD-B06FDB196B8B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A2107494-09A6-4AC8-86DB-7E455B7D8EF3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C9241AEE-D60C-437E-9E86-7180DC751961}"/>
              </a:ext>
            </a:extLst>
          </p:cNvPr>
          <p:cNvSpPr/>
          <p:nvPr/>
        </p:nvSpPr>
        <p:spPr>
          <a:xfrm rot="10800000" flipH="1">
            <a:off x="6428994" y="1511708"/>
            <a:ext cx="4462429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72CE523D-5C59-42F3-A83C-CB6CCB2E922E}"/>
              </a:ext>
            </a:extLst>
          </p:cNvPr>
          <p:cNvSpPr/>
          <p:nvPr/>
        </p:nvSpPr>
        <p:spPr>
          <a:xfrm rot="10800000">
            <a:off x="1031558" y="1518911"/>
            <a:ext cx="4478811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1251CD03-230C-4B03-B6F9-51660A1A3984}"/>
              </a:ext>
            </a:extLst>
          </p:cNvPr>
          <p:cNvGrpSpPr/>
          <p:nvPr/>
        </p:nvGrpSpPr>
        <p:grpSpPr>
          <a:xfrm>
            <a:off x="1647964" y="7421966"/>
            <a:ext cx="8634700" cy="2145779"/>
            <a:chOff x="-1314866" y="1336485"/>
            <a:chExt cx="15585180" cy="3873019"/>
          </a:xfrm>
        </p:grpSpPr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983088BB-1C99-4CBE-8C11-BF7B09CC9DA3}"/>
                </a:ext>
              </a:extLst>
            </p:cNvPr>
            <p:cNvCxnSpPr>
              <a:cxnSpLocks/>
            </p:cNvCxnSpPr>
            <p:nvPr/>
          </p:nvCxnSpPr>
          <p:spPr>
            <a:xfrm>
              <a:off x="-1314866" y="4794232"/>
              <a:ext cx="155851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16A975F1-80BB-486A-A0E2-2DE7EE3A45EA}"/>
                </a:ext>
              </a:extLst>
            </p:cNvPr>
            <p:cNvCxnSpPr>
              <a:cxnSpLocks/>
            </p:cNvCxnSpPr>
            <p:nvPr/>
          </p:nvCxnSpPr>
          <p:spPr>
            <a:xfrm>
              <a:off x="5466833" y="1336485"/>
              <a:ext cx="0" cy="34374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9167DDAA-CDE9-4D2C-BD59-BFC93F2838F1}"/>
                </a:ext>
              </a:extLst>
            </p:cNvPr>
            <p:cNvCxnSpPr>
              <a:cxnSpLocks/>
            </p:cNvCxnSpPr>
            <p:nvPr/>
          </p:nvCxnSpPr>
          <p:spPr>
            <a:xfrm>
              <a:off x="7409162" y="1336485"/>
              <a:ext cx="0" cy="34374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C2FC0D64-3418-4F64-95F4-11A710C333C9}"/>
                </a:ext>
              </a:extLst>
            </p:cNvPr>
            <p:cNvCxnSpPr>
              <a:cxnSpLocks/>
            </p:cNvCxnSpPr>
            <p:nvPr/>
          </p:nvCxnSpPr>
          <p:spPr>
            <a:xfrm>
              <a:off x="6442814" y="1336485"/>
              <a:ext cx="0" cy="343746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2ADEC1A1-740B-4770-9817-F9B5608444C5}"/>
                </a:ext>
              </a:extLst>
            </p:cNvPr>
            <p:cNvCxnSpPr>
              <a:cxnSpLocks/>
            </p:cNvCxnSpPr>
            <p:nvPr/>
          </p:nvCxnSpPr>
          <p:spPr>
            <a:xfrm>
              <a:off x="-1314866" y="4592134"/>
              <a:ext cx="679746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563D447C-F875-4BC8-9840-65E63D143C7C}"/>
                </a:ext>
              </a:extLst>
            </p:cNvPr>
            <p:cNvCxnSpPr>
              <a:cxnSpLocks/>
            </p:cNvCxnSpPr>
            <p:nvPr/>
          </p:nvCxnSpPr>
          <p:spPr>
            <a:xfrm>
              <a:off x="7423824" y="4615317"/>
              <a:ext cx="684649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B6467198-0F6E-4D90-8514-AB079DB8DE56}"/>
                </a:ext>
              </a:extLst>
            </p:cNvPr>
            <p:cNvSpPr txBox="1"/>
            <p:nvPr/>
          </p:nvSpPr>
          <p:spPr>
            <a:xfrm>
              <a:off x="4946632" y="4896668"/>
              <a:ext cx="1077972" cy="312836"/>
            </a:xfrm>
            <a:custGeom>
              <a:avLst/>
              <a:gdLst/>
              <a:ahLst/>
              <a:cxnLst/>
              <a:rect l="l" t="t" r="r" b="b"/>
              <a:pathLst>
                <a:path w="674885" h="195857">
                  <a:moveTo>
                    <a:pt x="310219" y="138094"/>
                  </a:moveTo>
                  <a:lnTo>
                    <a:pt x="464926" y="138094"/>
                  </a:lnTo>
                  <a:lnTo>
                    <a:pt x="464926" y="154795"/>
                  </a:lnTo>
                  <a:lnTo>
                    <a:pt x="310219" y="154795"/>
                  </a:lnTo>
                  <a:close/>
                  <a:moveTo>
                    <a:pt x="310219" y="85980"/>
                  </a:moveTo>
                  <a:lnTo>
                    <a:pt x="464926" y="85980"/>
                  </a:lnTo>
                  <a:lnTo>
                    <a:pt x="464926" y="102682"/>
                  </a:lnTo>
                  <a:lnTo>
                    <a:pt x="310219" y="102682"/>
                  </a:lnTo>
                  <a:close/>
                  <a:moveTo>
                    <a:pt x="45835" y="71665"/>
                  </a:moveTo>
                  <a:cubicBezTo>
                    <a:pt x="48430" y="71665"/>
                    <a:pt x="50711" y="71958"/>
                    <a:pt x="52679" y="72544"/>
                  </a:cubicBezTo>
                  <a:cubicBezTo>
                    <a:pt x="54646" y="73130"/>
                    <a:pt x="56383" y="74030"/>
                    <a:pt x="57890" y="75244"/>
                  </a:cubicBezTo>
                  <a:cubicBezTo>
                    <a:pt x="59397" y="76458"/>
                    <a:pt x="60736" y="78027"/>
                    <a:pt x="61908" y="79953"/>
                  </a:cubicBezTo>
                  <a:cubicBezTo>
                    <a:pt x="63080" y="81878"/>
                    <a:pt x="64210" y="84494"/>
                    <a:pt x="65299" y="87801"/>
                  </a:cubicBezTo>
                  <a:cubicBezTo>
                    <a:pt x="66387" y="91108"/>
                    <a:pt x="67413" y="95210"/>
                    <a:pt x="68375" y="100107"/>
                  </a:cubicBezTo>
                  <a:cubicBezTo>
                    <a:pt x="69338" y="105005"/>
                    <a:pt x="70196" y="110091"/>
                    <a:pt x="70950" y="115365"/>
                  </a:cubicBezTo>
                  <a:lnTo>
                    <a:pt x="72205" y="115365"/>
                  </a:lnTo>
                  <a:cubicBezTo>
                    <a:pt x="80242" y="104063"/>
                    <a:pt x="86332" y="95796"/>
                    <a:pt x="90476" y="90564"/>
                  </a:cubicBezTo>
                  <a:cubicBezTo>
                    <a:pt x="94620" y="85332"/>
                    <a:pt x="98115" y="81439"/>
                    <a:pt x="100962" y="78885"/>
                  </a:cubicBezTo>
                  <a:cubicBezTo>
                    <a:pt x="103808" y="76332"/>
                    <a:pt x="106550" y="74532"/>
                    <a:pt x="109187" y="73486"/>
                  </a:cubicBezTo>
                  <a:cubicBezTo>
                    <a:pt x="111824" y="72439"/>
                    <a:pt x="115319" y="71916"/>
                    <a:pt x="119672" y="71916"/>
                  </a:cubicBezTo>
                  <a:cubicBezTo>
                    <a:pt x="123607" y="71916"/>
                    <a:pt x="126830" y="72418"/>
                    <a:pt x="129341" y="73423"/>
                  </a:cubicBezTo>
                  <a:lnTo>
                    <a:pt x="124318" y="96152"/>
                  </a:lnTo>
                  <a:lnTo>
                    <a:pt x="115528" y="96152"/>
                  </a:lnTo>
                  <a:cubicBezTo>
                    <a:pt x="115026" y="92636"/>
                    <a:pt x="113561" y="90878"/>
                    <a:pt x="111133" y="90878"/>
                  </a:cubicBezTo>
                  <a:cubicBezTo>
                    <a:pt x="110380" y="90878"/>
                    <a:pt x="109584" y="91003"/>
                    <a:pt x="108747" y="91255"/>
                  </a:cubicBezTo>
                  <a:cubicBezTo>
                    <a:pt x="107910" y="91506"/>
                    <a:pt x="106885" y="92050"/>
                    <a:pt x="105671" y="92887"/>
                  </a:cubicBezTo>
                  <a:cubicBezTo>
                    <a:pt x="104457" y="93724"/>
                    <a:pt x="102678" y="95357"/>
                    <a:pt x="100334" y="97784"/>
                  </a:cubicBezTo>
                  <a:cubicBezTo>
                    <a:pt x="97990" y="100212"/>
                    <a:pt x="95353" y="103184"/>
                    <a:pt x="92423" y="106700"/>
                  </a:cubicBezTo>
                  <a:cubicBezTo>
                    <a:pt x="89493" y="110216"/>
                    <a:pt x="86479" y="113900"/>
                    <a:pt x="83381" y="117751"/>
                  </a:cubicBezTo>
                  <a:lnTo>
                    <a:pt x="74842" y="128424"/>
                  </a:lnTo>
                  <a:cubicBezTo>
                    <a:pt x="76349" y="136461"/>
                    <a:pt x="77772" y="143409"/>
                    <a:pt x="79112" y="149270"/>
                  </a:cubicBezTo>
                  <a:cubicBezTo>
                    <a:pt x="80451" y="155130"/>
                    <a:pt x="81644" y="160006"/>
                    <a:pt x="82691" y="163899"/>
                  </a:cubicBezTo>
                  <a:cubicBezTo>
                    <a:pt x="83737" y="167792"/>
                    <a:pt x="84658" y="170868"/>
                    <a:pt x="85453" y="173129"/>
                  </a:cubicBezTo>
                  <a:cubicBezTo>
                    <a:pt x="86249" y="175389"/>
                    <a:pt x="87107" y="177084"/>
                    <a:pt x="88028" y="178214"/>
                  </a:cubicBezTo>
                  <a:cubicBezTo>
                    <a:pt x="88949" y="179344"/>
                    <a:pt x="89890" y="180140"/>
                    <a:pt x="90853" y="180600"/>
                  </a:cubicBezTo>
                  <a:cubicBezTo>
                    <a:pt x="91816" y="181061"/>
                    <a:pt x="92925" y="181291"/>
                    <a:pt x="94181" y="181291"/>
                  </a:cubicBezTo>
                  <a:cubicBezTo>
                    <a:pt x="96441" y="181291"/>
                    <a:pt x="98639" y="180412"/>
                    <a:pt x="100773" y="178654"/>
                  </a:cubicBezTo>
                  <a:cubicBezTo>
                    <a:pt x="102908" y="176896"/>
                    <a:pt x="105985" y="172919"/>
                    <a:pt x="110003" y="166724"/>
                  </a:cubicBezTo>
                  <a:lnTo>
                    <a:pt x="118165" y="172124"/>
                  </a:lnTo>
                  <a:cubicBezTo>
                    <a:pt x="112305" y="180830"/>
                    <a:pt x="107010" y="186963"/>
                    <a:pt x="102280" y="190521"/>
                  </a:cubicBezTo>
                  <a:cubicBezTo>
                    <a:pt x="97550" y="194078"/>
                    <a:pt x="91920" y="195857"/>
                    <a:pt x="85391" y="195857"/>
                  </a:cubicBezTo>
                  <a:cubicBezTo>
                    <a:pt x="81791" y="195857"/>
                    <a:pt x="78735" y="195209"/>
                    <a:pt x="76224" y="193911"/>
                  </a:cubicBezTo>
                  <a:cubicBezTo>
                    <a:pt x="73712" y="192613"/>
                    <a:pt x="71536" y="190541"/>
                    <a:pt x="69694" y="187695"/>
                  </a:cubicBezTo>
                  <a:cubicBezTo>
                    <a:pt x="67852" y="184849"/>
                    <a:pt x="66220" y="180412"/>
                    <a:pt x="64797" y="174384"/>
                  </a:cubicBezTo>
                  <a:cubicBezTo>
                    <a:pt x="62201" y="163669"/>
                    <a:pt x="60611" y="155465"/>
                    <a:pt x="60025" y="149772"/>
                  </a:cubicBezTo>
                  <a:lnTo>
                    <a:pt x="58769" y="149772"/>
                  </a:lnTo>
                  <a:cubicBezTo>
                    <a:pt x="49895" y="162246"/>
                    <a:pt x="43302" y="171203"/>
                    <a:pt x="38991" y="176645"/>
                  </a:cubicBezTo>
                  <a:cubicBezTo>
                    <a:pt x="34680" y="182086"/>
                    <a:pt x="31122" y="186105"/>
                    <a:pt x="28317" y="188700"/>
                  </a:cubicBezTo>
                  <a:cubicBezTo>
                    <a:pt x="25513" y="191295"/>
                    <a:pt x="22792" y="193116"/>
                    <a:pt x="20155" y="194162"/>
                  </a:cubicBezTo>
                  <a:cubicBezTo>
                    <a:pt x="17518" y="195209"/>
                    <a:pt x="14023" y="195732"/>
                    <a:pt x="9670" y="195732"/>
                  </a:cubicBezTo>
                  <a:cubicBezTo>
                    <a:pt x="5735" y="195732"/>
                    <a:pt x="2512" y="195230"/>
                    <a:pt x="0" y="194225"/>
                  </a:cubicBezTo>
                  <a:lnTo>
                    <a:pt x="5023" y="171496"/>
                  </a:lnTo>
                  <a:lnTo>
                    <a:pt x="13814" y="171496"/>
                  </a:lnTo>
                  <a:cubicBezTo>
                    <a:pt x="14316" y="175012"/>
                    <a:pt x="15781" y="176770"/>
                    <a:pt x="18209" y="176770"/>
                  </a:cubicBezTo>
                  <a:cubicBezTo>
                    <a:pt x="19381" y="176770"/>
                    <a:pt x="20615" y="176456"/>
                    <a:pt x="21913" y="175828"/>
                  </a:cubicBezTo>
                  <a:cubicBezTo>
                    <a:pt x="23211" y="175201"/>
                    <a:pt x="25073" y="173694"/>
                    <a:pt x="27501" y="171308"/>
                  </a:cubicBezTo>
                  <a:cubicBezTo>
                    <a:pt x="29929" y="168922"/>
                    <a:pt x="33277" y="165176"/>
                    <a:pt x="37547" y="160069"/>
                  </a:cubicBezTo>
                  <a:cubicBezTo>
                    <a:pt x="41817" y="154962"/>
                    <a:pt x="48011" y="147302"/>
                    <a:pt x="56132" y="137089"/>
                  </a:cubicBezTo>
                  <a:cubicBezTo>
                    <a:pt x="54876" y="130475"/>
                    <a:pt x="53579" y="124113"/>
                    <a:pt x="52239" y="118002"/>
                  </a:cubicBezTo>
                  <a:cubicBezTo>
                    <a:pt x="50900" y="111890"/>
                    <a:pt x="49518" y="106198"/>
                    <a:pt x="48095" y="100924"/>
                  </a:cubicBezTo>
                  <a:cubicBezTo>
                    <a:pt x="46672" y="95650"/>
                    <a:pt x="45500" y="92196"/>
                    <a:pt x="44579" y="90564"/>
                  </a:cubicBezTo>
                  <a:cubicBezTo>
                    <a:pt x="43658" y="88931"/>
                    <a:pt x="42675" y="87801"/>
                    <a:pt x="41628" y="87173"/>
                  </a:cubicBezTo>
                  <a:cubicBezTo>
                    <a:pt x="40582" y="86545"/>
                    <a:pt x="39263" y="86232"/>
                    <a:pt x="37673" y="86232"/>
                  </a:cubicBezTo>
                  <a:cubicBezTo>
                    <a:pt x="35915" y="86232"/>
                    <a:pt x="34324" y="86629"/>
                    <a:pt x="32901" y="87425"/>
                  </a:cubicBezTo>
                  <a:cubicBezTo>
                    <a:pt x="31478" y="88220"/>
                    <a:pt x="29929" y="89601"/>
                    <a:pt x="28255" y="91568"/>
                  </a:cubicBezTo>
                  <a:cubicBezTo>
                    <a:pt x="26580" y="93536"/>
                    <a:pt x="24362" y="96612"/>
                    <a:pt x="21599" y="100798"/>
                  </a:cubicBezTo>
                  <a:lnTo>
                    <a:pt x="13437" y="95398"/>
                  </a:lnTo>
                  <a:cubicBezTo>
                    <a:pt x="18711" y="87445"/>
                    <a:pt x="23776" y="81502"/>
                    <a:pt x="28631" y="77567"/>
                  </a:cubicBezTo>
                  <a:cubicBezTo>
                    <a:pt x="33487" y="73632"/>
                    <a:pt x="39221" y="71665"/>
                    <a:pt x="45835" y="71665"/>
                  </a:cubicBezTo>
                  <a:close/>
                  <a:moveTo>
                    <a:pt x="619884" y="31105"/>
                  </a:moveTo>
                  <a:cubicBezTo>
                    <a:pt x="614107" y="31105"/>
                    <a:pt x="609273" y="32821"/>
                    <a:pt x="605380" y="36253"/>
                  </a:cubicBezTo>
                  <a:cubicBezTo>
                    <a:pt x="601487" y="39686"/>
                    <a:pt x="598348" y="44625"/>
                    <a:pt x="595962" y="51071"/>
                  </a:cubicBezTo>
                  <a:cubicBezTo>
                    <a:pt x="593576" y="57517"/>
                    <a:pt x="591881" y="65365"/>
                    <a:pt x="590876" y="74616"/>
                  </a:cubicBezTo>
                  <a:cubicBezTo>
                    <a:pt x="589871" y="83867"/>
                    <a:pt x="589369" y="94310"/>
                    <a:pt x="589369" y="105947"/>
                  </a:cubicBezTo>
                  <a:cubicBezTo>
                    <a:pt x="589369" y="133238"/>
                    <a:pt x="591902" y="153267"/>
                    <a:pt x="596966" y="166034"/>
                  </a:cubicBezTo>
                  <a:cubicBezTo>
                    <a:pt x="602031" y="178800"/>
                    <a:pt x="609879" y="185184"/>
                    <a:pt x="620511" y="185184"/>
                  </a:cubicBezTo>
                  <a:cubicBezTo>
                    <a:pt x="630641" y="185184"/>
                    <a:pt x="638155" y="179177"/>
                    <a:pt x="643052" y="167164"/>
                  </a:cubicBezTo>
                  <a:cubicBezTo>
                    <a:pt x="647949" y="155151"/>
                    <a:pt x="650398" y="136545"/>
                    <a:pt x="650398" y="111346"/>
                  </a:cubicBezTo>
                  <a:cubicBezTo>
                    <a:pt x="650398" y="92092"/>
                    <a:pt x="649142" y="76500"/>
                    <a:pt x="646631" y="64570"/>
                  </a:cubicBezTo>
                  <a:cubicBezTo>
                    <a:pt x="644119" y="52641"/>
                    <a:pt x="640624" y="44081"/>
                    <a:pt x="636145" y="38890"/>
                  </a:cubicBezTo>
                  <a:cubicBezTo>
                    <a:pt x="631667" y="33700"/>
                    <a:pt x="626246" y="31105"/>
                    <a:pt x="619884" y="31105"/>
                  </a:cubicBezTo>
                  <a:close/>
                  <a:moveTo>
                    <a:pt x="620511" y="20431"/>
                  </a:moveTo>
                  <a:cubicBezTo>
                    <a:pt x="638845" y="20431"/>
                    <a:pt x="652491" y="27505"/>
                    <a:pt x="661448" y="41653"/>
                  </a:cubicBezTo>
                  <a:cubicBezTo>
                    <a:pt x="670406" y="55801"/>
                    <a:pt x="674885" y="77190"/>
                    <a:pt x="674885" y="105821"/>
                  </a:cubicBezTo>
                  <a:cubicBezTo>
                    <a:pt x="674885" y="135456"/>
                    <a:pt x="670092" y="157871"/>
                    <a:pt x="660507" y="173066"/>
                  </a:cubicBezTo>
                  <a:cubicBezTo>
                    <a:pt x="650921" y="188260"/>
                    <a:pt x="636920" y="195857"/>
                    <a:pt x="618502" y="195857"/>
                  </a:cubicBezTo>
                  <a:cubicBezTo>
                    <a:pt x="600420" y="195857"/>
                    <a:pt x="586962" y="188742"/>
                    <a:pt x="578130" y="174510"/>
                  </a:cubicBezTo>
                  <a:cubicBezTo>
                    <a:pt x="569298" y="160278"/>
                    <a:pt x="564882" y="138680"/>
                    <a:pt x="564882" y="109714"/>
                  </a:cubicBezTo>
                  <a:cubicBezTo>
                    <a:pt x="564882" y="94310"/>
                    <a:pt x="566243" y="80999"/>
                    <a:pt x="568963" y="69781"/>
                  </a:cubicBezTo>
                  <a:cubicBezTo>
                    <a:pt x="571684" y="58563"/>
                    <a:pt x="575493" y="49292"/>
                    <a:pt x="580391" y="41967"/>
                  </a:cubicBezTo>
                  <a:cubicBezTo>
                    <a:pt x="585288" y="34642"/>
                    <a:pt x="591169" y="29221"/>
                    <a:pt x="598034" y="25705"/>
                  </a:cubicBezTo>
                  <a:cubicBezTo>
                    <a:pt x="604898" y="22189"/>
                    <a:pt x="612391" y="20431"/>
                    <a:pt x="620511" y="20431"/>
                  </a:cubicBezTo>
                  <a:close/>
                  <a:moveTo>
                    <a:pt x="180352" y="0"/>
                  </a:moveTo>
                  <a:lnTo>
                    <a:pt x="204351" y="0"/>
                  </a:lnTo>
                  <a:lnTo>
                    <a:pt x="204351" y="7255"/>
                  </a:lnTo>
                  <a:lnTo>
                    <a:pt x="173376" y="81762"/>
                  </a:lnTo>
                  <a:lnTo>
                    <a:pt x="162493" y="785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0348503-EC17-4835-9B78-5D00615BF1F3}"/>
                </a:ext>
              </a:extLst>
            </p:cNvPr>
            <p:cNvSpPr txBox="1"/>
            <p:nvPr/>
          </p:nvSpPr>
          <p:spPr>
            <a:xfrm>
              <a:off x="6966926" y="4929302"/>
              <a:ext cx="941047" cy="280202"/>
            </a:xfrm>
            <a:custGeom>
              <a:avLst/>
              <a:gdLst/>
              <a:ahLst/>
              <a:cxnLst/>
              <a:rect l="l" t="t" r="r" b="b"/>
              <a:pathLst>
                <a:path w="589160" h="175426">
                  <a:moveTo>
                    <a:pt x="224494" y="117663"/>
                  </a:moveTo>
                  <a:lnTo>
                    <a:pt x="379201" y="117663"/>
                  </a:lnTo>
                  <a:lnTo>
                    <a:pt x="379201" y="134364"/>
                  </a:lnTo>
                  <a:lnTo>
                    <a:pt x="224494" y="134364"/>
                  </a:lnTo>
                  <a:close/>
                  <a:moveTo>
                    <a:pt x="224494" y="65549"/>
                  </a:moveTo>
                  <a:lnTo>
                    <a:pt x="379201" y="65549"/>
                  </a:lnTo>
                  <a:lnTo>
                    <a:pt x="379201" y="82251"/>
                  </a:lnTo>
                  <a:lnTo>
                    <a:pt x="224494" y="82251"/>
                  </a:lnTo>
                  <a:close/>
                  <a:moveTo>
                    <a:pt x="45835" y="51234"/>
                  </a:moveTo>
                  <a:cubicBezTo>
                    <a:pt x="48430" y="51234"/>
                    <a:pt x="50711" y="51527"/>
                    <a:pt x="52679" y="52113"/>
                  </a:cubicBezTo>
                  <a:cubicBezTo>
                    <a:pt x="54646" y="52699"/>
                    <a:pt x="56383" y="53599"/>
                    <a:pt x="57890" y="54813"/>
                  </a:cubicBezTo>
                  <a:cubicBezTo>
                    <a:pt x="59397" y="56027"/>
                    <a:pt x="60736" y="57596"/>
                    <a:pt x="61908" y="59522"/>
                  </a:cubicBezTo>
                  <a:cubicBezTo>
                    <a:pt x="63080" y="61447"/>
                    <a:pt x="64210" y="64063"/>
                    <a:pt x="65299" y="67370"/>
                  </a:cubicBezTo>
                  <a:cubicBezTo>
                    <a:pt x="66387" y="70677"/>
                    <a:pt x="67413" y="74779"/>
                    <a:pt x="68375" y="79676"/>
                  </a:cubicBezTo>
                  <a:cubicBezTo>
                    <a:pt x="69338" y="84574"/>
                    <a:pt x="70196" y="89660"/>
                    <a:pt x="70950" y="94934"/>
                  </a:cubicBezTo>
                  <a:lnTo>
                    <a:pt x="72205" y="94934"/>
                  </a:lnTo>
                  <a:cubicBezTo>
                    <a:pt x="80242" y="83632"/>
                    <a:pt x="86332" y="75365"/>
                    <a:pt x="90476" y="70133"/>
                  </a:cubicBezTo>
                  <a:cubicBezTo>
                    <a:pt x="94620" y="64901"/>
                    <a:pt x="98115" y="61008"/>
                    <a:pt x="100962" y="58454"/>
                  </a:cubicBezTo>
                  <a:cubicBezTo>
                    <a:pt x="103808" y="55901"/>
                    <a:pt x="106550" y="54101"/>
                    <a:pt x="109187" y="53055"/>
                  </a:cubicBezTo>
                  <a:cubicBezTo>
                    <a:pt x="111824" y="52008"/>
                    <a:pt x="115319" y="51485"/>
                    <a:pt x="119672" y="51485"/>
                  </a:cubicBezTo>
                  <a:cubicBezTo>
                    <a:pt x="123607" y="51485"/>
                    <a:pt x="126830" y="51987"/>
                    <a:pt x="129341" y="52992"/>
                  </a:cubicBezTo>
                  <a:lnTo>
                    <a:pt x="124318" y="75721"/>
                  </a:lnTo>
                  <a:lnTo>
                    <a:pt x="115528" y="75721"/>
                  </a:lnTo>
                  <a:cubicBezTo>
                    <a:pt x="115026" y="72205"/>
                    <a:pt x="113561" y="70447"/>
                    <a:pt x="111133" y="70447"/>
                  </a:cubicBezTo>
                  <a:cubicBezTo>
                    <a:pt x="110380" y="70447"/>
                    <a:pt x="109584" y="70572"/>
                    <a:pt x="108747" y="70824"/>
                  </a:cubicBezTo>
                  <a:cubicBezTo>
                    <a:pt x="107910" y="71075"/>
                    <a:pt x="106885" y="71619"/>
                    <a:pt x="105671" y="72456"/>
                  </a:cubicBezTo>
                  <a:cubicBezTo>
                    <a:pt x="104457" y="73293"/>
                    <a:pt x="102678" y="74926"/>
                    <a:pt x="100334" y="77353"/>
                  </a:cubicBezTo>
                  <a:cubicBezTo>
                    <a:pt x="97990" y="79781"/>
                    <a:pt x="95353" y="82753"/>
                    <a:pt x="92423" y="86269"/>
                  </a:cubicBezTo>
                  <a:cubicBezTo>
                    <a:pt x="89493" y="89785"/>
                    <a:pt x="86479" y="93469"/>
                    <a:pt x="83381" y="97320"/>
                  </a:cubicBezTo>
                  <a:lnTo>
                    <a:pt x="74842" y="107993"/>
                  </a:lnTo>
                  <a:cubicBezTo>
                    <a:pt x="76349" y="116030"/>
                    <a:pt x="77772" y="122978"/>
                    <a:pt x="79112" y="128839"/>
                  </a:cubicBezTo>
                  <a:cubicBezTo>
                    <a:pt x="80451" y="134699"/>
                    <a:pt x="81644" y="139575"/>
                    <a:pt x="82691" y="143468"/>
                  </a:cubicBezTo>
                  <a:cubicBezTo>
                    <a:pt x="83737" y="147361"/>
                    <a:pt x="84658" y="150437"/>
                    <a:pt x="85453" y="152698"/>
                  </a:cubicBezTo>
                  <a:cubicBezTo>
                    <a:pt x="86249" y="154958"/>
                    <a:pt x="87107" y="156653"/>
                    <a:pt x="88028" y="157783"/>
                  </a:cubicBezTo>
                  <a:cubicBezTo>
                    <a:pt x="88949" y="158913"/>
                    <a:pt x="89890" y="159709"/>
                    <a:pt x="90853" y="160169"/>
                  </a:cubicBezTo>
                  <a:cubicBezTo>
                    <a:pt x="91816" y="160630"/>
                    <a:pt x="92925" y="160860"/>
                    <a:pt x="94181" y="160860"/>
                  </a:cubicBezTo>
                  <a:cubicBezTo>
                    <a:pt x="96441" y="160860"/>
                    <a:pt x="98639" y="159981"/>
                    <a:pt x="100773" y="158223"/>
                  </a:cubicBezTo>
                  <a:cubicBezTo>
                    <a:pt x="102908" y="156465"/>
                    <a:pt x="105985" y="152488"/>
                    <a:pt x="110003" y="146293"/>
                  </a:cubicBezTo>
                  <a:lnTo>
                    <a:pt x="118165" y="151693"/>
                  </a:lnTo>
                  <a:cubicBezTo>
                    <a:pt x="112305" y="160399"/>
                    <a:pt x="107010" y="166532"/>
                    <a:pt x="102280" y="170090"/>
                  </a:cubicBezTo>
                  <a:cubicBezTo>
                    <a:pt x="97550" y="173647"/>
                    <a:pt x="91920" y="175426"/>
                    <a:pt x="85391" y="175426"/>
                  </a:cubicBezTo>
                  <a:cubicBezTo>
                    <a:pt x="81791" y="175426"/>
                    <a:pt x="78735" y="174778"/>
                    <a:pt x="76224" y="173480"/>
                  </a:cubicBezTo>
                  <a:cubicBezTo>
                    <a:pt x="73712" y="172182"/>
                    <a:pt x="71536" y="170110"/>
                    <a:pt x="69694" y="167264"/>
                  </a:cubicBezTo>
                  <a:cubicBezTo>
                    <a:pt x="67852" y="164418"/>
                    <a:pt x="66220" y="159981"/>
                    <a:pt x="64797" y="153953"/>
                  </a:cubicBezTo>
                  <a:cubicBezTo>
                    <a:pt x="62201" y="143238"/>
                    <a:pt x="60611" y="135034"/>
                    <a:pt x="60025" y="129341"/>
                  </a:cubicBezTo>
                  <a:lnTo>
                    <a:pt x="58769" y="129341"/>
                  </a:lnTo>
                  <a:cubicBezTo>
                    <a:pt x="49895" y="141815"/>
                    <a:pt x="43302" y="150772"/>
                    <a:pt x="38991" y="156214"/>
                  </a:cubicBezTo>
                  <a:cubicBezTo>
                    <a:pt x="34680" y="161655"/>
                    <a:pt x="31122" y="165674"/>
                    <a:pt x="28317" y="168269"/>
                  </a:cubicBezTo>
                  <a:cubicBezTo>
                    <a:pt x="25513" y="170864"/>
                    <a:pt x="22792" y="172685"/>
                    <a:pt x="20155" y="173731"/>
                  </a:cubicBezTo>
                  <a:cubicBezTo>
                    <a:pt x="17518" y="174778"/>
                    <a:pt x="14023" y="175301"/>
                    <a:pt x="9670" y="175301"/>
                  </a:cubicBezTo>
                  <a:cubicBezTo>
                    <a:pt x="5735" y="175301"/>
                    <a:pt x="2512" y="174799"/>
                    <a:pt x="0" y="173794"/>
                  </a:cubicBezTo>
                  <a:lnTo>
                    <a:pt x="5023" y="151065"/>
                  </a:lnTo>
                  <a:lnTo>
                    <a:pt x="13814" y="151065"/>
                  </a:lnTo>
                  <a:cubicBezTo>
                    <a:pt x="14316" y="154581"/>
                    <a:pt x="15781" y="156339"/>
                    <a:pt x="18209" y="156339"/>
                  </a:cubicBezTo>
                  <a:cubicBezTo>
                    <a:pt x="19381" y="156339"/>
                    <a:pt x="20615" y="156025"/>
                    <a:pt x="21913" y="155397"/>
                  </a:cubicBezTo>
                  <a:cubicBezTo>
                    <a:pt x="23211" y="154770"/>
                    <a:pt x="25073" y="153263"/>
                    <a:pt x="27501" y="150877"/>
                  </a:cubicBezTo>
                  <a:cubicBezTo>
                    <a:pt x="29929" y="148491"/>
                    <a:pt x="33277" y="144745"/>
                    <a:pt x="37547" y="139638"/>
                  </a:cubicBezTo>
                  <a:cubicBezTo>
                    <a:pt x="41817" y="134531"/>
                    <a:pt x="48011" y="126871"/>
                    <a:pt x="56132" y="116658"/>
                  </a:cubicBezTo>
                  <a:cubicBezTo>
                    <a:pt x="54876" y="110044"/>
                    <a:pt x="53579" y="103682"/>
                    <a:pt x="52239" y="97571"/>
                  </a:cubicBezTo>
                  <a:cubicBezTo>
                    <a:pt x="50900" y="91459"/>
                    <a:pt x="49518" y="85767"/>
                    <a:pt x="48095" y="80493"/>
                  </a:cubicBezTo>
                  <a:cubicBezTo>
                    <a:pt x="46672" y="75219"/>
                    <a:pt x="45500" y="71765"/>
                    <a:pt x="44579" y="70133"/>
                  </a:cubicBezTo>
                  <a:cubicBezTo>
                    <a:pt x="43658" y="68500"/>
                    <a:pt x="42675" y="67370"/>
                    <a:pt x="41628" y="66742"/>
                  </a:cubicBezTo>
                  <a:cubicBezTo>
                    <a:pt x="40582" y="66114"/>
                    <a:pt x="39263" y="65801"/>
                    <a:pt x="37673" y="65801"/>
                  </a:cubicBezTo>
                  <a:cubicBezTo>
                    <a:pt x="35915" y="65801"/>
                    <a:pt x="34324" y="66198"/>
                    <a:pt x="32901" y="66994"/>
                  </a:cubicBezTo>
                  <a:cubicBezTo>
                    <a:pt x="31478" y="67789"/>
                    <a:pt x="29929" y="69170"/>
                    <a:pt x="28255" y="71137"/>
                  </a:cubicBezTo>
                  <a:cubicBezTo>
                    <a:pt x="26580" y="73105"/>
                    <a:pt x="24362" y="76181"/>
                    <a:pt x="21599" y="80367"/>
                  </a:cubicBezTo>
                  <a:lnTo>
                    <a:pt x="13437" y="74967"/>
                  </a:lnTo>
                  <a:cubicBezTo>
                    <a:pt x="18711" y="67014"/>
                    <a:pt x="23776" y="61071"/>
                    <a:pt x="28631" y="57136"/>
                  </a:cubicBezTo>
                  <a:cubicBezTo>
                    <a:pt x="33487" y="53201"/>
                    <a:pt x="39221" y="51234"/>
                    <a:pt x="45835" y="51234"/>
                  </a:cubicBezTo>
                  <a:close/>
                  <a:moveTo>
                    <a:pt x="534159" y="10674"/>
                  </a:moveTo>
                  <a:cubicBezTo>
                    <a:pt x="528382" y="10674"/>
                    <a:pt x="523548" y="12390"/>
                    <a:pt x="519655" y="15822"/>
                  </a:cubicBezTo>
                  <a:cubicBezTo>
                    <a:pt x="515762" y="19255"/>
                    <a:pt x="512623" y="24194"/>
                    <a:pt x="510237" y="30640"/>
                  </a:cubicBezTo>
                  <a:cubicBezTo>
                    <a:pt x="507851" y="37086"/>
                    <a:pt x="506156" y="44934"/>
                    <a:pt x="505151" y="54185"/>
                  </a:cubicBezTo>
                  <a:cubicBezTo>
                    <a:pt x="504146" y="63436"/>
                    <a:pt x="503644" y="73879"/>
                    <a:pt x="503644" y="85516"/>
                  </a:cubicBezTo>
                  <a:cubicBezTo>
                    <a:pt x="503644" y="112807"/>
                    <a:pt x="506177" y="132836"/>
                    <a:pt x="511241" y="145603"/>
                  </a:cubicBezTo>
                  <a:cubicBezTo>
                    <a:pt x="516306" y="158369"/>
                    <a:pt x="524154" y="164753"/>
                    <a:pt x="534786" y="164753"/>
                  </a:cubicBezTo>
                  <a:cubicBezTo>
                    <a:pt x="544916" y="164753"/>
                    <a:pt x="552430" y="158746"/>
                    <a:pt x="557327" y="146733"/>
                  </a:cubicBezTo>
                  <a:cubicBezTo>
                    <a:pt x="562224" y="134720"/>
                    <a:pt x="564673" y="116114"/>
                    <a:pt x="564673" y="90915"/>
                  </a:cubicBezTo>
                  <a:cubicBezTo>
                    <a:pt x="564673" y="71661"/>
                    <a:pt x="563417" y="56069"/>
                    <a:pt x="560906" y="44139"/>
                  </a:cubicBezTo>
                  <a:cubicBezTo>
                    <a:pt x="558394" y="32210"/>
                    <a:pt x="554899" y="23650"/>
                    <a:pt x="550420" y="18459"/>
                  </a:cubicBezTo>
                  <a:cubicBezTo>
                    <a:pt x="545942" y="13269"/>
                    <a:pt x="540521" y="10674"/>
                    <a:pt x="534159" y="10674"/>
                  </a:cubicBezTo>
                  <a:close/>
                  <a:moveTo>
                    <a:pt x="534786" y="0"/>
                  </a:moveTo>
                  <a:cubicBezTo>
                    <a:pt x="553120" y="0"/>
                    <a:pt x="566766" y="7074"/>
                    <a:pt x="575723" y="21222"/>
                  </a:cubicBezTo>
                  <a:cubicBezTo>
                    <a:pt x="584681" y="35370"/>
                    <a:pt x="589160" y="56759"/>
                    <a:pt x="589160" y="85390"/>
                  </a:cubicBezTo>
                  <a:cubicBezTo>
                    <a:pt x="589160" y="115025"/>
                    <a:pt x="584367" y="137440"/>
                    <a:pt x="574782" y="152635"/>
                  </a:cubicBezTo>
                  <a:cubicBezTo>
                    <a:pt x="565196" y="167829"/>
                    <a:pt x="551195" y="175426"/>
                    <a:pt x="532777" y="175426"/>
                  </a:cubicBezTo>
                  <a:cubicBezTo>
                    <a:pt x="514695" y="175426"/>
                    <a:pt x="501237" y="168311"/>
                    <a:pt x="492405" y="154079"/>
                  </a:cubicBezTo>
                  <a:cubicBezTo>
                    <a:pt x="483573" y="139847"/>
                    <a:pt x="479157" y="118249"/>
                    <a:pt x="479157" y="89283"/>
                  </a:cubicBezTo>
                  <a:cubicBezTo>
                    <a:pt x="479157" y="73879"/>
                    <a:pt x="480518" y="60568"/>
                    <a:pt x="483238" y="49350"/>
                  </a:cubicBezTo>
                  <a:cubicBezTo>
                    <a:pt x="485959" y="38132"/>
                    <a:pt x="489768" y="28861"/>
                    <a:pt x="494666" y="21536"/>
                  </a:cubicBezTo>
                  <a:cubicBezTo>
                    <a:pt x="499563" y="14211"/>
                    <a:pt x="505444" y="8790"/>
                    <a:pt x="512309" y="5274"/>
                  </a:cubicBezTo>
                  <a:cubicBezTo>
                    <a:pt x="519173" y="1758"/>
                    <a:pt x="526666" y="0"/>
                    <a:pt x="53478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4003EF3C-BD78-4200-A86F-3BCB1DAD24B1}"/>
                </a:ext>
              </a:extLst>
            </p:cNvPr>
            <p:cNvSpPr txBox="1"/>
            <p:nvPr/>
          </p:nvSpPr>
          <p:spPr>
            <a:xfrm>
              <a:off x="455540" y="4880741"/>
              <a:ext cx="326403" cy="312836"/>
            </a:xfrm>
            <a:custGeom>
              <a:avLst/>
              <a:gdLst/>
              <a:ahLst/>
              <a:cxnLst/>
              <a:rect l="l" t="t" r="r" b="b"/>
              <a:pathLst>
                <a:path w="204351" h="195857">
                  <a:moveTo>
                    <a:pt x="45835" y="71665"/>
                  </a:moveTo>
                  <a:cubicBezTo>
                    <a:pt x="48430" y="71665"/>
                    <a:pt x="50711" y="71958"/>
                    <a:pt x="52679" y="72544"/>
                  </a:cubicBezTo>
                  <a:cubicBezTo>
                    <a:pt x="54646" y="73130"/>
                    <a:pt x="56383" y="74030"/>
                    <a:pt x="57890" y="75244"/>
                  </a:cubicBezTo>
                  <a:cubicBezTo>
                    <a:pt x="59397" y="76458"/>
                    <a:pt x="60736" y="78027"/>
                    <a:pt x="61908" y="79953"/>
                  </a:cubicBezTo>
                  <a:cubicBezTo>
                    <a:pt x="63080" y="81878"/>
                    <a:pt x="64210" y="84494"/>
                    <a:pt x="65299" y="87801"/>
                  </a:cubicBezTo>
                  <a:cubicBezTo>
                    <a:pt x="66387" y="91108"/>
                    <a:pt x="67413" y="95210"/>
                    <a:pt x="68375" y="100107"/>
                  </a:cubicBezTo>
                  <a:cubicBezTo>
                    <a:pt x="69338" y="105005"/>
                    <a:pt x="70196" y="110091"/>
                    <a:pt x="70950" y="115365"/>
                  </a:cubicBezTo>
                  <a:lnTo>
                    <a:pt x="72205" y="115365"/>
                  </a:lnTo>
                  <a:cubicBezTo>
                    <a:pt x="80242" y="104063"/>
                    <a:pt x="86332" y="95796"/>
                    <a:pt x="90476" y="90564"/>
                  </a:cubicBezTo>
                  <a:cubicBezTo>
                    <a:pt x="94620" y="85332"/>
                    <a:pt x="98115" y="81439"/>
                    <a:pt x="100962" y="78885"/>
                  </a:cubicBezTo>
                  <a:cubicBezTo>
                    <a:pt x="103808" y="76332"/>
                    <a:pt x="106550" y="74532"/>
                    <a:pt x="109187" y="73486"/>
                  </a:cubicBezTo>
                  <a:cubicBezTo>
                    <a:pt x="111824" y="72439"/>
                    <a:pt x="115319" y="71916"/>
                    <a:pt x="119672" y="71916"/>
                  </a:cubicBezTo>
                  <a:cubicBezTo>
                    <a:pt x="123607" y="71916"/>
                    <a:pt x="126830" y="72418"/>
                    <a:pt x="129341" y="73423"/>
                  </a:cubicBezTo>
                  <a:lnTo>
                    <a:pt x="124318" y="96152"/>
                  </a:lnTo>
                  <a:lnTo>
                    <a:pt x="115528" y="96152"/>
                  </a:lnTo>
                  <a:cubicBezTo>
                    <a:pt x="115026" y="92636"/>
                    <a:pt x="113561" y="90878"/>
                    <a:pt x="111133" y="90878"/>
                  </a:cubicBezTo>
                  <a:cubicBezTo>
                    <a:pt x="110380" y="90878"/>
                    <a:pt x="109584" y="91003"/>
                    <a:pt x="108747" y="91254"/>
                  </a:cubicBezTo>
                  <a:cubicBezTo>
                    <a:pt x="107910" y="91506"/>
                    <a:pt x="106885" y="92050"/>
                    <a:pt x="105671" y="92887"/>
                  </a:cubicBezTo>
                  <a:cubicBezTo>
                    <a:pt x="104457" y="93724"/>
                    <a:pt x="102678" y="95357"/>
                    <a:pt x="100334" y="97784"/>
                  </a:cubicBezTo>
                  <a:cubicBezTo>
                    <a:pt x="97990" y="100212"/>
                    <a:pt x="95353" y="103184"/>
                    <a:pt x="92423" y="106700"/>
                  </a:cubicBezTo>
                  <a:cubicBezTo>
                    <a:pt x="89493" y="110216"/>
                    <a:pt x="86479" y="113900"/>
                    <a:pt x="83381" y="117751"/>
                  </a:cubicBezTo>
                  <a:lnTo>
                    <a:pt x="74842" y="128424"/>
                  </a:lnTo>
                  <a:cubicBezTo>
                    <a:pt x="76349" y="136461"/>
                    <a:pt x="77772" y="143409"/>
                    <a:pt x="79112" y="149270"/>
                  </a:cubicBezTo>
                  <a:cubicBezTo>
                    <a:pt x="80451" y="155130"/>
                    <a:pt x="81644" y="160006"/>
                    <a:pt x="82691" y="163899"/>
                  </a:cubicBezTo>
                  <a:cubicBezTo>
                    <a:pt x="83737" y="167792"/>
                    <a:pt x="84658" y="170868"/>
                    <a:pt x="85453" y="173129"/>
                  </a:cubicBezTo>
                  <a:cubicBezTo>
                    <a:pt x="86249" y="175389"/>
                    <a:pt x="87107" y="177084"/>
                    <a:pt x="88028" y="178214"/>
                  </a:cubicBezTo>
                  <a:cubicBezTo>
                    <a:pt x="88948" y="179344"/>
                    <a:pt x="89890" y="180140"/>
                    <a:pt x="90853" y="180600"/>
                  </a:cubicBezTo>
                  <a:cubicBezTo>
                    <a:pt x="91816" y="181061"/>
                    <a:pt x="92925" y="181291"/>
                    <a:pt x="94181" y="181291"/>
                  </a:cubicBezTo>
                  <a:cubicBezTo>
                    <a:pt x="96441" y="181291"/>
                    <a:pt x="98639" y="180412"/>
                    <a:pt x="100773" y="178654"/>
                  </a:cubicBezTo>
                  <a:cubicBezTo>
                    <a:pt x="102908" y="176896"/>
                    <a:pt x="105985" y="172919"/>
                    <a:pt x="110003" y="166724"/>
                  </a:cubicBezTo>
                  <a:lnTo>
                    <a:pt x="118165" y="172124"/>
                  </a:lnTo>
                  <a:cubicBezTo>
                    <a:pt x="112305" y="180830"/>
                    <a:pt x="107010" y="186963"/>
                    <a:pt x="102280" y="190521"/>
                  </a:cubicBezTo>
                  <a:cubicBezTo>
                    <a:pt x="97550" y="194078"/>
                    <a:pt x="91920" y="195857"/>
                    <a:pt x="85390" y="195857"/>
                  </a:cubicBezTo>
                  <a:cubicBezTo>
                    <a:pt x="81791" y="195857"/>
                    <a:pt x="78735" y="195209"/>
                    <a:pt x="76224" y="193911"/>
                  </a:cubicBezTo>
                  <a:cubicBezTo>
                    <a:pt x="73712" y="192613"/>
                    <a:pt x="71536" y="190541"/>
                    <a:pt x="69694" y="187695"/>
                  </a:cubicBezTo>
                  <a:cubicBezTo>
                    <a:pt x="67852" y="184849"/>
                    <a:pt x="66220" y="180412"/>
                    <a:pt x="64796" y="174384"/>
                  </a:cubicBezTo>
                  <a:cubicBezTo>
                    <a:pt x="62201" y="163669"/>
                    <a:pt x="60611" y="155465"/>
                    <a:pt x="60025" y="149772"/>
                  </a:cubicBezTo>
                  <a:lnTo>
                    <a:pt x="58769" y="149772"/>
                  </a:lnTo>
                  <a:cubicBezTo>
                    <a:pt x="49895" y="162246"/>
                    <a:pt x="43302" y="171203"/>
                    <a:pt x="38991" y="176645"/>
                  </a:cubicBezTo>
                  <a:cubicBezTo>
                    <a:pt x="34680" y="182086"/>
                    <a:pt x="31122" y="186105"/>
                    <a:pt x="28317" y="188700"/>
                  </a:cubicBezTo>
                  <a:cubicBezTo>
                    <a:pt x="25513" y="191295"/>
                    <a:pt x="22792" y="193116"/>
                    <a:pt x="20155" y="194162"/>
                  </a:cubicBezTo>
                  <a:cubicBezTo>
                    <a:pt x="17518" y="195209"/>
                    <a:pt x="14023" y="195732"/>
                    <a:pt x="9670" y="195732"/>
                  </a:cubicBezTo>
                  <a:cubicBezTo>
                    <a:pt x="5735" y="195732"/>
                    <a:pt x="2512" y="195230"/>
                    <a:pt x="0" y="194225"/>
                  </a:cubicBezTo>
                  <a:lnTo>
                    <a:pt x="5023" y="171496"/>
                  </a:lnTo>
                  <a:lnTo>
                    <a:pt x="13813" y="171496"/>
                  </a:lnTo>
                  <a:cubicBezTo>
                    <a:pt x="14316" y="175012"/>
                    <a:pt x="15781" y="176770"/>
                    <a:pt x="18209" y="176770"/>
                  </a:cubicBezTo>
                  <a:cubicBezTo>
                    <a:pt x="19381" y="176770"/>
                    <a:pt x="20615" y="176456"/>
                    <a:pt x="21913" y="175828"/>
                  </a:cubicBezTo>
                  <a:cubicBezTo>
                    <a:pt x="23211" y="175201"/>
                    <a:pt x="25073" y="173694"/>
                    <a:pt x="27501" y="171308"/>
                  </a:cubicBezTo>
                  <a:cubicBezTo>
                    <a:pt x="29929" y="168922"/>
                    <a:pt x="33277" y="165176"/>
                    <a:pt x="37547" y="160069"/>
                  </a:cubicBezTo>
                  <a:cubicBezTo>
                    <a:pt x="41816" y="154962"/>
                    <a:pt x="48011" y="147302"/>
                    <a:pt x="56132" y="137089"/>
                  </a:cubicBezTo>
                  <a:cubicBezTo>
                    <a:pt x="54876" y="130475"/>
                    <a:pt x="53578" y="124113"/>
                    <a:pt x="52239" y="118002"/>
                  </a:cubicBezTo>
                  <a:cubicBezTo>
                    <a:pt x="50900" y="111890"/>
                    <a:pt x="49518" y="106198"/>
                    <a:pt x="48095" y="100924"/>
                  </a:cubicBezTo>
                  <a:cubicBezTo>
                    <a:pt x="46672" y="95650"/>
                    <a:pt x="45500" y="92196"/>
                    <a:pt x="44579" y="90564"/>
                  </a:cubicBezTo>
                  <a:cubicBezTo>
                    <a:pt x="43658" y="88931"/>
                    <a:pt x="42674" y="87801"/>
                    <a:pt x="41628" y="87173"/>
                  </a:cubicBezTo>
                  <a:cubicBezTo>
                    <a:pt x="40582" y="86545"/>
                    <a:pt x="39263" y="86232"/>
                    <a:pt x="37672" y="86232"/>
                  </a:cubicBezTo>
                  <a:cubicBezTo>
                    <a:pt x="35914" y="86232"/>
                    <a:pt x="34324" y="86629"/>
                    <a:pt x="32901" y="87424"/>
                  </a:cubicBezTo>
                  <a:cubicBezTo>
                    <a:pt x="31477" y="88220"/>
                    <a:pt x="29929" y="89601"/>
                    <a:pt x="28254" y="91568"/>
                  </a:cubicBezTo>
                  <a:cubicBezTo>
                    <a:pt x="26580" y="93536"/>
                    <a:pt x="24362" y="96612"/>
                    <a:pt x="21599" y="100798"/>
                  </a:cubicBezTo>
                  <a:lnTo>
                    <a:pt x="13437" y="95398"/>
                  </a:lnTo>
                  <a:cubicBezTo>
                    <a:pt x="18711" y="87445"/>
                    <a:pt x="23776" y="81502"/>
                    <a:pt x="28631" y="77567"/>
                  </a:cubicBezTo>
                  <a:cubicBezTo>
                    <a:pt x="33487" y="73632"/>
                    <a:pt x="39221" y="71665"/>
                    <a:pt x="45835" y="71665"/>
                  </a:cubicBezTo>
                  <a:close/>
                  <a:moveTo>
                    <a:pt x="180352" y="0"/>
                  </a:moveTo>
                  <a:lnTo>
                    <a:pt x="204351" y="0"/>
                  </a:lnTo>
                  <a:lnTo>
                    <a:pt x="204351" y="7255"/>
                  </a:lnTo>
                  <a:lnTo>
                    <a:pt x="173376" y="81762"/>
                  </a:lnTo>
                  <a:lnTo>
                    <a:pt x="162493" y="785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/>
            </a:p>
          </p:txBody>
        </p: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66A98830-B598-4652-9CB0-B76D122D1E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14864" y="5056532"/>
              <a:ext cx="1420764" cy="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6207C9BA-786D-43F8-92D3-EAE8550A54A3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535" y="5056532"/>
              <a:ext cx="14380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B9782AA7-FF8C-4E7C-A1C1-66682A410A92}"/>
                </a:ext>
              </a:extLst>
            </p:cNvPr>
            <p:cNvSpPr txBox="1"/>
            <p:nvPr/>
          </p:nvSpPr>
          <p:spPr>
            <a:xfrm>
              <a:off x="12135870" y="5011136"/>
              <a:ext cx="206592" cy="198368"/>
            </a:xfrm>
            <a:custGeom>
              <a:avLst/>
              <a:gdLst/>
              <a:ahLst/>
              <a:cxnLst/>
              <a:rect l="l" t="t" r="r" b="b"/>
              <a:pathLst>
                <a:path w="129341" h="124192">
                  <a:moveTo>
                    <a:pt x="45835" y="0"/>
                  </a:moveTo>
                  <a:cubicBezTo>
                    <a:pt x="48430" y="0"/>
                    <a:pt x="50711" y="293"/>
                    <a:pt x="52678" y="879"/>
                  </a:cubicBezTo>
                  <a:cubicBezTo>
                    <a:pt x="54646" y="1465"/>
                    <a:pt x="56383" y="2365"/>
                    <a:pt x="57890" y="3579"/>
                  </a:cubicBezTo>
                  <a:cubicBezTo>
                    <a:pt x="59397" y="4793"/>
                    <a:pt x="60736" y="6362"/>
                    <a:pt x="61908" y="8288"/>
                  </a:cubicBezTo>
                  <a:cubicBezTo>
                    <a:pt x="63080" y="10213"/>
                    <a:pt x="64210" y="12829"/>
                    <a:pt x="65299" y="16136"/>
                  </a:cubicBezTo>
                  <a:cubicBezTo>
                    <a:pt x="66387" y="19443"/>
                    <a:pt x="67412" y="23545"/>
                    <a:pt x="68375" y="28442"/>
                  </a:cubicBezTo>
                  <a:cubicBezTo>
                    <a:pt x="69338" y="33340"/>
                    <a:pt x="70196" y="38426"/>
                    <a:pt x="70949" y="43700"/>
                  </a:cubicBezTo>
                  <a:lnTo>
                    <a:pt x="72205" y="43700"/>
                  </a:lnTo>
                  <a:cubicBezTo>
                    <a:pt x="80242" y="32398"/>
                    <a:pt x="86332" y="24131"/>
                    <a:pt x="90476" y="18899"/>
                  </a:cubicBezTo>
                  <a:cubicBezTo>
                    <a:pt x="94620" y="13667"/>
                    <a:pt x="98115" y="9774"/>
                    <a:pt x="100961" y="7220"/>
                  </a:cubicBezTo>
                  <a:cubicBezTo>
                    <a:pt x="103808" y="4667"/>
                    <a:pt x="106550" y="2867"/>
                    <a:pt x="109187" y="1821"/>
                  </a:cubicBezTo>
                  <a:cubicBezTo>
                    <a:pt x="111824" y="774"/>
                    <a:pt x="115319" y="251"/>
                    <a:pt x="119672" y="251"/>
                  </a:cubicBezTo>
                  <a:cubicBezTo>
                    <a:pt x="123607" y="251"/>
                    <a:pt x="126830" y="753"/>
                    <a:pt x="129341" y="1758"/>
                  </a:cubicBezTo>
                  <a:lnTo>
                    <a:pt x="124318" y="24487"/>
                  </a:lnTo>
                  <a:lnTo>
                    <a:pt x="115528" y="24487"/>
                  </a:lnTo>
                  <a:cubicBezTo>
                    <a:pt x="115026" y="20971"/>
                    <a:pt x="113561" y="19213"/>
                    <a:pt x="111133" y="19213"/>
                  </a:cubicBezTo>
                  <a:cubicBezTo>
                    <a:pt x="110380" y="19213"/>
                    <a:pt x="109584" y="19338"/>
                    <a:pt x="108747" y="19590"/>
                  </a:cubicBezTo>
                  <a:cubicBezTo>
                    <a:pt x="107910" y="19841"/>
                    <a:pt x="106884" y="20385"/>
                    <a:pt x="105670" y="21222"/>
                  </a:cubicBezTo>
                  <a:cubicBezTo>
                    <a:pt x="104457" y="22059"/>
                    <a:pt x="102678" y="23692"/>
                    <a:pt x="100334" y="26119"/>
                  </a:cubicBezTo>
                  <a:cubicBezTo>
                    <a:pt x="97990" y="28547"/>
                    <a:pt x="95353" y="31519"/>
                    <a:pt x="92422" y="35035"/>
                  </a:cubicBezTo>
                  <a:cubicBezTo>
                    <a:pt x="89492" y="38551"/>
                    <a:pt x="86479" y="42235"/>
                    <a:pt x="83381" y="46086"/>
                  </a:cubicBezTo>
                  <a:lnTo>
                    <a:pt x="74842" y="56759"/>
                  </a:lnTo>
                  <a:cubicBezTo>
                    <a:pt x="76349" y="64796"/>
                    <a:pt x="77772" y="71744"/>
                    <a:pt x="79112" y="77605"/>
                  </a:cubicBezTo>
                  <a:cubicBezTo>
                    <a:pt x="80451" y="83465"/>
                    <a:pt x="81644" y="88341"/>
                    <a:pt x="82691" y="92234"/>
                  </a:cubicBezTo>
                  <a:cubicBezTo>
                    <a:pt x="83737" y="96127"/>
                    <a:pt x="84658" y="99203"/>
                    <a:pt x="85453" y="101464"/>
                  </a:cubicBezTo>
                  <a:cubicBezTo>
                    <a:pt x="86248" y="103724"/>
                    <a:pt x="87107" y="105419"/>
                    <a:pt x="88027" y="106549"/>
                  </a:cubicBezTo>
                  <a:cubicBezTo>
                    <a:pt x="88948" y="107679"/>
                    <a:pt x="89890" y="108475"/>
                    <a:pt x="90853" y="108935"/>
                  </a:cubicBezTo>
                  <a:cubicBezTo>
                    <a:pt x="91816" y="109396"/>
                    <a:pt x="92925" y="109626"/>
                    <a:pt x="94181" y="109626"/>
                  </a:cubicBezTo>
                  <a:cubicBezTo>
                    <a:pt x="96441" y="109626"/>
                    <a:pt x="98638" y="108747"/>
                    <a:pt x="100773" y="106989"/>
                  </a:cubicBezTo>
                  <a:cubicBezTo>
                    <a:pt x="102908" y="105231"/>
                    <a:pt x="105984" y="101254"/>
                    <a:pt x="110003" y="95059"/>
                  </a:cubicBezTo>
                  <a:lnTo>
                    <a:pt x="118165" y="100459"/>
                  </a:lnTo>
                  <a:cubicBezTo>
                    <a:pt x="112305" y="109165"/>
                    <a:pt x="107010" y="115298"/>
                    <a:pt x="102280" y="118856"/>
                  </a:cubicBezTo>
                  <a:cubicBezTo>
                    <a:pt x="97550" y="122413"/>
                    <a:pt x="91920" y="124192"/>
                    <a:pt x="85390" y="124192"/>
                  </a:cubicBezTo>
                  <a:cubicBezTo>
                    <a:pt x="81791" y="124192"/>
                    <a:pt x="78735" y="123544"/>
                    <a:pt x="76223" y="122246"/>
                  </a:cubicBezTo>
                  <a:cubicBezTo>
                    <a:pt x="73712" y="120948"/>
                    <a:pt x="71535" y="118876"/>
                    <a:pt x="69694" y="116030"/>
                  </a:cubicBezTo>
                  <a:cubicBezTo>
                    <a:pt x="67852" y="113184"/>
                    <a:pt x="66219" y="108747"/>
                    <a:pt x="64796" y="102719"/>
                  </a:cubicBezTo>
                  <a:cubicBezTo>
                    <a:pt x="62201" y="92004"/>
                    <a:pt x="60610" y="83800"/>
                    <a:pt x="60024" y="78107"/>
                  </a:cubicBezTo>
                  <a:lnTo>
                    <a:pt x="58769" y="78107"/>
                  </a:lnTo>
                  <a:cubicBezTo>
                    <a:pt x="49895" y="90581"/>
                    <a:pt x="43302" y="99538"/>
                    <a:pt x="38991" y="104980"/>
                  </a:cubicBezTo>
                  <a:cubicBezTo>
                    <a:pt x="34679" y="110421"/>
                    <a:pt x="31122" y="114440"/>
                    <a:pt x="28317" y="117035"/>
                  </a:cubicBezTo>
                  <a:cubicBezTo>
                    <a:pt x="25513" y="119630"/>
                    <a:pt x="22792" y="121451"/>
                    <a:pt x="20155" y="122497"/>
                  </a:cubicBezTo>
                  <a:cubicBezTo>
                    <a:pt x="17518" y="123544"/>
                    <a:pt x="14023" y="124067"/>
                    <a:pt x="9669" y="124067"/>
                  </a:cubicBezTo>
                  <a:cubicBezTo>
                    <a:pt x="5735" y="124067"/>
                    <a:pt x="2512" y="123565"/>
                    <a:pt x="0" y="122560"/>
                  </a:cubicBezTo>
                  <a:lnTo>
                    <a:pt x="5023" y="99831"/>
                  </a:lnTo>
                  <a:lnTo>
                    <a:pt x="13813" y="99831"/>
                  </a:lnTo>
                  <a:cubicBezTo>
                    <a:pt x="14316" y="103347"/>
                    <a:pt x="15781" y="105105"/>
                    <a:pt x="18208" y="105105"/>
                  </a:cubicBezTo>
                  <a:cubicBezTo>
                    <a:pt x="19380" y="105105"/>
                    <a:pt x="20615" y="104791"/>
                    <a:pt x="21913" y="104163"/>
                  </a:cubicBezTo>
                  <a:cubicBezTo>
                    <a:pt x="23210" y="103536"/>
                    <a:pt x="25073" y="102029"/>
                    <a:pt x="27501" y="99643"/>
                  </a:cubicBezTo>
                  <a:cubicBezTo>
                    <a:pt x="29929" y="97257"/>
                    <a:pt x="33277" y="93511"/>
                    <a:pt x="37547" y="88404"/>
                  </a:cubicBezTo>
                  <a:cubicBezTo>
                    <a:pt x="41816" y="83297"/>
                    <a:pt x="48011" y="75637"/>
                    <a:pt x="56132" y="65424"/>
                  </a:cubicBezTo>
                  <a:cubicBezTo>
                    <a:pt x="54876" y="58810"/>
                    <a:pt x="53578" y="52448"/>
                    <a:pt x="52239" y="46337"/>
                  </a:cubicBezTo>
                  <a:cubicBezTo>
                    <a:pt x="50899" y="40225"/>
                    <a:pt x="49518" y="34533"/>
                    <a:pt x="48095" y="29259"/>
                  </a:cubicBezTo>
                  <a:cubicBezTo>
                    <a:pt x="46672" y="23985"/>
                    <a:pt x="45500" y="20531"/>
                    <a:pt x="44579" y="18899"/>
                  </a:cubicBezTo>
                  <a:cubicBezTo>
                    <a:pt x="43658" y="17266"/>
                    <a:pt x="42674" y="16136"/>
                    <a:pt x="41628" y="15508"/>
                  </a:cubicBezTo>
                  <a:cubicBezTo>
                    <a:pt x="40581" y="14880"/>
                    <a:pt x="39263" y="14567"/>
                    <a:pt x="37672" y="14567"/>
                  </a:cubicBezTo>
                  <a:cubicBezTo>
                    <a:pt x="35914" y="14567"/>
                    <a:pt x="34324" y="14964"/>
                    <a:pt x="32901" y="15760"/>
                  </a:cubicBezTo>
                  <a:cubicBezTo>
                    <a:pt x="31477" y="16555"/>
                    <a:pt x="29929" y="17936"/>
                    <a:pt x="28254" y="19903"/>
                  </a:cubicBezTo>
                  <a:cubicBezTo>
                    <a:pt x="26580" y="21871"/>
                    <a:pt x="24362" y="24947"/>
                    <a:pt x="21599" y="29133"/>
                  </a:cubicBezTo>
                  <a:lnTo>
                    <a:pt x="13437" y="23733"/>
                  </a:lnTo>
                  <a:cubicBezTo>
                    <a:pt x="18711" y="15780"/>
                    <a:pt x="23776" y="9837"/>
                    <a:pt x="28631" y="5902"/>
                  </a:cubicBezTo>
                  <a:cubicBezTo>
                    <a:pt x="33487" y="1967"/>
                    <a:pt x="39221" y="0"/>
                    <a:pt x="4583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7771AD0D-77C7-4E83-8DCC-8C2AAA96B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9657" y="3544236"/>
              <a:ext cx="328912" cy="2876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6E012C5C-36E8-403E-B378-038126BB1E45}"/>
                </a:ext>
              </a:extLst>
            </p:cNvPr>
            <p:cNvGrpSpPr/>
            <p:nvPr/>
          </p:nvGrpSpPr>
          <p:grpSpPr>
            <a:xfrm>
              <a:off x="-904148" y="2994071"/>
              <a:ext cx="4142038" cy="387491"/>
              <a:chOff x="-977360" y="9816143"/>
              <a:chExt cx="4142038" cy="387491"/>
            </a:xfrm>
          </p:grpSpPr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CA1617C3-904D-4F37-B790-6DA319DE4FCE}"/>
                  </a:ext>
                </a:extLst>
              </p:cNvPr>
              <p:cNvSpPr txBox="1"/>
              <p:nvPr/>
            </p:nvSpPr>
            <p:spPr>
              <a:xfrm>
                <a:off x="-977360" y="9856131"/>
                <a:ext cx="639474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400355" h="213199">
                    <a:moveTo>
                      <a:pt x="358436" y="34205"/>
                    </a:moveTo>
                    <a:cubicBezTo>
                      <a:pt x="363579" y="39520"/>
                      <a:pt x="368637" y="43034"/>
                      <a:pt x="373609" y="44749"/>
                    </a:cubicBezTo>
                    <a:cubicBezTo>
                      <a:pt x="375667" y="45606"/>
                      <a:pt x="376695" y="46463"/>
                      <a:pt x="376695" y="47321"/>
                    </a:cubicBezTo>
                    <a:cubicBezTo>
                      <a:pt x="376695" y="48178"/>
                      <a:pt x="375024" y="49378"/>
                      <a:pt x="371680" y="50921"/>
                    </a:cubicBezTo>
                    <a:cubicBezTo>
                      <a:pt x="368337" y="52464"/>
                      <a:pt x="363236" y="57865"/>
                      <a:pt x="356378" y="67123"/>
                    </a:cubicBezTo>
                    <a:cubicBezTo>
                      <a:pt x="344034" y="83754"/>
                      <a:pt x="332033" y="98498"/>
                      <a:pt x="320374" y="111357"/>
                    </a:cubicBezTo>
                    <a:lnTo>
                      <a:pt x="376695" y="171022"/>
                    </a:lnTo>
                    <a:lnTo>
                      <a:pt x="363579" y="182080"/>
                    </a:lnTo>
                    <a:cubicBezTo>
                      <a:pt x="344891" y="159963"/>
                      <a:pt x="327232" y="139989"/>
                      <a:pt x="310601" y="122159"/>
                    </a:cubicBezTo>
                    <a:cubicBezTo>
                      <a:pt x="290199" y="143761"/>
                      <a:pt x="267739" y="163650"/>
                      <a:pt x="243221" y="181823"/>
                    </a:cubicBezTo>
                    <a:cubicBezTo>
                      <a:pt x="242021" y="175994"/>
                      <a:pt x="237735" y="171365"/>
                      <a:pt x="230363" y="167936"/>
                    </a:cubicBezTo>
                    <a:cubicBezTo>
                      <a:pt x="253508" y="154906"/>
                      <a:pt x="276997" y="136218"/>
                      <a:pt x="300829" y="111872"/>
                    </a:cubicBezTo>
                    <a:cubicBezTo>
                      <a:pt x="280083" y="89926"/>
                      <a:pt x="260195" y="70209"/>
                      <a:pt x="241164" y="52721"/>
                    </a:cubicBezTo>
                    <a:lnTo>
                      <a:pt x="251708" y="43720"/>
                    </a:lnTo>
                    <a:cubicBezTo>
                      <a:pt x="276226" y="67037"/>
                      <a:pt x="295942" y="86240"/>
                      <a:pt x="310858" y="101327"/>
                    </a:cubicBezTo>
                    <a:cubicBezTo>
                      <a:pt x="332290" y="77324"/>
                      <a:pt x="348149" y="54950"/>
                      <a:pt x="358436" y="34205"/>
                    </a:cubicBezTo>
                    <a:close/>
                    <a:moveTo>
                      <a:pt x="201559" y="9773"/>
                    </a:moveTo>
                    <a:cubicBezTo>
                      <a:pt x="210817" y="11488"/>
                      <a:pt x="242964" y="12345"/>
                      <a:pt x="298000" y="12345"/>
                    </a:cubicBezTo>
                    <a:cubicBezTo>
                      <a:pt x="353035" y="12345"/>
                      <a:pt x="384153" y="11488"/>
                      <a:pt x="391354" y="9773"/>
                    </a:cubicBezTo>
                    <a:lnTo>
                      <a:pt x="391354" y="28547"/>
                    </a:lnTo>
                    <a:cubicBezTo>
                      <a:pt x="379010" y="26661"/>
                      <a:pt x="348577" y="25718"/>
                      <a:pt x="300057" y="25718"/>
                    </a:cubicBezTo>
                    <a:lnTo>
                      <a:pt x="218275" y="25718"/>
                    </a:lnTo>
                    <a:lnTo>
                      <a:pt x="218275" y="197254"/>
                    </a:lnTo>
                    <a:lnTo>
                      <a:pt x="311116" y="197254"/>
                    </a:lnTo>
                    <a:cubicBezTo>
                      <a:pt x="357921" y="197254"/>
                      <a:pt x="387668" y="196311"/>
                      <a:pt x="400355" y="194425"/>
                    </a:cubicBezTo>
                    <a:lnTo>
                      <a:pt x="400355" y="213199"/>
                    </a:lnTo>
                    <a:cubicBezTo>
                      <a:pt x="390926" y="211313"/>
                      <a:pt x="357750" y="210370"/>
                      <a:pt x="300829" y="210370"/>
                    </a:cubicBezTo>
                    <a:cubicBezTo>
                      <a:pt x="243907" y="210370"/>
                      <a:pt x="210817" y="211313"/>
                      <a:pt x="201559" y="213199"/>
                    </a:cubicBezTo>
                    <a:cubicBezTo>
                      <a:pt x="202416" y="199654"/>
                      <a:pt x="202845" y="185852"/>
                      <a:pt x="202845" y="171793"/>
                    </a:cubicBezTo>
                    <a:lnTo>
                      <a:pt x="202845" y="51435"/>
                    </a:lnTo>
                    <a:cubicBezTo>
                      <a:pt x="202845" y="34805"/>
                      <a:pt x="202416" y="20917"/>
                      <a:pt x="201559" y="9773"/>
                    </a:cubicBezTo>
                    <a:close/>
                    <a:moveTo>
                      <a:pt x="0" y="0"/>
                    </a:moveTo>
                    <a:lnTo>
                      <a:pt x="4115" y="0"/>
                    </a:lnTo>
                    <a:lnTo>
                      <a:pt x="126788" y="141447"/>
                    </a:lnTo>
                    <a:lnTo>
                      <a:pt x="126788" y="0"/>
                    </a:lnTo>
                    <a:lnTo>
                      <a:pt x="145047" y="0"/>
                    </a:lnTo>
                    <a:lnTo>
                      <a:pt x="145047" y="184652"/>
                    </a:lnTo>
                    <a:lnTo>
                      <a:pt x="140932" y="184652"/>
                    </a:lnTo>
                    <a:lnTo>
                      <a:pt x="19031" y="45006"/>
                    </a:lnTo>
                    <a:lnTo>
                      <a:pt x="19031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33E8AA14-B798-4255-84A2-4568D17C6711}"/>
                  </a:ext>
                </a:extLst>
              </p:cNvPr>
              <p:cNvSpPr txBox="1"/>
              <p:nvPr/>
            </p:nvSpPr>
            <p:spPr>
              <a:xfrm>
                <a:off x="-260355" y="9816143"/>
                <a:ext cx="1775413" cy="380963"/>
              </a:xfrm>
              <a:custGeom>
                <a:avLst/>
                <a:gdLst/>
                <a:ahLst/>
                <a:cxnLst/>
                <a:rect l="l" t="t" r="r" b="b"/>
                <a:pathLst>
                  <a:path w="1111531" h="238509">
                    <a:moveTo>
                      <a:pt x="660502" y="126397"/>
                    </a:moveTo>
                    <a:cubicBezTo>
                      <a:pt x="683444" y="127913"/>
                      <a:pt x="710668" y="128672"/>
                      <a:pt x="742173" y="128672"/>
                    </a:cubicBezTo>
                    <a:cubicBezTo>
                      <a:pt x="773679" y="128672"/>
                      <a:pt x="798627" y="127913"/>
                      <a:pt x="817017" y="126397"/>
                    </a:cubicBezTo>
                    <a:lnTo>
                      <a:pt x="817017" y="148189"/>
                    </a:lnTo>
                    <a:cubicBezTo>
                      <a:pt x="800186" y="146844"/>
                      <a:pt x="777481" y="146171"/>
                      <a:pt x="748902" y="146171"/>
                    </a:cubicBezTo>
                    <a:lnTo>
                      <a:pt x="748902" y="208898"/>
                    </a:lnTo>
                    <a:cubicBezTo>
                      <a:pt x="795338" y="208898"/>
                      <a:pt x="829060" y="208140"/>
                      <a:pt x="850068" y="206624"/>
                    </a:cubicBezTo>
                    <a:lnTo>
                      <a:pt x="850068" y="228419"/>
                    </a:lnTo>
                    <a:cubicBezTo>
                      <a:pt x="828219" y="227074"/>
                      <a:pt x="794380" y="226402"/>
                      <a:pt x="748551" y="226402"/>
                    </a:cubicBezTo>
                    <a:cubicBezTo>
                      <a:pt x="702721" y="226402"/>
                      <a:pt x="662691" y="227074"/>
                      <a:pt x="628460" y="228419"/>
                    </a:cubicBezTo>
                    <a:lnTo>
                      <a:pt x="628460" y="206624"/>
                    </a:lnTo>
                    <a:cubicBezTo>
                      <a:pt x="654885" y="208140"/>
                      <a:pt x="688019" y="208898"/>
                      <a:pt x="727862" y="208898"/>
                    </a:cubicBezTo>
                    <a:lnTo>
                      <a:pt x="727862" y="146171"/>
                    </a:lnTo>
                    <a:cubicBezTo>
                      <a:pt x="697727" y="146509"/>
                      <a:pt x="675274" y="147181"/>
                      <a:pt x="660502" y="148189"/>
                    </a:cubicBezTo>
                    <a:close/>
                    <a:moveTo>
                      <a:pt x="531383" y="119590"/>
                    </a:moveTo>
                    <a:lnTo>
                      <a:pt x="604139" y="119590"/>
                    </a:lnTo>
                    <a:lnTo>
                      <a:pt x="604139" y="139613"/>
                    </a:lnTo>
                    <a:lnTo>
                      <a:pt x="531383" y="139613"/>
                    </a:lnTo>
                    <a:close/>
                    <a:moveTo>
                      <a:pt x="183816" y="116303"/>
                    </a:moveTo>
                    <a:cubicBezTo>
                      <a:pt x="191170" y="121366"/>
                      <a:pt x="197607" y="124768"/>
                      <a:pt x="203128" y="126510"/>
                    </a:cubicBezTo>
                    <a:cubicBezTo>
                      <a:pt x="206533" y="127560"/>
                      <a:pt x="208236" y="129270"/>
                      <a:pt x="208236" y="131639"/>
                    </a:cubicBezTo>
                    <a:cubicBezTo>
                      <a:pt x="208236" y="134009"/>
                      <a:pt x="207210" y="135655"/>
                      <a:pt x="205158" y="136578"/>
                    </a:cubicBezTo>
                    <a:cubicBezTo>
                      <a:pt x="203106" y="137501"/>
                      <a:pt x="201102" y="138902"/>
                      <a:pt x="199146" y="140781"/>
                    </a:cubicBezTo>
                    <a:cubicBezTo>
                      <a:pt x="197191" y="142660"/>
                      <a:pt x="195471" y="144753"/>
                      <a:pt x="193987" y="147060"/>
                    </a:cubicBezTo>
                    <a:cubicBezTo>
                      <a:pt x="186017" y="158421"/>
                      <a:pt x="173392" y="170783"/>
                      <a:pt x="156111" y="184147"/>
                    </a:cubicBezTo>
                    <a:cubicBezTo>
                      <a:pt x="138831" y="197511"/>
                      <a:pt x="116970" y="208939"/>
                      <a:pt x="90528" y="218432"/>
                    </a:cubicBezTo>
                    <a:cubicBezTo>
                      <a:pt x="64086" y="227924"/>
                      <a:pt x="36771" y="234617"/>
                      <a:pt x="8583" y="238509"/>
                    </a:cubicBezTo>
                    <a:cubicBezTo>
                      <a:pt x="7785" y="230416"/>
                      <a:pt x="4924" y="222202"/>
                      <a:pt x="0" y="213865"/>
                    </a:cubicBezTo>
                    <a:cubicBezTo>
                      <a:pt x="25763" y="213109"/>
                      <a:pt x="49062" y="209690"/>
                      <a:pt x="69898" y="203606"/>
                    </a:cubicBezTo>
                    <a:cubicBezTo>
                      <a:pt x="90733" y="197522"/>
                      <a:pt x="108657" y="190001"/>
                      <a:pt x="123671" y="181043"/>
                    </a:cubicBezTo>
                    <a:cubicBezTo>
                      <a:pt x="138685" y="172085"/>
                      <a:pt x="151298" y="162787"/>
                      <a:pt x="161510" y="153151"/>
                    </a:cubicBezTo>
                    <a:cubicBezTo>
                      <a:pt x="171722" y="143515"/>
                      <a:pt x="179157" y="131233"/>
                      <a:pt x="183816" y="116303"/>
                    </a:cubicBezTo>
                    <a:close/>
                    <a:moveTo>
                      <a:pt x="950998" y="91582"/>
                    </a:moveTo>
                    <a:cubicBezTo>
                      <a:pt x="959720" y="94818"/>
                      <a:pt x="966712" y="96515"/>
                      <a:pt x="971973" y="96673"/>
                    </a:cubicBezTo>
                    <a:cubicBezTo>
                      <a:pt x="975871" y="96952"/>
                      <a:pt x="977820" y="98180"/>
                      <a:pt x="977820" y="100356"/>
                    </a:cubicBezTo>
                    <a:cubicBezTo>
                      <a:pt x="977820" y="102533"/>
                      <a:pt x="976675" y="104383"/>
                      <a:pt x="974384" y="105908"/>
                    </a:cubicBezTo>
                    <a:cubicBezTo>
                      <a:pt x="971430" y="107876"/>
                      <a:pt x="968964" y="113557"/>
                      <a:pt x="966987" y="122949"/>
                    </a:cubicBezTo>
                    <a:cubicBezTo>
                      <a:pt x="961648" y="149653"/>
                      <a:pt x="954109" y="171034"/>
                      <a:pt x="944371" y="187092"/>
                    </a:cubicBezTo>
                    <a:cubicBezTo>
                      <a:pt x="934633" y="203151"/>
                      <a:pt x="919532" y="219113"/>
                      <a:pt x="899068" y="234977"/>
                    </a:cubicBezTo>
                    <a:cubicBezTo>
                      <a:pt x="894289" y="229172"/>
                      <a:pt x="888213" y="224733"/>
                      <a:pt x="880841" y="221660"/>
                    </a:cubicBezTo>
                    <a:cubicBezTo>
                      <a:pt x="905069" y="204617"/>
                      <a:pt x="922191" y="186535"/>
                      <a:pt x="932206" y="167415"/>
                    </a:cubicBezTo>
                    <a:cubicBezTo>
                      <a:pt x="942221" y="148294"/>
                      <a:pt x="948485" y="123016"/>
                      <a:pt x="950998" y="91582"/>
                    </a:cubicBezTo>
                    <a:close/>
                    <a:moveTo>
                      <a:pt x="1039144" y="88805"/>
                    </a:moveTo>
                    <a:cubicBezTo>
                      <a:pt x="1043586" y="154122"/>
                      <a:pt x="1067715" y="196955"/>
                      <a:pt x="1111531" y="217304"/>
                    </a:cubicBezTo>
                    <a:cubicBezTo>
                      <a:pt x="1103143" y="223587"/>
                      <a:pt x="1096906" y="229646"/>
                      <a:pt x="1092818" y="235484"/>
                    </a:cubicBezTo>
                    <a:cubicBezTo>
                      <a:pt x="1071306" y="222025"/>
                      <a:pt x="1054703" y="204284"/>
                      <a:pt x="1043010" y="182262"/>
                    </a:cubicBezTo>
                    <a:cubicBezTo>
                      <a:pt x="1031317" y="160240"/>
                      <a:pt x="1023094" y="130729"/>
                      <a:pt x="1018341" y="93728"/>
                    </a:cubicBezTo>
                    <a:close/>
                    <a:moveTo>
                      <a:pt x="766499" y="65595"/>
                    </a:moveTo>
                    <a:cubicBezTo>
                      <a:pt x="796197" y="83362"/>
                      <a:pt x="820690" y="99887"/>
                      <a:pt x="839978" y="115170"/>
                    </a:cubicBezTo>
                    <a:lnTo>
                      <a:pt x="826368" y="130026"/>
                    </a:lnTo>
                    <a:cubicBezTo>
                      <a:pt x="819103" y="123553"/>
                      <a:pt x="808482" y="115451"/>
                      <a:pt x="794507" y="105719"/>
                    </a:cubicBezTo>
                    <a:cubicBezTo>
                      <a:pt x="780531" y="95986"/>
                      <a:pt x="767651" y="87920"/>
                      <a:pt x="755866" y="81520"/>
                    </a:cubicBezTo>
                    <a:close/>
                    <a:moveTo>
                      <a:pt x="704535" y="63578"/>
                    </a:moveTo>
                    <a:cubicBezTo>
                      <a:pt x="708902" y="68732"/>
                      <a:pt x="713337" y="72735"/>
                      <a:pt x="717840" y="75585"/>
                    </a:cubicBezTo>
                    <a:cubicBezTo>
                      <a:pt x="720383" y="77278"/>
                      <a:pt x="721654" y="79003"/>
                      <a:pt x="721654" y="80761"/>
                    </a:cubicBezTo>
                    <a:cubicBezTo>
                      <a:pt x="721654" y="82518"/>
                      <a:pt x="719616" y="84054"/>
                      <a:pt x="715542" y="85370"/>
                    </a:cubicBezTo>
                    <a:cubicBezTo>
                      <a:pt x="711915" y="86532"/>
                      <a:pt x="708682" y="88532"/>
                      <a:pt x="705846" y="91369"/>
                    </a:cubicBezTo>
                    <a:cubicBezTo>
                      <a:pt x="687428" y="106773"/>
                      <a:pt x="667154" y="121256"/>
                      <a:pt x="645024" y="134820"/>
                    </a:cubicBezTo>
                    <a:cubicBezTo>
                      <a:pt x="641777" y="128331"/>
                      <a:pt x="637265" y="123077"/>
                      <a:pt x="631490" y="119056"/>
                    </a:cubicBezTo>
                    <a:cubicBezTo>
                      <a:pt x="645222" y="112409"/>
                      <a:pt x="658436" y="104315"/>
                      <a:pt x="671131" y="94773"/>
                    </a:cubicBezTo>
                    <a:cubicBezTo>
                      <a:pt x="683826" y="85230"/>
                      <a:pt x="694961" y="74832"/>
                      <a:pt x="704535" y="63578"/>
                    </a:cubicBezTo>
                    <a:close/>
                    <a:moveTo>
                      <a:pt x="59183" y="43141"/>
                    </a:moveTo>
                    <a:cubicBezTo>
                      <a:pt x="66274" y="47598"/>
                      <a:pt x="72246" y="50738"/>
                      <a:pt x="77101" y="52560"/>
                    </a:cubicBezTo>
                    <a:cubicBezTo>
                      <a:pt x="80428" y="53669"/>
                      <a:pt x="82091" y="55218"/>
                      <a:pt x="82091" y="57207"/>
                    </a:cubicBezTo>
                    <a:cubicBezTo>
                      <a:pt x="82091" y="59196"/>
                      <a:pt x="80388" y="61356"/>
                      <a:pt x="76982" y="63687"/>
                    </a:cubicBezTo>
                    <a:cubicBezTo>
                      <a:pt x="73576" y="66017"/>
                      <a:pt x="69640" y="71024"/>
                      <a:pt x="65174" y="78707"/>
                    </a:cubicBezTo>
                    <a:cubicBezTo>
                      <a:pt x="52420" y="101435"/>
                      <a:pt x="38187" y="121401"/>
                      <a:pt x="22475" y="138605"/>
                    </a:cubicBezTo>
                    <a:cubicBezTo>
                      <a:pt x="19094" y="133427"/>
                      <a:pt x="13537" y="129293"/>
                      <a:pt x="5803" y="126204"/>
                    </a:cubicBezTo>
                    <a:cubicBezTo>
                      <a:pt x="17263" y="115794"/>
                      <a:pt x="27635" y="103543"/>
                      <a:pt x="36919" y="89452"/>
                    </a:cubicBezTo>
                    <a:cubicBezTo>
                      <a:pt x="46203" y="75361"/>
                      <a:pt x="53624" y="59924"/>
                      <a:pt x="59183" y="43141"/>
                    </a:cubicBezTo>
                    <a:close/>
                    <a:moveTo>
                      <a:pt x="164219" y="41879"/>
                    </a:moveTo>
                    <a:cubicBezTo>
                      <a:pt x="190710" y="61711"/>
                      <a:pt x="214634" y="83253"/>
                      <a:pt x="235990" y="106506"/>
                    </a:cubicBezTo>
                    <a:lnTo>
                      <a:pt x="220166" y="120691"/>
                    </a:lnTo>
                    <a:cubicBezTo>
                      <a:pt x="204602" y="100090"/>
                      <a:pt x="181587" y="78617"/>
                      <a:pt x="151123" y="56273"/>
                    </a:cubicBezTo>
                    <a:close/>
                    <a:moveTo>
                      <a:pt x="299498" y="21192"/>
                    </a:moveTo>
                    <a:cubicBezTo>
                      <a:pt x="310241" y="22036"/>
                      <a:pt x="339457" y="22458"/>
                      <a:pt x="387147" y="22458"/>
                    </a:cubicBezTo>
                    <a:cubicBezTo>
                      <a:pt x="434836" y="22458"/>
                      <a:pt x="463511" y="22036"/>
                      <a:pt x="473172" y="21192"/>
                    </a:cubicBezTo>
                    <a:lnTo>
                      <a:pt x="473172" y="41598"/>
                    </a:lnTo>
                    <a:cubicBezTo>
                      <a:pt x="466426" y="42792"/>
                      <a:pt x="460120" y="45688"/>
                      <a:pt x="454253" y="50285"/>
                    </a:cubicBezTo>
                    <a:lnTo>
                      <a:pt x="398997" y="93398"/>
                    </a:lnTo>
                    <a:lnTo>
                      <a:pt x="398997" y="107226"/>
                    </a:lnTo>
                    <a:cubicBezTo>
                      <a:pt x="445532" y="107226"/>
                      <a:pt x="480264" y="106300"/>
                      <a:pt x="503193" y="104449"/>
                    </a:cubicBezTo>
                    <a:lnTo>
                      <a:pt x="503193" y="128511"/>
                    </a:lnTo>
                    <a:cubicBezTo>
                      <a:pt x="479948" y="126831"/>
                      <a:pt x="445216" y="125991"/>
                      <a:pt x="398997" y="125991"/>
                    </a:cubicBezTo>
                    <a:lnTo>
                      <a:pt x="398997" y="213736"/>
                    </a:lnTo>
                    <a:cubicBezTo>
                      <a:pt x="398997" y="219383"/>
                      <a:pt x="397673" y="223873"/>
                      <a:pt x="395024" y="227206"/>
                    </a:cubicBezTo>
                    <a:cubicBezTo>
                      <a:pt x="392376" y="230538"/>
                      <a:pt x="387349" y="233087"/>
                      <a:pt x="379942" y="234851"/>
                    </a:cubicBezTo>
                    <a:cubicBezTo>
                      <a:pt x="372534" y="236615"/>
                      <a:pt x="360774" y="237582"/>
                      <a:pt x="344660" y="237754"/>
                    </a:cubicBezTo>
                    <a:cubicBezTo>
                      <a:pt x="345333" y="228096"/>
                      <a:pt x="342809" y="219066"/>
                      <a:pt x="337090" y="210662"/>
                    </a:cubicBezTo>
                    <a:cubicBezTo>
                      <a:pt x="350190" y="212682"/>
                      <a:pt x="359291" y="213692"/>
                      <a:pt x="364393" y="213692"/>
                    </a:cubicBezTo>
                    <a:cubicBezTo>
                      <a:pt x="369495" y="213692"/>
                      <a:pt x="372948" y="213048"/>
                      <a:pt x="374752" y="211761"/>
                    </a:cubicBezTo>
                    <a:cubicBezTo>
                      <a:pt x="376556" y="210474"/>
                      <a:pt x="377458" y="207348"/>
                      <a:pt x="377458" y="202384"/>
                    </a:cubicBezTo>
                    <a:lnTo>
                      <a:pt x="377458" y="125991"/>
                    </a:lnTo>
                    <a:cubicBezTo>
                      <a:pt x="324978" y="125991"/>
                      <a:pt x="288649" y="126831"/>
                      <a:pt x="268468" y="128511"/>
                    </a:cubicBezTo>
                    <a:lnTo>
                      <a:pt x="268468" y="104449"/>
                    </a:lnTo>
                    <a:cubicBezTo>
                      <a:pt x="288397" y="106300"/>
                      <a:pt x="324727" y="107226"/>
                      <a:pt x="377458" y="107226"/>
                    </a:cubicBezTo>
                    <a:lnTo>
                      <a:pt x="377458" y="84763"/>
                    </a:lnTo>
                    <a:lnTo>
                      <a:pt x="439016" y="40967"/>
                    </a:lnTo>
                    <a:lnTo>
                      <a:pt x="356314" y="40967"/>
                    </a:lnTo>
                    <a:cubicBezTo>
                      <a:pt x="331863" y="40967"/>
                      <a:pt x="312925" y="41387"/>
                      <a:pt x="299498" y="42229"/>
                    </a:cubicBezTo>
                    <a:close/>
                    <a:moveTo>
                      <a:pt x="979898" y="5296"/>
                    </a:moveTo>
                    <a:cubicBezTo>
                      <a:pt x="992847" y="15221"/>
                      <a:pt x="1004517" y="26924"/>
                      <a:pt x="1014906" y="40404"/>
                    </a:cubicBezTo>
                    <a:lnTo>
                      <a:pt x="1001757" y="50176"/>
                    </a:lnTo>
                    <a:lnTo>
                      <a:pt x="1027585" y="50098"/>
                    </a:lnTo>
                    <a:cubicBezTo>
                      <a:pt x="1061003" y="49877"/>
                      <a:pt x="1084192" y="49323"/>
                      <a:pt x="1097153" y="48437"/>
                    </a:cubicBezTo>
                    <a:lnTo>
                      <a:pt x="1097153" y="106309"/>
                    </a:lnTo>
                    <a:lnTo>
                      <a:pt x="1076366" y="106309"/>
                    </a:lnTo>
                    <a:lnTo>
                      <a:pt x="1076366" y="67460"/>
                    </a:lnTo>
                    <a:lnTo>
                      <a:pt x="911971" y="67460"/>
                    </a:lnTo>
                    <a:lnTo>
                      <a:pt x="911971" y="109841"/>
                    </a:lnTo>
                    <a:lnTo>
                      <a:pt x="891944" y="109841"/>
                    </a:lnTo>
                    <a:lnTo>
                      <a:pt x="891944" y="48437"/>
                    </a:lnTo>
                    <a:cubicBezTo>
                      <a:pt x="904170" y="49618"/>
                      <a:pt x="937108" y="50209"/>
                      <a:pt x="990757" y="50209"/>
                    </a:cubicBezTo>
                    <a:lnTo>
                      <a:pt x="996785" y="50191"/>
                    </a:lnTo>
                    <a:lnTo>
                      <a:pt x="966115" y="18810"/>
                    </a:lnTo>
                    <a:close/>
                    <a:moveTo>
                      <a:pt x="106214" y="3532"/>
                    </a:moveTo>
                    <a:cubicBezTo>
                      <a:pt x="114189" y="5217"/>
                      <a:pt x="119979" y="6059"/>
                      <a:pt x="123585" y="6059"/>
                    </a:cubicBezTo>
                    <a:lnTo>
                      <a:pt x="129162" y="5806"/>
                    </a:lnTo>
                    <a:cubicBezTo>
                      <a:pt x="132093" y="5806"/>
                      <a:pt x="133558" y="6779"/>
                      <a:pt x="133558" y="8725"/>
                    </a:cubicBezTo>
                    <a:cubicBezTo>
                      <a:pt x="133558" y="10672"/>
                      <a:pt x="132844" y="12402"/>
                      <a:pt x="131415" y="13915"/>
                    </a:cubicBezTo>
                    <a:cubicBezTo>
                      <a:pt x="129985" y="15429"/>
                      <a:pt x="129271" y="17955"/>
                      <a:pt x="129271" y="21494"/>
                    </a:cubicBezTo>
                    <a:lnTo>
                      <a:pt x="129271" y="129977"/>
                    </a:lnTo>
                    <a:cubicBezTo>
                      <a:pt x="129271" y="140838"/>
                      <a:pt x="129860" y="150861"/>
                      <a:pt x="131039" y="160047"/>
                    </a:cubicBezTo>
                    <a:lnTo>
                      <a:pt x="105964" y="160047"/>
                    </a:lnTo>
                    <a:cubicBezTo>
                      <a:pt x="107140" y="151201"/>
                      <a:pt x="107728" y="141262"/>
                      <a:pt x="107728" y="130231"/>
                    </a:cubicBezTo>
                    <a:lnTo>
                      <a:pt x="107728" y="30069"/>
                    </a:lnTo>
                    <a:cubicBezTo>
                      <a:pt x="107728" y="19653"/>
                      <a:pt x="107223" y="10808"/>
                      <a:pt x="106214" y="3532"/>
                    </a:cubicBezTo>
                    <a:close/>
                    <a:moveTo>
                      <a:pt x="727906" y="0"/>
                    </a:moveTo>
                    <a:cubicBezTo>
                      <a:pt x="736806" y="12599"/>
                      <a:pt x="743997" y="24542"/>
                      <a:pt x="749481" y="35831"/>
                    </a:cubicBezTo>
                    <a:cubicBezTo>
                      <a:pt x="792847" y="35831"/>
                      <a:pt x="823013" y="34987"/>
                      <a:pt x="839978" y="33300"/>
                    </a:cubicBezTo>
                    <a:cubicBezTo>
                      <a:pt x="838631" y="41824"/>
                      <a:pt x="837957" y="50974"/>
                      <a:pt x="837957" y="60749"/>
                    </a:cubicBezTo>
                    <a:cubicBezTo>
                      <a:pt x="837957" y="70524"/>
                      <a:pt x="838462" y="79488"/>
                      <a:pt x="839472" y="87640"/>
                    </a:cubicBezTo>
                    <a:lnTo>
                      <a:pt x="817676" y="87640"/>
                    </a:lnTo>
                    <a:lnTo>
                      <a:pt x="817676" y="53078"/>
                    </a:lnTo>
                    <a:lnTo>
                      <a:pt x="658835" y="53078"/>
                    </a:lnTo>
                    <a:lnTo>
                      <a:pt x="658835" y="90417"/>
                    </a:lnTo>
                    <a:lnTo>
                      <a:pt x="637292" y="90417"/>
                    </a:lnTo>
                    <a:cubicBezTo>
                      <a:pt x="638302" y="81105"/>
                      <a:pt x="638807" y="71800"/>
                      <a:pt x="638807" y="62503"/>
                    </a:cubicBezTo>
                    <a:cubicBezTo>
                      <a:pt x="638807" y="53206"/>
                      <a:pt x="638302" y="43472"/>
                      <a:pt x="637292" y="33300"/>
                    </a:cubicBezTo>
                    <a:cubicBezTo>
                      <a:pt x="654153" y="34819"/>
                      <a:pt x="685017" y="35577"/>
                      <a:pt x="729883" y="35574"/>
                    </a:cubicBezTo>
                    <a:cubicBezTo>
                      <a:pt x="723676" y="26948"/>
                      <a:pt x="717284" y="18688"/>
                      <a:pt x="710708" y="1079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b="1" dirty="0"/>
              </a:p>
            </p:txBody>
          </p:sp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8D67E45-A1E8-4B30-82FE-DA43B48A2903}"/>
                  </a:ext>
                </a:extLst>
              </p:cNvPr>
              <p:cNvSpPr txBox="1"/>
              <p:nvPr/>
            </p:nvSpPr>
            <p:spPr>
              <a:xfrm>
                <a:off x="1555663" y="9825719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4" y="177965"/>
                    </a:lnTo>
                    <a:lnTo>
                      <a:pt x="705174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4" y="146590"/>
                    </a:lnTo>
                    <a:lnTo>
                      <a:pt x="705174" y="125759"/>
                    </a:lnTo>
                    <a:close/>
                    <a:moveTo>
                      <a:pt x="825789" y="113671"/>
                    </a:moveTo>
                    <a:cubicBezTo>
                      <a:pt x="829732" y="119158"/>
                      <a:pt x="834533" y="123444"/>
                      <a:pt x="840191" y="126530"/>
                    </a:cubicBezTo>
                    <a:cubicBezTo>
                      <a:pt x="816702" y="156705"/>
                      <a:pt x="798100" y="181737"/>
                      <a:pt x="784384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400" y="156234"/>
                    </a:cubicBezTo>
                    <a:cubicBezTo>
                      <a:pt x="810144" y="140546"/>
                      <a:pt x="819274" y="126359"/>
                      <a:pt x="825789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9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6" y="219327"/>
                      <a:pt x="718418" y="222328"/>
                    </a:cubicBezTo>
                    <a:cubicBezTo>
                      <a:pt x="716961" y="225328"/>
                      <a:pt x="713789" y="227643"/>
                      <a:pt x="708903" y="229272"/>
                    </a:cubicBezTo>
                    <a:cubicBezTo>
                      <a:pt x="704016" y="230900"/>
                      <a:pt x="696344" y="232229"/>
                      <a:pt x="685886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4" y="213241"/>
                      <a:pt x="705174" y="210455"/>
                      <a:pt x="705174" y="205997"/>
                    </a:cubicBezTo>
                    <a:lnTo>
                      <a:pt x="705174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9" y="211055"/>
                      <a:pt x="608219" y="200597"/>
                    </a:cubicBezTo>
                    <a:lnTo>
                      <a:pt x="608219" y="141961"/>
                    </a:lnTo>
                    <a:cubicBezTo>
                      <a:pt x="608219" y="129102"/>
                      <a:pt x="607619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10" y="105442"/>
                      <a:pt x="113543" y="105442"/>
                    </a:cubicBezTo>
                    <a:cubicBezTo>
                      <a:pt x="148776" y="105442"/>
                      <a:pt x="173421" y="104756"/>
                      <a:pt x="187480" y="103384"/>
                    </a:cubicBezTo>
                    <a:lnTo>
                      <a:pt x="178994" y="197253"/>
                    </a:lnTo>
                    <a:cubicBezTo>
                      <a:pt x="178479" y="203254"/>
                      <a:pt x="176808" y="207926"/>
                      <a:pt x="173979" y="211269"/>
                    </a:cubicBezTo>
                    <a:cubicBezTo>
                      <a:pt x="171150" y="214613"/>
                      <a:pt x="165749" y="217313"/>
                      <a:pt x="157777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900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7" y="202011"/>
                      <a:pt x="159877" y="200082"/>
                      <a:pt x="161249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7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7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6" y="77667"/>
                    </a:cubicBezTo>
                    <a:lnTo>
                      <a:pt x="581730" y="83839"/>
                    </a:lnTo>
                    <a:cubicBezTo>
                      <a:pt x="577615" y="70123"/>
                      <a:pt x="572214" y="57950"/>
                      <a:pt x="565528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7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9" y="38662"/>
                      <a:pt x="973922" y="57307"/>
                      <a:pt x="973922" y="69051"/>
                    </a:cubicBezTo>
                    <a:cubicBezTo>
                      <a:pt x="973922" y="80796"/>
                      <a:pt x="974179" y="96526"/>
                      <a:pt x="974693" y="116243"/>
                    </a:cubicBezTo>
                    <a:lnTo>
                      <a:pt x="941775" y="115472"/>
                    </a:lnTo>
                    <a:lnTo>
                      <a:pt x="941775" y="198539"/>
                    </a:lnTo>
                    <a:cubicBezTo>
                      <a:pt x="941775" y="204368"/>
                      <a:pt x="942975" y="208355"/>
                      <a:pt x="945375" y="210498"/>
                    </a:cubicBezTo>
                    <a:cubicBezTo>
                      <a:pt x="947775" y="212641"/>
                      <a:pt x="952405" y="213712"/>
                      <a:pt x="959263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4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1" y="226100"/>
                      <a:pt x="979451" y="228629"/>
                      <a:pt x="963249" y="228629"/>
                    </a:cubicBezTo>
                    <a:cubicBezTo>
                      <a:pt x="947047" y="228629"/>
                      <a:pt x="936803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5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3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2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9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1" y="37548"/>
                    </a:cubicBezTo>
                    <a:cubicBezTo>
                      <a:pt x="66351" y="73552"/>
                      <a:pt x="43377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9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2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6" y="78824"/>
                    </a:cubicBezTo>
                    <a:cubicBezTo>
                      <a:pt x="160520" y="61936"/>
                      <a:pt x="148475" y="38662"/>
                      <a:pt x="136303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7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9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6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6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2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8" y="86411"/>
                    </a:cubicBezTo>
                    <a:lnTo>
                      <a:pt x="656568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8" y="55550"/>
                    </a:cubicBezTo>
                    <a:lnTo>
                      <a:pt x="656568" y="36519"/>
                    </a:lnTo>
                    <a:cubicBezTo>
                      <a:pt x="631193" y="36519"/>
                      <a:pt x="611648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8" y="24603"/>
                      <a:pt x="631193" y="25203"/>
                      <a:pt x="656568" y="25203"/>
                    </a:cubicBezTo>
                    <a:cubicBezTo>
                      <a:pt x="656568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1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5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7" y="70466"/>
                      <a:pt x="398107" y="71495"/>
                    </a:cubicBezTo>
                    <a:cubicBezTo>
                      <a:pt x="398107" y="72523"/>
                      <a:pt x="396992" y="74066"/>
                      <a:pt x="394763" y="76124"/>
                    </a:cubicBezTo>
                    <a:cubicBezTo>
                      <a:pt x="392535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30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4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9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7" y="56321"/>
                    </a:cubicBezTo>
                    <a:cubicBezTo>
                      <a:pt x="301837" y="56493"/>
                      <a:pt x="274406" y="57264"/>
                      <a:pt x="258461" y="58636"/>
                    </a:cubicBezTo>
                    <a:lnTo>
                      <a:pt x="258461" y="40891"/>
                    </a:lnTo>
                    <a:cubicBezTo>
                      <a:pt x="272520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F1DA14CF-D26E-44E4-8705-84956938B0D5}"/>
                </a:ext>
              </a:extLst>
            </p:cNvPr>
            <p:cNvGrpSpPr/>
            <p:nvPr/>
          </p:nvGrpSpPr>
          <p:grpSpPr>
            <a:xfrm>
              <a:off x="9696601" y="3015369"/>
              <a:ext cx="3894511" cy="377915"/>
              <a:chOff x="9448769" y="10265395"/>
              <a:chExt cx="3894511" cy="377915"/>
            </a:xfrm>
          </p:grpSpPr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6B975B6B-4DF8-4FE8-B0CA-5BE584FCEA33}"/>
                  </a:ext>
                </a:extLst>
              </p:cNvPr>
              <p:cNvSpPr txBox="1"/>
              <p:nvPr/>
            </p:nvSpPr>
            <p:spPr>
              <a:xfrm>
                <a:off x="9448769" y="10284084"/>
                <a:ext cx="579029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362512" h="213199">
                    <a:moveTo>
                      <a:pt x="320593" y="34205"/>
                    </a:moveTo>
                    <a:cubicBezTo>
                      <a:pt x="325736" y="39520"/>
                      <a:pt x="330794" y="43034"/>
                      <a:pt x="335766" y="44749"/>
                    </a:cubicBezTo>
                    <a:cubicBezTo>
                      <a:pt x="337824" y="45606"/>
                      <a:pt x="338852" y="46463"/>
                      <a:pt x="338852" y="47321"/>
                    </a:cubicBezTo>
                    <a:cubicBezTo>
                      <a:pt x="338852" y="48178"/>
                      <a:pt x="337181" y="49378"/>
                      <a:pt x="333837" y="50921"/>
                    </a:cubicBezTo>
                    <a:cubicBezTo>
                      <a:pt x="330494" y="52464"/>
                      <a:pt x="325394" y="57865"/>
                      <a:pt x="318535" y="67123"/>
                    </a:cubicBezTo>
                    <a:cubicBezTo>
                      <a:pt x="306191" y="83754"/>
                      <a:pt x="294190" y="98498"/>
                      <a:pt x="282531" y="111357"/>
                    </a:cubicBezTo>
                    <a:lnTo>
                      <a:pt x="338852" y="171022"/>
                    </a:lnTo>
                    <a:lnTo>
                      <a:pt x="325736" y="182080"/>
                    </a:lnTo>
                    <a:cubicBezTo>
                      <a:pt x="307048" y="159963"/>
                      <a:pt x="289389" y="139989"/>
                      <a:pt x="272758" y="122159"/>
                    </a:cubicBezTo>
                    <a:cubicBezTo>
                      <a:pt x="252356" y="143761"/>
                      <a:pt x="229896" y="163650"/>
                      <a:pt x="205379" y="181823"/>
                    </a:cubicBezTo>
                    <a:cubicBezTo>
                      <a:pt x="204178" y="175994"/>
                      <a:pt x="199892" y="171365"/>
                      <a:pt x="192520" y="167936"/>
                    </a:cubicBezTo>
                    <a:cubicBezTo>
                      <a:pt x="215666" y="154906"/>
                      <a:pt x="239154" y="136218"/>
                      <a:pt x="262986" y="111872"/>
                    </a:cubicBezTo>
                    <a:cubicBezTo>
                      <a:pt x="242240" y="89926"/>
                      <a:pt x="222352" y="70209"/>
                      <a:pt x="203321" y="52721"/>
                    </a:cubicBezTo>
                    <a:lnTo>
                      <a:pt x="213865" y="43720"/>
                    </a:lnTo>
                    <a:cubicBezTo>
                      <a:pt x="238383" y="67037"/>
                      <a:pt x="258099" y="86240"/>
                      <a:pt x="273016" y="101327"/>
                    </a:cubicBezTo>
                    <a:cubicBezTo>
                      <a:pt x="294447" y="77324"/>
                      <a:pt x="310306" y="54950"/>
                      <a:pt x="320593" y="34205"/>
                    </a:cubicBezTo>
                    <a:close/>
                    <a:moveTo>
                      <a:pt x="18517" y="18003"/>
                    </a:moveTo>
                    <a:lnTo>
                      <a:pt x="18517" y="81011"/>
                    </a:lnTo>
                    <a:lnTo>
                      <a:pt x="49635" y="81011"/>
                    </a:lnTo>
                    <a:cubicBezTo>
                      <a:pt x="68323" y="81354"/>
                      <a:pt x="80753" y="78310"/>
                      <a:pt x="86926" y="71881"/>
                    </a:cubicBezTo>
                    <a:cubicBezTo>
                      <a:pt x="93098" y="65452"/>
                      <a:pt x="96184" y="57865"/>
                      <a:pt x="96184" y="49121"/>
                    </a:cubicBezTo>
                    <a:cubicBezTo>
                      <a:pt x="96184" y="28375"/>
                      <a:pt x="81182" y="18003"/>
                      <a:pt x="51178" y="18003"/>
                    </a:cubicBezTo>
                    <a:close/>
                    <a:moveTo>
                      <a:pt x="163716" y="9773"/>
                    </a:moveTo>
                    <a:cubicBezTo>
                      <a:pt x="172974" y="11488"/>
                      <a:pt x="205121" y="12345"/>
                      <a:pt x="260157" y="12345"/>
                    </a:cubicBezTo>
                    <a:cubicBezTo>
                      <a:pt x="315192" y="12345"/>
                      <a:pt x="346310" y="11488"/>
                      <a:pt x="353511" y="9773"/>
                    </a:cubicBezTo>
                    <a:lnTo>
                      <a:pt x="353511" y="28547"/>
                    </a:lnTo>
                    <a:cubicBezTo>
                      <a:pt x="341167" y="26661"/>
                      <a:pt x="310735" y="25718"/>
                      <a:pt x="262214" y="25718"/>
                    </a:cubicBezTo>
                    <a:lnTo>
                      <a:pt x="180433" y="25718"/>
                    </a:lnTo>
                    <a:lnTo>
                      <a:pt x="180433" y="197254"/>
                    </a:lnTo>
                    <a:lnTo>
                      <a:pt x="273273" y="197254"/>
                    </a:lnTo>
                    <a:cubicBezTo>
                      <a:pt x="320079" y="197254"/>
                      <a:pt x="349825" y="196311"/>
                      <a:pt x="362512" y="194425"/>
                    </a:cubicBezTo>
                    <a:lnTo>
                      <a:pt x="362512" y="213199"/>
                    </a:lnTo>
                    <a:cubicBezTo>
                      <a:pt x="353083" y="211313"/>
                      <a:pt x="319907" y="210370"/>
                      <a:pt x="262986" y="210370"/>
                    </a:cubicBezTo>
                    <a:cubicBezTo>
                      <a:pt x="206064" y="210370"/>
                      <a:pt x="172974" y="211313"/>
                      <a:pt x="163716" y="213199"/>
                    </a:cubicBezTo>
                    <a:cubicBezTo>
                      <a:pt x="164573" y="199654"/>
                      <a:pt x="165002" y="185852"/>
                      <a:pt x="165002" y="171793"/>
                    </a:cubicBezTo>
                    <a:lnTo>
                      <a:pt x="165002" y="51435"/>
                    </a:lnTo>
                    <a:cubicBezTo>
                      <a:pt x="165002" y="34805"/>
                      <a:pt x="164573" y="20917"/>
                      <a:pt x="163716" y="9773"/>
                    </a:cubicBezTo>
                    <a:close/>
                    <a:moveTo>
                      <a:pt x="0" y="0"/>
                    </a:moveTo>
                    <a:lnTo>
                      <a:pt x="36776" y="0"/>
                    </a:lnTo>
                    <a:cubicBezTo>
                      <a:pt x="58551" y="0"/>
                      <a:pt x="72781" y="858"/>
                      <a:pt x="79468" y="2572"/>
                    </a:cubicBezTo>
                    <a:cubicBezTo>
                      <a:pt x="86154" y="4287"/>
                      <a:pt x="92283" y="7287"/>
                      <a:pt x="97856" y="11573"/>
                    </a:cubicBezTo>
                    <a:cubicBezTo>
                      <a:pt x="103428" y="15860"/>
                      <a:pt x="107757" y="21217"/>
                      <a:pt x="110843" y="27647"/>
                    </a:cubicBezTo>
                    <a:cubicBezTo>
                      <a:pt x="113929" y="34076"/>
                      <a:pt x="115472" y="41234"/>
                      <a:pt x="115472" y="49121"/>
                    </a:cubicBezTo>
                    <a:cubicBezTo>
                      <a:pt x="115472" y="61808"/>
                      <a:pt x="112043" y="72181"/>
                      <a:pt x="105185" y="80239"/>
                    </a:cubicBezTo>
                    <a:cubicBezTo>
                      <a:pt x="98327" y="88297"/>
                      <a:pt x="89712" y="93398"/>
                      <a:pt x="79339" y="95541"/>
                    </a:cubicBezTo>
                    <a:cubicBezTo>
                      <a:pt x="68966" y="97684"/>
                      <a:pt x="53064" y="98756"/>
                      <a:pt x="31633" y="98756"/>
                    </a:cubicBezTo>
                    <a:lnTo>
                      <a:pt x="18517" y="98756"/>
                    </a:lnTo>
                    <a:lnTo>
                      <a:pt x="18517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B73CB056-7C2F-4DF6-8464-357492ABEC30}"/>
                  </a:ext>
                </a:extLst>
              </p:cNvPr>
              <p:cNvSpPr txBox="1"/>
              <p:nvPr/>
            </p:nvSpPr>
            <p:spPr>
              <a:xfrm>
                <a:off x="10102272" y="10287542"/>
                <a:ext cx="1598532" cy="333620"/>
              </a:xfrm>
              <a:custGeom>
                <a:avLst/>
                <a:gdLst/>
                <a:ahLst/>
                <a:cxnLst/>
                <a:rect l="l" t="t" r="r" b="b"/>
                <a:pathLst>
                  <a:path w="1000791" h="208869">
                    <a:moveTo>
                      <a:pt x="474457" y="103162"/>
                    </a:moveTo>
                    <a:lnTo>
                      <a:pt x="539129" y="103162"/>
                    </a:lnTo>
                    <a:lnTo>
                      <a:pt x="539129" y="120961"/>
                    </a:lnTo>
                    <a:lnTo>
                      <a:pt x="474457" y="120961"/>
                    </a:lnTo>
                    <a:close/>
                    <a:moveTo>
                      <a:pt x="672621" y="100330"/>
                    </a:moveTo>
                    <a:lnTo>
                      <a:pt x="672621" y="130298"/>
                    </a:lnTo>
                    <a:lnTo>
                      <a:pt x="722545" y="130298"/>
                    </a:lnTo>
                    <a:lnTo>
                      <a:pt x="722545" y="100330"/>
                    </a:lnTo>
                    <a:close/>
                    <a:moveTo>
                      <a:pt x="602655" y="100330"/>
                    </a:moveTo>
                    <a:lnTo>
                      <a:pt x="602655" y="130298"/>
                    </a:lnTo>
                    <a:lnTo>
                      <a:pt x="653922" y="130298"/>
                    </a:lnTo>
                    <a:lnTo>
                      <a:pt x="653922" y="100330"/>
                    </a:lnTo>
                    <a:close/>
                    <a:moveTo>
                      <a:pt x="163392" y="100241"/>
                    </a:moveTo>
                    <a:cubicBezTo>
                      <a:pt x="169928" y="104741"/>
                      <a:pt x="175651" y="107765"/>
                      <a:pt x="180558" y="109313"/>
                    </a:cubicBezTo>
                    <a:cubicBezTo>
                      <a:pt x="183585" y="110247"/>
                      <a:pt x="185098" y="111767"/>
                      <a:pt x="185098" y="113873"/>
                    </a:cubicBezTo>
                    <a:cubicBezTo>
                      <a:pt x="185098" y="115979"/>
                      <a:pt x="184186" y="117442"/>
                      <a:pt x="182362" y="118263"/>
                    </a:cubicBezTo>
                    <a:cubicBezTo>
                      <a:pt x="180538" y="119083"/>
                      <a:pt x="178757" y="120328"/>
                      <a:pt x="177019" y="121999"/>
                    </a:cubicBezTo>
                    <a:cubicBezTo>
                      <a:pt x="175280" y="123669"/>
                      <a:pt x="173751" y="125530"/>
                      <a:pt x="172432" y="127580"/>
                    </a:cubicBezTo>
                    <a:cubicBezTo>
                      <a:pt x="165348" y="137679"/>
                      <a:pt x="154126" y="148668"/>
                      <a:pt x="138766" y="160546"/>
                    </a:cubicBezTo>
                    <a:cubicBezTo>
                      <a:pt x="123406" y="172425"/>
                      <a:pt x="103973" y="182584"/>
                      <a:pt x="80469" y="191022"/>
                    </a:cubicBezTo>
                    <a:cubicBezTo>
                      <a:pt x="56965" y="199460"/>
                      <a:pt x="32685" y="205409"/>
                      <a:pt x="7630" y="208869"/>
                    </a:cubicBezTo>
                    <a:cubicBezTo>
                      <a:pt x="6920" y="201675"/>
                      <a:pt x="4377" y="194373"/>
                      <a:pt x="0" y="186962"/>
                    </a:cubicBezTo>
                    <a:cubicBezTo>
                      <a:pt x="22901" y="186291"/>
                      <a:pt x="43611" y="183251"/>
                      <a:pt x="62131" y="177843"/>
                    </a:cubicBezTo>
                    <a:cubicBezTo>
                      <a:pt x="80651" y="172435"/>
                      <a:pt x="96584" y="165750"/>
                      <a:pt x="109930" y="157787"/>
                    </a:cubicBezTo>
                    <a:cubicBezTo>
                      <a:pt x="123276" y="149824"/>
                      <a:pt x="134487" y="141560"/>
                      <a:pt x="143564" y="132995"/>
                    </a:cubicBezTo>
                    <a:cubicBezTo>
                      <a:pt x="152642" y="124429"/>
                      <a:pt x="159251" y="113511"/>
                      <a:pt x="163392" y="100241"/>
                    </a:cubicBezTo>
                    <a:close/>
                    <a:moveTo>
                      <a:pt x="672621" y="52563"/>
                    </a:moveTo>
                    <a:lnTo>
                      <a:pt x="672621" y="84996"/>
                    </a:lnTo>
                    <a:lnTo>
                      <a:pt x="722545" y="84996"/>
                    </a:lnTo>
                    <a:lnTo>
                      <a:pt x="722545" y="52563"/>
                    </a:lnTo>
                    <a:close/>
                    <a:moveTo>
                      <a:pt x="602655" y="52563"/>
                    </a:moveTo>
                    <a:lnTo>
                      <a:pt x="602655" y="84996"/>
                    </a:lnTo>
                    <a:lnTo>
                      <a:pt x="653922" y="84996"/>
                    </a:lnTo>
                    <a:lnTo>
                      <a:pt x="653922" y="52563"/>
                    </a:lnTo>
                    <a:close/>
                    <a:moveTo>
                      <a:pt x="52607" y="35208"/>
                    </a:moveTo>
                    <a:cubicBezTo>
                      <a:pt x="58910" y="39170"/>
                      <a:pt x="64219" y="41961"/>
                      <a:pt x="68534" y="43580"/>
                    </a:cubicBezTo>
                    <a:cubicBezTo>
                      <a:pt x="71491" y="44566"/>
                      <a:pt x="72970" y="45943"/>
                      <a:pt x="72970" y="47711"/>
                    </a:cubicBezTo>
                    <a:cubicBezTo>
                      <a:pt x="72970" y="49479"/>
                      <a:pt x="71456" y="51399"/>
                      <a:pt x="68428" y="53471"/>
                    </a:cubicBezTo>
                    <a:cubicBezTo>
                      <a:pt x="65401" y="55542"/>
                      <a:pt x="61902" y="59993"/>
                      <a:pt x="57932" y="66822"/>
                    </a:cubicBezTo>
                    <a:cubicBezTo>
                      <a:pt x="46595" y="87025"/>
                      <a:pt x="33944" y="104772"/>
                      <a:pt x="19978" y="120065"/>
                    </a:cubicBezTo>
                    <a:cubicBezTo>
                      <a:pt x="16973" y="115462"/>
                      <a:pt x="12033" y="111787"/>
                      <a:pt x="5158" y="109042"/>
                    </a:cubicBezTo>
                    <a:cubicBezTo>
                      <a:pt x="15345" y="99788"/>
                      <a:pt x="24565" y="88899"/>
                      <a:pt x="32817" y="76373"/>
                    </a:cubicBezTo>
                    <a:cubicBezTo>
                      <a:pt x="41069" y="63848"/>
                      <a:pt x="47666" y="50126"/>
                      <a:pt x="52607" y="35208"/>
                    </a:cubicBezTo>
                    <a:close/>
                    <a:moveTo>
                      <a:pt x="145972" y="34086"/>
                    </a:moveTo>
                    <a:cubicBezTo>
                      <a:pt x="169520" y="51714"/>
                      <a:pt x="190786" y="70863"/>
                      <a:pt x="209769" y="91532"/>
                    </a:cubicBezTo>
                    <a:lnTo>
                      <a:pt x="195703" y="104141"/>
                    </a:lnTo>
                    <a:cubicBezTo>
                      <a:pt x="181868" y="85829"/>
                      <a:pt x="161411" y="66742"/>
                      <a:pt x="134331" y="46880"/>
                    </a:cubicBezTo>
                    <a:close/>
                    <a:moveTo>
                      <a:pt x="819729" y="15698"/>
                    </a:moveTo>
                    <a:cubicBezTo>
                      <a:pt x="829277" y="16448"/>
                      <a:pt x="855247" y="16823"/>
                      <a:pt x="897638" y="16823"/>
                    </a:cubicBezTo>
                    <a:cubicBezTo>
                      <a:pt x="940029" y="16823"/>
                      <a:pt x="965518" y="16448"/>
                      <a:pt x="974105" y="15698"/>
                    </a:cubicBezTo>
                    <a:lnTo>
                      <a:pt x="974105" y="33836"/>
                    </a:lnTo>
                    <a:cubicBezTo>
                      <a:pt x="968109" y="34898"/>
                      <a:pt x="962504" y="37472"/>
                      <a:pt x="957289" y="41558"/>
                    </a:cubicBezTo>
                    <a:lnTo>
                      <a:pt x="908172" y="79881"/>
                    </a:lnTo>
                    <a:lnTo>
                      <a:pt x="908172" y="92172"/>
                    </a:lnTo>
                    <a:cubicBezTo>
                      <a:pt x="949537" y="92172"/>
                      <a:pt x="980409" y="91349"/>
                      <a:pt x="1000791" y="89704"/>
                    </a:cubicBezTo>
                    <a:lnTo>
                      <a:pt x="1000791" y="111092"/>
                    </a:lnTo>
                    <a:cubicBezTo>
                      <a:pt x="980128" y="109599"/>
                      <a:pt x="949256" y="108852"/>
                      <a:pt x="908172" y="108852"/>
                    </a:cubicBezTo>
                    <a:lnTo>
                      <a:pt x="908172" y="186848"/>
                    </a:lnTo>
                    <a:cubicBezTo>
                      <a:pt x="908172" y="191868"/>
                      <a:pt x="906995" y="195859"/>
                      <a:pt x="904641" y="198821"/>
                    </a:cubicBezTo>
                    <a:cubicBezTo>
                      <a:pt x="902287" y="201783"/>
                      <a:pt x="897818" y="204048"/>
                      <a:pt x="891234" y="205616"/>
                    </a:cubicBezTo>
                    <a:cubicBezTo>
                      <a:pt x="884650" y="207184"/>
                      <a:pt x="874196" y="208045"/>
                      <a:pt x="859873" y="208197"/>
                    </a:cubicBezTo>
                    <a:cubicBezTo>
                      <a:pt x="860471" y="199613"/>
                      <a:pt x="858227" y="191585"/>
                      <a:pt x="853143" y="184115"/>
                    </a:cubicBezTo>
                    <a:cubicBezTo>
                      <a:pt x="864788" y="185911"/>
                      <a:pt x="872877" y="186809"/>
                      <a:pt x="877413" y="186809"/>
                    </a:cubicBezTo>
                    <a:cubicBezTo>
                      <a:pt x="881948" y="186809"/>
                      <a:pt x="885017" y="186237"/>
                      <a:pt x="886621" y="185092"/>
                    </a:cubicBezTo>
                    <a:cubicBezTo>
                      <a:pt x="888225" y="183948"/>
                      <a:pt x="889027" y="181170"/>
                      <a:pt x="889027" y="176757"/>
                    </a:cubicBezTo>
                    <a:lnTo>
                      <a:pt x="889027" y="108852"/>
                    </a:lnTo>
                    <a:cubicBezTo>
                      <a:pt x="842378" y="108852"/>
                      <a:pt x="810085" y="109599"/>
                      <a:pt x="792147" y="111092"/>
                    </a:cubicBezTo>
                    <a:lnTo>
                      <a:pt x="792147" y="89704"/>
                    </a:lnTo>
                    <a:cubicBezTo>
                      <a:pt x="809861" y="91349"/>
                      <a:pt x="842154" y="92172"/>
                      <a:pt x="889027" y="92172"/>
                    </a:cubicBezTo>
                    <a:lnTo>
                      <a:pt x="889027" y="72205"/>
                    </a:lnTo>
                    <a:lnTo>
                      <a:pt x="943744" y="33275"/>
                    </a:lnTo>
                    <a:lnTo>
                      <a:pt x="870231" y="33275"/>
                    </a:lnTo>
                    <a:cubicBezTo>
                      <a:pt x="848498" y="33275"/>
                      <a:pt x="831663" y="33649"/>
                      <a:pt x="819729" y="34397"/>
                    </a:cubicBezTo>
                    <a:close/>
                    <a:moveTo>
                      <a:pt x="267279" y="15698"/>
                    </a:moveTo>
                    <a:cubicBezTo>
                      <a:pt x="276827" y="16448"/>
                      <a:pt x="302797" y="16823"/>
                      <a:pt x="345188" y="16823"/>
                    </a:cubicBezTo>
                    <a:cubicBezTo>
                      <a:pt x="387579" y="16823"/>
                      <a:pt x="413068" y="16448"/>
                      <a:pt x="421655" y="15698"/>
                    </a:cubicBezTo>
                    <a:lnTo>
                      <a:pt x="421655" y="33836"/>
                    </a:lnTo>
                    <a:cubicBezTo>
                      <a:pt x="415659" y="34898"/>
                      <a:pt x="410054" y="37472"/>
                      <a:pt x="404839" y="41558"/>
                    </a:cubicBezTo>
                    <a:lnTo>
                      <a:pt x="355722" y="79881"/>
                    </a:lnTo>
                    <a:lnTo>
                      <a:pt x="355722" y="92172"/>
                    </a:lnTo>
                    <a:cubicBezTo>
                      <a:pt x="397087" y="92172"/>
                      <a:pt x="427959" y="91349"/>
                      <a:pt x="448341" y="89704"/>
                    </a:cubicBezTo>
                    <a:lnTo>
                      <a:pt x="448341" y="111092"/>
                    </a:lnTo>
                    <a:cubicBezTo>
                      <a:pt x="427678" y="109599"/>
                      <a:pt x="396805" y="108852"/>
                      <a:pt x="355722" y="108852"/>
                    </a:cubicBezTo>
                    <a:lnTo>
                      <a:pt x="355722" y="186848"/>
                    </a:lnTo>
                    <a:cubicBezTo>
                      <a:pt x="355722" y="191868"/>
                      <a:pt x="354545" y="195859"/>
                      <a:pt x="352191" y="198821"/>
                    </a:cubicBezTo>
                    <a:cubicBezTo>
                      <a:pt x="349837" y="201783"/>
                      <a:pt x="345368" y="204048"/>
                      <a:pt x="338784" y="205616"/>
                    </a:cubicBezTo>
                    <a:cubicBezTo>
                      <a:pt x="332200" y="207184"/>
                      <a:pt x="321746" y="208045"/>
                      <a:pt x="307423" y="208197"/>
                    </a:cubicBezTo>
                    <a:cubicBezTo>
                      <a:pt x="308021" y="199613"/>
                      <a:pt x="305777" y="191585"/>
                      <a:pt x="300693" y="184115"/>
                    </a:cubicBezTo>
                    <a:cubicBezTo>
                      <a:pt x="312338" y="185911"/>
                      <a:pt x="320428" y="186809"/>
                      <a:pt x="324963" y="186809"/>
                    </a:cubicBezTo>
                    <a:cubicBezTo>
                      <a:pt x="329498" y="186809"/>
                      <a:pt x="332567" y="186237"/>
                      <a:pt x="334171" y="185092"/>
                    </a:cubicBezTo>
                    <a:cubicBezTo>
                      <a:pt x="335775" y="183948"/>
                      <a:pt x="336577" y="181170"/>
                      <a:pt x="336577" y="176757"/>
                    </a:cubicBezTo>
                    <a:lnTo>
                      <a:pt x="336577" y="108852"/>
                    </a:lnTo>
                    <a:cubicBezTo>
                      <a:pt x="289928" y="108852"/>
                      <a:pt x="257635" y="109599"/>
                      <a:pt x="239697" y="111092"/>
                    </a:cubicBezTo>
                    <a:lnTo>
                      <a:pt x="239697" y="89704"/>
                    </a:lnTo>
                    <a:cubicBezTo>
                      <a:pt x="257411" y="91349"/>
                      <a:pt x="289704" y="92172"/>
                      <a:pt x="336577" y="92172"/>
                    </a:cubicBezTo>
                    <a:lnTo>
                      <a:pt x="336577" y="72205"/>
                    </a:lnTo>
                    <a:lnTo>
                      <a:pt x="391294" y="33275"/>
                    </a:lnTo>
                    <a:lnTo>
                      <a:pt x="317781" y="33275"/>
                    </a:lnTo>
                    <a:cubicBezTo>
                      <a:pt x="296048" y="33275"/>
                      <a:pt x="279213" y="33649"/>
                      <a:pt x="267279" y="34397"/>
                    </a:cubicBezTo>
                    <a:close/>
                    <a:moveTo>
                      <a:pt x="651454" y="225"/>
                    </a:moveTo>
                    <a:cubicBezTo>
                      <a:pt x="659741" y="1272"/>
                      <a:pt x="667081" y="1796"/>
                      <a:pt x="673475" y="1796"/>
                    </a:cubicBezTo>
                    <a:cubicBezTo>
                      <a:pt x="677689" y="1796"/>
                      <a:pt x="679797" y="3034"/>
                      <a:pt x="679797" y="5511"/>
                    </a:cubicBezTo>
                    <a:cubicBezTo>
                      <a:pt x="679797" y="7987"/>
                      <a:pt x="678937" y="9570"/>
                      <a:pt x="677216" y="10258"/>
                    </a:cubicBezTo>
                    <a:cubicBezTo>
                      <a:pt x="675496" y="10946"/>
                      <a:pt x="674300" y="11905"/>
                      <a:pt x="673628" y="13133"/>
                    </a:cubicBezTo>
                    <a:cubicBezTo>
                      <a:pt x="672957" y="14362"/>
                      <a:pt x="672621" y="15455"/>
                      <a:pt x="672621" y="16412"/>
                    </a:cubicBezTo>
                    <a:lnTo>
                      <a:pt x="672621" y="36779"/>
                    </a:lnTo>
                    <a:cubicBezTo>
                      <a:pt x="703399" y="36782"/>
                      <a:pt x="726797" y="35884"/>
                      <a:pt x="742815" y="34086"/>
                    </a:cubicBezTo>
                    <a:cubicBezTo>
                      <a:pt x="741768" y="41866"/>
                      <a:pt x="741244" y="51075"/>
                      <a:pt x="741244" y="61714"/>
                    </a:cubicBezTo>
                    <a:lnTo>
                      <a:pt x="741244" y="127869"/>
                    </a:lnTo>
                    <a:cubicBezTo>
                      <a:pt x="741244" y="138485"/>
                      <a:pt x="741992" y="149936"/>
                      <a:pt x="743487" y="162223"/>
                    </a:cubicBezTo>
                    <a:lnTo>
                      <a:pt x="722545" y="162223"/>
                    </a:lnTo>
                    <a:lnTo>
                      <a:pt x="722545" y="146079"/>
                    </a:lnTo>
                    <a:lnTo>
                      <a:pt x="672621" y="146079"/>
                    </a:lnTo>
                    <a:lnTo>
                      <a:pt x="672621" y="175186"/>
                    </a:lnTo>
                    <a:cubicBezTo>
                      <a:pt x="672621" y="179915"/>
                      <a:pt x="673010" y="183178"/>
                      <a:pt x="673789" y="184974"/>
                    </a:cubicBezTo>
                    <a:cubicBezTo>
                      <a:pt x="674568" y="186771"/>
                      <a:pt x="676370" y="188087"/>
                      <a:pt x="679195" y="188921"/>
                    </a:cubicBezTo>
                    <a:cubicBezTo>
                      <a:pt x="682020" y="189756"/>
                      <a:pt x="686979" y="190173"/>
                      <a:pt x="694070" y="190173"/>
                    </a:cubicBezTo>
                    <a:lnTo>
                      <a:pt x="729539" y="189948"/>
                    </a:lnTo>
                    <a:cubicBezTo>
                      <a:pt x="737578" y="189948"/>
                      <a:pt x="742989" y="187506"/>
                      <a:pt x="745771" y="182621"/>
                    </a:cubicBezTo>
                    <a:cubicBezTo>
                      <a:pt x="748554" y="177735"/>
                      <a:pt x="750812" y="169264"/>
                      <a:pt x="752545" y="157205"/>
                    </a:cubicBezTo>
                    <a:cubicBezTo>
                      <a:pt x="757986" y="161596"/>
                      <a:pt x="764386" y="164976"/>
                      <a:pt x="771744" y="167345"/>
                    </a:cubicBezTo>
                    <a:cubicBezTo>
                      <a:pt x="767977" y="182945"/>
                      <a:pt x="763257" y="193541"/>
                      <a:pt x="757583" y="199133"/>
                    </a:cubicBezTo>
                    <a:cubicBezTo>
                      <a:pt x="751910" y="204726"/>
                      <a:pt x="742625" y="207522"/>
                      <a:pt x="729728" y="207522"/>
                    </a:cubicBezTo>
                    <a:lnTo>
                      <a:pt x="694331" y="207300"/>
                    </a:lnTo>
                    <a:cubicBezTo>
                      <a:pt x="682196" y="207300"/>
                      <a:pt x="673304" y="206412"/>
                      <a:pt x="667654" y="204636"/>
                    </a:cubicBezTo>
                    <a:cubicBezTo>
                      <a:pt x="662005" y="202859"/>
                      <a:pt x="658304" y="199675"/>
                      <a:pt x="656551" y="195083"/>
                    </a:cubicBezTo>
                    <a:cubicBezTo>
                      <a:pt x="654798" y="190491"/>
                      <a:pt x="653922" y="183411"/>
                      <a:pt x="653922" y="173843"/>
                    </a:cubicBezTo>
                    <a:lnTo>
                      <a:pt x="653922" y="146079"/>
                    </a:lnTo>
                    <a:lnTo>
                      <a:pt x="602655" y="146079"/>
                    </a:lnTo>
                    <a:lnTo>
                      <a:pt x="602655" y="166710"/>
                    </a:lnTo>
                    <a:lnTo>
                      <a:pt x="582385" y="166710"/>
                    </a:lnTo>
                    <a:cubicBezTo>
                      <a:pt x="584028" y="154232"/>
                      <a:pt x="584849" y="142033"/>
                      <a:pt x="584849" y="130112"/>
                    </a:cubicBezTo>
                    <a:lnTo>
                      <a:pt x="584849" y="61714"/>
                    </a:lnTo>
                    <a:cubicBezTo>
                      <a:pt x="584849" y="52085"/>
                      <a:pt x="584327" y="42875"/>
                      <a:pt x="583281" y="34086"/>
                    </a:cubicBezTo>
                    <a:cubicBezTo>
                      <a:pt x="599986" y="35884"/>
                      <a:pt x="623533" y="36782"/>
                      <a:pt x="653922" y="36779"/>
                    </a:cubicBezTo>
                    <a:cubicBezTo>
                      <a:pt x="653922" y="21927"/>
                      <a:pt x="653099" y="9742"/>
                      <a:pt x="651454" y="225"/>
                    </a:cubicBezTo>
                    <a:close/>
                    <a:moveTo>
                      <a:pt x="94412" y="0"/>
                    </a:moveTo>
                    <a:cubicBezTo>
                      <a:pt x="101501" y="1497"/>
                      <a:pt x="106648" y="2246"/>
                      <a:pt x="109853" y="2246"/>
                    </a:cubicBezTo>
                    <a:lnTo>
                      <a:pt x="114811" y="2021"/>
                    </a:lnTo>
                    <a:cubicBezTo>
                      <a:pt x="117416" y="2021"/>
                      <a:pt x="118719" y="2886"/>
                      <a:pt x="118719" y="4616"/>
                    </a:cubicBezTo>
                    <a:cubicBezTo>
                      <a:pt x="118719" y="6346"/>
                      <a:pt x="118083" y="7884"/>
                      <a:pt x="116813" y="9229"/>
                    </a:cubicBezTo>
                    <a:cubicBezTo>
                      <a:pt x="115543" y="10575"/>
                      <a:pt x="114907" y="12820"/>
                      <a:pt x="114907" y="15966"/>
                    </a:cubicBezTo>
                    <a:lnTo>
                      <a:pt x="114907" y="112396"/>
                    </a:lnTo>
                    <a:cubicBezTo>
                      <a:pt x="114907" y="122049"/>
                      <a:pt x="115431" y="130959"/>
                      <a:pt x="116479" y="139124"/>
                    </a:cubicBezTo>
                    <a:lnTo>
                      <a:pt x="94191" y="139124"/>
                    </a:lnTo>
                    <a:cubicBezTo>
                      <a:pt x="95236" y="131261"/>
                      <a:pt x="95759" y="122427"/>
                      <a:pt x="95759" y="112621"/>
                    </a:cubicBezTo>
                    <a:lnTo>
                      <a:pt x="95759" y="23588"/>
                    </a:lnTo>
                    <a:cubicBezTo>
                      <a:pt x="95759" y="14330"/>
                      <a:pt x="95310" y="6467"/>
                      <a:pt x="94412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="1" dirty="0"/>
              </a:p>
            </p:txBody>
          </p:sp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DCC471A8-BE74-43AF-A1E5-EF15943A06C0}"/>
                  </a:ext>
                </a:extLst>
              </p:cNvPr>
              <p:cNvSpPr txBox="1"/>
              <p:nvPr/>
            </p:nvSpPr>
            <p:spPr>
              <a:xfrm>
                <a:off x="11734265" y="10265395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3" y="177965"/>
                    </a:lnTo>
                    <a:lnTo>
                      <a:pt x="705173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3" y="146590"/>
                    </a:lnTo>
                    <a:lnTo>
                      <a:pt x="705173" y="125759"/>
                    </a:lnTo>
                    <a:close/>
                    <a:moveTo>
                      <a:pt x="825788" y="113671"/>
                    </a:moveTo>
                    <a:cubicBezTo>
                      <a:pt x="829732" y="119158"/>
                      <a:pt x="834532" y="123444"/>
                      <a:pt x="840190" y="126530"/>
                    </a:cubicBezTo>
                    <a:cubicBezTo>
                      <a:pt x="816702" y="156705"/>
                      <a:pt x="798099" y="181737"/>
                      <a:pt x="784383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399" y="156234"/>
                    </a:cubicBezTo>
                    <a:cubicBezTo>
                      <a:pt x="810144" y="140546"/>
                      <a:pt x="819273" y="126359"/>
                      <a:pt x="825788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8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5" y="219327"/>
                      <a:pt x="718418" y="222328"/>
                    </a:cubicBezTo>
                    <a:cubicBezTo>
                      <a:pt x="716961" y="225328"/>
                      <a:pt x="713789" y="227643"/>
                      <a:pt x="708902" y="229272"/>
                    </a:cubicBezTo>
                    <a:cubicBezTo>
                      <a:pt x="704016" y="230900"/>
                      <a:pt x="696344" y="232229"/>
                      <a:pt x="685885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3" y="213241"/>
                      <a:pt x="705173" y="210455"/>
                      <a:pt x="705173" y="205997"/>
                    </a:cubicBezTo>
                    <a:lnTo>
                      <a:pt x="705173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8" y="211055"/>
                      <a:pt x="608218" y="200597"/>
                    </a:cubicBezTo>
                    <a:lnTo>
                      <a:pt x="608218" y="141961"/>
                    </a:lnTo>
                    <a:cubicBezTo>
                      <a:pt x="608218" y="129102"/>
                      <a:pt x="607618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09" y="105442"/>
                      <a:pt x="113542" y="105442"/>
                    </a:cubicBezTo>
                    <a:cubicBezTo>
                      <a:pt x="148775" y="105442"/>
                      <a:pt x="173421" y="104756"/>
                      <a:pt x="187480" y="103384"/>
                    </a:cubicBezTo>
                    <a:lnTo>
                      <a:pt x="178993" y="197253"/>
                    </a:lnTo>
                    <a:cubicBezTo>
                      <a:pt x="178479" y="203254"/>
                      <a:pt x="176807" y="207926"/>
                      <a:pt x="173979" y="211269"/>
                    </a:cubicBezTo>
                    <a:cubicBezTo>
                      <a:pt x="171150" y="214613"/>
                      <a:pt x="165749" y="217313"/>
                      <a:pt x="157776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899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6" y="202011"/>
                      <a:pt x="159877" y="200082"/>
                      <a:pt x="161248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6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6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5" y="77667"/>
                    </a:cubicBezTo>
                    <a:lnTo>
                      <a:pt x="581729" y="83839"/>
                    </a:lnTo>
                    <a:cubicBezTo>
                      <a:pt x="577615" y="70123"/>
                      <a:pt x="572214" y="57950"/>
                      <a:pt x="565527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6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8" y="38662"/>
                      <a:pt x="973921" y="57307"/>
                      <a:pt x="973921" y="69051"/>
                    </a:cubicBezTo>
                    <a:cubicBezTo>
                      <a:pt x="973921" y="80796"/>
                      <a:pt x="974178" y="96526"/>
                      <a:pt x="974693" y="116243"/>
                    </a:cubicBezTo>
                    <a:lnTo>
                      <a:pt x="941774" y="115472"/>
                    </a:lnTo>
                    <a:lnTo>
                      <a:pt x="941774" y="198539"/>
                    </a:lnTo>
                    <a:cubicBezTo>
                      <a:pt x="941774" y="204368"/>
                      <a:pt x="942975" y="208355"/>
                      <a:pt x="945375" y="210498"/>
                    </a:cubicBezTo>
                    <a:cubicBezTo>
                      <a:pt x="947775" y="212641"/>
                      <a:pt x="952404" y="213712"/>
                      <a:pt x="959262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3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0" y="226100"/>
                      <a:pt x="979451" y="228629"/>
                      <a:pt x="963249" y="228629"/>
                    </a:cubicBezTo>
                    <a:cubicBezTo>
                      <a:pt x="947046" y="228629"/>
                      <a:pt x="936802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4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2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1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8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0" y="37548"/>
                    </a:cubicBezTo>
                    <a:cubicBezTo>
                      <a:pt x="66351" y="73552"/>
                      <a:pt x="43376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8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1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5" y="78824"/>
                    </a:cubicBezTo>
                    <a:cubicBezTo>
                      <a:pt x="160520" y="61936"/>
                      <a:pt x="148475" y="38662"/>
                      <a:pt x="136302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6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8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5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5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1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7" y="86411"/>
                    </a:cubicBezTo>
                    <a:lnTo>
                      <a:pt x="656567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7" y="55550"/>
                    </a:cubicBezTo>
                    <a:lnTo>
                      <a:pt x="656567" y="36519"/>
                    </a:lnTo>
                    <a:cubicBezTo>
                      <a:pt x="631193" y="36519"/>
                      <a:pt x="611647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7" y="24603"/>
                      <a:pt x="631193" y="25203"/>
                      <a:pt x="656567" y="25203"/>
                    </a:cubicBezTo>
                    <a:cubicBezTo>
                      <a:pt x="656567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0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4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6" y="70466"/>
                      <a:pt x="398106" y="71495"/>
                    </a:cubicBezTo>
                    <a:cubicBezTo>
                      <a:pt x="398106" y="72523"/>
                      <a:pt x="396992" y="74066"/>
                      <a:pt x="394763" y="76124"/>
                    </a:cubicBezTo>
                    <a:cubicBezTo>
                      <a:pt x="392534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29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3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8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6" y="56321"/>
                    </a:cubicBezTo>
                    <a:cubicBezTo>
                      <a:pt x="301837" y="56493"/>
                      <a:pt x="274405" y="57264"/>
                      <a:pt x="258460" y="58636"/>
                    </a:cubicBezTo>
                    <a:lnTo>
                      <a:pt x="258460" y="40891"/>
                    </a:lnTo>
                    <a:cubicBezTo>
                      <a:pt x="272519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9333C4E4-19F7-4054-99B7-35D7C656FFD8}"/>
                </a:ext>
              </a:extLst>
            </p:cNvPr>
            <p:cNvSpPr/>
            <p:nvPr/>
          </p:nvSpPr>
          <p:spPr>
            <a:xfrm>
              <a:off x="-1187291" y="2615535"/>
              <a:ext cx="6654595" cy="1975844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23753E66-732A-4913-A00E-1D2062AE200F}"/>
                </a:ext>
              </a:extLst>
            </p:cNvPr>
            <p:cNvSpPr/>
            <p:nvPr/>
          </p:nvSpPr>
          <p:spPr>
            <a:xfrm>
              <a:off x="7423824" y="2577712"/>
              <a:ext cx="6739794" cy="2014422"/>
            </a:xfrm>
            <a:custGeom>
              <a:avLst/>
              <a:gdLst>
                <a:gd name="connsiteX0" fmla="*/ 0 w 2238375"/>
                <a:gd name="connsiteY0" fmla="*/ 0 h 1724498"/>
                <a:gd name="connsiteX1" fmla="*/ 438150 w 2238375"/>
                <a:gd name="connsiteY1" fmla="*/ 704850 h 1724498"/>
                <a:gd name="connsiteX2" fmla="*/ 1066800 w 2238375"/>
                <a:gd name="connsiteY2" fmla="*/ 1304925 h 1724498"/>
                <a:gd name="connsiteX3" fmla="*/ 1781175 w 2238375"/>
                <a:gd name="connsiteY3" fmla="*/ 1657350 h 1724498"/>
                <a:gd name="connsiteX4" fmla="*/ 2238375 w 2238375"/>
                <a:gd name="connsiteY4" fmla="*/ 1724025 h 1724498"/>
                <a:gd name="connsiteX0" fmla="*/ 0 w 4219575"/>
                <a:gd name="connsiteY0" fmla="*/ 0 h 1724498"/>
                <a:gd name="connsiteX1" fmla="*/ 438150 w 4219575"/>
                <a:gd name="connsiteY1" fmla="*/ 704850 h 1724498"/>
                <a:gd name="connsiteX2" fmla="*/ 1066800 w 4219575"/>
                <a:gd name="connsiteY2" fmla="*/ 1304925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  <a:gd name="connsiteX0" fmla="*/ 0 w 4219575"/>
                <a:gd name="connsiteY0" fmla="*/ 0 h 1724498"/>
                <a:gd name="connsiteX1" fmla="*/ 419100 w 4219575"/>
                <a:gd name="connsiteY1" fmla="*/ 714375 h 1724498"/>
                <a:gd name="connsiteX2" fmla="*/ 1066800 w 4219575"/>
                <a:gd name="connsiteY2" fmla="*/ 1304925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  <a:gd name="connsiteX0" fmla="*/ 0 w 4219575"/>
                <a:gd name="connsiteY0" fmla="*/ 0 h 1724498"/>
                <a:gd name="connsiteX1" fmla="*/ 419100 w 4219575"/>
                <a:gd name="connsiteY1" fmla="*/ 714375 h 1724498"/>
                <a:gd name="connsiteX2" fmla="*/ 1057275 w 4219575"/>
                <a:gd name="connsiteY2" fmla="*/ 1333500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9575" h="1724498">
                  <a:moveTo>
                    <a:pt x="0" y="0"/>
                  </a:moveTo>
                  <a:cubicBezTo>
                    <a:pt x="130175" y="243681"/>
                    <a:pt x="242888" y="492125"/>
                    <a:pt x="419100" y="714375"/>
                  </a:cubicBezTo>
                  <a:cubicBezTo>
                    <a:pt x="595313" y="936625"/>
                    <a:pt x="830263" y="1176338"/>
                    <a:pt x="1057275" y="1333500"/>
                  </a:cubicBezTo>
                  <a:cubicBezTo>
                    <a:pt x="1284288" y="1490663"/>
                    <a:pt x="1585913" y="1587500"/>
                    <a:pt x="1781175" y="1657350"/>
                  </a:cubicBezTo>
                  <a:cubicBezTo>
                    <a:pt x="1976437" y="1727200"/>
                    <a:pt x="4088606" y="1725612"/>
                    <a:pt x="4219575" y="17240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8BF8DD17-8517-4D01-9F85-67DA45E7ADBA}"/>
              </a:ext>
            </a:extLst>
          </p:cNvPr>
          <p:cNvCxnSpPr>
            <a:cxnSpLocks/>
          </p:cNvCxnSpPr>
          <p:nvPr/>
        </p:nvCxnSpPr>
        <p:spPr>
          <a:xfrm flipH="1" flipV="1">
            <a:off x="4049680" y="8757127"/>
            <a:ext cx="182228" cy="159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文本框 227">
            <a:extLst>
              <a:ext uri="{FF2B5EF4-FFF2-40B4-BE49-F238E27FC236}">
                <a16:creationId xmlns:a16="http://schemas.microsoft.com/office/drawing/2014/main" id="{4D9BB96D-7441-4CB9-BA52-86A7160715D3}"/>
              </a:ext>
            </a:extLst>
          </p:cNvPr>
          <p:cNvSpPr txBox="1"/>
          <p:nvPr/>
        </p:nvSpPr>
        <p:spPr>
          <a:xfrm>
            <a:off x="5171607" y="7163381"/>
            <a:ext cx="1544530" cy="357201"/>
          </a:xfrm>
          <a:custGeom>
            <a:avLst/>
            <a:gdLst/>
            <a:ahLst/>
            <a:cxnLst/>
            <a:rect l="l" t="t" r="r" b="b"/>
            <a:pathLst>
              <a:path w="1823743" h="421774">
                <a:moveTo>
                  <a:pt x="1136347" y="284979"/>
                </a:moveTo>
                <a:lnTo>
                  <a:pt x="1136347" y="310832"/>
                </a:lnTo>
                <a:lnTo>
                  <a:pt x="1269385" y="310832"/>
                </a:lnTo>
                <a:lnTo>
                  <a:pt x="1269385" y="284979"/>
                </a:lnTo>
                <a:close/>
                <a:moveTo>
                  <a:pt x="647648" y="265698"/>
                </a:moveTo>
                <a:cubicBezTo>
                  <a:pt x="663340" y="288329"/>
                  <a:pt x="683326" y="308153"/>
                  <a:pt x="707606" y="325169"/>
                </a:cubicBezTo>
                <a:cubicBezTo>
                  <a:pt x="726860" y="311420"/>
                  <a:pt x="746884" y="291596"/>
                  <a:pt x="767677" y="265698"/>
                </a:cubicBezTo>
                <a:close/>
                <a:moveTo>
                  <a:pt x="570331" y="232329"/>
                </a:moveTo>
                <a:cubicBezTo>
                  <a:pt x="593372" y="235025"/>
                  <a:pt x="632915" y="236373"/>
                  <a:pt x="688960" y="236373"/>
                </a:cubicBezTo>
                <a:cubicBezTo>
                  <a:pt x="745005" y="236373"/>
                  <a:pt x="788644" y="235025"/>
                  <a:pt x="819877" y="232329"/>
                </a:cubicBezTo>
                <a:cubicBezTo>
                  <a:pt x="796836" y="281312"/>
                  <a:pt x="768280" y="318069"/>
                  <a:pt x="734209" y="342600"/>
                </a:cubicBezTo>
                <a:cubicBezTo>
                  <a:pt x="763170" y="355597"/>
                  <a:pt x="810264" y="364200"/>
                  <a:pt x="875491" y="368411"/>
                </a:cubicBezTo>
                <a:cubicBezTo>
                  <a:pt x="868628" y="379721"/>
                  <a:pt x="863323" y="393025"/>
                  <a:pt x="859575" y="408323"/>
                </a:cubicBezTo>
                <a:cubicBezTo>
                  <a:pt x="789837" y="398969"/>
                  <a:pt x="738595" y="384167"/>
                  <a:pt x="705848" y="363917"/>
                </a:cubicBezTo>
                <a:cubicBezTo>
                  <a:pt x="672344" y="384382"/>
                  <a:pt x="620642" y="400976"/>
                  <a:pt x="550743" y="413702"/>
                </a:cubicBezTo>
                <a:cubicBezTo>
                  <a:pt x="545876" y="400229"/>
                  <a:pt x="539546" y="387263"/>
                  <a:pt x="531755" y="374804"/>
                </a:cubicBezTo>
                <a:cubicBezTo>
                  <a:pt x="595453" y="369627"/>
                  <a:pt x="644343" y="358924"/>
                  <a:pt x="678423" y="342693"/>
                </a:cubicBezTo>
                <a:cubicBezTo>
                  <a:pt x="654568" y="325953"/>
                  <a:pt x="632468" y="300288"/>
                  <a:pt x="612122" y="265698"/>
                </a:cubicBezTo>
                <a:cubicBezTo>
                  <a:pt x="598549" y="265698"/>
                  <a:pt x="584619" y="266593"/>
                  <a:pt x="570331" y="268384"/>
                </a:cubicBezTo>
                <a:close/>
                <a:moveTo>
                  <a:pt x="1136347" y="228464"/>
                </a:moveTo>
                <a:lnTo>
                  <a:pt x="1136347" y="256111"/>
                </a:lnTo>
                <a:lnTo>
                  <a:pt x="1269385" y="256111"/>
                </a:lnTo>
                <a:lnTo>
                  <a:pt x="1269385" y="228464"/>
                </a:lnTo>
                <a:close/>
                <a:moveTo>
                  <a:pt x="93062" y="223364"/>
                </a:moveTo>
                <a:cubicBezTo>
                  <a:pt x="105925" y="231274"/>
                  <a:pt x="116822" y="237466"/>
                  <a:pt x="125752" y="241938"/>
                </a:cubicBezTo>
                <a:cubicBezTo>
                  <a:pt x="99120" y="287186"/>
                  <a:pt x="68316" y="341302"/>
                  <a:pt x="33340" y="404286"/>
                </a:cubicBezTo>
                <a:cubicBezTo>
                  <a:pt x="23406" y="392937"/>
                  <a:pt x="12292" y="385837"/>
                  <a:pt x="0" y="382984"/>
                </a:cubicBezTo>
                <a:cubicBezTo>
                  <a:pt x="32895" y="344698"/>
                  <a:pt x="63915" y="291491"/>
                  <a:pt x="93062" y="223364"/>
                </a:cubicBezTo>
                <a:close/>
                <a:moveTo>
                  <a:pt x="1501824" y="198246"/>
                </a:moveTo>
                <a:cubicBezTo>
                  <a:pt x="1511277" y="208833"/>
                  <a:pt x="1521405" y="217456"/>
                  <a:pt x="1532206" y="224114"/>
                </a:cubicBezTo>
                <a:cubicBezTo>
                  <a:pt x="1490563" y="279416"/>
                  <a:pt x="1456652" y="324972"/>
                  <a:pt x="1430472" y="360781"/>
                </a:cubicBezTo>
                <a:cubicBezTo>
                  <a:pt x="1421133" y="350846"/>
                  <a:pt x="1411332" y="342305"/>
                  <a:pt x="1401068" y="335156"/>
                </a:cubicBezTo>
                <a:cubicBezTo>
                  <a:pt x="1414013" y="321993"/>
                  <a:pt x="1430667" y="301811"/>
                  <a:pt x="1451032" y="274610"/>
                </a:cubicBezTo>
                <a:cubicBezTo>
                  <a:pt x="1471396" y="247409"/>
                  <a:pt x="1488327" y="221954"/>
                  <a:pt x="1501824" y="198246"/>
                </a:cubicBezTo>
                <a:close/>
                <a:moveTo>
                  <a:pt x="1097157" y="196446"/>
                </a:moveTo>
                <a:cubicBezTo>
                  <a:pt x="1132056" y="198846"/>
                  <a:pt x="1168162" y="200047"/>
                  <a:pt x="1205474" y="200047"/>
                </a:cubicBezTo>
                <a:cubicBezTo>
                  <a:pt x="1242786" y="200047"/>
                  <a:pt x="1276705" y="198846"/>
                  <a:pt x="1307233" y="196446"/>
                </a:cubicBezTo>
                <a:cubicBezTo>
                  <a:pt x="1306037" y="216130"/>
                  <a:pt x="1305440" y="234849"/>
                  <a:pt x="1305440" y="252603"/>
                </a:cubicBezTo>
                <a:lnTo>
                  <a:pt x="1305440" y="368318"/>
                </a:lnTo>
                <a:cubicBezTo>
                  <a:pt x="1305440" y="379729"/>
                  <a:pt x="1303944" y="388517"/>
                  <a:pt x="1300954" y="394682"/>
                </a:cubicBezTo>
                <a:cubicBezTo>
                  <a:pt x="1297963" y="400847"/>
                  <a:pt x="1291826" y="405475"/>
                  <a:pt x="1282544" y="408566"/>
                </a:cubicBezTo>
                <a:cubicBezTo>
                  <a:pt x="1273262" y="411656"/>
                  <a:pt x="1257663" y="414116"/>
                  <a:pt x="1235745" y="415945"/>
                </a:cubicBezTo>
                <a:cubicBezTo>
                  <a:pt x="1236641" y="402286"/>
                  <a:pt x="1232902" y="388475"/>
                  <a:pt x="1224530" y="374511"/>
                </a:cubicBezTo>
                <a:cubicBezTo>
                  <a:pt x="1238713" y="376312"/>
                  <a:pt x="1248693" y="377212"/>
                  <a:pt x="1254473" y="377212"/>
                </a:cubicBezTo>
                <a:cubicBezTo>
                  <a:pt x="1260252" y="377212"/>
                  <a:pt x="1264182" y="376567"/>
                  <a:pt x="1266264" y="375279"/>
                </a:cubicBezTo>
                <a:cubicBezTo>
                  <a:pt x="1268345" y="373991"/>
                  <a:pt x="1269385" y="370175"/>
                  <a:pt x="1269385" y="363831"/>
                </a:cubicBezTo>
                <a:lnTo>
                  <a:pt x="1269385" y="339700"/>
                </a:lnTo>
                <a:lnTo>
                  <a:pt x="1136347" y="339700"/>
                </a:lnTo>
                <a:lnTo>
                  <a:pt x="1136347" y="415945"/>
                </a:lnTo>
                <a:lnTo>
                  <a:pt x="1096257" y="415945"/>
                </a:lnTo>
                <a:cubicBezTo>
                  <a:pt x="1098947" y="392814"/>
                  <a:pt x="1100293" y="372304"/>
                  <a:pt x="1100293" y="354416"/>
                </a:cubicBezTo>
                <a:lnTo>
                  <a:pt x="1100293" y="252153"/>
                </a:lnTo>
                <a:cubicBezTo>
                  <a:pt x="1100293" y="230031"/>
                  <a:pt x="1099247" y="211462"/>
                  <a:pt x="1097157" y="196446"/>
                </a:cubicBezTo>
                <a:close/>
                <a:moveTo>
                  <a:pt x="650341" y="155805"/>
                </a:moveTo>
                <a:lnTo>
                  <a:pt x="650341" y="187938"/>
                </a:lnTo>
                <a:lnTo>
                  <a:pt x="750182" y="187938"/>
                </a:lnTo>
                <a:lnTo>
                  <a:pt x="750182" y="155805"/>
                </a:lnTo>
                <a:close/>
                <a:moveTo>
                  <a:pt x="288622" y="146661"/>
                </a:moveTo>
                <a:cubicBezTo>
                  <a:pt x="296566" y="192096"/>
                  <a:pt x="305360" y="227379"/>
                  <a:pt x="315004" y="252510"/>
                </a:cubicBezTo>
                <a:cubicBezTo>
                  <a:pt x="340298" y="229088"/>
                  <a:pt x="360076" y="206664"/>
                  <a:pt x="374340" y="185238"/>
                </a:cubicBezTo>
                <a:cubicBezTo>
                  <a:pt x="384594" y="195177"/>
                  <a:pt x="392446" y="201552"/>
                  <a:pt x="397897" y="204361"/>
                </a:cubicBezTo>
                <a:cubicBezTo>
                  <a:pt x="403347" y="207171"/>
                  <a:pt x="406073" y="210784"/>
                  <a:pt x="406073" y="215199"/>
                </a:cubicBezTo>
                <a:cubicBezTo>
                  <a:pt x="406073" y="219613"/>
                  <a:pt x="402594" y="222518"/>
                  <a:pt x="395636" y="223914"/>
                </a:cubicBezTo>
                <a:cubicBezTo>
                  <a:pt x="389025" y="225238"/>
                  <a:pt x="365894" y="242990"/>
                  <a:pt x="326241" y="277171"/>
                </a:cubicBezTo>
                <a:cubicBezTo>
                  <a:pt x="346172" y="316547"/>
                  <a:pt x="377569" y="347925"/>
                  <a:pt x="420431" y="371304"/>
                </a:cubicBezTo>
                <a:cubicBezTo>
                  <a:pt x="409516" y="379857"/>
                  <a:pt x="400886" y="389356"/>
                  <a:pt x="394543" y="399800"/>
                </a:cubicBezTo>
                <a:cubicBezTo>
                  <a:pt x="354114" y="372606"/>
                  <a:pt x="323717" y="340621"/>
                  <a:pt x="303353" y="303845"/>
                </a:cubicBezTo>
                <a:cubicBezTo>
                  <a:pt x="282988" y="267069"/>
                  <a:pt x="267536" y="216987"/>
                  <a:pt x="256997" y="153598"/>
                </a:cubicBezTo>
                <a:close/>
                <a:moveTo>
                  <a:pt x="24568" y="110335"/>
                </a:moveTo>
                <a:cubicBezTo>
                  <a:pt x="51747" y="128052"/>
                  <a:pt x="78301" y="149569"/>
                  <a:pt x="104228" y="174886"/>
                </a:cubicBezTo>
                <a:lnTo>
                  <a:pt x="81775" y="200661"/>
                </a:lnTo>
                <a:cubicBezTo>
                  <a:pt x="60167" y="178644"/>
                  <a:pt x="34852" y="157010"/>
                  <a:pt x="5830" y="135760"/>
                </a:cubicBezTo>
                <a:close/>
                <a:moveTo>
                  <a:pt x="948252" y="91947"/>
                </a:moveTo>
                <a:lnTo>
                  <a:pt x="984307" y="97648"/>
                </a:lnTo>
                <a:cubicBezTo>
                  <a:pt x="980035" y="140682"/>
                  <a:pt x="973193" y="180401"/>
                  <a:pt x="963783" y="216806"/>
                </a:cubicBezTo>
                <a:lnTo>
                  <a:pt x="928964" y="209805"/>
                </a:lnTo>
                <a:cubicBezTo>
                  <a:pt x="942418" y="169981"/>
                  <a:pt x="948848" y="130695"/>
                  <a:pt x="948252" y="91947"/>
                </a:cubicBezTo>
                <a:close/>
                <a:moveTo>
                  <a:pt x="746596" y="81632"/>
                </a:moveTo>
                <a:cubicBezTo>
                  <a:pt x="758240" y="83727"/>
                  <a:pt x="770230" y="84775"/>
                  <a:pt x="782565" y="84775"/>
                </a:cubicBezTo>
                <a:cubicBezTo>
                  <a:pt x="788604" y="84775"/>
                  <a:pt x="791623" y="86671"/>
                  <a:pt x="791623" y="90462"/>
                </a:cubicBezTo>
                <a:cubicBezTo>
                  <a:pt x="791623" y="94252"/>
                  <a:pt x="790427" y="97046"/>
                  <a:pt x="788033" y="98841"/>
                </a:cubicBezTo>
                <a:cubicBezTo>
                  <a:pt x="785640" y="100637"/>
                  <a:pt x="784444" y="105394"/>
                  <a:pt x="784444" y="113114"/>
                </a:cubicBezTo>
                <a:lnTo>
                  <a:pt x="784444" y="126938"/>
                </a:lnTo>
                <a:cubicBezTo>
                  <a:pt x="800727" y="126938"/>
                  <a:pt x="823751" y="125590"/>
                  <a:pt x="853517" y="122894"/>
                </a:cubicBezTo>
                <a:lnTo>
                  <a:pt x="853517" y="159399"/>
                </a:lnTo>
                <a:cubicBezTo>
                  <a:pt x="828252" y="157298"/>
                  <a:pt x="805227" y="156101"/>
                  <a:pt x="784444" y="155805"/>
                </a:cubicBezTo>
                <a:lnTo>
                  <a:pt x="784444" y="217256"/>
                </a:lnTo>
                <a:cubicBezTo>
                  <a:pt x="765294" y="216061"/>
                  <a:pt x="736654" y="215463"/>
                  <a:pt x="698526" y="215463"/>
                </a:cubicBezTo>
                <a:cubicBezTo>
                  <a:pt x="660397" y="215463"/>
                  <a:pt x="633213" y="216211"/>
                  <a:pt x="616973" y="217706"/>
                </a:cubicBezTo>
                <a:lnTo>
                  <a:pt x="616973" y="155805"/>
                </a:lnTo>
                <a:cubicBezTo>
                  <a:pt x="599399" y="156101"/>
                  <a:pt x="576227" y="157298"/>
                  <a:pt x="547457" y="159399"/>
                </a:cubicBezTo>
                <a:lnTo>
                  <a:pt x="547457" y="122894"/>
                </a:lnTo>
                <a:cubicBezTo>
                  <a:pt x="576199" y="125337"/>
                  <a:pt x="599371" y="126685"/>
                  <a:pt x="616973" y="126938"/>
                </a:cubicBezTo>
                <a:cubicBezTo>
                  <a:pt x="616677" y="110416"/>
                  <a:pt x="615482" y="96510"/>
                  <a:pt x="613387" y="85218"/>
                </a:cubicBezTo>
                <a:cubicBezTo>
                  <a:pt x="622388" y="87018"/>
                  <a:pt x="634377" y="87918"/>
                  <a:pt x="649355" y="87918"/>
                </a:cubicBezTo>
                <a:cubicBezTo>
                  <a:pt x="655694" y="87918"/>
                  <a:pt x="658864" y="89960"/>
                  <a:pt x="658864" y="94044"/>
                </a:cubicBezTo>
                <a:cubicBezTo>
                  <a:pt x="658864" y="98128"/>
                  <a:pt x="657443" y="100918"/>
                  <a:pt x="654603" y="102413"/>
                </a:cubicBezTo>
                <a:cubicBezTo>
                  <a:pt x="651762" y="103908"/>
                  <a:pt x="650341" y="107025"/>
                  <a:pt x="650341" y="111764"/>
                </a:cubicBezTo>
                <a:lnTo>
                  <a:pt x="650341" y="126938"/>
                </a:lnTo>
                <a:lnTo>
                  <a:pt x="750182" y="126938"/>
                </a:lnTo>
                <a:cubicBezTo>
                  <a:pt x="749606" y="111478"/>
                  <a:pt x="748411" y="96377"/>
                  <a:pt x="746596" y="81632"/>
                </a:cubicBezTo>
                <a:close/>
                <a:moveTo>
                  <a:pt x="1582891" y="56686"/>
                </a:moveTo>
                <a:lnTo>
                  <a:pt x="1582891" y="179866"/>
                </a:lnTo>
                <a:lnTo>
                  <a:pt x="1727588" y="179866"/>
                </a:lnTo>
                <a:lnTo>
                  <a:pt x="1727588" y="56686"/>
                </a:lnTo>
                <a:close/>
                <a:moveTo>
                  <a:pt x="1432030" y="27811"/>
                </a:moveTo>
                <a:cubicBezTo>
                  <a:pt x="1462224" y="48909"/>
                  <a:pt x="1490684" y="73250"/>
                  <a:pt x="1517412" y="100834"/>
                </a:cubicBezTo>
                <a:lnTo>
                  <a:pt x="1491001" y="125309"/>
                </a:lnTo>
                <a:cubicBezTo>
                  <a:pt x="1460435" y="93505"/>
                  <a:pt x="1434196" y="69804"/>
                  <a:pt x="1412284" y="54207"/>
                </a:cubicBezTo>
                <a:close/>
                <a:moveTo>
                  <a:pt x="1542350" y="22874"/>
                </a:moveTo>
                <a:cubicBezTo>
                  <a:pt x="1567692" y="24675"/>
                  <a:pt x="1605093" y="25575"/>
                  <a:pt x="1654554" y="25575"/>
                </a:cubicBezTo>
                <a:cubicBezTo>
                  <a:pt x="1704015" y="25575"/>
                  <a:pt x="1741423" y="24675"/>
                  <a:pt x="1766778" y="22874"/>
                </a:cubicBezTo>
                <a:cubicBezTo>
                  <a:pt x="1765883" y="68109"/>
                  <a:pt x="1765435" y="102005"/>
                  <a:pt x="1765435" y="124562"/>
                </a:cubicBezTo>
                <a:cubicBezTo>
                  <a:pt x="1765435" y="147120"/>
                  <a:pt x="1765883" y="176222"/>
                  <a:pt x="1766778" y="211870"/>
                </a:cubicBezTo>
                <a:lnTo>
                  <a:pt x="1709371" y="210526"/>
                </a:lnTo>
                <a:lnTo>
                  <a:pt x="1709371" y="350823"/>
                </a:lnTo>
                <a:cubicBezTo>
                  <a:pt x="1709371" y="359909"/>
                  <a:pt x="1710999" y="365907"/>
                  <a:pt x="1714254" y="368814"/>
                </a:cubicBezTo>
                <a:cubicBezTo>
                  <a:pt x="1717509" y="371722"/>
                  <a:pt x="1724523" y="373175"/>
                  <a:pt x="1735296" y="373175"/>
                </a:cubicBezTo>
                <a:cubicBezTo>
                  <a:pt x="1755960" y="373175"/>
                  <a:pt x="1769139" y="370845"/>
                  <a:pt x="1774833" y="366185"/>
                </a:cubicBezTo>
                <a:cubicBezTo>
                  <a:pt x="1780527" y="361525"/>
                  <a:pt x="1784712" y="349051"/>
                  <a:pt x="1787388" y="328763"/>
                </a:cubicBezTo>
                <a:cubicBezTo>
                  <a:pt x="1799618" y="337616"/>
                  <a:pt x="1811736" y="342772"/>
                  <a:pt x="1823743" y="344229"/>
                </a:cubicBezTo>
                <a:cubicBezTo>
                  <a:pt x="1817994" y="367622"/>
                  <a:pt x="1810361" y="384078"/>
                  <a:pt x="1800843" y="393596"/>
                </a:cubicBezTo>
                <a:cubicBezTo>
                  <a:pt x="1791326" y="403114"/>
                  <a:pt x="1771846" y="407873"/>
                  <a:pt x="1742404" y="407873"/>
                </a:cubicBezTo>
                <a:cubicBezTo>
                  <a:pt x="1712962" y="407873"/>
                  <a:pt x="1694012" y="404744"/>
                  <a:pt x="1685554" y="398486"/>
                </a:cubicBezTo>
                <a:cubicBezTo>
                  <a:pt x="1677096" y="392228"/>
                  <a:pt x="1672867" y="377986"/>
                  <a:pt x="1672867" y="355759"/>
                </a:cubicBezTo>
                <a:lnTo>
                  <a:pt x="1672867" y="210526"/>
                </a:lnTo>
                <a:lnTo>
                  <a:pt x="1633983" y="210526"/>
                </a:lnTo>
                <a:cubicBezTo>
                  <a:pt x="1633712" y="247679"/>
                  <a:pt x="1629896" y="278520"/>
                  <a:pt x="1622535" y="303049"/>
                </a:cubicBezTo>
                <a:cubicBezTo>
                  <a:pt x="1615175" y="327578"/>
                  <a:pt x="1601753" y="348894"/>
                  <a:pt x="1582270" y="366996"/>
                </a:cubicBezTo>
                <a:cubicBezTo>
                  <a:pt x="1562786" y="385098"/>
                  <a:pt x="1532613" y="403358"/>
                  <a:pt x="1491751" y="421774"/>
                </a:cubicBezTo>
                <a:cubicBezTo>
                  <a:pt x="1482807" y="407754"/>
                  <a:pt x="1473958" y="397998"/>
                  <a:pt x="1465205" y="392506"/>
                </a:cubicBezTo>
                <a:cubicBezTo>
                  <a:pt x="1496933" y="379967"/>
                  <a:pt x="1522110" y="367295"/>
                  <a:pt x="1540736" y="354491"/>
                </a:cubicBezTo>
                <a:cubicBezTo>
                  <a:pt x="1559362" y="341687"/>
                  <a:pt x="1573258" y="324591"/>
                  <a:pt x="1582423" y="303202"/>
                </a:cubicBezTo>
                <a:cubicBezTo>
                  <a:pt x="1591589" y="281814"/>
                  <a:pt x="1596171" y="251072"/>
                  <a:pt x="1596171" y="210977"/>
                </a:cubicBezTo>
                <a:cubicBezTo>
                  <a:pt x="1582322" y="210977"/>
                  <a:pt x="1564382" y="211424"/>
                  <a:pt x="1542350" y="212320"/>
                </a:cubicBezTo>
                <a:cubicBezTo>
                  <a:pt x="1544146" y="174201"/>
                  <a:pt x="1545044" y="142653"/>
                  <a:pt x="1545044" y="117676"/>
                </a:cubicBezTo>
                <a:cubicBezTo>
                  <a:pt x="1545044" y="92699"/>
                  <a:pt x="1544146" y="61098"/>
                  <a:pt x="1542350" y="22874"/>
                </a:cubicBezTo>
                <a:close/>
                <a:moveTo>
                  <a:pt x="47385" y="17495"/>
                </a:moveTo>
                <a:cubicBezTo>
                  <a:pt x="73031" y="34774"/>
                  <a:pt x="97360" y="55943"/>
                  <a:pt x="120373" y="81003"/>
                </a:cubicBezTo>
                <a:lnTo>
                  <a:pt x="96762" y="105128"/>
                </a:lnTo>
                <a:cubicBezTo>
                  <a:pt x="75993" y="82268"/>
                  <a:pt x="52409" y="61167"/>
                  <a:pt x="26011" y="41827"/>
                </a:cubicBezTo>
                <a:close/>
                <a:moveTo>
                  <a:pt x="255068" y="1343"/>
                </a:moveTo>
                <a:cubicBezTo>
                  <a:pt x="271260" y="6230"/>
                  <a:pt x="283433" y="9281"/>
                  <a:pt x="291587" y="10498"/>
                </a:cubicBezTo>
                <a:cubicBezTo>
                  <a:pt x="299740" y="11715"/>
                  <a:pt x="303817" y="14135"/>
                  <a:pt x="303817" y="17760"/>
                </a:cubicBezTo>
                <a:cubicBezTo>
                  <a:pt x="303817" y="21384"/>
                  <a:pt x="301102" y="25003"/>
                  <a:pt x="295673" y="28618"/>
                </a:cubicBezTo>
                <a:cubicBezTo>
                  <a:pt x="290287" y="32366"/>
                  <a:pt x="284779" y="45854"/>
                  <a:pt x="279150" y="69080"/>
                </a:cubicBezTo>
                <a:cubicBezTo>
                  <a:pt x="330061" y="69080"/>
                  <a:pt x="371023" y="68030"/>
                  <a:pt x="402036" y="65930"/>
                </a:cubicBezTo>
                <a:lnTo>
                  <a:pt x="402036" y="164328"/>
                </a:lnTo>
                <a:lnTo>
                  <a:pt x="365982" y="164328"/>
                </a:lnTo>
                <a:lnTo>
                  <a:pt x="365982" y="101091"/>
                </a:lnTo>
                <a:lnTo>
                  <a:pt x="271249" y="101091"/>
                </a:lnTo>
                <a:cubicBezTo>
                  <a:pt x="261905" y="132514"/>
                  <a:pt x="248241" y="163406"/>
                  <a:pt x="230258" y="193767"/>
                </a:cubicBezTo>
                <a:lnTo>
                  <a:pt x="230258" y="357016"/>
                </a:lnTo>
                <a:cubicBezTo>
                  <a:pt x="243159" y="345434"/>
                  <a:pt x="260588" y="331680"/>
                  <a:pt x="282543" y="315754"/>
                </a:cubicBezTo>
                <a:cubicBezTo>
                  <a:pt x="285148" y="327260"/>
                  <a:pt x="289398" y="337335"/>
                  <a:pt x="295294" y="345979"/>
                </a:cubicBezTo>
                <a:lnTo>
                  <a:pt x="223807" y="394421"/>
                </a:lnTo>
                <a:cubicBezTo>
                  <a:pt x="219444" y="400407"/>
                  <a:pt x="211160" y="407882"/>
                  <a:pt x="198954" y="416845"/>
                </a:cubicBezTo>
                <a:cubicBezTo>
                  <a:pt x="191720" y="406358"/>
                  <a:pt x="183857" y="397493"/>
                  <a:pt x="175365" y="390249"/>
                </a:cubicBezTo>
                <a:cubicBezTo>
                  <a:pt x="183304" y="382710"/>
                  <a:pt x="188653" y="375769"/>
                  <a:pt x="191410" y="369425"/>
                </a:cubicBezTo>
                <a:cubicBezTo>
                  <a:pt x="194167" y="363081"/>
                  <a:pt x="195546" y="350601"/>
                  <a:pt x="195546" y="331985"/>
                </a:cubicBezTo>
                <a:lnTo>
                  <a:pt x="195546" y="236544"/>
                </a:lnTo>
                <a:cubicBezTo>
                  <a:pt x="178035" y="266762"/>
                  <a:pt x="155082" y="292625"/>
                  <a:pt x="126688" y="314132"/>
                </a:cubicBezTo>
                <a:cubicBezTo>
                  <a:pt x="120249" y="305069"/>
                  <a:pt x="111357" y="297121"/>
                  <a:pt x="100013" y="290286"/>
                </a:cubicBezTo>
                <a:cubicBezTo>
                  <a:pt x="166488" y="241438"/>
                  <a:pt x="212536" y="178373"/>
                  <a:pt x="238159" y="101091"/>
                </a:cubicBezTo>
                <a:lnTo>
                  <a:pt x="175094" y="101091"/>
                </a:lnTo>
                <a:lnTo>
                  <a:pt x="175094" y="172850"/>
                </a:lnTo>
                <a:lnTo>
                  <a:pt x="139039" y="172850"/>
                </a:lnTo>
                <a:lnTo>
                  <a:pt x="139039" y="65930"/>
                </a:lnTo>
                <a:cubicBezTo>
                  <a:pt x="170338" y="67425"/>
                  <a:pt x="205898" y="68323"/>
                  <a:pt x="245717" y="68623"/>
                </a:cubicBezTo>
                <a:cubicBezTo>
                  <a:pt x="250565" y="48173"/>
                  <a:pt x="253682" y="25746"/>
                  <a:pt x="255068" y="1343"/>
                </a:cubicBezTo>
                <a:close/>
                <a:moveTo>
                  <a:pt x="678759" y="900"/>
                </a:moveTo>
                <a:cubicBezTo>
                  <a:pt x="691041" y="14450"/>
                  <a:pt x="701791" y="30299"/>
                  <a:pt x="711006" y="48449"/>
                </a:cubicBezTo>
                <a:cubicBezTo>
                  <a:pt x="791425" y="48449"/>
                  <a:pt x="842665" y="46951"/>
                  <a:pt x="864725" y="43956"/>
                </a:cubicBezTo>
                <a:lnTo>
                  <a:pt x="864725" y="81803"/>
                </a:lnTo>
                <a:cubicBezTo>
                  <a:pt x="846947" y="80008"/>
                  <a:pt x="806404" y="79110"/>
                  <a:pt x="743096" y="79110"/>
                </a:cubicBezTo>
                <a:lnTo>
                  <a:pt x="544042" y="79110"/>
                </a:lnTo>
                <a:cubicBezTo>
                  <a:pt x="544938" y="122039"/>
                  <a:pt x="545385" y="156248"/>
                  <a:pt x="545385" y="181737"/>
                </a:cubicBezTo>
                <a:cubicBezTo>
                  <a:pt x="545385" y="242359"/>
                  <a:pt x="542893" y="288303"/>
                  <a:pt x="537909" y="319569"/>
                </a:cubicBezTo>
                <a:cubicBezTo>
                  <a:pt x="532925" y="350835"/>
                  <a:pt x="522978" y="383260"/>
                  <a:pt x="508066" y="416845"/>
                </a:cubicBezTo>
                <a:cubicBezTo>
                  <a:pt x="497317" y="409692"/>
                  <a:pt x="484882" y="403682"/>
                  <a:pt x="470762" y="398814"/>
                </a:cubicBezTo>
                <a:cubicBezTo>
                  <a:pt x="484344" y="375183"/>
                  <a:pt x="494243" y="347756"/>
                  <a:pt x="500458" y="316533"/>
                </a:cubicBezTo>
                <a:cubicBezTo>
                  <a:pt x="506673" y="285310"/>
                  <a:pt x="509781" y="247461"/>
                  <a:pt x="509781" y="202986"/>
                </a:cubicBezTo>
                <a:cubicBezTo>
                  <a:pt x="509781" y="158512"/>
                  <a:pt x="507985" y="105501"/>
                  <a:pt x="504394" y="43956"/>
                </a:cubicBezTo>
                <a:cubicBezTo>
                  <a:pt x="522149" y="46951"/>
                  <a:pt x="578363" y="48449"/>
                  <a:pt x="673037" y="48449"/>
                </a:cubicBezTo>
                <a:cubicBezTo>
                  <a:pt x="666165" y="42025"/>
                  <a:pt x="656897" y="32199"/>
                  <a:pt x="645233" y="18974"/>
                </a:cubicBezTo>
                <a:close/>
                <a:moveTo>
                  <a:pt x="987714" y="0"/>
                </a:moveTo>
                <a:cubicBezTo>
                  <a:pt x="999792" y="2401"/>
                  <a:pt x="1011363" y="3601"/>
                  <a:pt x="1022426" y="3601"/>
                </a:cubicBezTo>
                <a:cubicBezTo>
                  <a:pt x="1033489" y="3601"/>
                  <a:pt x="1039021" y="5899"/>
                  <a:pt x="1039021" y="10494"/>
                </a:cubicBezTo>
                <a:cubicBezTo>
                  <a:pt x="1039021" y="15090"/>
                  <a:pt x="1037078" y="18658"/>
                  <a:pt x="1033191" y="21199"/>
                </a:cubicBezTo>
                <a:cubicBezTo>
                  <a:pt x="1029305" y="23740"/>
                  <a:pt x="1027362" y="30456"/>
                  <a:pt x="1027362" y="41348"/>
                </a:cubicBezTo>
                <a:lnTo>
                  <a:pt x="1027362" y="84914"/>
                </a:lnTo>
                <a:lnTo>
                  <a:pt x="1051401" y="72209"/>
                </a:lnTo>
                <a:cubicBezTo>
                  <a:pt x="1066193" y="96012"/>
                  <a:pt x="1077766" y="119401"/>
                  <a:pt x="1086120" y="142375"/>
                </a:cubicBezTo>
                <a:lnTo>
                  <a:pt x="1072484" y="148209"/>
                </a:lnTo>
                <a:lnTo>
                  <a:pt x="1116597" y="150374"/>
                </a:lnTo>
                <a:cubicBezTo>
                  <a:pt x="1135957" y="150899"/>
                  <a:pt x="1158631" y="151162"/>
                  <a:pt x="1184618" y="151162"/>
                </a:cubicBezTo>
                <a:lnTo>
                  <a:pt x="1184618" y="126209"/>
                </a:lnTo>
                <a:cubicBezTo>
                  <a:pt x="1150180" y="126504"/>
                  <a:pt x="1122372" y="127252"/>
                  <a:pt x="1101193" y="128452"/>
                </a:cubicBezTo>
                <a:lnTo>
                  <a:pt x="1101193" y="94641"/>
                </a:lnTo>
                <a:cubicBezTo>
                  <a:pt x="1122729" y="96184"/>
                  <a:pt x="1150537" y="97091"/>
                  <a:pt x="1184618" y="97362"/>
                </a:cubicBezTo>
                <a:lnTo>
                  <a:pt x="1184618" y="72831"/>
                </a:lnTo>
                <a:cubicBezTo>
                  <a:pt x="1143651" y="72831"/>
                  <a:pt x="1109563" y="73878"/>
                  <a:pt x="1082355" y="75974"/>
                </a:cubicBezTo>
                <a:lnTo>
                  <a:pt x="1082355" y="40812"/>
                </a:lnTo>
                <a:cubicBezTo>
                  <a:pt x="1109053" y="43213"/>
                  <a:pt x="1143141" y="44413"/>
                  <a:pt x="1184618" y="44413"/>
                </a:cubicBezTo>
                <a:cubicBezTo>
                  <a:pt x="1184618" y="35674"/>
                  <a:pt x="1183420" y="21169"/>
                  <a:pt x="1181024" y="900"/>
                </a:cubicBezTo>
                <a:cubicBezTo>
                  <a:pt x="1196036" y="2701"/>
                  <a:pt x="1208041" y="3601"/>
                  <a:pt x="1217040" y="3601"/>
                </a:cubicBezTo>
                <a:cubicBezTo>
                  <a:pt x="1226038" y="3601"/>
                  <a:pt x="1230538" y="5570"/>
                  <a:pt x="1230538" y="9509"/>
                </a:cubicBezTo>
                <a:cubicBezTo>
                  <a:pt x="1230538" y="13447"/>
                  <a:pt x="1228637" y="16843"/>
                  <a:pt x="1224837" y="19696"/>
                </a:cubicBezTo>
                <a:cubicBezTo>
                  <a:pt x="1222060" y="22072"/>
                  <a:pt x="1220672" y="26599"/>
                  <a:pt x="1220672" y="33276"/>
                </a:cubicBezTo>
                <a:lnTo>
                  <a:pt x="1220672" y="44413"/>
                </a:lnTo>
                <a:cubicBezTo>
                  <a:pt x="1260267" y="44413"/>
                  <a:pt x="1293007" y="43213"/>
                  <a:pt x="1318892" y="40812"/>
                </a:cubicBezTo>
                <a:lnTo>
                  <a:pt x="1318892" y="75974"/>
                </a:lnTo>
                <a:cubicBezTo>
                  <a:pt x="1292560" y="73878"/>
                  <a:pt x="1259820" y="72831"/>
                  <a:pt x="1220672" y="72831"/>
                </a:cubicBezTo>
                <a:lnTo>
                  <a:pt x="1220672" y="97334"/>
                </a:lnTo>
                <a:cubicBezTo>
                  <a:pt x="1254419" y="97334"/>
                  <a:pt x="1282375" y="96436"/>
                  <a:pt x="1304540" y="94641"/>
                </a:cubicBezTo>
                <a:lnTo>
                  <a:pt x="1304540" y="128452"/>
                </a:lnTo>
                <a:cubicBezTo>
                  <a:pt x="1281808" y="126957"/>
                  <a:pt x="1253852" y="126209"/>
                  <a:pt x="1220672" y="126209"/>
                </a:cubicBezTo>
                <a:lnTo>
                  <a:pt x="1220672" y="151162"/>
                </a:lnTo>
                <a:cubicBezTo>
                  <a:pt x="1277160" y="151162"/>
                  <a:pt x="1318722" y="150112"/>
                  <a:pt x="1345359" y="148012"/>
                </a:cubicBezTo>
                <a:lnTo>
                  <a:pt x="1345359" y="181823"/>
                </a:lnTo>
                <a:cubicBezTo>
                  <a:pt x="1317232" y="180027"/>
                  <a:pt x="1270764" y="179130"/>
                  <a:pt x="1205956" y="179130"/>
                </a:cubicBezTo>
                <a:cubicBezTo>
                  <a:pt x="1141148" y="179130"/>
                  <a:pt x="1095314" y="180027"/>
                  <a:pt x="1068453" y="181823"/>
                </a:cubicBezTo>
                <a:lnTo>
                  <a:pt x="1068453" y="149934"/>
                </a:lnTo>
                <a:lnTo>
                  <a:pt x="1055766" y="155362"/>
                </a:lnTo>
                <a:cubicBezTo>
                  <a:pt x="1051737" y="142551"/>
                  <a:pt x="1047228" y="130342"/>
                  <a:pt x="1042241" y="118735"/>
                </a:cubicBezTo>
                <a:lnTo>
                  <a:pt x="1027362" y="88781"/>
                </a:lnTo>
                <a:lnTo>
                  <a:pt x="1027362" y="339614"/>
                </a:lnTo>
                <a:cubicBezTo>
                  <a:pt x="1027362" y="360450"/>
                  <a:pt x="1028858" y="386791"/>
                  <a:pt x="1031848" y="418638"/>
                </a:cubicBezTo>
                <a:lnTo>
                  <a:pt x="987714" y="418638"/>
                </a:lnTo>
                <a:cubicBezTo>
                  <a:pt x="990705" y="386006"/>
                  <a:pt x="992201" y="359514"/>
                  <a:pt x="992201" y="339164"/>
                </a:cubicBezTo>
                <a:lnTo>
                  <a:pt x="992201" y="63780"/>
                </a:lnTo>
                <a:cubicBezTo>
                  <a:pt x="992201" y="40477"/>
                  <a:pt x="990705" y="19217"/>
                  <a:pt x="98771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978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50611005-9DDC-472C-8D90-3485C6E0DC4C}"/>
              </a:ext>
            </a:extLst>
          </p:cNvPr>
          <p:cNvSpPr txBox="1"/>
          <p:nvPr/>
        </p:nvSpPr>
        <p:spPr>
          <a:xfrm>
            <a:off x="5191530" y="48858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FBE1574-6F18-4DD8-8AEC-7DD92831DB26}"/>
              </a:ext>
            </a:extLst>
          </p:cNvPr>
          <p:cNvSpPr/>
          <p:nvPr/>
        </p:nvSpPr>
        <p:spPr>
          <a:xfrm>
            <a:off x="5435495" y="2117558"/>
            <a:ext cx="516278" cy="168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806A7DF-50C1-4CAB-98CB-22C9A14C7884}"/>
              </a:ext>
            </a:extLst>
          </p:cNvPr>
          <p:cNvSpPr/>
          <p:nvPr/>
        </p:nvSpPr>
        <p:spPr>
          <a:xfrm>
            <a:off x="5951772" y="2117558"/>
            <a:ext cx="518968" cy="1684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C37EE36-7DC2-4A53-BB17-3C25050C6BE8}"/>
              </a:ext>
            </a:extLst>
          </p:cNvPr>
          <p:cNvSpPr/>
          <p:nvPr/>
        </p:nvSpPr>
        <p:spPr>
          <a:xfrm>
            <a:off x="6470739" y="2117558"/>
            <a:ext cx="3862014" cy="1684683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E673074-9F92-4B7A-B491-9D8FF339EF9E}"/>
              </a:ext>
            </a:extLst>
          </p:cNvPr>
          <p:cNvSpPr txBox="1"/>
          <p:nvPr/>
        </p:nvSpPr>
        <p:spPr>
          <a:xfrm>
            <a:off x="8574120" y="2781955"/>
            <a:ext cx="586463" cy="348277"/>
          </a:xfrm>
          <a:custGeom>
            <a:avLst/>
            <a:gdLst/>
            <a:ahLst/>
            <a:cxnLst/>
            <a:rect l="l" t="t" r="r" b="b"/>
            <a:pathLst>
              <a:path w="252632" h="150028">
                <a:moveTo>
                  <a:pt x="223133" y="24070"/>
                </a:moveTo>
                <a:cubicBezTo>
                  <a:pt x="226752" y="27810"/>
                  <a:pt x="230311" y="30283"/>
                  <a:pt x="233810" y="31490"/>
                </a:cubicBezTo>
                <a:cubicBezTo>
                  <a:pt x="235258" y="32093"/>
                  <a:pt x="235982" y="32696"/>
                  <a:pt x="235982" y="33299"/>
                </a:cubicBezTo>
                <a:cubicBezTo>
                  <a:pt x="235982" y="33903"/>
                  <a:pt x="234806" y="34747"/>
                  <a:pt x="232453" y="35833"/>
                </a:cubicBezTo>
                <a:cubicBezTo>
                  <a:pt x="230100" y="36919"/>
                  <a:pt x="226511" y="40719"/>
                  <a:pt x="221685" y="47235"/>
                </a:cubicBezTo>
                <a:cubicBezTo>
                  <a:pt x="212998" y="58938"/>
                  <a:pt x="204553" y="69313"/>
                  <a:pt x="196348" y="78362"/>
                </a:cubicBezTo>
                <a:lnTo>
                  <a:pt x="235982" y="120348"/>
                </a:lnTo>
                <a:lnTo>
                  <a:pt x="226752" y="128130"/>
                </a:lnTo>
                <a:cubicBezTo>
                  <a:pt x="213601" y="112566"/>
                  <a:pt x="201174" y="98511"/>
                  <a:pt x="189471" y="85963"/>
                </a:cubicBezTo>
                <a:cubicBezTo>
                  <a:pt x="175114" y="101165"/>
                  <a:pt x="159309" y="115160"/>
                  <a:pt x="142056" y="127949"/>
                </a:cubicBezTo>
                <a:cubicBezTo>
                  <a:pt x="141211" y="123847"/>
                  <a:pt x="138195" y="120590"/>
                  <a:pt x="133007" y="118177"/>
                </a:cubicBezTo>
                <a:cubicBezTo>
                  <a:pt x="149295" y="109007"/>
                  <a:pt x="165824" y="95856"/>
                  <a:pt x="182594" y="78724"/>
                </a:cubicBezTo>
                <a:cubicBezTo>
                  <a:pt x="167996" y="63281"/>
                  <a:pt x="154000" y="49406"/>
                  <a:pt x="140608" y="37100"/>
                </a:cubicBezTo>
                <a:lnTo>
                  <a:pt x="148028" y="30766"/>
                </a:lnTo>
                <a:cubicBezTo>
                  <a:pt x="165281" y="47174"/>
                  <a:pt x="179156" y="60687"/>
                  <a:pt x="189652" y="71304"/>
                </a:cubicBezTo>
                <a:cubicBezTo>
                  <a:pt x="204734" y="54413"/>
                  <a:pt x="215894" y="38668"/>
                  <a:pt x="223133" y="24070"/>
                </a:cubicBezTo>
                <a:close/>
                <a:moveTo>
                  <a:pt x="13030" y="12668"/>
                </a:moveTo>
                <a:lnTo>
                  <a:pt x="13030" y="57007"/>
                </a:lnTo>
                <a:lnTo>
                  <a:pt x="34928" y="57007"/>
                </a:lnTo>
                <a:cubicBezTo>
                  <a:pt x="48079" y="57248"/>
                  <a:pt x="56826" y="55107"/>
                  <a:pt x="61170" y="50583"/>
                </a:cubicBezTo>
                <a:cubicBezTo>
                  <a:pt x="65513" y="46058"/>
                  <a:pt x="67685" y="40719"/>
                  <a:pt x="67685" y="34566"/>
                </a:cubicBezTo>
                <a:cubicBezTo>
                  <a:pt x="67685" y="19968"/>
                  <a:pt x="57128" y="12668"/>
                  <a:pt x="36014" y="12668"/>
                </a:cubicBezTo>
                <a:close/>
                <a:moveTo>
                  <a:pt x="112738" y="6877"/>
                </a:moveTo>
                <a:cubicBezTo>
                  <a:pt x="119253" y="8084"/>
                  <a:pt x="141875" y="8687"/>
                  <a:pt x="180604" y="8687"/>
                </a:cubicBezTo>
                <a:cubicBezTo>
                  <a:pt x="219332" y="8687"/>
                  <a:pt x="241230" y="8084"/>
                  <a:pt x="246298" y="6877"/>
                </a:cubicBezTo>
                <a:lnTo>
                  <a:pt x="246298" y="20088"/>
                </a:lnTo>
                <a:cubicBezTo>
                  <a:pt x="237611" y="18761"/>
                  <a:pt x="216195" y="18098"/>
                  <a:pt x="182051" y="18098"/>
                </a:cubicBezTo>
                <a:lnTo>
                  <a:pt x="124501" y="18098"/>
                </a:lnTo>
                <a:lnTo>
                  <a:pt x="124501" y="138808"/>
                </a:lnTo>
                <a:lnTo>
                  <a:pt x="189833" y="138808"/>
                </a:lnTo>
                <a:cubicBezTo>
                  <a:pt x="222771" y="138808"/>
                  <a:pt x="243704" y="138144"/>
                  <a:pt x="252632" y="136817"/>
                </a:cubicBezTo>
                <a:lnTo>
                  <a:pt x="252632" y="150028"/>
                </a:lnTo>
                <a:cubicBezTo>
                  <a:pt x="245996" y="148701"/>
                  <a:pt x="222650" y="148038"/>
                  <a:pt x="182594" y="148038"/>
                </a:cubicBezTo>
                <a:cubicBezTo>
                  <a:pt x="142539" y="148038"/>
                  <a:pt x="119253" y="148701"/>
                  <a:pt x="112738" y="150028"/>
                </a:cubicBezTo>
                <a:cubicBezTo>
                  <a:pt x="113341" y="140497"/>
                  <a:pt x="113643" y="130785"/>
                  <a:pt x="113643" y="120891"/>
                </a:cubicBezTo>
                <a:lnTo>
                  <a:pt x="113643" y="36195"/>
                </a:lnTo>
                <a:cubicBezTo>
                  <a:pt x="113643" y="24492"/>
                  <a:pt x="113341" y="14719"/>
                  <a:pt x="112738" y="6877"/>
                </a:cubicBezTo>
                <a:close/>
                <a:moveTo>
                  <a:pt x="0" y="0"/>
                </a:moveTo>
                <a:lnTo>
                  <a:pt x="25879" y="0"/>
                </a:lnTo>
                <a:cubicBezTo>
                  <a:pt x="41202" y="0"/>
                  <a:pt x="51216" y="603"/>
                  <a:pt x="55921" y="1810"/>
                </a:cubicBezTo>
                <a:cubicBezTo>
                  <a:pt x="60627" y="3016"/>
                  <a:pt x="64940" y="5128"/>
                  <a:pt x="68861" y="8144"/>
                </a:cubicBezTo>
                <a:cubicBezTo>
                  <a:pt x="72782" y="11160"/>
                  <a:pt x="75829" y="14930"/>
                  <a:pt x="78000" y="19455"/>
                </a:cubicBezTo>
                <a:cubicBezTo>
                  <a:pt x="80172" y="23979"/>
                  <a:pt x="81258" y="29016"/>
                  <a:pt x="81258" y="34566"/>
                </a:cubicBezTo>
                <a:cubicBezTo>
                  <a:pt x="81258" y="43494"/>
                  <a:pt x="78845" y="50794"/>
                  <a:pt x="74019" y="56464"/>
                </a:cubicBezTo>
                <a:cubicBezTo>
                  <a:pt x="69193" y="62135"/>
                  <a:pt x="63130" y="65724"/>
                  <a:pt x="55831" y="67232"/>
                </a:cubicBezTo>
                <a:cubicBezTo>
                  <a:pt x="48532" y="68740"/>
                  <a:pt x="37341" y="69494"/>
                  <a:pt x="22260" y="69494"/>
                </a:cubicBezTo>
                <a:lnTo>
                  <a:pt x="13030" y="69494"/>
                </a:lnTo>
                <a:lnTo>
                  <a:pt x="13030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38A9A32-C1A1-4DD9-8AE0-3B223A38A2F2}"/>
              </a:ext>
            </a:extLst>
          </p:cNvPr>
          <p:cNvSpPr/>
          <p:nvPr/>
        </p:nvSpPr>
        <p:spPr>
          <a:xfrm>
            <a:off x="1580260" y="2117558"/>
            <a:ext cx="3851570" cy="1684683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061659D2-E2FA-4F44-8D4B-13CFC38CBD00}"/>
              </a:ext>
            </a:extLst>
          </p:cNvPr>
          <p:cNvSpPr/>
          <p:nvPr/>
        </p:nvSpPr>
        <p:spPr>
          <a:xfrm>
            <a:off x="5243632" y="251500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61FD7E5-5126-4C73-82DA-7FC00CCDFD1B}"/>
              </a:ext>
            </a:extLst>
          </p:cNvPr>
          <p:cNvSpPr/>
          <p:nvPr/>
        </p:nvSpPr>
        <p:spPr>
          <a:xfrm>
            <a:off x="5243632" y="2837966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49FFB627-53D3-45A4-894A-A8A48FA805EF}"/>
              </a:ext>
            </a:extLst>
          </p:cNvPr>
          <p:cNvSpPr/>
          <p:nvPr/>
        </p:nvSpPr>
        <p:spPr>
          <a:xfrm>
            <a:off x="5243632" y="3322400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BA661B80-C334-4024-BA8D-798A61D0D984}"/>
              </a:ext>
            </a:extLst>
          </p:cNvPr>
          <p:cNvSpPr/>
          <p:nvPr/>
        </p:nvSpPr>
        <p:spPr>
          <a:xfrm>
            <a:off x="5243632" y="235353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4F4A18EF-D97C-43D1-8B1F-D6B3C44ED7B0}"/>
              </a:ext>
            </a:extLst>
          </p:cNvPr>
          <p:cNvSpPr/>
          <p:nvPr/>
        </p:nvSpPr>
        <p:spPr>
          <a:xfrm>
            <a:off x="5243632" y="348387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F8C5618C-DBE9-4A18-B0F2-AAADAAA84075}"/>
              </a:ext>
            </a:extLst>
          </p:cNvPr>
          <p:cNvSpPr/>
          <p:nvPr/>
        </p:nvSpPr>
        <p:spPr>
          <a:xfrm>
            <a:off x="5243632" y="2192053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7F282F74-24D7-4E44-BE54-C0CCE160BC34}"/>
              </a:ext>
            </a:extLst>
          </p:cNvPr>
          <p:cNvSpPr/>
          <p:nvPr/>
        </p:nvSpPr>
        <p:spPr>
          <a:xfrm>
            <a:off x="5243632" y="2676487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3EF9620-8281-40A3-9B0E-3556B287139C}"/>
              </a:ext>
            </a:extLst>
          </p:cNvPr>
          <p:cNvSpPr/>
          <p:nvPr/>
        </p:nvSpPr>
        <p:spPr>
          <a:xfrm>
            <a:off x="5243632" y="2999444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C5508847-D3BA-40B8-A256-28DECAC1F7EB}"/>
              </a:ext>
            </a:extLst>
          </p:cNvPr>
          <p:cNvSpPr/>
          <p:nvPr/>
        </p:nvSpPr>
        <p:spPr>
          <a:xfrm>
            <a:off x="5243632" y="3645353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C735DCD-63CB-4A6A-BAB6-A59D189BED65}"/>
              </a:ext>
            </a:extLst>
          </p:cNvPr>
          <p:cNvSpPr/>
          <p:nvPr/>
        </p:nvSpPr>
        <p:spPr>
          <a:xfrm>
            <a:off x="5243632" y="3160922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BA025BA1-E146-4DB5-BFB7-2B3A5C0E1C0F}"/>
              </a:ext>
            </a:extLst>
          </p:cNvPr>
          <p:cNvSpPr/>
          <p:nvPr/>
        </p:nvSpPr>
        <p:spPr>
          <a:xfrm>
            <a:off x="5059104" y="2878474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EB18559-A733-4977-A797-70E137FAAADB}"/>
              </a:ext>
            </a:extLst>
          </p:cNvPr>
          <p:cNvSpPr/>
          <p:nvPr/>
        </p:nvSpPr>
        <p:spPr>
          <a:xfrm>
            <a:off x="5059104" y="3214547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5A443BAB-559A-49A2-9A44-F8FE4F11969D}"/>
              </a:ext>
            </a:extLst>
          </p:cNvPr>
          <p:cNvSpPr/>
          <p:nvPr/>
        </p:nvSpPr>
        <p:spPr>
          <a:xfrm>
            <a:off x="5059104" y="220632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1F394790-54C1-4578-B292-83CF8DE1D14E}"/>
              </a:ext>
            </a:extLst>
          </p:cNvPr>
          <p:cNvSpPr/>
          <p:nvPr/>
        </p:nvSpPr>
        <p:spPr>
          <a:xfrm>
            <a:off x="5059104" y="3550619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166C849C-D826-47CA-A618-1B09CF37778A}"/>
              </a:ext>
            </a:extLst>
          </p:cNvPr>
          <p:cNvSpPr/>
          <p:nvPr/>
        </p:nvSpPr>
        <p:spPr>
          <a:xfrm>
            <a:off x="5059104" y="254240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AC2D462-C394-40F7-A37C-4AC20B8A6EA4}"/>
              </a:ext>
            </a:extLst>
          </p:cNvPr>
          <p:cNvSpPr/>
          <p:nvPr/>
        </p:nvSpPr>
        <p:spPr>
          <a:xfrm>
            <a:off x="4781286" y="352672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5B6703B6-090A-47E3-9E8F-00686D8AC903}"/>
              </a:ext>
            </a:extLst>
          </p:cNvPr>
          <p:cNvSpPr/>
          <p:nvPr/>
        </p:nvSpPr>
        <p:spPr>
          <a:xfrm>
            <a:off x="4781286" y="2272478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433200E-2170-4AD8-8203-1C8F29154688}"/>
              </a:ext>
            </a:extLst>
          </p:cNvPr>
          <p:cNvSpPr/>
          <p:nvPr/>
        </p:nvSpPr>
        <p:spPr>
          <a:xfrm>
            <a:off x="4781286" y="2899600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326D263-3F18-42AB-A51A-7CACA10B8780}"/>
              </a:ext>
            </a:extLst>
          </p:cNvPr>
          <p:cNvSpPr/>
          <p:nvPr/>
        </p:nvSpPr>
        <p:spPr>
          <a:xfrm>
            <a:off x="4493000" y="3218034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FF673B1A-8BAD-40CD-9BD8-4E6206E3931C}"/>
              </a:ext>
            </a:extLst>
          </p:cNvPr>
          <p:cNvSpPr/>
          <p:nvPr/>
        </p:nvSpPr>
        <p:spPr>
          <a:xfrm>
            <a:off x="4493000" y="2590913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5CFB0365-C8AB-483A-BE24-5133E02BFF3E}"/>
              </a:ext>
            </a:extLst>
          </p:cNvPr>
          <p:cNvSpPr/>
          <p:nvPr/>
        </p:nvSpPr>
        <p:spPr>
          <a:xfrm>
            <a:off x="4169526" y="2907491"/>
            <a:ext cx="75798" cy="7579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6D631A1-64B0-4B4C-B91D-D1690993B54F}"/>
              </a:ext>
            </a:extLst>
          </p:cNvPr>
          <p:cNvGrpSpPr/>
          <p:nvPr/>
        </p:nvGrpSpPr>
        <p:grpSpPr>
          <a:xfrm rot="10800000">
            <a:off x="6614294" y="2162390"/>
            <a:ext cx="1149904" cy="1529099"/>
            <a:chOff x="5855305" y="3755556"/>
            <a:chExt cx="1281928" cy="1704659"/>
          </a:xfrm>
          <a:solidFill>
            <a:schemeClr val="tx1"/>
          </a:solidFill>
        </p:grpSpPr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DCBCE75F-0DD8-4524-8433-2C34D1792316}"/>
                </a:ext>
              </a:extLst>
            </p:cNvPr>
            <p:cNvSpPr/>
            <p:nvPr/>
          </p:nvSpPr>
          <p:spPr>
            <a:xfrm>
              <a:off x="7052732" y="4115592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104C7911-278D-4AC4-A9BF-2B9E66C7EEB1}"/>
                </a:ext>
              </a:extLst>
            </p:cNvPr>
            <p:cNvSpPr/>
            <p:nvPr/>
          </p:nvSpPr>
          <p:spPr>
            <a:xfrm>
              <a:off x="7052732" y="4475628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C0E382AF-01D0-436D-92B8-2605A36FDB87}"/>
                </a:ext>
              </a:extLst>
            </p:cNvPr>
            <p:cNvSpPr/>
            <p:nvPr/>
          </p:nvSpPr>
          <p:spPr>
            <a:xfrm>
              <a:off x="7052732" y="5015682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A98AE486-33F0-43F6-BA3A-FA893A5F2658}"/>
                </a:ext>
              </a:extLst>
            </p:cNvPr>
            <p:cNvSpPr/>
            <p:nvPr/>
          </p:nvSpPr>
          <p:spPr>
            <a:xfrm>
              <a:off x="7052732" y="393557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2C4C3DA9-1138-4DFE-8C05-074877D96212}"/>
                </a:ext>
              </a:extLst>
            </p:cNvPr>
            <p:cNvSpPr/>
            <p:nvPr/>
          </p:nvSpPr>
          <p:spPr>
            <a:xfrm>
              <a:off x="7052732" y="519570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E555A471-91FB-4035-BC27-8468DC57FBAD}"/>
                </a:ext>
              </a:extLst>
            </p:cNvPr>
            <p:cNvSpPr/>
            <p:nvPr/>
          </p:nvSpPr>
          <p:spPr>
            <a:xfrm>
              <a:off x="7052732" y="3755556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DCA82E19-9C8D-4690-97B7-CDA42194A555}"/>
                </a:ext>
              </a:extLst>
            </p:cNvPr>
            <p:cNvSpPr/>
            <p:nvPr/>
          </p:nvSpPr>
          <p:spPr>
            <a:xfrm>
              <a:off x="7052732" y="429561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35B5FCC1-6E0F-4108-855C-A764937F5EB3}"/>
                </a:ext>
              </a:extLst>
            </p:cNvPr>
            <p:cNvSpPr/>
            <p:nvPr/>
          </p:nvSpPr>
          <p:spPr>
            <a:xfrm>
              <a:off x="7052732" y="4655646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6028A102-A300-4E07-961E-811A6653731C}"/>
                </a:ext>
              </a:extLst>
            </p:cNvPr>
            <p:cNvSpPr/>
            <p:nvPr/>
          </p:nvSpPr>
          <p:spPr>
            <a:xfrm>
              <a:off x="7052732" y="537571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488269C7-8808-4965-8F67-2C8D2C8C6D97}"/>
                </a:ext>
              </a:extLst>
            </p:cNvPr>
            <p:cNvSpPr/>
            <p:nvPr/>
          </p:nvSpPr>
          <p:spPr>
            <a:xfrm>
              <a:off x="7052732" y="483566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84520E47-381B-40A1-B82D-4F7D02699151}"/>
                </a:ext>
              </a:extLst>
            </p:cNvPr>
            <p:cNvSpPr/>
            <p:nvPr/>
          </p:nvSpPr>
          <p:spPr>
            <a:xfrm>
              <a:off x="6847018" y="4520787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9489767C-32A9-4C26-B0A1-E832EE2E0506}"/>
                </a:ext>
              </a:extLst>
            </p:cNvPr>
            <p:cNvSpPr/>
            <p:nvPr/>
          </p:nvSpPr>
          <p:spPr>
            <a:xfrm>
              <a:off x="6847018" y="4895445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885A04B6-B044-479D-B042-92EBDB0A8D7E}"/>
                </a:ext>
              </a:extLst>
            </p:cNvPr>
            <p:cNvSpPr/>
            <p:nvPr/>
          </p:nvSpPr>
          <p:spPr>
            <a:xfrm>
              <a:off x="6847018" y="3771471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6C4127CD-3D2F-4D02-8A63-A6DA9DD8EF3E}"/>
                </a:ext>
              </a:extLst>
            </p:cNvPr>
            <p:cNvSpPr/>
            <p:nvPr/>
          </p:nvSpPr>
          <p:spPr>
            <a:xfrm>
              <a:off x="6847018" y="5270103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75FCF635-4994-4672-BD34-FE33A4B2E166}"/>
                </a:ext>
              </a:extLst>
            </p:cNvPr>
            <p:cNvSpPr/>
            <p:nvPr/>
          </p:nvSpPr>
          <p:spPr>
            <a:xfrm>
              <a:off x="6847018" y="4146129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27AD6003-F3DD-4199-9B4F-B64DF1E2D6BD}"/>
                </a:ext>
              </a:extLst>
            </p:cNvPr>
            <p:cNvSpPr/>
            <p:nvPr/>
          </p:nvSpPr>
          <p:spPr>
            <a:xfrm>
              <a:off x="6537302" y="5243461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57169F72-B9F1-46F5-A8E3-A6348429B471}"/>
                </a:ext>
              </a:extLst>
            </p:cNvPr>
            <p:cNvSpPr/>
            <p:nvPr/>
          </p:nvSpPr>
          <p:spPr>
            <a:xfrm>
              <a:off x="6537302" y="3845215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28789E51-D334-429A-87EC-2DE3ABB3F11F}"/>
                </a:ext>
              </a:extLst>
            </p:cNvPr>
            <p:cNvSpPr/>
            <p:nvPr/>
          </p:nvSpPr>
          <p:spPr>
            <a:xfrm>
              <a:off x="6537302" y="4544338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85B07E88-7434-4CD6-AFA3-2AF28D5F4165}"/>
                </a:ext>
              </a:extLst>
            </p:cNvPr>
            <p:cNvSpPr/>
            <p:nvPr/>
          </p:nvSpPr>
          <p:spPr>
            <a:xfrm>
              <a:off x="6215918" y="4899333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225213A6-9CD0-46B8-86F9-62E8762F101E}"/>
                </a:ext>
              </a:extLst>
            </p:cNvPr>
            <p:cNvSpPr/>
            <p:nvPr/>
          </p:nvSpPr>
          <p:spPr>
            <a:xfrm>
              <a:off x="6215918" y="420021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4C804A6F-9F61-4D47-AC7A-9665D0F19386}"/>
                </a:ext>
              </a:extLst>
            </p:cNvPr>
            <p:cNvSpPr/>
            <p:nvPr/>
          </p:nvSpPr>
          <p:spPr>
            <a:xfrm>
              <a:off x="5855305" y="4553135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B03EDB2-C370-4A44-A8FC-4381EF9E56F3}"/>
              </a:ext>
            </a:extLst>
          </p:cNvPr>
          <p:cNvSpPr txBox="1"/>
          <p:nvPr/>
        </p:nvSpPr>
        <p:spPr>
          <a:xfrm>
            <a:off x="2907988" y="2781663"/>
            <a:ext cx="652378" cy="34827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5A33068-9AF1-45F9-8EC3-B7E4E077DC7F}"/>
              </a:ext>
            </a:extLst>
          </p:cNvPr>
          <p:cNvSpPr txBox="1"/>
          <p:nvPr/>
        </p:nvSpPr>
        <p:spPr>
          <a:xfrm>
            <a:off x="1665133" y="3500837"/>
            <a:ext cx="1281152" cy="164353"/>
          </a:xfrm>
          <a:custGeom>
            <a:avLst/>
            <a:gdLst/>
            <a:ahLst/>
            <a:cxnLst/>
            <a:rect l="l" t="t" r="r" b="b"/>
            <a:pathLst>
              <a:path w="1428246" h="183223">
                <a:moveTo>
                  <a:pt x="1153611" y="94412"/>
                </a:moveTo>
                <a:lnTo>
                  <a:pt x="1153611" y="126816"/>
                </a:lnTo>
                <a:lnTo>
                  <a:pt x="1184815" y="126816"/>
                </a:lnTo>
                <a:lnTo>
                  <a:pt x="1184815" y="94412"/>
                </a:lnTo>
                <a:close/>
                <a:moveTo>
                  <a:pt x="1110406" y="94412"/>
                </a:moveTo>
                <a:lnTo>
                  <a:pt x="1110406" y="126816"/>
                </a:lnTo>
                <a:lnTo>
                  <a:pt x="1142210" y="126816"/>
                </a:lnTo>
                <a:lnTo>
                  <a:pt x="1142210" y="94412"/>
                </a:lnTo>
                <a:close/>
                <a:moveTo>
                  <a:pt x="387449" y="91612"/>
                </a:moveTo>
                <a:lnTo>
                  <a:pt x="441056" y="91612"/>
                </a:lnTo>
                <a:lnTo>
                  <a:pt x="441056" y="103613"/>
                </a:lnTo>
                <a:lnTo>
                  <a:pt x="387449" y="103613"/>
                </a:lnTo>
                <a:close/>
                <a:moveTo>
                  <a:pt x="550336" y="85211"/>
                </a:moveTo>
                <a:lnTo>
                  <a:pt x="550336" y="115815"/>
                </a:lnTo>
                <a:lnTo>
                  <a:pt x="598942" y="115815"/>
                </a:lnTo>
                <a:lnTo>
                  <a:pt x="598942" y="85211"/>
                </a:lnTo>
                <a:close/>
                <a:moveTo>
                  <a:pt x="487928" y="85211"/>
                </a:moveTo>
                <a:lnTo>
                  <a:pt x="487928" y="115815"/>
                </a:lnTo>
                <a:lnTo>
                  <a:pt x="537734" y="115815"/>
                </a:lnTo>
                <a:lnTo>
                  <a:pt x="537734" y="85211"/>
                </a:lnTo>
                <a:close/>
                <a:moveTo>
                  <a:pt x="1066401" y="67009"/>
                </a:moveTo>
                <a:cubicBezTo>
                  <a:pt x="1070134" y="68342"/>
                  <a:pt x="1073801" y="69009"/>
                  <a:pt x="1077402" y="69009"/>
                </a:cubicBezTo>
                <a:lnTo>
                  <a:pt x="1083403" y="68609"/>
                </a:lnTo>
                <a:cubicBezTo>
                  <a:pt x="1085136" y="68609"/>
                  <a:pt x="1086003" y="69409"/>
                  <a:pt x="1086003" y="71009"/>
                </a:cubicBezTo>
                <a:cubicBezTo>
                  <a:pt x="1086003" y="72343"/>
                  <a:pt x="1085470" y="73343"/>
                  <a:pt x="1084403" y="74009"/>
                </a:cubicBezTo>
                <a:cubicBezTo>
                  <a:pt x="1081469" y="75876"/>
                  <a:pt x="1080002" y="79077"/>
                  <a:pt x="1080002" y="83611"/>
                </a:cubicBezTo>
                <a:lnTo>
                  <a:pt x="1080002" y="159620"/>
                </a:lnTo>
                <a:lnTo>
                  <a:pt x="1215019" y="157020"/>
                </a:lnTo>
                <a:lnTo>
                  <a:pt x="1215019" y="88211"/>
                </a:lnTo>
                <a:cubicBezTo>
                  <a:pt x="1215019" y="78477"/>
                  <a:pt x="1214486" y="71476"/>
                  <a:pt x="1213419" y="67209"/>
                </a:cubicBezTo>
                <a:cubicBezTo>
                  <a:pt x="1217553" y="68009"/>
                  <a:pt x="1221153" y="68409"/>
                  <a:pt x="1224220" y="68409"/>
                </a:cubicBezTo>
                <a:lnTo>
                  <a:pt x="1230421" y="68009"/>
                </a:lnTo>
                <a:cubicBezTo>
                  <a:pt x="1232021" y="68009"/>
                  <a:pt x="1232821" y="68675"/>
                  <a:pt x="1232821" y="70009"/>
                </a:cubicBezTo>
                <a:cubicBezTo>
                  <a:pt x="1232821" y="70942"/>
                  <a:pt x="1232321" y="71676"/>
                  <a:pt x="1231321" y="72209"/>
                </a:cubicBezTo>
                <a:cubicBezTo>
                  <a:pt x="1230321" y="72743"/>
                  <a:pt x="1229454" y="73776"/>
                  <a:pt x="1228721" y="75310"/>
                </a:cubicBezTo>
                <a:cubicBezTo>
                  <a:pt x="1227987" y="76843"/>
                  <a:pt x="1227621" y="78343"/>
                  <a:pt x="1227621" y="79810"/>
                </a:cubicBezTo>
                <a:lnTo>
                  <a:pt x="1227621" y="157820"/>
                </a:lnTo>
                <a:cubicBezTo>
                  <a:pt x="1227621" y="168888"/>
                  <a:pt x="1228087" y="176689"/>
                  <a:pt x="1229021" y="181223"/>
                </a:cubicBezTo>
                <a:lnTo>
                  <a:pt x="1215019" y="181223"/>
                </a:lnTo>
                <a:lnTo>
                  <a:pt x="1215019" y="166621"/>
                </a:lnTo>
                <a:lnTo>
                  <a:pt x="1112406" y="169621"/>
                </a:lnTo>
                <a:cubicBezTo>
                  <a:pt x="1086536" y="170288"/>
                  <a:pt x="1071001" y="170955"/>
                  <a:pt x="1065800" y="171622"/>
                </a:cubicBezTo>
                <a:cubicBezTo>
                  <a:pt x="1067001" y="162954"/>
                  <a:pt x="1067601" y="152819"/>
                  <a:pt x="1067601" y="141218"/>
                </a:cubicBezTo>
                <a:lnTo>
                  <a:pt x="1067601" y="90211"/>
                </a:lnTo>
                <a:cubicBezTo>
                  <a:pt x="1067601" y="79010"/>
                  <a:pt x="1067201" y="71276"/>
                  <a:pt x="1066401" y="67009"/>
                </a:cubicBezTo>
                <a:close/>
                <a:moveTo>
                  <a:pt x="110814" y="65008"/>
                </a:moveTo>
                <a:cubicBezTo>
                  <a:pt x="114415" y="68609"/>
                  <a:pt x="118282" y="71209"/>
                  <a:pt x="122416" y="72809"/>
                </a:cubicBezTo>
                <a:cubicBezTo>
                  <a:pt x="124016" y="73609"/>
                  <a:pt x="124816" y="74509"/>
                  <a:pt x="124816" y="75510"/>
                </a:cubicBezTo>
                <a:cubicBezTo>
                  <a:pt x="124816" y="76510"/>
                  <a:pt x="123749" y="77277"/>
                  <a:pt x="121616" y="77810"/>
                </a:cubicBezTo>
                <a:cubicBezTo>
                  <a:pt x="118015" y="78743"/>
                  <a:pt x="112214" y="82811"/>
                  <a:pt x="104213" y="90011"/>
                </a:cubicBezTo>
                <a:lnTo>
                  <a:pt x="122416" y="90011"/>
                </a:lnTo>
                <a:cubicBezTo>
                  <a:pt x="140285" y="90011"/>
                  <a:pt x="154620" y="89545"/>
                  <a:pt x="165421" y="88611"/>
                </a:cubicBezTo>
                <a:cubicBezTo>
                  <a:pt x="158754" y="102746"/>
                  <a:pt x="150153" y="115981"/>
                  <a:pt x="139618" y="128316"/>
                </a:cubicBezTo>
                <a:cubicBezTo>
                  <a:pt x="129083" y="140651"/>
                  <a:pt x="118049" y="150152"/>
                  <a:pt x="106514" y="156820"/>
                </a:cubicBezTo>
                <a:cubicBezTo>
                  <a:pt x="94979" y="163487"/>
                  <a:pt x="82777" y="168788"/>
                  <a:pt x="69909" y="172722"/>
                </a:cubicBezTo>
                <a:cubicBezTo>
                  <a:pt x="57041" y="176656"/>
                  <a:pt x="37805" y="180156"/>
                  <a:pt x="12202" y="183223"/>
                </a:cubicBezTo>
                <a:cubicBezTo>
                  <a:pt x="10335" y="177622"/>
                  <a:pt x="6468" y="172488"/>
                  <a:pt x="601" y="167821"/>
                </a:cubicBezTo>
                <a:cubicBezTo>
                  <a:pt x="24470" y="167688"/>
                  <a:pt x="43306" y="166121"/>
                  <a:pt x="57108" y="163121"/>
                </a:cubicBezTo>
                <a:cubicBezTo>
                  <a:pt x="70909" y="160120"/>
                  <a:pt x="83678" y="155553"/>
                  <a:pt x="95412" y="149419"/>
                </a:cubicBezTo>
                <a:cubicBezTo>
                  <a:pt x="89678" y="141418"/>
                  <a:pt x="82077" y="134017"/>
                  <a:pt x="72610" y="127216"/>
                </a:cubicBezTo>
                <a:lnTo>
                  <a:pt x="82811" y="118015"/>
                </a:lnTo>
                <a:cubicBezTo>
                  <a:pt x="90812" y="125349"/>
                  <a:pt x="98213" y="133950"/>
                  <a:pt x="105014" y="143818"/>
                </a:cubicBezTo>
                <a:cubicBezTo>
                  <a:pt x="112748" y="138751"/>
                  <a:pt x="120482" y="132050"/>
                  <a:pt x="128216" y="123716"/>
                </a:cubicBezTo>
                <a:cubicBezTo>
                  <a:pt x="135951" y="115381"/>
                  <a:pt x="141752" y="107480"/>
                  <a:pt x="145619" y="100013"/>
                </a:cubicBezTo>
                <a:lnTo>
                  <a:pt x="93012" y="100013"/>
                </a:lnTo>
                <a:cubicBezTo>
                  <a:pt x="77277" y="113481"/>
                  <a:pt x="56207" y="126083"/>
                  <a:pt x="29804" y="137817"/>
                </a:cubicBezTo>
                <a:cubicBezTo>
                  <a:pt x="27404" y="133150"/>
                  <a:pt x="23537" y="129350"/>
                  <a:pt x="18203" y="126416"/>
                </a:cubicBezTo>
                <a:cubicBezTo>
                  <a:pt x="36338" y="121749"/>
                  <a:pt x="53974" y="113714"/>
                  <a:pt x="71109" y="102313"/>
                </a:cubicBezTo>
                <a:cubicBezTo>
                  <a:pt x="88245" y="90912"/>
                  <a:pt x="101480" y="78477"/>
                  <a:pt x="110814" y="65008"/>
                </a:cubicBezTo>
                <a:close/>
                <a:moveTo>
                  <a:pt x="1153611" y="57007"/>
                </a:moveTo>
                <a:lnTo>
                  <a:pt x="1153611" y="85011"/>
                </a:lnTo>
                <a:lnTo>
                  <a:pt x="1184815" y="85011"/>
                </a:lnTo>
                <a:lnTo>
                  <a:pt x="1184815" y="57007"/>
                </a:lnTo>
                <a:close/>
                <a:moveTo>
                  <a:pt x="1110406" y="57007"/>
                </a:moveTo>
                <a:lnTo>
                  <a:pt x="1110406" y="85011"/>
                </a:lnTo>
                <a:lnTo>
                  <a:pt x="1142210" y="85011"/>
                </a:lnTo>
                <a:lnTo>
                  <a:pt x="1142210" y="57007"/>
                </a:lnTo>
                <a:close/>
                <a:moveTo>
                  <a:pt x="1097204" y="45606"/>
                </a:moveTo>
                <a:cubicBezTo>
                  <a:pt x="1108806" y="46673"/>
                  <a:pt x="1125708" y="47206"/>
                  <a:pt x="1147911" y="47206"/>
                </a:cubicBezTo>
                <a:cubicBezTo>
                  <a:pt x="1170113" y="47206"/>
                  <a:pt x="1186949" y="46673"/>
                  <a:pt x="1198417" y="45606"/>
                </a:cubicBezTo>
                <a:cubicBezTo>
                  <a:pt x="1197484" y="55474"/>
                  <a:pt x="1197017" y="64608"/>
                  <a:pt x="1197017" y="73009"/>
                </a:cubicBezTo>
                <a:lnTo>
                  <a:pt x="1197017" y="110814"/>
                </a:lnTo>
                <a:cubicBezTo>
                  <a:pt x="1197017" y="121615"/>
                  <a:pt x="1197484" y="130683"/>
                  <a:pt x="1198417" y="138017"/>
                </a:cubicBezTo>
                <a:cubicBezTo>
                  <a:pt x="1190149" y="137084"/>
                  <a:pt x="1173481" y="136617"/>
                  <a:pt x="1148411" y="136617"/>
                </a:cubicBezTo>
                <a:cubicBezTo>
                  <a:pt x="1123341" y="136617"/>
                  <a:pt x="1106272" y="137084"/>
                  <a:pt x="1097204" y="138017"/>
                </a:cubicBezTo>
                <a:cubicBezTo>
                  <a:pt x="1098138" y="130683"/>
                  <a:pt x="1098605" y="121349"/>
                  <a:pt x="1098605" y="110014"/>
                </a:cubicBezTo>
                <a:lnTo>
                  <a:pt x="1098605" y="73009"/>
                </a:lnTo>
                <a:cubicBezTo>
                  <a:pt x="1098605" y="62475"/>
                  <a:pt x="1098138" y="53340"/>
                  <a:pt x="1097204" y="45606"/>
                </a:cubicBezTo>
                <a:close/>
                <a:moveTo>
                  <a:pt x="550336" y="42606"/>
                </a:moveTo>
                <a:lnTo>
                  <a:pt x="550336" y="75410"/>
                </a:lnTo>
                <a:lnTo>
                  <a:pt x="598942" y="75410"/>
                </a:lnTo>
                <a:lnTo>
                  <a:pt x="598942" y="42606"/>
                </a:lnTo>
                <a:close/>
                <a:moveTo>
                  <a:pt x="487928" y="42606"/>
                </a:moveTo>
                <a:lnTo>
                  <a:pt x="487928" y="75410"/>
                </a:lnTo>
                <a:lnTo>
                  <a:pt x="537734" y="75410"/>
                </a:lnTo>
                <a:lnTo>
                  <a:pt x="537734" y="42606"/>
                </a:lnTo>
                <a:close/>
                <a:moveTo>
                  <a:pt x="681752" y="13802"/>
                </a:moveTo>
                <a:cubicBezTo>
                  <a:pt x="689087" y="14335"/>
                  <a:pt x="711589" y="14602"/>
                  <a:pt x="749261" y="14602"/>
                </a:cubicBezTo>
                <a:cubicBezTo>
                  <a:pt x="786932" y="14602"/>
                  <a:pt x="808968" y="14335"/>
                  <a:pt x="815369" y="13802"/>
                </a:cubicBezTo>
                <a:lnTo>
                  <a:pt x="815369" y="26203"/>
                </a:lnTo>
                <a:cubicBezTo>
                  <a:pt x="810835" y="27004"/>
                  <a:pt x="806101" y="29337"/>
                  <a:pt x="801167" y="33204"/>
                </a:cubicBezTo>
                <a:lnTo>
                  <a:pt x="756562" y="68009"/>
                </a:lnTo>
                <a:lnTo>
                  <a:pt x="756562" y="81810"/>
                </a:lnTo>
                <a:cubicBezTo>
                  <a:pt x="794700" y="81810"/>
                  <a:pt x="822237" y="81144"/>
                  <a:pt x="839172" y="79810"/>
                </a:cubicBezTo>
                <a:lnTo>
                  <a:pt x="839172" y="94812"/>
                </a:lnTo>
                <a:cubicBezTo>
                  <a:pt x="822237" y="93479"/>
                  <a:pt x="794700" y="92812"/>
                  <a:pt x="756562" y="92812"/>
                </a:cubicBezTo>
                <a:lnTo>
                  <a:pt x="756562" y="164421"/>
                </a:lnTo>
                <a:cubicBezTo>
                  <a:pt x="756562" y="168421"/>
                  <a:pt x="755662" y="171555"/>
                  <a:pt x="753861" y="173822"/>
                </a:cubicBezTo>
                <a:cubicBezTo>
                  <a:pt x="752061" y="176089"/>
                  <a:pt x="748361" y="177889"/>
                  <a:pt x="742760" y="179223"/>
                </a:cubicBezTo>
                <a:cubicBezTo>
                  <a:pt x="737159" y="180556"/>
                  <a:pt x="728758" y="181290"/>
                  <a:pt x="717557" y="181423"/>
                </a:cubicBezTo>
                <a:cubicBezTo>
                  <a:pt x="718090" y="174622"/>
                  <a:pt x="716090" y="168821"/>
                  <a:pt x="711556" y="164021"/>
                </a:cubicBezTo>
                <a:cubicBezTo>
                  <a:pt x="720491" y="165488"/>
                  <a:pt x="727125" y="166221"/>
                  <a:pt x="731459" y="166221"/>
                </a:cubicBezTo>
                <a:cubicBezTo>
                  <a:pt x="735792" y="166221"/>
                  <a:pt x="738893" y="165554"/>
                  <a:pt x="740760" y="164221"/>
                </a:cubicBezTo>
                <a:cubicBezTo>
                  <a:pt x="742627" y="162887"/>
                  <a:pt x="743560" y="159954"/>
                  <a:pt x="743560" y="155420"/>
                </a:cubicBezTo>
                <a:lnTo>
                  <a:pt x="743560" y="92812"/>
                </a:lnTo>
                <a:cubicBezTo>
                  <a:pt x="700488" y="92812"/>
                  <a:pt x="671684" y="93479"/>
                  <a:pt x="657149" y="94812"/>
                </a:cubicBezTo>
                <a:lnTo>
                  <a:pt x="657149" y="79810"/>
                </a:lnTo>
                <a:cubicBezTo>
                  <a:pt x="671684" y="81144"/>
                  <a:pt x="700488" y="81810"/>
                  <a:pt x="743560" y="81810"/>
                </a:cubicBezTo>
                <a:lnTo>
                  <a:pt x="743560" y="63008"/>
                </a:lnTo>
                <a:lnTo>
                  <a:pt x="792366" y="25403"/>
                </a:lnTo>
                <a:lnTo>
                  <a:pt x="724758" y="25403"/>
                </a:lnTo>
                <a:cubicBezTo>
                  <a:pt x="705289" y="25403"/>
                  <a:pt x="690954" y="25737"/>
                  <a:pt x="681752" y="26403"/>
                </a:cubicBezTo>
                <a:close/>
                <a:moveTo>
                  <a:pt x="215027" y="13802"/>
                </a:moveTo>
                <a:cubicBezTo>
                  <a:pt x="222362" y="14335"/>
                  <a:pt x="244864" y="14602"/>
                  <a:pt x="282536" y="14602"/>
                </a:cubicBezTo>
                <a:cubicBezTo>
                  <a:pt x="320207" y="14602"/>
                  <a:pt x="342243" y="14335"/>
                  <a:pt x="348644" y="13802"/>
                </a:cubicBezTo>
                <a:lnTo>
                  <a:pt x="348644" y="26203"/>
                </a:lnTo>
                <a:cubicBezTo>
                  <a:pt x="344110" y="27004"/>
                  <a:pt x="339376" y="29337"/>
                  <a:pt x="334442" y="33204"/>
                </a:cubicBezTo>
                <a:lnTo>
                  <a:pt x="289837" y="68009"/>
                </a:lnTo>
                <a:lnTo>
                  <a:pt x="289837" y="81810"/>
                </a:lnTo>
                <a:cubicBezTo>
                  <a:pt x="327975" y="81810"/>
                  <a:pt x="355512" y="81144"/>
                  <a:pt x="372447" y="79810"/>
                </a:cubicBezTo>
                <a:lnTo>
                  <a:pt x="372447" y="94812"/>
                </a:lnTo>
                <a:cubicBezTo>
                  <a:pt x="355512" y="93479"/>
                  <a:pt x="327975" y="92812"/>
                  <a:pt x="289837" y="92812"/>
                </a:cubicBezTo>
                <a:lnTo>
                  <a:pt x="289837" y="164421"/>
                </a:lnTo>
                <a:cubicBezTo>
                  <a:pt x="289837" y="168421"/>
                  <a:pt x="288937" y="171555"/>
                  <a:pt x="287136" y="173822"/>
                </a:cubicBezTo>
                <a:cubicBezTo>
                  <a:pt x="285336" y="176089"/>
                  <a:pt x="281636" y="177889"/>
                  <a:pt x="276035" y="179223"/>
                </a:cubicBezTo>
                <a:cubicBezTo>
                  <a:pt x="270434" y="180556"/>
                  <a:pt x="262033" y="181290"/>
                  <a:pt x="250832" y="181423"/>
                </a:cubicBezTo>
                <a:cubicBezTo>
                  <a:pt x="251365" y="174622"/>
                  <a:pt x="249365" y="168821"/>
                  <a:pt x="244831" y="164021"/>
                </a:cubicBezTo>
                <a:cubicBezTo>
                  <a:pt x="253765" y="165488"/>
                  <a:pt x="260400" y="166221"/>
                  <a:pt x="264734" y="166221"/>
                </a:cubicBezTo>
                <a:cubicBezTo>
                  <a:pt x="269067" y="166221"/>
                  <a:pt x="272168" y="165554"/>
                  <a:pt x="274035" y="164221"/>
                </a:cubicBezTo>
                <a:cubicBezTo>
                  <a:pt x="275902" y="162887"/>
                  <a:pt x="276835" y="159954"/>
                  <a:pt x="276835" y="155420"/>
                </a:cubicBezTo>
                <a:lnTo>
                  <a:pt x="276835" y="92812"/>
                </a:lnTo>
                <a:cubicBezTo>
                  <a:pt x="233763" y="92812"/>
                  <a:pt x="204959" y="93479"/>
                  <a:pt x="190424" y="94812"/>
                </a:cubicBezTo>
                <a:lnTo>
                  <a:pt x="190424" y="79810"/>
                </a:lnTo>
                <a:cubicBezTo>
                  <a:pt x="204959" y="81144"/>
                  <a:pt x="233763" y="81810"/>
                  <a:pt x="276835" y="81810"/>
                </a:cubicBezTo>
                <a:lnTo>
                  <a:pt x="276835" y="63008"/>
                </a:lnTo>
                <a:lnTo>
                  <a:pt x="325641" y="25403"/>
                </a:lnTo>
                <a:lnTo>
                  <a:pt x="258033" y="25403"/>
                </a:lnTo>
                <a:cubicBezTo>
                  <a:pt x="238564" y="25403"/>
                  <a:pt x="224228" y="25737"/>
                  <a:pt x="215027" y="26403"/>
                </a:cubicBezTo>
                <a:close/>
                <a:moveTo>
                  <a:pt x="1071001" y="12002"/>
                </a:moveTo>
                <a:cubicBezTo>
                  <a:pt x="1086336" y="13202"/>
                  <a:pt x="1111206" y="13802"/>
                  <a:pt x="1145610" y="13802"/>
                </a:cubicBezTo>
                <a:cubicBezTo>
                  <a:pt x="1180015" y="13802"/>
                  <a:pt x="1206085" y="13202"/>
                  <a:pt x="1223820" y="12002"/>
                </a:cubicBezTo>
                <a:lnTo>
                  <a:pt x="1223820" y="26604"/>
                </a:lnTo>
                <a:cubicBezTo>
                  <a:pt x="1209018" y="25403"/>
                  <a:pt x="1183549" y="24803"/>
                  <a:pt x="1147411" y="24803"/>
                </a:cubicBezTo>
                <a:cubicBezTo>
                  <a:pt x="1111273" y="24803"/>
                  <a:pt x="1085803" y="25403"/>
                  <a:pt x="1071001" y="26604"/>
                </a:cubicBezTo>
                <a:close/>
                <a:moveTo>
                  <a:pt x="939385" y="3601"/>
                </a:moveTo>
                <a:cubicBezTo>
                  <a:pt x="944185" y="4934"/>
                  <a:pt x="949586" y="5601"/>
                  <a:pt x="955587" y="5601"/>
                </a:cubicBezTo>
                <a:cubicBezTo>
                  <a:pt x="957720" y="5601"/>
                  <a:pt x="958787" y="6001"/>
                  <a:pt x="958787" y="6801"/>
                </a:cubicBezTo>
                <a:cubicBezTo>
                  <a:pt x="958787" y="7601"/>
                  <a:pt x="958087" y="8435"/>
                  <a:pt x="956687" y="9301"/>
                </a:cubicBezTo>
                <a:cubicBezTo>
                  <a:pt x="955287" y="10168"/>
                  <a:pt x="954387" y="11735"/>
                  <a:pt x="953986" y="14002"/>
                </a:cubicBezTo>
                <a:cubicBezTo>
                  <a:pt x="953586" y="16269"/>
                  <a:pt x="953386" y="20003"/>
                  <a:pt x="953386" y="25203"/>
                </a:cubicBezTo>
                <a:lnTo>
                  <a:pt x="953386" y="36605"/>
                </a:lnTo>
                <a:cubicBezTo>
                  <a:pt x="983257" y="36605"/>
                  <a:pt x="1002526" y="36205"/>
                  <a:pt x="1011194" y="35405"/>
                </a:cubicBezTo>
                <a:lnTo>
                  <a:pt x="1011194" y="47806"/>
                </a:lnTo>
                <a:cubicBezTo>
                  <a:pt x="1003059" y="47006"/>
                  <a:pt x="983790" y="46606"/>
                  <a:pt x="953386" y="46606"/>
                </a:cubicBezTo>
                <a:lnTo>
                  <a:pt x="953386" y="79010"/>
                </a:lnTo>
                <a:cubicBezTo>
                  <a:pt x="989658" y="79010"/>
                  <a:pt x="1015194" y="78610"/>
                  <a:pt x="1029996" y="77810"/>
                </a:cubicBezTo>
                <a:lnTo>
                  <a:pt x="1029996" y="90011"/>
                </a:lnTo>
                <a:cubicBezTo>
                  <a:pt x="1015461" y="89211"/>
                  <a:pt x="994792" y="88811"/>
                  <a:pt x="967988" y="88811"/>
                </a:cubicBezTo>
                <a:cubicBezTo>
                  <a:pt x="988524" y="120815"/>
                  <a:pt x="1011194" y="142018"/>
                  <a:pt x="1035997" y="152419"/>
                </a:cubicBezTo>
                <a:cubicBezTo>
                  <a:pt x="1032130" y="155886"/>
                  <a:pt x="1028662" y="160020"/>
                  <a:pt x="1025595" y="164821"/>
                </a:cubicBezTo>
                <a:cubicBezTo>
                  <a:pt x="999325" y="150019"/>
                  <a:pt x="976589" y="124682"/>
                  <a:pt x="957387" y="88811"/>
                </a:cubicBezTo>
                <a:lnTo>
                  <a:pt x="953386" y="88811"/>
                </a:lnTo>
                <a:lnTo>
                  <a:pt x="953386" y="144418"/>
                </a:lnTo>
                <a:cubicBezTo>
                  <a:pt x="953386" y="156286"/>
                  <a:pt x="954053" y="168888"/>
                  <a:pt x="955387" y="182223"/>
                </a:cubicBezTo>
                <a:lnTo>
                  <a:pt x="939385" y="182223"/>
                </a:lnTo>
                <a:cubicBezTo>
                  <a:pt x="940585" y="169288"/>
                  <a:pt x="941185" y="156686"/>
                  <a:pt x="941185" y="144418"/>
                </a:cubicBezTo>
                <a:lnTo>
                  <a:pt x="941185" y="88811"/>
                </a:lnTo>
                <a:lnTo>
                  <a:pt x="934384" y="88811"/>
                </a:lnTo>
                <a:cubicBezTo>
                  <a:pt x="924649" y="107614"/>
                  <a:pt x="914782" y="122882"/>
                  <a:pt x="904780" y="134617"/>
                </a:cubicBezTo>
                <a:cubicBezTo>
                  <a:pt x="894779" y="146352"/>
                  <a:pt x="881977" y="157887"/>
                  <a:pt x="866375" y="169221"/>
                </a:cubicBezTo>
                <a:cubicBezTo>
                  <a:pt x="864375" y="164287"/>
                  <a:pt x="860508" y="160687"/>
                  <a:pt x="854774" y="158420"/>
                </a:cubicBezTo>
                <a:cubicBezTo>
                  <a:pt x="869709" y="149352"/>
                  <a:pt x="882444" y="139484"/>
                  <a:pt x="892979" y="128816"/>
                </a:cubicBezTo>
                <a:cubicBezTo>
                  <a:pt x="903513" y="118148"/>
                  <a:pt x="913648" y="104813"/>
                  <a:pt x="923383" y="88811"/>
                </a:cubicBezTo>
                <a:cubicBezTo>
                  <a:pt x="898313" y="88811"/>
                  <a:pt x="878044" y="89211"/>
                  <a:pt x="862575" y="90011"/>
                </a:cubicBezTo>
                <a:lnTo>
                  <a:pt x="862575" y="77810"/>
                </a:lnTo>
                <a:cubicBezTo>
                  <a:pt x="873643" y="78610"/>
                  <a:pt x="899846" y="79010"/>
                  <a:pt x="941185" y="79010"/>
                </a:cubicBezTo>
                <a:lnTo>
                  <a:pt x="941185" y="46606"/>
                </a:lnTo>
                <a:cubicBezTo>
                  <a:pt x="910248" y="46606"/>
                  <a:pt x="890312" y="47006"/>
                  <a:pt x="881377" y="47806"/>
                </a:cubicBezTo>
                <a:lnTo>
                  <a:pt x="881377" y="35405"/>
                </a:lnTo>
                <a:cubicBezTo>
                  <a:pt x="889912" y="36205"/>
                  <a:pt x="909848" y="36605"/>
                  <a:pt x="941185" y="36605"/>
                </a:cubicBezTo>
                <a:cubicBezTo>
                  <a:pt x="941185" y="22203"/>
                  <a:pt x="940585" y="11202"/>
                  <a:pt x="939385" y="3601"/>
                </a:cubicBezTo>
                <a:close/>
                <a:moveTo>
                  <a:pt x="1339835" y="1400"/>
                </a:moveTo>
                <a:cubicBezTo>
                  <a:pt x="1345035" y="2867"/>
                  <a:pt x="1350836" y="3601"/>
                  <a:pt x="1357237" y="3601"/>
                </a:cubicBezTo>
                <a:cubicBezTo>
                  <a:pt x="1359104" y="3601"/>
                  <a:pt x="1360037" y="4267"/>
                  <a:pt x="1360037" y="5601"/>
                </a:cubicBezTo>
                <a:cubicBezTo>
                  <a:pt x="1360037" y="6534"/>
                  <a:pt x="1359504" y="7334"/>
                  <a:pt x="1358437" y="8001"/>
                </a:cubicBezTo>
                <a:cubicBezTo>
                  <a:pt x="1355637" y="9601"/>
                  <a:pt x="1354237" y="12935"/>
                  <a:pt x="1354237" y="18002"/>
                </a:cubicBezTo>
                <a:lnTo>
                  <a:pt x="1354237" y="72809"/>
                </a:lnTo>
                <a:lnTo>
                  <a:pt x="1402643" y="72809"/>
                </a:lnTo>
                <a:lnTo>
                  <a:pt x="1402643" y="37605"/>
                </a:lnTo>
                <a:cubicBezTo>
                  <a:pt x="1402643" y="30404"/>
                  <a:pt x="1402042" y="24070"/>
                  <a:pt x="1400842" y="18603"/>
                </a:cubicBezTo>
                <a:cubicBezTo>
                  <a:pt x="1405243" y="19669"/>
                  <a:pt x="1408977" y="20203"/>
                  <a:pt x="1412044" y="20203"/>
                </a:cubicBezTo>
                <a:lnTo>
                  <a:pt x="1416644" y="20003"/>
                </a:lnTo>
                <a:cubicBezTo>
                  <a:pt x="1418511" y="20003"/>
                  <a:pt x="1419445" y="20436"/>
                  <a:pt x="1419445" y="21303"/>
                </a:cubicBezTo>
                <a:cubicBezTo>
                  <a:pt x="1419445" y="22170"/>
                  <a:pt x="1418945" y="23103"/>
                  <a:pt x="1417944" y="24103"/>
                </a:cubicBezTo>
                <a:cubicBezTo>
                  <a:pt x="1416944" y="25103"/>
                  <a:pt x="1416244" y="26670"/>
                  <a:pt x="1415844" y="28804"/>
                </a:cubicBezTo>
                <a:cubicBezTo>
                  <a:pt x="1415444" y="30937"/>
                  <a:pt x="1415244" y="33938"/>
                  <a:pt x="1415244" y="37805"/>
                </a:cubicBezTo>
                <a:lnTo>
                  <a:pt x="1415244" y="65608"/>
                </a:lnTo>
                <a:cubicBezTo>
                  <a:pt x="1415244" y="73209"/>
                  <a:pt x="1415511" y="79743"/>
                  <a:pt x="1416044" y="85211"/>
                </a:cubicBezTo>
                <a:cubicBezTo>
                  <a:pt x="1399642" y="84011"/>
                  <a:pt x="1379040" y="83411"/>
                  <a:pt x="1354237" y="83411"/>
                </a:cubicBezTo>
                <a:lnTo>
                  <a:pt x="1354237" y="157420"/>
                </a:lnTo>
                <a:lnTo>
                  <a:pt x="1411644" y="157420"/>
                </a:lnTo>
                <a:lnTo>
                  <a:pt x="1411644" y="125616"/>
                </a:lnTo>
                <a:cubicBezTo>
                  <a:pt x="1411644" y="118415"/>
                  <a:pt x="1411244" y="112081"/>
                  <a:pt x="1410444" y="106614"/>
                </a:cubicBezTo>
                <a:cubicBezTo>
                  <a:pt x="1413644" y="107414"/>
                  <a:pt x="1416444" y="107847"/>
                  <a:pt x="1418845" y="107914"/>
                </a:cubicBezTo>
                <a:cubicBezTo>
                  <a:pt x="1421245" y="107980"/>
                  <a:pt x="1423412" y="108014"/>
                  <a:pt x="1425345" y="108014"/>
                </a:cubicBezTo>
                <a:cubicBezTo>
                  <a:pt x="1427279" y="108014"/>
                  <a:pt x="1428246" y="108414"/>
                  <a:pt x="1428246" y="109214"/>
                </a:cubicBezTo>
                <a:cubicBezTo>
                  <a:pt x="1428246" y="110014"/>
                  <a:pt x="1427579" y="110914"/>
                  <a:pt x="1426245" y="111914"/>
                </a:cubicBezTo>
                <a:cubicBezTo>
                  <a:pt x="1424912" y="112914"/>
                  <a:pt x="1424245" y="115281"/>
                  <a:pt x="1424245" y="119015"/>
                </a:cubicBezTo>
                <a:lnTo>
                  <a:pt x="1424245" y="159820"/>
                </a:lnTo>
                <a:cubicBezTo>
                  <a:pt x="1424245" y="167554"/>
                  <a:pt x="1424512" y="174822"/>
                  <a:pt x="1425045" y="181623"/>
                </a:cubicBezTo>
                <a:lnTo>
                  <a:pt x="1411644" y="181623"/>
                </a:lnTo>
                <a:lnTo>
                  <a:pt x="1411644" y="168221"/>
                </a:lnTo>
                <a:lnTo>
                  <a:pt x="1338234" y="168221"/>
                </a:lnTo>
                <a:cubicBezTo>
                  <a:pt x="1308764" y="168221"/>
                  <a:pt x="1285495" y="169088"/>
                  <a:pt x="1268426" y="170822"/>
                </a:cubicBezTo>
                <a:cubicBezTo>
                  <a:pt x="1269093" y="165621"/>
                  <a:pt x="1269426" y="160220"/>
                  <a:pt x="1269426" y="154620"/>
                </a:cubicBezTo>
                <a:lnTo>
                  <a:pt x="1269426" y="121615"/>
                </a:lnTo>
                <a:cubicBezTo>
                  <a:pt x="1269426" y="114281"/>
                  <a:pt x="1269159" y="109214"/>
                  <a:pt x="1268626" y="106413"/>
                </a:cubicBezTo>
                <a:cubicBezTo>
                  <a:pt x="1272493" y="107614"/>
                  <a:pt x="1277494" y="108214"/>
                  <a:pt x="1283628" y="108214"/>
                </a:cubicBezTo>
                <a:cubicBezTo>
                  <a:pt x="1285495" y="108214"/>
                  <a:pt x="1286428" y="108747"/>
                  <a:pt x="1286428" y="109814"/>
                </a:cubicBezTo>
                <a:cubicBezTo>
                  <a:pt x="1286428" y="110881"/>
                  <a:pt x="1285828" y="111747"/>
                  <a:pt x="1284628" y="112414"/>
                </a:cubicBezTo>
                <a:cubicBezTo>
                  <a:pt x="1283428" y="113081"/>
                  <a:pt x="1282628" y="114114"/>
                  <a:pt x="1282228" y="115515"/>
                </a:cubicBezTo>
                <a:cubicBezTo>
                  <a:pt x="1281827" y="116915"/>
                  <a:pt x="1281627" y="119148"/>
                  <a:pt x="1281627" y="122215"/>
                </a:cubicBezTo>
                <a:lnTo>
                  <a:pt x="1281627" y="157420"/>
                </a:lnTo>
                <a:lnTo>
                  <a:pt x="1341035" y="157420"/>
                </a:lnTo>
                <a:lnTo>
                  <a:pt x="1341035" y="83411"/>
                </a:lnTo>
                <a:cubicBezTo>
                  <a:pt x="1307431" y="83677"/>
                  <a:pt x="1286228" y="84411"/>
                  <a:pt x="1277427" y="85611"/>
                </a:cubicBezTo>
                <a:cubicBezTo>
                  <a:pt x="1278494" y="79210"/>
                  <a:pt x="1279027" y="73409"/>
                  <a:pt x="1279027" y="68209"/>
                </a:cubicBezTo>
                <a:lnTo>
                  <a:pt x="1279027" y="36605"/>
                </a:lnTo>
                <a:cubicBezTo>
                  <a:pt x="1279027" y="29671"/>
                  <a:pt x="1278494" y="23803"/>
                  <a:pt x="1277427" y="19003"/>
                </a:cubicBezTo>
                <a:cubicBezTo>
                  <a:pt x="1282628" y="21003"/>
                  <a:pt x="1287895" y="22003"/>
                  <a:pt x="1293229" y="22003"/>
                </a:cubicBezTo>
                <a:cubicBezTo>
                  <a:pt x="1295362" y="22003"/>
                  <a:pt x="1296429" y="22603"/>
                  <a:pt x="1296429" y="23803"/>
                </a:cubicBezTo>
                <a:cubicBezTo>
                  <a:pt x="1296429" y="24603"/>
                  <a:pt x="1295762" y="25337"/>
                  <a:pt x="1294429" y="26003"/>
                </a:cubicBezTo>
                <a:cubicBezTo>
                  <a:pt x="1292029" y="27337"/>
                  <a:pt x="1290829" y="30271"/>
                  <a:pt x="1290829" y="34805"/>
                </a:cubicBezTo>
                <a:lnTo>
                  <a:pt x="1290829" y="72809"/>
                </a:lnTo>
                <a:lnTo>
                  <a:pt x="1341035" y="72809"/>
                </a:lnTo>
                <a:lnTo>
                  <a:pt x="1341035" y="27604"/>
                </a:lnTo>
                <a:cubicBezTo>
                  <a:pt x="1341035" y="16936"/>
                  <a:pt x="1340635" y="8201"/>
                  <a:pt x="1339835" y="1400"/>
                </a:cubicBezTo>
                <a:close/>
                <a:moveTo>
                  <a:pt x="62408" y="600"/>
                </a:moveTo>
                <a:cubicBezTo>
                  <a:pt x="66409" y="4067"/>
                  <a:pt x="70476" y="6468"/>
                  <a:pt x="74610" y="7801"/>
                </a:cubicBezTo>
                <a:cubicBezTo>
                  <a:pt x="76077" y="8201"/>
                  <a:pt x="76810" y="8868"/>
                  <a:pt x="76810" y="9801"/>
                </a:cubicBezTo>
                <a:cubicBezTo>
                  <a:pt x="76810" y="10735"/>
                  <a:pt x="76077" y="11402"/>
                  <a:pt x="74610" y="11802"/>
                </a:cubicBezTo>
                <a:cubicBezTo>
                  <a:pt x="71676" y="12468"/>
                  <a:pt x="67142" y="15602"/>
                  <a:pt x="61008" y="21203"/>
                </a:cubicBezTo>
                <a:lnTo>
                  <a:pt x="100213" y="21203"/>
                </a:lnTo>
                <a:cubicBezTo>
                  <a:pt x="120215" y="21203"/>
                  <a:pt x="134484" y="20669"/>
                  <a:pt x="143018" y="19603"/>
                </a:cubicBezTo>
                <a:cubicBezTo>
                  <a:pt x="126216" y="41072"/>
                  <a:pt x="108947" y="58007"/>
                  <a:pt x="91212" y="70409"/>
                </a:cubicBezTo>
                <a:cubicBezTo>
                  <a:pt x="73476" y="82811"/>
                  <a:pt x="46273" y="94012"/>
                  <a:pt x="9602" y="104013"/>
                </a:cubicBezTo>
                <a:cubicBezTo>
                  <a:pt x="8001" y="98946"/>
                  <a:pt x="4801" y="94545"/>
                  <a:pt x="0" y="90812"/>
                </a:cubicBezTo>
                <a:cubicBezTo>
                  <a:pt x="24270" y="88145"/>
                  <a:pt x="47073" y="81610"/>
                  <a:pt x="68409" y="71209"/>
                </a:cubicBezTo>
                <a:cubicBezTo>
                  <a:pt x="60275" y="63608"/>
                  <a:pt x="51940" y="57207"/>
                  <a:pt x="43406" y="52007"/>
                </a:cubicBezTo>
                <a:lnTo>
                  <a:pt x="53407" y="43006"/>
                </a:lnTo>
                <a:cubicBezTo>
                  <a:pt x="63275" y="50607"/>
                  <a:pt x="71609" y="58141"/>
                  <a:pt x="78410" y="65608"/>
                </a:cubicBezTo>
                <a:cubicBezTo>
                  <a:pt x="95879" y="54674"/>
                  <a:pt x="109147" y="43206"/>
                  <a:pt x="118215" y="31204"/>
                </a:cubicBezTo>
                <a:lnTo>
                  <a:pt x="50607" y="31204"/>
                </a:lnTo>
                <a:cubicBezTo>
                  <a:pt x="39672" y="40405"/>
                  <a:pt x="27271" y="48940"/>
                  <a:pt x="13402" y="56807"/>
                </a:cubicBezTo>
                <a:cubicBezTo>
                  <a:pt x="11669" y="53340"/>
                  <a:pt x="8201" y="50273"/>
                  <a:pt x="3001" y="47606"/>
                </a:cubicBezTo>
                <a:cubicBezTo>
                  <a:pt x="16469" y="42272"/>
                  <a:pt x="28537" y="35371"/>
                  <a:pt x="39205" y="26904"/>
                </a:cubicBezTo>
                <a:cubicBezTo>
                  <a:pt x="49873" y="18436"/>
                  <a:pt x="57608" y="9668"/>
                  <a:pt x="62408" y="600"/>
                </a:cubicBezTo>
                <a:close/>
                <a:moveTo>
                  <a:pt x="535534" y="0"/>
                </a:moveTo>
                <a:cubicBezTo>
                  <a:pt x="541535" y="800"/>
                  <a:pt x="547402" y="1200"/>
                  <a:pt x="553136" y="1200"/>
                </a:cubicBezTo>
                <a:cubicBezTo>
                  <a:pt x="555537" y="1200"/>
                  <a:pt x="556737" y="1767"/>
                  <a:pt x="556737" y="2901"/>
                </a:cubicBezTo>
                <a:cubicBezTo>
                  <a:pt x="556737" y="4034"/>
                  <a:pt x="556070" y="4867"/>
                  <a:pt x="554736" y="5401"/>
                </a:cubicBezTo>
                <a:cubicBezTo>
                  <a:pt x="553403" y="5934"/>
                  <a:pt x="552336" y="6934"/>
                  <a:pt x="551536" y="8401"/>
                </a:cubicBezTo>
                <a:cubicBezTo>
                  <a:pt x="550736" y="9868"/>
                  <a:pt x="550336" y="11202"/>
                  <a:pt x="550336" y="12402"/>
                </a:cubicBezTo>
                <a:lnTo>
                  <a:pt x="550336" y="32604"/>
                </a:lnTo>
                <a:cubicBezTo>
                  <a:pt x="579140" y="32471"/>
                  <a:pt x="600009" y="31671"/>
                  <a:pt x="612944" y="30204"/>
                </a:cubicBezTo>
                <a:cubicBezTo>
                  <a:pt x="612010" y="35671"/>
                  <a:pt x="611544" y="43206"/>
                  <a:pt x="611544" y="52807"/>
                </a:cubicBezTo>
                <a:lnTo>
                  <a:pt x="611544" y="111814"/>
                </a:lnTo>
                <a:cubicBezTo>
                  <a:pt x="611544" y="121282"/>
                  <a:pt x="612210" y="130817"/>
                  <a:pt x="613544" y="140418"/>
                </a:cubicBezTo>
                <a:lnTo>
                  <a:pt x="598942" y="140418"/>
                </a:lnTo>
                <a:lnTo>
                  <a:pt x="598942" y="126016"/>
                </a:lnTo>
                <a:lnTo>
                  <a:pt x="550336" y="126016"/>
                </a:lnTo>
                <a:lnTo>
                  <a:pt x="550336" y="154019"/>
                </a:lnTo>
                <a:cubicBezTo>
                  <a:pt x="550336" y="158420"/>
                  <a:pt x="550769" y="161620"/>
                  <a:pt x="551636" y="163621"/>
                </a:cubicBezTo>
                <a:cubicBezTo>
                  <a:pt x="552503" y="165621"/>
                  <a:pt x="554403" y="167054"/>
                  <a:pt x="557337" y="167921"/>
                </a:cubicBezTo>
                <a:cubicBezTo>
                  <a:pt x="560270" y="168788"/>
                  <a:pt x="565004" y="169221"/>
                  <a:pt x="571539" y="169221"/>
                </a:cubicBezTo>
                <a:lnTo>
                  <a:pt x="603143" y="169021"/>
                </a:lnTo>
                <a:cubicBezTo>
                  <a:pt x="611144" y="169021"/>
                  <a:pt x="616511" y="166621"/>
                  <a:pt x="619245" y="161820"/>
                </a:cubicBezTo>
                <a:cubicBezTo>
                  <a:pt x="621978" y="157020"/>
                  <a:pt x="623945" y="149752"/>
                  <a:pt x="625145" y="140018"/>
                </a:cubicBezTo>
                <a:cubicBezTo>
                  <a:pt x="628212" y="143618"/>
                  <a:pt x="632746" y="146352"/>
                  <a:pt x="638747" y="148219"/>
                </a:cubicBezTo>
                <a:cubicBezTo>
                  <a:pt x="635547" y="160620"/>
                  <a:pt x="631579" y="169155"/>
                  <a:pt x="626846" y="173822"/>
                </a:cubicBezTo>
                <a:cubicBezTo>
                  <a:pt x="622112" y="178489"/>
                  <a:pt x="614277" y="180823"/>
                  <a:pt x="603343" y="180823"/>
                </a:cubicBezTo>
                <a:lnTo>
                  <a:pt x="571739" y="180623"/>
                </a:lnTo>
                <a:cubicBezTo>
                  <a:pt x="561204" y="180623"/>
                  <a:pt x="553603" y="179889"/>
                  <a:pt x="548936" y="178422"/>
                </a:cubicBezTo>
                <a:cubicBezTo>
                  <a:pt x="544268" y="176956"/>
                  <a:pt x="541235" y="174389"/>
                  <a:pt x="539835" y="170722"/>
                </a:cubicBezTo>
                <a:cubicBezTo>
                  <a:pt x="538434" y="167054"/>
                  <a:pt x="537734" y="161087"/>
                  <a:pt x="537734" y="152819"/>
                </a:cubicBezTo>
                <a:lnTo>
                  <a:pt x="537734" y="126016"/>
                </a:lnTo>
                <a:lnTo>
                  <a:pt x="487928" y="126016"/>
                </a:lnTo>
                <a:lnTo>
                  <a:pt x="487928" y="144418"/>
                </a:lnTo>
                <a:lnTo>
                  <a:pt x="473926" y="144418"/>
                </a:lnTo>
                <a:cubicBezTo>
                  <a:pt x="475393" y="134817"/>
                  <a:pt x="476127" y="124616"/>
                  <a:pt x="476127" y="113814"/>
                </a:cubicBezTo>
                <a:lnTo>
                  <a:pt x="476127" y="52807"/>
                </a:lnTo>
                <a:cubicBezTo>
                  <a:pt x="476127" y="44006"/>
                  <a:pt x="475660" y="36471"/>
                  <a:pt x="474726" y="30204"/>
                </a:cubicBezTo>
                <a:cubicBezTo>
                  <a:pt x="488328" y="31671"/>
                  <a:pt x="509331" y="32471"/>
                  <a:pt x="537734" y="32604"/>
                </a:cubicBezTo>
                <a:cubicBezTo>
                  <a:pt x="537734" y="17802"/>
                  <a:pt x="537001" y="6934"/>
                  <a:pt x="535534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600" dirty="0">
              <a:solidFill>
                <a:schemeClr val="accent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5676BA-0792-4C88-BCDB-025D1E6DC9F3}"/>
              </a:ext>
            </a:extLst>
          </p:cNvPr>
          <p:cNvSpPr txBox="1"/>
          <p:nvPr/>
        </p:nvSpPr>
        <p:spPr>
          <a:xfrm>
            <a:off x="8837278" y="3492898"/>
            <a:ext cx="1281152" cy="167044"/>
          </a:xfrm>
          <a:custGeom>
            <a:avLst/>
            <a:gdLst/>
            <a:ahLst/>
            <a:cxnLst/>
            <a:rect l="l" t="t" r="r" b="b"/>
            <a:pathLst>
              <a:path w="1428246" h="186223">
                <a:moveTo>
                  <a:pt x="488528" y="100212"/>
                </a:moveTo>
                <a:cubicBezTo>
                  <a:pt x="505597" y="101279"/>
                  <a:pt x="526533" y="101813"/>
                  <a:pt x="551336" y="101813"/>
                </a:cubicBezTo>
                <a:cubicBezTo>
                  <a:pt x="576139" y="101813"/>
                  <a:pt x="595208" y="101279"/>
                  <a:pt x="608543" y="100212"/>
                </a:cubicBezTo>
                <a:lnTo>
                  <a:pt x="608543" y="113414"/>
                </a:lnTo>
                <a:cubicBezTo>
                  <a:pt x="596675" y="112347"/>
                  <a:pt x="578673" y="111814"/>
                  <a:pt x="554536" y="111814"/>
                </a:cubicBezTo>
                <a:lnTo>
                  <a:pt x="554536" y="165420"/>
                </a:lnTo>
                <a:cubicBezTo>
                  <a:pt x="592541" y="165420"/>
                  <a:pt x="619278" y="164887"/>
                  <a:pt x="634746" y="163820"/>
                </a:cubicBezTo>
                <a:lnTo>
                  <a:pt x="634746" y="177022"/>
                </a:lnTo>
                <a:cubicBezTo>
                  <a:pt x="618878" y="175955"/>
                  <a:pt x="592741" y="175422"/>
                  <a:pt x="556337" y="175422"/>
                </a:cubicBezTo>
                <a:cubicBezTo>
                  <a:pt x="519932" y="175422"/>
                  <a:pt x="488861" y="175955"/>
                  <a:pt x="463125" y="177022"/>
                </a:cubicBezTo>
                <a:lnTo>
                  <a:pt x="463125" y="163820"/>
                </a:lnTo>
                <a:cubicBezTo>
                  <a:pt x="482994" y="164887"/>
                  <a:pt x="509264" y="165420"/>
                  <a:pt x="541935" y="165420"/>
                </a:cubicBezTo>
                <a:lnTo>
                  <a:pt x="541935" y="111814"/>
                </a:lnTo>
                <a:cubicBezTo>
                  <a:pt x="516598" y="112080"/>
                  <a:pt x="498796" y="112614"/>
                  <a:pt x="488528" y="113414"/>
                </a:cubicBezTo>
                <a:close/>
                <a:moveTo>
                  <a:pt x="1153611" y="97412"/>
                </a:moveTo>
                <a:lnTo>
                  <a:pt x="1153611" y="129816"/>
                </a:lnTo>
                <a:lnTo>
                  <a:pt x="1184815" y="129816"/>
                </a:lnTo>
                <a:lnTo>
                  <a:pt x="1184815" y="97412"/>
                </a:lnTo>
                <a:close/>
                <a:moveTo>
                  <a:pt x="1110406" y="97412"/>
                </a:moveTo>
                <a:lnTo>
                  <a:pt x="1110406" y="129816"/>
                </a:lnTo>
                <a:lnTo>
                  <a:pt x="1142210" y="129816"/>
                </a:lnTo>
                <a:lnTo>
                  <a:pt x="1142210" y="97412"/>
                </a:lnTo>
                <a:close/>
                <a:moveTo>
                  <a:pt x="387449" y="94612"/>
                </a:moveTo>
                <a:lnTo>
                  <a:pt x="441055" y="94612"/>
                </a:lnTo>
                <a:lnTo>
                  <a:pt x="441055" y="106613"/>
                </a:lnTo>
                <a:lnTo>
                  <a:pt x="387449" y="106613"/>
                </a:lnTo>
                <a:close/>
                <a:moveTo>
                  <a:pt x="714756" y="72609"/>
                </a:moveTo>
                <a:cubicBezTo>
                  <a:pt x="720090" y="75009"/>
                  <a:pt x="724958" y="76276"/>
                  <a:pt x="729358" y="76409"/>
                </a:cubicBezTo>
                <a:cubicBezTo>
                  <a:pt x="731225" y="76543"/>
                  <a:pt x="732159" y="77009"/>
                  <a:pt x="732159" y="77810"/>
                </a:cubicBezTo>
                <a:cubicBezTo>
                  <a:pt x="732159" y="78610"/>
                  <a:pt x="731559" y="79410"/>
                  <a:pt x="730358" y="80210"/>
                </a:cubicBezTo>
                <a:cubicBezTo>
                  <a:pt x="727558" y="82077"/>
                  <a:pt x="725358" y="86811"/>
                  <a:pt x="723757" y="94412"/>
                </a:cubicBezTo>
                <a:cubicBezTo>
                  <a:pt x="719490" y="115748"/>
                  <a:pt x="713556" y="132683"/>
                  <a:pt x="705955" y="145218"/>
                </a:cubicBezTo>
                <a:cubicBezTo>
                  <a:pt x="698354" y="157753"/>
                  <a:pt x="687086" y="170088"/>
                  <a:pt x="672151" y="182223"/>
                </a:cubicBezTo>
                <a:cubicBezTo>
                  <a:pt x="668951" y="177822"/>
                  <a:pt x="664683" y="174755"/>
                  <a:pt x="659349" y="173021"/>
                </a:cubicBezTo>
                <a:cubicBezTo>
                  <a:pt x="678285" y="160753"/>
                  <a:pt x="691787" y="146918"/>
                  <a:pt x="699855" y="131516"/>
                </a:cubicBezTo>
                <a:cubicBezTo>
                  <a:pt x="707922" y="116114"/>
                  <a:pt x="712889" y="96479"/>
                  <a:pt x="714756" y="72609"/>
                </a:cubicBezTo>
                <a:close/>
                <a:moveTo>
                  <a:pt x="780965" y="70409"/>
                </a:moveTo>
                <a:cubicBezTo>
                  <a:pt x="784432" y="121615"/>
                  <a:pt x="803501" y="154952"/>
                  <a:pt x="838172" y="170421"/>
                </a:cubicBezTo>
                <a:cubicBezTo>
                  <a:pt x="831904" y="174288"/>
                  <a:pt x="827437" y="178355"/>
                  <a:pt x="824770" y="182623"/>
                </a:cubicBezTo>
                <a:cubicBezTo>
                  <a:pt x="809168" y="172355"/>
                  <a:pt x="796800" y="158620"/>
                  <a:pt x="787666" y="141417"/>
                </a:cubicBezTo>
                <a:cubicBezTo>
                  <a:pt x="778531" y="124215"/>
                  <a:pt x="772097" y="101613"/>
                  <a:pt x="768363" y="73609"/>
                </a:cubicBezTo>
                <a:close/>
                <a:moveTo>
                  <a:pt x="1066400" y="70009"/>
                </a:moveTo>
                <a:cubicBezTo>
                  <a:pt x="1070134" y="71342"/>
                  <a:pt x="1073801" y="72009"/>
                  <a:pt x="1077402" y="72009"/>
                </a:cubicBezTo>
                <a:lnTo>
                  <a:pt x="1083402" y="71609"/>
                </a:lnTo>
                <a:cubicBezTo>
                  <a:pt x="1085136" y="71609"/>
                  <a:pt x="1086003" y="72409"/>
                  <a:pt x="1086003" y="74009"/>
                </a:cubicBezTo>
                <a:cubicBezTo>
                  <a:pt x="1086003" y="75343"/>
                  <a:pt x="1085469" y="76343"/>
                  <a:pt x="1084403" y="77009"/>
                </a:cubicBezTo>
                <a:cubicBezTo>
                  <a:pt x="1081469" y="78876"/>
                  <a:pt x="1080002" y="82077"/>
                  <a:pt x="1080002" y="86611"/>
                </a:cubicBezTo>
                <a:lnTo>
                  <a:pt x="1080002" y="162620"/>
                </a:lnTo>
                <a:lnTo>
                  <a:pt x="1215019" y="160020"/>
                </a:lnTo>
                <a:lnTo>
                  <a:pt x="1215019" y="91211"/>
                </a:lnTo>
                <a:cubicBezTo>
                  <a:pt x="1215019" y="81477"/>
                  <a:pt x="1214485" y="74476"/>
                  <a:pt x="1213419" y="70209"/>
                </a:cubicBezTo>
                <a:cubicBezTo>
                  <a:pt x="1217553" y="71009"/>
                  <a:pt x="1221153" y="71409"/>
                  <a:pt x="1224220" y="71409"/>
                </a:cubicBezTo>
                <a:lnTo>
                  <a:pt x="1230421" y="71009"/>
                </a:lnTo>
                <a:cubicBezTo>
                  <a:pt x="1232021" y="71009"/>
                  <a:pt x="1232821" y="71675"/>
                  <a:pt x="1232821" y="73009"/>
                </a:cubicBezTo>
                <a:cubicBezTo>
                  <a:pt x="1232821" y="73942"/>
                  <a:pt x="1232321" y="74676"/>
                  <a:pt x="1231321" y="75209"/>
                </a:cubicBezTo>
                <a:cubicBezTo>
                  <a:pt x="1230321" y="75743"/>
                  <a:pt x="1229454" y="76776"/>
                  <a:pt x="1228721" y="78310"/>
                </a:cubicBezTo>
                <a:cubicBezTo>
                  <a:pt x="1227987" y="79843"/>
                  <a:pt x="1227621" y="81343"/>
                  <a:pt x="1227621" y="82810"/>
                </a:cubicBezTo>
                <a:lnTo>
                  <a:pt x="1227621" y="160820"/>
                </a:lnTo>
                <a:cubicBezTo>
                  <a:pt x="1227621" y="171888"/>
                  <a:pt x="1228087" y="179689"/>
                  <a:pt x="1229021" y="184223"/>
                </a:cubicBezTo>
                <a:lnTo>
                  <a:pt x="1215019" y="184223"/>
                </a:lnTo>
                <a:lnTo>
                  <a:pt x="1215019" y="169621"/>
                </a:lnTo>
                <a:lnTo>
                  <a:pt x="1112406" y="172621"/>
                </a:lnTo>
                <a:cubicBezTo>
                  <a:pt x="1086536" y="173288"/>
                  <a:pt x="1071001" y="173955"/>
                  <a:pt x="1065800" y="174622"/>
                </a:cubicBezTo>
                <a:cubicBezTo>
                  <a:pt x="1067000" y="165954"/>
                  <a:pt x="1067601" y="155819"/>
                  <a:pt x="1067601" y="144218"/>
                </a:cubicBezTo>
                <a:lnTo>
                  <a:pt x="1067601" y="93211"/>
                </a:lnTo>
                <a:cubicBezTo>
                  <a:pt x="1067601" y="82010"/>
                  <a:pt x="1067200" y="74276"/>
                  <a:pt x="1066400" y="70009"/>
                </a:cubicBezTo>
                <a:close/>
                <a:moveTo>
                  <a:pt x="110814" y="68008"/>
                </a:moveTo>
                <a:cubicBezTo>
                  <a:pt x="114415" y="71609"/>
                  <a:pt x="118282" y="74209"/>
                  <a:pt x="122416" y="75809"/>
                </a:cubicBezTo>
                <a:cubicBezTo>
                  <a:pt x="124016" y="76609"/>
                  <a:pt x="124816" y="77509"/>
                  <a:pt x="124816" y="78510"/>
                </a:cubicBezTo>
                <a:cubicBezTo>
                  <a:pt x="124816" y="79510"/>
                  <a:pt x="123749" y="80277"/>
                  <a:pt x="121616" y="80810"/>
                </a:cubicBezTo>
                <a:cubicBezTo>
                  <a:pt x="118015" y="81743"/>
                  <a:pt x="112214" y="85811"/>
                  <a:pt x="104213" y="93011"/>
                </a:cubicBezTo>
                <a:lnTo>
                  <a:pt x="122416" y="93011"/>
                </a:lnTo>
                <a:cubicBezTo>
                  <a:pt x="140285" y="93011"/>
                  <a:pt x="154620" y="92545"/>
                  <a:pt x="165421" y="91611"/>
                </a:cubicBezTo>
                <a:cubicBezTo>
                  <a:pt x="158754" y="105746"/>
                  <a:pt x="150152" y="118981"/>
                  <a:pt x="139618" y="131316"/>
                </a:cubicBezTo>
                <a:cubicBezTo>
                  <a:pt x="129083" y="143651"/>
                  <a:pt x="118048" y="153152"/>
                  <a:pt x="106514" y="159820"/>
                </a:cubicBezTo>
                <a:cubicBezTo>
                  <a:pt x="94979" y="166487"/>
                  <a:pt x="82777" y="171788"/>
                  <a:pt x="69909" y="175722"/>
                </a:cubicBezTo>
                <a:cubicBezTo>
                  <a:pt x="57041" y="179656"/>
                  <a:pt x="37805" y="183156"/>
                  <a:pt x="12202" y="186223"/>
                </a:cubicBezTo>
                <a:cubicBezTo>
                  <a:pt x="10335" y="180622"/>
                  <a:pt x="6468" y="175488"/>
                  <a:pt x="600" y="170821"/>
                </a:cubicBezTo>
                <a:cubicBezTo>
                  <a:pt x="24470" y="170688"/>
                  <a:pt x="43306" y="169121"/>
                  <a:pt x="57108" y="166121"/>
                </a:cubicBezTo>
                <a:cubicBezTo>
                  <a:pt x="70909" y="163120"/>
                  <a:pt x="83678" y="158553"/>
                  <a:pt x="95412" y="152419"/>
                </a:cubicBezTo>
                <a:cubicBezTo>
                  <a:pt x="89678" y="144418"/>
                  <a:pt x="82077" y="137017"/>
                  <a:pt x="72609" y="130216"/>
                </a:cubicBezTo>
                <a:lnTo>
                  <a:pt x="82811" y="121015"/>
                </a:lnTo>
                <a:cubicBezTo>
                  <a:pt x="90812" y="128349"/>
                  <a:pt x="98213" y="136950"/>
                  <a:pt x="105014" y="146818"/>
                </a:cubicBezTo>
                <a:cubicBezTo>
                  <a:pt x="112748" y="141751"/>
                  <a:pt x="120482" y="135050"/>
                  <a:pt x="128216" y="126716"/>
                </a:cubicBezTo>
                <a:cubicBezTo>
                  <a:pt x="135951" y="118381"/>
                  <a:pt x="141751" y="110480"/>
                  <a:pt x="145619" y="103013"/>
                </a:cubicBezTo>
                <a:lnTo>
                  <a:pt x="93012" y="103013"/>
                </a:lnTo>
                <a:cubicBezTo>
                  <a:pt x="77277" y="116481"/>
                  <a:pt x="56207" y="129083"/>
                  <a:pt x="29804" y="140817"/>
                </a:cubicBezTo>
                <a:cubicBezTo>
                  <a:pt x="27404" y="136150"/>
                  <a:pt x="23537" y="132350"/>
                  <a:pt x="18203" y="129416"/>
                </a:cubicBezTo>
                <a:cubicBezTo>
                  <a:pt x="36338" y="124749"/>
                  <a:pt x="53974" y="116714"/>
                  <a:pt x="71109" y="105313"/>
                </a:cubicBezTo>
                <a:cubicBezTo>
                  <a:pt x="88245" y="93912"/>
                  <a:pt x="101480" y="81477"/>
                  <a:pt x="110814" y="68008"/>
                </a:cubicBezTo>
                <a:close/>
                <a:moveTo>
                  <a:pt x="1153611" y="60007"/>
                </a:moveTo>
                <a:lnTo>
                  <a:pt x="1153611" y="88011"/>
                </a:lnTo>
                <a:lnTo>
                  <a:pt x="1184815" y="88011"/>
                </a:lnTo>
                <a:lnTo>
                  <a:pt x="1184815" y="60007"/>
                </a:lnTo>
                <a:close/>
                <a:moveTo>
                  <a:pt x="1110406" y="60007"/>
                </a:moveTo>
                <a:lnTo>
                  <a:pt x="1110406" y="88011"/>
                </a:lnTo>
                <a:lnTo>
                  <a:pt x="1142210" y="88011"/>
                </a:lnTo>
                <a:lnTo>
                  <a:pt x="1142210" y="60007"/>
                </a:lnTo>
                <a:close/>
                <a:moveTo>
                  <a:pt x="571138" y="52006"/>
                </a:moveTo>
                <a:cubicBezTo>
                  <a:pt x="593541" y="65741"/>
                  <a:pt x="612077" y="78210"/>
                  <a:pt x="626745" y="89411"/>
                </a:cubicBezTo>
                <a:lnTo>
                  <a:pt x="617944" y="99012"/>
                </a:lnTo>
                <a:cubicBezTo>
                  <a:pt x="613144" y="94212"/>
                  <a:pt x="605143" y="87911"/>
                  <a:pt x="593941" y="80110"/>
                </a:cubicBezTo>
                <a:cubicBezTo>
                  <a:pt x="582740" y="72309"/>
                  <a:pt x="572805" y="66208"/>
                  <a:pt x="564138" y="61808"/>
                </a:cubicBezTo>
                <a:close/>
                <a:moveTo>
                  <a:pt x="521332" y="50406"/>
                </a:moveTo>
                <a:cubicBezTo>
                  <a:pt x="523866" y="54007"/>
                  <a:pt x="527133" y="57074"/>
                  <a:pt x="531133" y="59607"/>
                </a:cubicBezTo>
                <a:cubicBezTo>
                  <a:pt x="532334" y="60407"/>
                  <a:pt x="532934" y="61107"/>
                  <a:pt x="532934" y="61708"/>
                </a:cubicBezTo>
                <a:cubicBezTo>
                  <a:pt x="532934" y="62308"/>
                  <a:pt x="531934" y="62941"/>
                  <a:pt x="529933" y="63608"/>
                </a:cubicBezTo>
                <a:cubicBezTo>
                  <a:pt x="526466" y="64675"/>
                  <a:pt x="523532" y="66408"/>
                  <a:pt x="521132" y="68808"/>
                </a:cubicBezTo>
                <a:cubicBezTo>
                  <a:pt x="506464" y="81077"/>
                  <a:pt x="491128" y="92411"/>
                  <a:pt x="475126" y="102813"/>
                </a:cubicBezTo>
                <a:cubicBezTo>
                  <a:pt x="472993" y="98012"/>
                  <a:pt x="469792" y="94545"/>
                  <a:pt x="465525" y="92411"/>
                </a:cubicBezTo>
                <a:cubicBezTo>
                  <a:pt x="475793" y="88144"/>
                  <a:pt x="486028" y="82177"/>
                  <a:pt x="496229" y="74509"/>
                </a:cubicBezTo>
                <a:cubicBezTo>
                  <a:pt x="506430" y="66841"/>
                  <a:pt x="514798" y="58807"/>
                  <a:pt x="521332" y="50406"/>
                </a:cubicBezTo>
                <a:close/>
                <a:moveTo>
                  <a:pt x="1097204" y="48606"/>
                </a:moveTo>
                <a:cubicBezTo>
                  <a:pt x="1108806" y="49673"/>
                  <a:pt x="1125708" y="50206"/>
                  <a:pt x="1147911" y="50206"/>
                </a:cubicBezTo>
                <a:cubicBezTo>
                  <a:pt x="1170113" y="50206"/>
                  <a:pt x="1186949" y="49673"/>
                  <a:pt x="1198417" y="48606"/>
                </a:cubicBezTo>
                <a:cubicBezTo>
                  <a:pt x="1197483" y="58474"/>
                  <a:pt x="1197017" y="67608"/>
                  <a:pt x="1197017" y="76009"/>
                </a:cubicBezTo>
                <a:lnTo>
                  <a:pt x="1197017" y="113814"/>
                </a:lnTo>
                <a:cubicBezTo>
                  <a:pt x="1197017" y="124615"/>
                  <a:pt x="1197483" y="133683"/>
                  <a:pt x="1198417" y="141017"/>
                </a:cubicBezTo>
                <a:cubicBezTo>
                  <a:pt x="1190149" y="140084"/>
                  <a:pt x="1173480" y="139617"/>
                  <a:pt x="1148411" y="139617"/>
                </a:cubicBezTo>
                <a:cubicBezTo>
                  <a:pt x="1123341" y="139617"/>
                  <a:pt x="1106272" y="140084"/>
                  <a:pt x="1097204" y="141017"/>
                </a:cubicBezTo>
                <a:cubicBezTo>
                  <a:pt x="1098138" y="133683"/>
                  <a:pt x="1098604" y="124349"/>
                  <a:pt x="1098604" y="113014"/>
                </a:cubicBezTo>
                <a:lnTo>
                  <a:pt x="1098604" y="76009"/>
                </a:lnTo>
                <a:cubicBezTo>
                  <a:pt x="1098604" y="65475"/>
                  <a:pt x="1098138" y="56340"/>
                  <a:pt x="1097204" y="48606"/>
                </a:cubicBezTo>
                <a:close/>
                <a:moveTo>
                  <a:pt x="668151" y="38405"/>
                </a:moveTo>
                <a:cubicBezTo>
                  <a:pt x="676552" y="39205"/>
                  <a:pt x="701955" y="39605"/>
                  <a:pt x="744360" y="39605"/>
                </a:cubicBezTo>
                <a:cubicBezTo>
                  <a:pt x="786765" y="39605"/>
                  <a:pt x="814235" y="39205"/>
                  <a:pt x="826770" y="38405"/>
                </a:cubicBezTo>
                <a:lnTo>
                  <a:pt x="826770" y="80210"/>
                </a:lnTo>
                <a:lnTo>
                  <a:pt x="814369" y="80210"/>
                </a:lnTo>
                <a:lnTo>
                  <a:pt x="814369" y="49406"/>
                </a:lnTo>
                <a:lnTo>
                  <a:pt x="679952" y="49406"/>
                </a:lnTo>
                <a:lnTo>
                  <a:pt x="679952" y="83010"/>
                </a:lnTo>
                <a:lnTo>
                  <a:pt x="668151" y="83010"/>
                </a:lnTo>
                <a:close/>
                <a:moveTo>
                  <a:pt x="215027" y="16802"/>
                </a:moveTo>
                <a:cubicBezTo>
                  <a:pt x="222361" y="17335"/>
                  <a:pt x="244864" y="17602"/>
                  <a:pt x="282536" y="17602"/>
                </a:cubicBezTo>
                <a:cubicBezTo>
                  <a:pt x="320207" y="17602"/>
                  <a:pt x="342243" y="17335"/>
                  <a:pt x="348644" y="16802"/>
                </a:cubicBezTo>
                <a:lnTo>
                  <a:pt x="348644" y="29203"/>
                </a:lnTo>
                <a:cubicBezTo>
                  <a:pt x="344110" y="30004"/>
                  <a:pt x="339376" y="32337"/>
                  <a:pt x="334442" y="36204"/>
                </a:cubicBezTo>
                <a:lnTo>
                  <a:pt x="289837" y="71009"/>
                </a:lnTo>
                <a:lnTo>
                  <a:pt x="289837" y="84810"/>
                </a:lnTo>
                <a:cubicBezTo>
                  <a:pt x="327975" y="84810"/>
                  <a:pt x="355511" y="84144"/>
                  <a:pt x="372447" y="82810"/>
                </a:cubicBezTo>
                <a:lnTo>
                  <a:pt x="372447" y="97812"/>
                </a:lnTo>
                <a:cubicBezTo>
                  <a:pt x="355511" y="96479"/>
                  <a:pt x="327975" y="95812"/>
                  <a:pt x="289837" y="95812"/>
                </a:cubicBezTo>
                <a:lnTo>
                  <a:pt x="289837" y="167421"/>
                </a:lnTo>
                <a:cubicBezTo>
                  <a:pt x="289837" y="171421"/>
                  <a:pt x="288936" y="174555"/>
                  <a:pt x="287136" y="176822"/>
                </a:cubicBezTo>
                <a:cubicBezTo>
                  <a:pt x="285336" y="179089"/>
                  <a:pt x="281636" y="180889"/>
                  <a:pt x="276035" y="182223"/>
                </a:cubicBezTo>
                <a:cubicBezTo>
                  <a:pt x="270434" y="183556"/>
                  <a:pt x="262033" y="184290"/>
                  <a:pt x="250832" y="184423"/>
                </a:cubicBezTo>
                <a:cubicBezTo>
                  <a:pt x="251365" y="177622"/>
                  <a:pt x="249365" y="171821"/>
                  <a:pt x="244831" y="167021"/>
                </a:cubicBezTo>
                <a:cubicBezTo>
                  <a:pt x="253765" y="168488"/>
                  <a:pt x="260400" y="169221"/>
                  <a:pt x="264733" y="169221"/>
                </a:cubicBezTo>
                <a:cubicBezTo>
                  <a:pt x="269067" y="169221"/>
                  <a:pt x="272168" y="168554"/>
                  <a:pt x="274035" y="167221"/>
                </a:cubicBezTo>
                <a:cubicBezTo>
                  <a:pt x="275902" y="165887"/>
                  <a:pt x="276835" y="162954"/>
                  <a:pt x="276835" y="158420"/>
                </a:cubicBezTo>
                <a:lnTo>
                  <a:pt x="276835" y="95812"/>
                </a:lnTo>
                <a:cubicBezTo>
                  <a:pt x="233763" y="95812"/>
                  <a:pt x="204959" y="96479"/>
                  <a:pt x="190424" y="97812"/>
                </a:cubicBezTo>
                <a:lnTo>
                  <a:pt x="190424" y="82810"/>
                </a:lnTo>
                <a:cubicBezTo>
                  <a:pt x="204959" y="84144"/>
                  <a:pt x="233763" y="84810"/>
                  <a:pt x="276835" y="84810"/>
                </a:cubicBezTo>
                <a:lnTo>
                  <a:pt x="276835" y="66008"/>
                </a:lnTo>
                <a:lnTo>
                  <a:pt x="325641" y="28403"/>
                </a:lnTo>
                <a:lnTo>
                  <a:pt x="258033" y="28403"/>
                </a:lnTo>
                <a:cubicBezTo>
                  <a:pt x="238563" y="28403"/>
                  <a:pt x="224228" y="28737"/>
                  <a:pt x="215027" y="29403"/>
                </a:cubicBezTo>
                <a:close/>
                <a:moveTo>
                  <a:pt x="1071001" y="15002"/>
                </a:moveTo>
                <a:cubicBezTo>
                  <a:pt x="1086336" y="16202"/>
                  <a:pt x="1111206" y="16802"/>
                  <a:pt x="1145610" y="16802"/>
                </a:cubicBezTo>
                <a:cubicBezTo>
                  <a:pt x="1180015" y="16802"/>
                  <a:pt x="1206085" y="16202"/>
                  <a:pt x="1223820" y="15002"/>
                </a:cubicBezTo>
                <a:lnTo>
                  <a:pt x="1223820" y="29604"/>
                </a:lnTo>
                <a:cubicBezTo>
                  <a:pt x="1209018" y="28403"/>
                  <a:pt x="1183548" y="27803"/>
                  <a:pt x="1147410" y="27803"/>
                </a:cubicBezTo>
                <a:cubicBezTo>
                  <a:pt x="1111273" y="27803"/>
                  <a:pt x="1085803" y="28403"/>
                  <a:pt x="1071001" y="29604"/>
                </a:cubicBezTo>
                <a:close/>
                <a:moveTo>
                  <a:pt x="939385" y="6601"/>
                </a:moveTo>
                <a:cubicBezTo>
                  <a:pt x="944185" y="7934"/>
                  <a:pt x="949586" y="8601"/>
                  <a:pt x="955587" y="8601"/>
                </a:cubicBezTo>
                <a:cubicBezTo>
                  <a:pt x="957720" y="8601"/>
                  <a:pt x="958787" y="9001"/>
                  <a:pt x="958787" y="9801"/>
                </a:cubicBezTo>
                <a:cubicBezTo>
                  <a:pt x="958787" y="10601"/>
                  <a:pt x="958087" y="11435"/>
                  <a:pt x="956687" y="12301"/>
                </a:cubicBezTo>
                <a:cubicBezTo>
                  <a:pt x="955286" y="13168"/>
                  <a:pt x="954386" y="14735"/>
                  <a:pt x="953986" y="17002"/>
                </a:cubicBezTo>
                <a:cubicBezTo>
                  <a:pt x="953586" y="19269"/>
                  <a:pt x="953386" y="23003"/>
                  <a:pt x="953386" y="28203"/>
                </a:cubicBezTo>
                <a:lnTo>
                  <a:pt x="953386" y="39605"/>
                </a:lnTo>
                <a:cubicBezTo>
                  <a:pt x="983257" y="39605"/>
                  <a:pt x="1002526" y="39205"/>
                  <a:pt x="1011193" y="38405"/>
                </a:cubicBezTo>
                <a:lnTo>
                  <a:pt x="1011193" y="50806"/>
                </a:lnTo>
                <a:cubicBezTo>
                  <a:pt x="1003059" y="50006"/>
                  <a:pt x="983790" y="49606"/>
                  <a:pt x="953386" y="49606"/>
                </a:cubicBezTo>
                <a:lnTo>
                  <a:pt x="953386" y="82010"/>
                </a:lnTo>
                <a:cubicBezTo>
                  <a:pt x="989657" y="82010"/>
                  <a:pt x="1015194" y="81610"/>
                  <a:pt x="1029996" y="80810"/>
                </a:cubicBezTo>
                <a:lnTo>
                  <a:pt x="1029996" y="93011"/>
                </a:lnTo>
                <a:cubicBezTo>
                  <a:pt x="1015461" y="92211"/>
                  <a:pt x="994791" y="91811"/>
                  <a:pt x="967988" y="91811"/>
                </a:cubicBezTo>
                <a:cubicBezTo>
                  <a:pt x="988524" y="123815"/>
                  <a:pt x="1011193" y="145018"/>
                  <a:pt x="1035997" y="155419"/>
                </a:cubicBezTo>
                <a:cubicBezTo>
                  <a:pt x="1032129" y="158886"/>
                  <a:pt x="1028662" y="163020"/>
                  <a:pt x="1025595" y="167821"/>
                </a:cubicBezTo>
                <a:cubicBezTo>
                  <a:pt x="999325" y="153019"/>
                  <a:pt x="976589" y="127682"/>
                  <a:pt x="957387" y="91811"/>
                </a:cubicBezTo>
                <a:lnTo>
                  <a:pt x="953386" y="91811"/>
                </a:lnTo>
                <a:lnTo>
                  <a:pt x="953386" y="147418"/>
                </a:lnTo>
                <a:cubicBezTo>
                  <a:pt x="953386" y="159286"/>
                  <a:pt x="954053" y="171888"/>
                  <a:pt x="955387" y="185223"/>
                </a:cubicBezTo>
                <a:lnTo>
                  <a:pt x="939385" y="185223"/>
                </a:lnTo>
                <a:cubicBezTo>
                  <a:pt x="940585" y="172288"/>
                  <a:pt x="941185" y="159686"/>
                  <a:pt x="941185" y="147418"/>
                </a:cubicBezTo>
                <a:lnTo>
                  <a:pt x="941185" y="91811"/>
                </a:lnTo>
                <a:lnTo>
                  <a:pt x="934384" y="91811"/>
                </a:lnTo>
                <a:cubicBezTo>
                  <a:pt x="924649" y="110614"/>
                  <a:pt x="914781" y="125882"/>
                  <a:pt x="904780" y="137617"/>
                </a:cubicBezTo>
                <a:cubicBezTo>
                  <a:pt x="894779" y="149352"/>
                  <a:pt x="881977" y="160887"/>
                  <a:pt x="866375" y="172221"/>
                </a:cubicBezTo>
                <a:cubicBezTo>
                  <a:pt x="864375" y="167287"/>
                  <a:pt x="860508" y="163687"/>
                  <a:pt x="854774" y="161420"/>
                </a:cubicBezTo>
                <a:cubicBezTo>
                  <a:pt x="869709" y="152352"/>
                  <a:pt x="882444" y="142484"/>
                  <a:pt x="892979" y="131816"/>
                </a:cubicBezTo>
                <a:cubicBezTo>
                  <a:pt x="903513" y="121148"/>
                  <a:pt x="913648" y="107813"/>
                  <a:pt x="923383" y="91811"/>
                </a:cubicBezTo>
                <a:cubicBezTo>
                  <a:pt x="898313" y="91811"/>
                  <a:pt x="878043" y="92211"/>
                  <a:pt x="862575" y="93011"/>
                </a:cubicBezTo>
                <a:lnTo>
                  <a:pt x="862575" y="80810"/>
                </a:lnTo>
                <a:cubicBezTo>
                  <a:pt x="873643" y="81610"/>
                  <a:pt x="899846" y="82010"/>
                  <a:pt x="941185" y="82010"/>
                </a:cubicBezTo>
                <a:lnTo>
                  <a:pt x="941185" y="49606"/>
                </a:lnTo>
                <a:cubicBezTo>
                  <a:pt x="910247" y="49606"/>
                  <a:pt x="890312" y="50006"/>
                  <a:pt x="881377" y="50806"/>
                </a:cubicBezTo>
                <a:lnTo>
                  <a:pt x="881377" y="38405"/>
                </a:lnTo>
                <a:cubicBezTo>
                  <a:pt x="889912" y="39205"/>
                  <a:pt x="909847" y="39605"/>
                  <a:pt x="941185" y="39605"/>
                </a:cubicBezTo>
                <a:cubicBezTo>
                  <a:pt x="941185" y="25203"/>
                  <a:pt x="940585" y="14202"/>
                  <a:pt x="939385" y="6601"/>
                </a:cubicBezTo>
                <a:close/>
                <a:moveTo>
                  <a:pt x="1339835" y="4400"/>
                </a:moveTo>
                <a:cubicBezTo>
                  <a:pt x="1345035" y="5867"/>
                  <a:pt x="1350836" y="6601"/>
                  <a:pt x="1357237" y="6601"/>
                </a:cubicBezTo>
                <a:cubicBezTo>
                  <a:pt x="1359104" y="6601"/>
                  <a:pt x="1360037" y="7267"/>
                  <a:pt x="1360037" y="8601"/>
                </a:cubicBezTo>
                <a:cubicBezTo>
                  <a:pt x="1360037" y="9534"/>
                  <a:pt x="1359504" y="10334"/>
                  <a:pt x="1358437" y="11001"/>
                </a:cubicBezTo>
                <a:cubicBezTo>
                  <a:pt x="1355637" y="12601"/>
                  <a:pt x="1354236" y="15935"/>
                  <a:pt x="1354236" y="21002"/>
                </a:cubicBezTo>
                <a:lnTo>
                  <a:pt x="1354236" y="75809"/>
                </a:lnTo>
                <a:lnTo>
                  <a:pt x="1402642" y="75809"/>
                </a:lnTo>
                <a:lnTo>
                  <a:pt x="1402642" y="40605"/>
                </a:lnTo>
                <a:cubicBezTo>
                  <a:pt x="1402642" y="33404"/>
                  <a:pt x="1402042" y="27070"/>
                  <a:pt x="1400842" y="21603"/>
                </a:cubicBezTo>
                <a:cubicBezTo>
                  <a:pt x="1405243" y="22669"/>
                  <a:pt x="1408977" y="23203"/>
                  <a:pt x="1412043" y="23203"/>
                </a:cubicBezTo>
                <a:lnTo>
                  <a:pt x="1416644" y="23003"/>
                </a:lnTo>
                <a:cubicBezTo>
                  <a:pt x="1418511" y="23003"/>
                  <a:pt x="1419444" y="23436"/>
                  <a:pt x="1419444" y="24303"/>
                </a:cubicBezTo>
                <a:cubicBezTo>
                  <a:pt x="1419444" y="25170"/>
                  <a:pt x="1418945" y="26103"/>
                  <a:pt x="1417944" y="27103"/>
                </a:cubicBezTo>
                <a:cubicBezTo>
                  <a:pt x="1416944" y="28103"/>
                  <a:pt x="1416244" y="29670"/>
                  <a:pt x="1415844" y="31804"/>
                </a:cubicBezTo>
                <a:cubicBezTo>
                  <a:pt x="1415444" y="33937"/>
                  <a:pt x="1415244" y="36938"/>
                  <a:pt x="1415244" y="40805"/>
                </a:cubicBezTo>
                <a:lnTo>
                  <a:pt x="1415244" y="68608"/>
                </a:lnTo>
                <a:cubicBezTo>
                  <a:pt x="1415244" y="76209"/>
                  <a:pt x="1415511" y="82743"/>
                  <a:pt x="1416044" y="88211"/>
                </a:cubicBezTo>
                <a:cubicBezTo>
                  <a:pt x="1399642" y="87011"/>
                  <a:pt x="1379039" y="86411"/>
                  <a:pt x="1354236" y="86411"/>
                </a:cubicBezTo>
                <a:lnTo>
                  <a:pt x="1354236" y="160420"/>
                </a:lnTo>
                <a:lnTo>
                  <a:pt x="1411643" y="160420"/>
                </a:lnTo>
                <a:lnTo>
                  <a:pt x="1411643" y="128616"/>
                </a:lnTo>
                <a:cubicBezTo>
                  <a:pt x="1411643" y="121415"/>
                  <a:pt x="1411243" y="115081"/>
                  <a:pt x="1410443" y="109614"/>
                </a:cubicBezTo>
                <a:cubicBezTo>
                  <a:pt x="1413644" y="110414"/>
                  <a:pt x="1416444" y="110847"/>
                  <a:pt x="1418845" y="110914"/>
                </a:cubicBezTo>
                <a:cubicBezTo>
                  <a:pt x="1421245" y="110980"/>
                  <a:pt x="1423412" y="111014"/>
                  <a:pt x="1425345" y="111014"/>
                </a:cubicBezTo>
                <a:cubicBezTo>
                  <a:pt x="1427279" y="111014"/>
                  <a:pt x="1428246" y="111414"/>
                  <a:pt x="1428246" y="112214"/>
                </a:cubicBezTo>
                <a:cubicBezTo>
                  <a:pt x="1428246" y="113014"/>
                  <a:pt x="1427579" y="113914"/>
                  <a:pt x="1426245" y="114914"/>
                </a:cubicBezTo>
                <a:cubicBezTo>
                  <a:pt x="1424912" y="115914"/>
                  <a:pt x="1424245" y="118281"/>
                  <a:pt x="1424245" y="122015"/>
                </a:cubicBezTo>
                <a:lnTo>
                  <a:pt x="1424245" y="162820"/>
                </a:lnTo>
                <a:cubicBezTo>
                  <a:pt x="1424245" y="170554"/>
                  <a:pt x="1424512" y="177822"/>
                  <a:pt x="1425045" y="184623"/>
                </a:cubicBezTo>
                <a:lnTo>
                  <a:pt x="1411643" y="184623"/>
                </a:lnTo>
                <a:lnTo>
                  <a:pt x="1411643" y="171221"/>
                </a:lnTo>
                <a:lnTo>
                  <a:pt x="1338234" y="171221"/>
                </a:lnTo>
                <a:cubicBezTo>
                  <a:pt x="1308764" y="171221"/>
                  <a:pt x="1285495" y="172088"/>
                  <a:pt x="1268426" y="173822"/>
                </a:cubicBezTo>
                <a:cubicBezTo>
                  <a:pt x="1269092" y="168621"/>
                  <a:pt x="1269426" y="163220"/>
                  <a:pt x="1269426" y="157620"/>
                </a:cubicBezTo>
                <a:lnTo>
                  <a:pt x="1269426" y="124615"/>
                </a:lnTo>
                <a:cubicBezTo>
                  <a:pt x="1269426" y="117281"/>
                  <a:pt x="1269159" y="112214"/>
                  <a:pt x="1268626" y="109413"/>
                </a:cubicBezTo>
                <a:cubicBezTo>
                  <a:pt x="1272493" y="110614"/>
                  <a:pt x="1277493" y="111214"/>
                  <a:pt x="1283627" y="111214"/>
                </a:cubicBezTo>
                <a:cubicBezTo>
                  <a:pt x="1285495" y="111214"/>
                  <a:pt x="1286428" y="111747"/>
                  <a:pt x="1286428" y="112814"/>
                </a:cubicBezTo>
                <a:cubicBezTo>
                  <a:pt x="1286428" y="113881"/>
                  <a:pt x="1285828" y="114747"/>
                  <a:pt x="1284628" y="115414"/>
                </a:cubicBezTo>
                <a:cubicBezTo>
                  <a:pt x="1283427" y="116081"/>
                  <a:pt x="1282627" y="117114"/>
                  <a:pt x="1282227" y="118515"/>
                </a:cubicBezTo>
                <a:cubicBezTo>
                  <a:pt x="1281827" y="119915"/>
                  <a:pt x="1281627" y="122148"/>
                  <a:pt x="1281627" y="125215"/>
                </a:cubicBezTo>
                <a:lnTo>
                  <a:pt x="1281627" y="160420"/>
                </a:lnTo>
                <a:lnTo>
                  <a:pt x="1341035" y="160420"/>
                </a:lnTo>
                <a:lnTo>
                  <a:pt x="1341035" y="86411"/>
                </a:lnTo>
                <a:cubicBezTo>
                  <a:pt x="1307431" y="86677"/>
                  <a:pt x="1286228" y="87411"/>
                  <a:pt x="1277427" y="88611"/>
                </a:cubicBezTo>
                <a:cubicBezTo>
                  <a:pt x="1278494" y="82210"/>
                  <a:pt x="1279027" y="76409"/>
                  <a:pt x="1279027" y="71209"/>
                </a:cubicBezTo>
                <a:lnTo>
                  <a:pt x="1279027" y="39605"/>
                </a:lnTo>
                <a:cubicBezTo>
                  <a:pt x="1279027" y="32671"/>
                  <a:pt x="1278494" y="26803"/>
                  <a:pt x="1277427" y="22003"/>
                </a:cubicBezTo>
                <a:cubicBezTo>
                  <a:pt x="1282627" y="24003"/>
                  <a:pt x="1287895" y="25003"/>
                  <a:pt x="1293229" y="25003"/>
                </a:cubicBezTo>
                <a:cubicBezTo>
                  <a:pt x="1295362" y="25003"/>
                  <a:pt x="1296429" y="25603"/>
                  <a:pt x="1296429" y="26803"/>
                </a:cubicBezTo>
                <a:cubicBezTo>
                  <a:pt x="1296429" y="27603"/>
                  <a:pt x="1295762" y="28337"/>
                  <a:pt x="1294429" y="29003"/>
                </a:cubicBezTo>
                <a:cubicBezTo>
                  <a:pt x="1292029" y="30337"/>
                  <a:pt x="1290828" y="33271"/>
                  <a:pt x="1290828" y="37805"/>
                </a:cubicBezTo>
                <a:lnTo>
                  <a:pt x="1290828" y="75809"/>
                </a:lnTo>
                <a:lnTo>
                  <a:pt x="1341035" y="75809"/>
                </a:lnTo>
                <a:lnTo>
                  <a:pt x="1341035" y="30604"/>
                </a:lnTo>
                <a:cubicBezTo>
                  <a:pt x="1341035" y="19936"/>
                  <a:pt x="1340635" y="11201"/>
                  <a:pt x="1339835" y="4400"/>
                </a:cubicBezTo>
                <a:close/>
                <a:moveTo>
                  <a:pt x="735959" y="4200"/>
                </a:moveTo>
                <a:cubicBezTo>
                  <a:pt x="745160" y="11535"/>
                  <a:pt x="753695" y="20002"/>
                  <a:pt x="761562" y="29604"/>
                </a:cubicBezTo>
                <a:lnTo>
                  <a:pt x="751361" y="37404"/>
                </a:lnTo>
                <a:cubicBezTo>
                  <a:pt x="744827" y="28070"/>
                  <a:pt x="736693" y="19802"/>
                  <a:pt x="726958" y="12601"/>
                </a:cubicBezTo>
                <a:close/>
                <a:moveTo>
                  <a:pt x="62408" y="3600"/>
                </a:moveTo>
                <a:cubicBezTo>
                  <a:pt x="66409" y="7067"/>
                  <a:pt x="70476" y="9468"/>
                  <a:pt x="74610" y="10801"/>
                </a:cubicBezTo>
                <a:cubicBezTo>
                  <a:pt x="76077" y="11201"/>
                  <a:pt x="76810" y="11868"/>
                  <a:pt x="76810" y="12801"/>
                </a:cubicBezTo>
                <a:cubicBezTo>
                  <a:pt x="76810" y="13735"/>
                  <a:pt x="76077" y="14402"/>
                  <a:pt x="74610" y="14802"/>
                </a:cubicBezTo>
                <a:cubicBezTo>
                  <a:pt x="71676" y="15468"/>
                  <a:pt x="67142" y="18602"/>
                  <a:pt x="61008" y="24203"/>
                </a:cubicBezTo>
                <a:lnTo>
                  <a:pt x="100213" y="24203"/>
                </a:lnTo>
                <a:cubicBezTo>
                  <a:pt x="120215" y="24203"/>
                  <a:pt x="134484" y="23669"/>
                  <a:pt x="143018" y="22603"/>
                </a:cubicBezTo>
                <a:cubicBezTo>
                  <a:pt x="126216" y="44072"/>
                  <a:pt x="108947" y="61007"/>
                  <a:pt x="91212" y="73409"/>
                </a:cubicBezTo>
                <a:cubicBezTo>
                  <a:pt x="73476" y="85811"/>
                  <a:pt x="46273" y="97012"/>
                  <a:pt x="9602" y="107013"/>
                </a:cubicBezTo>
                <a:cubicBezTo>
                  <a:pt x="8001" y="101946"/>
                  <a:pt x="4801" y="97545"/>
                  <a:pt x="0" y="93812"/>
                </a:cubicBezTo>
                <a:cubicBezTo>
                  <a:pt x="24270" y="91145"/>
                  <a:pt x="47073" y="84610"/>
                  <a:pt x="68409" y="74209"/>
                </a:cubicBezTo>
                <a:cubicBezTo>
                  <a:pt x="60275" y="66608"/>
                  <a:pt x="51940" y="60207"/>
                  <a:pt x="43406" y="55007"/>
                </a:cubicBezTo>
                <a:lnTo>
                  <a:pt x="53407" y="46006"/>
                </a:lnTo>
                <a:cubicBezTo>
                  <a:pt x="63275" y="53607"/>
                  <a:pt x="71609" y="61141"/>
                  <a:pt x="78410" y="68608"/>
                </a:cubicBezTo>
                <a:cubicBezTo>
                  <a:pt x="95879" y="57674"/>
                  <a:pt x="109147" y="46206"/>
                  <a:pt x="118215" y="34204"/>
                </a:cubicBezTo>
                <a:lnTo>
                  <a:pt x="50607" y="34204"/>
                </a:lnTo>
                <a:cubicBezTo>
                  <a:pt x="39672" y="43405"/>
                  <a:pt x="27270" y="51940"/>
                  <a:pt x="13402" y="59807"/>
                </a:cubicBezTo>
                <a:cubicBezTo>
                  <a:pt x="11669" y="56340"/>
                  <a:pt x="8201" y="53273"/>
                  <a:pt x="3001" y="50606"/>
                </a:cubicBezTo>
                <a:cubicBezTo>
                  <a:pt x="16469" y="45272"/>
                  <a:pt x="28537" y="38371"/>
                  <a:pt x="39205" y="29904"/>
                </a:cubicBezTo>
                <a:cubicBezTo>
                  <a:pt x="49873" y="21436"/>
                  <a:pt x="57608" y="12668"/>
                  <a:pt x="62408" y="3600"/>
                </a:cubicBezTo>
                <a:close/>
                <a:moveTo>
                  <a:pt x="539335" y="0"/>
                </a:moveTo>
                <a:cubicBezTo>
                  <a:pt x="545602" y="9201"/>
                  <a:pt x="551069" y="18602"/>
                  <a:pt x="555737" y="28203"/>
                </a:cubicBezTo>
                <a:cubicBezTo>
                  <a:pt x="590941" y="28203"/>
                  <a:pt x="614611" y="27603"/>
                  <a:pt x="626745" y="26403"/>
                </a:cubicBezTo>
                <a:cubicBezTo>
                  <a:pt x="625679" y="31737"/>
                  <a:pt x="625145" y="38305"/>
                  <a:pt x="625145" y="46106"/>
                </a:cubicBezTo>
                <a:cubicBezTo>
                  <a:pt x="625145" y="53907"/>
                  <a:pt x="625545" y="60341"/>
                  <a:pt x="626345" y="65408"/>
                </a:cubicBezTo>
                <a:lnTo>
                  <a:pt x="613144" y="65408"/>
                </a:lnTo>
                <a:lnTo>
                  <a:pt x="613144" y="38005"/>
                </a:lnTo>
                <a:lnTo>
                  <a:pt x="483127" y="38005"/>
                </a:lnTo>
                <a:lnTo>
                  <a:pt x="483127" y="67608"/>
                </a:lnTo>
                <a:lnTo>
                  <a:pt x="470126" y="67608"/>
                </a:lnTo>
                <a:cubicBezTo>
                  <a:pt x="470926" y="61741"/>
                  <a:pt x="471326" y="55040"/>
                  <a:pt x="471326" y="47506"/>
                </a:cubicBezTo>
                <a:cubicBezTo>
                  <a:pt x="471326" y="39971"/>
                  <a:pt x="470926" y="32937"/>
                  <a:pt x="470126" y="26403"/>
                </a:cubicBezTo>
                <a:cubicBezTo>
                  <a:pt x="482261" y="27470"/>
                  <a:pt x="506730" y="28070"/>
                  <a:pt x="543535" y="28203"/>
                </a:cubicBezTo>
                <a:cubicBezTo>
                  <a:pt x="538334" y="19136"/>
                  <a:pt x="533267" y="12001"/>
                  <a:pt x="528333" y="6801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600" dirty="0">
              <a:solidFill>
                <a:schemeClr val="accent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A584E353-5ADD-4BA2-8822-B442653EA5F6}"/>
              </a:ext>
            </a:extLst>
          </p:cNvPr>
          <p:cNvGrpSpPr/>
          <p:nvPr/>
        </p:nvGrpSpPr>
        <p:grpSpPr>
          <a:xfrm rot="10800000">
            <a:off x="5541703" y="1376552"/>
            <a:ext cx="829647" cy="374505"/>
            <a:chOff x="2915443" y="4344145"/>
            <a:chExt cx="509929" cy="230183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EB1565CE-EB51-445D-BA51-820C2B64E923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6719617C-733A-4458-99D4-921CA110FE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2F04A23D-E143-43DD-B54D-42C17960CC2B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11CD62EF-C387-4C6A-9805-228E22DED8B6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170B8BFA-3F99-4D11-B178-B71AA31F5BCF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0A4DA290-3DC9-40E3-B8F2-823218CF81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>
                <a:extLst>
                  <a:ext uri="{FF2B5EF4-FFF2-40B4-BE49-F238E27FC236}">
                    <a16:creationId xmlns:a16="http://schemas.microsoft.com/office/drawing/2014/main" id="{CDB21DFD-A2B8-4345-A03F-D379D7DA78E5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5EBCF382-54BC-4EF7-AABD-B06FDB196B8B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A2107494-09A6-4AC8-86DB-7E455B7D8EF3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C9241AEE-D60C-437E-9E86-7180DC751961}"/>
              </a:ext>
            </a:extLst>
          </p:cNvPr>
          <p:cNvSpPr/>
          <p:nvPr/>
        </p:nvSpPr>
        <p:spPr>
          <a:xfrm rot="10800000" flipH="1">
            <a:off x="6428994" y="1511708"/>
            <a:ext cx="4462429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72CE523D-5C59-42F3-A83C-CB6CCB2E922E}"/>
              </a:ext>
            </a:extLst>
          </p:cNvPr>
          <p:cNvSpPr/>
          <p:nvPr/>
        </p:nvSpPr>
        <p:spPr>
          <a:xfrm rot="10800000">
            <a:off x="1031558" y="1518911"/>
            <a:ext cx="4478811" cy="1317897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E9A4D2E1-BC7A-4D56-B233-D3D648DB01E0}"/>
              </a:ext>
            </a:extLst>
          </p:cNvPr>
          <p:cNvGrpSpPr/>
          <p:nvPr/>
        </p:nvGrpSpPr>
        <p:grpSpPr>
          <a:xfrm>
            <a:off x="1647964" y="4183466"/>
            <a:ext cx="8634700" cy="2145779"/>
            <a:chOff x="-1314866" y="1336485"/>
            <a:chExt cx="15585180" cy="3873019"/>
          </a:xfrm>
        </p:grpSpPr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F3AF984-32DB-4A5A-ADEA-F6609BF66E93}"/>
                </a:ext>
              </a:extLst>
            </p:cNvPr>
            <p:cNvCxnSpPr>
              <a:cxnSpLocks/>
            </p:cNvCxnSpPr>
            <p:nvPr/>
          </p:nvCxnSpPr>
          <p:spPr>
            <a:xfrm>
              <a:off x="-1314866" y="4794232"/>
              <a:ext cx="155851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17AB38DA-21FB-424E-9238-470CE9D4EF3B}"/>
                </a:ext>
              </a:extLst>
            </p:cNvPr>
            <p:cNvCxnSpPr>
              <a:cxnSpLocks/>
            </p:cNvCxnSpPr>
            <p:nvPr/>
          </p:nvCxnSpPr>
          <p:spPr>
            <a:xfrm>
              <a:off x="5466833" y="1336485"/>
              <a:ext cx="0" cy="34374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4C066061-C9DD-49BB-8005-4C90B83DA7B9}"/>
                </a:ext>
              </a:extLst>
            </p:cNvPr>
            <p:cNvCxnSpPr>
              <a:cxnSpLocks/>
            </p:cNvCxnSpPr>
            <p:nvPr/>
          </p:nvCxnSpPr>
          <p:spPr>
            <a:xfrm>
              <a:off x="7409162" y="1336485"/>
              <a:ext cx="0" cy="34374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CD02E6E0-16D8-438F-8E0B-5D1FCD672773}"/>
                </a:ext>
              </a:extLst>
            </p:cNvPr>
            <p:cNvCxnSpPr>
              <a:cxnSpLocks/>
            </p:cNvCxnSpPr>
            <p:nvPr/>
          </p:nvCxnSpPr>
          <p:spPr>
            <a:xfrm>
              <a:off x="6442814" y="1336485"/>
              <a:ext cx="0" cy="343746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6C6667DD-98FB-4681-BF2E-C6C87487D037}"/>
                </a:ext>
              </a:extLst>
            </p:cNvPr>
            <p:cNvCxnSpPr>
              <a:cxnSpLocks/>
            </p:cNvCxnSpPr>
            <p:nvPr/>
          </p:nvCxnSpPr>
          <p:spPr>
            <a:xfrm>
              <a:off x="-1314866" y="4592134"/>
              <a:ext cx="679746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42861358-570B-4EE7-9153-3284FDE369E7}"/>
                </a:ext>
              </a:extLst>
            </p:cNvPr>
            <p:cNvCxnSpPr>
              <a:cxnSpLocks/>
            </p:cNvCxnSpPr>
            <p:nvPr/>
          </p:nvCxnSpPr>
          <p:spPr>
            <a:xfrm>
              <a:off x="7423824" y="4615317"/>
              <a:ext cx="684649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2404DE82-FAE8-4376-8152-39B773673D38}"/>
                </a:ext>
              </a:extLst>
            </p:cNvPr>
            <p:cNvSpPr txBox="1"/>
            <p:nvPr/>
          </p:nvSpPr>
          <p:spPr>
            <a:xfrm>
              <a:off x="4946632" y="4896668"/>
              <a:ext cx="1077972" cy="312836"/>
            </a:xfrm>
            <a:custGeom>
              <a:avLst/>
              <a:gdLst/>
              <a:ahLst/>
              <a:cxnLst/>
              <a:rect l="l" t="t" r="r" b="b"/>
              <a:pathLst>
                <a:path w="674885" h="195857">
                  <a:moveTo>
                    <a:pt x="310219" y="138094"/>
                  </a:moveTo>
                  <a:lnTo>
                    <a:pt x="464926" y="138094"/>
                  </a:lnTo>
                  <a:lnTo>
                    <a:pt x="464926" y="154795"/>
                  </a:lnTo>
                  <a:lnTo>
                    <a:pt x="310219" y="154795"/>
                  </a:lnTo>
                  <a:close/>
                  <a:moveTo>
                    <a:pt x="310219" y="85980"/>
                  </a:moveTo>
                  <a:lnTo>
                    <a:pt x="464926" y="85980"/>
                  </a:lnTo>
                  <a:lnTo>
                    <a:pt x="464926" y="102682"/>
                  </a:lnTo>
                  <a:lnTo>
                    <a:pt x="310219" y="102682"/>
                  </a:lnTo>
                  <a:close/>
                  <a:moveTo>
                    <a:pt x="45835" y="71665"/>
                  </a:moveTo>
                  <a:cubicBezTo>
                    <a:pt x="48430" y="71665"/>
                    <a:pt x="50711" y="71958"/>
                    <a:pt x="52679" y="72544"/>
                  </a:cubicBezTo>
                  <a:cubicBezTo>
                    <a:pt x="54646" y="73130"/>
                    <a:pt x="56383" y="74030"/>
                    <a:pt x="57890" y="75244"/>
                  </a:cubicBezTo>
                  <a:cubicBezTo>
                    <a:pt x="59397" y="76458"/>
                    <a:pt x="60736" y="78027"/>
                    <a:pt x="61908" y="79953"/>
                  </a:cubicBezTo>
                  <a:cubicBezTo>
                    <a:pt x="63080" y="81878"/>
                    <a:pt x="64210" y="84494"/>
                    <a:pt x="65299" y="87801"/>
                  </a:cubicBezTo>
                  <a:cubicBezTo>
                    <a:pt x="66387" y="91108"/>
                    <a:pt x="67413" y="95210"/>
                    <a:pt x="68375" y="100107"/>
                  </a:cubicBezTo>
                  <a:cubicBezTo>
                    <a:pt x="69338" y="105005"/>
                    <a:pt x="70196" y="110091"/>
                    <a:pt x="70950" y="115365"/>
                  </a:cubicBezTo>
                  <a:lnTo>
                    <a:pt x="72205" y="115365"/>
                  </a:lnTo>
                  <a:cubicBezTo>
                    <a:pt x="80242" y="104063"/>
                    <a:pt x="86332" y="95796"/>
                    <a:pt x="90476" y="90564"/>
                  </a:cubicBezTo>
                  <a:cubicBezTo>
                    <a:pt x="94620" y="85332"/>
                    <a:pt x="98115" y="81439"/>
                    <a:pt x="100962" y="78885"/>
                  </a:cubicBezTo>
                  <a:cubicBezTo>
                    <a:pt x="103808" y="76332"/>
                    <a:pt x="106550" y="74532"/>
                    <a:pt x="109187" y="73486"/>
                  </a:cubicBezTo>
                  <a:cubicBezTo>
                    <a:pt x="111824" y="72439"/>
                    <a:pt x="115319" y="71916"/>
                    <a:pt x="119672" y="71916"/>
                  </a:cubicBezTo>
                  <a:cubicBezTo>
                    <a:pt x="123607" y="71916"/>
                    <a:pt x="126830" y="72418"/>
                    <a:pt x="129341" y="73423"/>
                  </a:cubicBezTo>
                  <a:lnTo>
                    <a:pt x="124318" y="96152"/>
                  </a:lnTo>
                  <a:lnTo>
                    <a:pt x="115528" y="96152"/>
                  </a:lnTo>
                  <a:cubicBezTo>
                    <a:pt x="115026" y="92636"/>
                    <a:pt x="113561" y="90878"/>
                    <a:pt x="111133" y="90878"/>
                  </a:cubicBezTo>
                  <a:cubicBezTo>
                    <a:pt x="110380" y="90878"/>
                    <a:pt x="109584" y="91003"/>
                    <a:pt x="108747" y="91255"/>
                  </a:cubicBezTo>
                  <a:cubicBezTo>
                    <a:pt x="107910" y="91506"/>
                    <a:pt x="106885" y="92050"/>
                    <a:pt x="105671" y="92887"/>
                  </a:cubicBezTo>
                  <a:cubicBezTo>
                    <a:pt x="104457" y="93724"/>
                    <a:pt x="102678" y="95357"/>
                    <a:pt x="100334" y="97784"/>
                  </a:cubicBezTo>
                  <a:cubicBezTo>
                    <a:pt x="97990" y="100212"/>
                    <a:pt x="95353" y="103184"/>
                    <a:pt x="92423" y="106700"/>
                  </a:cubicBezTo>
                  <a:cubicBezTo>
                    <a:pt x="89493" y="110216"/>
                    <a:pt x="86479" y="113900"/>
                    <a:pt x="83381" y="117751"/>
                  </a:cubicBezTo>
                  <a:lnTo>
                    <a:pt x="74842" y="128424"/>
                  </a:lnTo>
                  <a:cubicBezTo>
                    <a:pt x="76349" y="136461"/>
                    <a:pt x="77772" y="143409"/>
                    <a:pt x="79112" y="149270"/>
                  </a:cubicBezTo>
                  <a:cubicBezTo>
                    <a:pt x="80451" y="155130"/>
                    <a:pt x="81644" y="160006"/>
                    <a:pt x="82691" y="163899"/>
                  </a:cubicBezTo>
                  <a:cubicBezTo>
                    <a:pt x="83737" y="167792"/>
                    <a:pt x="84658" y="170868"/>
                    <a:pt x="85453" y="173129"/>
                  </a:cubicBezTo>
                  <a:cubicBezTo>
                    <a:pt x="86249" y="175389"/>
                    <a:pt x="87107" y="177084"/>
                    <a:pt x="88028" y="178214"/>
                  </a:cubicBezTo>
                  <a:cubicBezTo>
                    <a:pt x="88949" y="179344"/>
                    <a:pt x="89890" y="180140"/>
                    <a:pt x="90853" y="180600"/>
                  </a:cubicBezTo>
                  <a:cubicBezTo>
                    <a:pt x="91816" y="181061"/>
                    <a:pt x="92925" y="181291"/>
                    <a:pt x="94181" y="181291"/>
                  </a:cubicBezTo>
                  <a:cubicBezTo>
                    <a:pt x="96441" y="181291"/>
                    <a:pt x="98639" y="180412"/>
                    <a:pt x="100773" y="178654"/>
                  </a:cubicBezTo>
                  <a:cubicBezTo>
                    <a:pt x="102908" y="176896"/>
                    <a:pt x="105985" y="172919"/>
                    <a:pt x="110003" y="166724"/>
                  </a:cubicBezTo>
                  <a:lnTo>
                    <a:pt x="118165" y="172124"/>
                  </a:lnTo>
                  <a:cubicBezTo>
                    <a:pt x="112305" y="180830"/>
                    <a:pt x="107010" y="186963"/>
                    <a:pt x="102280" y="190521"/>
                  </a:cubicBezTo>
                  <a:cubicBezTo>
                    <a:pt x="97550" y="194078"/>
                    <a:pt x="91920" y="195857"/>
                    <a:pt x="85391" y="195857"/>
                  </a:cubicBezTo>
                  <a:cubicBezTo>
                    <a:pt x="81791" y="195857"/>
                    <a:pt x="78735" y="195209"/>
                    <a:pt x="76224" y="193911"/>
                  </a:cubicBezTo>
                  <a:cubicBezTo>
                    <a:pt x="73712" y="192613"/>
                    <a:pt x="71536" y="190541"/>
                    <a:pt x="69694" y="187695"/>
                  </a:cubicBezTo>
                  <a:cubicBezTo>
                    <a:pt x="67852" y="184849"/>
                    <a:pt x="66220" y="180412"/>
                    <a:pt x="64797" y="174384"/>
                  </a:cubicBezTo>
                  <a:cubicBezTo>
                    <a:pt x="62201" y="163669"/>
                    <a:pt x="60611" y="155465"/>
                    <a:pt x="60025" y="149772"/>
                  </a:cubicBezTo>
                  <a:lnTo>
                    <a:pt x="58769" y="149772"/>
                  </a:lnTo>
                  <a:cubicBezTo>
                    <a:pt x="49895" y="162246"/>
                    <a:pt x="43302" y="171203"/>
                    <a:pt x="38991" y="176645"/>
                  </a:cubicBezTo>
                  <a:cubicBezTo>
                    <a:pt x="34680" y="182086"/>
                    <a:pt x="31122" y="186105"/>
                    <a:pt x="28317" y="188700"/>
                  </a:cubicBezTo>
                  <a:cubicBezTo>
                    <a:pt x="25513" y="191295"/>
                    <a:pt x="22792" y="193116"/>
                    <a:pt x="20155" y="194162"/>
                  </a:cubicBezTo>
                  <a:cubicBezTo>
                    <a:pt x="17518" y="195209"/>
                    <a:pt x="14023" y="195732"/>
                    <a:pt x="9670" y="195732"/>
                  </a:cubicBezTo>
                  <a:cubicBezTo>
                    <a:pt x="5735" y="195732"/>
                    <a:pt x="2512" y="195230"/>
                    <a:pt x="0" y="194225"/>
                  </a:cubicBezTo>
                  <a:lnTo>
                    <a:pt x="5023" y="171496"/>
                  </a:lnTo>
                  <a:lnTo>
                    <a:pt x="13814" y="171496"/>
                  </a:lnTo>
                  <a:cubicBezTo>
                    <a:pt x="14316" y="175012"/>
                    <a:pt x="15781" y="176770"/>
                    <a:pt x="18209" y="176770"/>
                  </a:cubicBezTo>
                  <a:cubicBezTo>
                    <a:pt x="19381" y="176770"/>
                    <a:pt x="20615" y="176456"/>
                    <a:pt x="21913" y="175828"/>
                  </a:cubicBezTo>
                  <a:cubicBezTo>
                    <a:pt x="23211" y="175201"/>
                    <a:pt x="25073" y="173694"/>
                    <a:pt x="27501" y="171308"/>
                  </a:cubicBezTo>
                  <a:cubicBezTo>
                    <a:pt x="29929" y="168922"/>
                    <a:pt x="33277" y="165176"/>
                    <a:pt x="37547" y="160069"/>
                  </a:cubicBezTo>
                  <a:cubicBezTo>
                    <a:pt x="41817" y="154962"/>
                    <a:pt x="48011" y="147302"/>
                    <a:pt x="56132" y="137089"/>
                  </a:cubicBezTo>
                  <a:cubicBezTo>
                    <a:pt x="54876" y="130475"/>
                    <a:pt x="53579" y="124113"/>
                    <a:pt x="52239" y="118002"/>
                  </a:cubicBezTo>
                  <a:cubicBezTo>
                    <a:pt x="50900" y="111890"/>
                    <a:pt x="49518" y="106198"/>
                    <a:pt x="48095" y="100924"/>
                  </a:cubicBezTo>
                  <a:cubicBezTo>
                    <a:pt x="46672" y="95650"/>
                    <a:pt x="45500" y="92196"/>
                    <a:pt x="44579" y="90564"/>
                  </a:cubicBezTo>
                  <a:cubicBezTo>
                    <a:pt x="43658" y="88931"/>
                    <a:pt x="42675" y="87801"/>
                    <a:pt x="41628" y="87173"/>
                  </a:cubicBezTo>
                  <a:cubicBezTo>
                    <a:pt x="40582" y="86545"/>
                    <a:pt x="39263" y="86232"/>
                    <a:pt x="37673" y="86232"/>
                  </a:cubicBezTo>
                  <a:cubicBezTo>
                    <a:pt x="35915" y="86232"/>
                    <a:pt x="34324" y="86629"/>
                    <a:pt x="32901" y="87425"/>
                  </a:cubicBezTo>
                  <a:cubicBezTo>
                    <a:pt x="31478" y="88220"/>
                    <a:pt x="29929" y="89601"/>
                    <a:pt x="28255" y="91568"/>
                  </a:cubicBezTo>
                  <a:cubicBezTo>
                    <a:pt x="26580" y="93536"/>
                    <a:pt x="24362" y="96612"/>
                    <a:pt x="21599" y="100798"/>
                  </a:cubicBezTo>
                  <a:lnTo>
                    <a:pt x="13437" y="95398"/>
                  </a:lnTo>
                  <a:cubicBezTo>
                    <a:pt x="18711" y="87445"/>
                    <a:pt x="23776" y="81502"/>
                    <a:pt x="28631" y="77567"/>
                  </a:cubicBezTo>
                  <a:cubicBezTo>
                    <a:pt x="33487" y="73632"/>
                    <a:pt x="39221" y="71665"/>
                    <a:pt x="45835" y="71665"/>
                  </a:cubicBezTo>
                  <a:close/>
                  <a:moveTo>
                    <a:pt x="619884" y="31105"/>
                  </a:moveTo>
                  <a:cubicBezTo>
                    <a:pt x="614107" y="31105"/>
                    <a:pt x="609273" y="32821"/>
                    <a:pt x="605380" y="36253"/>
                  </a:cubicBezTo>
                  <a:cubicBezTo>
                    <a:pt x="601487" y="39686"/>
                    <a:pt x="598348" y="44625"/>
                    <a:pt x="595962" y="51071"/>
                  </a:cubicBezTo>
                  <a:cubicBezTo>
                    <a:pt x="593576" y="57517"/>
                    <a:pt x="591881" y="65365"/>
                    <a:pt x="590876" y="74616"/>
                  </a:cubicBezTo>
                  <a:cubicBezTo>
                    <a:pt x="589871" y="83867"/>
                    <a:pt x="589369" y="94310"/>
                    <a:pt x="589369" y="105947"/>
                  </a:cubicBezTo>
                  <a:cubicBezTo>
                    <a:pt x="589369" y="133238"/>
                    <a:pt x="591902" y="153267"/>
                    <a:pt x="596966" y="166034"/>
                  </a:cubicBezTo>
                  <a:cubicBezTo>
                    <a:pt x="602031" y="178800"/>
                    <a:pt x="609879" y="185184"/>
                    <a:pt x="620511" y="185184"/>
                  </a:cubicBezTo>
                  <a:cubicBezTo>
                    <a:pt x="630641" y="185184"/>
                    <a:pt x="638155" y="179177"/>
                    <a:pt x="643052" y="167164"/>
                  </a:cubicBezTo>
                  <a:cubicBezTo>
                    <a:pt x="647949" y="155151"/>
                    <a:pt x="650398" y="136545"/>
                    <a:pt x="650398" y="111346"/>
                  </a:cubicBezTo>
                  <a:cubicBezTo>
                    <a:pt x="650398" y="92092"/>
                    <a:pt x="649142" y="76500"/>
                    <a:pt x="646631" y="64570"/>
                  </a:cubicBezTo>
                  <a:cubicBezTo>
                    <a:pt x="644119" y="52641"/>
                    <a:pt x="640624" y="44081"/>
                    <a:pt x="636145" y="38890"/>
                  </a:cubicBezTo>
                  <a:cubicBezTo>
                    <a:pt x="631667" y="33700"/>
                    <a:pt x="626246" y="31105"/>
                    <a:pt x="619884" y="31105"/>
                  </a:cubicBezTo>
                  <a:close/>
                  <a:moveTo>
                    <a:pt x="620511" y="20431"/>
                  </a:moveTo>
                  <a:cubicBezTo>
                    <a:pt x="638845" y="20431"/>
                    <a:pt x="652491" y="27505"/>
                    <a:pt x="661448" y="41653"/>
                  </a:cubicBezTo>
                  <a:cubicBezTo>
                    <a:pt x="670406" y="55801"/>
                    <a:pt x="674885" y="77190"/>
                    <a:pt x="674885" y="105821"/>
                  </a:cubicBezTo>
                  <a:cubicBezTo>
                    <a:pt x="674885" y="135456"/>
                    <a:pt x="670092" y="157871"/>
                    <a:pt x="660507" y="173066"/>
                  </a:cubicBezTo>
                  <a:cubicBezTo>
                    <a:pt x="650921" y="188260"/>
                    <a:pt x="636920" y="195857"/>
                    <a:pt x="618502" y="195857"/>
                  </a:cubicBezTo>
                  <a:cubicBezTo>
                    <a:pt x="600420" y="195857"/>
                    <a:pt x="586962" y="188742"/>
                    <a:pt x="578130" y="174510"/>
                  </a:cubicBezTo>
                  <a:cubicBezTo>
                    <a:pt x="569298" y="160278"/>
                    <a:pt x="564882" y="138680"/>
                    <a:pt x="564882" y="109714"/>
                  </a:cubicBezTo>
                  <a:cubicBezTo>
                    <a:pt x="564882" y="94310"/>
                    <a:pt x="566243" y="80999"/>
                    <a:pt x="568963" y="69781"/>
                  </a:cubicBezTo>
                  <a:cubicBezTo>
                    <a:pt x="571684" y="58563"/>
                    <a:pt x="575493" y="49292"/>
                    <a:pt x="580391" y="41967"/>
                  </a:cubicBezTo>
                  <a:cubicBezTo>
                    <a:pt x="585288" y="34642"/>
                    <a:pt x="591169" y="29221"/>
                    <a:pt x="598034" y="25705"/>
                  </a:cubicBezTo>
                  <a:cubicBezTo>
                    <a:pt x="604898" y="22189"/>
                    <a:pt x="612391" y="20431"/>
                    <a:pt x="620511" y="20431"/>
                  </a:cubicBezTo>
                  <a:close/>
                  <a:moveTo>
                    <a:pt x="180352" y="0"/>
                  </a:moveTo>
                  <a:lnTo>
                    <a:pt x="204351" y="0"/>
                  </a:lnTo>
                  <a:lnTo>
                    <a:pt x="204351" y="7255"/>
                  </a:lnTo>
                  <a:lnTo>
                    <a:pt x="173376" y="81762"/>
                  </a:lnTo>
                  <a:lnTo>
                    <a:pt x="162493" y="785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EA52C561-6CF2-45E9-AAA5-96D90255CBD4}"/>
                </a:ext>
              </a:extLst>
            </p:cNvPr>
            <p:cNvSpPr txBox="1"/>
            <p:nvPr/>
          </p:nvSpPr>
          <p:spPr>
            <a:xfrm>
              <a:off x="6966926" y="4929302"/>
              <a:ext cx="941047" cy="280202"/>
            </a:xfrm>
            <a:custGeom>
              <a:avLst/>
              <a:gdLst/>
              <a:ahLst/>
              <a:cxnLst/>
              <a:rect l="l" t="t" r="r" b="b"/>
              <a:pathLst>
                <a:path w="589160" h="175426">
                  <a:moveTo>
                    <a:pt x="224494" y="117663"/>
                  </a:moveTo>
                  <a:lnTo>
                    <a:pt x="379201" y="117663"/>
                  </a:lnTo>
                  <a:lnTo>
                    <a:pt x="379201" y="134364"/>
                  </a:lnTo>
                  <a:lnTo>
                    <a:pt x="224494" y="134364"/>
                  </a:lnTo>
                  <a:close/>
                  <a:moveTo>
                    <a:pt x="224494" y="65549"/>
                  </a:moveTo>
                  <a:lnTo>
                    <a:pt x="379201" y="65549"/>
                  </a:lnTo>
                  <a:lnTo>
                    <a:pt x="379201" y="82251"/>
                  </a:lnTo>
                  <a:lnTo>
                    <a:pt x="224494" y="82251"/>
                  </a:lnTo>
                  <a:close/>
                  <a:moveTo>
                    <a:pt x="45835" y="51234"/>
                  </a:moveTo>
                  <a:cubicBezTo>
                    <a:pt x="48430" y="51234"/>
                    <a:pt x="50711" y="51527"/>
                    <a:pt x="52679" y="52113"/>
                  </a:cubicBezTo>
                  <a:cubicBezTo>
                    <a:pt x="54646" y="52699"/>
                    <a:pt x="56383" y="53599"/>
                    <a:pt x="57890" y="54813"/>
                  </a:cubicBezTo>
                  <a:cubicBezTo>
                    <a:pt x="59397" y="56027"/>
                    <a:pt x="60736" y="57596"/>
                    <a:pt x="61908" y="59522"/>
                  </a:cubicBezTo>
                  <a:cubicBezTo>
                    <a:pt x="63080" y="61447"/>
                    <a:pt x="64210" y="64063"/>
                    <a:pt x="65299" y="67370"/>
                  </a:cubicBezTo>
                  <a:cubicBezTo>
                    <a:pt x="66387" y="70677"/>
                    <a:pt x="67413" y="74779"/>
                    <a:pt x="68375" y="79676"/>
                  </a:cubicBezTo>
                  <a:cubicBezTo>
                    <a:pt x="69338" y="84574"/>
                    <a:pt x="70196" y="89660"/>
                    <a:pt x="70950" y="94934"/>
                  </a:cubicBezTo>
                  <a:lnTo>
                    <a:pt x="72205" y="94934"/>
                  </a:lnTo>
                  <a:cubicBezTo>
                    <a:pt x="80242" y="83632"/>
                    <a:pt x="86332" y="75365"/>
                    <a:pt x="90476" y="70133"/>
                  </a:cubicBezTo>
                  <a:cubicBezTo>
                    <a:pt x="94620" y="64901"/>
                    <a:pt x="98115" y="61008"/>
                    <a:pt x="100962" y="58454"/>
                  </a:cubicBezTo>
                  <a:cubicBezTo>
                    <a:pt x="103808" y="55901"/>
                    <a:pt x="106550" y="54101"/>
                    <a:pt x="109187" y="53055"/>
                  </a:cubicBezTo>
                  <a:cubicBezTo>
                    <a:pt x="111824" y="52008"/>
                    <a:pt x="115319" y="51485"/>
                    <a:pt x="119672" y="51485"/>
                  </a:cubicBezTo>
                  <a:cubicBezTo>
                    <a:pt x="123607" y="51485"/>
                    <a:pt x="126830" y="51987"/>
                    <a:pt x="129341" y="52992"/>
                  </a:cubicBezTo>
                  <a:lnTo>
                    <a:pt x="124318" y="75721"/>
                  </a:lnTo>
                  <a:lnTo>
                    <a:pt x="115528" y="75721"/>
                  </a:lnTo>
                  <a:cubicBezTo>
                    <a:pt x="115026" y="72205"/>
                    <a:pt x="113561" y="70447"/>
                    <a:pt x="111133" y="70447"/>
                  </a:cubicBezTo>
                  <a:cubicBezTo>
                    <a:pt x="110380" y="70447"/>
                    <a:pt x="109584" y="70572"/>
                    <a:pt x="108747" y="70824"/>
                  </a:cubicBezTo>
                  <a:cubicBezTo>
                    <a:pt x="107910" y="71075"/>
                    <a:pt x="106885" y="71619"/>
                    <a:pt x="105671" y="72456"/>
                  </a:cubicBezTo>
                  <a:cubicBezTo>
                    <a:pt x="104457" y="73293"/>
                    <a:pt x="102678" y="74926"/>
                    <a:pt x="100334" y="77353"/>
                  </a:cubicBezTo>
                  <a:cubicBezTo>
                    <a:pt x="97990" y="79781"/>
                    <a:pt x="95353" y="82753"/>
                    <a:pt x="92423" y="86269"/>
                  </a:cubicBezTo>
                  <a:cubicBezTo>
                    <a:pt x="89493" y="89785"/>
                    <a:pt x="86479" y="93469"/>
                    <a:pt x="83381" y="97320"/>
                  </a:cubicBezTo>
                  <a:lnTo>
                    <a:pt x="74842" y="107993"/>
                  </a:lnTo>
                  <a:cubicBezTo>
                    <a:pt x="76349" y="116030"/>
                    <a:pt x="77772" y="122978"/>
                    <a:pt x="79112" y="128839"/>
                  </a:cubicBezTo>
                  <a:cubicBezTo>
                    <a:pt x="80451" y="134699"/>
                    <a:pt x="81644" y="139575"/>
                    <a:pt x="82691" y="143468"/>
                  </a:cubicBezTo>
                  <a:cubicBezTo>
                    <a:pt x="83737" y="147361"/>
                    <a:pt x="84658" y="150437"/>
                    <a:pt x="85453" y="152698"/>
                  </a:cubicBezTo>
                  <a:cubicBezTo>
                    <a:pt x="86249" y="154958"/>
                    <a:pt x="87107" y="156653"/>
                    <a:pt x="88028" y="157783"/>
                  </a:cubicBezTo>
                  <a:cubicBezTo>
                    <a:pt x="88949" y="158913"/>
                    <a:pt x="89890" y="159709"/>
                    <a:pt x="90853" y="160169"/>
                  </a:cubicBezTo>
                  <a:cubicBezTo>
                    <a:pt x="91816" y="160630"/>
                    <a:pt x="92925" y="160860"/>
                    <a:pt x="94181" y="160860"/>
                  </a:cubicBezTo>
                  <a:cubicBezTo>
                    <a:pt x="96441" y="160860"/>
                    <a:pt x="98639" y="159981"/>
                    <a:pt x="100773" y="158223"/>
                  </a:cubicBezTo>
                  <a:cubicBezTo>
                    <a:pt x="102908" y="156465"/>
                    <a:pt x="105985" y="152488"/>
                    <a:pt x="110003" y="146293"/>
                  </a:cubicBezTo>
                  <a:lnTo>
                    <a:pt x="118165" y="151693"/>
                  </a:lnTo>
                  <a:cubicBezTo>
                    <a:pt x="112305" y="160399"/>
                    <a:pt x="107010" y="166532"/>
                    <a:pt x="102280" y="170090"/>
                  </a:cubicBezTo>
                  <a:cubicBezTo>
                    <a:pt x="97550" y="173647"/>
                    <a:pt x="91920" y="175426"/>
                    <a:pt x="85391" y="175426"/>
                  </a:cubicBezTo>
                  <a:cubicBezTo>
                    <a:pt x="81791" y="175426"/>
                    <a:pt x="78735" y="174778"/>
                    <a:pt x="76224" y="173480"/>
                  </a:cubicBezTo>
                  <a:cubicBezTo>
                    <a:pt x="73712" y="172182"/>
                    <a:pt x="71536" y="170110"/>
                    <a:pt x="69694" y="167264"/>
                  </a:cubicBezTo>
                  <a:cubicBezTo>
                    <a:pt x="67852" y="164418"/>
                    <a:pt x="66220" y="159981"/>
                    <a:pt x="64797" y="153953"/>
                  </a:cubicBezTo>
                  <a:cubicBezTo>
                    <a:pt x="62201" y="143238"/>
                    <a:pt x="60611" y="135034"/>
                    <a:pt x="60025" y="129341"/>
                  </a:cubicBezTo>
                  <a:lnTo>
                    <a:pt x="58769" y="129341"/>
                  </a:lnTo>
                  <a:cubicBezTo>
                    <a:pt x="49895" y="141815"/>
                    <a:pt x="43302" y="150772"/>
                    <a:pt x="38991" y="156214"/>
                  </a:cubicBezTo>
                  <a:cubicBezTo>
                    <a:pt x="34680" y="161655"/>
                    <a:pt x="31122" y="165674"/>
                    <a:pt x="28317" y="168269"/>
                  </a:cubicBezTo>
                  <a:cubicBezTo>
                    <a:pt x="25513" y="170864"/>
                    <a:pt x="22792" y="172685"/>
                    <a:pt x="20155" y="173731"/>
                  </a:cubicBezTo>
                  <a:cubicBezTo>
                    <a:pt x="17518" y="174778"/>
                    <a:pt x="14023" y="175301"/>
                    <a:pt x="9670" y="175301"/>
                  </a:cubicBezTo>
                  <a:cubicBezTo>
                    <a:pt x="5735" y="175301"/>
                    <a:pt x="2512" y="174799"/>
                    <a:pt x="0" y="173794"/>
                  </a:cubicBezTo>
                  <a:lnTo>
                    <a:pt x="5023" y="151065"/>
                  </a:lnTo>
                  <a:lnTo>
                    <a:pt x="13814" y="151065"/>
                  </a:lnTo>
                  <a:cubicBezTo>
                    <a:pt x="14316" y="154581"/>
                    <a:pt x="15781" y="156339"/>
                    <a:pt x="18209" y="156339"/>
                  </a:cubicBezTo>
                  <a:cubicBezTo>
                    <a:pt x="19381" y="156339"/>
                    <a:pt x="20615" y="156025"/>
                    <a:pt x="21913" y="155397"/>
                  </a:cubicBezTo>
                  <a:cubicBezTo>
                    <a:pt x="23211" y="154770"/>
                    <a:pt x="25073" y="153263"/>
                    <a:pt x="27501" y="150877"/>
                  </a:cubicBezTo>
                  <a:cubicBezTo>
                    <a:pt x="29929" y="148491"/>
                    <a:pt x="33277" y="144745"/>
                    <a:pt x="37547" y="139638"/>
                  </a:cubicBezTo>
                  <a:cubicBezTo>
                    <a:pt x="41817" y="134531"/>
                    <a:pt x="48011" y="126871"/>
                    <a:pt x="56132" y="116658"/>
                  </a:cubicBezTo>
                  <a:cubicBezTo>
                    <a:pt x="54876" y="110044"/>
                    <a:pt x="53579" y="103682"/>
                    <a:pt x="52239" y="97571"/>
                  </a:cubicBezTo>
                  <a:cubicBezTo>
                    <a:pt x="50900" y="91459"/>
                    <a:pt x="49518" y="85767"/>
                    <a:pt x="48095" y="80493"/>
                  </a:cubicBezTo>
                  <a:cubicBezTo>
                    <a:pt x="46672" y="75219"/>
                    <a:pt x="45500" y="71765"/>
                    <a:pt x="44579" y="70133"/>
                  </a:cubicBezTo>
                  <a:cubicBezTo>
                    <a:pt x="43658" y="68500"/>
                    <a:pt x="42675" y="67370"/>
                    <a:pt x="41628" y="66742"/>
                  </a:cubicBezTo>
                  <a:cubicBezTo>
                    <a:pt x="40582" y="66114"/>
                    <a:pt x="39263" y="65801"/>
                    <a:pt x="37673" y="65801"/>
                  </a:cubicBezTo>
                  <a:cubicBezTo>
                    <a:pt x="35915" y="65801"/>
                    <a:pt x="34324" y="66198"/>
                    <a:pt x="32901" y="66994"/>
                  </a:cubicBezTo>
                  <a:cubicBezTo>
                    <a:pt x="31478" y="67789"/>
                    <a:pt x="29929" y="69170"/>
                    <a:pt x="28255" y="71137"/>
                  </a:cubicBezTo>
                  <a:cubicBezTo>
                    <a:pt x="26580" y="73105"/>
                    <a:pt x="24362" y="76181"/>
                    <a:pt x="21599" y="80367"/>
                  </a:cubicBezTo>
                  <a:lnTo>
                    <a:pt x="13437" y="74967"/>
                  </a:lnTo>
                  <a:cubicBezTo>
                    <a:pt x="18711" y="67014"/>
                    <a:pt x="23776" y="61071"/>
                    <a:pt x="28631" y="57136"/>
                  </a:cubicBezTo>
                  <a:cubicBezTo>
                    <a:pt x="33487" y="53201"/>
                    <a:pt x="39221" y="51234"/>
                    <a:pt x="45835" y="51234"/>
                  </a:cubicBezTo>
                  <a:close/>
                  <a:moveTo>
                    <a:pt x="534159" y="10674"/>
                  </a:moveTo>
                  <a:cubicBezTo>
                    <a:pt x="528382" y="10674"/>
                    <a:pt x="523548" y="12390"/>
                    <a:pt x="519655" y="15822"/>
                  </a:cubicBezTo>
                  <a:cubicBezTo>
                    <a:pt x="515762" y="19255"/>
                    <a:pt x="512623" y="24194"/>
                    <a:pt x="510237" y="30640"/>
                  </a:cubicBezTo>
                  <a:cubicBezTo>
                    <a:pt x="507851" y="37086"/>
                    <a:pt x="506156" y="44934"/>
                    <a:pt x="505151" y="54185"/>
                  </a:cubicBezTo>
                  <a:cubicBezTo>
                    <a:pt x="504146" y="63436"/>
                    <a:pt x="503644" y="73879"/>
                    <a:pt x="503644" y="85516"/>
                  </a:cubicBezTo>
                  <a:cubicBezTo>
                    <a:pt x="503644" y="112807"/>
                    <a:pt x="506177" y="132836"/>
                    <a:pt x="511241" y="145603"/>
                  </a:cubicBezTo>
                  <a:cubicBezTo>
                    <a:pt x="516306" y="158369"/>
                    <a:pt x="524154" y="164753"/>
                    <a:pt x="534786" y="164753"/>
                  </a:cubicBezTo>
                  <a:cubicBezTo>
                    <a:pt x="544916" y="164753"/>
                    <a:pt x="552430" y="158746"/>
                    <a:pt x="557327" y="146733"/>
                  </a:cubicBezTo>
                  <a:cubicBezTo>
                    <a:pt x="562224" y="134720"/>
                    <a:pt x="564673" y="116114"/>
                    <a:pt x="564673" y="90915"/>
                  </a:cubicBezTo>
                  <a:cubicBezTo>
                    <a:pt x="564673" y="71661"/>
                    <a:pt x="563417" y="56069"/>
                    <a:pt x="560906" y="44139"/>
                  </a:cubicBezTo>
                  <a:cubicBezTo>
                    <a:pt x="558394" y="32210"/>
                    <a:pt x="554899" y="23650"/>
                    <a:pt x="550420" y="18459"/>
                  </a:cubicBezTo>
                  <a:cubicBezTo>
                    <a:pt x="545942" y="13269"/>
                    <a:pt x="540521" y="10674"/>
                    <a:pt x="534159" y="10674"/>
                  </a:cubicBezTo>
                  <a:close/>
                  <a:moveTo>
                    <a:pt x="534786" y="0"/>
                  </a:moveTo>
                  <a:cubicBezTo>
                    <a:pt x="553120" y="0"/>
                    <a:pt x="566766" y="7074"/>
                    <a:pt x="575723" y="21222"/>
                  </a:cubicBezTo>
                  <a:cubicBezTo>
                    <a:pt x="584681" y="35370"/>
                    <a:pt x="589160" y="56759"/>
                    <a:pt x="589160" y="85390"/>
                  </a:cubicBezTo>
                  <a:cubicBezTo>
                    <a:pt x="589160" y="115025"/>
                    <a:pt x="584367" y="137440"/>
                    <a:pt x="574782" y="152635"/>
                  </a:cubicBezTo>
                  <a:cubicBezTo>
                    <a:pt x="565196" y="167829"/>
                    <a:pt x="551195" y="175426"/>
                    <a:pt x="532777" y="175426"/>
                  </a:cubicBezTo>
                  <a:cubicBezTo>
                    <a:pt x="514695" y="175426"/>
                    <a:pt x="501237" y="168311"/>
                    <a:pt x="492405" y="154079"/>
                  </a:cubicBezTo>
                  <a:cubicBezTo>
                    <a:pt x="483573" y="139847"/>
                    <a:pt x="479157" y="118249"/>
                    <a:pt x="479157" y="89283"/>
                  </a:cubicBezTo>
                  <a:cubicBezTo>
                    <a:pt x="479157" y="73879"/>
                    <a:pt x="480518" y="60568"/>
                    <a:pt x="483238" y="49350"/>
                  </a:cubicBezTo>
                  <a:cubicBezTo>
                    <a:pt x="485959" y="38132"/>
                    <a:pt x="489768" y="28861"/>
                    <a:pt x="494666" y="21536"/>
                  </a:cubicBezTo>
                  <a:cubicBezTo>
                    <a:pt x="499563" y="14211"/>
                    <a:pt x="505444" y="8790"/>
                    <a:pt x="512309" y="5274"/>
                  </a:cubicBezTo>
                  <a:cubicBezTo>
                    <a:pt x="519173" y="1758"/>
                    <a:pt x="526666" y="0"/>
                    <a:pt x="53478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83D7CA3D-BB4D-4690-B4A4-6153B8767EEC}"/>
                </a:ext>
              </a:extLst>
            </p:cNvPr>
            <p:cNvSpPr txBox="1"/>
            <p:nvPr/>
          </p:nvSpPr>
          <p:spPr>
            <a:xfrm>
              <a:off x="455540" y="4880741"/>
              <a:ext cx="326403" cy="312836"/>
            </a:xfrm>
            <a:custGeom>
              <a:avLst/>
              <a:gdLst/>
              <a:ahLst/>
              <a:cxnLst/>
              <a:rect l="l" t="t" r="r" b="b"/>
              <a:pathLst>
                <a:path w="204351" h="195857">
                  <a:moveTo>
                    <a:pt x="45835" y="71665"/>
                  </a:moveTo>
                  <a:cubicBezTo>
                    <a:pt x="48430" y="71665"/>
                    <a:pt x="50711" y="71958"/>
                    <a:pt x="52679" y="72544"/>
                  </a:cubicBezTo>
                  <a:cubicBezTo>
                    <a:pt x="54646" y="73130"/>
                    <a:pt x="56383" y="74030"/>
                    <a:pt x="57890" y="75244"/>
                  </a:cubicBezTo>
                  <a:cubicBezTo>
                    <a:pt x="59397" y="76458"/>
                    <a:pt x="60736" y="78027"/>
                    <a:pt x="61908" y="79953"/>
                  </a:cubicBezTo>
                  <a:cubicBezTo>
                    <a:pt x="63080" y="81878"/>
                    <a:pt x="64210" y="84494"/>
                    <a:pt x="65299" y="87801"/>
                  </a:cubicBezTo>
                  <a:cubicBezTo>
                    <a:pt x="66387" y="91108"/>
                    <a:pt x="67413" y="95210"/>
                    <a:pt x="68375" y="100107"/>
                  </a:cubicBezTo>
                  <a:cubicBezTo>
                    <a:pt x="69338" y="105005"/>
                    <a:pt x="70196" y="110091"/>
                    <a:pt x="70950" y="115365"/>
                  </a:cubicBezTo>
                  <a:lnTo>
                    <a:pt x="72205" y="115365"/>
                  </a:lnTo>
                  <a:cubicBezTo>
                    <a:pt x="80242" y="104063"/>
                    <a:pt x="86332" y="95796"/>
                    <a:pt x="90476" y="90564"/>
                  </a:cubicBezTo>
                  <a:cubicBezTo>
                    <a:pt x="94620" y="85332"/>
                    <a:pt x="98115" y="81439"/>
                    <a:pt x="100962" y="78885"/>
                  </a:cubicBezTo>
                  <a:cubicBezTo>
                    <a:pt x="103808" y="76332"/>
                    <a:pt x="106550" y="74532"/>
                    <a:pt x="109187" y="73486"/>
                  </a:cubicBezTo>
                  <a:cubicBezTo>
                    <a:pt x="111824" y="72439"/>
                    <a:pt x="115319" y="71916"/>
                    <a:pt x="119672" y="71916"/>
                  </a:cubicBezTo>
                  <a:cubicBezTo>
                    <a:pt x="123607" y="71916"/>
                    <a:pt x="126830" y="72418"/>
                    <a:pt x="129341" y="73423"/>
                  </a:cubicBezTo>
                  <a:lnTo>
                    <a:pt x="124318" y="96152"/>
                  </a:lnTo>
                  <a:lnTo>
                    <a:pt x="115528" y="96152"/>
                  </a:lnTo>
                  <a:cubicBezTo>
                    <a:pt x="115026" y="92636"/>
                    <a:pt x="113561" y="90878"/>
                    <a:pt x="111133" y="90878"/>
                  </a:cubicBezTo>
                  <a:cubicBezTo>
                    <a:pt x="110380" y="90878"/>
                    <a:pt x="109584" y="91003"/>
                    <a:pt x="108747" y="91254"/>
                  </a:cubicBezTo>
                  <a:cubicBezTo>
                    <a:pt x="107910" y="91506"/>
                    <a:pt x="106885" y="92050"/>
                    <a:pt x="105671" y="92887"/>
                  </a:cubicBezTo>
                  <a:cubicBezTo>
                    <a:pt x="104457" y="93724"/>
                    <a:pt x="102678" y="95357"/>
                    <a:pt x="100334" y="97784"/>
                  </a:cubicBezTo>
                  <a:cubicBezTo>
                    <a:pt x="97990" y="100212"/>
                    <a:pt x="95353" y="103184"/>
                    <a:pt x="92423" y="106700"/>
                  </a:cubicBezTo>
                  <a:cubicBezTo>
                    <a:pt x="89493" y="110216"/>
                    <a:pt x="86479" y="113900"/>
                    <a:pt x="83381" y="117751"/>
                  </a:cubicBezTo>
                  <a:lnTo>
                    <a:pt x="74842" y="128424"/>
                  </a:lnTo>
                  <a:cubicBezTo>
                    <a:pt x="76349" y="136461"/>
                    <a:pt x="77772" y="143409"/>
                    <a:pt x="79112" y="149270"/>
                  </a:cubicBezTo>
                  <a:cubicBezTo>
                    <a:pt x="80451" y="155130"/>
                    <a:pt x="81644" y="160006"/>
                    <a:pt x="82691" y="163899"/>
                  </a:cubicBezTo>
                  <a:cubicBezTo>
                    <a:pt x="83737" y="167792"/>
                    <a:pt x="84658" y="170868"/>
                    <a:pt x="85453" y="173129"/>
                  </a:cubicBezTo>
                  <a:cubicBezTo>
                    <a:pt x="86249" y="175389"/>
                    <a:pt x="87107" y="177084"/>
                    <a:pt x="88028" y="178214"/>
                  </a:cubicBezTo>
                  <a:cubicBezTo>
                    <a:pt x="88948" y="179344"/>
                    <a:pt x="89890" y="180140"/>
                    <a:pt x="90853" y="180600"/>
                  </a:cubicBezTo>
                  <a:cubicBezTo>
                    <a:pt x="91816" y="181061"/>
                    <a:pt x="92925" y="181291"/>
                    <a:pt x="94181" y="181291"/>
                  </a:cubicBezTo>
                  <a:cubicBezTo>
                    <a:pt x="96441" y="181291"/>
                    <a:pt x="98639" y="180412"/>
                    <a:pt x="100773" y="178654"/>
                  </a:cubicBezTo>
                  <a:cubicBezTo>
                    <a:pt x="102908" y="176896"/>
                    <a:pt x="105985" y="172919"/>
                    <a:pt x="110003" y="166724"/>
                  </a:cubicBezTo>
                  <a:lnTo>
                    <a:pt x="118165" y="172124"/>
                  </a:lnTo>
                  <a:cubicBezTo>
                    <a:pt x="112305" y="180830"/>
                    <a:pt x="107010" y="186963"/>
                    <a:pt x="102280" y="190521"/>
                  </a:cubicBezTo>
                  <a:cubicBezTo>
                    <a:pt x="97550" y="194078"/>
                    <a:pt x="91920" y="195857"/>
                    <a:pt x="85390" y="195857"/>
                  </a:cubicBezTo>
                  <a:cubicBezTo>
                    <a:pt x="81791" y="195857"/>
                    <a:pt x="78735" y="195209"/>
                    <a:pt x="76224" y="193911"/>
                  </a:cubicBezTo>
                  <a:cubicBezTo>
                    <a:pt x="73712" y="192613"/>
                    <a:pt x="71536" y="190541"/>
                    <a:pt x="69694" y="187695"/>
                  </a:cubicBezTo>
                  <a:cubicBezTo>
                    <a:pt x="67852" y="184849"/>
                    <a:pt x="66220" y="180412"/>
                    <a:pt x="64796" y="174384"/>
                  </a:cubicBezTo>
                  <a:cubicBezTo>
                    <a:pt x="62201" y="163669"/>
                    <a:pt x="60611" y="155465"/>
                    <a:pt x="60025" y="149772"/>
                  </a:cubicBezTo>
                  <a:lnTo>
                    <a:pt x="58769" y="149772"/>
                  </a:lnTo>
                  <a:cubicBezTo>
                    <a:pt x="49895" y="162246"/>
                    <a:pt x="43302" y="171203"/>
                    <a:pt x="38991" y="176645"/>
                  </a:cubicBezTo>
                  <a:cubicBezTo>
                    <a:pt x="34680" y="182086"/>
                    <a:pt x="31122" y="186105"/>
                    <a:pt x="28317" y="188700"/>
                  </a:cubicBezTo>
                  <a:cubicBezTo>
                    <a:pt x="25513" y="191295"/>
                    <a:pt x="22792" y="193116"/>
                    <a:pt x="20155" y="194162"/>
                  </a:cubicBezTo>
                  <a:cubicBezTo>
                    <a:pt x="17518" y="195209"/>
                    <a:pt x="14023" y="195732"/>
                    <a:pt x="9670" y="195732"/>
                  </a:cubicBezTo>
                  <a:cubicBezTo>
                    <a:pt x="5735" y="195732"/>
                    <a:pt x="2512" y="195230"/>
                    <a:pt x="0" y="194225"/>
                  </a:cubicBezTo>
                  <a:lnTo>
                    <a:pt x="5023" y="171496"/>
                  </a:lnTo>
                  <a:lnTo>
                    <a:pt x="13813" y="171496"/>
                  </a:lnTo>
                  <a:cubicBezTo>
                    <a:pt x="14316" y="175012"/>
                    <a:pt x="15781" y="176770"/>
                    <a:pt x="18209" y="176770"/>
                  </a:cubicBezTo>
                  <a:cubicBezTo>
                    <a:pt x="19381" y="176770"/>
                    <a:pt x="20615" y="176456"/>
                    <a:pt x="21913" y="175828"/>
                  </a:cubicBezTo>
                  <a:cubicBezTo>
                    <a:pt x="23211" y="175201"/>
                    <a:pt x="25073" y="173694"/>
                    <a:pt x="27501" y="171308"/>
                  </a:cubicBezTo>
                  <a:cubicBezTo>
                    <a:pt x="29929" y="168922"/>
                    <a:pt x="33277" y="165176"/>
                    <a:pt x="37547" y="160069"/>
                  </a:cubicBezTo>
                  <a:cubicBezTo>
                    <a:pt x="41816" y="154962"/>
                    <a:pt x="48011" y="147302"/>
                    <a:pt x="56132" y="137089"/>
                  </a:cubicBezTo>
                  <a:cubicBezTo>
                    <a:pt x="54876" y="130475"/>
                    <a:pt x="53578" y="124113"/>
                    <a:pt x="52239" y="118002"/>
                  </a:cubicBezTo>
                  <a:cubicBezTo>
                    <a:pt x="50900" y="111890"/>
                    <a:pt x="49518" y="106198"/>
                    <a:pt x="48095" y="100924"/>
                  </a:cubicBezTo>
                  <a:cubicBezTo>
                    <a:pt x="46672" y="95650"/>
                    <a:pt x="45500" y="92196"/>
                    <a:pt x="44579" y="90564"/>
                  </a:cubicBezTo>
                  <a:cubicBezTo>
                    <a:pt x="43658" y="88931"/>
                    <a:pt x="42674" y="87801"/>
                    <a:pt x="41628" y="87173"/>
                  </a:cubicBezTo>
                  <a:cubicBezTo>
                    <a:pt x="40582" y="86545"/>
                    <a:pt x="39263" y="86232"/>
                    <a:pt x="37672" y="86232"/>
                  </a:cubicBezTo>
                  <a:cubicBezTo>
                    <a:pt x="35914" y="86232"/>
                    <a:pt x="34324" y="86629"/>
                    <a:pt x="32901" y="87424"/>
                  </a:cubicBezTo>
                  <a:cubicBezTo>
                    <a:pt x="31477" y="88220"/>
                    <a:pt x="29929" y="89601"/>
                    <a:pt x="28254" y="91568"/>
                  </a:cubicBezTo>
                  <a:cubicBezTo>
                    <a:pt x="26580" y="93536"/>
                    <a:pt x="24362" y="96612"/>
                    <a:pt x="21599" y="100798"/>
                  </a:cubicBezTo>
                  <a:lnTo>
                    <a:pt x="13437" y="95398"/>
                  </a:lnTo>
                  <a:cubicBezTo>
                    <a:pt x="18711" y="87445"/>
                    <a:pt x="23776" y="81502"/>
                    <a:pt x="28631" y="77567"/>
                  </a:cubicBezTo>
                  <a:cubicBezTo>
                    <a:pt x="33487" y="73632"/>
                    <a:pt x="39221" y="71665"/>
                    <a:pt x="45835" y="71665"/>
                  </a:cubicBezTo>
                  <a:close/>
                  <a:moveTo>
                    <a:pt x="180352" y="0"/>
                  </a:moveTo>
                  <a:lnTo>
                    <a:pt x="204351" y="0"/>
                  </a:lnTo>
                  <a:lnTo>
                    <a:pt x="204351" y="7255"/>
                  </a:lnTo>
                  <a:lnTo>
                    <a:pt x="173376" y="81762"/>
                  </a:lnTo>
                  <a:lnTo>
                    <a:pt x="162493" y="785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/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7C8A62D3-83D0-4F8E-A47C-3EE391B90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14864" y="5056532"/>
              <a:ext cx="1420764" cy="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51F561AC-2C3A-495B-897F-98439F508987}"/>
                </a:ext>
              </a:extLst>
            </p:cNvPr>
            <p:cNvCxnSpPr>
              <a:cxnSpLocks/>
            </p:cNvCxnSpPr>
            <p:nvPr/>
          </p:nvCxnSpPr>
          <p:spPr>
            <a:xfrm>
              <a:off x="12725535" y="5056532"/>
              <a:ext cx="14380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FC3B0DD6-7C12-4E17-9143-C2A18EC8548E}"/>
                </a:ext>
              </a:extLst>
            </p:cNvPr>
            <p:cNvSpPr txBox="1"/>
            <p:nvPr/>
          </p:nvSpPr>
          <p:spPr>
            <a:xfrm>
              <a:off x="12135870" y="5011136"/>
              <a:ext cx="206592" cy="198368"/>
            </a:xfrm>
            <a:custGeom>
              <a:avLst/>
              <a:gdLst/>
              <a:ahLst/>
              <a:cxnLst/>
              <a:rect l="l" t="t" r="r" b="b"/>
              <a:pathLst>
                <a:path w="129341" h="124192">
                  <a:moveTo>
                    <a:pt x="45835" y="0"/>
                  </a:moveTo>
                  <a:cubicBezTo>
                    <a:pt x="48430" y="0"/>
                    <a:pt x="50711" y="293"/>
                    <a:pt x="52678" y="879"/>
                  </a:cubicBezTo>
                  <a:cubicBezTo>
                    <a:pt x="54646" y="1465"/>
                    <a:pt x="56383" y="2365"/>
                    <a:pt x="57890" y="3579"/>
                  </a:cubicBezTo>
                  <a:cubicBezTo>
                    <a:pt x="59397" y="4793"/>
                    <a:pt x="60736" y="6362"/>
                    <a:pt x="61908" y="8288"/>
                  </a:cubicBezTo>
                  <a:cubicBezTo>
                    <a:pt x="63080" y="10213"/>
                    <a:pt x="64210" y="12829"/>
                    <a:pt x="65299" y="16136"/>
                  </a:cubicBezTo>
                  <a:cubicBezTo>
                    <a:pt x="66387" y="19443"/>
                    <a:pt x="67412" y="23545"/>
                    <a:pt x="68375" y="28442"/>
                  </a:cubicBezTo>
                  <a:cubicBezTo>
                    <a:pt x="69338" y="33340"/>
                    <a:pt x="70196" y="38426"/>
                    <a:pt x="70949" y="43700"/>
                  </a:cubicBezTo>
                  <a:lnTo>
                    <a:pt x="72205" y="43700"/>
                  </a:lnTo>
                  <a:cubicBezTo>
                    <a:pt x="80242" y="32398"/>
                    <a:pt x="86332" y="24131"/>
                    <a:pt x="90476" y="18899"/>
                  </a:cubicBezTo>
                  <a:cubicBezTo>
                    <a:pt x="94620" y="13667"/>
                    <a:pt x="98115" y="9774"/>
                    <a:pt x="100961" y="7220"/>
                  </a:cubicBezTo>
                  <a:cubicBezTo>
                    <a:pt x="103808" y="4667"/>
                    <a:pt x="106550" y="2867"/>
                    <a:pt x="109187" y="1821"/>
                  </a:cubicBezTo>
                  <a:cubicBezTo>
                    <a:pt x="111824" y="774"/>
                    <a:pt x="115319" y="251"/>
                    <a:pt x="119672" y="251"/>
                  </a:cubicBezTo>
                  <a:cubicBezTo>
                    <a:pt x="123607" y="251"/>
                    <a:pt x="126830" y="753"/>
                    <a:pt x="129341" y="1758"/>
                  </a:cubicBezTo>
                  <a:lnTo>
                    <a:pt x="124318" y="24487"/>
                  </a:lnTo>
                  <a:lnTo>
                    <a:pt x="115528" y="24487"/>
                  </a:lnTo>
                  <a:cubicBezTo>
                    <a:pt x="115026" y="20971"/>
                    <a:pt x="113561" y="19213"/>
                    <a:pt x="111133" y="19213"/>
                  </a:cubicBezTo>
                  <a:cubicBezTo>
                    <a:pt x="110380" y="19213"/>
                    <a:pt x="109584" y="19338"/>
                    <a:pt x="108747" y="19590"/>
                  </a:cubicBezTo>
                  <a:cubicBezTo>
                    <a:pt x="107910" y="19841"/>
                    <a:pt x="106884" y="20385"/>
                    <a:pt x="105670" y="21222"/>
                  </a:cubicBezTo>
                  <a:cubicBezTo>
                    <a:pt x="104457" y="22059"/>
                    <a:pt x="102678" y="23692"/>
                    <a:pt x="100334" y="26119"/>
                  </a:cubicBezTo>
                  <a:cubicBezTo>
                    <a:pt x="97990" y="28547"/>
                    <a:pt x="95353" y="31519"/>
                    <a:pt x="92422" y="35035"/>
                  </a:cubicBezTo>
                  <a:cubicBezTo>
                    <a:pt x="89492" y="38551"/>
                    <a:pt x="86479" y="42235"/>
                    <a:pt x="83381" y="46086"/>
                  </a:cubicBezTo>
                  <a:lnTo>
                    <a:pt x="74842" y="56759"/>
                  </a:lnTo>
                  <a:cubicBezTo>
                    <a:pt x="76349" y="64796"/>
                    <a:pt x="77772" y="71744"/>
                    <a:pt x="79112" y="77605"/>
                  </a:cubicBezTo>
                  <a:cubicBezTo>
                    <a:pt x="80451" y="83465"/>
                    <a:pt x="81644" y="88341"/>
                    <a:pt x="82691" y="92234"/>
                  </a:cubicBezTo>
                  <a:cubicBezTo>
                    <a:pt x="83737" y="96127"/>
                    <a:pt x="84658" y="99203"/>
                    <a:pt x="85453" y="101464"/>
                  </a:cubicBezTo>
                  <a:cubicBezTo>
                    <a:pt x="86248" y="103724"/>
                    <a:pt x="87107" y="105419"/>
                    <a:pt x="88027" y="106549"/>
                  </a:cubicBezTo>
                  <a:cubicBezTo>
                    <a:pt x="88948" y="107679"/>
                    <a:pt x="89890" y="108475"/>
                    <a:pt x="90853" y="108935"/>
                  </a:cubicBezTo>
                  <a:cubicBezTo>
                    <a:pt x="91816" y="109396"/>
                    <a:pt x="92925" y="109626"/>
                    <a:pt x="94181" y="109626"/>
                  </a:cubicBezTo>
                  <a:cubicBezTo>
                    <a:pt x="96441" y="109626"/>
                    <a:pt x="98638" y="108747"/>
                    <a:pt x="100773" y="106989"/>
                  </a:cubicBezTo>
                  <a:cubicBezTo>
                    <a:pt x="102908" y="105231"/>
                    <a:pt x="105984" y="101254"/>
                    <a:pt x="110003" y="95059"/>
                  </a:cubicBezTo>
                  <a:lnTo>
                    <a:pt x="118165" y="100459"/>
                  </a:lnTo>
                  <a:cubicBezTo>
                    <a:pt x="112305" y="109165"/>
                    <a:pt x="107010" y="115298"/>
                    <a:pt x="102280" y="118856"/>
                  </a:cubicBezTo>
                  <a:cubicBezTo>
                    <a:pt x="97550" y="122413"/>
                    <a:pt x="91920" y="124192"/>
                    <a:pt x="85390" y="124192"/>
                  </a:cubicBezTo>
                  <a:cubicBezTo>
                    <a:pt x="81791" y="124192"/>
                    <a:pt x="78735" y="123544"/>
                    <a:pt x="76223" y="122246"/>
                  </a:cubicBezTo>
                  <a:cubicBezTo>
                    <a:pt x="73712" y="120948"/>
                    <a:pt x="71535" y="118876"/>
                    <a:pt x="69694" y="116030"/>
                  </a:cubicBezTo>
                  <a:cubicBezTo>
                    <a:pt x="67852" y="113184"/>
                    <a:pt x="66219" y="108747"/>
                    <a:pt x="64796" y="102719"/>
                  </a:cubicBezTo>
                  <a:cubicBezTo>
                    <a:pt x="62201" y="92004"/>
                    <a:pt x="60610" y="83800"/>
                    <a:pt x="60024" y="78107"/>
                  </a:cubicBezTo>
                  <a:lnTo>
                    <a:pt x="58769" y="78107"/>
                  </a:lnTo>
                  <a:cubicBezTo>
                    <a:pt x="49895" y="90581"/>
                    <a:pt x="43302" y="99538"/>
                    <a:pt x="38991" y="104980"/>
                  </a:cubicBezTo>
                  <a:cubicBezTo>
                    <a:pt x="34679" y="110421"/>
                    <a:pt x="31122" y="114440"/>
                    <a:pt x="28317" y="117035"/>
                  </a:cubicBezTo>
                  <a:cubicBezTo>
                    <a:pt x="25513" y="119630"/>
                    <a:pt x="22792" y="121451"/>
                    <a:pt x="20155" y="122497"/>
                  </a:cubicBezTo>
                  <a:cubicBezTo>
                    <a:pt x="17518" y="123544"/>
                    <a:pt x="14023" y="124067"/>
                    <a:pt x="9669" y="124067"/>
                  </a:cubicBezTo>
                  <a:cubicBezTo>
                    <a:pt x="5735" y="124067"/>
                    <a:pt x="2512" y="123565"/>
                    <a:pt x="0" y="122560"/>
                  </a:cubicBezTo>
                  <a:lnTo>
                    <a:pt x="5023" y="99831"/>
                  </a:lnTo>
                  <a:lnTo>
                    <a:pt x="13813" y="99831"/>
                  </a:lnTo>
                  <a:cubicBezTo>
                    <a:pt x="14316" y="103347"/>
                    <a:pt x="15781" y="105105"/>
                    <a:pt x="18208" y="105105"/>
                  </a:cubicBezTo>
                  <a:cubicBezTo>
                    <a:pt x="19380" y="105105"/>
                    <a:pt x="20615" y="104791"/>
                    <a:pt x="21913" y="104163"/>
                  </a:cubicBezTo>
                  <a:cubicBezTo>
                    <a:pt x="23210" y="103536"/>
                    <a:pt x="25073" y="102029"/>
                    <a:pt x="27501" y="99643"/>
                  </a:cubicBezTo>
                  <a:cubicBezTo>
                    <a:pt x="29929" y="97257"/>
                    <a:pt x="33277" y="93511"/>
                    <a:pt x="37547" y="88404"/>
                  </a:cubicBezTo>
                  <a:cubicBezTo>
                    <a:pt x="41816" y="83297"/>
                    <a:pt x="48011" y="75637"/>
                    <a:pt x="56132" y="65424"/>
                  </a:cubicBezTo>
                  <a:cubicBezTo>
                    <a:pt x="54876" y="58810"/>
                    <a:pt x="53578" y="52448"/>
                    <a:pt x="52239" y="46337"/>
                  </a:cubicBezTo>
                  <a:cubicBezTo>
                    <a:pt x="50899" y="40225"/>
                    <a:pt x="49518" y="34533"/>
                    <a:pt x="48095" y="29259"/>
                  </a:cubicBezTo>
                  <a:cubicBezTo>
                    <a:pt x="46672" y="23985"/>
                    <a:pt x="45500" y="20531"/>
                    <a:pt x="44579" y="18899"/>
                  </a:cubicBezTo>
                  <a:cubicBezTo>
                    <a:pt x="43658" y="17266"/>
                    <a:pt x="42674" y="16136"/>
                    <a:pt x="41628" y="15508"/>
                  </a:cubicBezTo>
                  <a:cubicBezTo>
                    <a:pt x="40581" y="14880"/>
                    <a:pt x="39263" y="14567"/>
                    <a:pt x="37672" y="14567"/>
                  </a:cubicBezTo>
                  <a:cubicBezTo>
                    <a:pt x="35914" y="14567"/>
                    <a:pt x="34324" y="14964"/>
                    <a:pt x="32901" y="15760"/>
                  </a:cubicBezTo>
                  <a:cubicBezTo>
                    <a:pt x="31477" y="16555"/>
                    <a:pt x="29929" y="17936"/>
                    <a:pt x="28254" y="19903"/>
                  </a:cubicBezTo>
                  <a:cubicBezTo>
                    <a:pt x="26580" y="21871"/>
                    <a:pt x="24362" y="24947"/>
                    <a:pt x="21599" y="29133"/>
                  </a:cubicBezTo>
                  <a:lnTo>
                    <a:pt x="13437" y="23733"/>
                  </a:lnTo>
                  <a:cubicBezTo>
                    <a:pt x="18711" y="15780"/>
                    <a:pt x="23776" y="9837"/>
                    <a:pt x="28631" y="5902"/>
                  </a:cubicBezTo>
                  <a:cubicBezTo>
                    <a:pt x="33487" y="1967"/>
                    <a:pt x="39221" y="0"/>
                    <a:pt x="4583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6D6AFBA2-86C0-4738-8463-874D30A14E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9657" y="3544236"/>
              <a:ext cx="328912" cy="2876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EF8A61DE-D4F9-45CA-BC94-C0C8798B915E}"/>
                </a:ext>
              </a:extLst>
            </p:cNvPr>
            <p:cNvGrpSpPr/>
            <p:nvPr/>
          </p:nvGrpSpPr>
          <p:grpSpPr>
            <a:xfrm>
              <a:off x="-904148" y="2994071"/>
              <a:ext cx="4142038" cy="387491"/>
              <a:chOff x="-977360" y="9816143"/>
              <a:chExt cx="4142038" cy="387491"/>
            </a:xfrm>
          </p:grpSpPr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86DEBE08-E5AE-4ABD-A66A-5078BF4DEAF3}"/>
                  </a:ext>
                </a:extLst>
              </p:cNvPr>
              <p:cNvSpPr txBox="1"/>
              <p:nvPr/>
            </p:nvSpPr>
            <p:spPr>
              <a:xfrm>
                <a:off x="-977360" y="9856131"/>
                <a:ext cx="639474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400355" h="213199">
                    <a:moveTo>
                      <a:pt x="358436" y="34205"/>
                    </a:moveTo>
                    <a:cubicBezTo>
                      <a:pt x="363579" y="39520"/>
                      <a:pt x="368637" y="43034"/>
                      <a:pt x="373609" y="44749"/>
                    </a:cubicBezTo>
                    <a:cubicBezTo>
                      <a:pt x="375667" y="45606"/>
                      <a:pt x="376695" y="46463"/>
                      <a:pt x="376695" y="47321"/>
                    </a:cubicBezTo>
                    <a:cubicBezTo>
                      <a:pt x="376695" y="48178"/>
                      <a:pt x="375024" y="49378"/>
                      <a:pt x="371680" y="50921"/>
                    </a:cubicBezTo>
                    <a:cubicBezTo>
                      <a:pt x="368337" y="52464"/>
                      <a:pt x="363236" y="57865"/>
                      <a:pt x="356378" y="67123"/>
                    </a:cubicBezTo>
                    <a:cubicBezTo>
                      <a:pt x="344034" y="83754"/>
                      <a:pt x="332033" y="98498"/>
                      <a:pt x="320374" y="111357"/>
                    </a:cubicBezTo>
                    <a:lnTo>
                      <a:pt x="376695" y="171022"/>
                    </a:lnTo>
                    <a:lnTo>
                      <a:pt x="363579" y="182080"/>
                    </a:lnTo>
                    <a:cubicBezTo>
                      <a:pt x="344891" y="159963"/>
                      <a:pt x="327232" y="139989"/>
                      <a:pt x="310601" y="122159"/>
                    </a:cubicBezTo>
                    <a:cubicBezTo>
                      <a:pt x="290199" y="143761"/>
                      <a:pt x="267739" y="163650"/>
                      <a:pt x="243221" y="181823"/>
                    </a:cubicBezTo>
                    <a:cubicBezTo>
                      <a:pt x="242021" y="175994"/>
                      <a:pt x="237735" y="171365"/>
                      <a:pt x="230363" y="167936"/>
                    </a:cubicBezTo>
                    <a:cubicBezTo>
                      <a:pt x="253508" y="154906"/>
                      <a:pt x="276997" y="136218"/>
                      <a:pt x="300829" y="111872"/>
                    </a:cubicBezTo>
                    <a:cubicBezTo>
                      <a:pt x="280083" y="89926"/>
                      <a:pt x="260195" y="70209"/>
                      <a:pt x="241164" y="52721"/>
                    </a:cubicBezTo>
                    <a:lnTo>
                      <a:pt x="251708" y="43720"/>
                    </a:lnTo>
                    <a:cubicBezTo>
                      <a:pt x="276226" y="67037"/>
                      <a:pt x="295942" y="86240"/>
                      <a:pt x="310858" y="101327"/>
                    </a:cubicBezTo>
                    <a:cubicBezTo>
                      <a:pt x="332290" y="77324"/>
                      <a:pt x="348149" y="54950"/>
                      <a:pt x="358436" y="34205"/>
                    </a:cubicBezTo>
                    <a:close/>
                    <a:moveTo>
                      <a:pt x="201559" y="9773"/>
                    </a:moveTo>
                    <a:cubicBezTo>
                      <a:pt x="210817" y="11488"/>
                      <a:pt x="242964" y="12345"/>
                      <a:pt x="298000" y="12345"/>
                    </a:cubicBezTo>
                    <a:cubicBezTo>
                      <a:pt x="353035" y="12345"/>
                      <a:pt x="384153" y="11488"/>
                      <a:pt x="391354" y="9773"/>
                    </a:cubicBezTo>
                    <a:lnTo>
                      <a:pt x="391354" y="28547"/>
                    </a:lnTo>
                    <a:cubicBezTo>
                      <a:pt x="379010" y="26661"/>
                      <a:pt x="348577" y="25718"/>
                      <a:pt x="300057" y="25718"/>
                    </a:cubicBezTo>
                    <a:lnTo>
                      <a:pt x="218275" y="25718"/>
                    </a:lnTo>
                    <a:lnTo>
                      <a:pt x="218275" y="197254"/>
                    </a:lnTo>
                    <a:lnTo>
                      <a:pt x="311116" y="197254"/>
                    </a:lnTo>
                    <a:cubicBezTo>
                      <a:pt x="357921" y="197254"/>
                      <a:pt x="387668" y="196311"/>
                      <a:pt x="400355" y="194425"/>
                    </a:cubicBezTo>
                    <a:lnTo>
                      <a:pt x="400355" y="213199"/>
                    </a:lnTo>
                    <a:cubicBezTo>
                      <a:pt x="390926" y="211313"/>
                      <a:pt x="357750" y="210370"/>
                      <a:pt x="300829" y="210370"/>
                    </a:cubicBezTo>
                    <a:cubicBezTo>
                      <a:pt x="243907" y="210370"/>
                      <a:pt x="210817" y="211313"/>
                      <a:pt x="201559" y="213199"/>
                    </a:cubicBezTo>
                    <a:cubicBezTo>
                      <a:pt x="202416" y="199654"/>
                      <a:pt x="202845" y="185852"/>
                      <a:pt x="202845" y="171793"/>
                    </a:cubicBezTo>
                    <a:lnTo>
                      <a:pt x="202845" y="51435"/>
                    </a:lnTo>
                    <a:cubicBezTo>
                      <a:pt x="202845" y="34805"/>
                      <a:pt x="202416" y="20917"/>
                      <a:pt x="201559" y="9773"/>
                    </a:cubicBezTo>
                    <a:close/>
                    <a:moveTo>
                      <a:pt x="0" y="0"/>
                    </a:moveTo>
                    <a:lnTo>
                      <a:pt x="4115" y="0"/>
                    </a:lnTo>
                    <a:lnTo>
                      <a:pt x="126788" y="141447"/>
                    </a:lnTo>
                    <a:lnTo>
                      <a:pt x="126788" y="0"/>
                    </a:lnTo>
                    <a:lnTo>
                      <a:pt x="145047" y="0"/>
                    </a:lnTo>
                    <a:lnTo>
                      <a:pt x="145047" y="184652"/>
                    </a:lnTo>
                    <a:lnTo>
                      <a:pt x="140932" y="184652"/>
                    </a:lnTo>
                    <a:lnTo>
                      <a:pt x="19031" y="45006"/>
                    </a:lnTo>
                    <a:lnTo>
                      <a:pt x="19031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C0C847FF-01FD-45E2-8762-1337DEC8826F}"/>
                  </a:ext>
                </a:extLst>
              </p:cNvPr>
              <p:cNvSpPr txBox="1"/>
              <p:nvPr/>
            </p:nvSpPr>
            <p:spPr>
              <a:xfrm>
                <a:off x="-260355" y="9816143"/>
                <a:ext cx="1775413" cy="380963"/>
              </a:xfrm>
              <a:custGeom>
                <a:avLst/>
                <a:gdLst/>
                <a:ahLst/>
                <a:cxnLst/>
                <a:rect l="l" t="t" r="r" b="b"/>
                <a:pathLst>
                  <a:path w="1111531" h="238509">
                    <a:moveTo>
                      <a:pt x="660502" y="126397"/>
                    </a:moveTo>
                    <a:cubicBezTo>
                      <a:pt x="683444" y="127913"/>
                      <a:pt x="710668" y="128672"/>
                      <a:pt x="742173" y="128672"/>
                    </a:cubicBezTo>
                    <a:cubicBezTo>
                      <a:pt x="773679" y="128672"/>
                      <a:pt x="798627" y="127913"/>
                      <a:pt x="817017" y="126397"/>
                    </a:cubicBezTo>
                    <a:lnTo>
                      <a:pt x="817017" y="148189"/>
                    </a:lnTo>
                    <a:cubicBezTo>
                      <a:pt x="800186" y="146844"/>
                      <a:pt x="777481" y="146171"/>
                      <a:pt x="748902" y="146171"/>
                    </a:cubicBezTo>
                    <a:lnTo>
                      <a:pt x="748902" y="208898"/>
                    </a:lnTo>
                    <a:cubicBezTo>
                      <a:pt x="795338" y="208898"/>
                      <a:pt x="829060" y="208140"/>
                      <a:pt x="850068" y="206624"/>
                    </a:cubicBezTo>
                    <a:lnTo>
                      <a:pt x="850068" y="228419"/>
                    </a:lnTo>
                    <a:cubicBezTo>
                      <a:pt x="828219" y="227074"/>
                      <a:pt x="794380" y="226402"/>
                      <a:pt x="748551" y="226402"/>
                    </a:cubicBezTo>
                    <a:cubicBezTo>
                      <a:pt x="702721" y="226402"/>
                      <a:pt x="662691" y="227074"/>
                      <a:pt x="628460" y="228419"/>
                    </a:cubicBezTo>
                    <a:lnTo>
                      <a:pt x="628460" y="206624"/>
                    </a:lnTo>
                    <a:cubicBezTo>
                      <a:pt x="654885" y="208140"/>
                      <a:pt x="688019" y="208898"/>
                      <a:pt x="727862" y="208898"/>
                    </a:cubicBezTo>
                    <a:lnTo>
                      <a:pt x="727862" y="146171"/>
                    </a:lnTo>
                    <a:cubicBezTo>
                      <a:pt x="697727" y="146509"/>
                      <a:pt x="675274" y="147181"/>
                      <a:pt x="660502" y="148189"/>
                    </a:cubicBezTo>
                    <a:close/>
                    <a:moveTo>
                      <a:pt x="531383" y="119590"/>
                    </a:moveTo>
                    <a:lnTo>
                      <a:pt x="604139" y="119590"/>
                    </a:lnTo>
                    <a:lnTo>
                      <a:pt x="604139" y="139613"/>
                    </a:lnTo>
                    <a:lnTo>
                      <a:pt x="531383" y="139613"/>
                    </a:lnTo>
                    <a:close/>
                    <a:moveTo>
                      <a:pt x="183816" y="116303"/>
                    </a:moveTo>
                    <a:cubicBezTo>
                      <a:pt x="191170" y="121366"/>
                      <a:pt x="197607" y="124768"/>
                      <a:pt x="203128" y="126510"/>
                    </a:cubicBezTo>
                    <a:cubicBezTo>
                      <a:pt x="206533" y="127560"/>
                      <a:pt x="208236" y="129270"/>
                      <a:pt x="208236" y="131639"/>
                    </a:cubicBezTo>
                    <a:cubicBezTo>
                      <a:pt x="208236" y="134009"/>
                      <a:pt x="207210" y="135655"/>
                      <a:pt x="205158" y="136578"/>
                    </a:cubicBezTo>
                    <a:cubicBezTo>
                      <a:pt x="203106" y="137501"/>
                      <a:pt x="201102" y="138902"/>
                      <a:pt x="199146" y="140781"/>
                    </a:cubicBezTo>
                    <a:cubicBezTo>
                      <a:pt x="197191" y="142660"/>
                      <a:pt x="195471" y="144753"/>
                      <a:pt x="193987" y="147060"/>
                    </a:cubicBezTo>
                    <a:cubicBezTo>
                      <a:pt x="186017" y="158421"/>
                      <a:pt x="173392" y="170783"/>
                      <a:pt x="156111" y="184147"/>
                    </a:cubicBezTo>
                    <a:cubicBezTo>
                      <a:pt x="138831" y="197511"/>
                      <a:pt x="116970" y="208939"/>
                      <a:pt x="90528" y="218432"/>
                    </a:cubicBezTo>
                    <a:cubicBezTo>
                      <a:pt x="64086" y="227924"/>
                      <a:pt x="36771" y="234617"/>
                      <a:pt x="8583" y="238509"/>
                    </a:cubicBezTo>
                    <a:cubicBezTo>
                      <a:pt x="7785" y="230416"/>
                      <a:pt x="4924" y="222202"/>
                      <a:pt x="0" y="213865"/>
                    </a:cubicBezTo>
                    <a:cubicBezTo>
                      <a:pt x="25763" y="213109"/>
                      <a:pt x="49062" y="209690"/>
                      <a:pt x="69898" y="203606"/>
                    </a:cubicBezTo>
                    <a:cubicBezTo>
                      <a:pt x="90733" y="197522"/>
                      <a:pt x="108657" y="190001"/>
                      <a:pt x="123671" y="181043"/>
                    </a:cubicBezTo>
                    <a:cubicBezTo>
                      <a:pt x="138685" y="172085"/>
                      <a:pt x="151298" y="162787"/>
                      <a:pt x="161510" y="153151"/>
                    </a:cubicBezTo>
                    <a:cubicBezTo>
                      <a:pt x="171722" y="143515"/>
                      <a:pt x="179157" y="131233"/>
                      <a:pt x="183816" y="116303"/>
                    </a:cubicBezTo>
                    <a:close/>
                    <a:moveTo>
                      <a:pt x="950998" y="91582"/>
                    </a:moveTo>
                    <a:cubicBezTo>
                      <a:pt x="959720" y="94818"/>
                      <a:pt x="966712" y="96515"/>
                      <a:pt x="971973" y="96673"/>
                    </a:cubicBezTo>
                    <a:cubicBezTo>
                      <a:pt x="975871" y="96952"/>
                      <a:pt x="977820" y="98180"/>
                      <a:pt x="977820" y="100356"/>
                    </a:cubicBezTo>
                    <a:cubicBezTo>
                      <a:pt x="977820" y="102533"/>
                      <a:pt x="976675" y="104383"/>
                      <a:pt x="974384" y="105908"/>
                    </a:cubicBezTo>
                    <a:cubicBezTo>
                      <a:pt x="971430" y="107876"/>
                      <a:pt x="968964" y="113557"/>
                      <a:pt x="966987" y="122949"/>
                    </a:cubicBezTo>
                    <a:cubicBezTo>
                      <a:pt x="961648" y="149653"/>
                      <a:pt x="954109" y="171034"/>
                      <a:pt x="944371" y="187092"/>
                    </a:cubicBezTo>
                    <a:cubicBezTo>
                      <a:pt x="934633" y="203151"/>
                      <a:pt x="919532" y="219113"/>
                      <a:pt x="899068" y="234977"/>
                    </a:cubicBezTo>
                    <a:cubicBezTo>
                      <a:pt x="894289" y="229172"/>
                      <a:pt x="888213" y="224733"/>
                      <a:pt x="880841" y="221660"/>
                    </a:cubicBezTo>
                    <a:cubicBezTo>
                      <a:pt x="905069" y="204617"/>
                      <a:pt x="922191" y="186535"/>
                      <a:pt x="932206" y="167415"/>
                    </a:cubicBezTo>
                    <a:cubicBezTo>
                      <a:pt x="942221" y="148294"/>
                      <a:pt x="948485" y="123016"/>
                      <a:pt x="950998" y="91582"/>
                    </a:cubicBezTo>
                    <a:close/>
                    <a:moveTo>
                      <a:pt x="1039144" y="88805"/>
                    </a:moveTo>
                    <a:cubicBezTo>
                      <a:pt x="1043586" y="154122"/>
                      <a:pt x="1067715" y="196955"/>
                      <a:pt x="1111531" y="217304"/>
                    </a:cubicBezTo>
                    <a:cubicBezTo>
                      <a:pt x="1103143" y="223587"/>
                      <a:pt x="1096906" y="229646"/>
                      <a:pt x="1092818" y="235484"/>
                    </a:cubicBezTo>
                    <a:cubicBezTo>
                      <a:pt x="1071306" y="222025"/>
                      <a:pt x="1054703" y="204284"/>
                      <a:pt x="1043010" y="182262"/>
                    </a:cubicBezTo>
                    <a:cubicBezTo>
                      <a:pt x="1031317" y="160240"/>
                      <a:pt x="1023094" y="130729"/>
                      <a:pt x="1018341" y="93728"/>
                    </a:cubicBezTo>
                    <a:close/>
                    <a:moveTo>
                      <a:pt x="766499" y="65595"/>
                    </a:moveTo>
                    <a:cubicBezTo>
                      <a:pt x="796197" y="83362"/>
                      <a:pt x="820690" y="99887"/>
                      <a:pt x="839978" y="115170"/>
                    </a:cubicBezTo>
                    <a:lnTo>
                      <a:pt x="826368" y="130026"/>
                    </a:lnTo>
                    <a:cubicBezTo>
                      <a:pt x="819103" y="123553"/>
                      <a:pt x="808482" y="115451"/>
                      <a:pt x="794507" y="105719"/>
                    </a:cubicBezTo>
                    <a:cubicBezTo>
                      <a:pt x="780531" y="95986"/>
                      <a:pt x="767651" y="87920"/>
                      <a:pt x="755866" y="81520"/>
                    </a:cubicBezTo>
                    <a:close/>
                    <a:moveTo>
                      <a:pt x="704535" y="63578"/>
                    </a:moveTo>
                    <a:cubicBezTo>
                      <a:pt x="708902" y="68732"/>
                      <a:pt x="713337" y="72735"/>
                      <a:pt x="717840" y="75585"/>
                    </a:cubicBezTo>
                    <a:cubicBezTo>
                      <a:pt x="720383" y="77278"/>
                      <a:pt x="721654" y="79003"/>
                      <a:pt x="721654" y="80761"/>
                    </a:cubicBezTo>
                    <a:cubicBezTo>
                      <a:pt x="721654" y="82518"/>
                      <a:pt x="719616" y="84054"/>
                      <a:pt x="715542" y="85370"/>
                    </a:cubicBezTo>
                    <a:cubicBezTo>
                      <a:pt x="711915" y="86532"/>
                      <a:pt x="708682" y="88532"/>
                      <a:pt x="705846" y="91369"/>
                    </a:cubicBezTo>
                    <a:cubicBezTo>
                      <a:pt x="687428" y="106773"/>
                      <a:pt x="667154" y="121256"/>
                      <a:pt x="645024" y="134820"/>
                    </a:cubicBezTo>
                    <a:cubicBezTo>
                      <a:pt x="641777" y="128331"/>
                      <a:pt x="637265" y="123077"/>
                      <a:pt x="631490" y="119056"/>
                    </a:cubicBezTo>
                    <a:cubicBezTo>
                      <a:pt x="645222" y="112409"/>
                      <a:pt x="658436" y="104315"/>
                      <a:pt x="671131" y="94773"/>
                    </a:cubicBezTo>
                    <a:cubicBezTo>
                      <a:pt x="683826" y="85230"/>
                      <a:pt x="694961" y="74832"/>
                      <a:pt x="704535" y="63578"/>
                    </a:cubicBezTo>
                    <a:close/>
                    <a:moveTo>
                      <a:pt x="59183" y="43141"/>
                    </a:moveTo>
                    <a:cubicBezTo>
                      <a:pt x="66274" y="47598"/>
                      <a:pt x="72246" y="50738"/>
                      <a:pt x="77101" y="52560"/>
                    </a:cubicBezTo>
                    <a:cubicBezTo>
                      <a:pt x="80428" y="53669"/>
                      <a:pt x="82091" y="55218"/>
                      <a:pt x="82091" y="57207"/>
                    </a:cubicBezTo>
                    <a:cubicBezTo>
                      <a:pt x="82091" y="59196"/>
                      <a:pt x="80388" y="61356"/>
                      <a:pt x="76982" y="63687"/>
                    </a:cubicBezTo>
                    <a:cubicBezTo>
                      <a:pt x="73576" y="66017"/>
                      <a:pt x="69640" y="71024"/>
                      <a:pt x="65174" y="78707"/>
                    </a:cubicBezTo>
                    <a:cubicBezTo>
                      <a:pt x="52420" y="101435"/>
                      <a:pt x="38187" y="121401"/>
                      <a:pt x="22475" y="138605"/>
                    </a:cubicBezTo>
                    <a:cubicBezTo>
                      <a:pt x="19094" y="133427"/>
                      <a:pt x="13537" y="129293"/>
                      <a:pt x="5803" y="126204"/>
                    </a:cubicBezTo>
                    <a:cubicBezTo>
                      <a:pt x="17263" y="115794"/>
                      <a:pt x="27635" y="103543"/>
                      <a:pt x="36919" y="89452"/>
                    </a:cubicBezTo>
                    <a:cubicBezTo>
                      <a:pt x="46203" y="75361"/>
                      <a:pt x="53624" y="59924"/>
                      <a:pt x="59183" y="43141"/>
                    </a:cubicBezTo>
                    <a:close/>
                    <a:moveTo>
                      <a:pt x="164219" y="41879"/>
                    </a:moveTo>
                    <a:cubicBezTo>
                      <a:pt x="190710" y="61711"/>
                      <a:pt x="214634" y="83253"/>
                      <a:pt x="235990" y="106506"/>
                    </a:cubicBezTo>
                    <a:lnTo>
                      <a:pt x="220166" y="120691"/>
                    </a:lnTo>
                    <a:cubicBezTo>
                      <a:pt x="204602" y="100090"/>
                      <a:pt x="181587" y="78617"/>
                      <a:pt x="151123" y="56273"/>
                    </a:cubicBezTo>
                    <a:close/>
                    <a:moveTo>
                      <a:pt x="299498" y="21192"/>
                    </a:moveTo>
                    <a:cubicBezTo>
                      <a:pt x="310241" y="22036"/>
                      <a:pt x="339457" y="22458"/>
                      <a:pt x="387147" y="22458"/>
                    </a:cubicBezTo>
                    <a:cubicBezTo>
                      <a:pt x="434836" y="22458"/>
                      <a:pt x="463511" y="22036"/>
                      <a:pt x="473172" y="21192"/>
                    </a:cubicBezTo>
                    <a:lnTo>
                      <a:pt x="473172" y="41598"/>
                    </a:lnTo>
                    <a:cubicBezTo>
                      <a:pt x="466426" y="42792"/>
                      <a:pt x="460120" y="45688"/>
                      <a:pt x="454253" y="50285"/>
                    </a:cubicBezTo>
                    <a:lnTo>
                      <a:pt x="398997" y="93398"/>
                    </a:lnTo>
                    <a:lnTo>
                      <a:pt x="398997" y="107226"/>
                    </a:lnTo>
                    <a:cubicBezTo>
                      <a:pt x="445532" y="107226"/>
                      <a:pt x="480264" y="106300"/>
                      <a:pt x="503193" y="104449"/>
                    </a:cubicBezTo>
                    <a:lnTo>
                      <a:pt x="503193" y="128511"/>
                    </a:lnTo>
                    <a:cubicBezTo>
                      <a:pt x="479948" y="126831"/>
                      <a:pt x="445216" y="125991"/>
                      <a:pt x="398997" y="125991"/>
                    </a:cubicBezTo>
                    <a:lnTo>
                      <a:pt x="398997" y="213736"/>
                    </a:lnTo>
                    <a:cubicBezTo>
                      <a:pt x="398997" y="219383"/>
                      <a:pt x="397673" y="223873"/>
                      <a:pt x="395024" y="227206"/>
                    </a:cubicBezTo>
                    <a:cubicBezTo>
                      <a:pt x="392376" y="230538"/>
                      <a:pt x="387349" y="233087"/>
                      <a:pt x="379942" y="234851"/>
                    </a:cubicBezTo>
                    <a:cubicBezTo>
                      <a:pt x="372534" y="236615"/>
                      <a:pt x="360774" y="237582"/>
                      <a:pt x="344660" y="237754"/>
                    </a:cubicBezTo>
                    <a:cubicBezTo>
                      <a:pt x="345333" y="228096"/>
                      <a:pt x="342809" y="219066"/>
                      <a:pt x="337090" y="210662"/>
                    </a:cubicBezTo>
                    <a:cubicBezTo>
                      <a:pt x="350190" y="212682"/>
                      <a:pt x="359291" y="213692"/>
                      <a:pt x="364393" y="213692"/>
                    </a:cubicBezTo>
                    <a:cubicBezTo>
                      <a:pt x="369495" y="213692"/>
                      <a:pt x="372948" y="213048"/>
                      <a:pt x="374752" y="211761"/>
                    </a:cubicBezTo>
                    <a:cubicBezTo>
                      <a:pt x="376556" y="210474"/>
                      <a:pt x="377458" y="207348"/>
                      <a:pt x="377458" y="202384"/>
                    </a:cubicBezTo>
                    <a:lnTo>
                      <a:pt x="377458" y="125991"/>
                    </a:lnTo>
                    <a:cubicBezTo>
                      <a:pt x="324978" y="125991"/>
                      <a:pt x="288649" y="126831"/>
                      <a:pt x="268468" y="128511"/>
                    </a:cubicBezTo>
                    <a:lnTo>
                      <a:pt x="268468" y="104449"/>
                    </a:lnTo>
                    <a:cubicBezTo>
                      <a:pt x="288397" y="106300"/>
                      <a:pt x="324727" y="107226"/>
                      <a:pt x="377458" y="107226"/>
                    </a:cubicBezTo>
                    <a:lnTo>
                      <a:pt x="377458" y="84763"/>
                    </a:lnTo>
                    <a:lnTo>
                      <a:pt x="439016" y="40967"/>
                    </a:lnTo>
                    <a:lnTo>
                      <a:pt x="356314" y="40967"/>
                    </a:lnTo>
                    <a:cubicBezTo>
                      <a:pt x="331863" y="40967"/>
                      <a:pt x="312925" y="41387"/>
                      <a:pt x="299498" y="42229"/>
                    </a:cubicBezTo>
                    <a:close/>
                    <a:moveTo>
                      <a:pt x="979898" y="5296"/>
                    </a:moveTo>
                    <a:cubicBezTo>
                      <a:pt x="992847" y="15221"/>
                      <a:pt x="1004517" y="26924"/>
                      <a:pt x="1014906" y="40404"/>
                    </a:cubicBezTo>
                    <a:lnTo>
                      <a:pt x="1001757" y="50176"/>
                    </a:lnTo>
                    <a:lnTo>
                      <a:pt x="1027585" y="50098"/>
                    </a:lnTo>
                    <a:cubicBezTo>
                      <a:pt x="1061003" y="49877"/>
                      <a:pt x="1084192" y="49323"/>
                      <a:pt x="1097153" y="48437"/>
                    </a:cubicBezTo>
                    <a:lnTo>
                      <a:pt x="1097153" y="106309"/>
                    </a:lnTo>
                    <a:lnTo>
                      <a:pt x="1076366" y="106309"/>
                    </a:lnTo>
                    <a:lnTo>
                      <a:pt x="1076366" y="67460"/>
                    </a:lnTo>
                    <a:lnTo>
                      <a:pt x="911971" y="67460"/>
                    </a:lnTo>
                    <a:lnTo>
                      <a:pt x="911971" y="109841"/>
                    </a:lnTo>
                    <a:lnTo>
                      <a:pt x="891944" y="109841"/>
                    </a:lnTo>
                    <a:lnTo>
                      <a:pt x="891944" y="48437"/>
                    </a:lnTo>
                    <a:cubicBezTo>
                      <a:pt x="904170" y="49618"/>
                      <a:pt x="937108" y="50209"/>
                      <a:pt x="990757" y="50209"/>
                    </a:cubicBezTo>
                    <a:lnTo>
                      <a:pt x="996785" y="50191"/>
                    </a:lnTo>
                    <a:lnTo>
                      <a:pt x="966115" y="18810"/>
                    </a:lnTo>
                    <a:close/>
                    <a:moveTo>
                      <a:pt x="106214" y="3532"/>
                    </a:moveTo>
                    <a:cubicBezTo>
                      <a:pt x="114189" y="5217"/>
                      <a:pt x="119979" y="6059"/>
                      <a:pt x="123585" y="6059"/>
                    </a:cubicBezTo>
                    <a:lnTo>
                      <a:pt x="129162" y="5806"/>
                    </a:lnTo>
                    <a:cubicBezTo>
                      <a:pt x="132093" y="5806"/>
                      <a:pt x="133558" y="6779"/>
                      <a:pt x="133558" y="8725"/>
                    </a:cubicBezTo>
                    <a:cubicBezTo>
                      <a:pt x="133558" y="10672"/>
                      <a:pt x="132844" y="12402"/>
                      <a:pt x="131415" y="13915"/>
                    </a:cubicBezTo>
                    <a:cubicBezTo>
                      <a:pt x="129985" y="15429"/>
                      <a:pt x="129271" y="17955"/>
                      <a:pt x="129271" y="21494"/>
                    </a:cubicBezTo>
                    <a:lnTo>
                      <a:pt x="129271" y="129977"/>
                    </a:lnTo>
                    <a:cubicBezTo>
                      <a:pt x="129271" y="140838"/>
                      <a:pt x="129860" y="150861"/>
                      <a:pt x="131039" y="160047"/>
                    </a:cubicBezTo>
                    <a:lnTo>
                      <a:pt x="105964" y="160047"/>
                    </a:lnTo>
                    <a:cubicBezTo>
                      <a:pt x="107140" y="151201"/>
                      <a:pt x="107728" y="141262"/>
                      <a:pt x="107728" y="130231"/>
                    </a:cubicBezTo>
                    <a:lnTo>
                      <a:pt x="107728" y="30069"/>
                    </a:lnTo>
                    <a:cubicBezTo>
                      <a:pt x="107728" y="19653"/>
                      <a:pt x="107223" y="10808"/>
                      <a:pt x="106214" y="3532"/>
                    </a:cubicBezTo>
                    <a:close/>
                    <a:moveTo>
                      <a:pt x="727906" y="0"/>
                    </a:moveTo>
                    <a:cubicBezTo>
                      <a:pt x="736806" y="12599"/>
                      <a:pt x="743997" y="24542"/>
                      <a:pt x="749481" y="35831"/>
                    </a:cubicBezTo>
                    <a:cubicBezTo>
                      <a:pt x="792847" y="35831"/>
                      <a:pt x="823013" y="34987"/>
                      <a:pt x="839978" y="33300"/>
                    </a:cubicBezTo>
                    <a:cubicBezTo>
                      <a:pt x="838631" y="41824"/>
                      <a:pt x="837957" y="50974"/>
                      <a:pt x="837957" y="60749"/>
                    </a:cubicBezTo>
                    <a:cubicBezTo>
                      <a:pt x="837957" y="70524"/>
                      <a:pt x="838462" y="79488"/>
                      <a:pt x="839472" y="87640"/>
                    </a:cubicBezTo>
                    <a:lnTo>
                      <a:pt x="817676" y="87640"/>
                    </a:lnTo>
                    <a:lnTo>
                      <a:pt x="817676" y="53078"/>
                    </a:lnTo>
                    <a:lnTo>
                      <a:pt x="658835" y="53078"/>
                    </a:lnTo>
                    <a:lnTo>
                      <a:pt x="658835" y="90417"/>
                    </a:lnTo>
                    <a:lnTo>
                      <a:pt x="637292" y="90417"/>
                    </a:lnTo>
                    <a:cubicBezTo>
                      <a:pt x="638302" y="81105"/>
                      <a:pt x="638807" y="71800"/>
                      <a:pt x="638807" y="62503"/>
                    </a:cubicBezTo>
                    <a:cubicBezTo>
                      <a:pt x="638807" y="53206"/>
                      <a:pt x="638302" y="43472"/>
                      <a:pt x="637292" y="33300"/>
                    </a:cubicBezTo>
                    <a:cubicBezTo>
                      <a:pt x="654153" y="34819"/>
                      <a:pt x="685017" y="35577"/>
                      <a:pt x="729883" y="35574"/>
                    </a:cubicBezTo>
                    <a:cubicBezTo>
                      <a:pt x="723676" y="26948"/>
                      <a:pt x="717284" y="18688"/>
                      <a:pt x="710708" y="1079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b="1" dirty="0"/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34D3727A-5454-4B80-833A-E16C68671EEF}"/>
                  </a:ext>
                </a:extLst>
              </p:cNvPr>
              <p:cNvSpPr txBox="1"/>
              <p:nvPr/>
            </p:nvSpPr>
            <p:spPr>
              <a:xfrm>
                <a:off x="1555663" y="9825719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4" y="177965"/>
                    </a:lnTo>
                    <a:lnTo>
                      <a:pt x="705174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4" y="146590"/>
                    </a:lnTo>
                    <a:lnTo>
                      <a:pt x="705174" y="125759"/>
                    </a:lnTo>
                    <a:close/>
                    <a:moveTo>
                      <a:pt x="825789" y="113671"/>
                    </a:moveTo>
                    <a:cubicBezTo>
                      <a:pt x="829732" y="119158"/>
                      <a:pt x="834533" y="123444"/>
                      <a:pt x="840191" y="126530"/>
                    </a:cubicBezTo>
                    <a:cubicBezTo>
                      <a:pt x="816702" y="156705"/>
                      <a:pt x="798100" y="181737"/>
                      <a:pt x="784384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400" y="156234"/>
                    </a:cubicBezTo>
                    <a:cubicBezTo>
                      <a:pt x="810144" y="140546"/>
                      <a:pt x="819274" y="126359"/>
                      <a:pt x="825789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9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6" y="219327"/>
                      <a:pt x="718418" y="222328"/>
                    </a:cubicBezTo>
                    <a:cubicBezTo>
                      <a:pt x="716961" y="225328"/>
                      <a:pt x="713789" y="227643"/>
                      <a:pt x="708903" y="229272"/>
                    </a:cubicBezTo>
                    <a:cubicBezTo>
                      <a:pt x="704016" y="230900"/>
                      <a:pt x="696344" y="232229"/>
                      <a:pt x="685886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4" y="213241"/>
                      <a:pt x="705174" y="210455"/>
                      <a:pt x="705174" y="205997"/>
                    </a:cubicBezTo>
                    <a:lnTo>
                      <a:pt x="705174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9" y="211055"/>
                      <a:pt x="608219" y="200597"/>
                    </a:cubicBezTo>
                    <a:lnTo>
                      <a:pt x="608219" y="141961"/>
                    </a:lnTo>
                    <a:cubicBezTo>
                      <a:pt x="608219" y="129102"/>
                      <a:pt x="607619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10" y="105442"/>
                      <a:pt x="113543" y="105442"/>
                    </a:cubicBezTo>
                    <a:cubicBezTo>
                      <a:pt x="148776" y="105442"/>
                      <a:pt x="173421" y="104756"/>
                      <a:pt x="187480" y="103384"/>
                    </a:cubicBezTo>
                    <a:lnTo>
                      <a:pt x="178994" y="197253"/>
                    </a:lnTo>
                    <a:cubicBezTo>
                      <a:pt x="178479" y="203254"/>
                      <a:pt x="176808" y="207926"/>
                      <a:pt x="173979" y="211269"/>
                    </a:cubicBezTo>
                    <a:cubicBezTo>
                      <a:pt x="171150" y="214613"/>
                      <a:pt x="165749" y="217313"/>
                      <a:pt x="157777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900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7" y="202011"/>
                      <a:pt x="159877" y="200082"/>
                      <a:pt x="161249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7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7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6" y="77667"/>
                    </a:cubicBezTo>
                    <a:lnTo>
                      <a:pt x="581730" y="83839"/>
                    </a:lnTo>
                    <a:cubicBezTo>
                      <a:pt x="577615" y="70123"/>
                      <a:pt x="572214" y="57950"/>
                      <a:pt x="565528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7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9" y="38662"/>
                      <a:pt x="973922" y="57307"/>
                      <a:pt x="973922" y="69051"/>
                    </a:cubicBezTo>
                    <a:cubicBezTo>
                      <a:pt x="973922" y="80796"/>
                      <a:pt x="974179" y="96526"/>
                      <a:pt x="974693" y="116243"/>
                    </a:cubicBezTo>
                    <a:lnTo>
                      <a:pt x="941775" y="115472"/>
                    </a:lnTo>
                    <a:lnTo>
                      <a:pt x="941775" y="198539"/>
                    </a:lnTo>
                    <a:cubicBezTo>
                      <a:pt x="941775" y="204368"/>
                      <a:pt x="942975" y="208355"/>
                      <a:pt x="945375" y="210498"/>
                    </a:cubicBezTo>
                    <a:cubicBezTo>
                      <a:pt x="947775" y="212641"/>
                      <a:pt x="952405" y="213712"/>
                      <a:pt x="959263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4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1" y="226100"/>
                      <a:pt x="979451" y="228629"/>
                      <a:pt x="963249" y="228629"/>
                    </a:cubicBezTo>
                    <a:cubicBezTo>
                      <a:pt x="947047" y="228629"/>
                      <a:pt x="936803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5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3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2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9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1" y="37548"/>
                    </a:cubicBezTo>
                    <a:cubicBezTo>
                      <a:pt x="66351" y="73552"/>
                      <a:pt x="43377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9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2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6" y="78824"/>
                    </a:cubicBezTo>
                    <a:cubicBezTo>
                      <a:pt x="160520" y="61936"/>
                      <a:pt x="148475" y="38662"/>
                      <a:pt x="136303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7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9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6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6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2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8" y="86411"/>
                    </a:cubicBezTo>
                    <a:lnTo>
                      <a:pt x="656568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8" y="55550"/>
                    </a:cubicBezTo>
                    <a:lnTo>
                      <a:pt x="656568" y="36519"/>
                    </a:lnTo>
                    <a:cubicBezTo>
                      <a:pt x="631193" y="36519"/>
                      <a:pt x="611648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8" y="24603"/>
                      <a:pt x="631193" y="25203"/>
                      <a:pt x="656568" y="25203"/>
                    </a:cubicBezTo>
                    <a:cubicBezTo>
                      <a:pt x="656568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1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5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7" y="70466"/>
                      <a:pt x="398107" y="71495"/>
                    </a:cubicBezTo>
                    <a:cubicBezTo>
                      <a:pt x="398107" y="72523"/>
                      <a:pt x="396992" y="74066"/>
                      <a:pt x="394763" y="76124"/>
                    </a:cubicBezTo>
                    <a:cubicBezTo>
                      <a:pt x="392535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30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4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9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7" y="56321"/>
                    </a:cubicBezTo>
                    <a:cubicBezTo>
                      <a:pt x="301837" y="56493"/>
                      <a:pt x="274406" y="57264"/>
                      <a:pt x="258461" y="58636"/>
                    </a:cubicBezTo>
                    <a:lnTo>
                      <a:pt x="258461" y="40891"/>
                    </a:lnTo>
                    <a:cubicBezTo>
                      <a:pt x="272520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24D57700-961F-4ADC-97A9-F7E8FEA1384A}"/>
                </a:ext>
              </a:extLst>
            </p:cNvPr>
            <p:cNvGrpSpPr/>
            <p:nvPr/>
          </p:nvGrpSpPr>
          <p:grpSpPr>
            <a:xfrm>
              <a:off x="9696601" y="3015369"/>
              <a:ext cx="3894511" cy="377915"/>
              <a:chOff x="9448769" y="10265395"/>
              <a:chExt cx="3894511" cy="377915"/>
            </a:xfrm>
          </p:grpSpPr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8A3849D1-3D94-4072-B0EA-AD082D59F86A}"/>
                  </a:ext>
                </a:extLst>
              </p:cNvPr>
              <p:cNvSpPr txBox="1"/>
              <p:nvPr/>
            </p:nvSpPr>
            <p:spPr>
              <a:xfrm>
                <a:off x="9448769" y="10284084"/>
                <a:ext cx="579029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362512" h="213199">
                    <a:moveTo>
                      <a:pt x="320593" y="34205"/>
                    </a:moveTo>
                    <a:cubicBezTo>
                      <a:pt x="325736" y="39520"/>
                      <a:pt x="330794" y="43034"/>
                      <a:pt x="335766" y="44749"/>
                    </a:cubicBezTo>
                    <a:cubicBezTo>
                      <a:pt x="337824" y="45606"/>
                      <a:pt x="338852" y="46463"/>
                      <a:pt x="338852" y="47321"/>
                    </a:cubicBezTo>
                    <a:cubicBezTo>
                      <a:pt x="338852" y="48178"/>
                      <a:pt x="337181" y="49378"/>
                      <a:pt x="333837" y="50921"/>
                    </a:cubicBezTo>
                    <a:cubicBezTo>
                      <a:pt x="330494" y="52464"/>
                      <a:pt x="325394" y="57865"/>
                      <a:pt x="318535" y="67123"/>
                    </a:cubicBezTo>
                    <a:cubicBezTo>
                      <a:pt x="306191" y="83754"/>
                      <a:pt x="294190" y="98498"/>
                      <a:pt x="282531" y="111357"/>
                    </a:cubicBezTo>
                    <a:lnTo>
                      <a:pt x="338852" y="171022"/>
                    </a:lnTo>
                    <a:lnTo>
                      <a:pt x="325736" y="182080"/>
                    </a:lnTo>
                    <a:cubicBezTo>
                      <a:pt x="307048" y="159963"/>
                      <a:pt x="289389" y="139989"/>
                      <a:pt x="272758" y="122159"/>
                    </a:cubicBezTo>
                    <a:cubicBezTo>
                      <a:pt x="252356" y="143761"/>
                      <a:pt x="229896" y="163650"/>
                      <a:pt x="205379" y="181823"/>
                    </a:cubicBezTo>
                    <a:cubicBezTo>
                      <a:pt x="204178" y="175994"/>
                      <a:pt x="199892" y="171365"/>
                      <a:pt x="192520" y="167936"/>
                    </a:cubicBezTo>
                    <a:cubicBezTo>
                      <a:pt x="215666" y="154906"/>
                      <a:pt x="239154" y="136218"/>
                      <a:pt x="262986" y="111872"/>
                    </a:cubicBezTo>
                    <a:cubicBezTo>
                      <a:pt x="242240" y="89926"/>
                      <a:pt x="222352" y="70209"/>
                      <a:pt x="203321" y="52721"/>
                    </a:cubicBezTo>
                    <a:lnTo>
                      <a:pt x="213865" y="43720"/>
                    </a:lnTo>
                    <a:cubicBezTo>
                      <a:pt x="238383" y="67037"/>
                      <a:pt x="258099" y="86240"/>
                      <a:pt x="273016" y="101327"/>
                    </a:cubicBezTo>
                    <a:cubicBezTo>
                      <a:pt x="294447" y="77324"/>
                      <a:pt x="310306" y="54950"/>
                      <a:pt x="320593" y="34205"/>
                    </a:cubicBezTo>
                    <a:close/>
                    <a:moveTo>
                      <a:pt x="18517" y="18003"/>
                    </a:moveTo>
                    <a:lnTo>
                      <a:pt x="18517" y="81011"/>
                    </a:lnTo>
                    <a:lnTo>
                      <a:pt x="49635" y="81011"/>
                    </a:lnTo>
                    <a:cubicBezTo>
                      <a:pt x="68323" y="81354"/>
                      <a:pt x="80753" y="78310"/>
                      <a:pt x="86926" y="71881"/>
                    </a:cubicBezTo>
                    <a:cubicBezTo>
                      <a:pt x="93098" y="65452"/>
                      <a:pt x="96184" y="57865"/>
                      <a:pt x="96184" y="49121"/>
                    </a:cubicBezTo>
                    <a:cubicBezTo>
                      <a:pt x="96184" y="28375"/>
                      <a:pt x="81182" y="18003"/>
                      <a:pt x="51178" y="18003"/>
                    </a:cubicBezTo>
                    <a:close/>
                    <a:moveTo>
                      <a:pt x="163716" y="9773"/>
                    </a:moveTo>
                    <a:cubicBezTo>
                      <a:pt x="172974" y="11488"/>
                      <a:pt x="205121" y="12345"/>
                      <a:pt x="260157" y="12345"/>
                    </a:cubicBezTo>
                    <a:cubicBezTo>
                      <a:pt x="315192" y="12345"/>
                      <a:pt x="346310" y="11488"/>
                      <a:pt x="353511" y="9773"/>
                    </a:cubicBezTo>
                    <a:lnTo>
                      <a:pt x="353511" y="28547"/>
                    </a:lnTo>
                    <a:cubicBezTo>
                      <a:pt x="341167" y="26661"/>
                      <a:pt x="310735" y="25718"/>
                      <a:pt x="262214" y="25718"/>
                    </a:cubicBezTo>
                    <a:lnTo>
                      <a:pt x="180433" y="25718"/>
                    </a:lnTo>
                    <a:lnTo>
                      <a:pt x="180433" y="197254"/>
                    </a:lnTo>
                    <a:lnTo>
                      <a:pt x="273273" y="197254"/>
                    </a:lnTo>
                    <a:cubicBezTo>
                      <a:pt x="320079" y="197254"/>
                      <a:pt x="349825" y="196311"/>
                      <a:pt x="362512" y="194425"/>
                    </a:cubicBezTo>
                    <a:lnTo>
                      <a:pt x="362512" y="213199"/>
                    </a:lnTo>
                    <a:cubicBezTo>
                      <a:pt x="353083" y="211313"/>
                      <a:pt x="319907" y="210370"/>
                      <a:pt x="262986" y="210370"/>
                    </a:cubicBezTo>
                    <a:cubicBezTo>
                      <a:pt x="206064" y="210370"/>
                      <a:pt x="172974" y="211313"/>
                      <a:pt x="163716" y="213199"/>
                    </a:cubicBezTo>
                    <a:cubicBezTo>
                      <a:pt x="164573" y="199654"/>
                      <a:pt x="165002" y="185852"/>
                      <a:pt x="165002" y="171793"/>
                    </a:cubicBezTo>
                    <a:lnTo>
                      <a:pt x="165002" y="51435"/>
                    </a:lnTo>
                    <a:cubicBezTo>
                      <a:pt x="165002" y="34805"/>
                      <a:pt x="164573" y="20917"/>
                      <a:pt x="163716" y="9773"/>
                    </a:cubicBezTo>
                    <a:close/>
                    <a:moveTo>
                      <a:pt x="0" y="0"/>
                    </a:moveTo>
                    <a:lnTo>
                      <a:pt x="36776" y="0"/>
                    </a:lnTo>
                    <a:cubicBezTo>
                      <a:pt x="58551" y="0"/>
                      <a:pt x="72781" y="858"/>
                      <a:pt x="79468" y="2572"/>
                    </a:cubicBezTo>
                    <a:cubicBezTo>
                      <a:pt x="86154" y="4287"/>
                      <a:pt x="92283" y="7287"/>
                      <a:pt x="97856" y="11573"/>
                    </a:cubicBezTo>
                    <a:cubicBezTo>
                      <a:pt x="103428" y="15860"/>
                      <a:pt x="107757" y="21217"/>
                      <a:pt x="110843" y="27647"/>
                    </a:cubicBezTo>
                    <a:cubicBezTo>
                      <a:pt x="113929" y="34076"/>
                      <a:pt x="115472" y="41234"/>
                      <a:pt x="115472" y="49121"/>
                    </a:cubicBezTo>
                    <a:cubicBezTo>
                      <a:pt x="115472" y="61808"/>
                      <a:pt x="112043" y="72181"/>
                      <a:pt x="105185" y="80239"/>
                    </a:cubicBezTo>
                    <a:cubicBezTo>
                      <a:pt x="98327" y="88297"/>
                      <a:pt x="89712" y="93398"/>
                      <a:pt x="79339" y="95541"/>
                    </a:cubicBezTo>
                    <a:cubicBezTo>
                      <a:pt x="68966" y="97684"/>
                      <a:pt x="53064" y="98756"/>
                      <a:pt x="31633" y="98756"/>
                    </a:cubicBezTo>
                    <a:lnTo>
                      <a:pt x="18517" y="98756"/>
                    </a:lnTo>
                    <a:lnTo>
                      <a:pt x="18517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F880F104-5BC2-4E36-ABA0-27AFD2EB2CDB}"/>
                  </a:ext>
                </a:extLst>
              </p:cNvPr>
              <p:cNvSpPr txBox="1"/>
              <p:nvPr/>
            </p:nvSpPr>
            <p:spPr>
              <a:xfrm>
                <a:off x="10102272" y="10287542"/>
                <a:ext cx="1598532" cy="333620"/>
              </a:xfrm>
              <a:custGeom>
                <a:avLst/>
                <a:gdLst/>
                <a:ahLst/>
                <a:cxnLst/>
                <a:rect l="l" t="t" r="r" b="b"/>
                <a:pathLst>
                  <a:path w="1000791" h="208869">
                    <a:moveTo>
                      <a:pt x="474457" y="103162"/>
                    </a:moveTo>
                    <a:lnTo>
                      <a:pt x="539129" y="103162"/>
                    </a:lnTo>
                    <a:lnTo>
                      <a:pt x="539129" y="120961"/>
                    </a:lnTo>
                    <a:lnTo>
                      <a:pt x="474457" y="120961"/>
                    </a:lnTo>
                    <a:close/>
                    <a:moveTo>
                      <a:pt x="672621" y="100330"/>
                    </a:moveTo>
                    <a:lnTo>
                      <a:pt x="672621" y="130298"/>
                    </a:lnTo>
                    <a:lnTo>
                      <a:pt x="722545" y="130298"/>
                    </a:lnTo>
                    <a:lnTo>
                      <a:pt x="722545" y="100330"/>
                    </a:lnTo>
                    <a:close/>
                    <a:moveTo>
                      <a:pt x="602655" y="100330"/>
                    </a:moveTo>
                    <a:lnTo>
                      <a:pt x="602655" y="130298"/>
                    </a:lnTo>
                    <a:lnTo>
                      <a:pt x="653922" y="130298"/>
                    </a:lnTo>
                    <a:lnTo>
                      <a:pt x="653922" y="100330"/>
                    </a:lnTo>
                    <a:close/>
                    <a:moveTo>
                      <a:pt x="163392" y="100241"/>
                    </a:moveTo>
                    <a:cubicBezTo>
                      <a:pt x="169928" y="104741"/>
                      <a:pt x="175651" y="107765"/>
                      <a:pt x="180558" y="109313"/>
                    </a:cubicBezTo>
                    <a:cubicBezTo>
                      <a:pt x="183585" y="110247"/>
                      <a:pt x="185098" y="111767"/>
                      <a:pt x="185098" y="113873"/>
                    </a:cubicBezTo>
                    <a:cubicBezTo>
                      <a:pt x="185098" y="115979"/>
                      <a:pt x="184186" y="117442"/>
                      <a:pt x="182362" y="118263"/>
                    </a:cubicBezTo>
                    <a:cubicBezTo>
                      <a:pt x="180538" y="119083"/>
                      <a:pt x="178757" y="120328"/>
                      <a:pt x="177019" y="121999"/>
                    </a:cubicBezTo>
                    <a:cubicBezTo>
                      <a:pt x="175280" y="123669"/>
                      <a:pt x="173751" y="125530"/>
                      <a:pt x="172432" y="127580"/>
                    </a:cubicBezTo>
                    <a:cubicBezTo>
                      <a:pt x="165348" y="137679"/>
                      <a:pt x="154126" y="148668"/>
                      <a:pt x="138766" y="160546"/>
                    </a:cubicBezTo>
                    <a:cubicBezTo>
                      <a:pt x="123406" y="172425"/>
                      <a:pt x="103973" y="182584"/>
                      <a:pt x="80469" y="191022"/>
                    </a:cubicBezTo>
                    <a:cubicBezTo>
                      <a:pt x="56965" y="199460"/>
                      <a:pt x="32685" y="205409"/>
                      <a:pt x="7630" y="208869"/>
                    </a:cubicBezTo>
                    <a:cubicBezTo>
                      <a:pt x="6920" y="201675"/>
                      <a:pt x="4377" y="194373"/>
                      <a:pt x="0" y="186962"/>
                    </a:cubicBezTo>
                    <a:cubicBezTo>
                      <a:pt x="22901" y="186291"/>
                      <a:pt x="43611" y="183251"/>
                      <a:pt x="62131" y="177843"/>
                    </a:cubicBezTo>
                    <a:cubicBezTo>
                      <a:pt x="80651" y="172435"/>
                      <a:pt x="96584" y="165750"/>
                      <a:pt x="109930" y="157787"/>
                    </a:cubicBezTo>
                    <a:cubicBezTo>
                      <a:pt x="123276" y="149824"/>
                      <a:pt x="134487" y="141560"/>
                      <a:pt x="143564" y="132995"/>
                    </a:cubicBezTo>
                    <a:cubicBezTo>
                      <a:pt x="152642" y="124429"/>
                      <a:pt x="159251" y="113511"/>
                      <a:pt x="163392" y="100241"/>
                    </a:cubicBezTo>
                    <a:close/>
                    <a:moveTo>
                      <a:pt x="672621" y="52563"/>
                    </a:moveTo>
                    <a:lnTo>
                      <a:pt x="672621" y="84996"/>
                    </a:lnTo>
                    <a:lnTo>
                      <a:pt x="722545" y="84996"/>
                    </a:lnTo>
                    <a:lnTo>
                      <a:pt x="722545" y="52563"/>
                    </a:lnTo>
                    <a:close/>
                    <a:moveTo>
                      <a:pt x="602655" y="52563"/>
                    </a:moveTo>
                    <a:lnTo>
                      <a:pt x="602655" y="84996"/>
                    </a:lnTo>
                    <a:lnTo>
                      <a:pt x="653922" y="84996"/>
                    </a:lnTo>
                    <a:lnTo>
                      <a:pt x="653922" y="52563"/>
                    </a:lnTo>
                    <a:close/>
                    <a:moveTo>
                      <a:pt x="52607" y="35208"/>
                    </a:moveTo>
                    <a:cubicBezTo>
                      <a:pt x="58910" y="39170"/>
                      <a:pt x="64219" y="41961"/>
                      <a:pt x="68534" y="43580"/>
                    </a:cubicBezTo>
                    <a:cubicBezTo>
                      <a:pt x="71491" y="44566"/>
                      <a:pt x="72970" y="45943"/>
                      <a:pt x="72970" y="47711"/>
                    </a:cubicBezTo>
                    <a:cubicBezTo>
                      <a:pt x="72970" y="49479"/>
                      <a:pt x="71456" y="51399"/>
                      <a:pt x="68428" y="53471"/>
                    </a:cubicBezTo>
                    <a:cubicBezTo>
                      <a:pt x="65401" y="55542"/>
                      <a:pt x="61902" y="59993"/>
                      <a:pt x="57932" y="66822"/>
                    </a:cubicBezTo>
                    <a:cubicBezTo>
                      <a:pt x="46595" y="87025"/>
                      <a:pt x="33944" y="104772"/>
                      <a:pt x="19978" y="120065"/>
                    </a:cubicBezTo>
                    <a:cubicBezTo>
                      <a:pt x="16973" y="115462"/>
                      <a:pt x="12033" y="111787"/>
                      <a:pt x="5158" y="109042"/>
                    </a:cubicBezTo>
                    <a:cubicBezTo>
                      <a:pt x="15345" y="99788"/>
                      <a:pt x="24565" y="88899"/>
                      <a:pt x="32817" y="76373"/>
                    </a:cubicBezTo>
                    <a:cubicBezTo>
                      <a:pt x="41069" y="63848"/>
                      <a:pt x="47666" y="50126"/>
                      <a:pt x="52607" y="35208"/>
                    </a:cubicBezTo>
                    <a:close/>
                    <a:moveTo>
                      <a:pt x="145972" y="34086"/>
                    </a:moveTo>
                    <a:cubicBezTo>
                      <a:pt x="169520" y="51714"/>
                      <a:pt x="190786" y="70863"/>
                      <a:pt x="209769" y="91532"/>
                    </a:cubicBezTo>
                    <a:lnTo>
                      <a:pt x="195703" y="104141"/>
                    </a:lnTo>
                    <a:cubicBezTo>
                      <a:pt x="181868" y="85829"/>
                      <a:pt x="161411" y="66742"/>
                      <a:pt x="134331" y="46880"/>
                    </a:cubicBezTo>
                    <a:close/>
                    <a:moveTo>
                      <a:pt x="819729" y="15698"/>
                    </a:moveTo>
                    <a:cubicBezTo>
                      <a:pt x="829277" y="16448"/>
                      <a:pt x="855247" y="16823"/>
                      <a:pt x="897638" y="16823"/>
                    </a:cubicBezTo>
                    <a:cubicBezTo>
                      <a:pt x="940029" y="16823"/>
                      <a:pt x="965518" y="16448"/>
                      <a:pt x="974105" y="15698"/>
                    </a:cubicBezTo>
                    <a:lnTo>
                      <a:pt x="974105" y="33836"/>
                    </a:lnTo>
                    <a:cubicBezTo>
                      <a:pt x="968109" y="34898"/>
                      <a:pt x="962504" y="37472"/>
                      <a:pt x="957289" y="41558"/>
                    </a:cubicBezTo>
                    <a:lnTo>
                      <a:pt x="908172" y="79881"/>
                    </a:lnTo>
                    <a:lnTo>
                      <a:pt x="908172" y="92172"/>
                    </a:lnTo>
                    <a:cubicBezTo>
                      <a:pt x="949537" y="92172"/>
                      <a:pt x="980409" y="91349"/>
                      <a:pt x="1000791" y="89704"/>
                    </a:cubicBezTo>
                    <a:lnTo>
                      <a:pt x="1000791" y="111092"/>
                    </a:lnTo>
                    <a:cubicBezTo>
                      <a:pt x="980128" y="109599"/>
                      <a:pt x="949256" y="108852"/>
                      <a:pt x="908172" y="108852"/>
                    </a:cubicBezTo>
                    <a:lnTo>
                      <a:pt x="908172" y="186848"/>
                    </a:lnTo>
                    <a:cubicBezTo>
                      <a:pt x="908172" y="191868"/>
                      <a:pt x="906995" y="195859"/>
                      <a:pt x="904641" y="198821"/>
                    </a:cubicBezTo>
                    <a:cubicBezTo>
                      <a:pt x="902287" y="201783"/>
                      <a:pt x="897818" y="204048"/>
                      <a:pt x="891234" y="205616"/>
                    </a:cubicBezTo>
                    <a:cubicBezTo>
                      <a:pt x="884650" y="207184"/>
                      <a:pt x="874196" y="208045"/>
                      <a:pt x="859873" y="208197"/>
                    </a:cubicBezTo>
                    <a:cubicBezTo>
                      <a:pt x="860471" y="199613"/>
                      <a:pt x="858227" y="191585"/>
                      <a:pt x="853143" y="184115"/>
                    </a:cubicBezTo>
                    <a:cubicBezTo>
                      <a:pt x="864788" y="185911"/>
                      <a:pt x="872877" y="186809"/>
                      <a:pt x="877413" y="186809"/>
                    </a:cubicBezTo>
                    <a:cubicBezTo>
                      <a:pt x="881948" y="186809"/>
                      <a:pt x="885017" y="186237"/>
                      <a:pt x="886621" y="185092"/>
                    </a:cubicBezTo>
                    <a:cubicBezTo>
                      <a:pt x="888225" y="183948"/>
                      <a:pt x="889027" y="181170"/>
                      <a:pt x="889027" y="176757"/>
                    </a:cubicBezTo>
                    <a:lnTo>
                      <a:pt x="889027" y="108852"/>
                    </a:lnTo>
                    <a:cubicBezTo>
                      <a:pt x="842378" y="108852"/>
                      <a:pt x="810085" y="109599"/>
                      <a:pt x="792147" y="111092"/>
                    </a:cubicBezTo>
                    <a:lnTo>
                      <a:pt x="792147" y="89704"/>
                    </a:lnTo>
                    <a:cubicBezTo>
                      <a:pt x="809861" y="91349"/>
                      <a:pt x="842154" y="92172"/>
                      <a:pt x="889027" y="92172"/>
                    </a:cubicBezTo>
                    <a:lnTo>
                      <a:pt x="889027" y="72205"/>
                    </a:lnTo>
                    <a:lnTo>
                      <a:pt x="943744" y="33275"/>
                    </a:lnTo>
                    <a:lnTo>
                      <a:pt x="870231" y="33275"/>
                    </a:lnTo>
                    <a:cubicBezTo>
                      <a:pt x="848498" y="33275"/>
                      <a:pt x="831663" y="33649"/>
                      <a:pt x="819729" y="34397"/>
                    </a:cubicBezTo>
                    <a:close/>
                    <a:moveTo>
                      <a:pt x="267279" y="15698"/>
                    </a:moveTo>
                    <a:cubicBezTo>
                      <a:pt x="276827" y="16448"/>
                      <a:pt x="302797" y="16823"/>
                      <a:pt x="345188" y="16823"/>
                    </a:cubicBezTo>
                    <a:cubicBezTo>
                      <a:pt x="387579" y="16823"/>
                      <a:pt x="413068" y="16448"/>
                      <a:pt x="421655" y="15698"/>
                    </a:cubicBezTo>
                    <a:lnTo>
                      <a:pt x="421655" y="33836"/>
                    </a:lnTo>
                    <a:cubicBezTo>
                      <a:pt x="415659" y="34898"/>
                      <a:pt x="410054" y="37472"/>
                      <a:pt x="404839" y="41558"/>
                    </a:cubicBezTo>
                    <a:lnTo>
                      <a:pt x="355722" y="79881"/>
                    </a:lnTo>
                    <a:lnTo>
                      <a:pt x="355722" y="92172"/>
                    </a:lnTo>
                    <a:cubicBezTo>
                      <a:pt x="397087" y="92172"/>
                      <a:pt x="427959" y="91349"/>
                      <a:pt x="448341" y="89704"/>
                    </a:cubicBezTo>
                    <a:lnTo>
                      <a:pt x="448341" y="111092"/>
                    </a:lnTo>
                    <a:cubicBezTo>
                      <a:pt x="427678" y="109599"/>
                      <a:pt x="396805" y="108852"/>
                      <a:pt x="355722" y="108852"/>
                    </a:cubicBezTo>
                    <a:lnTo>
                      <a:pt x="355722" y="186848"/>
                    </a:lnTo>
                    <a:cubicBezTo>
                      <a:pt x="355722" y="191868"/>
                      <a:pt x="354545" y="195859"/>
                      <a:pt x="352191" y="198821"/>
                    </a:cubicBezTo>
                    <a:cubicBezTo>
                      <a:pt x="349837" y="201783"/>
                      <a:pt x="345368" y="204048"/>
                      <a:pt x="338784" y="205616"/>
                    </a:cubicBezTo>
                    <a:cubicBezTo>
                      <a:pt x="332200" y="207184"/>
                      <a:pt x="321746" y="208045"/>
                      <a:pt x="307423" y="208197"/>
                    </a:cubicBezTo>
                    <a:cubicBezTo>
                      <a:pt x="308021" y="199613"/>
                      <a:pt x="305777" y="191585"/>
                      <a:pt x="300693" y="184115"/>
                    </a:cubicBezTo>
                    <a:cubicBezTo>
                      <a:pt x="312338" y="185911"/>
                      <a:pt x="320428" y="186809"/>
                      <a:pt x="324963" y="186809"/>
                    </a:cubicBezTo>
                    <a:cubicBezTo>
                      <a:pt x="329498" y="186809"/>
                      <a:pt x="332567" y="186237"/>
                      <a:pt x="334171" y="185092"/>
                    </a:cubicBezTo>
                    <a:cubicBezTo>
                      <a:pt x="335775" y="183948"/>
                      <a:pt x="336577" y="181170"/>
                      <a:pt x="336577" y="176757"/>
                    </a:cubicBezTo>
                    <a:lnTo>
                      <a:pt x="336577" y="108852"/>
                    </a:lnTo>
                    <a:cubicBezTo>
                      <a:pt x="289928" y="108852"/>
                      <a:pt x="257635" y="109599"/>
                      <a:pt x="239697" y="111092"/>
                    </a:cubicBezTo>
                    <a:lnTo>
                      <a:pt x="239697" y="89704"/>
                    </a:lnTo>
                    <a:cubicBezTo>
                      <a:pt x="257411" y="91349"/>
                      <a:pt x="289704" y="92172"/>
                      <a:pt x="336577" y="92172"/>
                    </a:cubicBezTo>
                    <a:lnTo>
                      <a:pt x="336577" y="72205"/>
                    </a:lnTo>
                    <a:lnTo>
                      <a:pt x="391294" y="33275"/>
                    </a:lnTo>
                    <a:lnTo>
                      <a:pt x="317781" y="33275"/>
                    </a:lnTo>
                    <a:cubicBezTo>
                      <a:pt x="296048" y="33275"/>
                      <a:pt x="279213" y="33649"/>
                      <a:pt x="267279" y="34397"/>
                    </a:cubicBezTo>
                    <a:close/>
                    <a:moveTo>
                      <a:pt x="651454" y="225"/>
                    </a:moveTo>
                    <a:cubicBezTo>
                      <a:pt x="659741" y="1272"/>
                      <a:pt x="667081" y="1796"/>
                      <a:pt x="673475" y="1796"/>
                    </a:cubicBezTo>
                    <a:cubicBezTo>
                      <a:pt x="677689" y="1796"/>
                      <a:pt x="679797" y="3034"/>
                      <a:pt x="679797" y="5511"/>
                    </a:cubicBezTo>
                    <a:cubicBezTo>
                      <a:pt x="679797" y="7987"/>
                      <a:pt x="678937" y="9570"/>
                      <a:pt x="677216" y="10258"/>
                    </a:cubicBezTo>
                    <a:cubicBezTo>
                      <a:pt x="675496" y="10946"/>
                      <a:pt x="674300" y="11905"/>
                      <a:pt x="673628" y="13133"/>
                    </a:cubicBezTo>
                    <a:cubicBezTo>
                      <a:pt x="672957" y="14362"/>
                      <a:pt x="672621" y="15455"/>
                      <a:pt x="672621" y="16412"/>
                    </a:cubicBezTo>
                    <a:lnTo>
                      <a:pt x="672621" y="36779"/>
                    </a:lnTo>
                    <a:cubicBezTo>
                      <a:pt x="703399" y="36782"/>
                      <a:pt x="726797" y="35884"/>
                      <a:pt x="742815" y="34086"/>
                    </a:cubicBezTo>
                    <a:cubicBezTo>
                      <a:pt x="741768" y="41866"/>
                      <a:pt x="741244" y="51075"/>
                      <a:pt x="741244" y="61714"/>
                    </a:cubicBezTo>
                    <a:lnTo>
                      <a:pt x="741244" y="127869"/>
                    </a:lnTo>
                    <a:cubicBezTo>
                      <a:pt x="741244" y="138485"/>
                      <a:pt x="741992" y="149936"/>
                      <a:pt x="743487" y="162223"/>
                    </a:cubicBezTo>
                    <a:lnTo>
                      <a:pt x="722545" y="162223"/>
                    </a:lnTo>
                    <a:lnTo>
                      <a:pt x="722545" y="146079"/>
                    </a:lnTo>
                    <a:lnTo>
                      <a:pt x="672621" y="146079"/>
                    </a:lnTo>
                    <a:lnTo>
                      <a:pt x="672621" y="175186"/>
                    </a:lnTo>
                    <a:cubicBezTo>
                      <a:pt x="672621" y="179915"/>
                      <a:pt x="673010" y="183178"/>
                      <a:pt x="673789" y="184974"/>
                    </a:cubicBezTo>
                    <a:cubicBezTo>
                      <a:pt x="674568" y="186771"/>
                      <a:pt x="676370" y="188087"/>
                      <a:pt x="679195" y="188921"/>
                    </a:cubicBezTo>
                    <a:cubicBezTo>
                      <a:pt x="682020" y="189756"/>
                      <a:pt x="686979" y="190173"/>
                      <a:pt x="694070" y="190173"/>
                    </a:cubicBezTo>
                    <a:lnTo>
                      <a:pt x="729539" y="189948"/>
                    </a:lnTo>
                    <a:cubicBezTo>
                      <a:pt x="737578" y="189948"/>
                      <a:pt x="742989" y="187506"/>
                      <a:pt x="745771" y="182621"/>
                    </a:cubicBezTo>
                    <a:cubicBezTo>
                      <a:pt x="748554" y="177735"/>
                      <a:pt x="750812" y="169264"/>
                      <a:pt x="752545" y="157205"/>
                    </a:cubicBezTo>
                    <a:cubicBezTo>
                      <a:pt x="757986" y="161596"/>
                      <a:pt x="764386" y="164976"/>
                      <a:pt x="771744" y="167345"/>
                    </a:cubicBezTo>
                    <a:cubicBezTo>
                      <a:pt x="767977" y="182945"/>
                      <a:pt x="763257" y="193541"/>
                      <a:pt x="757583" y="199133"/>
                    </a:cubicBezTo>
                    <a:cubicBezTo>
                      <a:pt x="751910" y="204726"/>
                      <a:pt x="742625" y="207522"/>
                      <a:pt x="729728" y="207522"/>
                    </a:cubicBezTo>
                    <a:lnTo>
                      <a:pt x="694331" y="207300"/>
                    </a:lnTo>
                    <a:cubicBezTo>
                      <a:pt x="682196" y="207300"/>
                      <a:pt x="673304" y="206412"/>
                      <a:pt x="667654" y="204636"/>
                    </a:cubicBezTo>
                    <a:cubicBezTo>
                      <a:pt x="662005" y="202859"/>
                      <a:pt x="658304" y="199675"/>
                      <a:pt x="656551" y="195083"/>
                    </a:cubicBezTo>
                    <a:cubicBezTo>
                      <a:pt x="654798" y="190491"/>
                      <a:pt x="653922" y="183411"/>
                      <a:pt x="653922" y="173843"/>
                    </a:cubicBezTo>
                    <a:lnTo>
                      <a:pt x="653922" y="146079"/>
                    </a:lnTo>
                    <a:lnTo>
                      <a:pt x="602655" y="146079"/>
                    </a:lnTo>
                    <a:lnTo>
                      <a:pt x="602655" y="166710"/>
                    </a:lnTo>
                    <a:lnTo>
                      <a:pt x="582385" y="166710"/>
                    </a:lnTo>
                    <a:cubicBezTo>
                      <a:pt x="584028" y="154232"/>
                      <a:pt x="584849" y="142033"/>
                      <a:pt x="584849" y="130112"/>
                    </a:cubicBezTo>
                    <a:lnTo>
                      <a:pt x="584849" y="61714"/>
                    </a:lnTo>
                    <a:cubicBezTo>
                      <a:pt x="584849" y="52085"/>
                      <a:pt x="584327" y="42875"/>
                      <a:pt x="583281" y="34086"/>
                    </a:cubicBezTo>
                    <a:cubicBezTo>
                      <a:pt x="599986" y="35884"/>
                      <a:pt x="623533" y="36782"/>
                      <a:pt x="653922" y="36779"/>
                    </a:cubicBezTo>
                    <a:cubicBezTo>
                      <a:pt x="653922" y="21927"/>
                      <a:pt x="653099" y="9742"/>
                      <a:pt x="651454" y="225"/>
                    </a:cubicBezTo>
                    <a:close/>
                    <a:moveTo>
                      <a:pt x="94412" y="0"/>
                    </a:moveTo>
                    <a:cubicBezTo>
                      <a:pt x="101501" y="1497"/>
                      <a:pt x="106648" y="2246"/>
                      <a:pt x="109853" y="2246"/>
                    </a:cubicBezTo>
                    <a:lnTo>
                      <a:pt x="114811" y="2021"/>
                    </a:lnTo>
                    <a:cubicBezTo>
                      <a:pt x="117416" y="2021"/>
                      <a:pt x="118719" y="2886"/>
                      <a:pt x="118719" y="4616"/>
                    </a:cubicBezTo>
                    <a:cubicBezTo>
                      <a:pt x="118719" y="6346"/>
                      <a:pt x="118083" y="7884"/>
                      <a:pt x="116813" y="9229"/>
                    </a:cubicBezTo>
                    <a:cubicBezTo>
                      <a:pt x="115543" y="10575"/>
                      <a:pt x="114907" y="12820"/>
                      <a:pt x="114907" y="15966"/>
                    </a:cubicBezTo>
                    <a:lnTo>
                      <a:pt x="114907" y="112396"/>
                    </a:lnTo>
                    <a:cubicBezTo>
                      <a:pt x="114907" y="122049"/>
                      <a:pt x="115431" y="130959"/>
                      <a:pt x="116479" y="139124"/>
                    </a:cubicBezTo>
                    <a:lnTo>
                      <a:pt x="94191" y="139124"/>
                    </a:lnTo>
                    <a:cubicBezTo>
                      <a:pt x="95236" y="131261"/>
                      <a:pt x="95759" y="122427"/>
                      <a:pt x="95759" y="112621"/>
                    </a:cubicBezTo>
                    <a:lnTo>
                      <a:pt x="95759" y="23588"/>
                    </a:lnTo>
                    <a:cubicBezTo>
                      <a:pt x="95759" y="14330"/>
                      <a:pt x="95310" y="6467"/>
                      <a:pt x="94412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="1" dirty="0"/>
              </a:p>
            </p:txBody>
          </p:sp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B9F43C32-37B8-49FE-9AF1-0EDFAB7C0B36}"/>
                  </a:ext>
                </a:extLst>
              </p:cNvPr>
              <p:cNvSpPr txBox="1"/>
              <p:nvPr/>
            </p:nvSpPr>
            <p:spPr>
              <a:xfrm>
                <a:off x="11734265" y="10265395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3" y="177965"/>
                    </a:lnTo>
                    <a:lnTo>
                      <a:pt x="705173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3" y="146590"/>
                    </a:lnTo>
                    <a:lnTo>
                      <a:pt x="705173" y="125759"/>
                    </a:lnTo>
                    <a:close/>
                    <a:moveTo>
                      <a:pt x="825788" y="113671"/>
                    </a:moveTo>
                    <a:cubicBezTo>
                      <a:pt x="829732" y="119158"/>
                      <a:pt x="834532" y="123444"/>
                      <a:pt x="840190" y="126530"/>
                    </a:cubicBezTo>
                    <a:cubicBezTo>
                      <a:pt x="816702" y="156705"/>
                      <a:pt x="798099" y="181737"/>
                      <a:pt x="784383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399" y="156234"/>
                    </a:cubicBezTo>
                    <a:cubicBezTo>
                      <a:pt x="810144" y="140546"/>
                      <a:pt x="819273" y="126359"/>
                      <a:pt x="825788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8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5" y="219327"/>
                      <a:pt x="718418" y="222328"/>
                    </a:cubicBezTo>
                    <a:cubicBezTo>
                      <a:pt x="716961" y="225328"/>
                      <a:pt x="713789" y="227643"/>
                      <a:pt x="708902" y="229272"/>
                    </a:cubicBezTo>
                    <a:cubicBezTo>
                      <a:pt x="704016" y="230900"/>
                      <a:pt x="696344" y="232229"/>
                      <a:pt x="685885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3" y="213241"/>
                      <a:pt x="705173" y="210455"/>
                      <a:pt x="705173" y="205997"/>
                    </a:cubicBezTo>
                    <a:lnTo>
                      <a:pt x="705173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8" y="211055"/>
                      <a:pt x="608218" y="200597"/>
                    </a:cubicBezTo>
                    <a:lnTo>
                      <a:pt x="608218" y="141961"/>
                    </a:lnTo>
                    <a:cubicBezTo>
                      <a:pt x="608218" y="129102"/>
                      <a:pt x="607618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09" y="105442"/>
                      <a:pt x="113542" y="105442"/>
                    </a:cubicBezTo>
                    <a:cubicBezTo>
                      <a:pt x="148775" y="105442"/>
                      <a:pt x="173421" y="104756"/>
                      <a:pt x="187480" y="103384"/>
                    </a:cubicBezTo>
                    <a:lnTo>
                      <a:pt x="178993" y="197253"/>
                    </a:lnTo>
                    <a:cubicBezTo>
                      <a:pt x="178479" y="203254"/>
                      <a:pt x="176807" y="207926"/>
                      <a:pt x="173979" y="211269"/>
                    </a:cubicBezTo>
                    <a:cubicBezTo>
                      <a:pt x="171150" y="214613"/>
                      <a:pt x="165749" y="217313"/>
                      <a:pt x="157776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899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6" y="202011"/>
                      <a:pt x="159877" y="200082"/>
                      <a:pt x="161248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6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6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5" y="77667"/>
                    </a:cubicBezTo>
                    <a:lnTo>
                      <a:pt x="581729" y="83839"/>
                    </a:lnTo>
                    <a:cubicBezTo>
                      <a:pt x="577615" y="70123"/>
                      <a:pt x="572214" y="57950"/>
                      <a:pt x="565527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6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8" y="38662"/>
                      <a:pt x="973921" y="57307"/>
                      <a:pt x="973921" y="69051"/>
                    </a:cubicBezTo>
                    <a:cubicBezTo>
                      <a:pt x="973921" y="80796"/>
                      <a:pt x="974178" y="96526"/>
                      <a:pt x="974693" y="116243"/>
                    </a:cubicBezTo>
                    <a:lnTo>
                      <a:pt x="941774" y="115472"/>
                    </a:lnTo>
                    <a:lnTo>
                      <a:pt x="941774" y="198539"/>
                    </a:lnTo>
                    <a:cubicBezTo>
                      <a:pt x="941774" y="204368"/>
                      <a:pt x="942975" y="208355"/>
                      <a:pt x="945375" y="210498"/>
                    </a:cubicBezTo>
                    <a:cubicBezTo>
                      <a:pt x="947775" y="212641"/>
                      <a:pt x="952404" y="213712"/>
                      <a:pt x="959262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3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0" y="226100"/>
                      <a:pt x="979451" y="228629"/>
                      <a:pt x="963249" y="228629"/>
                    </a:cubicBezTo>
                    <a:cubicBezTo>
                      <a:pt x="947046" y="228629"/>
                      <a:pt x="936802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4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2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1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8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0" y="37548"/>
                    </a:cubicBezTo>
                    <a:cubicBezTo>
                      <a:pt x="66351" y="73552"/>
                      <a:pt x="43376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8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1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5" y="78824"/>
                    </a:cubicBezTo>
                    <a:cubicBezTo>
                      <a:pt x="160520" y="61936"/>
                      <a:pt x="148475" y="38662"/>
                      <a:pt x="136302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6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8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5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5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1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7" y="86411"/>
                    </a:cubicBezTo>
                    <a:lnTo>
                      <a:pt x="656567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7" y="55550"/>
                    </a:cubicBezTo>
                    <a:lnTo>
                      <a:pt x="656567" y="36519"/>
                    </a:lnTo>
                    <a:cubicBezTo>
                      <a:pt x="631193" y="36519"/>
                      <a:pt x="611647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7" y="24603"/>
                      <a:pt x="631193" y="25203"/>
                      <a:pt x="656567" y="25203"/>
                    </a:cubicBezTo>
                    <a:cubicBezTo>
                      <a:pt x="656567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0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4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6" y="70466"/>
                      <a:pt x="398106" y="71495"/>
                    </a:cubicBezTo>
                    <a:cubicBezTo>
                      <a:pt x="398106" y="72523"/>
                      <a:pt x="396992" y="74066"/>
                      <a:pt x="394763" y="76124"/>
                    </a:cubicBezTo>
                    <a:cubicBezTo>
                      <a:pt x="392534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29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3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8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6" y="56321"/>
                    </a:cubicBezTo>
                    <a:cubicBezTo>
                      <a:pt x="301837" y="56493"/>
                      <a:pt x="274405" y="57264"/>
                      <a:pt x="258460" y="58636"/>
                    </a:cubicBezTo>
                    <a:lnTo>
                      <a:pt x="258460" y="40891"/>
                    </a:lnTo>
                    <a:cubicBezTo>
                      <a:pt x="272519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sp>
          <p:nvSpPr>
            <p:cNvPr id="187" name="任意多边形: 形状 186">
              <a:extLst>
                <a:ext uri="{FF2B5EF4-FFF2-40B4-BE49-F238E27FC236}">
                  <a16:creationId xmlns:a16="http://schemas.microsoft.com/office/drawing/2014/main" id="{9E12257D-D8CF-4A40-94F5-891DDB117B19}"/>
                </a:ext>
              </a:extLst>
            </p:cNvPr>
            <p:cNvSpPr/>
            <p:nvPr/>
          </p:nvSpPr>
          <p:spPr>
            <a:xfrm>
              <a:off x="-1187291" y="2615535"/>
              <a:ext cx="6654595" cy="1975844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任意多边形: 形状 188">
              <a:extLst>
                <a:ext uri="{FF2B5EF4-FFF2-40B4-BE49-F238E27FC236}">
                  <a16:creationId xmlns:a16="http://schemas.microsoft.com/office/drawing/2014/main" id="{E7772B58-93E7-41FD-BE47-5BE0FAEAE87D}"/>
                </a:ext>
              </a:extLst>
            </p:cNvPr>
            <p:cNvSpPr/>
            <p:nvPr/>
          </p:nvSpPr>
          <p:spPr>
            <a:xfrm>
              <a:off x="7423824" y="2577712"/>
              <a:ext cx="6739794" cy="2014422"/>
            </a:xfrm>
            <a:custGeom>
              <a:avLst/>
              <a:gdLst>
                <a:gd name="connsiteX0" fmla="*/ 0 w 2238375"/>
                <a:gd name="connsiteY0" fmla="*/ 0 h 1724498"/>
                <a:gd name="connsiteX1" fmla="*/ 438150 w 2238375"/>
                <a:gd name="connsiteY1" fmla="*/ 704850 h 1724498"/>
                <a:gd name="connsiteX2" fmla="*/ 1066800 w 2238375"/>
                <a:gd name="connsiteY2" fmla="*/ 1304925 h 1724498"/>
                <a:gd name="connsiteX3" fmla="*/ 1781175 w 2238375"/>
                <a:gd name="connsiteY3" fmla="*/ 1657350 h 1724498"/>
                <a:gd name="connsiteX4" fmla="*/ 2238375 w 2238375"/>
                <a:gd name="connsiteY4" fmla="*/ 1724025 h 1724498"/>
                <a:gd name="connsiteX0" fmla="*/ 0 w 4219575"/>
                <a:gd name="connsiteY0" fmla="*/ 0 h 1724498"/>
                <a:gd name="connsiteX1" fmla="*/ 438150 w 4219575"/>
                <a:gd name="connsiteY1" fmla="*/ 704850 h 1724498"/>
                <a:gd name="connsiteX2" fmla="*/ 1066800 w 4219575"/>
                <a:gd name="connsiteY2" fmla="*/ 1304925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  <a:gd name="connsiteX0" fmla="*/ 0 w 4219575"/>
                <a:gd name="connsiteY0" fmla="*/ 0 h 1724498"/>
                <a:gd name="connsiteX1" fmla="*/ 419100 w 4219575"/>
                <a:gd name="connsiteY1" fmla="*/ 714375 h 1724498"/>
                <a:gd name="connsiteX2" fmla="*/ 1066800 w 4219575"/>
                <a:gd name="connsiteY2" fmla="*/ 1304925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  <a:gd name="connsiteX0" fmla="*/ 0 w 4219575"/>
                <a:gd name="connsiteY0" fmla="*/ 0 h 1724498"/>
                <a:gd name="connsiteX1" fmla="*/ 419100 w 4219575"/>
                <a:gd name="connsiteY1" fmla="*/ 714375 h 1724498"/>
                <a:gd name="connsiteX2" fmla="*/ 1057275 w 4219575"/>
                <a:gd name="connsiteY2" fmla="*/ 1333500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9575" h="1724498">
                  <a:moveTo>
                    <a:pt x="0" y="0"/>
                  </a:moveTo>
                  <a:cubicBezTo>
                    <a:pt x="130175" y="243681"/>
                    <a:pt x="242888" y="492125"/>
                    <a:pt x="419100" y="714375"/>
                  </a:cubicBezTo>
                  <a:cubicBezTo>
                    <a:pt x="595313" y="936625"/>
                    <a:pt x="830263" y="1176338"/>
                    <a:pt x="1057275" y="1333500"/>
                  </a:cubicBezTo>
                  <a:cubicBezTo>
                    <a:pt x="1284288" y="1490663"/>
                    <a:pt x="1585913" y="1587500"/>
                    <a:pt x="1781175" y="1657350"/>
                  </a:cubicBezTo>
                  <a:cubicBezTo>
                    <a:pt x="1976437" y="1727200"/>
                    <a:pt x="4088606" y="1725612"/>
                    <a:pt x="4219575" y="17240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F267DCDD-0BEE-4F25-9BBE-AC791DEA607F}"/>
              </a:ext>
            </a:extLst>
          </p:cNvPr>
          <p:cNvCxnSpPr>
            <a:cxnSpLocks/>
          </p:cNvCxnSpPr>
          <p:nvPr/>
        </p:nvCxnSpPr>
        <p:spPr>
          <a:xfrm flipH="1" flipV="1">
            <a:off x="4049680" y="5518627"/>
            <a:ext cx="182228" cy="159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1B26B78-DBBF-4B00-8F45-8AE0A85E56DF}"/>
              </a:ext>
            </a:extLst>
          </p:cNvPr>
          <p:cNvSpPr txBox="1"/>
          <p:nvPr/>
        </p:nvSpPr>
        <p:spPr>
          <a:xfrm>
            <a:off x="5171607" y="3924881"/>
            <a:ext cx="1544530" cy="357201"/>
          </a:xfrm>
          <a:custGeom>
            <a:avLst/>
            <a:gdLst/>
            <a:ahLst/>
            <a:cxnLst/>
            <a:rect l="l" t="t" r="r" b="b"/>
            <a:pathLst>
              <a:path w="1823743" h="421774">
                <a:moveTo>
                  <a:pt x="1136347" y="284979"/>
                </a:moveTo>
                <a:lnTo>
                  <a:pt x="1136347" y="310832"/>
                </a:lnTo>
                <a:lnTo>
                  <a:pt x="1269385" y="310832"/>
                </a:lnTo>
                <a:lnTo>
                  <a:pt x="1269385" y="284979"/>
                </a:lnTo>
                <a:close/>
                <a:moveTo>
                  <a:pt x="647648" y="265698"/>
                </a:moveTo>
                <a:cubicBezTo>
                  <a:pt x="663340" y="288329"/>
                  <a:pt x="683326" y="308153"/>
                  <a:pt x="707606" y="325169"/>
                </a:cubicBezTo>
                <a:cubicBezTo>
                  <a:pt x="726860" y="311420"/>
                  <a:pt x="746884" y="291596"/>
                  <a:pt x="767677" y="265698"/>
                </a:cubicBezTo>
                <a:close/>
                <a:moveTo>
                  <a:pt x="570331" y="232329"/>
                </a:moveTo>
                <a:cubicBezTo>
                  <a:pt x="593372" y="235025"/>
                  <a:pt x="632915" y="236373"/>
                  <a:pt x="688960" y="236373"/>
                </a:cubicBezTo>
                <a:cubicBezTo>
                  <a:pt x="745005" y="236373"/>
                  <a:pt x="788644" y="235025"/>
                  <a:pt x="819877" y="232329"/>
                </a:cubicBezTo>
                <a:cubicBezTo>
                  <a:pt x="796836" y="281312"/>
                  <a:pt x="768280" y="318069"/>
                  <a:pt x="734209" y="342600"/>
                </a:cubicBezTo>
                <a:cubicBezTo>
                  <a:pt x="763170" y="355597"/>
                  <a:pt x="810264" y="364200"/>
                  <a:pt x="875491" y="368411"/>
                </a:cubicBezTo>
                <a:cubicBezTo>
                  <a:pt x="868628" y="379721"/>
                  <a:pt x="863323" y="393025"/>
                  <a:pt x="859575" y="408323"/>
                </a:cubicBezTo>
                <a:cubicBezTo>
                  <a:pt x="789837" y="398969"/>
                  <a:pt x="738595" y="384167"/>
                  <a:pt x="705848" y="363917"/>
                </a:cubicBezTo>
                <a:cubicBezTo>
                  <a:pt x="672344" y="384382"/>
                  <a:pt x="620642" y="400976"/>
                  <a:pt x="550743" y="413702"/>
                </a:cubicBezTo>
                <a:cubicBezTo>
                  <a:pt x="545876" y="400229"/>
                  <a:pt x="539546" y="387263"/>
                  <a:pt x="531755" y="374804"/>
                </a:cubicBezTo>
                <a:cubicBezTo>
                  <a:pt x="595453" y="369627"/>
                  <a:pt x="644343" y="358924"/>
                  <a:pt x="678423" y="342693"/>
                </a:cubicBezTo>
                <a:cubicBezTo>
                  <a:pt x="654568" y="325953"/>
                  <a:pt x="632468" y="300288"/>
                  <a:pt x="612122" y="265698"/>
                </a:cubicBezTo>
                <a:cubicBezTo>
                  <a:pt x="598549" y="265698"/>
                  <a:pt x="584619" y="266593"/>
                  <a:pt x="570331" y="268384"/>
                </a:cubicBezTo>
                <a:close/>
                <a:moveTo>
                  <a:pt x="1136347" y="228464"/>
                </a:moveTo>
                <a:lnTo>
                  <a:pt x="1136347" y="256111"/>
                </a:lnTo>
                <a:lnTo>
                  <a:pt x="1269385" y="256111"/>
                </a:lnTo>
                <a:lnTo>
                  <a:pt x="1269385" y="228464"/>
                </a:lnTo>
                <a:close/>
                <a:moveTo>
                  <a:pt x="93062" y="223364"/>
                </a:moveTo>
                <a:cubicBezTo>
                  <a:pt x="105925" y="231274"/>
                  <a:pt x="116822" y="237466"/>
                  <a:pt x="125752" y="241938"/>
                </a:cubicBezTo>
                <a:cubicBezTo>
                  <a:pt x="99120" y="287186"/>
                  <a:pt x="68316" y="341302"/>
                  <a:pt x="33340" y="404286"/>
                </a:cubicBezTo>
                <a:cubicBezTo>
                  <a:pt x="23406" y="392937"/>
                  <a:pt x="12292" y="385837"/>
                  <a:pt x="0" y="382984"/>
                </a:cubicBezTo>
                <a:cubicBezTo>
                  <a:pt x="32895" y="344698"/>
                  <a:pt x="63915" y="291491"/>
                  <a:pt x="93062" y="223364"/>
                </a:cubicBezTo>
                <a:close/>
                <a:moveTo>
                  <a:pt x="1501824" y="198246"/>
                </a:moveTo>
                <a:cubicBezTo>
                  <a:pt x="1511277" y="208833"/>
                  <a:pt x="1521405" y="217456"/>
                  <a:pt x="1532206" y="224114"/>
                </a:cubicBezTo>
                <a:cubicBezTo>
                  <a:pt x="1490563" y="279416"/>
                  <a:pt x="1456652" y="324972"/>
                  <a:pt x="1430472" y="360781"/>
                </a:cubicBezTo>
                <a:cubicBezTo>
                  <a:pt x="1421133" y="350846"/>
                  <a:pt x="1411332" y="342305"/>
                  <a:pt x="1401068" y="335156"/>
                </a:cubicBezTo>
                <a:cubicBezTo>
                  <a:pt x="1414013" y="321993"/>
                  <a:pt x="1430667" y="301811"/>
                  <a:pt x="1451032" y="274610"/>
                </a:cubicBezTo>
                <a:cubicBezTo>
                  <a:pt x="1471396" y="247409"/>
                  <a:pt x="1488327" y="221954"/>
                  <a:pt x="1501824" y="198246"/>
                </a:cubicBezTo>
                <a:close/>
                <a:moveTo>
                  <a:pt x="1097157" y="196446"/>
                </a:moveTo>
                <a:cubicBezTo>
                  <a:pt x="1132056" y="198846"/>
                  <a:pt x="1168162" y="200047"/>
                  <a:pt x="1205474" y="200047"/>
                </a:cubicBezTo>
                <a:cubicBezTo>
                  <a:pt x="1242786" y="200047"/>
                  <a:pt x="1276705" y="198846"/>
                  <a:pt x="1307233" y="196446"/>
                </a:cubicBezTo>
                <a:cubicBezTo>
                  <a:pt x="1306037" y="216130"/>
                  <a:pt x="1305440" y="234849"/>
                  <a:pt x="1305440" y="252603"/>
                </a:cubicBezTo>
                <a:lnTo>
                  <a:pt x="1305440" y="368318"/>
                </a:lnTo>
                <a:cubicBezTo>
                  <a:pt x="1305440" y="379729"/>
                  <a:pt x="1303944" y="388517"/>
                  <a:pt x="1300954" y="394682"/>
                </a:cubicBezTo>
                <a:cubicBezTo>
                  <a:pt x="1297963" y="400847"/>
                  <a:pt x="1291826" y="405475"/>
                  <a:pt x="1282544" y="408566"/>
                </a:cubicBezTo>
                <a:cubicBezTo>
                  <a:pt x="1273262" y="411656"/>
                  <a:pt x="1257663" y="414116"/>
                  <a:pt x="1235745" y="415945"/>
                </a:cubicBezTo>
                <a:cubicBezTo>
                  <a:pt x="1236641" y="402286"/>
                  <a:pt x="1232902" y="388475"/>
                  <a:pt x="1224530" y="374511"/>
                </a:cubicBezTo>
                <a:cubicBezTo>
                  <a:pt x="1238713" y="376312"/>
                  <a:pt x="1248693" y="377212"/>
                  <a:pt x="1254473" y="377212"/>
                </a:cubicBezTo>
                <a:cubicBezTo>
                  <a:pt x="1260252" y="377212"/>
                  <a:pt x="1264182" y="376567"/>
                  <a:pt x="1266264" y="375279"/>
                </a:cubicBezTo>
                <a:cubicBezTo>
                  <a:pt x="1268345" y="373991"/>
                  <a:pt x="1269385" y="370175"/>
                  <a:pt x="1269385" y="363831"/>
                </a:cubicBezTo>
                <a:lnTo>
                  <a:pt x="1269385" y="339700"/>
                </a:lnTo>
                <a:lnTo>
                  <a:pt x="1136347" y="339700"/>
                </a:lnTo>
                <a:lnTo>
                  <a:pt x="1136347" y="415945"/>
                </a:lnTo>
                <a:lnTo>
                  <a:pt x="1096257" y="415945"/>
                </a:lnTo>
                <a:cubicBezTo>
                  <a:pt x="1098947" y="392814"/>
                  <a:pt x="1100293" y="372304"/>
                  <a:pt x="1100293" y="354416"/>
                </a:cubicBezTo>
                <a:lnTo>
                  <a:pt x="1100293" y="252153"/>
                </a:lnTo>
                <a:cubicBezTo>
                  <a:pt x="1100293" y="230031"/>
                  <a:pt x="1099247" y="211462"/>
                  <a:pt x="1097157" y="196446"/>
                </a:cubicBezTo>
                <a:close/>
                <a:moveTo>
                  <a:pt x="650341" y="155805"/>
                </a:moveTo>
                <a:lnTo>
                  <a:pt x="650341" y="187938"/>
                </a:lnTo>
                <a:lnTo>
                  <a:pt x="750182" y="187938"/>
                </a:lnTo>
                <a:lnTo>
                  <a:pt x="750182" y="155805"/>
                </a:lnTo>
                <a:close/>
                <a:moveTo>
                  <a:pt x="288622" y="146661"/>
                </a:moveTo>
                <a:cubicBezTo>
                  <a:pt x="296566" y="192096"/>
                  <a:pt x="305360" y="227379"/>
                  <a:pt x="315004" y="252510"/>
                </a:cubicBezTo>
                <a:cubicBezTo>
                  <a:pt x="340298" y="229088"/>
                  <a:pt x="360076" y="206664"/>
                  <a:pt x="374340" y="185238"/>
                </a:cubicBezTo>
                <a:cubicBezTo>
                  <a:pt x="384594" y="195177"/>
                  <a:pt x="392446" y="201552"/>
                  <a:pt x="397897" y="204361"/>
                </a:cubicBezTo>
                <a:cubicBezTo>
                  <a:pt x="403347" y="207171"/>
                  <a:pt x="406073" y="210784"/>
                  <a:pt x="406073" y="215199"/>
                </a:cubicBezTo>
                <a:cubicBezTo>
                  <a:pt x="406073" y="219613"/>
                  <a:pt x="402594" y="222518"/>
                  <a:pt x="395636" y="223914"/>
                </a:cubicBezTo>
                <a:cubicBezTo>
                  <a:pt x="389025" y="225238"/>
                  <a:pt x="365894" y="242990"/>
                  <a:pt x="326241" y="277171"/>
                </a:cubicBezTo>
                <a:cubicBezTo>
                  <a:pt x="346172" y="316547"/>
                  <a:pt x="377569" y="347925"/>
                  <a:pt x="420431" y="371304"/>
                </a:cubicBezTo>
                <a:cubicBezTo>
                  <a:pt x="409516" y="379857"/>
                  <a:pt x="400886" y="389356"/>
                  <a:pt x="394543" y="399800"/>
                </a:cubicBezTo>
                <a:cubicBezTo>
                  <a:pt x="354114" y="372606"/>
                  <a:pt x="323717" y="340621"/>
                  <a:pt x="303353" y="303845"/>
                </a:cubicBezTo>
                <a:cubicBezTo>
                  <a:pt x="282988" y="267069"/>
                  <a:pt x="267536" y="216987"/>
                  <a:pt x="256997" y="153598"/>
                </a:cubicBezTo>
                <a:close/>
                <a:moveTo>
                  <a:pt x="24568" y="110335"/>
                </a:moveTo>
                <a:cubicBezTo>
                  <a:pt x="51747" y="128052"/>
                  <a:pt x="78301" y="149569"/>
                  <a:pt x="104228" y="174886"/>
                </a:cubicBezTo>
                <a:lnTo>
                  <a:pt x="81775" y="200661"/>
                </a:lnTo>
                <a:cubicBezTo>
                  <a:pt x="60167" y="178644"/>
                  <a:pt x="34852" y="157010"/>
                  <a:pt x="5830" y="135760"/>
                </a:cubicBezTo>
                <a:close/>
                <a:moveTo>
                  <a:pt x="948252" y="91947"/>
                </a:moveTo>
                <a:lnTo>
                  <a:pt x="984307" y="97648"/>
                </a:lnTo>
                <a:cubicBezTo>
                  <a:pt x="980035" y="140682"/>
                  <a:pt x="973193" y="180401"/>
                  <a:pt x="963783" y="216806"/>
                </a:cubicBezTo>
                <a:lnTo>
                  <a:pt x="928964" y="209805"/>
                </a:lnTo>
                <a:cubicBezTo>
                  <a:pt x="942418" y="169981"/>
                  <a:pt x="948848" y="130695"/>
                  <a:pt x="948252" y="91947"/>
                </a:cubicBezTo>
                <a:close/>
                <a:moveTo>
                  <a:pt x="746596" y="81632"/>
                </a:moveTo>
                <a:cubicBezTo>
                  <a:pt x="758240" y="83727"/>
                  <a:pt x="770230" y="84775"/>
                  <a:pt x="782565" y="84775"/>
                </a:cubicBezTo>
                <a:cubicBezTo>
                  <a:pt x="788604" y="84775"/>
                  <a:pt x="791623" y="86671"/>
                  <a:pt x="791623" y="90462"/>
                </a:cubicBezTo>
                <a:cubicBezTo>
                  <a:pt x="791623" y="94252"/>
                  <a:pt x="790427" y="97046"/>
                  <a:pt x="788033" y="98841"/>
                </a:cubicBezTo>
                <a:cubicBezTo>
                  <a:pt x="785640" y="100637"/>
                  <a:pt x="784444" y="105394"/>
                  <a:pt x="784444" y="113114"/>
                </a:cubicBezTo>
                <a:lnTo>
                  <a:pt x="784444" y="126938"/>
                </a:lnTo>
                <a:cubicBezTo>
                  <a:pt x="800727" y="126938"/>
                  <a:pt x="823751" y="125590"/>
                  <a:pt x="853517" y="122894"/>
                </a:cubicBezTo>
                <a:lnTo>
                  <a:pt x="853517" y="159399"/>
                </a:lnTo>
                <a:cubicBezTo>
                  <a:pt x="828252" y="157298"/>
                  <a:pt x="805227" y="156101"/>
                  <a:pt x="784444" y="155805"/>
                </a:cubicBezTo>
                <a:lnTo>
                  <a:pt x="784444" y="217256"/>
                </a:lnTo>
                <a:cubicBezTo>
                  <a:pt x="765294" y="216061"/>
                  <a:pt x="736654" y="215463"/>
                  <a:pt x="698526" y="215463"/>
                </a:cubicBezTo>
                <a:cubicBezTo>
                  <a:pt x="660397" y="215463"/>
                  <a:pt x="633213" y="216211"/>
                  <a:pt x="616973" y="217706"/>
                </a:cubicBezTo>
                <a:lnTo>
                  <a:pt x="616973" y="155805"/>
                </a:lnTo>
                <a:cubicBezTo>
                  <a:pt x="599399" y="156101"/>
                  <a:pt x="576227" y="157298"/>
                  <a:pt x="547457" y="159399"/>
                </a:cubicBezTo>
                <a:lnTo>
                  <a:pt x="547457" y="122894"/>
                </a:lnTo>
                <a:cubicBezTo>
                  <a:pt x="576199" y="125337"/>
                  <a:pt x="599371" y="126685"/>
                  <a:pt x="616973" y="126938"/>
                </a:cubicBezTo>
                <a:cubicBezTo>
                  <a:pt x="616677" y="110416"/>
                  <a:pt x="615482" y="96510"/>
                  <a:pt x="613387" y="85218"/>
                </a:cubicBezTo>
                <a:cubicBezTo>
                  <a:pt x="622388" y="87018"/>
                  <a:pt x="634377" y="87918"/>
                  <a:pt x="649355" y="87918"/>
                </a:cubicBezTo>
                <a:cubicBezTo>
                  <a:pt x="655694" y="87918"/>
                  <a:pt x="658864" y="89960"/>
                  <a:pt x="658864" y="94044"/>
                </a:cubicBezTo>
                <a:cubicBezTo>
                  <a:pt x="658864" y="98128"/>
                  <a:pt x="657443" y="100918"/>
                  <a:pt x="654603" y="102413"/>
                </a:cubicBezTo>
                <a:cubicBezTo>
                  <a:pt x="651762" y="103908"/>
                  <a:pt x="650341" y="107025"/>
                  <a:pt x="650341" y="111764"/>
                </a:cubicBezTo>
                <a:lnTo>
                  <a:pt x="650341" y="126938"/>
                </a:lnTo>
                <a:lnTo>
                  <a:pt x="750182" y="126938"/>
                </a:lnTo>
                <a:cubicBezTo>
                  <a:pt x="749606" y="111478"/>
                  <a:pt x="748411" y="96377"/>
                  <a:pt x="746596" y="81632"/>
                </a:cubicBezTo>
                <a:close/>
                <a:moveTo>
                  <a:pt x="1582891" y="56686"/>
                </a:moveTo>
                <a:lnTo>
                  <a:pt x="1582891" y="179866"/>
                </a:lnTo>
                <a:lnTo>
                  <a:pt x="1727588" y="179866"/>
                </a:lnTo>
                <a:lnTo>
                  <a:pt x="1727588" y="56686"/>
                </a:lnTo>
                <a:close/>
                <a:moveTo>
                  <a:pt x="1432030" y="27811"/>
                </a:moveTo>
                <a:cubicBezTo>
                  <a:pt x="1462224" y="48909"/>
                  <a:pt x="1490684" y="73250"/>
                  <a:pt x="1517412" y="100834"/>
                </a:cubicBezTo>
                <a:lnTo>
                  <a:pt x="1491001" y="125309"/>
                </a:lnTo>
                <a:cubicBezTo>
                  <a:pt x="1460435" y="93505"/>
                  <a:pt x="1434196" y="69804"/>
                  <a:pt x="1412284" y="54207"/>
                </a:cubicBezTo>
                <a:close/>
                <a:moveTo>
                  <a:pt x="1542350" y="22874"/>
                </a:moveTo>
                <a:cubicBezTo>
                  <a:pt x="1567692" y="24675"/>
                  <a:pt x="1605093" y="25575"/>
                  <a:pt x="1654554" y="25575"/>
                </a:cubicBezTo>
                <a:cubicBezTo>
                  <a:pt x="1704015" y="25575"/>
                  <a:pt x="1741423" y="24675"/>
                  <a:pt x="1766778" y="22874"/>
                </a:cubicBezTo>
                <a:cubicBezTo>
                  <a:pt x="1765883" y="68109"/>
                  <a:pt x="1765435" y="102005"/>
                  <a:pt x="1765435" y="124562"/>
                </a:cubicBezTo>
                <a:cubicBezTo>
                  <a:pt x="1765435" y="147120"/>
                  <a:pt x="1765883" y="176222"/>
                  <a:pt x="1766778" y="211870"/>
                </a:cubicBezTo>
                <a:lnTo>
                  <a:pt x="1709371" y="210526"/>
                </a:lnTo>
                <a:lnTo>
                  <a:pt x="1709371" y="350823"/>
                </a:lnTo>
                <a:cubicBezTo>
                  <a:pt x="1709371" y="359909"/>
                  <a:pt x="1710999" y="365907"/>
                  <a:pt x="1714254" y="368814"/>
                </a:cubicBezTo>
                <a:cubicBezTo>
                  <a:pt x="1717509" y="371722"/>
                  <a:pt x="1724523" y="373175"/>
                  <a:pt x="1735296" y="373175"/>
                </a:cubicBezTo>
                <a:cubicBezTo>
                  <a:pt x="1755960" y="373175"/>
                  <a:pt x="1769139" y="370845"/>
                  <a:pt x="1774833" y="366185"/>
                </a:cubicBezTo>
                <a:cubicBezTo>
                  <a:pt x="1780527" y="361525"/>
                  <a:pt x="1784712" y="349051"/>
                  <a:pt x="1787388" y="328763"/>
                </a:cubicBezTo>
                <a:cubicBezTo>
                  <a:pt x="1799618" y="337616"/>
                  <a:pt x="1811736" y="342772"/>
                  <a:pt x="1823743" y="344229"/>
                </a:cubicBezTo>
                <a:cubicBezTo>
                  <a:pt x="1817994" y="367622"/>
                  <a:pt x="1810361" y="384078"/>
                  <a:pt x="1800843" y="393596"/>
                </a:cubicBezTo>
                <a:cubicBezTo>
                  <a:pt x="1791326" y="403114"/>
                  <a:pt x="1771846" y="407873"/>
                  <a:pt x="1742404" y="407873"/>
                </a:cubicBezTo>
                <a:cubicBezTo>
                  <a:pt x="1712962" y="407873"/>
                  <a:pt x="1694012" y="404744"/>
                  <a:pt x="1685554" y="398486"/>
                </a:cubicBezTo>
                <a:cubicBezTo>
                  <a:pt x="1677096" y="392228"/>
                  <a:pt x="1672867" y="377986"/>
                  <a:pt x="1672867" y="355759"/>
                </a:cubicBezTo>
                <a:lnTo>
                  <a:pt x="1672867" y="210526"/>
                </a:lnTo>
                <a:lnTo>
                  <a:pt x="1633983" y="210526"/>
                </a:lnTo>
                <a:cubicBezTo>
                  <a:pt x="1633712" y="247679"/>
                  <a:pt x="1629896" y="278520"/>
                  <a:pt x="1622535" y="303049"/>
                </a:cubicBezTo>
                <a:cubicBezTo>
                  <a:pt x="1615175" y="327578"/>
                  <a:pt x="1601753" y="348894"/>
                  <a:pt x="1582270" y="366996"/>
                </a:cubicBezTo>
                <a:cubicBezTo>
                  <a:pt x="1562786" y="385098"/>
                  <a:pt x="1532613" y="403358"/>
                  <a:pt x="1491751" y="421774"/>
                </a:cubicBezTo>
                <a:cubicBezTo>
                  <a:pt x="1482807" y="407754"/>
                  <a:pt x="1473958" y="397998"/>
                  <a:pt x="1465205" y="392506"/>
                </a:cubicBezTo>
                <a:cubicBezTo>
                  <a:pt x="1496933" y="379967"/>
                  <a:pt x="1522110" y="367295"/>
                  <a:pt x="1540736" y="354491"/>
                </a:cubicBezTo>
                <a:cubicBezTo>
                  <a:pt x="1559362" y="341687"/>
                  <a:pt x="1573258" y="324591"/>
                  <a:pt x="1582423" y="303202"/>
                </a:cubicBezTo>
                <a:cubicBezTo>
                  <a:pt x="1591589" y="281814"/>
                  <a:pt x="1596171" y="251072"/>
                  <a:pt x="1596171" y="210977"/>
                </a:cubicBezTo>
                <a:cubicBezTo>
                  <a:pt x="1582322" y="210977"/>
                  <a:pt x="1564382" y="211424"/>
                  <a:pt x="1542350" y="212320"/>
                </a:cubicBezTo>
                <a:cubicBezTo>
                  <a:pt x="1544146" y="174201"/>
                  <a:pt x="1545044" y="142653"/>
                  <a:pt x="1545044" y="117676"/>
                </a:cubicBezTo>
                <a:cubicBezTo>
                  <a:pt x="1545044" y="92699"/>
                  <a:pt x="1544146" y="61098"/>
                  <a:pt x="1542350" y="22874"/>
                </a:cubicBezTo>
                <a:close/>
                <a:moveTo>
                  <a:pt x="47385" y="17495"/>
                </a:moveTo>
                <a:cubicBezTo>
                  <a:pt x="73031" y="34774"/>
                  <a:pt x="97360" y="55943"/>
                  <a:pt x="120373" y="81003"/>
                </a:cubicBezTo>
                <a:lnTo>
                  <a:pt x="96762" y="105128"/>
                </a:lnTo>
                <a:cubicBezTo>
                  <a:pt x="75993" y="82268"/>
                  <a:pt x="52409" y="61167"/>
                  <a:pt x="26011" y="41827"/>
                </a:cubicBezTo>
                <a:close/>
                <a:moveTo>
                  <a:pt x="255068" y="1343"/>
                </a:moveTo>
                <a:cubicBezTo>
                  <a:pt x="271260" y="6230"/>
                  <a:pt x="283433" y="9281"/>
                  <a:pt x="291587" y="10498"/>
                </a:cubicBezTo>
                <a:cubicBezTo>
                  <a:pt x="299740" y="11715"/>
                  <a:pt x="303817" y="14135"/>
                  <a:pt x="303817" y="17760"/>
                </a:cubicBezTo>
                <a:cubicBezTo>
                  <a:pt x="303817" y="21384"/>
                  <a:pt x="301102" y="25003"/>
                  <a:pt x="295673" y="28618"/>
                </a:cubicBezTo>
                <a:cubicBezTo>
                  <a:pt x="290287" y="32366"/>
                  <a:pt x="284779" y="45854"/>
                  <a:pt x="279150" y="69080"/>
                </a:cubicBezTo>
                <a:cubicBezTo>
                  <a:pt x="330061" y="69080"/>
                  <a:pt x="371023" y="68030"/>
                  <a:pt x="402036" y="65930"/>
                </a:cubicBezTo>
                <a:lnTo>
                  <a:pt x="402036" y="164328"/>
                </a:lnTo>
                <a:lnTo>
                  <a:pt x="365982" y="164328"/>
                </a:lnTo>
                <a:lnTo>
                  <a:pt x="365982" y="101091"/>
                </a:lnTo>
                <a:lnTo>
                  <a:pt x="271249" y="101091"/>
                </a:lnTo>
                <a:cubicBezTo>
                  <a:pt x="261905" y="132514"/>
                  <a:pt x="248241" y="163406"/>
                  <a:pt x="230258" y="193767"/>
                </a:cubicBezTo>
                <a:lnTo>
                  <a:pt x="230258" y="357016"/>
                </a:lnTo>
                <a:cubicBezTo>
                  <a:pt x="243159" y="345434"/>
                  <a:pt x="260588" y="331680"/>
                  <a:pt x="282543" y="315754"/>
                </a:cubicBezTo>
                <a:cubicBezTo>
                  <a:pt x="285148" y="327260"/>
                  <a:pt x="289398" y="337335"/>
                  <a:pt x="295294" y="345979"/>
                </a:cubicBezTo>
                <a:lnTo>
                  <a:pt x="223807" y="394421"/>
                </a:lnTo>
                <a:cubicBezTo>
                  <a:pt x="219444" y="400407"/>
                  <a:pt x="211160" y="407882"/>
                  <a:pt x="198954" y="416845"/>
                </a:cubicBezTo>
                <a:cubicBezTo>
                  <a:pt x="191720" y="406358"/>
                  <a:pt x="183857" y="397493"/>
                  <a:pt x="175365" y="390249"/>
                </a:cubicBezTo>
                <a:cubicBezTo>
                  <a:pt x="183304" y="382710"/>
                  <a:pt x="188653" y="375769"/>
                  <a:pt x="191410" y="369425"/>
                </a:cubicBezTo>
                <a:cubicBezTo>
                  <a:pt x="194167" y="363081"/>
                  <a:pt x="195546" y="350601"/>
                  <a:pt x="195546" y="331985"/>
                </a:cubicBezTo>
                <a:lnTo>
                  <a:pt x="195546" y="236544"/>
                </a:lnTo>
                <a:cubicBezTo>
                  <a:pt x="178035" y="266762"/>
                  <a:pt x="155082" y="292625"/>
                  <a:pt x="126688" y="314132"/>
                </a:cubicBezTo>
                <a:cubicBezTo>
                  <a:pt x="120249" y="305069"/>
                  <a:pt x="111357" y="297121"/>
                  <a:pt x="100013" y="290286"/>
                </a:cubicBezTo>
                <a:cubicBezTo>
                  <a:pt x="166488" y="241438"/>
                  <a:pt x="212536" y="178373"/>
                  <a:pt x="238159" y="101091"/>
                </a:cubicBezTo>
                <a:lnTo>
                  <a:pt x="175094" y="101091"/>
                </a:lnTo>
                <a:lnTo>
                  <a:pt x="175094" y="172850"/>
                </a:lnTo>
                <a:lnTo>
                  <a:pt x="139039" y="172850"/>
                </a:lnTo>
                <a:lnTo>
                  <a:pt x="139039" y="65930"/>
                </a:lnTo>
                <a:cubicBezTo>
                  <a:pt x="170338" y="67425"/>
                  <a:pt x="205898" y="68323"/>
                  <a:pt x="245717" y="68623"/>
                </a:cubicBezTo>
                <a:cubicBezTo>
                  <a:pt x="250565" y="48173"/>
                  <a:pt x="253682" y="25746"/>
                  <a:pt x="255068" y="1343"/>
                </a:cubicBezTo>
                <a:close/>
                <a:moveTo>
                  <a:pt x="678759" y="900"/>
                </a:moveTo>
                <a:cubicBezTo>
                  <a:pt x="691041" y="14450"/>
                  <a:pt x="701791" y="30299"/>
                  <a:pt x="711006" y="48449"/>
                </a:cubicBezTo>
                <a:cubicBezTo>
                  <a:pt x="791425" y="48449"/>
                  <a:pt x="842665" y="46951"/>
                  <a:pt x="864725" y="43956"/>
                </a:cubicBezTo>
                <a:lnTo>
                  <a:pt x="864725" y="81803"/>
                </a:lnTo>
                <a:cubicBezTo>
                  <a:pt x="846947" y="80008"/>
                  <a:pt x="806404" y="79110"/>
                  <a:pt x="743096" y="79110"/>
                </a:cubicBezTo>
                <a:lnTo>
                  <a:pt x="544042" y="79110"/>
                </a:lnTo>
                <a:cubicBezTo>
                  <a:pt x="544938" y="122039"/>
                  <a:pt x="545385" y="156248"/>
                  <a:pt x="545385" y="181737"/>
                </a:cubicBezTo>
                <a:cubicBezTo>
                  <a:pt x="545385" y="242359"/>
                  <a:pt x="542893" y="288303"/>
                  <a:pt x="537909" y="319569"/>
                </a:cubicBezTo>
                <a:cubicBezTo>
                  <a:pt x="532925" y="350835"/>
                  <a:pt x="522978" y="383260"/>
                  <a:pt x="508066" y="416845"/>
                </a:cubicBezTo>
                <a:cubicBezTo>
                  <a:pt x="497317" y="409692"/>
                  <a:pt x="484882" y="403682"/>
                  <a:pt x="470762" y="398814"/>
                </a:cubicBezTo>
                <a:cubicBezTo>
                  <a:pt x="484344" y="375183"/>
                  <a:pt x="494243" y="347756"/>
                  <a:pt x="500458" y="316533"/>
                </a:cubicBezTo>
                <a:cubicBezTo>
                  <a:pt x="506673" y="285310"/>
                  <a:pt x="509781" y="247461"/>
                  <a:pt x="509781" y="202986"/>
                </a:cubicBezTo>
                <a:cubicBezTo>
                  <a:pt x="509781" y="158512"/>
                  <a:pt x="507985" y="105501"/>
                  <a:pt x="504394" y="43956"/>
                </a:cubicBezTo>
                <a:cubicBezTo>
                  <a:pt x="522149" y="46951"/>
                  <a:pt x="578363" y="48449"/>
                  <a:pt x="673037" y="48449"/>
                </a:cubicBezTo>
                <a:cubicBezTo>
                  <a:pt x="666165" y="42025"/>
                  <a:pt x="656897" y="32199"/>
                  <a:pt x="645233" y="18974"/>
                </a:cubicBezTo>
                <a:close/>
                <a:moveTo>
                  <a:pt x="987714" y="0"/>
                </a:moveTo>
                <a:cubicBezTo>
                  <a:pt x="999792" y="2401"/>
                  <a:pt x="1011363" y="3601"/>
                  <a:pt x="1022426" y="3601"/>
                </a:cubicBezTo>
                <a:cubicBezTo>
                  <a:pt x="1033489" y="3601"/>
                  <a:pt x="1039021" y="5899"/>
                  <a:pt x="1039021" y="10494"/>
                </a:cubicBezTo>
                <a:cubicBezTo>
                  <a:pt x="1039021" y="15090"/>
                  <a:pt x="1037078" y="18658"/>
                  <a:pt x="1033191" y="21199"/>
                </a:cubicBezTo>
                <a:cubicBezTo>
                  <a:pt x="1029305" y="23740"/>
                  <a:pt x="1027362" y="30456"/>
                  <a:pt x="1027362" y="41348"/>
                </a:cubicBezTo>
                <a:lnTo>
                  <a:pt x="1027362" y="84914"/>
                </a:lnTo>
                <a:lnTo>
                  <a:pt x="1051401" y="72209"/>
                </a:lnTo>
                <a:cubicBezTo>
                  <a:pt x="1066193" y="96012"/>
                  <a:pt x="1077766" y="119401"/>
                  <a:pt x="1086120" y="142375"/>
                </a:cubicBezTo>
                <a:lnTo>
                  <a:pt x="1072484" y="148209"/>
                </a:lnTo>
                <a:lnTo>
                  <a:pt x="1116597" y="150374"/>
                </a:lnTo>
                <a:cubicBezTo>
                  <a:pt x="1135957" y="150899"/>
                  <a:pt x="1158631" y="151162"/>
                  <a:pt x="1184618" y="151162"/>
                </a:cubicBezTo>
                <a:lnTo>
                  <a:pt x="1184618" y="126209"/>
                </a:lnTo>
                <a:cubicBezTo>
                  <a:pt x="1150180" y="126504"/>
                  <a:pt x="1122372" y="127252"/>
                  <a:pt x="1101193" y="128452"/>
                </a:cubicBezTo>
                <a:lnTo>
                  <a:pt x="1101193" y="94641"/>
                </a:lnTo>
                <a:cubicBezTo>
                  <a:pt x="1122729" y="96184"/>
                  <a:pt x="1150537" y="97091"/>
                  <a:pt x="1184618" y="97362"/>
                </a:cubicBezTo>
                <a:lnTo>
                  <a:pt x="1184618" y="72831"/>
                </a:lnTo>
                <a:cubicBezTo>
                  <a:pt x="1143651" y="72831"/>
                  <a:pt x="1109563" y="73878"/>
                  <a:pt x="1082355" y="75974"/>
                </a:cubicBezTo>
                <a:lnTo>
                  <a:pt x="1082355" y="40812"/>
                </a:lnTo>
                <a:cubicBezTo>
                  <a:pt x="1109053" y="43213"/>
                  <a:pt x="1143141" y="44413"/>
                  <a:pt x="1184618" y="44413"/>
                </a:cubicBezTo>
                <a:cubicBezTo>
                  <a:pt x="1184618" y="35674"/>
                  <a:pt x="1183420" y="21169"/>
                  <a:pt x="1181024" y="900"/>
                </a:cubicBezTo>
                <a:cubicBezTo>
                  <a:pt x="1196036" y="2701"/>
                  <a:pt x="1208041" y="3601"/>
                  <a:pt x="1217040" y="3601"/>
                </a:cubicBezTo>
                <a:cubicBezTo>
                  <a:pt x="1226038" y="3601"/>
                  <a:pt x="1230538" y="5570"/>
                  <a:pt x="1230538" y="9509"/>
                </a:cubicBezTo>
                <a:cubicBezTo>
                  <a:pt x="1230538" y="13447"/>
                  <a:pt x="1228637" y="16843"/>
                  <a:pt x="1224837" y="19696"/>
                </a:cubicBezTo>
                <a:cubicBezTo>
                  <a:pt x="1222060" y="22072"/>
                  <a:pt x="1220672" y="26599"/>
                  <a:pt x="1220672" y="33276"/>
                </a:cubicBezTo>
                <a:lnTo>
                  <a:pt x="1220672" y="44413"/>
                </a:lnTo>
                <a:cubicBezTo>
                  <a:pt x="1260267" y="44413"/>
                  <a:pt x="1293007" y="43213"/>
                  <a:pt x="1318892" y="40812"/>
                </a:cubicBezTo>
                <a:lnTo>
                  <a:pt x="1318892" y="75974"/>
                </a:lnTo>
                <a:cubicBezTo>
                  <a:pt x="1292560" y="73878"/>
                  <a:pt x="1259820" y="72831"/>
                  <a:pt x="1220672" y="72831"/>
                </a:cubicBezTo>
                <a:lnTo>
                  <a:pt x="1220672" y="97334"/>
                </a:lnTo>
                <a:cubicBezTo>
                  <a:pt x="1254419" y="97334"/>
                  <a:pt x="1282375" y="96436"/>
                  <a:pt x="1304540" y="94641"/>
                </a:cubicBezTo>
                <a:lnTo>
                  <a:pt x="1304540" y="128452"/>
                </a:lnTo>
                <a:cubicBezTo>
                  <a:pt x="1281808" y="126957"/>
                  <a:pt x="1253852" y="126209"/>
                  <a:pt x="1220672" y="126209"/>
                </a:cubicBezTo>
                <a:lnTo>
                  <a:pt x="1220672" y="151162"/>
                </a:lnTo>
                <a:cubicBezTo>
                  <a:pt x="1277160" y="151162"/>
                  <a:pt x="1318722" y="150112"/>
                  <a:pt x="1345359" y="148012"/>
                </a:cubicBezTo>
                <a:lnTo>
                  <a:pt x="1345359" y="181823"/>
                </a:lnTo>
                <a:cubicBezTo>
                  <a:pt x="1317232" y="180027"/>
                  <a:pt x="1270764" y="179130"/>
                  <a:pt x="1205956" y="179130"/>
                </a:cubicBezTo>
                <a:cubicBezTo>
                  <a:pt x="1141148" y="179130"/>
                  <a:pt x="1095314" y="180027"/>
                  <a:pt x="1068453" y="181823"/>
                </a:cubicBezTo>
                <a:lnTo>
                  <a:pt x="1068453" y="149934"/>
                </a:lnTo>
                <a:lnTo>
                  <a:pt x="1055766" y="155362"/>
                </a:lnTo>
                <a:cubicBezTo>
                  <a:pt x="1051737" y="142551"/>
                  <a:pt x="1047228" y="130342"/>
                  <a:pt x="1042241" y="118735"/>
                </a:cubicBezTo>
                <a:lnTo>
                  <a:pt x="1027362" y="88781"/>
                </a:lnTo>
                <a:lnTo>
                  <a:pt x="1027362" y="339614"/>
                </a:lnTo>
                <a:cubicBezTo>
                  <a:pt x="1027362" y="360450"/>
                  <a:pt x="1028858" y="386791"/>
                  <a:pt x="1031848" y="418638"/>
                </a:cubicBezTo>
                <a:lnTo>
                  <a:pt x="987714" y="418638"/>
                </a:lnTo>
                <a:cubicBezTo>
                  <a:pt x="990705" y="386006"/>
                  <a:pt x="992201" y="359514"/>
                  <a:pt x="992201" y="339164"/>
                </a:cubicBezTo>
                <a:lnTo>
                  <a:pt x="992201" y="63780"/>
                </a:lnTo>
                <a:cubicBezTo>
                  <a:pt x="992201" y="40477"/>
                  <a:pt x="990705" y="19217"/>
                  <a:pt x="98771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1F1ADDB-6854-48F0-80AE-BE8BE7D1C2E5}"/>
              </a:ext>
            </a:extLst>
          </p:cNvPr>
          <p:cNvSpPr txBox="1"/>
          <p:nvPr/>
        </p:nvSpPr>
        <p:spPr>
          <a:xfrm>
            <a:off x="5353903" y="1116291"/>
            <a:ext cx="1307739" cy="216923"/>
          </a:xfrm>
          <a:custGeom>
            <a:avLst/>
            <a:gdLst/>
            <a:ahLst/>
            <a:cxnLst/>
            <a:rect l="l" t="t" r="r" b="b"/>
            <a:pathLst>
              <a:path w="2518372" h="417738">
                <a:moveTo>
                  <a:pt x="1102714" y="333863"/>
                </a:moveTo>
                <a:lnTo>
                  <a:pt x="1102714" y="364646"/>
                </a:lnTo>
                <a:lnTo>
                  <a:pt x="1242474" y="364646"/>
                </a:lnTo>
                <a:lnTo>
                  <a:pt x="1242474" y="333863"/>
                </a:lnTo>
                <a:close/>
                <a:moveTo>
                  <a:pt x="1102714" y="275113"/>
                </a:moveTo>
                <a:lnTo>
                  <a:pt x="1102714" y="304995"/>
                </a:lnTo>
                <a:lnTo>
                  <a:pt x="1242474" y="304995"/>
                </a:lnTo>
                <a:lnTo>
                  <a:pt x="1242474" y="275113"/>
                </a:lnTo>
                <a:close/>
                <a:moveTo>
                  <a:pt x="1063966" y="242195"/>
                </a:moveTo>
                <a:cubicBezTo>
                  <a:pt x="1087602" y="244890"/>
                  <a:pt x="1125095" y="246238"/>
                  <a:pt x="1176444" y="246238"/>
                </a:cubicBezTo>
                <a:cubicBezTo>
                  <a:pt x="1227793" y="246238"/>
                  <a:pt x="1262719" y="244890"/>
                  <a:pt x="1281222" y="242195"/>
                </a:cubicBezTo>
                <a:cubicBezTo>
                  <a:pt x="1279426" y="257058"/>
                  <a:pt x="1278528" y="275027"/>
                  <a:pt x="1278528" y="296101"/>
                </a:cubicBezTo>
                <a:lnTo>
                  <a:pt x="1278528" y="363381"/>
                </a:lnTo>
                <a:cubicBezTo>
                  <a:pt x="1278528" y="376473"/>
                  <a:pt x="1279426" y="393694"/>
                  <a:pt x="1281222" y="415045"/>
                </a:cubicBezTo>
                <a:lnTo>
                  <a:pt x="1242474" y="415045"/>
                </a:lnTo>
                <a:lnTo>
                  <a:pt x="1242474" y="393521"/>
                </a:lnTo>
                <a:lnTo>
                  <a:pt x="1102714" y="393521"/>
                </a:lnTo>
                <a:lnTo>
                  <a:pt x="1102714" y="417738"/>
                </a:lnTo>
                <a:lnTo>
                  <a:pt x="1063966" y="417738"/>
                </a:lnTo>
                <a:cubicBezTo>
                  <a:pt x="1066056" y="400250"/>
                  <a:pt x="1067102" y="384224"/>
                  <a:pt x="1067102" y="369661"/>
                </a:cubicBezTo>
                <a:lnTo>
                  <a:pt x="1067102" y="296101"/>
                </a:lnTo>
                <a:cubicBezTo>
                  <a:pt x="1067102" y="273765"/>
                  <a:pt x="1066056" y="255796"/>
                  <a:pt x="1063966" y="242195"/>
                </a:cubicBezTo>
                <a:close/>
                <a:moveTo>
                  <a:pt x="728807" y="236815"/>
                </a:moveTo>
                <a:cubicBezTo>
                  <a:pt x="757335" y="266519"/>
                  <a:pt x="780066" y="294946"/>
                  <a:pt x="797001" y="322097"/>
                </a:cubicBezTo>
                <a:lnTo>
                  <a:pt x="768126" y="341043"/>
                </a:lnTo>
                <a:cubicBezTo>
                  <a:pt x="750224" y="312401"/>
                  <a:pt x="728545" y="284328"/>
                  <a:pt x="703090" y="256825"/>
                </a:cubicBezTo>
                <a:close/>
                <a:moveTo>
                  <a:pt x="180472" y="200211"/>
                </a:moveTo>
                <a:lnTo>
                  <a:pt x="180472" y="260147"/>
                </a:lnTo>
                <a:lnTo>
                  <a:pt x="280320" y="260147"/>
                </a:lnTo>
                <a:lnTo>
                  <a:pt x="280320" y="200211"/>
                </a:lnTo>
                <a:close/>
                <a:moveTo>
                  <a:pt x="40540" y="200211"/>
                </a:moveTo>
                <a:lnTo>
                  <a:pt x="40540" y="260147"/>
                </a:lnTo>
                <a:lnTo>
                  <a:pt x="143075" y="260147"/>
                </a:lnTo>
                <a:lnTo>
                  <a:pt x="143075" y="200211"/>
                </a:lnTo>
                <a:close/>
                <a:moveTo>
                  <a:pt x="1264005" y="125603"/>
                </a:moveTo>
                <a:lnTo>
                  <a:pt x="1256004" y="134367"/>
                </a:lnTo>
                <a:cubicBezTo>
                  <a:pt x="1250627" y="136672"/>
                  <a:pt x="1236525" y="155329"/>
                  <a:pt x="1213699" y="190338"/>
                </a:cubicBezTo>
                <a:lnTo>
                  <a:pt x="1187931" y="177304"/>
                </a:lnTo>
                <a:lnTo>
                  <a:pt x="1187931" y="193767"/>
                </a:lnTo>
                <a:lnTo>
                  <a:pt x="1264005" y="193767"/>
                </a:lnTo>
                <a:close/>
                <a:moveTo>
                  <a:pt x="1103514" y="107192"/>
                </a:moveTo>
                <a:cubicBezTo>
                  <a:pt x="1122263" y="126480"/>
                  <a:pt x="1137992" y="147652"/>
                  <a:pt x="1150698" y="170707"/>
                </a:cubicBezTo>
                <a:lnTo>
                  <a:pt x="1123152" y="187202"/>
                </a:lnTo>
                <a:cubicBezTo>
                  <a:pt x="1110526" y="162980"/>
                  <a:pt x="1096029" y="142756"/>
                  <a:pt x="1079660" y="126530"/>
                </a:cubicBezTo>
                <a:close/>
                <a:moveTo>
                  <a:pt x="180472" y="104677"/>
                </a:moveTo>
                <a:lnTo>
                  <a:pt x="180472" y="169543"/>
                </a:lnTo>
                <a:lnTo>
                  <a:pt x="280320" y="169543"/>
                </a:lnTo>
                <a:lnTo>
                  <a:pt x="280320" y="104677"/>
                </a:lnTo>
                <a:close/>
                <a:moveTo>
                  <a:pt x="40540" y="104677"/>
                </a:moveTo>
                <a:lnTo>
                  <a:pt x="40540" y="169543"/>
                </a:lnTo>
                <a:lnTo>
                  <a:pt x="143075" y="169543"/>
                </a:lnTo>
                <a:lnTo>
                  <a:pt x="143075" y="104677"/>
                </a:lnTo>
                <a:close/>
                <a:moveTo>
                  <a:pt x="1187931" y="101534"/>
                </a:moveTo>
                <a:lnTo>
                  <a:pt x="1187931" y="176042"/>
                </a:lnTo>
                <a:lnTo>
                  <a:pt x="1210652" y="141903"/>
                </a:lnTo>
                <a:cubicBezTo>
                  <a:pt x="1217400" y="129673"/>
                  <a:pt x="1223114" y="116907"/>
                  <a:pt x="1227793" y="103606"/>
                </a:cubicBezTo>
                <a:cubicBezTo>
                  <a:pt x="1237704" y="110473"/>
                  <a:pt x="1246394" y="114654"/>
                  <a:pt x="1253864" y="116147"/>
                </a:cubicBezTo>
                <a:cubicBezTo>
                  <a:pt x="1257600" y="116893"/>
                  <a:pt x="1260401" y="117957"/>
                  <a:pt x="1262268" y="119339"/>
                </a:cubicBezTo>
                <a:lnTo>
                  <a:pt x="1264005" y="122500"/>
                </a:lnTo>
                <a:lnTo>
                  <a:pt x="1264005" y="101534"/>
                </a:lnTo>
                <a:close/>
                <a:moveTo>
                  <a:pt x="1078039" y="101534"/>
                </a:moveTo>
                <a:lnTo>
                  <a:pt x="1078039" y="193767"/>
                </a:lnTo>
                <a:lnTo>
                  <a:pt x="1153670" y="193767"/>
                </a:lnTo>
                <a:lnTo>
                  <a:pt x="1153670" y="101534"/>
                </a:lnTo>
                <a:close/>
                <a:moveTo>
                  <a:pt x="2023931" y="85839"/>
                </a:moveTo>
                <a:lnTo>
                  <a:pt x="1894772" y="323833"/>
                </a:lnTo>
                <a:lnTo>
                  <a:pt x="2159219" y="323833"/>
                </a:lnTo>
                <a:close/>
                <a:moveTo>
                  <a:pt x="638953" y="82525"/>
                </a:moveTo>
                <a:cubicBezTo>
                  <a:pt x="652436" y="84625"/>
                  <a:pt x="665621" y="85675"/>
                  <a:pt x="678508" y="85675"/>
                </a:cubicBezTo>
                <a:cubicBezTo>
                  <a:pt x="686638" y="85675"/>
                  <a:pt x="690702" y="87786"/>
                  <a:pt x="690702" y="92008"/>
                </a:cubicBezTo>
                <a:cubicBezTo>
                  <a:pt x="690702" y="96230"/>
                  <a:pt x="688759" y="99835"/>
                  <a:pt x="684873" y="102824"/>
                </a:cubicBezTo>
                <a:cubicBezTo>
                  <a:pt x="680987" y="105812"/>
                  <a:pt x="679044" y="110288"/>
                  <a:pt x="679044" y="116250"/>
                </a:cubicBezTo>
                <a:lnTo>
                  <a:pt x="679044" y="188824"/>
                </a:lnTo>
                <a:cubicBezTo>
                  <a:pt x="718363" y="188524"/>
                  <a:pt x="755439" y="186878"/>
                  <a:pt x="790272" y="183887"/>
                </a:cubicBezTo>
                <a:lnTo>
                  <a:pt x="790272" y="223978"/>
                </a:lnTo>
                <a:cubicBezTo>
                  <a:pt x="754906" y="220987"/>
                  <a:pt x="717830" y="219344"/>
                  <a:pt x="679044" y="219049"/>
                </a:cubicBezTo>
                <a:lnTo>
                  <a:pt x="679044" y="357909"/>
                </a:lnTo>
                <a:cubicBezTo>
                  <a:pt x="736060" y="357614"/>
                  <a:pt x="787491" y="355671"/>
                  <a:pt x="833335" y="352080"/>
                </a:cubicBezTo>
                <a:lnTo>
                  <a:pt x="833335" y="394414"/>
                </a:lnTo>
                <a:cubicBezTo>
                  <a:pt x="785762" y="390527"/>
                  <a:pt x="731293" y="388584"/>
                  <a:pt x="669928" y="388584"/>
                </a:cubicBezTo>
                <a:cubicBezTo>
                  <a:pt x="608564" y="388584"/>
                  <a:pt x="551442" y="390527"/>
                  <a:pt x="498564" y="394414"/>
                </a:cubicBezTo>
                <a:lnTo>
                  <a:pt x="498564" y="352080"/>
                </a:lnTo>
                <a:cubicBezTo>
                  <a:pt x="544065" y="355975"/>
                  <a:pt x="591907" y="357919"/>
                  <a:pt x="642089" y="357909"/>
                </a:cubicBezTo>
                <a:lnTo>
                  <a:pt x="642089" y="219049"/>
                </a:lnTo>
                <a:cubicBezTo>
                  <a:pt x="601170" y="219344"/>
                  <a:pt x="565289" y="220987"/>
                  <a:pt x="534447" y="223978"/>
                </a:cubicBezTo>
                <a:lnTo>
                  <a:pt x="534447" y="183887"/>
                </a:lnTo>
                <a:cubicBezTo>
                  <a:pt x="564908" y="187183"/>
                  <a:pt x="600789" y="188828"/>
                  <a:pt x="642089" y="188824"/>
                </a:cubicBezTo>
                <a:lnTo>
                  <a:pt x="642089" y="152576"/>
                </a:lnTo>
                <a:cubicBezTo>
                  <a:pt x="642089" y="119767"/>
                  <a:pt x="641044" y="96417"/>
                  <a:pt x="638953" y="82525"/>
                </a:cubicBezTo>
                <a:close/>
                <a:moveTo>
                  <a:pt x="472104" y="34083"/>
                </a:moveTo>
                <a:cubicBezTo>
                  <a:pt x="483905" y="36483"/>
                  <a:pt x="543582" y="37683"/>
                  <a:pt x="651133" y="37683"/>
                </a:cubicBezTo>
                <a:cubicBezTo>
                  <a:pt x="758685" y="37683"/>
                  <a:pt x="817923" y="36483"/>
                  <a:pt x="828848" y="34083"/>
                </a:cubicBezTo>
                <a:lnTo>
                  <a:pt x="828848" y="72380"/>
                </a:lnTo>
                <a:cubicBezTo>
                  <a:pt x="807188" y="70290"/>
                  <a:pt x="764102" y="69244"/>
                  <a:pt x="699589" y="69244"/>
                </a:cubicBezTo>
                <a:lnTo>
                  <a:pt x="509487" y="69244"/>
                </a:lnTo>
                <a:cubicBezTo>
                  <a:pt x="509797" y="95857"/>
                  <a:pt x="509951" y="117655"/>
                  <a:pt x="509951" y="134638"/>
                </a:cubicBezTo>
                <a:cubicBezTo>
                  <a:pt x="509951" y="208624"/>
                  <a:pt x="506537" y="263220"/>
                  <a:pt x="499707" y="298427"/>
                </a:cubicBezTo>
                <a:cubicBezTo>
                  <a:pt x="492878" y="333633"/>
                  <a:pt x="479876" y="369815"/>
                  <a:pt x="460702" y="406972"/>
                </a:cubicBezTo>
                <a:cubicBezTo>
                  <a:pt x="445305" y="403386"/>
                  <a:pt x="432661" y="400600"/>
                  <a:pt x="422769" y="398614"/>
                </a:cubicBezTo>
                <a:cubicBezTo>
                  <a:pt x="442943" y="367844"/>
                  <a:pt x="456433" y="335225"/>
                  <a:pt x="463238" y="300759"/>
                </a:cubicBezTo>
                <a:cubicBezTo>
                  <a:pt x="470044" y="266293"/>
                  <a:pt x="473447" y="212862"/>
                  <a:pt x="473447" y="140468"/>
                </a:cubicBezTo>
                <a:cubicBezTo>
                  <a:pt x="473447" y="112159"/>
                  <a:pt x="472999" y="76698"/>
                  <a:pt x="472104" y="34083"/>
                </a:cubicBezTo>
                <a:close/>
                <a:moveTo>
                  <a:pt x="2024188" y="27361"/>
                </a:moveTo>
                <a:lnTo>
                  <a:pt x="2210076" y="356295"/>
                </a:lnTo>
                <a:lnTo>
                  <a:pt x="1844816" y="356295"/>
                </a:lnTo>
                <a:close/>
                <a:moveTo>
                  <a:pt x="2296186" y="18395"/>
                </a:moveTo>
                <a:lnTo>
                  <a:pt x="2337620" y="18395"/>
                </a:lnTo>
                <a:lnTo>
                  <a:pt x="2337620" y="216720"/>
                </a:lnTo>
                <a:cubicBezTo>
                  <a:pt x="2337620" y="236956"/>
                  <a:pt x="2338117" y="251902"/>
                  <a:pt x="2339110" y="261558"/>
                </a:cubicBezTo>
                <a:cubicBezTo>
                  <a:pt x="2340102" y="271214"/>
                  <a:pt x="2343465" y="280446"/>
                  <a:pt x="2349196" y="289254"/>
                </a:cubicBezTo>
                <a:cubicBezTo>
                  <a:pt x="2354928" y="298062"/>
                  <a:pt x="2362973" y="305056"/>
                  <a:pt x="2373332" y="310235"/>
                </a:cubicBezTo>
                <a:cubicBezTo>
                  <a:pt x="2383690" y="315414"/>
                  <a:pt x="2395530" y="318004"/>
                  <a:pt x="2408850" y="318004"/>
                </a:cubicBezTo>
                <a:cubicBezTo>
                  <a:pt x="2419494" y="318004"/>
                  <a:pt x="2429250" y="315856"/>
                  <a:pt x="2438115" y="311560"/>
                </a:cubicBezTo>
                <a:cubicBezTo>
                  <a:pt x="2446980" y="307265"/>
                  <a:pt x="2454511" y="301175"/>
                  <a:pt x="2460707" y="293290"/>
                </a:cubicBezTo>
                <a:cubicBezTo>
                  <a:pt x="2466903" y="285406"/>
                  <a:pt x="2471231" y="276614"/>
                  <a:pt x="2473691" y="266916"/>
                </a:cubicBezTo>
                <a:cubicBezTo>
                  <a:pt x="2476150" y="257217"/>
                  <a:pt x="2477380" y="240485"/>
                  <a:pt x="2477380" y="216720"/>
                </a:cubicBezTo>
                <a:lnTo>
                  <a:pt x="2477380" y="18395"/>
                </a:lnTo>
                <a:lnTo>
                  <a:pt x="2518372" y="18395"/>
                </a:lnTo>
                <a:lnTo>
                  <a:pt x="2518372" y="216720"/>
                </a:lnTo>
                <a:cubicBezTo>
                  <a:pt x="2518372" y="249776"/>
                  <a:pt x="2514936" y="275358"/>
                  <a:pt x="2508066" y="293465"/>
                </a:cubicBezTo>
                <a:cubicBezTo>
                  <a:pt x="2501196" y="311572"/>
                  <a:pt x="2489090" y="326719"/>
                  <a:pt x="2471748" y="338907"/>
                </a:cubicBezTo>
                <a:cubicBezTo>
                  <a:pt x="2454405" y="351094"/>
                  <a:pt x="2434037" y="357188"/>
                  <a:pt x="2410643" y="357188"/>
                </a:cubicBezTo>
                <a:cubicBezTo>
                  <a:pt x="2391980" y="357188"/>
                  <a:pt x="2375195" y="354162"/>
                  <a:pt x="2360291" y="348111"/>
                </a:cubicBezTo>
                <a:cubicBezTo>
                  <a:pt x="2345386" y="342061"/>
                  <a:pt x="2332923" y="333552"/>
                  <a:pt x="2322900" y="322587"/>
                </a:cubicBezTo>
                <a:cubicBezTo>
                  <a:pt x="2312878" y="311621"/>
                  <a:pt x="2305920" y="299439"/>
                  <a:pt x="2302026" y="286039"/>
                </a:cubicBezTo>
                <a:cubicBezTo>
                  <a:pt x="2298133" y="272640"/>
                  <a:pt x="2296186" y="249534"/>
                  <a:pt x="2296186" y="216720"/>
                </a:cubicBezTo>
                <a:close/>
                <a:moveTo>
                  <a:pt x="955424" y="6279"/>
                </a:moveTo>
                <a:cubicBezTo>
                  <a:pt x="967963" y="8975"/>
                  <a:pt x="980850" y="10323"/>
                  <a:pt x="994086" y="10323"/>
                </a:cubicBezTo>
                <a:cubicBezTo>
                  <a:pt x="1002215" y="10323"/>
                  <a:pt x="1006280" y="12558"/>
                  <a:pt x="1006280" y="17027"/>
                </a:cubicBezTo>
                <a:cubicBezTo>
                  <a:pt x="1006280" y="21497"/>
                  <a:pt x="1004337" y="24927"/>
                  <a:pt x="1000451" y="27318"/>
                </a:cubicBezTo>
                <a:cubicBezTo>
                  <a:pt x="996564" y="29708"/>
                  <a:pt x="994621" y="32890"/>
                  <a:pt x="994621" y="36862"/>
                </a:cubicBezTo>
                <a:lnTo>
                  <a:pt x="994621" y="137246"/>
                </a:lnTo>
                <a:cubicBezTo>
                  <a:pt x="1010033" y="137003"/>
                  <a:pt x="1025282" y="135657"/>
                  <a:pt x="1040370" y="133210"/>
                </a:cubicBezTo>
                <a:lnTo>
                  <a:pt x="1040370" y="172850"/>
                </a:lnTo>
                <a:cubicBezTo>
                  <a:pt x="1025235" y="170455"/>
                  <a:pt x="1009985" y="169109"/>
                  <a:pt x="994621" y="168814"/>
                </a:cubicBezTo>
                <a:lnTo>
                  <a:pt x="994621" y="305438"/>
                </a:lnTo>
                <a:cubicBezTo>
                  <a:pt x="1008028" y="299995"/>
                  <a:pt x="1025818" y="293118"/>
                  <a:pt x="1047992" y="284807"/>
                </a:cubicBezTo>
                <a:cubicBezTo>
                  <a:pt x="1047392" y="290779"/>
                  <a:pt x="1047092" y="296138"/>
                  <a:pt x="1047092" y="300884"/>
                </a:cubicBezTo>
                <a:cubicBezTo>
                  <a:pt x="1047092" y="305630"/>
                  <a:pt x="1047990" y="312611"/>
                  <a:pt x="1049786" y="321826"/>
                </a:cubicBezTo>
                <a:cubicBezTo>
                  <a:pt x="1003613" y="333832"/>
                  <a:pt x="955478" y="349208"/>
                  <a:pt x="905382" y="367953"/>
                </a:cubicBezTo>
                <a:cubicBezTo>
                  <a:pt x="903858" y="354842"/>
                  <a:pt x="898562" y="341564"/>
                  <a:pt x="889494" y="328120"/>
                </a:cubicBezTo>
                <a:cubicBezTo>
                  <a:pt x="916512" y="324129"/>
                  <a:pt x="939684" y="319616"/>
                  <a:pt x="959010" y="314582"/>
                </a:cubicBezTo>
                <a:lnTo>
                  <a:pt x="959010" y="168364"/>
                </a:lnTo>
                <a:cubicBezTo>
                  <a:pt x="936445" y="168364"/>
                  <a:pt x="916562" y="169859"/>
                  <a:pt x="899359" y="172850"/>
                </a:cubicBezTo>
                <a:lnTo>
                  <a:pt x="899359" y="133210"/>
                </a:lnTo>
                <a:cubicBezTo>
                  <a:pt x="916380" y="136500"/>
                  <a:pt x="936264" y="138146"/>
                  <a:pt x="959010" y="138146"/>
                </a:cubicBezTo>
                <a:cubicBezTo>
                  <a:pt x="959010" y="73995"/>
                  <a:pt x="957814" y="30039"/>
                  <a:pt x="955424" y="6279"/>
                </a:cubicBezTo>
                <a:close/>
                <a:moveTo>
                  <a:pt x="1549529" y="4486"/>
                </a:moveTo>
                <a:cubicBezTo>
                  <a:pt x="1562354" y="8077"/>
                  <a:pt x="1572712" y="9873"/>
                  <a:pt x="1580604" y="9873"/>
                </a:cubicBezTo>
                <a:lnTo>
                  <a:pt x="1591863" y="9423"/>
                </a:lnTo>
                <a:cubicBezTo>
                  <a:pt x="1598140" y="9423"/>
                  <a:pt x="1601278" y="11707"/>
                  <a:pt x="1601278" y="16277"/>
                </a:cubicBezTo>
                <a:cubicBezTo>
                  <a:pt x="1601278" y="20847"/>
                  <a:pt x="1599710" y="24205"/>
                  <a:pt x="1596574" y="26353"/>
                </a:cubicBezTo>
                <a:cubicBezTo>
                  <a:pt x="1593438" y="28501"/>
                  <a:pt x="1591252" y="31182"/>
                  <a:pt x="1590016" y="34397"/>
                </a:cubicBezTo>
                <a:cubicBezTo>
                  <a:pt x="1588780" y="37612"/>
                  <a:pt x="1588106" y="40161"/>
                  <a:pt x="1587994" y="42045"/>
                </a:cubicBezTo>
                <a:cubicBezTo>
                  <a:pt x="1587882" y="43928"/>
                  <a:pt x="1587826" y="53717"/>
                  <a:pt x="1587826" y="71413"/>
                </a:cubicBezTo>
                <a:cubicBezTo>
                  <a:pt x="1587826" y="89108"/>
                  <a:pt x="1586929" y="106568"/>
                  <a:pt x="1585133" y="123794"/>
                </a:cubicBezTo>
                <a:cubicBezTo>
                  <a:pt x="1659428" y="123794"/>
                  <a:pt x="1719379" y="122296"/>
                  <a:pt x="1764984" y="119301"/>
                </a:cubicBezTo>
                <a:lnTo>
                  <a:pt x="1764984" y="161192"/>
                </a:lnTo>
                <a:cubicBezTo>
                  <a:pt x="1714168" y="158201"/>
                  <a:pt x="1654368" y="156705"/>
                  <a:pt x="1585583" y="156705"/>
                </a:cubicBezTo>
                <a:cubicBezTo>
                  <a:pt x="1599661" y="200001"/>
                  <a:pt x="1622850" y="239790"/>
                  <a:pt x="1655149" y="276070"/>
                </a:cubicBezTo>
                <a:cubicBezTo>
                  <a:pt x="1687448" y="312351"/>
                  <a:pt x="1727949" y="342276"/>
                  <a:pt x="1776650" y="365846"/>
                </a:cubicBezTo>
                <a:cubicBezTo>
                  <a:pt x="1763910" y="375085"/>
                  <a:pt x="1753090" y="387298"/>
                  <a:pt x="1744189" y="402486"/>
                </a:cubicBezTo>
                <a:cubicBezTo>
                  <a:pt x="1661336" y="353704"/>
                  <a:pt x="1603748" y="285531"/>
                  <a:pt x="1571424" y="197968"/>
                </a:cubicBezTo>
                <a:cubicBezTo>
                  <a:pt x="1563271" y="240868"/>
                  <a:pt x="1545826" y="278346"/>
                  <a:pt x="1519089" y="310400"/>
                </a:cubicBezTo>
                <a:cubicBezTo>
                  <a:pt x="1492353" y="342454"/>
                  <a:pt x="1450040" y="373299"/>
                  <a:pt x="1392152" y="402936"/>
                </a:cubicBezTo>
                <a:cubicBezTo>
                  <a:pt x="1382694" y="390973"/>
                  <a:pt x="1372061" y="381036"/>
                  <a:pt x="1360255" y="373125"/>
                </a:cubicBezTo>
                <a:cubicBezTo>
                  <a:pt x="1474050" y="324133"/>
                  <a:pt x="1536544" y="251993"/>
                  <a:pt x="1547736" y="156705"/>
                </a:cubicBezTo>
                <a:cubicBezTo>
                  <a:pt x="1485490" y="156705"/>
                  <a:pt x="1430771" y="158201"/>
                  <a:pt x="1383580" y="161192"/>
                </a:cubicBezTo>
                <a:lnTo>
                  <a:pt x="1383580" y="119301"/>
                </a:lnTo>
                <a:cubicBezTo>
                  <a:pt x="1435943" y="122296"/>
                  <a:pt x="1491284" y="123794"/>
                  <a:pt x="1549600" y="123794"/>
                </a:cubicBezTo>
                <a:cubicBezTo>
                  <a:pt x="1549853" y="108897"/>
                  <a:pt x="1550053" y="88788"/>
                  <a:pt x="1550200" y="63469"/>
                </a:cubicBezTo>
                <a:cubicBezTo>
                  <a:pt x="1550348" y="38149"/>
                  <a:pt x="1550124" y="18488"/>
                  <a:pt x="1549529" y="4486"/>
                </a:cubicBezTo>
                <a:close/>
                <a:moveTo>
                  <a:pt x="1234137" y="893"/>
                </a:moveTo>
                <a:cubicBezTo>
                  <a:pt x="1243995" y="8599"/>
                  <a:pt x="1254354" y="14540"/>
                  <a:pt x="1265212" y="18717"/>
                </a:cubicBezTo>
                <a:cubicBezTo>
                  <a:pt x="1271099" y="20984"/>
                  <a:pt x="1274042" y="24288"/>
                  <a:pt x="1274042" y="28629"/>
                </a:cubicBezTo>
                <a:cubicBezTo>
                  <a:pt x="1274042" y="32970"/>
                  <a:pt x="1271464" y="35760"/>
                  <a:pt x="1266309" y="37001"/>
                </a:cubicBezTo>
                <a:cubicBezTo>
                  <a:pt x="1261154" y="38242"/>
                  <a:pt x="1255709" y="41519"/>
                  <a:pt x="1249975" y="46834"/>
                </a:cubicBezTo>
                <a:cubicBezTo>
                  <a:pt x="1244241" y="52149"/>
                  <a:pt x="1235220" y="60908"/>
                  <a:pt x="1222914" y="73109"/>
                </a:cubicBezTo>
                <a:cubicBezTo>
                  <a:pt x="1248932" y="73157"/>
                  <a:pt x="1275094" y="72109"/>
                  <a:pt x="1301403" y="69966"/>
                </a:cubicBezTo>
                <a:cubicBezTo>
                  <a:pt x="1299307" y="90059"/>
                  <a:pt x="1298259" y="116400"/>
                  <a:pt x="1298259" y="148990"/>
                </a:cubicBezTo>
                <a:cubicBezTo>
                  <a:pt x="1298259" y="181580"/>
                  <a:pt x="1299307" y="206876"/>
                  <a:pt x="1301403" y="224878"/>
                </a:cubicBezTo>
                <a:cubicBezTo>
                  <a:pt x="1276438" y="222487"/>
                  <a:pt x="1235843" y="221292"/>
                  <a:pt x="1179620" y="221292"/>
                </a:cubicBezTo>
                <a:cubicBezTo>
                  <a:pt x="1123396" y="221292"/>
                  <a:pt x="1077070" y="222487"/>
                  <a:pt x="1040641" y="224878"/>
                </a:cubicBezTo>
                <a:cubicBezTo>
                  <a:pt x="1042737" y="200661"/>
                  <a:pt x="1043785" y="175090"/>
                  <a:pt x="1043785" y="148165"/>
                </a:cubicBezTo>
                <a:cubicBezTo>
                  <a:pt x="1043785" y="121240"/>
                  <a:pt x="1042737" y="95174"/>
                  <a:pt x="1040641" y="69966"/>
                </a:cubicBezTo>
                <a:cubicBezTo>
                  <a:pt x="1056229" y="71314"/>
                  <a:pt x="1071393" y="72325"/>
                  <a:pt x="1086134" y="72998"/>
                </a:cubicBezTo>
                <a:lnTo>
                  <a:pt x="1122010" y="73843"/>
                </a:lnTo>
                <a:lnTo>
                  <a:pt x="1100452" y="51094"/>
                </a:lnTo>
                <a:cubicBezTo>
                  <a:pt x="1090918" y="42530"/>
                  <a:pt x="1080699" y="34740"/>
                  <a:pt x="1069795" y="27725"/>
                </a:cubicBezTo>
                <a:lnTo>
                  <a:pt x="1090626" y="3136"/>
                </a:lnTo>
                <a:cubicBezTo>
                  <a:pt x="1112424" y="17090"/>
                  <a:pt x="1132898" y="35221"/>
                  <a:pt x="1152048" y="57529"/>
                </a:cubicBezTo>
                <a:lnTo>
                  <a:pt x="1132922" y="74009"/>
                </a:lnTo>
                <a:lnTo>
                  <a:pt x="1190753" y="74009"/>
                </a:lnTo>
                <a:cubicBezTo>
                  <a:pt x="1209303" y="48154"/>
                  <a:pt x="1223764" y="23782"/>
                  <a:pt x="1234137" y="893"/>
                </a:cubicBezTo>
                <a:close/>
                <a:moveTo>
                  <a:pt x="138138" y="0"/>
                </a:moveTo>
                <a:cubicBezTo>
                  <a:pt x="154712" y="2095"/>
                  <a:pt x="169392" y="3143"/>
                  <a:pt x="182180" y="3143"/>
                </a:cubicBezTo>
                <a:cubicBezTo>
                  <a:pt x="190609" y="3143"/>
                  <a:pt x="194824" y="5620"/>
                  <a:pt x="194824" y="10573"/>
                </a:cubicBezTo>
                <a:cubicBezTo>
                  <a:pt x="194824" y="15526"/>
                  <a:pt x="193104" y="18690"/>
                  <a:pt x="189663" y="20067"/>
                </a:cubicBezTo>
                <a:cubicBezTo>
                  <a:pt x="186222" y="21443"/>
                  <a:pt x="183830" y="23360"/>
                  <a:pt x="182487" y="25818"/>
                </a:cubicBezTo>
                <a:cubicBezTo>
                  <a:pt x="181144" y="28275"/>
                  <a:pt x="180472" y="30461"/>
                  <a:pt x="180472" y="32375"/>
                </a:cubicBezTo>
                <a:lnTo>
                  <a:pt x="180472" y="73109"/>
                </a:lnTo>
                <a:cubicBezTo>
                  <a:pt x="242027" y="73114"/>
                  <a:pt x="288824" y="71318"/>
                  <a:pt x="320861" y="67723"/>
                </a:cubicBezTo>
                <a:cubicBezTo>
                  <a:pt x="318766" y="83282"/>
                  <a:pt x="317718" y="101701"/>
                  <a:pt x="317718" y="122980"/>
                </a:cubicBezTo>
                <a:lnTo>
                  <a:pt x="317718" y="255289"/>
                </a:lnTo>
                <a:cubicBezTo>
                  <a:pt x="317718" y="276520"/>
                  <a:pt x="319213" y="299423"/>
                  <a:pt x="322204" y="323998"/>
                </a:cubicBezTo>
                <a:lnTo>
                  <a:pt x="280320" y="323998"/>
                </a:lnTo>
                <a:lnTo>
                  <a:pt x="280320" y="291708"/>
                </a:lnTo>
                <a:lnTo>
                  <a:pt x="180472" y="291708"/>
                </a:lnTo>
                <a:lnTo>
                  <a:pt x="180472" y="349922"/>
                </a:lnTo>
                <a:cubicBezTo>
                  <a:pt x="180472" y="359381"/>
                  <a:pt x="181251" y="365906"/>
                  <a:pt x="182808" y="369500"/>
                </a:cubicBezTo>
                <a:cubicBezTo>
                  <a:pt x="184365" y="373093"/>
                  <a:pt x="187970" y="375724"/>
                  <a:pt x="193620" y="377394"/>
                </a:cubicBezTo>
                <a:cubicBezTo>
                  <a:pt x="199271" y="379063"/>
                  <a:pt x="209188" y="379897"/>
                  <a:pt x="223370" y="379897"/>
                </a:cubicBezTo>
                <a:lnTo>
                  <a:pt x="294308" y="379447"/>
                </a:lnTo>
                <a:cubicBezTo>
                  <a:pt x="310386" y="379447"/>
                  <a:pt x="321208" y="374562"/>
                  <a:pt x="326773" y="364792"/>
                </a:cubicBezTo>
                <a:cubicBezTo>
                  <a:pt x="332338" y="355022"/>
                  <a:pt x="336854" y="338078"/>
                  <a:pt x="340321" y="313961"/>
                </a:cubicBezTo>
                <a:cubicBezTo>
                  <a:pt x="351203" y="322743"/>
                  <a:pt x="364002" y="329503"/>
                  <a:pt x="378718" y="334242"/>
                </a:cubicBezTo>
                <a:cubicBezTo>
                  <a:pt x="371184" y="365441"/>
                  <a:pt x="361744" y="386633"/>
                  <a:pt x="350397" y="397818"/>
                </a:cubicBezTo>
                <a:cubicBezTo>
                  <a:pt x="339050" y="409002"/>
                  <a:pt x="320480" y="414595"/>
                  <a:pt x="294686" y="414595"/>
                </a:cubicBezTo>
                <a:lnTo>
                  <a:pt x="223892" y="414152"/>
                </a:lnTo>
                <a:cubicBezTo>
                  <a:pt x="199622" y="414152"/>
                  <a:pt x="181838" y="412375"/>
                  <a:pt x="170539" y="408823"/>
                </a:cubicBezTo>
                <a:cubicBezTo>
                  <a:pt x="159240" y="405270"/>
                  <a:pt x="151838" y="398901"/>
                  <a:pt x="148332" y="389717"/>
                </a:cubicBezTo>
                <a:cubicBezTo>
                  <a:pt x="144827" y="380532"/>
                  <a:pt x="143075" y="366372"/>
                  <a:pt x="143075" y="347236"/>
                </a:cubicBezTo>
                <a:lnTo>
                  <a:pt x="143075" y="291708"/>
                </a:lnTo>
                <a:lnTo>
                  <a:pt x="40540" y="291708"/>
                </a:lnTo>
                <a:lnTo>
                  <a:pt x="40540" y="332970"/>
                </a:lnTo>
                <a:lnTo>
                  <a:pt x="0" y="332970"/>
                </a:lnTo>
                <a:cubicBezTo>
                  <a:pt x="3286" y="308015"/>
                  <a:pt x="4929" y="283616"/>
                  <a:pt x="4929" y="259775"/>
                </a:cubicBezTo>
                <a:lnTo>
                  <a:pt x="4929" y="122980"/>
                </a:lnTo>
                <a:cubicBezTo>
                  <a:pt x="4929" y="103720"/>
                  <a:pt x="3883" y="85301"/>
                  <a:pt x="1793" y="67723"/>
                </a:cubicBezTo>
                <a:cubicBezTo>
                  <a:pt x="35202" y="71318"/>
                  <a:pt x="82296" y="73114"/>
                  <a:pt x="143075" y="73109"/>
                </a:cubicBezTo>
                <a:cubicBezTo>
                  <a:pt x="143075" y="43405"/>
                  <a:pt x="141429" y="19036"/>
                  <a:pt x="13813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2701574-FA1D-4799-8498-6516903F8B4E}"/>
              </a:ext>
            </a:extLst>
          </p:cNvPr>
          <p:cNvGrpSpPr/>
          <p:nvPr/>
        </p:nvGrpSpPr>
        <p:grpSpPr>
          <a:xfrm>
            <a:off x="1719156" y="4365990"/>
            <a:ext cx="8504395" cy="1650097"/>
            <a:chOff x="1719156" y="4365990"/>
            <a:chExt cx="8504395" cy="1650097"/>
          </a:xfrm>
        </p:grpSpPr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5A5638BB-9957-4FE5-9580-02F96BA7CB31}"/>
                </a:ext>
              </a:extLst>
            </p:cNvPr>
            <p:cNvSpPr/>
            <p:nvPr/>
          </p:nvSpPr>
          <p:spPr>
            <a:xfrm>
              <a:off x="6489484" y="4376405"/>
              <a:ext cx="3734067" cy="1639682"/>
            </a:xfrm>
            <a:custGeom>
              <a:avLst/>
              <a:gdLst>
                <a:gd name="connsiteX0" fmla="*/ 6410322 w 6739794"/>
                <a:gd name="connsiteY0" fmla="*/ 2959497 h 2959540"/>
                <a:gd name="connsiteX1" fmla="*/ 6476560 w 6739794"/>
                <a:gd name="connsiteY1" fmla="*/ 2959510 h 2959540"/>
                <a:gd name="connsiteX2" fmla="*/ 6445870 w 6739794"/>
                <a:gd name="connsiteY2" fmla="*/ 2959540 h 2959540"/>
                <a:gd name="connsiteX3" fmla="*/ 6739794 w 6739794"/>
                <a:gd name="connsiteY3" fmla="*/ 2958728 h 2959540"/>
                <a:gd name="connsiteX4" fmla="*/ 6739794 w 6739794"/>
                <a:gd name="connsiteY4" fmla="*/ 2958988 h 2959540"/>
                <a:gd name="connsiteX5" fmla="*/ 6525170 w 6739794"/>
                <a:gd name="connsiteY5" fmla="*/ 2959520 h 2959540"/>
                <a:gd name="connsiteX6" fmla="*/ 6476560 w 6739794"/>
                <a:gd name="connsiteY6" fmla="*/ 2959510 h 2959540"/>
                <a:gd name="connsiteX7" fmla="*/ 6607002 w 6739794"/>
                <a:gd name="connsiteY7" fmla="*/ 2959384 h 2959540"/>
                <a:gd name="connsiteX8" fmla="*/ 6711102 w 6739794"/>
                <a:gd name="connsiteY8" fmla="*/ 2958980 h 2959540"/>
                <a:gd name="connsiteX9" fmla="*/ 6738948 w 6739794"/>
                <a:gd name="connsiteY9" fmla="*/ 2958735 h 2959540"/>
                <a:gd name="connsiteX10" fmla="*/ 0 w 6739794"/>
                <a:gd name="connsiteY10" fmla="*/ 0 h 2959540"/>
                <a:gd name="connsiteX11" fmla="*/ 152733 w 6739794"/>
                <a:gd name="connsiteY11" fmla="*/ 314350 h 2959540"/>
                <a:gd name="connsiteX12" fmla="*/ 568370 w 6739794"/>
                <a:gd name="connsiteY12" fmla="*/ 1080955 h 2959540"/>
                <a:gd name="connsiteX13" fmla="*/ 598278 w 6739794"/>
                <a:gd name="connsiteY13" fmla="*/ 1123886 h 2959540"/>
                <a:gd name="connsiteX14" fmla="*/ 669414 w 6739794"/>
                <a:gd name="connsiteY14" fmla="*/ 1225991 h 2959540"/>
                <a:gd name="connsiteX15" fmla="*/ 1688750 w 6739794"/>
                <a:gd name="connsiteY15" fmla="*/ 2288519 h 2959540"/>
                <a:gd name="connsiteX16" fmla="*/ 2845014 w 6739794"/>
                <a:gd name="connsiteY16" fmla="*/ 2844302 h 2959540"/>
                <a:gd name="connsiteX17" fmla="*/ 6235996 w 6739794"/>
                <a:gd name="connsiteY17" fmla="*/ 2959285 h 2959540"/>
                <a:gd name="connsiteX18" fmla="*/ 6410322 w 6739794"/>
                <a:gd name="connsiteY18" fmla="*/ 2959497 h 2959540"/>
                <a:gd name="connsiteX19" fmla="*/ 6329408 w 6739794"/>
                <a:gd name="connsiteY19" fmla="*/ 2959480 h 2959540"/>
                <a:gd name="connsiteX20" fmla="*/ 2845014 w 6739794"/>
                <a:gd name="connsiteY20" fmla="*/ 2881103 h 2959540"/>
                <a:gd name="connsiteX21" fmla="*/ 1688750 w 6739794"/>
                <a:gd name="connsiteY21" fmla="*/ 2502807 h 2959540"/>
                <a:gd name="connsiteX22" fmla="*/ 669414 w 6739794"/>
                <a:gd name="connsiteY22" fmla="*/ 1779594 h 2959540"/>
                <a:gd name="connsiteX23" fmla="*/ 152733 w 6739794"/>
                <a:gd name="connsiteY23" fmla="*/ 1159083 h 2959540"/>
                <a:gd name="connsiteX24" fmla="*/ 0 w 6739794"/>
                <a:gd name="connsiteY24" fmla="*/ 945119 h 2959540"/>
                <a:gd name="connsiteX25" fmla="*/ 0 w 6739794"/>
                <a:gd name="connsiteY25" fmla="*/ 945118 h 295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739794" h="2959540">
                  <a:moveTo>
                    <a:pt x="6410322" y="2959497"/>
                  </a:moveTo>
                  <a:lnTo>
                    <a:pt x="6476560" y="2959510"/>
                  </a:lnTo>
                  <a:lnTo>
                    <a:pt x="6445870" y="2959540"/>
                  </a:lnTo>
                  <a:close/>
                  <a:moveTo>
                    <a:pt x="6739794" y="2958728"/>
                  </a:moveTo>
                  <a:lnTo>
                    <a:pt x="6739794" y="2958988"/>
                  </a:lnTo>
                  <a:cubicBezTo>
                    <a:pt x="6713644" y="2959220"/>
                    <a:pt x="6638050" y="2959451"/>
                    <a:pt x="6525170" y="2959520"/>
                  </a:cubicBezTo>
                  <a:lnTo>
                    <a:pt x="6476560" y="2959510"/>
                  </a:lnTo>
                  <a:lnTo>
                    <a:pt x="6607002" y="2959384"/>
                  </a:lnTo>
                  <a:cubicBezTo>
                    <a:pt x="6651668" y="2959281"/>
                    <a:pt x="6686828" y="2959138"/>
                    <a:pt x="6711102" y="2958980"/>
                  </a:cubicBezTo>
                  <a:lnTo>
                    <a:pt x="6738948" y="2958735"/>
                  </a:lnTo>
                  <a:close/>
                  <a:moveTo>
                    <a:pt x="0" y="0"/>
                  </a:moveTo>
                  <a:lnTo>
                    <a:pt x="152733" y="314350"/>
                  </a:lnTo>
                  <a:cubicBezTo>
                    <a:pt x="279021" y="576204"/>
                    <a:pt x="407043" y="836062"/>
                    <a:pt x="568370" y="1080955"/>
                  </a:cubicBezTo>
                  <a:lnTo>
                    <a:pt x="598278" y="1123886"/>
                  </a:lnTo>
                  <a:lnTo>
                    <a:pt x="669414" y="1225991"/>
                  </a:lnTo>
                  <a:cubicBezTo>
                    <a:pt x="950874" y="1607411"/>
                    <a:pt x="1326152" y="2018801"/>
                    <a:pt x="1688750" y="2288519"/>
                  </a:cubicBezTo>
                  <a:cubicBezTo>
                    <a:pt x="2051352" y="2558238"/>
                    <a:pt x="2533128" y="2724427"/>
                    <a:pt x="2845014" y="2844302"/>
                  </a:cubicBezTo>
                  <a:cubicBezTo>
                    <a:pt x="3090502" y="2938657"/>
                    <a:pt x="5232910" y="2957056"/>
                    <a:pt x="6235996" y="2959285"/>
                  </a:cubicBezTo>
                  <a:lnTo>
                    <a:pt x="6410322" y="2959497"/>
                  </a:lnTo>
                  <a:lnTo>
                    <a:pt x="6329408" y="2959480"/>
                  </a:lnTo>
                  <a:cubicBezTo>
                    <a:pt x="5373104" y="2958603"/>
                    <a:pt x="3098422" y="2947397"/>
                    <a:pt x="2845014" y="2881103"/>
                  </a:cubicBezTo>
                  <a:cubicBezTo>
                    <a:pt x="2533128" y="2799510"/>
                    <a:pt x="2051352" y="2686392"/>
                    <a:pt x="1688750" y="2502807"/>
                  </a:cubicBezTo>
                  <a:cubicBezTo>
                    <a:pt x="1326152" y="2319223"/>
                    <a:pt x="950874" y="2039209"/>
                    <a:pt x="669414" y="1779594"/>
                  </a:cubicBezTo>
                  <a:cubicBezTo>
                    <a:pt x="458320" y="1584883"/>
                    <a:pt x="304279" y="1372961"/>
                    <a:pt x="152733" y="1159083"/>
                  </a:cubicBezTo>
                  <a:lnTo>
                    <a:pt x="0" y="945119"/>
                  </a:lnTo>
                  <a:lnTo>
                    <a:pt x="0" y="945118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2048EDDA-C6A2-40F9-942A-E5B14BB82EA2}"/>
                </a:ext>
              </a:extLst>
            </p:cNvPr>
            <p:cNvSpPr/>
            <p:nvPr/>
          </p:nvSpPr>
          <p:spPr>
            <a:xfrm>
              <a:off x="1719156" y="4365990"/>
              <a:ext cx="3686694" cy="1638032"/>
            </a:xfrm>
            <a:custGeom>
              <a:avLst/>
              <a:gdLst>
                <a:gd name="connsiteX0" fmla="*/ 6654289 w 6654289"/>
                <a:gd name="connsiteY0" fmla="*/ 0 h 2956563"/>
                <a:gd name="connsiteX1" fmla="*/ 6654289 w 6654289"/>
                <a:gd name="connsiteY1" fmla="*/ 980723 h 2956563"/>
                <a:gd name="connsiteX2" fmla="*/ 6654289 w 6654289"/>
                <a:gd name="connsiteY2" fmla="*/ 980724 h 2956563"/>
                <a:gd name="connsiteX3" fmla="*/ 6654289 w 6654289"/>
                <a:gd name="connsiteY3" fmla="*/ 980730 h 2956563"/>
                <a:gd name="connsiteX4" fmla="*/ 6506135 w 6654289"/>
                <a:gd name="connsiteY4" fmla="*/ 1191274 h 2956563"/>
                <a:gd name="connsiteX5" fmla="*/ 5997051 w 6654289"/>
                <a:gd name="connsiteY5" fmla="*/ 1822408 h 2956563"/>
                <a:gd name="connsiteX6" fmla="*/ 4874259 w 6654289"/>
                <a:gd name="connsiteY6" fmla="*/ 2581489 h 2956563"/>
                <a:gd name="connsiteX7" fmla="*/ 4016189 w 6654289"/>
                <a:gd name="connsiteY7" fmla="*/ 2844935 h 2956563"/>
                <a:gd name="connsiteX8" fmla="*/ 32066 w 6654289"/>
                <a:gd name="connsiteY8" fmla="*/ 2956348 h 2956563"/>
                <a:gd name="connsiteX9" fmla="*/ 0 w 6654289"/>
                <a:gd name="connsiteY9" fmla="*/ 2956563 h 2956563"/>
                <a:gd name="connsiteX10" fmla="*/ 32066 w 6654289"/>
                <a:gd name="connsiteY10" fmla="*/ 2956241 h 2956563"/>
                <a:gd name="connsiteX11" fmla="*/ 4016189 w 6654289"/>
                <a:gd name="connsiteY11" fmla="*/ 2789527 h 2956563"/>
                <a:gd name="connsiteX12" fmla="*/ 4874259 w 6654289"/>
                <a:gd name="connsiteY12" fmla="*/ 2395317 h 2956563"/>
                <a:gd name="connsiteX13" fmla="*/ 5997051 w 6654289"/>
                <a:gd name="connsiteY13" fmla="*/ 1259456 h 2956563"/>
                <a:gd name="connsiteX14" fmla="*/ 6071395 w 6654289"/>
                <a:gd name="connsiteY14" fmla="*/ 1153792 h 2956563"/>
                <a:gd name="connsiteX15" fmla="*/ 6071395 w 6654289"/>
                <a:gd name="connsiteY15" fmla="*/ 1153792 h 2956563"/>
                <a:gd name="connsiteX16" fmla="*/ 6076887 w 6654289"/>
                <a:gd name="connsiteY16" fmla="*/ 1145988 h 2956563"/>
                <a:gd name="connsiteX17" fmla="*/ 6506135 w 6654289"/>
                <a:gd name="connsiteY17" fmla="*/ 315051 h 295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654289" h="2956563">
                  <a:moveTo>
                    <a:pt x="6654289" y="0"/>
                  </a:moveTo>
                  <a:lnTo>
                    <a:pt x="6654289" y="980723"/>
                  </a:lnTo>
                  <a:lnTo>
                    <a:pt x="6654289" y="980724"/>
                  </a:lnTo>
                  <a:lnTo>
                    <a:pt x="6654289" y="980730"/>
                  </a:lnTo>
                  <a:lnTo>
                    <a:pt x="6506135" y="1191274"/>
                  </a:lnTo>
                  <a:cubicBezTo>
                    <a:pt x="6361757" y="1404321"/>
                    <a:pt x="6219555" y="1622313"/>
                    <a:pt x="5997051" y="1822408"/>
                  </a:cubicBezTo>
                  <a:cubicBezTo>
                    <a:pt x="5700379" y="2089202"/>
                    <a:pt x="5204401" y="2411068"/>
                    <a:pt x="4874259" y="2581489"/>
                  </a:cubicBezTo>
                  <a:cubicBezTo>
                    <a:pt x="4544115" y="2751911"/>
                    <a:pt x="4257077" y="2779819"/>
                    <a:pt x="4016189" y="2844935"/>
                  </a:cubicBezTo>
                  <a:cubicBezTo>
                    <a:pt x="3782831" y="2908017"/>
                    <a:pt x="461860" y="2952767"/>
                    <a:pt x="32066" y="2956348"/>
                  </a:cubicBezTo>
                  <a:lnTo>
                    <a:pt x="0" y="2956563"/>
                  </a:lnTo>
                  <a:lnTo>
                    <a:pt x="32066" y="2956241"/>
                  </a:lnTo>
                  <a:cubicBezTo>
                    <a:pt x="461860" y="2950882"/>
                    <a:pt x="3782831" y="2883921"/>
                    <a:pt x="4016189" y="2789527"/>
                  </a:cubicBezTo>
                  <a:cubicBezTo>
                    <a:pt x="4257077" y="2692089"/>
                    <a:pt x="4544115" y="2650329"/>
                    <a:pt x="4874259" y="2395317"/>
                  </a:cubicBezTo>
                  <a:cubicBezTo>
                    <a:pt x="5204401" y="2140305"/>
                    <a:pt x="5700379" y="1658677"/>
                    <a:pt x="5997051" y="1259456"/>
                  </a:cubicBezTo>
                  <a:lnTo>
                    <a:pt x="6071395" y="1153792"/>
                  </a:lnTo>
                  <a:lnTo>
                    <a:pt x="6071395" y="1153792"/>
                  </a:lnTo>
                  <a:lnTo>
                    <a:pt x="6076887" y="1145988"/>
                  </a:lnTo>
                  <a:cubicBezTo>
                    <a:pt x="6255139" y="878608"/>
                    <a:pt x="6379805" y="593998"/>
                    <a:pt x="6506135" y="315051"/>
                  </a:cubicBezTo>
                  <a:close/>
                </a:path>
              </a:pathLst>
            </a:custGeom>
            <a:solidFill>
              <a:srgbClr val="F4B183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7390FD6-AB3E-4F53-8F43-9C64392157AB}"/>
              </a:ext>
            </a:extLst>
          </p:cNvPr>
          <p:cNvGrpSpPr/>
          <p:nvPr/>
        </p:nvGrpSpPr>
        <p:grpSpPr>
          <a:xfrm>
            <a:off x="4092074" y="4581388"/>
            <a:ext cx="3525469" cy="411130"/>
            <a:chOff x="4092074" y="4581388"/>
            <a:chExt cx="3525469" cy="411130"/>
          </a:xfrm>
        </p:grpSpPr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0BD141FD-1531-4ADB-A5A2-CFCCDC058C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2720" y="4851552"/>
              <a:ext cx="397752" cy="14096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3872E620-4678-4D88-86B3-57ECE9156B22}"/>
                </a:ext>
              </a:extLst>
            </p:cNvPr>
            <p:cNvSpPr txBox="1"/>
            <p:nvPr/>
          </p:nvSpPr>
          <p:spPr>
            <a:xfrm>
              <a:off x="4092074" y="4644541"/>
              <a:ext cx="596441" cy="268024"/>
            </a:xfrm>
            <a:custGeom>
              <a:avLst/>
              <a:gdLst/>
              <a:ahLst/>
              <a:cxnLst/>
              <a:rect l="l" t="t" r="r" b="b"/>
              <a:pathLst>
                <a:path w="1076544" h="483770">
                  <a:moveTo>
                    <a:pt x="545325" y="60643"/>
                  </a:moveTo>
                  <a:lnTo>
                    <a:pt x="440778" y="335045"/>
                  </a:lnTo>
                  <a:lnTo>
                    <a:pt x="631761" y="335045"/>
                  </a:lnTo>
                  <a:close/>
                  <a:moveTo>
                    <a:pt x="149549" y="41984"/>
                  </a:moveTo>
                  <a:lnTo>
                    <a:pt x="188514" y="41984"/>
                  </a:lnTo>
                  <a:lnTo>
                    <a:pt x="188514" y="200039"/>
                  </a:lnTo>
                  <a:lnTo>
                    <a:pt x="338063" y="200039"/>
                  </a:lnTo>
                  <a:lnTo>
                    <a:pt x="338063" y="236534"/>
                  </a:lnTo>
                  <a:lnTo>
                    <a:pt x="188514" y="236534"/>
                  </a:lnTo>
                  <a:lnTo>
                    <a:pt x="188514" y="394590"/>
                  </a:lnTo>
                  <a:lnTo>
                    <a:pt x="149549" y="394590"/>
                  </a:lnTo>
                  <a:lnTo>
                    <a:pt x="149549" y="236534"/>
                  </a:lnTo>
                  <a:lnTo>
                    <a:pt x="0" y="236534"/>
                  </a:lnTo>
                  <a:lnTo>
                    <a:pt x="0" y="200039"/>
                  </a:lnTo>
                  <a:lnTo>
                    <a:pt x="149549" y="200039"/>
                  </a:lnTo>
                  <a:close/>
                  <a:moveTo>
                    <a:pt x="894890" y="24147"/>
                  </a:moveTo>
                  <a:cubicBezTo>
                    <a:pt x="878426" y="24147"/>
                    <a:pt x="864294" y="27989"/>
                    <a:pt x="852495" y="35672"/>
                  </a:cubicBezTo>
                  <a:cubicBezTo>
                    <a:pt x="840695" y="43356"/>
                    <a:pt x="830908" y="54286"/>
                    <a:pt x="823134" y="68463"/>
                  </a:cubicBezTo>
                  <a:cubicBezTo>
                    <a:pt x="815359" y="82641"/>
                    <a:pt x="809688" y="99791"/>
                    <a:pt x="806121" y="119914"/>
                  </a:cubicBezTo>
                  <a:cubicBezTo>
                    <a:pt x="802553" y="140036"/>
                    <a:pt x="800770" y="162446"/>
                    <a:pt x="800770" y="187142"/>
                  </a:cubicBezTo>
                  <a:cubicBezTo>
                    <a:pt x="800770" y="243303"/>
                    <a:pt x="808956" y="286018"/>
                    <a:pt x="825329" y="315288"/>
                  </a:cubicBezTo>
                  <a:cubicBezTo>
                    <a:pt x="841701" y="344557"/>
                    <a:pt x="865620" y="359192"/>
                    <a:pt x="897085" y="359192"/>
                  </a:cubicBezTo>
                  <a:cubicBezTo>
                    <a:pt x="917025" y="359192"/>
                    <a:pt x="933946" y="352835"/>
                    <a:pt x="947849" y="340121"/>
                  </a:cubicBezTo>
                  <a:cubicBezTo>
                    <a:pt x="961752" y="327407"/>
                    <a:pt x="972180" y="308794"/>
                    <a:pt x="979131" y="284280"/>
                  </a:cubicBezTo>
                  <a:cubicBezTo>
                    <a:pt x="986082" y="259767"/>
                    <a:pt x="989558" y="231138"/>
                    <a:pt x="989558" y="198393"/>
                  </a:cubicBezTo>
                  <a:cubicBezTo>
                    <a:pt x="989558" y="158513"/>
                    <a:pt x="985488" y="125447"/>
                    <a:pt x="977347" y="99196"/>
                  </a:cubicBezTo>
                  <a:cubicBezTo>
                    <a:pt x="969207" y="72945"/>
                    <a:pt x="958093" y="53874"/>
                    <a:pt x="944008" y="41984"/>
                  </a:cubicBezTo>
                  <a:cubicBezTo>
                    <a:pt x="929922" y="30093"/>
                    <a:pt x="913549" y="24147"/>
                    <a:pt x="894890" y="24147"/>
                  </a:cubicBezTo>
                  <a:close/>
                  <a:moveTo>
                    <a:pt x="896810" y="0"/>
                  </a:moveTo>
                  <a:cubicBezTo>
                    <a:pt x="929373" y="0"/>
                    <a:pt x="956767" y="7180"/>
                    <a:pt x="978994" y="21541"/>
                  </a:cubicBezTo>
                  <a:cubicBezTo>
                    <a:pt x="1001220" y="35901"/>
                    <a:pt x="1017959" y="57030"/>
                    <a:pt x="1029209" y="84927"/>
                  </a:cubicBezTo>
                  <a:cubicBezTo>
                    <a:pt x="1040460" y="112825"/>
                    <a:pt x="1046085" y="146805"/>
                    <a:pt x="1046085" y="186868"/>
                  </a:cubicBezTo>
                  <a:cubicBezTo>
                    <a:pt x="1046085" y="237724"/>
                    <a:pt x="1037030" y="279387"/>
                    <a:pt x="1018919" y="311858"/>
                  </a:cubicBezTo>
                  <a:cubicBezTo>
                    <a:pt x="1000809" y="344329"/>
                    <a:pt x="974466" y="365869"/>
                    <a:pt x="939892" y="376479"/>
                  </a:cubicBezTo>
                  <a:lnTo>
                    <a:pt x="949496" y="390474"/>
                  </a:lnTo>
                  <a:cubicBezTo>
                    <a:pt x="954435" y="397608"/>
                    <a:pt x="959100" y="404057"/>
                    <a:pt x="963490" y="409819"/>
                  </a:cubicBezTo>
                  <a:cubicBezTo>
                    <a:pt x="967881" y="415582"/>
                    <a:pt x="972591" y="421070"/>
                    <a:pt x="977622" y="426283"/>
                  </a:cubicBezTo>
                  <a:cubicBezTo>
                    <a:pt x="982652" y="431497"/>
                    <a:pt x="987409" y="435704"/>
                    <a:pt x="991891" y="438906"/>
                  </a:cubicBezTo>
                  <a:cubicBezTo>
                    <a:pt x="996373" y="442107"/>
                    <a:pt x="1000626" y="444394"/>
                    <a:pt x="1004650" y="445766"/>
                  </a:cubicBezTo>
                  <a:cubicBezTo>
                    <a:pt x="1008675" y="447138"/>
                    <a:pt x="1012517" y="447824"/>
                    <a:pt x="1016175" y="447824"/>
                  </a:cubicBezTo>
                  <a:cubicBezTo>
                    <a:pt x="1026237" y="447824"/>
                    <a:pt x="1034926" y="445949"/>
                    <a:pt x="1042243" y="442199"/>
                  </a:cubicBezTo>
                  <a:cubicBezTo>
                    <a:pt x="1049561" y="438448"/>
                    <a:pt x="1056604" y="433281"/>
                    <a:pt x="1063372" y="426695"/>
                  </a:cubicBezTo>
                  <a:lnTo>
                    <a:pt x="1076544" y="443708"/>
                  </a:lnTo>
                  <a:cubicBezTo>
                    <a:pt x="1062275" y="457977"/>
                    <a:pt x="1049012" y="468221"/>
                    <a:pt x="1036755" y="474441"/>
                  </a:cubicBezTo>
                  <a:cubicBezTo>
                    <a:pt x="1024499" y="480661"/>
                    <a:pt x="1011876" y="483770"/>
                    <a:pt x="998888" y="483770"/>
                  </a:cubicBezTo>
                  <a:cubicBezTo>
                    <a:pt x="988461" y="483770"/>
                    <a:pt x="979863" y="482764"/>
                    <a:pt x="973094" y="480752"/>
                  </a:cubicBezTo>
                  <a:cubicBezTo>
                    <a:pt x="966326" y="478740"/>
                    <a:pt x="959603" y="475447"/>
                    <a:pt x="952926" y="470874"/>
                  </a:cubicBezTo>
                  <a:cubicBezTo>
                    <a:pt x="946249" y="466300"/>
                    <a:pt x="938794" y="459349"/>
                    <a:pt x="930562" y="450019"/>
                  </a:cubicBezTo>
                  <a:cubicBezTo>
                    <a:pt x="922330" y="440689"/>
                    <a:pt x="912817" y="427976"/>
                    <a:pt x="902024" y="411877"/>
                  </a:cubicBezTo>
                  <a:lnTo>
                    <a:pt x="882542" y="383065"/>
                  </a:lnTo>
                  <a:cubicBezTo>
                    <a:pt x="836991" y="380870"/>
                    <a:pt x="802553" y="363765"/>
                    <a:pt x="779229" y="331752"/>
                  </a:cubicBezTo>
                  <a:cubicBezTo>
                    <a:pt x="755905" y="299738"/>
                    <a:pt x="744243" y="254096"/>
                    <a:pt x="744243" y="194825"/>
                  </a:cubicBezTo>
                  <a:cubicBezTo>
                    <a:pt x="744243" y="154031"/>
                    <a:pt x="750463" y="118999"/>
                    <a:pt x="762902" y="89729"/>
                  </a:cubicBezTo>
                  <a:cubicBezTo>
                    <a:pt x="775342" y="60460"/>
                    <a:pt x="793132" y="38188"/>
                    <a:pt x="816274" y="22913"/>
                  </a:cubicBezTo>
                  <a:cubicBezTo>
                    <a:pt x="839415" y="7638"/>
                    <a:pt x="866260" y="0"/>
                    <a:pt x="896810" y="0"/>
                  </a:cubicBezTo>
                  <a:close/>
                  <a:moveTo>
                    <a:pt x="535721" y="0"/>
                  </a:moveTo>
                  <a:lnTo>
                    <a:pt x="576332" y="0"/>
                  </a:lnTo>
                  <a:lnTo>
                    <a:pt x="692130" y="361387"/>
                  </a:lnTo>
                  <a:lnTo>
                    <a:pt x="692130" y="378949"/>
                  </a:lnTo>
                  <a:lnTo>
                    <a:pt x="392209" y="378949"/>
                  </a:lnTo>
                  <a:lnTo>
                    <a:pt x="392209" y="36138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4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09CCC0D7-0BA9-4915-8B1B-5A24E9232DC3}"/>
                </a:ext>
              </a:extLst>
            </p:cNvPr>
            <p:cNvSpPr txBox="1"/>
            <p:nvPr/>
          </p:nvSpPr>
          <p:spPr>
            <a:xfrm>
              <a:off x="7021103" y="4581388"/>
              <a:ext cx="596440" cy="268024"/>
            </a:xfrm>
            <a:custGeom>
              <a:avLst/>
              <a:gdLst/>
              <a:ahLst/>
              <a:cxnLst/>
              <a:rect l="l" t="t" r="r" b="b"/>
              <a:pathLst>
                <a:path w="1076543" h="483770">
                  <a:moveTo>
                    <a:pt x="0" y="200039"/>
                  </a:moveTo>
                  <a:lnTo>
                    <a:pt x="338063" y="200039"/>
                  </a:lnTo>
                  <a:lnTo>
                    <a:pt x="338063" y="236534"/>
                  </a:lnTo>
                  <a:lnTo>
                    <a:pt x="0" y="236534"/>
                  </a:lnTo>
                  <a:close/>
                  <a:moveTo>
                    <a:pt x="545325" y="60643"/>
                  </a:moveTo>
                  <a:lnTo>
                    <a:pt x="440778" y="335045"/>
                  </a:lnTo>
                  <a:lnTo>
                    <a:pt x="631761" y="335045"/>
                  </a:lnTo>
                  <a:close/>
                  <a:moveTo>
                    <a:pt x="894889" y="24147"/>
                  </a:moveTo>
                  <a:cubicBezTo>
                    <a:pt x="878425" y="24147"/>
                    <a:pt x="864294" y="27989"/>
                    <a:pt x="852494" y="35672"/>
                  </a:cubicBezTo>
                  <a:cubicBezTo>
                    <a:pt x="840695" y="43356"/>
                    <a:pt x="830908" y="54286"/>
                    <a:pt x="823133" y="68463"/>
                  </a:cubicBezTo>
                  <a:cubicBezTo>
                    <a:pt x="815359" y="82641"/>
                    <a:pt x="809688" y="99791"/>
                    <a:pt x="806120" y="119914"/>
                  </a:cubicBezTo>
                  <a:cubicBezTo>
                    <a:pt x="802553" y="140036"/>
                    <a:pt x="800770" y="162446"/>
                    <a:pt x="800770" y="187142"/>
                  </a:cubicBezTo>
                  <a:cubicBezTo>
                    <a:pt x="800770" y="243303"/>
                    <a:pt x="808956" y="286018"/>
                    <a:pt x="825329" y="315288"/>
                  </a:cubicBezTo>
                  <a:cubicBezTo>
                    <a:pt x="841701" y="344557"/>
                    <a:pt x="865620" y="359192"/>
                    <a:pt x="897085" y="359192"/>
                  </a:cubicBezTo>
                  <a:cubicBezTo>
                    <a:pt x="917025" y="359192"/>
                    <a:pt x="933946" y="352835"/>
                    <a:pt x="947849" y="340121"/>
                  </a:cubicBezTo>
                  <a:cubicBezTo>
                    <a:pt x="961752" y="327407"/>
                    <a:pt x="972179" y="308794"/>
                    <a:pt x="979131" y="284280"/>
                  </a:cubicBezTo>
                  <a:cubicBezTo>
                    <a:pt x="986082" y="259767"/>
                    <a:pt x="989558" y="231138"/>
                    <a:pt x="989558" y="198393"/>
                  </a:cubicBezTo>
                  <a:cubicBezTo>
                    <a:pt x="989558" y="158513"/>
                    <a:pt x="985488" y="125447"/>
                    <a:pt x="977347" y="99196"/>
                  </a:cubicBezTo>
                  <a:cubicBezTo>
                    <a:pt x="969207" y="72945"/>
                    <a:pt x="958093" y="53874"/>
                    <a:pt x="944007" y="41984"/>
                  </a:cubicBezTo>
                  <a:cubicBezTo>
                    <a:pt x="929921" y="30093"/>
                    <a:pt x="913549" y="24147"/>
                    <a:pt x="894889" y="24147"/>
                  </a:cubicBezTo>
                  <a:close/>
                  <a:moveTo>
                    <a:pt x="896810" y="0"/>
                  </a:moveTo>
                  <a:cubicBezTo>
                    <a:pt x="929373" y="0"/>
                    <a:pt x="956767" y="7180"/>
                    <a:pt x="978994" y="21541"/>
                  </a:cubicBezTo>
                  <a:cubicBezTo>
                    <a:pt x="1001220" y="35901"/>
                    <a:pt x="1017959" y="57030"/>
                    <a:pt x="1029209" y="84927"/>
                  </a:cubicBezTo>
                  <a:cubicBezTo>
                    <a:pt x="1040460" y="112825"/>
                    <a:pt x="1046085" y="146805"/>
                    <a:pt x="1046085" y="186868"/>
                  </a:cubicBezTo>
                  <a:cubicBezTo>
                    <a:pt x="1046085" y="237724"/>
                    <a:pt x="1037030" y="279387"/>
                    <a:pt x="1018919" y="311858"/>
                  </a:cubicBezTo>
                  <a:cubicBezTo>
                    <a:pt x="1000809" y="344329"/>
                    <a:pt x="974466" y="365869"/>
                    <a:pt x="939891" y="376479"/>
                  </a:cubicBezTo>
                  <a:lnTo>
                    <a:pt x="949495" y="390474"/>
                  </a:lnTo>
                  <a:cubicBezTo>
                    <a:pt x="954435" y="397608"/>
                    <a:pt x="959099" y="404057"/>
                    <a:pt x="963490" y="409819"/>
                  </a:cubicBezTo>
                  <a:cubicBezTo>
                    <a:pt x="967880" y="415582"/>
                    <a:pt x="972591" y="421070"/>
                    <a:pt x="977622" y="426283"/>
                  </a:cubicBezTo>
                  <a:cubicBezTo>
                    <a:pt x="982652" y="431497"/>
                    <a:pt x="987409" y="435704"/>
                    <a:pt x="991891" y="438906"/>
                  </a:cubicBezTo>
                  <a:cubicBezTo>
                    <a:pt x="996372" y="442107"/>
                    <a:pt x="1000626" y="444394"/>
                    <a:pt x="1004650" y="445766"/>
                  </a:cubicBezTo>
                  <a:cubicBezTo>
                    <a:pt x="1008675" y="447138"/>
                    <a:pt x="1012516" y="447824"/>
                    <a:pt x="1016175" y="447824"/>
                  </a:cubicBezTo>
                  <a:cubicBezTo>
                    <a:pt x="1026236" y="447824"/>
                    <a:pt x="1034926" y="445949"/>
                    <a:pt x="1042243" y="442199"/>
                  </a:cubicBezTo>
                  <a:cubicBezTo>
                    <a:pt x="1049561" y="438448"/>
                    <a:pt x="1056604" y="433281"/>
                    <a:pt x="1063372" y="426695"/>
                  </a:cubicBezTo>
                  <a:lnTo>
                    <a:pt x="1076543" y="443708"/>
                  </a:lnTo>
                  <a:cubicBezTo>
                    <a:pt x="1062275" y="457977"/>
                    <a:pt x="1049012" y="468221"/>
                    <a:pt x="1036755" y="474441"/>
                  </a:cubicBezTo>
                  <a:cubicBezTo>
                    <a:pt x="1024499" y="480661"/>
                    <a:pt x="1011876" y="483770"/>
                    <a:pt x="998888" y="483770"/>
                  </a:cubicBezTo>
                  <a:cubicBezTo>
                    <a:pt x="988461" y="483770"/>
                    <a:pt x="979863" y="482764"/>
                    <a:pt x="973094" y="480752"/>
                  </a:cubicBezTo>
                  <a:cubicBezTo>
                    <a:pt x="966325" y="478740"/>
                    <a:pt x="959603" y="475447"/>
                    <a:pt x="952925" y="470874"/>
                  </a:cubicBezTo>
                  <a:cubicBezTo>
                    <a:pt x="946248" y="466300"/>
                    <a:pt x="938794" y="459349"/>
                    <a:pt x="930562" y="450019"/>
                  </a:cubicBezTo>
                  <a:cubicBezTo>
                    <a:pt x="922330" y="440689"/>
                    <a:pt x="912817" y="427976"/>
                    <a:pt x="902024" y="411877"/>
                  </a:cubicBezTo>
                  <a:lnTo>
                    <a:pt x="882541" y="383065"/>
                  </a:lnTo>
                  <a:cubicBezTo>
                    <a:pt x="836991" y="380870"/>
                    <a:pt x="802553" y="363765"/>
                    <a:pt x="779229" y="331752"/>
                  </a:cubicBezTo>
                  <a:cubicBezTo>
                    <a:pt x="755905" y="299738"/>
                    <a:pt x="744243" y="254096"/>
                    <a:pt x="744243" y="194825"/>
                  </a:cubicBezTo>
                  <a:cubicBezTo>
                    <a:pt x="744243" y="154031"/>
                    <a:pt x="750463" y="118999"/>
                    <a:pt x="762902" y="89729"/>
                  </a:cubicBezTo>
                  <a:cubicBezTo>
                    <a:pt x="775342" y="60460"/>
                    <a:pt x="793132" y="38188"/>
                    <a:pt x="816273" y="22913"/>
                  </a:cubicBezTo>
                  <a:cubicBezTo>
                    <a:pt x="839415" y="7638"/>
                    <a:pt x="866260" y="0"/>
                    <a:pt x="896810" y="0"/>
                  </a:cubicBezTo>
                  <a:close/>
                  <a:moveTo>
                    <a:pt x="535721" y="0"/>
                  </a:moveTo>
                  <a:lnTo>
                    <a:pt x="576332" y="0"/>
                  </a:lnTo>
                  <a:lnTo>
                    <a:pt x="692130" y="361387"/>
                  </a:lnTo>
                  <a:lnTo>
                    <a:pt x="692130" y="378949"/>
                  </a:lnTo>
                  <a:lnTo>
                    <a:pt x="392209" y="378949"/>
                  </a:lnTo>
                  <a:lnTo>
                    <a:pt x="392209" y="36138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4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866F7802-6EC1-424C-9D00-388A5716D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11" y="4814574"/>
              <a:ext cx="397752" cy="14096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DA407DB-02D3-4C46-A2AE-9DED068373CB}"/>
              </a:ext>
            </a:extLst>
          </p:cNvPr>
          <p:cNvGrpSpPr/>
          <p:nvPr/>
        </p:nvGrpSpPr>
        <p:grpSpPr>
          <a:xfrm>
            <a:off x="1718645" y="4365165"/>
            <a:ext cx="8504906" cy="1639683"/>
            <a:chOff x="1718645" y="4365165"/>
            <a:chExt cx="8504906" cy="1639683"/>
          </a:xfrm>
        </p:grpSpPr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153F9C27-8607-4640-8A42-04B5DC87B79E}"/>
                </a:ext>
              </a:extLst>
            </p:cNvPr>
            <p:cNvSpPr/>
            <p:nvPr/>
          </p:nvSpPr>
          <p:spPr>
            <a:xfrm>
              <a:off x="1718645" y="4366388"/>
              <a:ext cx="3686864" cy="1638042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74E0CA20-BD40-4190-91E7-7A5D2467E34C}"/>
                </a:ext>
              </a:extLst>
            </p:cNvPr>
            <p:cNvSpPr/>
            <p:nvPr/>
          </p:nvSpPr>
          <p:spPr>
            <a:xfrm>
              <a:off x="6489484" y="4365165"/>
              <a:ext cx="3734067" cy="1639683"/>
            </a:xfrm>
            <a:custGeom>
              <a:avLst/>
              <a:gdLst>
                <a:gd name="connsiteX0" fmla="*/ 0 w 2238375"/>
                <a:gd name="connsiteY0" fmla="*/ 0 h 1724498"/>
                <a:gd name="connsiteX1" fmla="*/ 438150 w 2238375"/>
                <a:gd name="connsiteY1" fmla="*/ 704850 h 1724498"/>
                <a:gd name="connsiteX2" fmla="*/ 1066800 w 2238375"/>
                <a:gd name="connsiteY2" fmla="*/ 1304925 h 1724498"/>
                <a:gd name="connsiteX3" fmla="*/ 1781175 w 2238375"/>
                <a:gd name="connsiteY3" fmla="*/ 1657350 h 1724498"/>
                <a:gd name="connsiteX4" fmla="*/ 2238375 w 2238375"/>
                <a:gd name="connsiteY4" fmla="*/ 1724025 h 1724498"/>
                <a:gd name="connsiteX0" fmla="*/ 0 w 4219575"/>
                <a:gd name="connsiteY0" fmla="*/ 0 h 1724498"/>
                <a:gd name="connsiteX1" fmla="*/ 438150 w 4219575"/>
                <a:gd name="connsiteY1" fmla="*/ 704850 h 1724498"/>
                <a:gd name="connsiteX2" fmla="*/ 1066800 w 4219575"/>
                <a:gd name="connsiteY2" fmla="*/ 1304925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  <a:gd name="connsiteX0" fmla="*/ 0 w 4219575"/>
                <a:gd name="connsiteY0" fmla="*/ 0 h 1724498"/>
                <a:gd name="connsiteX1" fmla="*/ 419100 w 4219575"/>
                <a:gd name="connsiteY1" fmla="*/ 714375 h 1724498"/>
                <a:gd name="connsiteX2" fmla="*/ 1066800 w 4219575"/>
                <a:gd name="connsiteY2" fmla="*/ 1304925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  <a:gd name="connsiteX0" fmla="*/ 0 w 4219575"/>
                <a:gd name="connsiteY0" fmla="*/ 0 h 1724498"/>
                <a:gd name="connsiteX1" fmla="*/ 419100 w 4219575"/>
                <a:gd name="connsiteY1" fmla="*/ 714375 h 1724498"/>
                <a:gd name="connsiteX2" fmla="*/ 1057275 w 4219575"/>
                <a:gd name="connsiteY2" fmla="*/ 1333500 h 1724498"/>
                <a:gd name="connsiteX3" fmla="*/ 1781175 w 4219575"/>
                <a:gd name="connsiteY3" fmla="*/ 1657350 h 1724498"/>
                <a:gd name="connsiteX4" fmla="*/ 4219575 w 4219575"/>
                <a:gd name="connsiteY4" fmla="*/ 1724025 h 172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9575" h="1724498">
                  <a:moveTo>
                    <a:pt x="0" y="0"/>
                  </a:moveTo>
                  <a:cubicBezTo>
                    <a:pt x="130175" y="243681"/>
                    <a:pt x="242888" y="492125"/>
                    <a:pt x="419100" y="714375"/>
                  </a:cubicBezTo>
                  <a:cubicBezTo>
                    <a:pt x="595313" y="936625"/>
                    <a:pt x="830263" y="1176338"/>
                    <a:pt x="1057275" y="1333500"/>
                  </a:cubicBezTo>
                  <a:cubicBezTo>
                    <a:pt x="1284288" y="1490663"/>
                    <a:pt x="1585913" y="1587500"/>
                    <a:pt x="1781175" y="1657350"/>
                  </a:cubicBezTo>
                  <a:cubicBezTo>
                    <a:pt x="1976437" y="1727200"/>
                    <a:pt x="4088606" y="1725612"/>
                    <a:pt x="4219575" y="1724025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51A768C-50E0-452C-8F3C-098FB7643D8B}"/>
              </a:ext>
            </a:extLst>
          </p:cNvPr>
          <p:cNvGrpSpPr/>
          <p:nvPr/>
        </p:nvGrpSpPr>
        <p:grpSpPr>
          <a:xfrm>
            <a:off x="4943575" y="2310377"/>
            <a:ext cx="75798" cy="1330041"/>
            <a:chOff x="4933686" y="2424878"/>
            <a:chExt cx="75798" cy="1330041"/>
          </a:xfrm>
        </p:grpSpPr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1D060F1C-B478-4357-AFED-5DFBDCF20D8D}"/>
                </a:ext>
              </a:extLst>
            </p:cNvPr>
            <p:cNvSpPr/>
            <p:nvPr/>
          </p:nvSpPr>
          <p:spPr>
            <a:xfrm>
              <a:off x="4933686" y="3679121"/>
              <a:ext cx="75798" cy="7579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4A771501-9954-4BE6-AA94-AE8B43743805}"/>
                </a:ext>
              </a:extLst>
            </p:cNvPr>
            <p:cNvSpPr/>
            <p:nvPr/>
          </p:nvSpPr>
          <p:spPr>
            <a:xfrm>
              <a:off x="4933686" y="2424878"/>
              <a:ext cx="75798" cy="7579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67ECBFB7-089B-4543-9879-B58F41E2BE10}"/>
                </a:ext>
              </a:extLst>
            </p:cNvPr>
            <p:cNvSpPr/>
            <p:nvPr/>
          </p:nvSpPr>
          <p:spPr>
            <a:xfrm>
              <a:off x="4933686" y="3052000"/>
              <a:ext cx="75798" cy="7579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E2015ADD-6473-4B41-9D97-84DCF3611575}"/>
              </a:ext>
            </a:extLst>
          </p:cNvPr>
          <p:cNvGrpSpPr/>
          <p:nvPr/>
        </p:nvGrpSpPr>
        <p:grpSpPr>
          <a:xfrm>
            <a:off x="6944132" y="2282127"/>
            <a:ext cx="75798" cy="1330041"/>
            <a:chOff x="4933686" y="2424878"/>
            <a:chExt cx="75798" cy="1330041"/>
          </a:xfrm>
          <a:solidFill>
            <a:srgbClr val="FF0000"/>
          </a:solidFill>
        </p:grpSpPr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C2F9865E-7B81-4487-9304-4D1AC7E36209}"/>
                </a:ext>
              </a:extLst>
            </p:cNvPr>
            <p:cNvSpPr/>
            <p:nvPr/>
          </p:nvSpPr>
          <p:spPr>
            <a:xfrm>
              <a:off x="4933686" y="3679121"/>
              <a:ext cx="75798" cy="75798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12C8DC10-12AE-45D4-B649-634AEF590A38}"/>
                </a:ext>
              </a:extLst>
            </p:cNvPr>
            <p:cNvSpPr/>
            <p:nvPr/>
          </p:nvSpPr>
          <p:spPr>
            <a:xfrm>
              <a:off x="4933686" y="2424878"/>
              <a:ext cx="75798" cy="75798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1BE384DD-2860-48D4-ABA0-F7A07485FD51}"/>
                </a:ext>
              </a:extLst>
            </p:cNvPr>
            <p:cNvSpPr/>
            <p:nvPr/>
          </p:nvSpPr>
          <p:spPr>
            <a:xfrm>
              <a:off x="4933686" y="3052000"/>
              <a:ext cx="75798" cy="75798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C8D66E2-C545-4D24-9CE8-50677E33BC0D}"/>
              </a:ext>
            </a:extLst>
          </p:cNvPr>
          <p:cNvGrpSpPr/>
          <p:nvPr/>
        </p:nvGrpSpPr>
        <p:grpSpPr>
          <a:xfrm>
            <a:off x="7617543" y="1207719"/>
            <a:ext cx="1165490" cy="188218"/>
            <a:chOff x="7617543" y="1207719"/>
            <a:chExt cx="1165490" cy="188218"/>
          </a:xfrm>
        </p:grpSpPr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63FD2674-CB71-4D93-9B3C-625C75203134}"/>
                </a:ext>
              </a:extLst>
            </p:cNvPr>
            <p:cNvSpPr/>
            <p:nvPr/>
          </p:nvSpPr>
          <p:spPr>
            <a:xfrm>
              <a:off x="8537383" y="1245986"/>
              <a:ext cx="245650" cy="130566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345B94EC-9ACF-43BF-96C6-7D1947DAE7CE}"/>
                </a:ext>
              </a:extLst>
            </p:cNvPr>
            <p:cNvSpPr txBox="1"/>
            <p:nvPr/>
          </p:nvSpPr>
          <p:spPr>
            <a:xfrm>
              <a:off x="7617543" y="1207719"/>
              <a:ext cx="782852" cy="188218"/>
            </a:xfrm>
            <a:custGeom>
              <a:avLst/>
              <a:gdLst/>
              <a:ahLst/>
              <a:cxnLst/>
              <a:rect l="l" t="t" r="r" b="b"/>
              <a:pathLst>
                <a:path w="1776650" h="427153">
                  <a:moveTo>
                    <a:pt x="1102713" y="339692"/>
                  </a:moveTo>
                  <a:lnTo>
                    <a:pt x="1102713" y="370475"/>
                  </a:lnTo>
                  <a:lnTo>
                    <a:pt x="1242474" y="370475"/>
                  </a:lnTo>
                  <a:lnTo>
                    <a:pt x="1242474" y="339692"/>
                  </a:lnTo>
                  <a:close/>
                  <a:moveTo>
                    <a:pt x="1102713" y="280942"/>
                  </a:moveTo>
                  <a:lnTo>
                    <a:pt x="1102713" y="310824"/>
                  </a:lnTo>
                  <a:lnTo>
                    <a:pt x="1242474" y="310824"/>
                  </a:lnTo>
                  <a:lnTo>
                    <a:pt x="1242474" y="280942"/>
                  </a:lnTo>
                  <a:close/>
                  <a:moveTo>
                    <a:pt x="1063966" y="248024"/>
                  </a:moveTo>
                  <a:cubicBezTo>
                    <a:pt x="1087602" y="250719"/>
                    <a:pt x="1125095" y="252067"/>
                    <a:pt x="1176444" y="252067"/>
                  </a:cubicBezTo>
                  <a:cubicBezTo>
                    <a:pt x="1227793" y="252067"/>
                    <a:pt x="1262719" y="250719"/>
                    <a:pt x="1281221" y="248024"/>
                  </a:cubicBezTo>
                  <a:cubicBezTo>
                    <a:pt x="1279426" y="262887"/>
                    <a:pt x="1278528" y="280856"/>
                    <a:pt x="1278528" y="301930"/>
                  </a:cubicBezTo>
                  <a:lnTo>
                    <a:pt x="1278528" y="369210"/>
                  </a:lnTo>
                  <a:cubicBezTo>
                    <a:pt x="1278528" y="382302"/>
                    <a:pt x="1279426" y="399523"/>
                    <a:pt x="1281221" y="420874"/>
                  </a:cubicBezTo>
                  <a:lnTo>
                    <a:pt x="1242474" y="420874"/>
                  </a:lnTo>
                  <a:lnTo>
                    <a:pt x="1242474" y="399350"/>
                  </a:lnTo>
                  <a:lnTo>
                    <a:pt x="1102713" y="399350"/>
                  </a:lnTo>
                  <a:lnTo>
                    <a:pt x="1102713" y="423567"/>
                  </a:lnTo>
                  <a:lnTo>
                    <a:pt x="1063966" y="423567"/>
                  </a:lnTo>
                  <a:cubicBezTo>
                    <a:pt x="1066056" y="406079"/>
                    <a:pt x="1067102" y="390053"/>
                    <a:pt x="1067102" y="375490"/>
                  </a:cubicBezTo>
                  <a:lnTo>
                    <a:pt x="1067102" y="301930"/>
                  </a:lnTo>
                  <a:cubicBezTo>
                    <a:pt x="1067102" y="279594"/>
                    <a:pt x="1066056" y="261625"/>
                    <a:pt x="1063966" y="248024"/>
                  </a:cubicBezTo>
                  <a:close/>
                  <a:moveTo>
                    <a:pt x="520003" y="233672"/>
                  </a:moveTo>
                  <a:cubicBezTo>
                    <a:pt x="529485" y="242530"/>
                    <a:pt x="539741" y="249021"/>
                    <a:pt x="550771" y="253146"/>
                  </a:cubicBezTo>
                  <a:cubicBezTo>
                    <a:pt x="527977" y="294308"/>
                    <a:pt x="500648" y="349172"/>
                    <a:pt x="468782" y="417738"/>
                  </a:cubicBezTo>
                  <a:cubicBezTo>
                    <a:pt x="456247" y="408070"/>
                    <a:pt x="444048" y="400535"/>
                    <a:pt x="432185" y="395135"/>
                  </a:cubicBezTo>
                  <a:cubicBezTo>
                    <a:pt x="468951" y="342566"/>
                    <a:pt x="498224" y="288745"/>
                    <a:pt x="520003" y="233672"/>
                  </a:cubicBezTo>
                  <a:close/>
                  <a:moveTo>
                    <a:pt x="591412" y="225599"/>
                  </a:moveTo>
                  <a:cubicBezTo>
                    <a:pt x="600079" y="227100"/>
                    <a:pt x="611769" y="227850"/>
                    <a:pt x="626480" y="227850"/>
                  </a:cubicBezTo>
                  <a:cubicBezTo>
                    <a:pt x="634015" y="227850"/>
                    <a:pt x="637782" y="229981"/>
                    <a:pt x="637782" y="234243"/>
                  </a:cubicBezTo>
                  <a:cubicBezTo>
                    <a:pt x="637782" y="238506"/>
                    <a:pt x="636410" y="241932"/>
                    <a:pt x="633667" y="244523"/>
                  </a:cubicBezTo>
                  <a:cubicBezTo>
                    <a:pt x="630924" y="247114"/>
                    <a:pt x="628963" y="260395"/>
                    <a:pt x="627784" y="284367"/>
                  </a:cubicBezTo>
                  <a:cubicBezTo>
                    <a:pt x="626605" y="308339"/>
                    <a:pt x="623707" y="328254"/>
                    <a:pt x="619090" y="344111"/>
                  </a:cubicBezTo>
                  <a:cubicBezTo>
                    <a:pt x="614473" y="359967"/>
                    <a:pt x="606596" y="374158"/>
                    <a:pt x="595459" y="386684"/>
                  </a:cubicBezTo>
                  <a:cubicBezTo>
                    <a:pt x="584321" y="399209"/>
                    <a:pt x="566597" y="412699"/>
                    <a:pt x="542284" y="427153"/>
                  </a:cubicBezTo>
                  <a:cubicBezTo>
                    <a:pt x="534312" y="417138"/>
                    <a:pt x="523477" y="408934"/>
                    <a:pt x="509780" y="402543"/>
                  </a:cubicBezTo>
                  <a:cubicBezTo>
                    <a:pt x="539450" y="388627"/>
                    <a:pt x="560772" y="373020"/>
                    <a:pt x="573745" y="355723"/>
                  </a:cubicBezTo>
                  <a:cubicBezTo>
                    <a:pt x="586718" y="338425"/>
                    <a:pt x="593205" y="310927"/>
                    <a:pt x="593205" y="273227"/>
                  </a:cubicBezTo>
                  <a:cubicBezTo>
                    <a:pt x="593205" y="261206"/>
                    <a:pt x="592607" y="245330"/>
                    <a:pt x="591412" y="225599"/>
                  </a:cubicBezTo>
                  <a:close/>
                  <a:moveTo>
                    <a:pt x="658684" y="223356"/>
                  </a:moveTo>
                  <a:cubicBezTo>
                    <a:pt x="670329" y="225456"/>
                    <a:pt x="679168" y="226507"/>
                    <a:pt x="685202" y="226507"/>
                  </a:cubicBezTo>
                  <a:lnTo>
                    <a:pt x="693296" y="226057"/>
                  </a:lnTo>
                  <a:cubicBezTo>
                    <a:pt x="699044" y="226057"/>
                    <a:pt x="701918" y="228924"/>
                    <a:pt x="701918" y="234658"/>
                  </a:cubicBezTo>
                  <a:cubicBezTo>
                    <a:pt x="701918" y="238177"/>
                    <a:pt x="701125" y="240570"/>
                    <a:pt x="699539" y="241837"/>
                  </a:cubicBezTo>
                  <a:cubicBezTo>
                    <a:pt x="697954" y="243104"/>
                    <a:pt x="697056" y="244680"/>
                    <a:pt x="696846" y="246566"/>
                  </a:cubicBezTo>
                  <a:cubicBezTo>
                    <a:pt x="696637" y="248452"/>
                    <a:pt x="696532" y="253303"/>
                    <a:pt x="696532" y="261118"/>
                  </a:cubicBezTo>
                  <a:lnTo>
                    <a:pt x="696532" y="362931"/>
                  </a:lnTo>
                  <a:cubicBezTo>
                    <a:pt x="696532" y="376299"/>
                    <a:pt x="697877" y="393073"/>
                    <a:pt x="700568" y="413251"/>
                  </a:cubicBezTo>
                  <a:lnTo>
                    <a:pt x="659584" y="413251"/>
                  </a:lnTo>
                  <a:cubicBezTo>
                    <a:pt x="661380" y="393192"/>
                    <a:pt x="662278" y="376418"/>
                    <a:pt x="662278" y="362931"/>
                  </a:cubicBezTo>
                  <a:lnTo>
                    <a:pt x="662278" y="266947"/>
                  </a:lnTo>
                  <a:cubicBezTo>
                    <a:pt x="662278" y="248450"/>
                    <a:pt x="661080" y="233919"/>
                    <a:pt x="658684" y="223356"/>
                  </a:cubicBezTo>
                  <a:close/>
                  <a:moveTo>
                    <a:pt x="729100" y="222456"/>
                  </a:moveTo>
                  <a:cubicBezTo>
                    <a:pt x="739463" y="224856"/>
                    <a:pt x="748326" y="226057"/>
                    <a:pt x="755689" y="226057"/>
                  </a:cubicBezTo>
                  <a:lnTo>
                    <a:pt x="766934" y="225606"/>
                  </a:lnTo>
                  <a:cubicBezTo>
                    <a:pt x="773525" y="225606"/>
                    <a:pt x="776820" y="227790"/>
                    <a:pt x="776820" y="232157"/>
                  </a:cubicBezTo>
                  <a:cubicBezTo>
                    <a:pt x="776820" y="236525"/>
                    <a:pt x="774834" y="240251"/>
                    <a:pt x="770863" y="243337"/>
                  </a:cubicBezTo>
                  <a:cubicBezTo>
                    <a:pt x="767957" y="246038"/>
                    <a:pt x="766505" y="255253"/>
                    <a:pt x="766505" y="270984"/>
                  </a:cubicBezTo>
                  <a:lnTo>
                    <a:pt x="766505" y="368760"/>
                  </a:lnTo>
                  <a:cubicBezTo>
                    <a:pt x="766505" y="378876"/>
                    <a:pt x="771933" y="383933"/>
                    <a:pt x="782789" y="383933"/>
                  </a:cubicBezTo>
                  <a:cubicBezTo>
                    <a:pt x="793645" y="383933"/>
                    <a:pt x="800496" y="380509"/>
                    <a:pt x="803341" y="373661"/>
                  </a:cubicBezTo>
                  <a:cubicBezTo>
                    <a:pt x="806187" y="366812"/>
                    <a:pt x="807822" y="352891"/>
                    <a:pt x="808246" y="331898"/>
                  </a:cubicBezTo>
                  <a:cubicBezTo>
                    <a:pt x="818523" y="340114"/>
                    <a:pt x="831220" y="344726"/>
                    <a:pt x="846336" y="345736"/>
                  </a:cubicBezTo>
                  <a:cubicBezTo>
                    <a:pt x="843531" y="368010"/>
                    <a:pt x="839767" y="383868"/>
                    <a:pt x="835045" y="393310"/>
                  </a:cubicBezTo>
                  <a:cubicBezTo>
                    <a:pt x="830323" y="402751"/>
                    <a:pt x="823837" y="408958"/>
                    <a:pt x="815586" y="411930"/>
                  </a:cubicBezTo>
                  <a:cubicBezTo>
                    <a:pt x="807335" y="414902"/>
                    <a:pt x="794908" y="416388"/>
                    <a:pt x="778306" y="416388"/>
                  </a:cubicBezTo>
                  <a:cubicBezTo>
                    <a:pt x="761704" y="416388"/>
                    <a:pt x="750025" y="413357"/>
                    <a:pt x="743270" y="407297"/>
                  </a:cubicBezTo>
                  <a:cubicBezTo>
                    <a:pt x="736514" y="401237"/>
                    <a:pt x="733136" y="387643"/>
                    <a:pt x="733136" y="366517"/>
                  </a:cubicBezTo>
                  <a:lnTo>
                    <a:pt x="733136" y="264704"/>
                  </a:lnTo>
                  <a:cubicBezTo>
                    <a:pt x="733136" y="248859"/>
                    <a:pt x="731791" y="234777"/>
                    <a:pt x="729100" y="222456"/>
                  </a:cubicBezTo>
                  <a:close/>
                  <a:moveTo>
                    <a:pt x="180472" y="206040"/>
                  </a:moveTo>
                  <a:lnTo>
                    <a:pt x="180472" y="265976"/>
                  </a:lnTo>
                  <a:lnTo>
                    <a:pt x="280320" y="265976"/>
                  </a:lnTo>
                  <a:lnTo>
                    <a:pt x="280320" y="206040"/>
                  </a:lnTo>
                  <a:close/>
                  <a:moveTo>
                    <a:pt x="40540" y="206040"/>
                  </a:moveTo>
                  <a:lnTo>
                    <a:pt x="40540" y="265976"/>
                  </a:lnTo>
                  <a:lnTo>
                    <a:pt x="143075" y="265976"/>
                  </a:lnTo>
                  <a:lnTo>
                    <a:pt x="143075" y="206040"/>
                  </a:lnTo>
                  <a:close/>
                  <a:moveTo>
                    <a:pt x="452137" y="133652"/>
                  </a:moveTo>
                  <a:cubicBezTo>
                    <a:pt x="484193" y="149340"/>
                    <a:pt x="513633" y="168045"/>
                    <a:pt x="540455" y="189766"/>
                  </a:cubicBezTo>
                  <a:lnTo>
                    <a:pt x="517902" y="217248"/>
                  </a:lnTo>
                  <a:cubicBezTo>
                    <a:pt x="491985" y="194364"/>
                    <a:pt x="464160" y="176367"/>
                    <a:pt x="434428" y="163256"/>
                  </a:cubicBezTo>
                  <a:close/>
                  <a:moveTo>
                    <a:pt x="1264005" y="131432"/>
                  </a:moveTo>
                  <a:lnTo>
                    <a:pt x="1256004" y="140196"/>
                  </a:lnTo>
                  <a:cubicBezTo>
                    <a:pt x="1250627" y="142501"/>
                    <a:pt x="1236525" y="161158"/>
                    <a:pt x="1213699" y="196167"/>
                  </a:cubicBezTo>
                  <a:lnTo>
                    <a:pt x="1187931" y="183133"/>
                  </a:lnTo>
                  <a:lnTo>
                    <a:pt x="1187931" y="199596"/>
                  </a:lnTo>
                  <a:lnTo>
                    <a:pt x="1264005" y="199596"/>
                  </a:lnTo>
                  <a:close/>
                  <a:moveTo>
                    <a:pt x="1103513" y="113021"/>
                  </a:moveTo>
                  <a:cubicBezTo>
                    <a:pt x="1122263" y="132309"/>
                    <a:pt x="1137991" y="153481"/>
                    <a:pt x="1150698" y="176536"/>
                  </a:cubicBezTo>
                  <a:lnTo>
                    <a:pt x="1123152" y="193031"/>
                  </a:lnTo>
                  <a:cubicBezTo>
                    <a:pt x="1110526" y="168809"/>
                    <a:pt x="1096029" y="148585"/>
                    <a:pt x="1079661" y="132359"/>
                  </a:cubicBezTo>
                  <a:close/>
                  <a:moveTo>
                    <a:pt x="180472" y="110506"/>
                  </a:moveTo>
                  <a:lnTo>
                    <a:pt x="180472" y="175372"/>
                  </a:lnTo>
                  <a:lnTo>
                    <a:pt x="280320" y="175372"/>
                  </a:lnTo>
                  <a:lnTo>
                    <a:pt x="280320" y="110506"/>
                  </a:lnTo>
                  <a:close/>
                  <a:moveTo>
                    <a:pt x="40540" y="110506"/>
                  </a:moveTo>
                  <a:lnTo>
                    <a:pt x="40540" y="175372"/>
                  </a:lnTo>
                  <a:lnTo>
                    <a:pt x="143075" y="175372"/>
                  </a:lnTo>
                  <a:lnTo>
                    <a:pt x="143075" y="110506"/>
                  </a:lnTo>
                  <a:close/>
                  <a:moveTo>
                    <a:pt x="1187931" y="107363"/>
                  </a:moveTo>
                  <a:lnTo>
                    <a:pt x="1187931" y="181871"/>
                  </a:lnTo>
                  <a:lnTo>
                    <a:pt x="1210652" y="147732"/>
                  </a:lnTo>
                  <a:cubicBezTo>
                    <a:pt x="1217400" y="135502"/>
                    <a:pt x="1223114" y="122736"/>
                    <a:pt x="1227793" y="109435"/>
                  </a:cubicBezTo>
                  <a:cubicBezTo>
                    <a:pt x="1237704" y="116302"/>
                    <a:pt x="1246395" y="120483"/>
                    <a:pt x="1253865" y="121976"/>
                  </a:cubicBezTo>
                  <a:cubicBezTo>
                    <a:pt x="1257599" y="122722"/>
                    <a:pt x="1260401" y="123786"/>
                    <a:pt x="1262268" y="125168"/>
                  </a:cubicBezTo>
                  <a:lnTo>
                    <a:pt x="1264005" y="128329"/>
                  </a:lnTo>
                  <a:lnTo>
                    <a:pt x="1264005" y="107363"/>
                  </a:lnTo>
                  <a:close/>
                  <a:moveTo>
                    <a:pt x="1078039" y="107363"/>
                  </a:moveTo>
                  <a:lnTo>
                    <a:pt x="1078039" y="199596"/>
                  </a:lnTo>
                  <a:lnTo>
                    <a:pt x="1153670" y="199596"/>
                  </a:lnTo>
                  <a:lnTo>
                    <a:pt x="1153670" y="107363"/>
                  </a:lnTo>
                  <a:close/>
                  <a:moveTo>
                    <a:pt x="955423" y="12108"/>
                  </a:moveTo>
                  <a:cubicBezTo>
                    <a:pt x="967963" y="14804"/>
                    <a:pt x="980851" y="16152"/>
                    <a:pt x="994085" y="16152"/>
                  </a:cubicBezTo>
                  <a:cubicBezTo>
                    <a:pt x="1002215" y="16152"/>
                    <a:pt x="1006280" y="18386"/>
                    <a:pt x="1006280" y="22856"/>
                  </a:cubicBezTo>
                  <a:cubicBezTo>
                    <a:pt x="1006280" y="27326"/>
                    <a:pt x="1004337" y="30756"/>
                    <a:pt x="1000451" y="33147"/>
                  </a:cubicBezTo>
                  <a:cubicBezTo>
                    <a:pt x="996564" y="35537"/>
                    <a:pt x="994621" y="38719"/>
                    <a:pt x="994621" y="42691"/>
                  </a:cubicBezTo>
                  <a:lnTo>
                    <a:pt x="994621" y="143075"/>
                  </a:lnTo>
                  <a:cubicBezTo>
                    <a:pt x="1010033" y="142832"/>
                    <a:pt x="1025282" y="141486"/>
                    <a:pt x="1040370" y="139038"/>
                  </a:cubicBezTo>
                  <a:lnTo>
                    <a:pt x="1040370" y="178679"/>
                  </a:lnTo>
                  <a:cubicBezTo>
                    <a:pt x="1025235" y="176284"/>
                    <a:pt x="1009985" y="174938"/>
                    <a:pt x="994621" y="174643"/>
                  </a:cubicBezTo>
                  <a:lnTo>
                    <a:pt x="994621" y="311267"/>
                  </a:lnTo>
                  <a:cubicBezTo>
                    <a:pt x="1008028" y="305824"/>
                    <a:pt x="1025818" y="298947"/>
                    <a:pt x="1047992" y="290636"/>
                  </a:cubicBezTo>
                  <a:cubicBezTo>
                    <a:pt x="1047392" y="296608"/>
                    <a:pt x="1047092" y="301967"/>
                    <a:pt x="1047092" y="306713"/>
                  </a:cubicBezTo>
                  <a:cubicBezTo>
                    <a:pt x="1047092" y="311459"/>
                    <a:pt x="1047990" y="318440"/>
                    <a:pt x="1049785" y="327655"/>
                  </a:cubicBezTo>
                  <a:cubicBezTo>
                    <a:pt x="1003613" y="339661"/>
                    <a:pt x="955478" y="355037"/>
                    <a:pt x="905381" y="373782"/>
                  </a:cubicBezTo>
                  <a:cubicBezTo>
                    <a:pt x="903857" y="360671"/>
                    <a:pt x="898562" y="347393"/>
                    <a:pt x="889494" y="333949"/>
                  </a:cubicBezTo>
                  <a:cubicBezTo>
                    <a:pt x="916511" y="329958"/>
                    <a:pt x="939683" y="325445"/>
                    <a:pt x="959010" y="320411"/>
                  </a:cubicBezTo>
                  <a:lnTo>
                    <a:pt x="959010" y="174193"/>
                  </a:lnTo>
                  <a:cubicBezTo>
                    <a:pt x="936445" y="174193"/>
                    <a:pt x="916561" y="175688"/>
                    <a:pt x="899359" y="178679"/>
                  </a:cubicBezTo>
                  <a:lnTo>
                    <a:pt x="899359" y="139038"/>
                  </a:lnTo>
                  <a:cubicBezTo>
                    <a:pt x="916381" y="142329"/>
                    <a:pt x="936264" y="143975"/>
                    <a:pt x="959010" y="143975"/>
                  </a:cubicBezTo>
                  <a:cubicBezTo>
                    <a:pt x="959010" y="79824"/>
                    <a:pt x="957814" y="35868"/>
                    <a:pt x="955423" y="12108"/>
                  </a:cubicBezTo>
                  <a:close/>
                  <a:moveTo>
                    <a:pt x="1549529" y="10315"/>
                  </a:moveTo>
                  <a:cubicBezTo>
                    <a:pt x="1562354" y="13906"/>
                    <a:pt x="1572713" y="15702"/>
                    <a:pt x="1580604" y="15702"/>
                  </a:cubicBezTo>
                  <a:lnTo>
                    <a:pt x="1591863" y="15252"/>
                  </a:lnTo>
                  <a:cubicBezTo>
                    <a:pt x="1598140" y="15252"/>
                    <a:pt x="1601278" y="17536"/>
                    <a:pt x="1601278" y="22106"/>
                  </a:cubicBezTo>
                  <a:cubicBezTo>
                    <a:pt x="1601278" y="26676"/>
                    <a:pt x="1599710" y="30034"/>
                    <a:pt x="1596574" y="32182"/>
                  </a:cubicBezTo>
                  <a:cubicBezTo>
                    <a:pt x="1593438" y="34330"/>
                    <a:pt x="1591252" y="37011"/>
                    <a:pt x="1590016" y="40226"/>
                  </a:cubicBezTo>
                  <a:cubicBezTo>
                    <a:pt x="1588780" y="43441"/>
                    <a:pt x="1588106" y="45990"/>
                    <a:pt x="1587994" y="47873"/>
                  </a:cubicBezTo>
                  <a:cubicBezTo>
                    <a:pt x="1587882" y="49757"/>
                    <a:pt x="1587826" y="59546"/>
                    <a:pt x="1587826" y="77241"/>
                  </a:cubicBezTo>
                  <a:cubicBezTo>
                    <a:pt x="1587826" y="94937"/>
                    <a:pt x="1586929" y="112397"/>
                    <a:pt x="1585133" y="129623"/>
                  </a:cubicBezTo>
                  <a:cubicBezTo>
                    <a:pt x="1659428" y="129623"/>
                    <a:pt x="1719379" y="128125"/>
                    <a:pt x="1764984" y="125130"/>
                  </a:cubicBezTo>
                  <a:lnTo>
                    <a:pt x="1764984" y="167021"/>
                  </a:lnTo>
                  <a:cubicBezTo>
                    <a:pt x="1714168" y="164030"/>
                    <a:pt x="1654368" y="162534"/>
                    <a:pt x="1585583" y="162534"/>
                  </a:cubicBezTo>
                  <a:cubicBezTo>
                    <a:pt x="1599661" y="205830"/>
                    <a:pt x="1622850" y="245619"/>
                    <a:pt x="1655149" y="281899"/>
                  </a:cubicBezTo>
                  <a:cubicBezTo>
                    <a:pt x="1687448" y="318180"/>
                    <a:pt x="1727949" y="348105"/>
                    <a:pt x="1776650" y="371675"/>
                  </a:cubicBezTo>
                  <a:cubicBezTo>
                    <a:pt x="1763910" y="380914"/>
                    <a:pt x="1753090" y="393127"/>
                    <a:pt x="1744189" y="408315"/>
                  </a:cubicBezTo>
                  <a:cubicBezTo>
                    <a:pt x="1661336" y="359533"/>
                    <a:pt x="1603747" y="291360"/>
                    <a:pt x="1571424" y="203797"/>
                  </a:cubicBezTo>
                  <a:cubicBezTo>
                    <a:pt x="1563271" y="246697"/>
                    <a:pt x="1545826" y="284175"/>
                    <a:pt x="1519089" y="316229"/>
                  </a:cubicBezTo>
                  <a:cubicBezTo>
                    <a:pt x="1492353" y="348283"/>
                    <a:pt x="1450040" y="379128"/>
                    <a:pt x="1392152" y="408765"/>
                  </a:cubicBezTo>
                  <a:cubicBezTo>
                    <a:pt x="1382694" y="396802"/>
                    <a:pt x="1372061" y="386865"/>
                    <a:pt x="1360255" y="378954"/>
                  </a:cubicBezTo>
                  <a:cubicBezTo>
                    <a:pt x="1474050" y="329962"/>
                    <a:pt x="1536544" y="257822"/>
                    <a:pt x="1547736" y="162534"/>
                  </a:cubicBezTo>
                  <a:cubicBezTo>
                    <a:pt x="1485490" y="162534"/>
                    <a:pt x="1430771" y="164030"/>
                    <a:pt x="1383579" y="167021"/>
                  </a:cubicBezTo>
                  <a:lnTo>
                    <a:pt x="1383579" y="125130"/>
                  </a:lnTo>
                  <a:cubicBezTo>
                    <a:pt x="1435943" y="128125"/>
                    <a:pt x="1491283" y="129623"/>
                    <a:pt x="1549600" y="129623"/>
                  </a:cubicBezTo>
                  <a:cubicBezTo>
                    <a:pt x="1549853" y="114726"/>
                    <a:pt x="1550053" y="94617"/>
                    <a:pt x="1550200" y="69298"/>
                  </a:cubicBezTo>
                  <a:cubicBezTo>
                    <a:pt x="1550348" y="43978"/>
                    <a:pt x="1550124" y="24317"/>
                    <a:pt x="1549529" y="10315"/>
                  </a:cubicBezTo>
                  <a:close/>
                  <a:moveTo>
                    <a:pt x="1234137" y="6722"/>
                  </a:moveTo>
                  <a:cubicBezTo>
                    <a:pt x="1243995" y="14428"/>
                    <a:pt x="1254354" y="20369"/>
                    <a:pt x="1265212" y="24546"/>
                  </a:cubicBezTo>
                  <a:cubicBezTo>
                    <a:pt x="1271099" y="26813"/>
                    <a:pt x="1274042" y="30117"/>
                    <a:pt x="1274042" y="34458"/>
                  </a:cubicBezTo>
                  <a:cubicBezTo>
                    <a:pt x="1274042" y="38799"/>
                    <a:pt x="1271464" y="41589"/>
                    <a:pt x="1266309" y="42830"/>
                  </a:cubicBezTo>
                  <a:cubicBezTo>
                    <a:pt x="1261153" y="44071"/>
                    <a:pt x="1255709" y="47348"/>
                    <a:pt x="1249975" y="52663"/>
                  </a:cubicBezTo>
                  <a:cubicBezTo>
                    <a:pt x="1244241" y="57978"/>
                    <a:pt x="1235220" y="66737"/>
                    <a:pt x="1222914" y="78938"/>
                  </a:cubicBezTo>
                  <a:cubicBezTo>
                    <a:pt x="1248932" y="78986"/>
                    <a:pt x="1275095" y="77938"/>
                    <a:pt x="1301403" y="75795"/>
                  </a:cubicBezTo>
                  <a:cubicBezTo>
                    <a:pt x="1299307" y="95888"/>
                    <a:pt x="1298259" y="122229"/>
                    <a:pt x="1298259" y="154819"/>
                  </a:cubicBezTo>
                  <a:cubicBezTo>
                    <a:pt x="1298259" y="187409"/>
                    <a:pt x="1299307" y="212705"/>
                    <a:pt x="1301403" y="230707"/>
                  </a:cubicBezTo>
                  <a:cubicBezTo>
                    <a:pt x="1276437" y="228316"/>
                    <a:pt x="1235843" y="227121"/>
                    <a:pt x="1179619" y="227121"/>
                  </a:cubicBezTo>
                  <a:cubicBezTo>
                    <a:pt x="1123396" y="227121"/>
                    <a:pt x="1077070" y="228316"/>
                    <a:pt x="1040641" y="230707"/>
                  </a:cubicBezTo>
                  <a:cubicBezTo>
                    <a:pt x="1042737" y="206490"/>
                    <a:pt x="1043785" y="180919"/>
                    <a:pt x="1043785" y="153994"/>
                  </a:cubicBezTo>
                  <a:cubicBezTo>
                    <a:pt x="1043785" y="127069"/>
                    <a:pt x="1042737" y="101003"/>
                    <a:pt x="1040641" y="75795"/>
                  </a:cubicBezTo>
                  <a:cubicBezTo>
                    <a:pt x="1056229" y="77143"/>
                    <a:pt x="1071393" y="78153"/>
                    <a:pt x="1086135" y="78827"/>
                  </a:cubicBezTo>
                  <a:lnTo>
                    <a:pt x="1122011" y="79672"/>
                  </a:lnTo>
                  <a:lnTo>
                    <a:pt x="1100452" y="56923"/>
                  </a:lnTo>
                  <a:cubicBezTo>
                    <a:pt x="1090918" y="48359"/>
                    <a:pt x="1080699" y="40569"/>
                    <a:pt x="1069795" y="33554"/>
                  </a:cubicBezTo>
                  <a:lnTo>
                    <a:pt x="1090626" y="8965"/>
                  </a:lnTo>
                  <a:cubicBezTo>
                    <a:pt x="1112424" y="22919"/>
                    <a:pt x="1132898" y="41050"/>
                    <a:pt x="1152048" y="63358"/>
                  </a:cubicBezTo>
                  <a:lnTo>
                    <a:pt x="1132922" y="79838"/>
                  </a:lnTo>
                  <a:lnTo>
                    <a:pt x="1190753" y="79838"/>
                  </a:lnTo>
                  <a:cubicBezTo>
                    <a:pt x="1209303" y="53983"/>
                    <a:pt x="1223764" y="29611"/>
                    <a:pt x="1234137" y="6722"/>
                  </a:cubicBezTo>
                  <a:close/>
                  <a:moveTo>
                    <a:pt x="138138" y="5829"/>
                  </a:moveTo>
                  <a:cubicBezTo>
                    <a:pt x="154712" y="7924"/>
                    <a:pt x="169392" y="8972"/>
                    <a:pt x="182180" y="8972"/>
                  </a:cubicBezTo>
                  <a:cubicBezTo>
                    <a:pt x="190609" y="8972"/>
                    <a:pt x="194824" y="11449"/>
                    <a:pt x="194824" y="16402"/>
                  </a:cubicBezTo>
                  <a:cubicBezTo>
                    <a:pt x="194824" y="21355"/>
                    <a:pt x="193103" y="24519"/>
                    <a:pt x="189663" y="25896"/>
                  </a:cubicBezTo>
                  <a:cubicBezTo>
                    <a:pt x="186222" y="27272"/>
                    <a:pt x="183830" y="29189"/>
                    <a:pt x="182487" y="31646"/>
                  </a:cubicBezTo>
                  <a:cubicBezTo>
                    <a:pt x="181144" y="34104"/>
                    <a:pt x="180472" y="36290"/>
                    <a:pt x="180472" y="38204"/>
                  </a:cubicBezTo>
                  <a:lnTo>
                    <a:pt x="180472" y="78938"/>
                  </a:lnTo>
                  <a:cubicBezTo>
                    <a:pt x="242027" y="78943"/>
                    <a:pt x="288824" y="77147"/>
                    <a:pt x="320861" y="73552"/>
                  </a:cubicBezTo>
                  <a:cubicBezTo>
                    <a:pt x="318766" y="89111"/>
                    <a:pt x="317718" y="107530"/>
                    <a:pt x="317718" y="128809"/>
                  </a:cubicBezTo>
                  <a:lnTo>
                    <a:pt x="317718" y="261118"/>
                  </a:lnTo>
                  <a:cubicBezTo>
                    <a:pt x="317718" y="282349"/>
                    <a:pt x="319213" y="305252"/>
                    <a:pt x="322204" y="329827"/>
                  </a:cubicBezTo>
                  <a:lnTo>
                    <a:pt x="280320" y="329827"/>
                  </a:lnTo>
                  <a:lnTo>
                    <a:pt x="280320" y="297537"/>
                  </a:lnTo>
                  <a:lnTo>
                    <a:pt x="180472" y="297537"/>
                  </a:lnTo>
                  <a:lnTo>
                    <a:pt x="180472" y="355751"/>
                  </a:lnTo>
                  <a:cubicBezTo>
                    <a:pt x="180472" y="365210"/>
                    <a:pt x="181251" y="371735"/>
                    <a:pt x="182808" y="375329"/>
                  </a:cubicBezTo>
                  <a:cubicBezTo>
                    <a:pt x="184365" y="378922"/>
                    <a:pt x="187970" y="381553"/>
                    <a:pt x="193620" y="383223"/>
                  </a:cubicBezTo>
                  <a:cubicBezTo>
                    <a:pt x="199271" y="384892"/>
                    <a:pt x="209188" y="385726"/>
                    <a:pt x="223370" y="385726"/>
                  </a:cubicBezTo>
                  <a:lnTo>
                    <a:pt x="294308" y="385276"/>
                  </a:lnTo>
                  <a:cubicBezTo>
                    <a:pt x="310386" y="385276"/>
                    <a:pt x="321208" y="380391"/>
                    <a:pt x="326773" y="370621"/>
                  </a:cubicBezTo>
                  <a:cubicBezTo>
                    <a:pt x="332338" y="360851"/>
                    <a:pt x="336854" y="343907"/>
                    <a:pt x="340321" y="319790"/>
                  </a:cubicBezTo>
                  <a:cubicBezTo>
                    <a:pt x="351203" y="328572"/>
                    <a:pt x="364002" y="335332"/>
                    <a:pt x="378718" y="340071"/>
                  </a:cubicBezTo>
                  <a:cubicBezTo>
                    <a:pt x="371184" y="371270"/>
                    <a:pt x="361744" y="392462"/>
                    <a:pt x="350397" y="403647"/>
                  </a:cubicBezTo>
                  <a:cubicBezTo>
                    <a:pt x="339050" y="414831"/>
                    <a:pt x="320480" y="420424"/>
                    <a:pt x="294686" y="420424"/>
                  </a:cubicBezTo>
                  <a:lnTo>
                    <a:pt x="223892" y="419981"/>
                  </a:lnTo>
                  <a:cubicBezTo>
                    <a:pt x="199622" y="419981"/>
                    <a:pt x="181838" y="418204"/>
                    <a:pt x="170539" y="414652"/>
                  </a:cubicBezTo>
                  <a:cubicBezTo>
                    <a:pt x="159240" y="411099"/>
                    <a:pt x="151838" y="404730"/>
                    <a:pt x="148332" y="395546"/>
                  </a:cubicBezTo>
                  <a:cubicBezTo>
                    <a:pt x="144827" y="386361"/>
                    <a:pt x="143075" y="372201"/>
                    <a:pt x="143075" y="353065"/>
                  </a:cubicBezTo>
                  <a:lnTo>
                    <a:pt x="143075" y="297537"/>
                  </a:lnTo>
                  <a:lnTo>
                    <a:pt x="40540" y="297537"/>
                  </a:lnTo>
                  <a:lnTo>
                    <a:pt x="40540" y="338799"/>
                  </a:lnTo>
                  <a:lnTo>
                    <a:pt x="0" y="338799"/>
                  </a:lnTo>
                  <a:cubicBezTo>
                    <a:pt x="3286" y="313844"/>
                    <a:pt x="4929" y="289445"/>
                    <a:pt x="4929" y="265604"/>
                  </a:cubicBezTo>
                  <a:lnTo>
                    <a:pt x="4929" y="128809"/>
                  </a:lnTo>
                  <a:cubicBezTo>
                    <a:pt x="4929" y="109549"/>
                    <a:pt x="3883" y="91130"/>
                    <a:pt x="1793" y="73552"/>
                  </a:cubicBezTo>
                  <a:cubicBezTo>
                    <a:pt x="35202" y="77147"/>
                    <a:pt x="82296" y="78943"/>
                    <a:pt x="143075" y="78938"/>
                  </a:cubicBezTo>
                  <a:cubicBezTo>
                    <a:pt x="143075" y="49234"/>
                    <a:pt x="141429" y="24865"/>
                    <a:pt x="138138" y="5829"/>
                  </a:cubicBezTo>
                  <a:close/>
                  <a:moveTo>
                    <a:pt x="663456" y="0"/>
                  </a:moveTo>
                  <a:cubicBezTo>
                    <a:pt x="681806" y="24469"/>
                    <a:pt x="695813" y="45403"/>
                    <a:pt x="705476" y="62800"/>
                  </a:cubicBezTo>
                  <a:cubicBezTo>
                    <a:pt x="758902" y="62800"/>
                    <a:pt x="801669" y="61450"/>
                    <a:pt x="833777" y="58750"/>
                  </a:cubicBezTo>
                  <a:lnTo>
                    <a:pt x="833777" y="95704"/>
                  </a:lnTo>
                  <a:cubicBezTo>
                    <a:pt x="805869" y="93314"/>
                    <a:pt x="751944" y="92118"/>
                    <a:pt x="672000" y="92118"/>
                  </a:cubicBezTo>
                  <a:cubicBezTo>
                    <a:pt x="665666" y="99219"/>
                    <a:pt x="644990" y="127416"/>
                    <a:pt x="609971" y="176708"/>
                  </a:cubicBezTo>
                  <a:lnTo>
                    <a:pt x="751082" y="171743"/>
                  </a:lnTo>
                  <a:cubicBezTo>
                    <a:pt x="739456" y="161241"/>
                    <a:pt x="726150" y="148749"/>
                    <a:pt x="711162" y="134266"/>
                  </a:cubicBezTo>
                  <a:lnTo>
                    <a:pt x="735658" y="113921"/>
                  </a:lnTo>
                  <a:cubicBezTo>
                    <a:pt x="764400" y="139362"/>
                    <a:pt x="793070" y="172538"/>
                    <a:pt x="821669" y="213448"/>
                  </a:cubicBezTo>
                  <a:lnTo>
                    <a:pt x="792429" y="233400"/>
                  </a:lnTo>
                  <a:cubicBezTo>
                    <a:pt x="784485" y="221894"/>
                    <a:pt x="776685" y="210681"/>
                    <a:pt x="769027" y="199760"/>
                  </a:cubicBezTo>
                  <a:cubicBezTo>
                    <a:pt x="642906" y="206876"/>
                    <a:pt x="575857" y="212705"/>
                    <a:pt x="567880" y="217248"/>
                  </a:cubicBezTo>
                  <a:cubicBezTo>
                    <a:pt x="564294" y="206304"/>
                    <a:pt x="560327" y="195053"/>
                    <a:pt x="555979" y="183494"/>
                  </a:cubicBezTo>
                  <a:cubicBezTo>
                    <a:pt x="564175" y="180284"/>
                    <a:pt x="571596" y="175426"/>
                    <a:pt x="578242" y="168921"/>
                  </a:cubicBezTo>
                  <a:cubicBezTo>
                    <a:pt x="584888" y="162415"/>
                    <a:pt x="594513" y="150265"/>
                    <a:pt x="607117" y="132470"/>
                  </a:cubicBezTo>
                  <a:cubicBezTo>
                    <a:pt x="619721" y="114675"/>
                    <a:pt x="628988" y="101372"/>
                    <a:pt x="634917" y="92561"/>
                  </a:cubicBezTo>
                  <a:cubicBezTo>
                    <a:pt x="606256" y="92561"/>
                    <a:pt x="579346" y="93609"/>
                    <a:pt x="554186" y="95704"/>
                  </a:cubicBezTo>
                  <a:lnTo>
                    <a:pt x="554186" y="82534"/>
                  </a:lnTo>
                  <a:lnTo>
                    <a:pt x="535490" y="106470"/>
                  </a:lnTo>
                  <a:cubicBezTo>
                    <a:pt x="518050" y="91883"/>
                    <a:pt x="489894" y="73745"/>
                    <a:pt x="451023" y="52056"/>
                  </a:cubicBezTo>
                  <a:lnTo>
                    <a:pt x="468839" y="23767"/>
                  </a:lnTo>
                  <a:cubicBezTo>
                    <a:pt x="489139" y="34842"/>
                    <a:pt x="506640" y="44971"/>
                    <a:pt x="521342" y="54155"/>
                  </a:cubicBezTo>
                  <a:lnTo>
                    <a:pt x="554186" y="76884"/>
                  </a:lnTo>
                  <a:lnTo>
                    <a:pt x="554186" y="58750"/>
                  </a:lnTo>
                  <a:cubicBezTo>
                    <a:pt x="584761" y="61450"/>
                    <a:pt x="623182" y="62800"/>
                    <a:pt x="669450" y="62800"/>
                  </a:cubicBezTo>
                  <a:cubicBezTo>
                    <a:pt x="661297" y="52966"/>
                    <a:pt x="649786" y="38581"/>
                    <a:pt x="634917" y="19645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4238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75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75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50611005-9DDC-472C-8D90-3485C6E0DC4C}"/>
              </a:ext>
            </a:extLst>
          </p:cNvPr>
          <p:cNvSpPr txBox="1"/>
          <p:nvPr/>
        </p:nvSpPr>
        <p:spPr>
          <a:xfrm>
            <a:off x="5191530" y="48858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46F2C68-4CA4-4E57-A6D9-B4C5E115F07F}"/>
              </a:ext>
            </a:extLst>
          </p:cNvPr>
          <p:cNvGrpSpPr/>
          <p:nvPr/>
        </p:nvGrpSpPr>
        <p:grpSpPr>
          <a:xfrm>
            <a:off x="1031558" y="1116291"/>
            <a:ext cx="9859865" cy="5212954"/>
            <a:chOff x="1031558" y="1116291"/>
            <a:chExt cx="9859865" cy="5212954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FBE1574-6F18-4DD8-8AEC-7DD92831DB26}"/>
                </a:ext>
              </a:extLst>
            </p:cNvPr>
            <p:cNvSpPr/>
            <p:nvPr/>
          </p:nvSpPr>
          <p:spPr>
            <a:xfrm>
              <a:off x="5435495" y="2117558"/>
              <a:ext cx="516278" cy="16846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806A7DF-50C1-4CAB-98CB-22C9A14C7884}"/>
                </a:ext>
              </a:extLst>
            </p:cNvPr>
            <p:cNvSpPr/>
            <p:nvPr/>
          </p:nvSpPr>
          <p:spPr>
            <a:xfrm>
              <a:off x="5951772" y="2117558"/>
              <a:ext cx="518968" cy="168468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C37EE36-7DC2-4A53-BB17-3C25050C6BE8}"/>
                </a:ext>
              </a:extLst>
            </p:cNvPr>
            <p:cNvSpPr/>
            <p:nvPr/>
          </p:nvSpPr>
          <p:spPr>
            <a:xfrm>
              <a:off x="6470739" y="2117558"/>
              <a:ext cx="3862014" cy="16846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2E673074-9F92-4B7A-B491-9D8FF339EF9E}"/>
                </a:ext>
              </a:extLst>
            </p:cNvPr>
            <p:cNvSpPr txBox="1"/>
            <p:nvPr/>
          </p:nvSpPr>
          <p:spPr>
            <a:xfrm>
              <a:off x="8574120" y="2781955"/>
              <a:ext cx="586463" cy="348277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F38A9A32-C1A1-4DD9-8AE0-3B223A38A2F2}"/>
                </a:ext>
              </a:extLst>
            </p:cNvPr>
            <p:cNvSpPr/>
            <p:nvPr/>
          </p:nvSpPr>
          <p:spPr>
            <a:xfrm>
              <a:off x="1580260" y="2117558"/>
              <a:ext cx="3851570" cy="16846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061659D2-E2FA-4F44-8D4B-13CFC38CBD00}"/>
                </a:ext>
              </a:extLst>
            </p:cNvPr>
            <p:cNvSpPr/>
            <p:nvPr/>
          </p:nvSpPr>
          <p:spPr>
            <a:xfrm>
              <a:off x="5243632" y="251500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61FD7E5-5126-4C73-82DA-7FC00CCDFD1B}"/>
                </a:ext>
              </a:extLst>
            </p:cNvPr>
            <p:cNvSpPr/>
            <p:nvPr/>
          </p:nvSpPr>
          <p:spPr>
            <a:xfrm>
              <a:off x="5243632" y="2837966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9FFB627-53D3-45A4-894A-A8A48FA805EF}"/>
                </a:ext>
              </a:extLst>
            </p:cNvPr>
            <p:cNvSpPr/>
            <p:nvPr/>
          </p:nvSpPr>
          <p:spPr>
            <a:xfrm>
              <a:off x="5243632" y="3322400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BA661B80-C334-4024-BA8D-798A61D0D984}"/>
                </a:ext>
              </a:extLst>
            </p:cNvPr>
            <p:cNvSpPr/>
            <p:nvPr/>
          </p:nvSpPr>
          <p:spPr>
            <a:xfrm>
              <a:off x="5243632" y="235353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4F4A18EF-D97C-43D1-8B1F-D6B3C44ED7B0}"/>
                </a:ext>
              </a:extLst>
            </p:cNvPr>
            <p:cNvSpPr/>
            <p:nvPr/>
          </p:nvSpPr>
          <p:spPr>
            <a:xfrm>
              <a:off x="5243632" y="348387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F8C5618C-DBE9-4A18-B0F2-AAADAAA84075}"/>
                </a:ext>
              </a:extLst>
            </p:cNvPr>
            <p:cNvSpPr/>
            <p:nvPr/>
          </p:nvSpPr>
          <p:spPr>
            <a:xfrm>
              <a:off x="5243632" y="2192053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7F282F74-24D7-4E44-BE54-C0CCE160BC34}"/>
                </a:ext>
              </a:extLst>
            </p:cNvPr>
            <p:cNvSpPr/>
            <p:nvPr/>
          </p:nvSpPr>
          <p:spPr>
            <a:xfrm>
              <a:off x="5243632" y="2676487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93EF9620-8281-40A3-9B0E-3556B287139C}"/>
                </a:ext>
              </a:extLst>
            </p:cNvPr>
            <p:cNvSpPr/>
            <p:nvPr/>
          </p:nvSpPr>
          <p:spPr>
            <a:xfrm>
              <a:off x="5243632" y="2999444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C5508847-D3BA-40B8-A256-28DECAC1F7EB}"/>
                </a:ext>
              </a:extLst>
            </p:cNvPr>
            <p:cNvSpPr/>
            <p:nvPr/>
          </p:nvSpPr>
          <p:spPr>
            <a:xfrm>
              <a:off x="5243632" y="3645353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3C735DCD-63CB-4A6A-BAB6-A59D189BED65}"/>
                </a:ext>
              </a:extLst>
            </p:cNvPr>
            <p:cNvSpPr/>
            <p:nvPr/>
          </p:nvSpPr>
          <p:spPr>
            <a:xfrm>
              <a:off x="5243632" y="3160922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BA025BA1-E146-4DB5-BFB7-2B3A5C0E1C0F}"/>
                </a:ext>
              </a:extLst>
            </p:cNvPr>
            <p:cNvSpPr/>
            <p:nvPr/>
          </p:nvSpPr>
          <p:spPr>
            <a:xfrm>
              <a:off x="5059104" y="2878474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7EB18559-A733-4977-A797-70E137FAAADB}"/>
                </a:ext>
              </a:extLst>
            </p:cNvPr>
            <p:cNvSpPr/>
            <p:nvPr/>
          </p:nvSpPr>
          <p:spPr>
            <a:xfrm>
              <a:off x="5059104" y="3214547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5A443BAB-559A-49A2-9A44-F8FE4F11969D}"/>
                </a:ext>
              </a:extLst>
            </p:cNvPr>
            <p:cNvSpPr/>
            <p:nvPr/>
          </p:nvSpPr>
          <p:spPr>
            <a:xfrm>
              <a:off x="5059104" y="220632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F394790-54C1-4578-B292-83CF8DE1D14E}"/>
                </a:ext>
              </a:extLst>
            </p:cNvPr>
            <p:cNvSpPr/>
            <p:nvPr/>
          </p:nvSpPr>
          <p:spPr>
            <a:xfrm>
              <a:off x="5059104" y="355061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166C849C-D826-47CA-A618-1B09CF37778A}"/>
                </a:ext>
              </a:extLst>
            </p:cNvPr>
            <p:cNvSpPr/>
            <p:nvPr/>
          </p:nvSpPr>
          <p:spPr>
            <a:xfrm>
              <a:off x="5059104" y="254240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8AC2D462-C394-40F7-A37C-4AC20B8A6EA4}"/>
                </a:ext>
              </a:extLst>
            </p:cNvPr>
            <p:cNvSpPr/>
            <p:nvPr/>
          </p:nvSpPr>
          <p:spPr>
            <a:xfrm>
              <a:off x="4781286" y="352672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5B6703B6-090A-47E3-9E8F-00686D8AC903}"/>
                </a:ext>
              </a:extLst>
            </p:cNvPr>
            <p:cNvSpPr/>
            <p:nvPr/>
          </p:nvSpPr>
          <p:spPr>
            <a:xfrm>
              <a:off x="4781286" y="2272478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E433200E-2170-4AD8-8203-1C8F29154688}"/>
                </a:ext>
              </a:extLst>
            </p:cNvPr>
            <p:cNvSpPr/>
            <p:nvPr/>
          </p:nvSpPr>
          <p:spPr>
            <a:xfrm>
              <a:off x="4781286" y="2899600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6326D263-3F18-42AB-A51A-7CACA10B8780}"/>
                </a:ext>
              </a:extLst>
            </p:cNvPr>
            <p:cNvSpPr/>
            <p:nvPr/>
          </p:nvSpPr>
          <p:spPr>
            <a:xfrm>
              <a:off x="4493000" y="3218034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FF673B1A-8BAD-40CD-9BD8-4E6206E3931C}"/>
                </a:ext>
              </a:extLst>
            </p:cNvPr>
            <p:cNvSpPr/>
            <p:nvPr/>
          </p:nvSpPr>
          <p:spPr>
            <a:xfrm>
              <a:off x="4493000" y="2590913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5CFB0365-C8AB-483A-BE24-5133E02BFF3E}"/>
                </a:ext>
              </a:extLst>
            </p:cNvPr>
            <p:cNvSpPr/>
            <p:nvPr/>
          </p:nvSpPr>
          <p:spPr>
            <a:xfrm>
              <a:off x="4169526" y="290749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96D631A1-64B0-4B4C-B91D-D1690993B54F}"/>
                </a:ext>
              </a:extLst>
            </p:cNvPr>
            <p:cNvGrpSpPr/>
            <p:nvPr/>
          </p:nvGrpSpPr>
          <p:grpSpPr>
            <a:xfrm rot="10800000">
              <a:off x="6614294" y="2162390"/>
              <a:ext cx="1149904" cy="1529099"/>
              <a:chOff x="5855305" y="3755556"/>
              <a:chExt cx="1281928" cy="1704659"/>
            </a:xfrm>
            <a:solidFill>
              <a:schemeClr val="tx1"/>
            </a:solidFill>
          </p:grpSpPr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DCBCE75F-0DD8-4524-8433-2C34D1792316}"/>
                  </a:ext>
                </a:extLst>
              </p:cNvPr>
              <p:cNvSpPr/>
              <p:nvPr/>
            </p:nvSpPr>
            <p:spPr>
              <a:xfrm>
                <a:off x="7052732" y="411559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104C7911-278D-4AC4-A9BF-2B9E66C7EEB1}"/>
                  </a:ext>
                </a:extLst>
              </p:cNvPr>
              <p:cNvSpPr/>
              <p:nvPr/>
            </p:nvSpPr>
            <p:spPr>
              <a:xfrm>
                <a:off x="7052732" y="447562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C0E382AF-01D0-436D-92B8-2605A36FDB87}"/>
                  </a:ext>
                </a:extLst>
              </p:cNvPr>
              <p:cNvSpPr/>
              <p:nvPr/>
            </p:nvSpPr>
            <p:spPr>
              <a:xfrm>
                <a:off x="7052732" y="501568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A98AE486-33F0-43F6-BA3A-FA893A5F2658}"/>
                  </a:ext>
                </a:extLst>
              </p:cNvPr>
              <p:cNvSpPr/>
              <p:nvPr/>
            </p:nvSpPr>
            <p:spPr>
              <a:xfrm>
                <a:off x="7052732" y="393557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2C4C3DA9-1138-4DFE-8C05-074877D96212}"/>
                  </a:ext>
                </a:extLst>
              </p:cNvPr>
              <p:cNvSpPr/>
              <p:nvPr/>
            </p:nvSpPr>
            <p:spPr>
              <a:xfrm>
                <a:off x="7052732" y="519570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E555A471-91FB-4035-BC27-8468DC57FBAD}"/>
                  </a:ext>
                </a:extLst>
              </p:cNvPr>
              <p:cNvSpPr/>
              <p:nvPr/>
            </p:nvSpPr>
            <p:spPr>
              <a:xfrm>
                <a:off x="7052732" y="375555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DCA82E19-9C8D-4690-97B7-CDA42194A555}"/>
                  </a:ext>
                </a:extLst>
              </p:cNvPr>
              <p:cNvSpPr/>
              <p:nvPr/>
            </p:nvSpPr>
            <p:spPr>
              <a:xfrm>
                <a:off x="7052732" y="42956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35B5FCC1-6E0F-4108-855C-A764937F5EB3}"/>
                  </a:ext>
                </a:extLst>
              </p:cNvPr>
              <p:cNvSpPr/>
              <p:nvPr/>
            </p:nvSpPr>
            <p:spPr>
              <a:xfrm>
                <a:off x="7052732" y="46556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6028A102-A300-4E07-961E-811A6653731C}"/>
                  </a:ext>
                </a:extLst>
              </p:cNvPr>
              <p:cNvSpPr/>
              <p:nvPr/>
            </p:nvSpPr>
            <p:spPr>
              <a:xfrm>
                <a:off x="7052732" y="53757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488269C7-8808-4965-8F67-2C8D2C8C6D97}"/>
                  </a:ext>
                </a:extLst>
              </p:cNvPr>
              <p:cNvSpPr/>
              <p:nvPr/>
            </p:nvSpPr>
            <p:spPr>
              <a:xfrm>
                <a:off x="7052732" y="483566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84520E47-381B-40A1-B82D-4F7D02699151}"/>
                  </a:ext>
                </a:extLst>
              </p:cNvPr>
              <p:cNvSpPr/>
              <p:nvPr/>
            </p:nvSpPr>
            <p:spPr>
              <a:xfrm>
                <a:off x="6847018" y="4520787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9489767C-32A9-4C26-B0A1-E832EE2E0506}"/>
                  </a:ext>
                </a:extLst>
              </p:cNvPr>
              <p:cNvSpPr/>
              <p:nvPr/>
            </p:nvSpPr>
            <p:spPr>
              <a:xfrm>
                <a:off x="6847018" y="489544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885A04B6-B044-479D-B042-92EBDB0A8D7E}"/>
                  </a:ext>
                </a:extLst>
              </p:cNvPr>
              <p:cNvSpPr/>
              <p:nvPr/>
            </p:nvSpPr>
            <p:spPr>
              <a:xfrm>
                <a:off x="6847018" y="377147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6C4127CD-3D2F-4D02-8A63-A6DA9DD8EF3E}"/>
                  </a:ext>
                </a:extLst>
              </p:cNvPr>
              <p:cNvSpPr/>
              <p:nvPr/>
            </p:nvSpPr>
            <p:spPr>
              <a:xfrm>
                <a:off x="6847018" y="527010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75FCF635-4994-4672-BD34-FE33A4B2E166}"/>
                  </a:ext>
                </a:extLst>
              </p:cNvPr>
              <p:cNvSpPr/>
              <p:nvPr/>
            </p:nvSpPr>
            <p:spPr>
              <a:xfrm>
                <a:off x="6847018" y="4146129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27AD6003-F3DD-4199-9B4F-B64DF1E2D6BD}"/>
                  </a:ext>
                </a:extLst>
              </p:cNvPr>
              <p:cNvSpPr/>
              <p:nvPr/>
            </p:nvSpPr>
            <p:spPr>
              <a:xfrm>
                <a:off x="6537302" y="524346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57169F72-B9F1-46F5-A8E3-A6348429B471}"/>
                  </a:ext>
                </a:extLst>
              </p:cNvPr>
              <p:cNvSpPr/>
              <p:nvPr/>
            </p:nvSpPr>
            <p:spPr>
              <a:xfrm>
                <a:off x="6537302" y="384521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28789E51-D334-429A-87EC-2DE3ABB3F11F}"/>
                  </a:ext>
                </a:extLst>
              </p:cNvPr>
              <p:cNvSpPr/>
              <p:nvPr/>
            </p:nvSpPr>
            <p:spPr>
              <a:xfrm>
                <a:off x="6537302" y="454433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85B07E88-7434-4CD6-AFA3-2AF28D5F4165}"/>
                  </a:ext>
                </a:extLst>
              </p:cNvPr>
              <p:cNvSpPr/>
              <p:nvPr/>
            </p:nvSpPr>
            <p:spPr>
              <a:xfrm>
                <a:off x="6215918" y="489933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225213A6-9CD0-46B8-86F9-62E8762F101E}"/>
                  </a:ext>
                </a:extLst>
              </p:cNvPr>
              <p:cNvSpPr/>
              <p:nvPr/>
            </p:nvSpPr>
            <p:spPr>
              <a:xfrm>
                <a:off x="6215918" y="42002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4C804A6F-9F61-4D47-AC7A-9665D0F19386}"/>
                  </a:ext>
                </a:extLst>
              </p:cNvPr>
              <p:cNvSpPr/>
              <p:nvPr/>
            </p:nvSpPr>
            <p:spPr>
              <a:xfrm>
                <a:off x="5855305" y="455313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8B03EDB2-C370-4A44-A8FC-4381EF9E56F3}"/>
                </a:ext>
              </a:extLst>
            </p:cNvPr>
            <p:cNvSpPr txBox="1"/>
            <p:nvPr/>
          </p:nvSpPr>
          <p:spPr>
            <a:xfrm>
              <a:off x="2907988" y="2781663"/>
              <a:ext cx="652378" cy="348277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35A33068-9AF1-45F9-8EC3-B7E4E077DC7F}"/>
                </a:ext>
              </a:extLst>
            </p:cNvPr>
            <p:cNvSpPr txBox="1"/>
            <p:nvPr/>
          </p:nvSpPr>
          <p:spPr>
            <a:xfrm>
              <a:off x="1665133" y="3500837"/>
              <a:ext cx="1281152" cy="164353"/>
            </a:xfrm>
            <a:custGeom>
              <a:avLst/>
              <a:gdLst/>
              <a:ahLst/>
              <a:cxnLst/>
              <a:rect l="l" t="t" r="r" b="b"/>
              <a:pathLst>
                <a:path w="1428246" h="183223">
                  <a:moveTo>
                    <a:pt x="1153611" y="94412"/>
                  </a:moveTo>
                  <a:lnTo>
                    <a:pt x="1153611" y="126816"/>
                  </a:lnTo>
                  <a:lnTo>
                    <a:pt x="1184815" y="126816"/>
                  </a:lnTo>
                  <a:lnTo>
                    <a:pt x="1184815" y="94412"/>
                  </a:lnTo>
                  <a:close/>
                  <a:moveTo>
                    <a:pt x="1110406" y="94412"/>
                  </a:moveTo>
                  <a:lnTo>
                    <a:pt x="1110406" y="126816"/>
                  </a:lnTo>
                  <a:lnTo>
                    <a:pt x="1142210" y="126816"/>
                  </a:lnTo>
                  <a:lnTo>
                    <a:pt x="1142210" y="94412"/>
                  </a:lnTo>
                  <a:close/>
                  <a:moveTo>
                    <a:pt x="387449" y="91612"/>
                  </a:moveTo>
                  <a:lnTo>
                    <a:pt x="441056" y="91612"/>
                  </a:lnTo>
                  <a:lnTo>
                    <a:pt x="441056" y="103613"/>
                  </a:lnTo>
                  <a:lnTo>
                    <a:pt x="387449" y="103613"/>
                  </a:lnTo>
                  <a:close/>
                  <a:moveTo>
                    <a:pt x="550336" y="85211"/>
                  </a:moveTo>
                  <a:lnTo>
                    <a:pt x="550336" y="115815"/>
                  </a:lnTo>
                  <a:lnTo>
                    <a:pt x="598942" y="115815"/>
                  </a:lnTo>
                  <a:lnTo>
                    <a:pt x="598942" y="85211"/>
                  </a:lnTo>
                  <a:close/>
                  <a:moveTo>
                    <a:pt x="487928" y="85211"/>
                  </a:moveTo>
                  <a:lnTo>
                    <a:pt x="487928" y="115815"/>
                  </a:lnTo>
                  <a:lnTo>
                    <a:pt x="537734" y="115815"/>
                  </a:lnTo>
                  <a:lnTo>
                    <a:pt x="537734" y="85211"/>
                  </a:lnTo>
                  <a:close/>
                  <a:moveTo>
                    <a:pt x="1066401" y="67009"/>
                  </a:moveTo>
                  <a:cubicBezTo>
                    <a:pt x="1070134" y="68342"/>
                    <a:pt x="1073801" y="69009"/>
                    <a:pt x="1077402" y="69009"/>
                  </a:cubicBezTo>
                  <a:lnTo>
                    <a:pt x="1083403" y="68609"/>
                  </a:lnTo>
                  <a:cubicBezTo>
                    <a:pt x="1085136" y="68609"/>
                    <a:pt x="1086003" y="69409"/>
                    <a:pt x="1086003" y="71009"/>
                  </a:cubicBezTo>
                  <a:cubicBezTo>
                    <a:pt x="1086003" y="72343"/>
                    <a:pt x="1085470" y="73343"/>
                    <a:pt x="1084403" y="74009"/>
                  </a:cubicBezTo>
                  <a:cubicBezTo>
                    <a:pt x="1081469" y="75876"/>
                    <a:pt x="1080002" y="79077"/>
                    <a:pt x="1080002" y="83611"/>
                  </a:cubicBezTo>
                  <a:lnTo>
                    <a:pt x="1080002" y="159620"/>
                  </a:lnTo>
                  <a:lnTo>
                    <a:pt x="1215019" y="157020"/>
                  </a:lnTo>
                  <a:lnTo>
                    <a:pt x="1215019" y="88211"/>
                  </a:lnTo>
                  <a:cubicBezTo>
                    <a:pt x="1215019" y="78477"/>
                    <a:pt x="1214486" y="71476"/>
                    <a:pt x="1213419" y="67209"/>
                  </a:cubicBezTo>
                  <a:cubicBezTo>
                    <a:pt x="1217553" y="68009"/>
                    <a:pt x="1221153" y="68409"/>
                    <a:pt x="1224220" y="68409"/>
                  </a:cubicBezTo>
                  <a:lnTo>
                    <a:pt x="1230421" y="68009"/>
                  </a:lnTo>
                  <a:cubicBezTo>
                    <a:pt x="1232021" y="68009"/>
                    <a:pt x="1232821" y="68675"/>
                    <a:pt x="1232821" y="70009"/>
                  </a:cubicBezTo>
                  <a:cubicBezTo>
                    <a:pt x="1232821" y="70942"/>
                    <a:pt x="1232321" y="71676"/>
                    <a:pt x="1231321" y="72209"/>
                  </a:cubicBezTo>
                  <a:cubicBezTo>
                    <a:pt x="1230321" y="72743"/>
                    <a:pt x="1229454" y="73776"/>
                    <a:pt x="1228721" y="75310"/>
                  </a:cubicBezTo>
                  <a:cubicBezTo>
                    <a:pt x="1227987" y="76843"/>
                    <a:pt x="1227621" y="78343"/>
                    <a:pt x="1227621" y="79810"/>
                  </a:cubicBezTo>
                  <a:lnTo>
                    <a:pt x="1227621" y="157820"/>
                  </a:lnTo>
                  <a:cubicBezTo>
                    <a:pt x="1227621" y="168888"/>
                    <a:pt x="1228087" y="176689"/>
                    <a:pt x="1229021" y="181223"/>
                  </a:cubicBezTo>
                  <a:lnTo>
                    <a:pt x="1215019" y="181223"/>
                  </a:lnTo>
                  <a:lnTo>
                    <a:pt x="1215019" y="166621"/>
                  </a:lnTo>
                  <a:lnTo>
                    <a:pt x="1112406" y="169621"/>
                  </a:lnTo>
                  <a:cubicBezTo>
                    <a:pt x="1086536" y="170288"/>
                    <a:pt x="1071001" y="170955"/>
                    <a:pt x="1065800" y="171622"/>
                  </a:cubicBezTo>
                  <a:cubicBezTo>
                    <a:pt x="1067001" y="162954"/>
                    <a:pt x="1067601" y="152819"/>
                    <a:pt x="1067601" y="141218"/>
                  </a:cubicBezTo>
                  <a:lnTo>
                    <a:pt x="1067601" y="90211"/>
                  </a:lnTo>
                  <a:cubicBezTo>
                    <a:pt x="1067601" y="79010"/>
                    <a:pt x="1067201" y="71276"/>
                    <a:pt x="1066401" y="67009"/>
                  </a:cubicBezTo>
                  <a:close/>
                  <a:moveTo>
                    <a:pt x="110814" y="65008"/>
                  </a:moveTo>
                  <a:cubicBezTo>
                    <a:pt x="114415" y="68609"/>
                    <a:pt x="118282" y="71209"/>
                    <a:pt x="122416" y="72809"/>
                  </a:cubicBezTo>
                  <a:cubicBezTo>
                    <a:pt x="124016" y="73609"/>
                    <a:pt x="124816" y="74509"/>
                    <a:pt x="124816" y="75510"/>
                  </a:cubicBezTo>
                  <a:cubicBezTo>
                    <a:pt x="124816" y="76510"/>
                    <a:pt x="123749" y="77277"/>
                    <a:pt x="121616" y="77810"/>
                  </a:cubicBezTo>
                  <a:cubicBezTo>
                    <a:pt x="118015" y="78743"/>
                    <a:pt x="112214" y="82811"/>
                    <a:pt x="104213" y="90011"/>
                  </a:cubicBezTo>
                  <a:lnTo>
                    <a:pt x="122416" y="90011"/>
                  </a:lnTo>
                  <a:cubicBezTo>
                    <a:pt x="140285" y="90011"/>
                    <a:pt x="154620" y="89545"/>
                    <a:pt x="165421" y="88611"/>
                  </a:cubicBezTo>
                  <a:cubicBezTo>
                    <a:pt x="158754" y="102746"/>
                    <a:pt x="150153" y="115981"/>
                    <a:pt x="139618" y="128316"/>
                  </a:cubicBezTo>
                  <a:cubicBezTo>
                    <a:pt x="129083" y="140651"/>
                    <a:pt x="118049" y="150152"/>
                    <a:pt x="106514" y="156820"/>
                  </a:cubicBezTo>
                  <a:cubicBezTo>
                    <a:pt x="94979" y="163487"/>
                    <a:pt x="82777" y="168788"/>
                    <a:pt x="69909" y="172722"/>
                  </a:cubicBezTo>
                  <a:cubicBezTo>
                    <a:pt x="57041" y="176656"/>
                    <a:pt x="37805" y="180156"/>
                    <a:pt x="12202" y="183223"/>
                  </a:cubicBezTo>
                  <a:cubicBezTo>
                    <a:pt x="10335" y="177622"/>
                    <a:pt x="6468" y="172488"/>
                    <a:pt x="601" y="167821"/>
                  </a:cubicBezTo>
                  <a:cubicBezTo>
                    <a:pt x="24470" y="167688"/>
                    <a:pt x="43306" y="166121"/>
                    <a:pt x="57108" y="163121"/>
                  </a:cubicBezTo>
                  <a:cubicBezTo>
                    <a:pt x="70909" y="160120"/>
                    <a:pt x="83678" y="155553"/>
                    <a:pt x="95412" y="149419"/>
                  </a:cubicBezTo>
                  <a:cubicBezTo>
                    <a:pt x="89678" y="141418"/>
                    <a:pt x="82077" y="134017"/>
                    <a:pt x="72610" y="127216"/>
                  </a:cubicBezTo>
                  <a:lnTo>
                    <a:pt x="82811" y="118015"/>
                  </a:lnTo>
                  <a:cubicBezTo>
                    <a:pt x="90812" y="125349"/>
                    <a:pt x="98213" y="133950"/>
                    <a:pt x="105014" y="143818"/>
                  </a:cubicBezTo>
                  <a:cubicBezTo>
                    <a:pt x="112748" y="138751"/>
                    <a:pt x="120482" y="132050"/>
                    <a:pt x="128216" y="123716"/>
                  </a:cubicBezTo>
                  <a:cubicBezTo>
                    <a:pt x="135951" y="115381"/>
                    <a:pt x="141752" y="107480"/>
                    <a:pt x="145619" y="100013"/>
                  </a:cubicBezTo>
                  <a:lnTo>
                    <a:pt x="93012" y="100013"/>
                  </a:lnTo>
                  <a:cubicBezTo>
                    <a:pt x="77277" y="113481"/>
                    <a:pt x="56207" y="126083"/>
                    <a:pt x="29804" y="137817"/>
                  </a:cubicBezTo>
                  <a:cubicBezTo>
                    <a:pt x="27404" y="133150"/>
                    <a:pt x="23537" y="129350"/>
                    <a:pt x="18203" y="126416"/>
                  </a:cubicBezTo>
                  <a:cubicBezTo>
                    <a:pt x="36338" y="121749"/>
                    <a:pt x="53974" y="113714"/>
                    <a:pt x="71109" y="102313"/>
                  </a:cubicBezTo>
                  <a:cubicBezTo>
                    <a:pt x="88245" y="90912"/>
                    <a:pt x="101480" y="78477"/>
                    <a:pt x="110814" y="65008"/>
                  </a:cubicBezTo>
                  <a:close/>
                  <a:moveTo>
                    <a:pt x="1153611" y="57007"/>
                  </a:moveTo>
                  <a:lnTo>
                    <a:pt x="1153611" y="85011"/>
                  </a:lnTo>
                  <a:lnTo>
                    <a:pt x="1184815" y="85011"/>
                  </a:lnTo>
                  <a:lnTo>
                    <a:pt x="1184815" y="57007"/>
                  </a:lnTo>
                  <a:close/>
                  <a:moveTo>
                    <a:pt x="1110406" y="57007"/>
                  </a:moveTo>
                  <a:lnTo>
                    <a:pt x="1110406" y="85011"/>
                  </a:lnTo>
                  <a:lnTo>
                    <a:pt x="1142210" y="85011"/>
                  </a:lnTo>
                  <a:lnTo>
                    <a:pt x="1142210" y="57007"/>
                  </a:lnTo>
                  <a:close/>
                  <a:moveTo>
                    <a:pt x="1097204" y="45606"/>
                  </a:moveTo>
                  <a:cubicBezTo>
                    <a:pt x="1108806" y="46673"/>
                    <a:pt x="1125708" y="47206"/>
                    <a:pt x="1147911" y="47206"/>
                  </a:cubicBezTo>
                  <a:cubicBezTo>
                    <a:pt x="1170113" y="47206"/>
                    <a:pt x="1186949" y="46673"/>
                    <a:pt x="1198417" y="45606"/>
                  </a:cubicBezTo>
                  <a:cubicBezTo>
                    <a:pt x="1197484" y="55474"/>
                    <a:pt x="1197017" y="64608"/>
                    <a:pt x="1197017" y="73009"/>
                  </a:cubicBezTo>
                  <a:lnTo>
                    <a:pt x="1197017" y="110814"/>
                  </a:lnTo>
                  <a:cubicBezTo>
                    <a:pt x="1197017" y="121615"/>
                    <a:pt x="1197484" y="130683"/>
                    <a:pt x="1198417" y="138017"/>
                  </a:cubicBezTo>
                  <a:cubicBezTo>
                    <a:pt x="1190149" y="137084"/>
                    <a:pt x="1173481" y="136617"/>
                    <a:pt x="1148411" y="136617"/>
                  </a:cubicBezTo>
                  <a:cubicBezTo>
                    <a:pt x="1123341" y="136617"/>
                    <a:pt x="1106272" y="137084"/>
                    <a:pt x="1097204" y="138017"/>
                  </a:cubicBezTo>
                  <a:cubicBezTo>
                    <a:pt x="1098138" y="130683"/>
                    <a:pt x="1098605" y="121349"/>
                    <a:pt x="1098605" y="110014"/>
                  </a:cubicBezTo>
                  <a:lnTo>
                    <a:pt x="1098605" y="73009"/>
                  </a:lnTo>
                  <a:cubicBezTo>
                    <a:pt x="1098605" y="62475"/>
                    <a:pt x="1098138" y="53340"/>
                    <a:pt x="1097204" y="45606"/>
                  </a:cubicBezTo>
                  <a:close/>
                  <a:moveTo>
                    <a:pt x="550336" y="42606"/>
                  </a:moveTo>
                  <a:lnTo>
                    <a:pt x="550336" y="75410"/>
                  </a:lnTo>
                  <a:lnTo>
                    <a:pt x="598942" y="75410"/>
                  </a:lnTo>
                  <a:lnTo>
                    <a:pt x="598942" y="42606"/>
                  </a:lnTo>
                  <a:close/>
                  <a:moveTo>
                    <a:pt x="487928" y="42606"/>
                  </a:moveTo>
                  <a:lnTo>
                    <a:pt x="487928" y="75410"/>
                  </a:lnTo>
                  <a:lnTo>
                    <a:pt x="537734" y="75410"/>
                  </a:lnTo>
                  <a:lnTo>
                    <a:pt x="537734" y="42606"/>
                  </a:lnTo>
                  <a:close/>
                  <a:moveTo>
                    <a:pt x="681752" y="13802"/>
                  </a:moveTo>
                  <a:cubicBezTo>
                    <a:pt x="689087" y="14335"/>
                    <a:pt x="711589" y="14602"/>
                    <a:pt x="749261" y="14602"/>
                  </a:cubicBezTo>
                  <a:cubicBezTo>
                    <a:pt x="786932" y="14602"/>
                    <a:pt x="808968" y="14335"/>
                    <a:pt x="815369" y="13802"/>
                  </a:cubicBezTo>
                  <a:lnTo>
                    <a:pt x="815369" y="26203"/>
                  </a:lnTo>
                  <a:cubicBezTo>
                    <a:pt x="810835" y="27004"/>
                    <a:pt x="806101" y="29337"/>
                    <a:pt x="801167" y="33204"/>
                  </a:cubicBezTo>
                  <a:lnTo>
                    <a:pt x="756562" y="68009"/>
                  </a:lnTo>
                  <a:lnTo>
                    <a:pt x="756562" y="81810"/>
                  </a:lnTo>
                  <a:cubicBezTo>
                    <a:pt x="794700" y="81810"/>
                    <a:pt x="822237" y="81144"/>
                    <a:pt x="839172" y="79810"/>
                  </a:cubicBezTo>
                  <a:lnTo>
                    <a:pt x="839172" y="94812"/>
                  </a:lnTo>
                  <a:cubicBezTo>
                    <a:pt x="822237" y="93479"/>
                    <a:pt x="794700" y="92812"/>
                    <a:pt x="756562" y="92812"/>
                  </a:cubicBezTo>
                  <a:lnTo>
                    <a:pt x="756562" y="164421"/>
                  </a:lnTo>
                  <a:cubicBezTo>
                    <a:pt x="756562" y="168421"/>
                    <a:pt x="755662" y="171555"/>
                    <a:pt x="753861" y="173822"/>
                  </a:cubicBezTo>
                  <a:cubicBezTo>
                    <a:pt x="752061" y="176089"/>
                    <a:pt x="748361" y="177889"/>
                    <a:pt x="742760" y="179223"/>
                  </a:cubicBezTo>
                  <a:cubicBezTo>
                    <a:pt x="737159" y="180556"/>
                    <a:pt x="728758" y="181290"/>
                    <a:pt x="717557" y="181423"/>
                  </a:cubicBezTo>
                  <a:cubicBezTo>
                    <a:pt x="718090" y="174622"/>
                    <a:pt x="716090" y="168821"/>
                    <a:pt x="711556" y="164021"/>
                  </a:cubicBezTo>
                  <a:cubicBezTo>
                    <a:pt x="720491" y="165488"/>
                    <a:pt x="727125" y="166221"/>
                    <a:pt x="731459" y="166221"/>
                  </a:cubicBezTo>
                  <a:cubicBezTo>
                    <a:pt x="735792" y="166221"/>
                    <a:pt x="738893" y="165554"/>
                    <a:pt x="740760" y="164221"/>
                  </a:cubicBezTo>
                  <a:cubicBezTo>
                    <a:pt x="742627" y="162887"/>
                    <a:pt x="743560" y="159954"/>
                    <a:pt x="743560" y="155420"/>
                  </a:cubicBezTo>
                  <a:lnTo>
                    <a:pt x="743560" y="92812"/>
                  </a:lnTo>
                  <a:cubicBezTo>
                    <a:pt x="700488" y="92812"/>
                    <a:pt x="671684" y="93479"/>
                    <a:pt x="657149" y="94812"/>
                  </a:cubicBezTo>
                  <a:lnTo>
                    <a:pt x="657149" y="79810"/>
                  </a:lnTo>
                  <a:cubicBezTo>
                    <a:pt x="671684" y="81144"/>
                    <a:pt x="700488" y="81810"/>
                    <a:pt x="743560" y="81810"/>
                  </a:cubicBezTo>
                  <a:lnTo>
                    <a:pt x="743560" y="63008"/>
                  </a:lnTo>
                  <a:lnTo>
                    <a:pt x="792366" y="25403"/>
                  </a:lnTo>
                  <a:lnTo>
                    <a:pt x="724758" y="25403"/>
                  </a:lnTo>
                  <a:cubicBezTo>
                    <a:pt x="705289" y="25403"/>
                    <a:pt x="690954" y="25737"/>
                    <a:pt x="681752" y="26403"/>
                  </a:cubicBezTo>
                  <a:close/>
                  <a:moveTo>
                    <a:pt x="215027" y="13802"/>
                  </a:moveTo>
                  <a:cubicBezTo>
                    <a:pt x="222362" y="14335"/>
                    <a:pt x="244864" y="14602"/>
                    <a:pt x="282536" y="14602"/>
                  </a:cubicBezTo>
                  <a:cubicBezTo>
                    <a:pt x="320207" y="14602"/>
                    <a:pt x="342243" y="14335"/>
                    <a:pt x="348644" y="13802"/>
                  </a:cubicBezTo>
                  <a:lnTo>
                    <a:pt x="348644" y="26203"/>
                  </a:lnTo>
                  <a:cubicBezTo>
                    <a:pt x="344110" y="27004"/>
                    <a:pt x="339376" y="29337"/>
                    <a:pt x="334442" y="33204"/>
                  </a:cubicBezTo>
                  <a:lnTo>
                    <a:pt x="289837" y="68009"/>
                  </a:lnTo>
                  <a:lnTo>
                    <a:pt x="289837" y="81810"/>
                  </a:lnTo>
                  <a:cubicBezTo>
                    <a:pt x="327975" y="81810"/>
                    <a:pt x="355512" y="81144"/>
                    <a:pt x="372447" y="79810"/>
                  </a:cubicBezTo>
                  <a:lnTo>
                    <a:pt x="372447" y="94812"/>
                  </a:lnTo>
                  <a:cubicBezTo>
                    <a:pt x="355512" y="93479"/>
                    <a:pt x="327975" y="92812"/>
                    <a:pt x="289837" y="92812"/>
                  </a:cubicBezTo>
                  <a:lnTo>
                    <a:pt x="289837" y="164421"/>
                  </a:lnTo>
                  <a:cubicBezTo>
                    <a:pt x="289837" y="168421"/>
                    <a:pt x="288937" y="171555"/>
                    <a:pt x="287136" y="173822"/>
                  </a:cubicBezTo>
                  <a:cubicBezTo>
                    <a:pt x="285336" y="176089"/>
                    <a:pt x="281636" y="177889"/>
                    <a:pt x="276035" y="179223"/>
                  </a:cubicBezTo>
                  <a:cubicBezTo>
                    <a:pt x="270434" y="180556"/>
                    <a:pt x="262033" y="181290"/>
                    <a:pt x="250832" y="181423"/>
                  </a:cubicBezTo>
                  <a:cubicBezTo>
                    <a:pt x="251365" y="174622"/>
                    <a:pt x="249365" y="168821"/>
                    <a:pt x="244831" y="164021"/>
                  </a:cubicBezTo>
                  <a:cubicBezTo>
                    <a:pt x="253765" y="165488"/>
                    <a:pt x="260400" y="166221"/>
                    <a:pt x="264734" y="166221"/>
                  </a:cubicBezTo>
                  <a:cubicBezTo>
                    <a:pt x="269067" y="166221"/>
                    <a:pt x="272168" y="165554"/>
                    <a:pt x="274035" y="164221"/>
                  </a:cubicBezTo>
                  <a:cubicBezTo>
                    <a:pt x="275902" y="162887"/>
                    <a:pt x="276835" y="159954"/>
                    <a:pt x="276835" y="155420"/>
                  </a:cubicBezTo>
                  <a:lnTo>
                    <a:pt x="276835" y="92812"/>
                  </a:lnTo>
                  <a:cubicBezTo>
                    <a:pt x="233763" y="92812"/>
                    <a:pt x="204959" y="93479"/>
                    <a:pt x="190424" y="94812"/>
                  </a:cubicBezTo>
                  <a:lnTo>
                    <a:pt x="190424" y="79810"/>
                  </a:lnTo>
                  <a:cubicBezTo>
                    <a:pt x="204959" y="81144"/>
                    <a:pt x="233763" y="81810"/>
                    <a:pt x="276835" y="81810"/>
                  </a:cubicBezTo>
                  <a:lnTo>
                    <a:pt x="276835" y="63008"/>
                  </a:lnTo>
                  <a:lnTo>
                    <a:pt x="325641" y="25403"/>
                  </a:lnTo>
                  <a:lnTo>
                    <a:pt x="258033" y="25403"/>
                  </a:lnTo>
                  <a:cubicBezTo>
                    <a:pt x="238564" y="25403"/>
                    <a:pt x="224228" y="25737"/>
                    <a:pt x="215027" y="26403"/>
                  </a:cubicBezTo>
                  <a:close/>
                  <a:moveTo>
                    <a:pt x="1071001" y="12002"/>
                  </a:moveTo>
                  <a:cubicBezTo>
                    <a:pt x="1086336" y="13202"/>
                    <a:pt x="1111206" y="13802"/>
                    <a:pt x="1145610" y="13802"/>
                  </a:cubicBezTo>
                  <a:cubicBezTo>
                    <a:pt x="1180015" y="13802"/>
                    <a:pt x="1206085" y="13202"/>
                    <a:pt x="1223820" y="12002"/>
                  </a:cubicBezTo>
                  <a:lnTo>
                    <a:pt x="1223820" y="26604"/>
                  </a:lnTo>
                  <a:cubicBezTo>
                    <a:pt x="1209018" y="25403"/>
                    <a:pt x="1183549" y="24803"/>
                    <a:pt x="1147411" y="24803"/>
                  </a:cubicBezTo>
                  <a:cubicBezTo>
                    <a:pt x="1111273" y="24803"/>
                    <a:pt x="1085803" y="25403"/>
                    <a:pt x="1071001" y="26604"/>
                  </a:cubicBezTo>
                  <a:close/>
                  <a:moveTo>
                    <a:pt x="939385" y="3601"/>
                  </a:moveTo>
                  <a:cubicBezTo>
                    <a:pt x="944185" y="4934"/>
                    <a:pt x="949586" y="5601"/>
                    <a:pt x="955587" y="5601"/>
                  </a:cubicBezTo>
                  <a:cubicBezTo>
                    <a:pt x="957720" y="5601"/>
                    <a:pt x="958787" y="6001"/>
                    <a:pt x="958787" y="6801"/>
                  </a:cubicBezTo>
                  <a:cubicBezTo>
                    <a:pt x="958787" y="7601"/>
                    <a:pt x="958087" y="8435"/>
                    <a:pt x="956687" y="9301"/>
                  </a:cubicBezTo>
                  <a:cubicBezTo>
                    <a:pt x="955287" y="10168"/>
                    <a:pt x="954387" y="11735"/>
                    <a:pt x="953986" y="14002"/>
                  </a:cubicBezTo>
                  <a:cubicBezTo>
                    <a:pt x="953586" y="16269"/>
                    <a:pt x="953386" y="20003"/>
                    <a:pt x="953386" y="25203"/>
                  </a:cubicBezTo>
                  <a:lnTo>
                    <a:pt x="953386" y="36605"/>
                  </a:lnTo>
                  <a:cubicBezTo>
                    <a:pt x="983257" y="36605"/>
                    <a:pt x="1002526" y="36205"/>
                    <a:pt x="1011194" y="35405"/>
                  </a:cubicBezTo>
                  <a:lnTo>
                    <a:pt x="1011194" y="47806"/>
                  </a:lnTo>
                  <a:cubicBezTo>
                    <a:pt x="1003059" y="47006"/>
                    <a:pt x="983790" y="46606"/>
                    <a:pt x="953386" y="46606"/>
                  </a:cubicBezTo>
                  <a:lnTo>
                    <a:pt x="953386" y="79010"/>
                  </a:lnTo>
                  <a:cubicBezTo>
                    <a:pt x="989658" y="79010"/>
                    <a:pt x="1015194" y="78610"/>
                    <a:pt x="1029996" y="77810"/>
                  </a:cubicBezTo>
                  <a:lnTo>
                    <a:pt x="1029996" y="90011"/>
                  </a:lnTo>
                  <a:cubicBezTo>
                    <a:pt x="1015461" y="89211"/>
                    <a:pt x="994792" y="88811"/>
                    <a:pt x="967988" y="88811"/>
                  </a:cubicBezTo>
                  <a:cubicBezTo>
                    <a:pt x="988524" y="120815"/>
                    <a:pt x="1011194" y="142018"/>
                    <a:pt x="1035997" y="152419"/>
                  </a:cubicBezTo>
                  <a:cubicBezTo>
                    <a:pt x="1032130" y="155886"/>
                    <a:pt x="1028662" y="160020"/>
                    <a:pt x="1025595" y="164821"/>
                  </a:cubicBezTo>
                  <a:cubicBezTo>
                    <a:pt x="999325" y="150019"/>
                    <a:pt x="976589" y="124682"/>
                    <a:pt x="957387" y="88811"/>
                  </a:cubicBezTo>
                  <a:lnTo>
                    <a:pt x="953386" y="88811"/>
                  </a:lnTo>
                  <a:lnTo>
                    <a:pt x="953386" y="144418"/>
                  </a:lnTo>
                  <a:cubicBezTo>
                    <a:pt x="953386" y="156286"/>
                    <a:pt x="954053" y="168888"/>
                    <a:pt x="955387" y="182223"/>
                  </a:cubicBezTo>
                  <a:lnTo>
                    <a:pt x="939385" y="182223"/>
                  </a:lnTo>
                  <a:cubicBezTo>
                    <a:pt x="940585" y="169288"/>
                    <a:pt x="941185" y="156686"/>
                    <a:pt x="941185" y="144418"/>
                  </a:cubicBezTo>
                  <a:lnTo>
                    <a:pt x="941185" y="88811"/>
                  </a:lnTo>
                  <a:lnTo>
                    <a:pt x="934384" y="88811"/>
                  </a:lnTo>
                  <a:cubicBezTo>
                    <a:pt x="924649" y="107614"/>
                    <a:pt x="914782" y="122882"/>
                    <a:pt x="904780" y="134617"/>
                  </a:cubicBezTo>
                  <a:cubicBezTo>
                    <a:pt x="894779" y="146352"/>
                    <a:pt x="881977" y="157887"/>
                    <a:pt x="866375" y="169221"/>
                  </a:cubicBezTo>
                  <a:cubicBezTo>
                    <a:pt x="864375" y="164287"/>
                    <a:pt x="860508" y="160687"/>
                    <a:pt x="854774" y="158420"/>
                  </a:cubicBezTo>
                  <a:cubicBezTo>
                    <a:pt x="869709" y="149352"/>
                    <a:pt x="882444" y="139484"/>
                    <a:pt x="892979" y="128816"/>
                  </a:cubicBezTo>
                  <a:cubicBezTo>
                    <a:pt x="903513" y="118148"/>
                    <a:pt x="913648" y="104813"/>
                    <a:pt x="923383" y="88811"/>
                  </a:cubicBezTo>
                  <a:cubicBezTo>
                    <a:pt x="898313" y="88811"/>
                    <a:pt x="878044" y="89211"/>
                    <a:pt x="862575" y="90011"/>
                  </a:cubicBezTo>
                  <a:lnTo>
                    <a:pt x="862575" y="77810"/>
                  </a:lnTo>
                  <a:cubicBezTo>
                    <a:pt x="873643" y="78610"/>
                    <a:pt x="899846" y="79010"/>
                    <a:pt x="941185" y="79010"/>
                  </a:cubicBezTo>
                  <a:lnTo>
                    <a:pt x="941185" y="46606"/>
                  </a:lnTo>
                  <a:cubicBezTo>
                    <a:pt x="910248" y="46606"/>
                    <a:pt x="890312" y="47006"/>
                    <a:pt x="881377" y="47806"/>
                  </a:cubicBezTo>
                  <a:lnTo>
                    <a:pt x="881377" y="35405"/>
                  </a:lnTo>
                  <a:cubicBezTo>
                    <a:pt x="889912" y="36205"/>
                    <a:pt x="909848" y="36605"/>
                    <a:pt x="941185" y="36605"/>
                  </a:cubicBezTo>
                  <a:cubicBezTo>
                    <a:pt x="941185" y="22203"/>
                    <a:pt x="940585" y="11202"/>
                    <a:pt x="939385" y="3601"/>
                  </a:cubicBezTo>
                  <a:close/>
                  <a:moveTo>
                    <a:pt x="1339835" y="1400"/>
                  </a:moveTo>
                  <a:cubicBezTo>
                    <a:pt x="1345035" y="2867"/>
                    <a:pt x="1350836" y="3601"/>
                    <a:pt x="1357237" y="3601"/>
                  </a:cubicBezTo>
                  <a:cubicBezTo>
                    <a:pt x="1359104" y="3601"/>
                    <a:pt x="1360037" y="4267"/>
                    <a:pt x="1360037" y="5601"/>
                  </a:cubicBezTo>
                  <a:cubicBezTo>
                    <a:pt x="1360037" y="6534"/>
                    <a:pt x="1359504" y="7334"/>
                    <a:pt x="1358437" y="8001"/>
                  </a:cubicBezTo>
                  <a:cubicBezTo>
                    <a:pt x="1355637" y="9601"/>
                    <a:pt x="1354237" y="12935"/>
                    <a:pt x="1354237" y="18002"/>
                  </a:cubicBezTo>
                  <a:lnTo>
                    <a:pt x="1354237" y="72809"/>
                  </a:lnTo>
                  <a:lnTo>
                    <a:pt x="1402643" y="72809"/>
                  </a:lnTo>
                  <a:lnTo>
                    <a:pt x="1402643" y="37605"/>
                  </a:lnTo>
                  <a:cubicBezTo>
                    <a:pt x="1402643" y="30404"/>
                    <a:pt x="1402042" y="24070"/>
                    <a:pt x="1400842" y="18603"/>
                  </a:cubicBezTo>
                  <a:cubicBezTo>
                    <a:pt x="1405243" y="19669"/>
                    <a:pt x="1408977" y="20203"/>
                    <a:pt x="1412044" y="20203"/>
                  </a:cubicBezTo>
                  <a:lnTo>
                    <a:pt x="1416644" y="20003"/>
                  </a:lnTo>
                  <a:cubicBezTo>
                    <a:pt x="1418511" y="20003"/>
                    <a:pt x="1419445" y="20436"/>
                    <a:pt x="1419445" y="21303"/>
                  </a:cubicBezTo>
                  <a:cubicBezTo>
                    <a:pt x="1419445" y="22170"/>
                    <a:pt x="1418945" y="23103"/>
                    <a:pt x="1417944" y="24103"/>
                  </a:cubicBezTo>
                  <a:cubicBezTo>
                    <a:pt x="1416944" y="25103"/>
                    <a:pt x="1416244" y="26670"/>
                    <a:pt x="1415844" y="28804"/>
                  </a:cubicBezTo>
                  <a:cubicBezTo>
                    <a:pt x="1415444" y="30937"/>
                    <a:pt x="1415244" y="33938"/>
                    <a:pt x="1415244" y="37805"/>
                  </a:cubicBezTo>
                  <a:lnTo>
                    <a:pt x="1415244" y="65608"/>
                  </a:lnTo>
                  <a:cubicBezTo>
                    <a:pt x="1415244" y="73209"/>
                    <a:pt x="1415511" y="79743"/>
                    <a:pt x="1416044" y="85211"/>
                  </a:cubicBezTo>
                  <a:cubicBezTo>
                    <a:pt x="1399642" y="84011"/>
                    <a:pt x="1379040" y="83411"/>
                    <a:pt x="1354237" y="83411"/>
                  </a:cubicBezTo>
                  <a:lnTo>
                    <a:pt x="1354237" y="157420"/>
                  </a:lnTo>
                  <a:lnTo>
                    <a:pt x="1411644" y="157420"/>
                  </a:lnTo>
                  <a:lnTo>
                    <a:pt x="1411644" y="125616"/>
                  </a:lnTo>
                  <a:cubicBezTo>
                    <a:pt x="1411644" y="118415"/>
                    <a:pt x="1411244" y="112081"/>
                    <a:pt x="1410444" y="106614"/>
                  </a:cubicBezTo>
                  <a:cubicBezTo>
                    <a:pt x="1413644" y="107414"/>
                    <a:pt x="1416444" y="107847"/>
                    <a:pt x="1418845" y="107914"/>
                  </a:cubicBezTo>
                  <a:cubicBezTo>
                    <a:pt x="1421245" y="107980"/>
                    <a:pt x="1423412" y="108014"/>
                    <a:pt x="1425345" y="108014"/>
                  </a:cubicBezTo>
                  <a:cubicBezTo>
                    <a:pt x="1427279" y="108014"/>
                    <a:pt x="1428246" y="108414"/>
                    <a:pt x="1428246" y="109214"/>
                  </a:cubicBezTo>
                  <a:cubicBezTo>
                    <a:pt x="1428246" y="110014"/>
                    <a:pt x="1427579" y="110914"/>
                    <a:pt x="1426245" y="111914"/>
                  </a:cubicBezTo>
                  <a:cubicBezTo>
                    <a:pt x="1424912" y="112914"/>
                    <a:pt x="1424245" y="115281"/>
                    <a:pt x="1424245" y="119015"/>
                  </a:cubicBezTo>
                  <a:lnTo>
                    <a:pt x="1424245" y="159820"/>
                  </a:lnTo>
                  <a:cubicBezTo>
                    <a:pt x="1424245" y="167554"/>
                    <a:pt x="1424512" y="174822"/>
                    <a:pt x="1425045" y="181623"/>
                  </a:cubicBezTo>
                  <a:lnTo>
                    <a:pt x="1411644" y="181623"/>
                  </a:lnTo>
                  <a:lnTo>
                    <a:pt x="1411644" y="168221"/>
                  </a:lnTo>
                  <a:lnTo>
                    <a:pt x="1338234" y="168221"/>
                  </a:lnTo>
                  <a:cubicBezTo>
                    <a:pt x="1308764" y="168221"/>
                    <a:pt x="1285495" y="169088"/>
                    <a:pt x="1268426" y="170822"/>
                  </a:cubicBezTo>
                  <a:cubicBezTo>
                    <a:pt x="1269093" y="165621"/>
                    <a:pt x="1269426" y="160220"/>
                    <a:pt x="1269426" y="154620"/>
                  </a:cubicBezTo>
                  <a:lnTo>
                    <a:pt x="1269426" y="121615"/>
                  </a:lnTo>
                  <a:cubicBezTo>
                    <a:pt x="1269426" y="114281"/>
                    <a:pt x="1269159" y="109214"/>
                    <a:pt x="1268626" y="106413"/>
                  </a:cubicBezTo>
                  <a:cubicBezTo>
                    <a:pt x="1272493" y="107614"/>
                    <a:pt x="1277494" y="108214"/>
                    <a:pt x="1283628" y="108214"/>
                  </a:cubicBezTo>
                  <a:cubicBezTo>
                    <a:pt x="1285495" y="108214"/>
                    <a:pt x="1286428" y="108747"/>
                    <a:pt x="1286428" y="109814"/>
                  </a:cubicBezTo>
                  <a:cubicBezTo>
                    <a:pt x="1286428" y="110881"/>
                    <a:pt x="1285828" y="111747"/>
                    <a:pt x="1284628" y="112414"/>
                  </a:cubicBezTo>
                  <a:cubicBezTo>
                    <a:pt x="1283428" y="113081"/>
                    <a:pt x="1282628" y="114114"/>
                    <a:pt x="1282228" y="115515"/>
                  </a:cubicBezTo>
                  <a:cubicBezTo>
                    <a:pt x="1281827" y="116915"/>
                    <a:pt x="1281627" y="119148"/>
                    <a:pt x="1281627" y="122215"/>
                  </a:cubicBezTo>
                  <a:lnTo>
                    <a:pt x="1281627" y="157420"/>
                  </a:lnTo>
                  <a:lnTo>
                    <a:pt x="1341035" y="157420"/>
                  </a:lnTo>
                  <a:lnTo>
                    <a:pt x="1341035" y="83411"/>
                  </a:lnTo>
                  <a:cubicBezTo>
                    <a:pt x="1307431" y="83677"/>
                    <a:pt x="1286228" y="84411"/>
                    <a:pt x="1277427" y="85611"/>
                  </a:cubicBezTo>
                  <a:cubicBezTo>
                    <a:pt x="1278494" y="79210"/>
                    <a:pt x="1279027" y="73409"/>
                    <a:pt x="1279027" y="68209"/>
                  </a:cubicBezTo>
                  <a:lnTo>
                    <a:pt x="1279027" y="36605"/>
                  </a:lnTo>
                  <a:cubicBezTo>
                    <a:pt x="1279027" y="29671"/>
                    <a:pt x="1278494" y="23803"/>
                    <a:pt x="1277427" y="19003"/>
                  </a:cubicBezTo>
                  <a:cubicBezTo>
                    <a:pt x="1282628" y="21003"/>
                    <a:pt x="1287895" y="22003"/>
                    <a:pt x="1293229" y="22003"/>
                  </a:cubicBezTo>
                  <a:cubicBezTo>
                    <a:pt x="1295362" y="22003"/>
                    <a:pt x="1296429" y="22603"/>
                    <a:pt x="1296429" y="23803"/>
                  </a:cubicBezTo>
                  <a:cubicBezTo>
                    <a:pt x="1296429" y="24603"/>
                    <a:pt x="1295762" y="25337"/>
                    <a:pt x="1294429" y="26003"/>
                  </a:cubicBezTo>
                  <a:cubicBezTo>
                    <a:pt x="1292029" y="27337"/>
                    <a:pt x="1290829" y="30271"/>
                    <a:pt x="1290829" y="34805"/>
                  </a:cubicBezTo>
                  <a:lnTo>
                    <a:pt x="1290829" y="72809"/>
                  </a:lnTo>
                  <a:lnTo>
                    <a:pt x="1341035" y="72809"/>
                  </a:lnTo>
                  <a:lnTo>
                    <a:pt x="1341035" y="27604"/>
                  </a:lnTo>
                  <a:cubicBezTo>
                    <a:pt x="1341035" y="16936"/>
                    <a:pt x="1340635" y="8201"/>
                    <a:pt x="1339835" y="1400"/>
                  </a:cubicBezTo>
                  <a:close/>
                  <a:moveTo>
                    <a:pt x="62408" y="600"/>
                  </a:moveTo>
                  <a:cubicBezTo>
                    <a:pt x="66409" y="4067"/>
                    <a:pt x="70476" y="6468"/>
                    <a:pt x="74610" y="7801"/>
                  </a:cubicBezTo>
                  <a:cubicBezTo>
                    <a:pt x="76077" y="8201"/>
                    <a:pt x="76810" y="8868"/>
                    <a:pt x="76810" y="9801"/>
                  </a:cubicBezTo>
                  <a:cubicBezTo>
                    <a:pt x="76810" y="10735"/>
                    <a:pt x="76077" y="11402"/>
                    <a:pt x="74610" y="11802"/>
                  </a:cubicBezTo>
                  <a:cubicBezTo>
                    <a:pt x="71676" y="12468"/>
                    <a:pt x="67142" y="15602"/>
                    <a:pt x="61008" y="21203"/>
                  </a:cubicBezTo>
                  <a:lnTo>
                    <a:pt x="100213" y="21203"/>
                  </a:lnTo>
                  <a:cubicBezTo>
                    <a:pt x="120215" y="21203"/>
                    <a:pt x="134484" y="20669"/>
                    <a:pt x="143018" y="19603"/>
                  </a:cubicBezTo>
                  <a:cubicBezTo>
                    <a:pt x="126216" y="41072"/>
                    <a:pt x="108947" y="58007"/>
                    <a:pt x="91212" y="70409"/>
                  </a:cubicBezTo>
                  <a:cubicBezTo>
                    <a:pt x="73476" y="82811"/>
                    <a:pt x="46273" y="94012"/>
                    <a:pt x="9602" y="104013"/>
                  </a:cubicBezTo>
                  <a:cubicBezTo>
                    <a:pt x="8001" y="98946"/>
                    <a:pt x="4801" y="94545"/>
                    <a:pt x="0" y="90812"/>
                  </a:cubicBezTo>
                  <a:cubicBezTo>
                    <a:pt x="24270" y="88145"/>
                    <a:pt x="47073" y="81610"/>
                    <a:pt x="68409" y="71209"/>
                  </a:cubicBezTo>
                  <a:cubicBezTo>
                    <a:pt x="60275" y="63608"/>
                    <a:pt x="51940" y="57207"/>
                    <a:pt x="43406" y="52007"/>
                  </a:cubicBezTo>
                  <a:lnTo>
                    <a:pt x="53407" y="43006"/>
                  </a:lnTo>
                  <a:cubicBezTo>
                    <a:pt x="63275" y="50607"/>
                    <a:pt x="71609" y="58141"/>
                    <a:pt x="78410" y="65608"/>
                  </a:cubicBezTo>
                  <a:cubicBezTo>
                    <a:pt x="95879" y="54674"/>
                    <a:pt x="109147" y="43206"/>
                    <a:pt x="118215" y="31204"/>
                  </a:cubicBezTo>
                  <a:lnTo>
                    <a:pt x="50607" y="31204"/>
                  </a:lnTo>
                  <a:cubicBezTo>
                    <a:pt x="39672" y="40405"/>
                    <a:pt x="27271" y="48940"/>
                    <a:pt x="13402" y="56807"/>
                  </a:cubicBezTo>
                  <a:cubicBezTo>
                    <a:pt x="11669" y="53340"/>
                    <a:pt x="8201" y="50273"/>
                    <a:pt x="3001" y="47606"/>
                  </a:cubicBezTo>
                  <a:cubicBezTo>
                    <a:pt x="16469" y="42272"/>
                    <a:pt x="28537" y="35371"/>
                    <a:pt x="39205" y="26904"/>
                  </a:cubicBezTo>
                  <a:cubicBezTo>
                    <a:pt x="49873" y="18436"/>
                    <a:pt x="57608" y="9668"/>
                    <a:pt x="62408" y="600"/>
                  </a:cubicBezTo>
                  <a:close/>
                  <a:moveTo>
                    <a:pt x="535534" y="0"/>
                  </a:moveTo>
                  <a:cubicBezTo>
                    <a:pt x="541535" y="800"/>
                    <a:pt x="547402" y="1200"/>
                    <a:pt x="553136" y="1200"/>
                  </a:cubicBezTo>
                  <a:cubicBezTo>
                    <a:pt x="555537" y="1200"/>
                    <a:pt x="556737" y="1767"/>
                    <a:pt x="556737" y="2901"/>
                  </a:cubicBezTo>
                  <a:cubicBezTo>
                    <a:pt x="556737" y="4034"/>
                    <a:pt x="556070" y="4867"/>
                    <a:pt x="554736" y="5401"/>
                  </a:cubicBezTo>
                  <a:cubicBezTo>
                    <a:pt x="553403" y="5934"/>
                    <a:pt x="552336" y="6934"/>
                    <a:pt x="551536" y="8401"/>
                  </a:cubicBezTo>
                  <a:cubicBezTo>
                    <a:pt x="550736" y="9868"/>
                    <a:pt x="550336" y="11202"/>
                    <a:pt x="550336" y="12402"/>
                  </a:cubicBezTo>
                  <a:lnTo>
                    <a:pt x="550336" y="32604"/>
                  </a:lnTo>
                  <a:cubicBezTo>
                    <a:pt x="579140" y="32471"/>
                    <a:pt x="600009" y="31671"/>
                    <a:pt x="612944" y="30204"/>
                  </a:cubicBezTo>
                  <a:cubicBezTo>
                    <a:pt x="612010" y="35671"/>
                    <a:pt x="611544" y="43206"/>
                    <a:pt x="611544" y="52807"/>
                  </a:cubicBezTo>
                  <a:lnTo>
                    <a:pt x="611544" y="111814"/>
                  </a:lnTo>
                  <a:cubicBezTo>
                    <a:pt x="611544" y="121282"/>
                    <a:pt x="612210" y="130817"/>
                    <a:pt x="613544" y="140418"/>
                  </a:cubicBezTo>
                  <a:lnTo>
                    <a:pt x="598942" y="140418"/>
                  </a:lnTo>
                  <a:lnTo>
                    <a:pt x="598942" y="126016"/>
                  </a:lnTo>
                  <a:lnTo>
                    <a:pt x="550336" y="126016"/>
                  </a:lnTo>
                  <a:lnTo>
                    <a:pt x="550336" y="154019"/>
                  </a:lnTo>
                  <a:cubicBezTo>
                    <a:pt x="550336" y="158420"/>
                    <a:pt x="550769" y="161620"/>
                    <a:pt x="551636" y="163621"/>
                  </a:cubicBezTo>
                  <a:cubicBezTo>
                    <a:pt x="552503" y="165621"/>
                    <a:pt x="554403" y="167054"/>
                    <a:pt x="557337" y="167921"/>
                  </a:cubicBezTo>
                  <a:cubicBezTo>
                    <a:pt x="560270" y="168788"/>
                    <a:pt x="565004" y="169221"/>
                    <a:pt x="571539" y="169221"/>
                  </a:cubicBezTo>
                  <a:lnTo>
                    <a:pt x="603143" y="169021"/>
                  </a:lnTo>
                  <a:cubicBezTo>
                    <a:pt x="611144" y="169021"/>
                    <a:pt x="616511" y="166621"/>
                    <a:pt x="619245" y="161820"/>
                  </a:cubicBezTo>
                  <a:cubicBezTo>
                    <a:pt x="621978" y="157020"/>
                    <a:pt x="623945" y="149752"/>
                    <a:pt x="625145" y="140018"/>
                  </a:cubicBezTo>
                  <a:cubicBezTo>
                    <a:pt x="628212" y="143618"/>
                    <a:pt x="632746" y="146352"/>
                    <a:pt x="638747" y="148219"/>
                  </a:cubicBezTo>
                  <a:cubicBezTo>
                    <a:pt x="635547" y="160620"/>
                    <a:pt x="631579" y="169155"/>
                    <a:pt x="626846" y="173822"/>
                  </a:cubicBezTo>
                  <a:cubicBezTo>
                    <a:pt x="622112" y="178489"/>
                    <a:pt x="614277" y="180823"/>
                    <a:pt x="603343" y="180823"/>
                  </a:cubicBezTo>
                  <a:lnTo>
                    <a:pt x="571739" y="180623"/>
                  </a:lnTo>
                  <a:cubicBezTo>
                    <a:pt x="561204" y="180623"/>
                    <a:pt x="553603" y="179889"/>
                    <a:pt x="548936" y="178422"/>
                  </a:cubicBezTo>
                  <a:cubicBezTo>
                    <a:pt x="544268" y="176956"/>
                    <a:pt x="541235" y="174389"/>
                    <a:pt x="539835" y="170722"/>
                  </a:cubicBezTo>
                  <a:cubicBezTo>
                    <a:pt x="538434" y="167054"/>
                    <a:pt x="537734" y="161087"/>
                    <a:pt x="537734" y="152819"/>
                  </a:cubicBezTo>
                  <a:lnTo>
                    <a:pt x="537734" y="126016"/>
                  </a:lnTo>
                  <a:lnTo>
                    <a:pt x="487928" y="126016"/>
                  </a:lnTo>
                  <a:lnTo>
                    <a:pt x="487928" y="144418"/>
                  </a:lnTo>
                  <a:lnTo>
                    <a:pt x="473926" y="144418"/>
                  </a:lnTo>
                  <a:cubicBezTo>
                    <a:pt x="475393" y="134817"/>
                    <a:pt x="476127" y="124616"/>
                    <a:pt x="476127" y="113814"/>
                  </a:cubicBezTo>
                  <a:lnTo>
                    <a:pt x="476127" y="52807"/>
                  </a:lnTo>
                  <a:cubicBezTo>
                    <a:pt x="476127" y="44006"/>
                    <a:pt x="475660" y="36471"/>
                    <a:pt x="474726" y="30204"/>
                  </a:cubicBezTo>
                  <a:cubicBezTo>
                    <a:pt x="488328" y="31671"/>
                    <a:pt x="509331" y="32471"/>
                    <a:pt x="537734" y="32604"/>
                  </a:cubicBezTo>
                  <a:cubicBezTo>
                    <a:pt x="537734" y="17802"/>
                    <a:pt x="537001" y="6934"/>
                    <a:pt x="535534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60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45676BA-0792-4C88-BCDB-025D1E6DC9F3}"/>
                </a:ext>
              </a:extLst>
            </p:cNvPr>
            <p:cNvSpPr txBox="1"/>
            <p:nvPr/>
          </p:nvSpPr>
          <p:spPr>
            <a:xfrm>
              <a:off x="8837278" y="3492898"/>
              <a:ext cx="1281152" cy="167044"/>
            </a:xfrm>
            <a:custGeom>
              <a:avLst/>
              <a:gdLst/>
              <a:ahLst/>
              <a:cxnLst/>
              <a:rect l="l" t="t" r="r" b="b"/>
              <a:pathLst>
                <a:path w="1428246" h="186223">
                  <a:moveTo>
                    <a:pt x="488528" y="100212"/>
                  </a:moveTo>
                  <a:cubicBezTo>
                    <a:pt x="505597" y="101279"/>
                    <a:pt x="526533" y="101813"/>
                    <a:pt x="551336" y="101813"/>
                  </a:cubicBezTo>
                  <a:cubicBezTo>
                    <a:pt x="576139" y="101813"/>
                    <a:pt x="595208" y="101279"/>
                    <a:pt x="608543" y="100212"/>
                  </a:cubicBezTo>
                  <a:lnTo>
                    <a:pt x="608543" y="113414"/>
                  </a:lnTo>
                  <a:cubicBezTo>
                    <a:pt x="596675" y="112347"/>
                    <a:pt x="578673" y="111814"/>
                    <a:pt x="554536" y="111814"/>
                  </a:cubicBezTo>
                  <a:lnTo>
                    <a:pt x="554536" y="165420"/>
                  </a:lnTo>
                  <a:cubicBezTo>
                    <a:pt x="592541" y="165420"/>
                    <a:pt x="619278" y="164887"/>
                    <a:pt x="634746" y="163820"/>
                  </a:cubicBezTo>
                  <a:lnTo>
                    <a:pt x="634746" y="177022"/>
                  </a:lnTo>
                  <a:cubicBezTo>
                    <a:pt x="618878" y="175955"/>
                    <a:pt x="592741" y="175422"/>
                    <a:pt x="556337" y="175422"/>
                  </a:cubicBezTo>
                  <a:cubicBezTo>
                    <a:pt x="519932" y="175422"/>
                    <a:pt x="488861" y="175955"/>
                    <a:pt x="463125" y="177022"/>
                  </a:cubicBezTo>
                  <a:lnTo>
                    <a:pt x="463125" y="163820"/>
                  </a:lnTo>
                  <a:cubicBezTo>
                    <a:pt x="482994" y="164887"/>
                    <a:pt x="509264" y="165420"/>
                    <a:pt x="541935" y="165420"/>
                  </a:cubicBezTo>
                  <a:lnTo>
                    <a:pt x="541935" y="111814"/>
                  </a:lnTo>
                  <a:cubicBezTo>
                    <a:pt x="516598" y="112080"/>
                    <a:pt x="498796" y="112614"/>
                    <a:pt x="488528" y="113414"/>
                  </a:cubicBezTo>
                  <a:close/>
                  <a:moveTo>
                    <a:pt x="1153611" y="97412"/>
                  </a:moveTo>
                  <a:lnTo>
                    <a:pt x="1153611" y="129816"/>
                  </a:lnTo>
                  <a:lnTo>
                    <a:pt x="1184815" y="129816"/>
                  </a:lnTo>
                  <a:lnTo>
                    <a:pt x="1184815" y="97412"/>
                  </a:lnTo>
                  <a:close/>
                  <a:moveTo>
                    <a:pt x="1110406" y="97412"/>
                  </a:moveTo>
                  <a:lnTo>
                    <a:pt x="1110406" y="129816"/>
                  </a:lnTo>
                  <a:lnTo>
                    <a:pt x="1142210" y="129816"/>
                  </a:lnTo>
                  <a:lnTo>
                    <a:pt x="1142210" y="97412"/>
                  </a:lnTo>
                  <a:close/>
                  <a:moveTo>
                    <a:pt x="387449" y="94612"/>
                  </a:moveTo>
                  <a:lnTo>
                    <a:pt x="441055" y="94612"/>
                  </a:lnTo>
                  <a:lnTo>
                    <a:pt x="441055" y="106613"/>
                  </a:lnTo>
                  <a:lnTo>
                    <a:pt x="387449" y="106613"/>
                  </a:lnTo>
                  <a:close/>
                  <a:moveTo>
                    <a:pt x="714756" y="72609"/>
                  </a:moveTo>
                  <a:cubicBezTo>
                    <a:pt x="720090" y="75009"/>
                    <a:pt x="724958" y="76276"/>
                    <a:pt x="729358" y="76409"/>
                  </a:cubicBezTo>
                  <a:cubicBezTo>
                    <a:pt x="731225" y="76543"/>
                    <a:pt x="732159" y="77009"/>
                    <a:pt x="732159" y="77810"/>
                  </a:cubicBezTo>
                  <a:cubicBezTo>
                    <a:pt x="732159" y="78610"/>
                    <a:pt x="731559" y="79410"/>
                    <a:pt x="730358" y="80210"/>
                  </a:cubicBezTo>
                  <a:cubicBezTo>
                    <a:pt x="727558" y="82077"/>
                    <a:pt x="725358" y="86811"/>
                    <a:pt x="723757" y="94412"/>
                  </a:cubicBezTo>
                  <a:cubicBezTo>
                    <a:pt x="719490" y="115748"/>
                    <a:pt x="713556" y="132683"/>
                    <a:pt x="705955" y="145218"/>
                  </a:cubicBezTo>
                  <a:cubicBezTo>
                    <a:pt x="698354" y="157753"/>
                    <a:pt x="687086" y="170088"/>
                    <a:pt x="672151" y="182223"/>
                  </a:cubicBezTo>
                  <a:cubicBezTo>
                    <a:pt x="668951" y="177822"/>
                    <a:pt x="664683" y="174755"/>
                    <a:pt x="659349" y="173021"/>
                  </a:cubicBezTo>
                  <a:cubicBezTo>
                    <a:pt x="678285" y="160753"/>
                    <a:pt x="691787" y="146918"/>
                    <a:pt x="699855" y="131516"/>
                  </a:cubicBezTo>
                  <a:cubicBezTo>
                    <a:pt x="707922" y="116114"/>
                    <a:pt x="712889" y="96479"/>
                    <a:pt x="714756" y="72609"/>
                  </a:cubicBezTo>
                  <a:close/>
                  <a:moveTo>
                    <a:pt x="780965" y="70409"/>
                  </a:moveTo>
                  <a:cubicBezTo>
                    <a:pt x="784432" y="121615"/>
                    <a:pt x="803501" y="154952"/>
                    <a:pt x="838172" y="170421"/>
                  </a:cubicBezTo>
                  <a:cubicBezTo>
                    <a:pt x="831904" y="174288"/>
                    <a:pt x="827437" y="178355"/>
                    <a:pt x="824770" y="182623"/>
                  </a:cubicBezTo>
                  <a:cubicBezTo>
                    <a:pt x="809168" y="172355"/>
                    <a:pt x="796800" y="158620"/>
                    <a:pt x="787666" y="141417"/>
                  </a:cubicBezTo>
                  <a:cubicBezTo>
                    <a:pt x="778531" y="124215"/>
                    <a:pt x="772097" y="101613"/>
                    <a:pt x="768363" y="73609"/>
                  </a:cubicBezTo>
                  <a:close/>
                  <a:moveTo>
                    <a:pt x="1066400" y="70009"/>
                  </a:moveTo>
                  <a:cubicBezTo>
                    <a:pt x="1070134" y="71342"/>
                    <a:pt x="1073801" y="72009"/>
                    <a:pt x="1077402" y="72009"/>
                  </a:cubicBezTo>
                  <a:lnTo>
                    <a:pt x="1083402" y="71609"/>
                  </a:lnTo>
                  <a:cubicBezTo>
                    <a:pt x="1085136" y="71609"/>
                    <a:pt x="1086003" y="72409"/>
                    <a:pt x="1086003" y="74009"/>
                  </a:cubicBezTo>
                  <a:cubicBezTo>
                    <a:pt x="1086003" y="75343"/>
                    <a:pt x="1085469" y="76343"/>
                    <a:pt x="1084403" y="77009"/>
                  </a:cubicBezTo>
                  <a:cubicBezTo>
                    <a:pt x="1081469" y="78876"/>
                    <a:pt x="1080002" y="82077"/>
                    <a:pt x="1080002" y="86611"/>
                  </a:cubicBezTo>
                  <a:lnTo>
                    <a:pt x="1080002" y="162620"/>
                  </a:lnTo>
                  <a:lnTo>
                    <a:pt x="1215019" y="160020"/>
                  </a:lnTo>
                  <a:lnTo>
                    <a:pt x="1215019" y="91211"/>
                  </a:lnTo>
                  <a:cubicBezTo>
                    <a:pt x="1215019" y="81477"/>
                    <a:pt x="1214485" y="74476"/>
                    <a:pt x="1213419" y="70209"/>
                  </a:cubicBezTo>
                  <a:cubicBezTo>
                    <a:pt x="1217553" y="71009"/>
                    <a:pt x="1221153" y="71409"/>
                    <a:pt x="1224220" y="71409"/>
                  </a:cubicBezTo>
                  <a:lnTo>
                    <a:pt x="1230421" y="71009"/>
                  </a:lnTo>
                  <a:cubicBezTo>
                    <a:pt x="1232021" y="71009"/>
                    <a:pt x="1232821" y="71675"/>
                    <a:pt x="1232821" y="73009"/>
                  </a:cubicBezTo>
                  <a:cubicBezTo>
                    <a:pt x="1232821" y="73942"/>
                    <a:pt x="1232321" y="74676"/>
                    <a:pt x="1231321" y="75209"/>
                  </a:cubicBezTo>
                  <a:cubicBezTo>
                    <a:pt x="1230321" y="75743"/>
                    <a:pt x="1229454" y="76776"/>
                    <a:pt x="1228721" y="78310"/>
                  </a:cubicBezTo>
                  <a:cubicBezTo>
                    <a:pt x="1227987" y="79843"/>
                    <a:pt x="1227621" y="81343"/>
                    <a:pt x="1227621" y="82810"/>
                  </a:cubicBezTo>
                  <a:lnTo>
                    <a:pt x="1227621" y="160820"/>
                  </a:lnTo>
                  <a:cubicBezTo>
                    <a:pt x="1227621" y="171888"/>
                    <a:pt x="1228087" y="179689"/>
                    <a:pt x="1229021" y="184223"/>
                  </a:cubicBezTo>
                  <a:lnTo>
                    <a:pt x="1215019" y="184223"/>
                  </a:lnTo>
                  <a:lnTo>
                    <a:pt x="1215019" y="169621"/>
                  </a:lnTo>
                  <a:lnTo>
                    <a:pt x="1112406" y="172621"/>
                  </a:lnTo>
                  <a:cubicBezTo>
                    <a:pt x="1086536" y="173288"/>
                    <a:pt x="1071001" y="173955"/>
                    <a:pt x="1065800" y="174622"/>
                  </a:cubicBezTo>
                  <a:cubicBezTo>
                    <a:pt x="1067000" y="165954"/>
                    <a:pt x="1067601" y="155819"/>
                    <a:pt x="1067601" y="144218"/>
                  </a:cubicBezTo>
                  <a:lnTo>
                    <a:pt x="1067601" y="93211"/>
                  </a:lnTo>
                  <a:cubicBezTo>
                    <a:pt x="1067601" y="82010"/>
                    <a:pt x="1067200" y="74276"/>
                    <a:pt x="1066400" y="70009"/>
                  </a:cubicBezTo>
                  <a:close/>
                  <a:moveTo>
                    <a:pt x="110814" y="68008"/>
                  </a:moveTo>
                  <a:cubicBezTo>
                    <a:pt x="114415" y="71609"/>
                    <a:pt x="118282" y="74209"/>
                    <a:pt x="122416" y="75809"/>
                  </a:cubicBezTo>
                  <a:cubicBezTo>
                    <a:pt x="124016" y="76609"/>
                    <a:pt x="124816" y="77509"/>
                    <a:pt x="124816" y="78510"/>
                  </a:cubicBezTo>
                  <a:cubicBezTo>
                    <a:pt x="124816" y="79510"/>
                    <a:pt x="123749" y="80277"/>
                    <a:pt x="121616" y="80810"/>
                  </a:cubicBezTo>
                  <a:cubicBezTo>
                    <a:pt x="118015" y="81743"/>
                    <a:pt x="112214" y="85811"/>
                    <a:pt x="104213" y="93011"/>
                  </a:cubicBezTo>
                  <a:lnTo>
                    <a:pt x="122416" y="93011"/>
                  </a:lnTo>
                  <a:cubicBezTo>
                    <a:pt x="140285" y="93011"/>
                    <a:pt x="154620" y="92545"/>
                    <a:pt x="165421" y="91611"/>
                  </a:cubicBezTo>
                  <a:cubicBezTo>
                    <a:pt x="158754" y="105746"/>
                    <a:pt x="150152" y="118981"/>
                    <a:pt x="139618" y="131316"/>
                  </a:cubicBezTo>
                  <a:cubicBezTo>
                    <a:pt x="129083" y="143651"/>
                    <a:pt x="118048" y="153152"/>
                    <a:pt x="106514" y="159820"/>
                  </a:cubicBezTo>
                  <a:cubicBezTo>
                    <a:pt x="94979" y="166487"/>
                    <a:pt x="82777" y="171788"/>
                    <a:pt x="69909" y="175722"/>
                  </a:cubicBezTo>
                  <a:cubicBezTo>
                    <a:pt x="57041" y="179656"/>
                    <a:pt x="37805" y="183156"/>
                    <a:pt x="12202" y="186223"/>
                  </a:cubicBezTo>
                  <a:cubicBezTo>
                    <a:pt x="10335" y="180622"/>
                    <a:pt x="6468" y="175488"/>
                    <a:pt x="600" y="170821"/>
                  </a:cubicBezTo>
                  <a:cubicBezTo>
                    <a:pt x="24470" y="170688"/>
                    <a:pt x="43306" y="169121"/>
                    <a:pt x="57108" y="166121"/>
                  </a:cubicBezTo>
                  <a:cubicBezTo>
                    <a:pt x="70909" y="163120"/>
                    <a:pt x="83678" y="158553"/>
                    <a:pt x="95412" y="152419"/>
                  </a:cubicBezTo>
                  <a:cubicBezTo>
                    <a:pt x="89678" y="144418"/>
                    <a:pt x="82077" y="137017"/>
                    <a:pt x="72609" y="130216"/>
                  </a:cubicBezTo>
                  <a:lnTo>
                    <a:pt x="82811" y="121015"/>
                  </a:lnTo>
                  <a:cubicBezTo>
                    <a:pt x="90812" y="128349"/>
                    <a:pt x="98213" y="136950"/>
                    <a:pt x="105014" y="146818"/>
                  </a:cubicBezTo>
                  <a:cubicBezTo>
                    <a:pt x="112748" y="141751"/>
                    <a:pt x="120482" y="135050"/>
                    <a:pt x="128216" y="126716"/>
                  </a:cubicBezTo>
                  <a:cubicBezTo>
                    <a:pt x="135951" y="118381"/>
                    <a:pt x="141751" y="110480"/>
                    <a:pt x="145619" y="103013"/>
                  </a:cubicBezTo>
                  <a:lnTo>
                    <a:pt x="93012" y="103013"/>
                  </a:lnTo>
                  <a:cubicBezTo>
                    <a:pt x="77277" y="116481"/>
                    <a:pt x="56207" y="129083"/>
                    <a:pt x="29804" y="140817"/>
                  </a:cubicBezTo>
                  <a:cubicBezTo>
                    <a:pt x="27404" y="136150"/>
                    <a:pt x="23537" y="132350"/>
                    <a:pt x="18203" y="129416"/>
                  </a:cubicBezTo>
                  <a:cubicBezTo>
                    <a:pt x="36338" y="124749"/>
                    <a:pt x="53974" y="116714"/>
                    <a:pt x="71109" y="105313"/>
                  </a:cubicBezTo>
                  <a:cubicBezTo>
                    <a:pt x="88245" y="93912"/>
                    <a:pt x="101480" y="81477"/>
                    <a:pt x="110814" y="68008"/>
                  </a:cubicBezTo>
                  <a:close/>
                  <a:moveTo>
                    <a:pt x="1153611" y="60007"/>
                  </a:moveTo>
                  <a:lnTo>
                    <a:pt x="1153611" y="88011"/>
                  </a:lnTo>
                  <a:lnTo>
                    <a:pt x="1184815" y="88011"/>
                  </a:lnTo>
                  <a:lnTo>
                    <a:pt x="1184815" y="60007"/>
                  </a:lnTo>
                  <a:close/>
                  <a:moveTo>
                    <a:pt x="1110406" y="60007"/>
                  </a:moveTo>
                  <a:lnTo>
                    <a:pt x="1110406" y="88011"/>
                  </a:lnTo>
                  <a:lnTo>
                    <a:pt x="1142210" y="88011"/>
                  </a:lnTo>
                  <a:lnTo>
                    <a:pt x="1142210" y="60007"/>
                  </a:lnTo>
                  <a:close/>
                  <a:moveTo>
                    <a:pt x="571138" y="52006"/>
                  </a:moveTo>
                  <a:cubicBezTo>
                    <a:pt x="593541" y="65741"/>
                    <a:pt x="612077" y="78210"/>
                    <a:pt x="626745" y="89411"/>
                  </a:cubicBezTo>
                  <a:lnTo>
                    <a:pt x="617944" y="99012"/>
                  </a:lnTo>
                  <a:cubicBezTo>
                    <a:pt x="613144" y="94212"/>
                    <a:pt x="605143" y="87911"/>
                    <a:pt x="593941" y="80110"/>
                  </a:cubicBezTo>
                  <a:cubicBezTo>
                    <a:pt x="582740" y="72309"/>
                    <a:pt x="572805" y="66208"/>
                    <a:pt x="564138" y="61808"/>
                  </a:cubicBezTo>
                  <a:close/>
                  <a:moveTo>
                    <a:pt x="521332" y="50406"/>
                  </a:moveTo>
                  <a:cubicBezTo>
                    <a:pt x="523866" y="54007"/>
                    <a:pt x="527133" y="57074"/>
                    <a:pt x="531133" y="59607"/>
                  </a:cubicBezTo>
                  <a:cubicBezTo>
                    <a:pt x="532334" y="60407"/>
                    <a:pt x="532934" y="61107"/>
                    <a:pt x="532934" y="61708"/>
                  </a:cubicBezTo>
                  <a:cubicBezTo>
                    <a:pt x="532934" y="62308"/>
                    <a:pt x="531934" y="62941"/>
                    <a:pt x="529933" y="63608"/>
                  </a:cubicBezTo>
                  <a:cubicBezTo>
                    <a:pt x="526466" y="64675"/>
                    <a:pt x="523532" y="66408"/>
                    <a:pt x="521132" y="68808"/>
                  </a:cubicBezTo>
                  <a:cubicBezTo>
                    <a:pt x="506464" y="81077"/>
                    <a:pt x="491128" y="92411"/>
                    <a:pt x="475126" y="102813"/>
                  </a:cubicBezTo>
                  <a:cubicBezTo>
                    <a:pt x="472993" y="98012"/>
                    <a:pt x="469792" y="94545"/>
                    <a:pt x="465525" y="92411"/>
                  </a:cubicBezTo>
                  <a:cubicBezTo>
                    <a:pt x="475793" y="88144"/>
                    <a:pt x="486028" y="82177"/>
                    <a:pt x="496229" y="74509"/>
                  </a:cubicBezTo>
                  <a:cubicBezTo>
                    <a:pt x="506430" y="66841"/>
                    <a:pt x="514798" y="58807"/>
                    <a:pt x="521332" y="50406"/>
                  </a:cubicBezTo>
                  <a:close/>
                  <a:moveTo>
                    <a:pt x="1097204" y="48606"/>
                  </a:moveTo>
                  <a:cubicBezTo>
                    <a:pt x="1108806" y="49673"/>
                    <a:pt x="1125708" y="50206"/>
                    <a:pt x="1147911" y="50206"/>
                  </a:cubicBezTo>
                  <a:cubicBezTo>
                    <a:pt x="1170113" y="50206"/>
                    <a:pt x="1186949" y="49673"/>
                    <a:pt x="1198417" y="48606"/>
                  </a:cubicBezTo>
                  <a:cubicBezTo>
                    <a:pt x="1197483" y="58474"/>
                    <a:pt x="1197017" y="67608"/>
                    <a:pt x="1197017" y="76009"/>
                  </a:cubicBezTo>
                  <a:lnTo>
                    <a:pt x="1197017" y="113814"/>
                  </a:lnTo>
                  <a:cubicBezTo>
                    <a:pt x="1197017" y="124615"/>
                    <a:pt x="1197483" y="133683"/>
                    <a:pt x="1198417" y="141017"/>
                  </a:cubicBezTo>
                  <a:cubicBezTo>
                    <a:pt x="1190149" y="140084"/>
                    <a:pt x="1173480" y="139617"/>
                    <a:pt x="1148411" y="139617"/>
                  </a:cubicBezTo>
                  <a:cubicBezTo>
                    <a:pt x="1123341" y="139617"/>
                    <a:pt x="1106272" y="140084"/>
                    <a:pt x="1097204" y="141017"/>
                  </a:cubicBezTo>
                  <a:cubicBezTo>
                    <a:pt x="1098138" y="133683"/>
                    <a:pt x="1098604" y="124349"/>
                    <a:pt x="1098604" y="113014"/>
                  </a:cubicBezTo>
                  <a:lnTo>
                    <a:pt x="1098604" y="76009"/>
                  </a:lnTo>
                  <a:cubicBezTo>
                    <a:pt x="1098604" y="65475"/>
                    <a:pt x="1098138" y="56340"/>
                    <a:pt x="1097204" y="48606"/>
                  </a:cubicBezTo>
                  <a:close/>
                  <a:moveTo>
                    <a:pt x="668151" y="38405"/>
                  </a:moveTo>
                  <a:cubicBezTo>
                    <a:pt x="676552" y="39205"/>
                    <a:pt x="701955" y="39605"/>
                    <a:pt x="744360" y="39605"/>
                  </a:cubicBezTo>
                  <a:cubicBezTo>
                    <a:pt x="786765" y="39605"/>
                    <a:pt x="814235" y="39205"/>
                    <a:pt x="826770" y="38405"/>
                  </a:cubicBezTo>
                  <a:lnTo>
                    <a:pt x="826770" y="80210"/>
                  </a:lnTo>
                  <a:lnTo>
                    <a:pt x="814369" y="80210"/>
                  </a:lnTo>
                  <a:lnTo>
                    <a:pt x="814369" y="49406"/>
                  </a:lnTo>
                  <a:lnTo>
                    <a:pt x="679952" y="49406"/>
                  </a:lnTo>
                  <a:lnTo>
                    <a:pt x="679952" y="83010"/>
                  </a:lnTo>
                  <a:lnTo>
                    <a:pt x="668151" y="83010"/>
                  </a:lnTo>
                  <a:close/>
                  <a:moveTo>
                    <a:pt x="215027" y="16802"/>
                  </a:moveTo>
                  <a:cubicBezTo>
                    <a:pt x="222361" y="17335"/>
                    <a:pt x="244864" y="17602"/>
                    <a:pt x="282536" y="17602"/>
                  </a:cubicBezTo>
                  <a:cubicBezTo>
                    <a:pt x="320207" y="17602"/>
                    <a:pt x="342243" y="17335"/>
                    <a:pt x="348644" y="16802"/>
                  </a:cubicBezTo>
                  <a:lnTo>
                    <a:pt x="348644" y="29203"/>
                  </a:lnTo>
                  <a:cubicBezTo>
                    <a:pt x="344110" y="30004"/>
                    <a:pt x="339376" y="32337"/>
                    <a:pt x="334442" y="36204"/>
                  </a:cubicBezTo>
                  <a:lnTo>
                    <a:pt x="289837" y="71009"/>
                  </a:lnTo>
                  <a:lnTo>
                    <a:pt x="289837" y="84810"/>
                  </a:lnTo>
                  <a:cubicBezTo>
                    <a:pt x="327975" y="84810"/>
                    <a:pt x="355511" y="84144"/>
                    <a:pt x="372447" y="82810"/>
                  </a:cubicBezTo>
                  <a:lnTo>
                    <a:pt x="372447" y="97812"/>
                  </a:lnTo>
                  <a:cubicBezTo>
                    <a:pt x="355511" y="96479"/>
                    <a:pt x="327975" y="95812"/>
                    <a:pt x="289837" y="95812"/>
                  </a:cubicBezTo>
                  <a:lnTo>
                    <a:pt x="289837" y="167421"/>
                  </a:lnTo>
                  <a:cubicBezTo>
                    <a:pt x="289837" y="171421"/>
                    <a:pt x="288936" y="174555"/>
                    <a:pt x="287136" y="176822"/>
                  </a:cubicBezTo>
                  <a:cubicBezTo>
                    <a:pt x="285336" y="179089"/>
                    <a:pt x="281636" y="180889"/>
                    <a:pt x="276035" y="182223"/>
                  </a:cubicBezTo>
                  <a:cubicBezTo>
                    <a:pt x="270434" y="183556"/>
                    <a:pt x="262033" y="184290"/>
                    <a:pt x="250832" y="184423"/>
                  </a:cubicBezTo>
                  <a:cubicBezTo>
                    <a:pt x="251365" y="177622"/>
                    <a:pt x="249365" y="171821"/>
                    <a:pt x="244831" y="167021"/>
                  </a:cubicBezTo>
                  <a:cubicBezTo>
                    <a:pt x="253765" y="168488"/>
                    <a:pt x="260400" y="169221"/>
                    <a:pt x="264733" y="169221"/>
                  </a:cubicBezTo>
                  <a:cubicBezTo>
                    <a:pt x="269067" y="169221"/>
                    <a:pt x="272168" y="168554"/>
                    <a:pt x="274035" y="167221"/>
                  </a:cubicBezTo>
                  <a:cubicBezTo>
                    <a:pt x="275902" y="165887"/>
                    <a:pt x="276835" y="162954"/>
                    <a:pt x="276835" y="158420"/>
                  </a:cubicBezTo>
                  <a:lnTo>
                    <a:pt x="276835" y="95812"/>
                  </a:lnTo>
                  <a:cubicBezTo>
                    <a:pt x="233763" y="95812"/>
                    <a:pt x="204959" y="96479"/>
                    <a:pt x="190424" y="97812"/>
                  </a:cubicBezTo>
                  <a:lnTo>
                    <a:pt x="190424" y="82810"/>
                  </a:lnTo>
                  <a:cubicBezTo>
                    <a:pt x="204959" y="84144"/>
                    <a:pt x="233763" y="84810"/>
                    <a:pt x="276835" y="84810"/>
                  </a:cubicBezTo>
                  <a:lnTo>
                    <a:pt x="276835" y="66008"/>
                  </a:lnTo>
                  <a:lnTo>
                    <a:pt x="325641" y="28403"/>
                  </a:lnTo>
                  <a:lnTo>
                    <a:pt x="258033" y="28403"/>
                  </a:lnTo>
                  <a:cubicBezTo>
                    <a:pt x="238563" y="28403"/>
                    <a:pt x="224228" y="28737"/>
                    <a:pt x="215027" y="29403"/>
                  </a:cubicBezTo>
                  <a:close/>
                  <a:moveTo>
                    <a:pt x="1071001" y="15002"/>
                  </a:moveTo>
                  <a:cubicBezTo>
                    <a:pt x="1086336" y="16202"/>
                    <a:pt x="1111206" y="16802"/>
                    <a:pt x="1145610" y="16802"/>
                  </a:cubicBezTo>
                  <a:cubicBezTo>
                    <a:pt x="1180015" y="16802"/>
                    <a:pt x="1206085" y="16202"/>
                    <a:pt x="1223820" y="15002"/>
                  </a:cubicBezTo>
                  <a:lnTo>
                    <a:pt x="1223820" y="29604"/>
                  </a:lnTo>
                  <a:cubicBezTo>
                    <a:pt x="1209018" y="28403"/>
                    <a:pt x="1183548" y="27803"/>
                    <a:pt x="1147410" y="27803"/>
                  </a:cubicBezTo>
                  <a:cubicBezTo>
                    <a:pt x="1111273" y="27803"/>
                    <a:pt x="1085803" y="28403"/>
                    <a:pt x="1071001" y="29604"/>
                  </a:cubicBezTo>
                  <a:close/>
                  <a:moveTo>
                    <a:pt x="939385" y="6601"/>
                  </a:moveTo>
                  <a:cubicBezTo>
                    <a:pt x="944185" y="7934"/>
                    <a:pt x="949586" y="8601"/>
                    <a:pt x="955587" y="8601"/>
                  </a:cubicBezTo>
                  <a:cubicBezTo>
                    <a:pt x="957720" y="8601"/>
                    <a:pt x="958787" y="9001"/>
                    <a:pt x="958787" y="9801"/>
                  </a:cubicBezTo>
                  <a:cubicBezTo>
                    <a:pt x="958787" y="10601"/>
                    <a:pt x="958087" y="11435"/>
                    <a:pt x="956687" y="12301"/>
                  </a:cubicBezTo>
                  <a:cubicBezTo>
                    <a:pt x="955286" y="13168"/>
                    <a:pt x="954386" y="14735"/>
                    <a:pt x="953986" y="17002"/>
                  </a:cubicBezTo>
                  <a:cubicBezTo>
                    <a:pt x="953586" y="19269"/>
                    <a:pt x="953386" y="23003"/>
                    <a:pt x="953386" y="28203"/>
                  </a:cubicBezTo>
                  <a:lnTo>
                    <a:pt x="953386" y="39605"/>
                  </a:lnTo>
                  <a:cubicBezTo>
                    <a:pt x="983257" y="39605"/>
                    <a:pt x="1002526" y="39205"/>
                    <a:pt x="1011193" y="38405"/>
                  </a:cubicBezTo>
                  <a:lnTo>
                    <a:pt x="1011193" y="50806"/>
                  </a:lnTo>
                  <a:cubicBezTo>
                    <a:pt x="1003059" y="50006"/>
                    <a:pt x="983790" y="49606"/>
                    <a:pt x="953386" y="49606"/>
                  </a:cubicBezTo>
                  <a:lnTo>
                    <a:pt x="953386" y="82010"/>
                  </a:lnTo>
                  <a:cubicBezTo>
                    <a:pt x="989657" y="82010"/>
                    <a:pt x="1015194" y="81610"/>
                    <a:pt x="1029996" y="80810"/>
                  </a:cubicBezTo>
                  <a:lnTo>
                    <a:pt x="1029996" y="93011"/>
                  </a:lnTo>
                  <a:cubicBezTo>
                    <a:pt x="1015461" y="92211"/>
                    <a:pt x="994791" y="91811"/>
                    <a:pt x="967988" y="91811"/>
                  </a:cubicBezTo>
                  <a:cubicBezTo>
                    <a:pt x="988524" y="123815"/>
                    <a:pt x="1011193" y="145018"/>
                    <a:pt x="1035997" y="155419"/>
                  </a:cubicBezTo>
                  <a:cubicBezTo>
                    <a:pt x="1032129" y="158886"/>
                    <a:pt x="1028662" y="163020"/>
                    <a:pt x="1025595" y="167821"/>
                  </a:cubicBezTo>
                  <a:cubicBezTo>
                    <a:pt x="999325" y="153019"/>
                    <a:pt x="976589" y="127682"/>
                    <a:pt x="957387" y="91811"/>
                  </a:cubicBezTo>
                  <a:lnTo>
                    <a:pt x="953386" y="91811"/>
                  </a:lnTo>
                  <a:lnTo>
                    <a:pt x="953386" y="147418"/>
                  </a:lnTo>
                  <a:cubicBezTo>
                    <a:pt x="953386" y="159286"/>
                    <a:pt x="954053" y="171888"/>
                    <a:pt x="955387" y="185223"/>
                  </a:cubicBezTo>
                  <a:lnTo>
                    <a:pt x="939385" y="185223"/>
                  </a:lnTo>
                  <a:cubicBezTo>
                    <a:pt x="940585" y="172288"/>
                    <a:pt x="941185" y="159686"/>
                    <a:pt x="941185" y="147418"/>
                  </a:cubicBezTo>
                  <a:lnTo>
                    <a:pt x="941185" y="91811"/>
                  </a:lnTo>
                  <a:lnTo>
                    <a:pt x="934384" y="91811"/>
                  </a:lnTo>
                  <a:cubicBezTo>
                    <a:pt x="924649" y="110614"/>
                    <a:pt x="914781" y="125882"/>
                    <a:pt x="904780" y="137617"/>
                  </a:cubicBezTo>
                  <a:cubicBezTo>
                    <a:pt x="894779" y="149352"/>
                    <a:pt x="881977" y="160887"/>
                    <a:pt x="866375" y="172221"/>
                  </a:cubicBezTo>
                  <a:cubicBezTo>
                    <a:pt x="864375" y="167287"/>
                    <a:pt x="860508" y="163687"/>
                    <a:pt x="854774" y="161420"/>
                  </a:cubicBezTo>
                  <a:cubicBezTo>
                    <a:pt x="869709" y="152352"/>
                    <a:pt x="882444" y="142484"/>
                    <a:pt x="892979" y="131816"/>
                  </a:cubicBezTo>
                  <a:cubicBezTo>
                    <a:pt x="903513" y="121148"/>
                    <a:pt x="913648" y="107813"/>
                    <a:pt x="923383" y="91811"/>
                  </a:cubicBezTo>
                  <a:cubicBezTo>
                    <a:pt x="898313" y="91811"/>
                    <a:pt x="878043" y="92211"/>
                    <a:pt x="862575" y="93011"/>
                  </a:cubicBezTo>
                  <a:lnTo>
                    <a:pt x="862575" y="80810"/>
                  </a:lnTo>
                  <a:cubicBezTo>
                    <a:pt x="873643" y="81610"/>
                    <a:pt x="899846" y="82010"/>
                    <a:pt x="941185" y="82010"/>
                  </a:cubicBezTo>
                  <a:lnTo>
                    <a:pt x="941185" y="49606"/>
                  </a:lnTo>
                  <a:cubicBezTo>
                    <a:pt x="910247" y="49606"/>
                    <a:pt x="890312" y="50006"/>
                    <a:pt x="881377" y="50806"/>
                  </a:cubicBezTo>
                  <a:lnTo>
                    <a:pt x="881377" y="38405"/>
                  </a:lnTo>
                  <a:cubicBezTo>
                    <a:pt x="889912" y="39205"/>
                    <a:pt x="909847" y="39605"/>
                    <a:pt x="941185" y="39605"/>
                  </a:cubicBezTo>
                  <a:cubicBezTo>
                    <a:pt x="941185" y="25203"/>
                    <a:pt x="940585" y="14202"/>
                    <a:pt x="939385" y="6601"/>
                  </a:cubicBezTo>
                  <a:close/>
                  <a:moveTo>
                    <a:pt x="1339835" y="4400"/>
                  </a:moveTo>
                  <a:cubicBezTo>
                    <a:pt x="1345035" y="5867"/>
                    <a:pt x="1350836" y="6601"/>
                    <a:pt x="1357237" y="6601"/>
                  </a:cubicBezTo>
                  <a:cubicBezTo>
                    <a:pt x="1359104" y="6601"/>
                    <a:pt x="1360037" y="7267"/>
                    <a:pt x="1360037" y="8601"/>
                  </a:cubicBezTo>
                  <a:cubicBezTo>
                    <a:pt x="1360037" y="9534"/>
                    <a:pt x="1359504" y="10334"/>
                    <a:pt x="1358437" y="11001"/>
                  </a:cubicBezTo>
                  <a:cubicBezTo>
                    <a:pt x="1355637" y="12601"/>
                    <a:pt x="1354236" y="15935"/>
                    <a:pt x="1354236" y="21002"/>
                  </a:cubicBezTo>
                  <a:lnTo>
                    <a:pt x="1354236" y="75809"/>
                  </a:lnTo>
                  <a:lnTo>
                    <a:pt x="1402642" y="75809"/>
                  </a:lnTo>
                  <a:lnTo>
                    <a:pt x="1402642" y="40605"/>
                  </a:lnTo>
                  <a:cubicBezTo>
                    <a:pt x="1402642" y="33404"/>
                    <a:pt x="1402042" y="27070"/>
                    <a:pt x="1400842" y="21603"/>
                  </a:cubicBezTo>
                  <a:cubicBezTo>
                    <a:pt x="1405243" y="22669"/>
                    <a:pt x="1408977" y="23203"/>
                    <a:pt x="1412043" y="23203"/>
                  </a:cubicBezTo>
                  <a:lnTo>
                    <a:pt x="1416644" y="23003"/>
                  </a:lnTo>
                  <a:cubicBezTo>
                    <a:pt x="1418511" y="23003"/>
                    <a:pt x="1419444" y="23436"/>
                    <a:pt x="1419444" y="24303"/>
                  </a:cubicBezTo>
                  <a:cubicBezTo>
                    <a:pt x="1419444" y="25170"/>
                    <a:pt x="1418945" y="26103"/>
                    <a:pt x="1417944" y="27103"/>
                  </a:cubicBezTo>
                  <a:cubicBezTo>
                    <a:pt x="1416944" y="28103"/>
                    <a:pt x="1416244" y="29670"/>
                    <a:pt x="1415844" y="31804"/>
                  </a:cubicBezTo>
                  <a:cubicBezTo>
                    <a:pt x="1415444" y="33937"/>
                    <a:pt x="1415244" y="36938"/>
                    <a:pt x="1415244" y="40805"/>
                  </a:cubicBezTo>
                  <a:lnTo>
                    <a:pt x="1415244" y="68608"/>
                  </a:lnTo>
                  <a:cubicBezTo>
                    <a:pt x="1415244" y="76209"/>
                    <a:pt x="1415511" y="82743"/>
                    <a:pt x="1416044" y="88211"/>
                  </a:cubicBezTo>
                  <a:cubicBezTo>
                    <a:pt x="1399642" y="87011"/>
                    <a:pt x="1379039" y="86411"/>
                    <a:pt x="1354236" y="86411"/>
                  </a:cubicBezTo>
                  <a:lnTo>
                    <a:pt x="1354236" y="160420"/>
                  </a:lnTo>
                  <a:lnTo>
                    <a:pt x="1411643" y="160420"/>
                  </a:lnTo>
                  <a:lnTo>
                    <a:pt x="1411643" y="128616"/>
                  </a:lnTo>
                  <a:cubicBezTo>
                    <a:pt x="1411643" y="121415"/>
                    <a:pt x="1411243" y="115081"/>
                    <a:pt x="1410443" y="109614"/>
                  </a:cubicBezTo>
                  <a:cubicBezTo>
                    <a:pt x="1413644" y="110414"/>
                    <a:pt x="1416444" y="110847"/>
                    <a:pt x="1418845" y="110914"/>
                  </a:cubicBezTo>
                  <a:cubicBezTo>
                    <a:pt x="1421245" y="110980"/>
                    <a:pt x="1423412" y="111014"/>
                    <a:pt x="1425345" y="111014"/>
                  </a:cubicBezTo>
                  <a:cubicBezTo>
                    <a:pt x="1427279" y="111014"/>
                    <a:pt x="1428246" y="111414"/>
                    <a:pt x="1428246" y="112214"/>
                  </a:cubicBezTo>
                  <a:cubicBezTo>
                    <a:pt x="1428246" y="113014"/>
                    <a:pt x="1427579" y="113914"/>
                    <a:pt x="1426245" y="114914"/>
                  </a:cubicBezTo>
                  <a:cubicBezTo>
                    <a:pt x="1424912" y="115914"/>
                    <a:pt x="1424245" y="118281"/>
                    <a:pt x="1424245" y="122015"/>
                  </a:cubicBezTo>
                  <a:lnTo>
                    <a:pt x="1424245" y="162820"/>
                  </a:lnTo>
                  <a:cubicBezTo>
                    <a:pt x="1424245" y="170554"/>
                    <a:pt x="1424512" y="177822"/>
                    <a:pt x="1425045" y="184623"/>
                  </a:cubicBezTo>
                  <a:lnTo>
                    <a:pt x="1411643" y="184623"/>
                  </a:lnTo>
                  <a:lnTo>
                    <a:pt x="1411643" y="171221"/>
                  </a:lnTo>
                  <a:lnTo>
                    <a:pt x="1338234" y="171221"/>
                  </a:lnTo>
                  <a:cubicBezTo>
                    <a:pt x="1308764" y="171221"/>
                    <a:pt x="1285495" y="172088"/>
                    <a:pt x="1268426" y="173822"/>
                  </a:cubicBezTo>
                  <a:cubicBezTo>
                    <a:pt x="1269092" y="168621"/>
                    <a:pt x="1269426" y="163220"/>
                    <a:pt x="1269426" y="157620"/>
                  </a:cubicBezTo>
                  <a:lnTo>
                    <a:pt x="1269426" y="124615"/>
                  </a:lnTo>
                  <a:cubicBezTo>
                    <a:pt x="1269426" y="117281"/>
                    <a:pt x="1269159" y="112214"/>
                    <a:pt x="1268626" y="109413"/>
                  </a:cubicBezTo>
                  <a:cubicBezTo>
                    <a:pt x="1272493" y="110614"/>
                    <a:pt x="1277493" y="111214"/>
                    <a:pt x="1283627" y="111214"/>
                  </a:cubicBezTo>
                  <a:cubicBezTo>
                    <a:pt x="1285495" y="111214"/>
                    <a:pt x="1286428" y="111747"/>
                    <a:pt x="1286428" y="112814"/>
                  </a:cubicBezTo>
                  <a:cubicBezTo>
                    <a:pt x="1286428" y="113881"/>
                    <a:pt x="1285828" y="114747"/>
                    <a:pt x="1284628" y="115414"/>
                  </a:cubicBezTo>
                  <a:cubicBezTo>
                    <a:pt x="1283427" y="116081"/>
                    <a:pt x="1282627" y="117114"/>
                    <a:pt x="1282227" y="118515"/>
                  </a:cubicBezTo>
                  <a:cubicBezTo>
                    <a:pt x="1281827" y="119915"/>
                    <a:pt x="1281627" y="122148"/>
                    <a:pt x="1281627" y="125215"/>
                  </a:cubicBezTo>
                  <a:lnTo>
                    <a:pt x="1281627" y="160420"/>
                  </a:lnTo>
                  <a:lnTo>
                    <a:pt x="1341035" y="160420"/>
                  </a:lnTo>
                  <a:lnTo>
                    <a:pt x="1341035" y="86411"/>
                  </a:lnTo>
                  <a:cubicBezTo>
                    <a:pt x="1307431" y="86677"/>
                    <a:pt x="1286228" y="87411"/>
                    <a:pt x="1277427" y="88611"/>
                  </a:cubicBezTo>
                  <a:cubicBezTo>
                    <a:pt x="1278494" y="82210"/>
                    <a:pt x="1279027" y="76409"/>
                    <a:pt x="1279027" y="71209"/>
                  </a:cubicBezTo>
                  <a:lnTo>
                    <a:pt x="1279027" y="39605"/>
                  </a:lnTo>
                  <a:cubicBezTo>
                    <a:pt x="1279027" y="32671"/>
                    <a:pt x="1278494" y="26803"/>
                    <a:pt x="1277427" y="22003"/>
                  </a:cubicBezTo>
                  <a:cubicBezTo>
                    <a:pt x="1282627" y="24003"/>
                    <a:pt x="1287895" y="25003"/>
                    <a:pt x="1293229" y="25003"/>
                  </a:cubicBezTo>
                  <a:cubicBezTo>
                    <a:pt x="1295362" y="25003"/>
                    <a:pt x="1296429" y="25603"/>
                    <a:pt x="1296429" y="26803"/>
                  </a:cubicBezTo>
                  <a:cubicBezTo>
                    <a:pt x="1296429" y="27603"/>
                    <a:pt x="1295762" y="28337"/>
                    <a:pt x="1294429" y="29003"/>
                  </a:cubicBezTo>
                  <a:cubicBezTo>
                    <a:pt x="1292029" y="30337"/>
                    <a:pt x="1290828" y="33271"/>
                    <a:pt x="1290828" y="37805"/>
                  </a:cubicBezTo>
                  <a:lnTo>
                    <a:pt x="1290828" y="75809"/>
                  </a:lnTo>
                  <a:lnTo>
                    <a:pt x="1341035" y="75809"/>
                  </a:lnTo>
                  <a:lnTo>
                    <a:pt x="1341035" y="30604"/>
                  </a:lnTo>
                  <a:cubicBezTo>
                    <a:pt x="1341035" y="19936"/>
                    <a:pt x="1340635" y="11201"/>
                    <a:pt x="1339835" y="4400"/>
                  </a:cubicBezTo>
                  <a:close/>
                  <a:moveTo>
                    <a:pt x="735959" y="4200"/>
                  </a:moveTo>
                  <a:cubicBezTo>
                    <a:pt x="745160" y="11535"/>
                    <a:pt x="753695" y="20002"/>
                    <a:pt x="761562" y="29604"/>
                  </a:cubicBezTo>
                  <a:lnTo>
                    <a:pt x="751361" y="37404"/>
                  </a:lnTo>
                  <a:cubicBezTo>
                    <a:pt x="744827" y="28070"/>
                    <a:pt x="736693" y="19802"/>
                    <a:pt x="726958" y="12601"/>
                  </a:cubicBezTo>
                  <a:close/>
                  <a:moveTo>
                    <a:pt x="62408" y="3600"/>
                  </a:moveTo>
                  <a:cubicBezTo>
                    <a:pt x="66409" y="7067"/>
                    <a:pt x="70476" y="9468"/>
                    <a:pt x="74610" y="10801"/>
                  </a:cubicBezTo>
                  <a:cubicBezTo>
                    <a:pt x="76077" y="11201"/>
                    <a:pt x="76810" y="11868"/>
                    <a:pt x="76810" y="12801"/>
                  </a:cubicBezTo>
                  <a:cubicBezTo>
                    <a:pt x="76810" y="13735"/>
                    <a:pt x="76077" y="14402"/>
                    <a:pt x="74610" y="14802"/>
                  </a:cubicBezTo>
                  <a:cubicBezTo>
                    <a:pt x="71676" y="15468"/>
                    <a:pt x="67142" y="18602"/>
                    <a:pt x="61008" y="24203"/>
                  </a:cubicBezTo>
                  <a:lnTo>
                    <a:pt x="100213" y="24203"/>
                  </a:lnTo>
                  <a:cubicBezTo>
                    <a:pt x="120215" y="24203"/>
                    <a:pt x="134484" y="23669"/>
                    <a:pt x="143018" y="22603"/>
                  </a:cubicBezTo>
                  <a:cubicBezTo>
                    <a:pt x="126216" y="44072"/>
                    <a:pt x="108947" y="61007"/>
                    <a:pt x="91212" y="73409"/>
                  </a:cubicBezTo>
                  <a:cubicBezTo>
                    <a:pt x="73476" y="85811"/>
                    <a:pt x="46273" y="97012"/>
                    <a:pt x="9602" y="107013"/>
                  </a:cubicBezTo>
                  <a:cubicBezTo>
                    <a:pt x="8001" y="101946"/>
                    <a:pt x="4801" y="97545"/>
                    <a:pt x="0" y="93812"/>
                  </a:cubicBezTo>
                  <a:cubicBezTo>
                    <a:pt x="24270" y="91145"/>
                    <a:pt x="47073" y="84610"/>
                    <a:pt x="68409" y="74209"/>
                  </a:cubicBezTo>
                  <a:cubicBezTo>
                    <a:pt x="60275" y="66608"/>
                    <a:pt x="51940" y="60207"/>
                    <a:pt x="43406" y="55007"/>
                  </a:cubicBezTo>
                  <a:lnTo>
                    <a:pt x="53407" y="46006"/>
                  </a:lnTo>
                  <a:cubicBezTo>
                    <a:pt x="63275" y="53607"/>
                    <a:pt x="71609" y="61141"/>
                    <a:pt x="78410" y="68608"/>
                  </a:cubicBezTo>
                  <a:cubicBezTo>
                    <a:pt x="95879" y="57674"/>
                    <a:pt x="109147" y="46206"/>
                    <a:pt x="118215" y="34204"/>
                  </a:cubicBezTo>
                  <a:lnTo>
                    <a:pt x="50607" y="34204"/>
                  </a:lnTo>
                  <a:cubicBezTo>
                    <a:pt x="39672" y="43405"/>
                    <a:pt x="27270" y="51940"/>
                    <a:pt x="13402" y="59807"/>
                  </a:cubicBezTo>
                  <a:cubicBezTo>
                    <a:pt x="11669" y="56340"/>
                    <a:pt x="8201" y="53273"/>
                    <a:pt x="3001" y="50606"/>
                  </a:cubicBezTo>
                  <a:cubicBezTo>
                    <a:pt x="16469" y="45272"/>
                    <a:pt x="28537" y="38371"/>
                    <a:pt x="39205" y="29904"/>
                  </a:cubicBezTo>
                  <a:cubicBezTo>
                    <a:pt x="49873" y="21436"/>
                    <a:pt x="57608" y="12668"/>
                    <a:pt x="62408" y="3600"/>
                  </a:cubicBezTo>
                  <a:close/>
                  <a:moveTo>
                    <a:pt x="539335" y="0"/>
                  </a:moveTo>
                  <a:cubicBezTo>
                    <a:pt x="545602" y="9201"/>
                    <a:pt x="551069" y="18602"/>
                    <a:pt x="555737" y="28203"/>
                  </a:cubicBezTo>
                  <a:cubicBezTo>
                    <a:pt x="590941" y="28203"/>
                    <a:pt x="614611" y="27603"/>
                    <a:pt x="626745" y="26403"/>
                  </a:cubicBezTo>
                  <a:cubicBezTo>
                    <a:pt x="625679" y="31737"/>
                    <a:pt x="625145" y="38305"/>
                    <a:pt x="625145" y="46106"/>
                  </a:cubicBezTo>
                  <a:cubicBezTo>
                    <a:pt x="625145" y="53907"/>
                    <a:pt x="625545" y="60341"/>
                    <a:pt x="626345" y="65408"/>
                  </a:cubicBezTo>
                  <a:lnTo>
                    <a:pt x="613144" y="65408"/>
                  </a:lnTo>
                  <a:lnTo>
                    <a:pt x="613144" y="38005"/>
                  </a:lnTo>
                  <a:lnTo>
                    <a:pt x="483127" y="38005"/>
                  </a:lnTo>
                  <a:lnTo>
                    <a:pt x="483127" y="67608"/>
                  </a:lnTo>
                  <a:lnTo>
                    <a:pt x="470126" y="67608"/>
                  </a:lnTo>
                  <a:cubicBezTo>
                    <a:pt x="470926" y="61741"/>
                    <a:pt x="471326" y="55040"/>
                    <a:pt x="471326" y="47506"/>
                  </a:cubicBezTo>
                  <a:cubicBezTo>
                    <a:pt x="471326" y="39971"/>
                    <a:pt x="470926" y="32937"/>
                    <a:pt x="470126" y="26403"/>
                  </a:cubicBezTo>
                  <a:cubicBezTo>
                    <a:pt x="482261" y="27470"/>
                    <a:pt x="506730" y="28070"/>
                    <a:pt x="543535" y="28203"/>
                  </a:cubicBezTo>
                  <a:cubicBezTo>
                    <a:pt x="538334" y="19136"/>
                    <a:pt x="533267" y="12001"/>
                    <a:pt x="528333" y="680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60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A584E353-5ADD-4BA2-8822-B442653EA5F6}"/>
                </a:ext>
              </a:extLst>
            </p:cNvPr>
            <p:cNvGrpSpPr/>
            <p:nvPr/>
          </p:nvGrpSpPr>
          <p:grpSpPr>
            <a:xfrm rot="10800000">
              <a:off x="5541703" y="1376552"/>
              <a:ext cx="829647" cy="374505"/>
              <a:chOff x="2915443" y="4344145"/>
              <a:chExt cx="509929" cy="230183"/>
            </a:xfrm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EB1565CE-EB51-445D-BA51-820C2B64E923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55" name="直接连接符 154">
                  <a:extLst>
                    <a:ext uri="{FF2B5EF4-FFF2-40B4-BE49-F238E27FC236}">
                      <a16:creationId xmlns:a16="http://schemas.microsoft.com/office/drawing/2014/main" id="{6719617C-733A-4458-99D4-921CA110FE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2F04A23D-E143-43DD-B54D-42C17960CC2B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>
                  <a:extLst>
                    <a:ext uri="{FF2B5EF4-FFF2-40B4-BE49-F238E27FC236}">
                      <a16:creationId xmlns:a16="http://schemas.microsoft.com/office/drawing/2014/main" id="{11CD62EF-C387-4C6A-9805-228E22DED8B6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>
                  <a:extLst>
                    <a:ext uri="{FF2B5EF4-FFF2-40B4-BE49-F238E27FC236}">
                      <a16:creationId xmlns:a16="http://schemas.microsoft.com/office/drawing/2014/main" id="{170B8BFA-3F99-4D11-B178-B71AA31F5BCF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>
                  <a:extLst>
                    <a:ext uri="{FF2B5EF4-FFF2-40B4-BE49-F238E27FC236}">
                      <a16:creationId xmlns:a16="http://schemas.microsoft.com/office/drawing/2014/main" id="{0A4DA290-3DC9-40E3-B8F2-823218CF8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连接符 159">
                  <a:extLst>
                    <a:ext uri="{FF2B5EF4-FFF2-40B4-BE49-F238E27FC236}">
                      <a16:creationId xmlns:a16="http://schemas.microsoft.com/office/drawing/2014/main" id="{CDB21DFD-A2B8-4345-A03F-D379D7DA78E5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5EBCF382-54BC-4EF7-AABD-B06FDB196B8B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A2107494-09A6-4AC8-86DB-7E455B7D8EF3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C9241AEE-D60C-437E-9E86-7180DC751961}"/>
                </a:ext>
              </a:extLst>
            </p:cNvPr>
            <p:cNvSpPr/>
            <p:nvPr/>
          </p:nvSpPr>
          <p:spPr>
            <a:xfrm rot="10800000" flipH="1">
              <a:off x="6428994" y="1511708"/>
              <a:ext cx="4462429" cy="1317897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72CE523D-5C59-42F3-A83C-CB6CCB2E922E}"/>
                </a:ext>
              </a:extLst>
            </p:cNvPr>
            <p:cNvSpPr/>
            <p:nvPr/>
          </p:nvSpPr>
          <p:spPr>
            <a:xfrm rot="10800000">
              <a:off x="1031558" y="1518911"/>
              <a:ext cx="4478811" cy="1317897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E9A4D2E1-BC7A-4D56-B233-D3D648DB01E0}"/>
                </a:ext>
              </a:extLst>
            </p:cNvPr>
            <p:cNvGrpSpPr/>
            <p:nvPr/>
          </p:nvGrpSpPr>
          <p:grpSpPr>
            <a:xfrm>
              <a:off x="1647964" y="4183466"/>
              <a:ext cx="8634700" cy="2145779"/>
              <a:chOff x="-1314866" y="1336485"/>
              <a:chExt cx="15585180" cy="3873019"/>
            </a:xfrm>
          </p:grpSpPr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3F3AF984-32DB-4A5A-ADEA-F6609BF66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14866" y="4794232"/>
                <a:ext cx="1558518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17AB38DA-21FB-424E-9238-470CE9D4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6833" y="1336485"/>
                <a:ext cx="0" cy="3437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4C066061-C9DD-49BB-8005-4C90B83DA7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9162" y="1336485"/>
                <a:ext cx="0" cy="3437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>
                <a:extLst>
                  <a:ext uri="{FF2B5EF4-FFF2-40B4-BE49-F238E27FC236}">
                    <a16:creationId xmlns:a16="http://schemas.microsoft.com/office/drawing/2014/main" id="{CD02E6E0-16D8-438F-8E0B-5D1FCD672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2814" y="1336485"/>
                <a:ext cx="0" cy="343746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>
                <a:extLst>
                  <a:ext uri="{FF2B5EF4-FFF2-40B4-BE49-F238E27FC236}">
                    <a16:creationId xmlns:a16="http://schemas.microsoft.com/office/drawing/2014/main" id="{6C6667DD-98FB-4681-BF2E-C6C87487D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14866" y="4592134"/>
                <a:ext cx="679746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42861358-570B-4EE7-9153-3284FDE36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3824" y="4615317"/>
                <a:ext cx="68464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2404DE82-FAE8-4376-8152-39B773673D38}"/>
                  </a:ext>
                </a:extLst>
              </p:cNvPr>
              <p:cNvSpPr txBox="1"/>
              <p:nvPr/>
            </p:nvSpPr>
            <p:spPr>
              <a:xfrm>
                <a:off x="4946632" y="4896668"/>
                <a:ext cx="1077972" cy="312836"/>
              </a:xfrm>
              <a:custGeom>
                <a:avLst/>
                <a:gdLst/>
                <a:ahLst/>
                <a:cxnLst/>
                <a:rect l="l" t="t" r="r" b="b"/>
                <a:pathLst>
                  <a:path w="674885" h="195857">
                    <a:moveTo>
                      <a:pt x="310219" y="138094"/>
                    </a:moveTo>
                    <a:lnTo>
                      <a:pt x="464926" y="138094"/>
                    </a:lnTo>
                    <a:lnTo>
                      <a:pt x="464926" y="154795"/>
                    </a:lnTo>
                    <a:lnTo>
                      <a:pt x="310219" y="154795"/>
                    </a:lnTo>
                    <a:close/>
                    <a:moveTo>
                      <a:pt x="310219" y="85980"/>
                    </a:moveTo>
                    <a:lnTo>
                      <a:pt x="464926" y="85980"/>
                    </a:lnTo>
                    <a:lnTo>
                      <a:pt x="464926" y="102682"/>
                    </a:lnTo>
                    <a:lnTo>
                      <a:pt x="310219" y="102682"/>
                    </a:lnTo>
                    <a:close/>
                    <a:moveTo>
                      <a:pt x="45835" y="71665"/>
                    </a:moveTo>
                    <a:cubicBezTo>
                      <a:pt x="48430" y="71665"/>
                      <a:pt x="50711" y="71958"/>
                      <a:pt x="52679" y="72544"/>
                    </a:cubicBezTo>
                    <a:cubicBezTo>
                      <a:pt x="54646" y="73130"/>
                      <a:pt x="56383" y="74030"/>
                      <a:pt x="57890" y="75244"/>
                    </a:cubicBezTo>
                    <a:cubicBezTo>
                      <a:pt x="59397" y="76458"/>
                      <a:pt x="60736" y="78027"/>
                      <a:pt x="61908" y="79953"/>
                    </a:cubicBezTo>
                    <a:cubicBezTo>
                      <a:pt x="63080" y="81878"/>
                      <a:pt x="64210" y="84494"/>
                      <a:pt x="65299" y="87801"/>
                    </a:cubicBezTo>
                    <a:cubicBezTo>
                      <a:pt x="66387" y="91108"/>
                      <a:pt x="67413" y="95210"/>
                      <a:pt x="68375" y="100107"/>
                    </a:cubicBezTo>
                    <a:cubicBezTo>
                      <a:pt x="69338" y="105005"/>
                      <a:pt x="70196" y="110091"/>
                      <a:pt x="70950" y="115365"/>
                    </a:cubicBezTo>
                    <a:lnTo>
                      <a:pt x="72205" y="115365"/>
                    </a:lnTo>
                    <a:cubicBezTo>
                      <a:pt x="80242" y="104063"/>
                      <a:pt x="86332" y="95796"/>
                      <a:pt x="90476" y="90564"/>
                    </a:cubicBezTo>
                    <a:cubicBezTo>
                      <a:pt x="94620" y="85332"/>
                      <a:pt x="98115" y="81439"/>
                      <a:pt x="100962" y="78885"/>
                    </a:cubicBezTo>
                    <a:cubicBezTo>
                      <a:pt x="103808" y="76332"/>
                      <a:pt x="106550" y="74532"/>
                      <a:pt x="109187" y="73486"/>
                    </a:cubicBezTo>
                    <a:cubicBezTo>
                      <a:pt x="111824" y="72439"/>
                      <a:pt x="115319" y="71916"/>
                      <a:pt x="119672" y="71916"/>
                    </a:cubicBezTo>
                    <a:cubicBezTo>
                      <a:pt x="123607" y="71916"/>
                      <a:pt x="126830" y="72418"/>
                      <a:pt x="129341" y="73423"/>
                    </a:cubicBezTo>
                    <a:lnTo>
                      <a:pt x="124318" y="96152"/>
                    </a:lnTo>
                    <a:lnTo>
                      <a:pt x="115528" y="96152"/>
                    </a:lnTo>
                    <a:cubicBezTo>
                      <a:pt x="115026" y="92636"/>
                      <a:pt x="113561" y="90878"/>
                      <a:pt x="111133" y="90878"/>
                    </a:cubicBezTo>
                    <a:cubicBezTo>
                      <a:pt x="110380" y="90878"/>
                      <a:pt x="109584" y="91003"/>
                      <a:pt x="108747" y="91255"/>
                    </a:cubicBezTo>
                    <a:cubicBezTo>
                      <a:pt x="107910" y="91506"/>
                      <a:pt x="106885" y="92050"/>
                      <a:pt x="105671" y="92887"/>
                    </a:cubicBezTo>
                    <a:cubicBezTo>
                      <a:pt x="104457" y="93724"/>
                      <a:pt x="102678" y="95357"/>
                      <a:pt x="100334" y="97784"/>
                    </a:cubicBezTo>
                    <a:cubicBezTo>
                      <a:pt x="97990" y="100212"/>
                      <a:pt x="95353" y="103184"/>
                      <a:pt x="92423" y="106700"/>
                    </a:cubicBezTo>
                    <a:cubicBezTo>
                      <a:pt x="89493" y="110216"/>
                      <a:pt x="86479" y="113900"/>
                      <a:pt x="83381" y="117751"/>
                    </a:cubicBezTo>
                    <a:lnTo>
                      <a:pt x="74842" y="128424"/>
                    </a:lnTo>
                    <a:cubicBezTo>
                      <a:pt x="76349" y="136461"/>
                      <a:pt x="77772" y="143409"/>
                      <a:pt x="79112" y="149270"/>
                    </a:cubicBezTo>
                    <a:cubicBezTo>
                      <a:pt x="80451" y="155130"/>
                      <a:pt x="81644" y="160006"/>
                      <a:pt x="82691" y="163899"/>
                    </a:cubicBezTo>
                    <a:cubicBezTo>
                      <a:pt x="83737" y="167792"/>
                      <a:pt x="84658" y="170868"/>
                      <a:pt x="85453" y="173129"/>
                    </a:cubicBezTo>
                    <a:cubicBezTo>
                      <a:pt x="86249" y="175389"/>
                      <a:pt x="87107" y="177084"/>
                      <a:pt x="88028" y="178214"/>
                    </a:cubicBezTo>
                    <a:cubicBezTo>
                      <a:pt x="88949" y="179344"/>
                      <a:pt x="89890" y="180140"/>
                      <a:pt x="90853" y="180600"/>
                    </a:cubicBezTo>
                    <a:cubicBezTo>
                      <a:pt x="91816" y="181061"/>
                      <a:pt x="92925" y="181291"/>
                      <a:pt x="94181" y="181291"/>
                    </a:cubicBezTo>
                    <a:cubicBezTo>
                      <a:pt x="96441" y="181291"/>
                      <a:pt x="98639" y="180412"/>
                      <a:pt x="100773" y="178654"/>
                    </a:cubicBezTo>
                    <a:cubicBezTo>
                      <a:pt x="102908" y="176896"/>
                      <a:pt x="105985" y="172919"/>
                      <a:pt x="110003" y="166724"/>
                    </a:cubicBezTo>
                    <a:lnTo>
                      <a:pt x="118165" y="172124"/>
                    </a:lnTo>
                    <a:cubicBezTo>
                      <a:pt x="112305" y="180830"/>
                      <a:pt x="107010" y="186963"/>
                      <a:pt x="102280" y="190521"/>
                    </a:cubicBezTo>
                    <a:cubicBezTo>
                      <a:pt x="97550" y="194078"/>
                      <a:pt x="91920" y="195857"/>
                      <a:pt x="85391" y="195857"/>
                    </a:cubicBezTo>
                    <a:cubicBezTo>
                      <a:pt x="81791" y="195857"/>
                      <a:pt x="78735" y="195209"/>
                      <a:pt x="76224" y="193911"/>
                    </a:cubicBezTo>
                    <a:cubicBezTo>
                      <a:pt x="73712" y="192613"/>
                      <a:pt x="71536" y="190541"/>
                      <a:pt x="69694" y="187695"/>
                    </a:cubicBezTo>
                    <a:cubicBezTo>
                      <a:pt x="67852" y="184849"/>
                      <a:pt x="66220" y="180412"/>
                      <a:pt x="64797" y="174384"/>
                    </a:cubicBezTo>
                    <a:cubicBezTo>
                      <a:pt x="62201" y="163669"/>
                      <a:pt x="60611" y="155465"/>
                      <a:pt x="60025" y="149772"/>
                    </a:cubicBezTo>
                    <a:lnTo>
                      <a:pt x="58769" y="149772"/>
                    </a:lnTo>
                    <a:cubicBezTo>
                      <a:pt x="49895" y="162246"/>
                      <a:pt x="43302" y="171203"/>
                      <a:pt x="38991" y="176645"/>
                    </a:cubicBezTo>
                    <a:cubicBezTo>
                      <a:pt x="34680" y="182086"/>
                      <a:pt x="31122" y="186105"/>
                      <a:pt x="28317" y="188700"/>
                    </a:cubicBezTo>
                    <a:cubicBezTo>
                      <a:pt x="25513" y="191295"/>
                      <a:pt x="22792" y="193116"/>
                      <a:pt x="20155" y="194162"/>
                    </a:cubicBezTo>
                    <a:cubicBezTo>
                      <a:pt x="17518" y="195209"/>
                      <a:pt x="14023" y="195732"/>
                      <a:pt x="9670" y="195732"/>
                    </a:cubicBezTo>
                    <a:cubicBezTo>
                      <a:pt x="5735" y="195732"/>
                      <a:pt x="2512" y="195230"/>
                      <a:pt x="0" y="194225"/>
                    </a:cubicBezTo>
                    <a:lnTo>
                      <a:pt x="5023" y="171496"/>
                    </a:lnTo>
                    <a:lnTo>
                      <a:pt x="13814" y="171496"/>
                    </a:lnTo>
                    <a:cubicBezTo>
                      <a:pt x="14316" y="175012"/>
                      <a:pt x="15781" y="176770"/>
                      <a:pt x="18209" y="176770"/>
                    </a:cubicBezTo>
                    <a:cubicBezTo>
                      <a:pt x="19381" y="176770"/>
                      <a:pt x="20615" y="176456"/>
                      <a:pt x="21913" y="175828"/>
                    </a:cubicBezTo>
                    <a:cubicBezTo>
                      <a:pt x="23211" y="175201"/>
                      <a:pt x="25073" y="173694"/>
                      <a:pt x="27501" y="171308"/>
                    </a:cubicBezTo>
                    <a:cubicBezTo>
                      <a:pt x="29929" y="168922"/>
                      <a:pt x="33277" y="165176"/>
                      <a:pt x="37547" y="160069"/>
                    </a:cubicBezTo>
                    <a:cubicBezTo>
                      <a:pt x="41817" y="154962"/>
                      <a:pt x="48011" y="147302"/>
                      <a:pt x="56132" y="137089"/>
                    </a:cubicBezTo>
                    <a:cubicBezTo>
                      <a:pt x="54876" y="130475"/>
                      <a:pt x="53579" y="124113"/>
                      <a:pt x="52239" y="118002"/>
                    </a:cubicBezTo>
                    <a:cubicBezTo>
                      <a:pt x="50900" y="111890"/>
                      <a:pt x="49518" y="106198"/>
                      <a:pt x="48095" y="100924"/>
                    </a:cubicBezTo>
                    <a:cubicBezTo>
                      <a:pt x="46672" y="95650"/>
                      <a:pt x="45500" y="92196"/>
                      <a:pt x="44579" y="90564"/>
                    </a:cubicBezTo>
                    <a:cubicBezTo>
                      <a:pt x="43658" y="88931"/>
                      <a:pt x="42675" y="87801"/>
                      <a:pt x="41628" y="87173"/>
                    </a:cubicBezTo>
                    <a:cubicBezTo>
                      <a:pt x="40582" y="86545"/>
                      <a:pt x="39263" y="86232"/>
                      <a:pt x="37673" y="86232"/>
                    </a:cubicBezTo>
                    <a:cubicBezTo>
                      <a:pt x="35915" y="86232"/>
                      <a:pt x="34324" y="86629"/>
                      <a:pt x="32901" y="87425"/>
                    </a:cubicBezTo>
                    <a:cubicBezTo>
                      <a:pt x="31478" y="88220"/>
                      <a:pt x="29929" y="89601"/>
                      <a:pt x="28255" y="91568"/>
                    </a:cubicBezTo>
                    <a:cubicBezTo>
                      <a:pt x="26580" y="93536"/>
                      <a:pt x="24362" y="96612"/>
                      <a:pt x="21599" y="100798"/>
                    </a:cubicBezTo>
                    <a:lnTo>
                      <a:pt x="13437" y="95398"/>
                    </a:lnTo>
                    <a:cubicBezTo>
                      <a:pt x="18711" y="87445"/>
                      <a:pt x="23776" y="81502"/>
                      <a:pt x="28631" y="77567"/>
                    </a:cubicBezTo>
                    <a:cubicBezTo>
                      <a:pt x="33487" y="73632"/>
                      <a:pt x="39221" y="71665"/>
                      <a:pt x="45835" y="71665"/>
                    </a:cubicBezTo>
                    <a:close/>
                    <a:moveTo>
                      <a:pt x="619884" y="31105"/>
                    </a:moveTo>
                    <a:cubicBezTo>
                      <a:pt x="614107" y="31105"/>
                      <a:pt x="609273" y="32821"/>
                      <a:pt x="605380" y="36253"/>
                    </a:cubicBezTo>
                    <a:cubicBezTo>
                      <a:pt x="601487" y="39686"/>
                      <a:pt x="598348" y="44625"/>
                      <a:pt x="595962" y="51071"/>
                    </a:cubicBezTo>
                    <a:cubicBezTo>
                      <a:pt x="593576" y="57517"/>
                      <a:pt x="591881" y="65365"/>
                      <a:pt x="590876" y="74616"/>
                    </a:cubicBezTo>
                    <a:cubicBezTo>
                      <a:pt x="589871" y="83867"/>
                      <a:pt x="589369" y="94310"/>
                      <a:pt x="589369" y="105947"/>
                    </a:cubicBezTo>
                    <a:cubicBezTo>
                      <a:pt x="589369" y="133238"/>
                      <a:pt x="591902" y="153267"/>
                      <a:pt x="596966" y="166034"/>
                    </a:cubicBezTo>
                    <a:cubicBezTo>
                      <a:pt x="602031" y="178800"/>
                      <a:pt x="609879" y="185184"/>
                      <a:pt x="620511" y="185184"/>
                    </a:cubicBezTo>
                    <a:cubicBezTo>
                      <a:pt x="630641" y="185184"/>
                      <a:pt x="638155" y="179177"/>
                      <a:pt x="643052" y="167164"/>
                    </a:cubicBezTo>
                    <a:cubicBezTo>
                      <a:pt x="647949" y="155151"/>
                      <a:pt x="650398" y="136545"/>
                      <a:pt x="650398" y="111346"/>
                    </a:cubicBezTo>
                    <a:cubicBezTo>
                      <a:pt x="650398" y="92092"/>
                      <a:pt x="649142" y="76500"/>
                      <a:pt x="646631" y="64570"/>
                    </a:cubicBezTo>
                    <a:cubicBezTo>
                      <a:pt x="644119" y="52641"/>
                      <a:pt x="640624" y="44081"/>
                      <a:pt x="636145" y="38890"/>
                    </a:cubicBezTo>
                    <a:cubicBezTo>
                      <a:pt x="631667" y="33700"/>
                      <a:pt x="626246" y="31105"/>
                      <a:pt x="619884" y="31105"/>
                    </a:cubicBezTo>
                    <a:close/>
                    <a:moveTo>
                      <a:pt x="620511" y="20431"/>
                    </a:moveTo>
                    <a:cubicBezTo>
                      <a:pt x="638845" y="20431"/>
                      <a:pt x="652491" y="27505"/>
                      <a:pt x="661448" y="41653"/>
                    </a:cubicBezTo>
                    <a:cubicBezTo>
                      <a:pt x="670406" y="55801"/>
                      <a:pt x="674885" y="77190"/>
                      <a:pt x="674885" y="105821"/>
                    </a:cubicBezTo>
                    <a:cubicBezTo>
                      <a:pt x="674885" y="135456"/>
                      <a:pt x="670092" y="157871"/>
                      <a:pt x="660507" y="173066"/>
                    </a:cubicBezTo>
                    <a:cubicBezTo>
                      <a:pt x="650921" y="188260"/>
                      <a:pt x="636920" y="195857"/>
                      <a:pt x="618502" y="195857"/>
                    </a:cubicBezTo>
                    <a:cubicBezTo>
                      <a:pt x="600420" y="195857"/>
                      <a:pt x="586962" y="188742"/>
                      <a:pt x="578130" y="174510"/>
                    </a:cubicBezTo>
                    <a:cubicBezTo>
                      <a:pt x="569298" y="160278"/>
                      <a:pt x="564882" y="138680"/>
                      <a:pt x="564882" y="109714"/>
                    </a:cubicBezTo>
                    <a:cubicBezTo>
                      <a:pt x="564882" y="94310"/>
                      <a:pt x="566243" y="80999"/>
                      <a:pt x="568963" y="69781"/>
                    </a:cubicBezTo>
                    <a:cubicBezTo>
                      <a:pt x="571684" y="58563"/>
                      <a:pt x="575493" y="49292"/>
                      <a:pt x="580391" y="41967"/>
                    </a:cubicBezTo>
                    <a:cubicBezTo>
                      <a:pt x="585288" y="34642"/>
                      <a:pt x="591169" y="29221"/>
                      <a:pt x="598034" y="25705"/>
                    </a:cubicBezTo>
                    <a:cubicBezTo>
                      <a:pt x="604898" y="22189"/>
                      <a:pt x="612391" y="20431"/>
                      <a:pt x="620511" y="20431"/>
                    </a:cubicBezTo>
                    <a:close/>
                    <a:moveTo>
                      <a:pt x="180352" y="0"/>
                    </a:moveTo>
                    <a:lnTo>
                      <a:pt x="204351" y="0"/>
                    </a:lnTo>
                    <a:lnTo>
                      <a:pt x="204351" y="7255"/>
                    </a:lnTo>
                    <a:lnTo>
                      <a:pt x="173376" y="81762"/>
                    </a:lnTo>
                    <a:lnTo>
                      <a:pt x="162493" y="7850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EA52C561-6CF2-45E9-AAA5-96D90255CBD4}"/>
                  </a:ext>
                </a:extLst>
              </p:cNvPr>
              <p:cNvSpPr txBox="1"/>
              <p:nvPr/>
            </p:nvSpPr>
            <p:spPr>
              <a:xfrm>
                <a:off x="6966926" y="4929302"/>
                <a:ext cx="941047" cy="280202"/>
              </a:xfrm>
              <a:custGeom>
                <a:avLst/>
                <a:gdLst/>
                <a:ahLst/>
                <a:cxnLst/>
                <a:rect l="l" t="t" r="r" b="b"/>
                <a:pathLst>
                  <a:path w="589160" h="175426">
                    <a:moveTo>
                      <a:pt x="224494" y="117663"/>
                    </a:moveTo>
                    <a:lnTo>
                      <a:pt x="379201" y="117663"/>
                    </a:lnTo>
                    <a:lnTo>
                      <a:pt x="379201" y="134364"/>
                    </a:lnTo>
                    <a:lnTo>
                      <a:pt x="224494" y="134364"/>
                    </a:lnTo>
                    <a:close/>
                    <a:moveTo>
                      <a:pt x="224494" y="65549"/>
                    </a:moveTo>
                    <a:lnTo>
                      <a:pt x="379201" y="65549"/>
                    </a:lnTo>
                    <a:lnTo>
                      <a:pt x="379201" y="82251"/>
                    </a:lnTo>
                    <a:lnTo>
                      <a:pt x="224494" y="82251"/>
                    </a:lnTo>
                    <a:close/>
                    <a:moveTo>
                      <a:pt x="45835" y="51234"/>
                    </a:moveTo>
                    <a:cubicBezTo>
                      <a:pt x="48430" y="51234"/>
                      <a:pt x="50711" y="51527"/>
                      <a:pt x="52679" y="52113"/>
                    </a:cubicBezTo>
                    <a:cubicBezTo>
                      <a:pt x="54646" y="52699"/>
                      <a:pt x="56383" y="53599"/>
                      <a:pt x="57890" y="54813"/>
                    </a:cubicBezTo>
                    <a:cubicBezTo>
                      <a:pt x="59397" y="56027"/>
                      <a:pt x="60736" y="57596"/>
                      <a:pt x="61908" y="59522"/>
                    </a:cubicBezTo>
                    <a:cubicBezTo>
                      <a:pt x="63080" y="61447"/>
                      <a:pt x="64210" y="64063"/>
                      <a:pt x="65299" y="67370"/>
                    </a:cubicBezTo>
                    <a:cubicBezTo>
                      <a:pt x="66387" y="70677"/>
                      <a:pt x="67413" y="74779"/>
                      <a:pt x="68375" y="79676"/>
                    </a:cubicBezTo>
                    <a:cubicBezTo>
                      <a:pt x="69338" y="84574"/>
                      <a:pt x="70196" y="89660"/>
                      <a:pt x="70950" y="94934"/>
                    </a:cubicBezTo>
                    <a:lnTo>
                      <a:pt x="72205" y="94934"/>
                    </a:lnTo>
                    <a:cubicBezTo>
                      <a:pt x="80242" y="83632"/>
                      <a:pt x="86332" y="75365"/>
                      <a:pt x="90476" y="70133"/>
                    </a:cubicBezTo>
                    <a:cubicBezTo>
                      <a:pt x="94620" y="64901"/>
                      <a:pt x="98115" y="61008"/>
                      <a:pt x="100962" y="58454"/>
                    </a:cubicBezTo>
                    <a:cubicBezTo>
                      <a:pt x="103808" y="55901"/>
                      <a:pt x="106550" y="54101"/>
                      <a:pt x="109187" y="53055"/>
                    </a:cubicBezTo>
                    <a:cubicBezTo>
                      <a:pt x="111824" y="52008"/>
                      <a:pt x="115319" y="51485"/>
                      <a:pt x="119672" y="51485"/>
                    </a:cubicBezTo>
                    <a:cubicBezTo>
                      <a:pt x="123607" y="51485"/>
                      <a:pt x="126830" y="51987"/>
                      <a:pt x="129341" y="52992"/>
                    </a:cubicBezTo>
                    <a:lnTo>
                      <a:pt x="124318" y="75721"/>
                    </a:lnTo>
                    <a:lnTo>
                      <a:pt x="115528" y="75721"/>
                    </a:lnTo>
                    <a:cubicBezTo>
                      <a:pt x="115026" y="72205"/>
                      <a:pt x="113561" y="70447"/>
                      <a:pt x="111133" y="70447"/>
                    </a:cubicBezTo>
                    <a:cubicBezTo>
                      <a:pt x="110380" y="70447"/>
                      <a:pt x="109584" y="70572"/>
                      <a:pt x="108747" y="70824"/>
                    </a:cubicBezTo>
                    <a:cubicBezTo>
                      <a:pt x="107910" y="71075"/>
                      <a:pt x="106885" y="71619"/>
                      <a:pt x="105671" y="72456"/>
                    </a:cubicBezTo>
                    <a:cubicBezTo>
                      <a:pt x="104457" y="73293"/>
                      <a:pt x="102678" y="74926"/>
                      <a:pt x="100334" y="77353"/>
                    </a:cubicBezTo>
                    <a:cubicBezTo>
                      <a:pt x="97990" y="79781"/>
                      <a:pt x="95353" y="82753"/>
                      <a:pt x="92423" y="86269"/>
                    </a:cubicBezTo>
                    <a:cubicBezTo>
                      <a:pt x="89493" y="89785"/>
                      <a:pt x="86479" y="93469"/>
                      <a:pt x="83381" y="97320"/>
                    </a:cubicBezTo>
                    <a:lnTo>
                      <a:pt x="74842" y="107993"/>
                    </a:lnTo>
                    <a:cubicBezTo>
                      <a:pt x="76349" y="116030"/>
                      <a:pt x="77772" y="122978"/>
                      <a:pt x="79112" y="128839"/>
                    </a:cubicBezTo>
                    <a:cubicBezTo>
                      <a:pt x="80451" y="134699"/>
                      <a:pt x="81644" y="139575"/>
                      <a:pt x="82691" y="143468"/>
                    </a:cubicBezTo>
                    <a:cubicBezTo>
                      <a:pt x="83737" y="147361"/>
                      <a:pt x="84658" y="150437"/>
                      <a:pt x="85453" y="152698"/>
                    </a:cubicBezTo>
                    <a:cubicBezTo>
                      <a:pt x="86249" y="154958"/>
                      <a:pt x="87107" y="156653"/>
                      <a:pt x="88028" y="157783"/>
                    </a:cubicBezTo>
                    <a:cubicBezTo>
                      <a:pt x="88949" y="158913"/>
                      <a:pt x="89890" y="159709"/>
                      <a:pt x="90853" y="160169"/>
                    </a:cubicBezTo>
                    <a:cubicBezTo>
                      <a:pt x="91816" y="160630"/>
                      <a:pt x="92925" y="160860"/>
                      <a:pt x="94181" y="160860"/>
                    </a:cubicBezTo>
                    <a:cubicBezTo>
                      <a:pt x="96441" y="160860"/>
                      <a:pt x="98639" y="159981"/>
                      <a:pt x="100773" y="158223"/>
                    </a:cubicBezTo>
                    <a:cubicBezTo>
                      <a:pt x="102908" y="156465"/>
                      <a:pt x="105985" y="152488"/>
                      <a:pt x="110003" y="146293"/>
                    </a:cubicBezTo>
                    <a:lnTo>
                      <a:pt x="118165" y="151693"/>
                    </a:lnTo>
                    <a:cubicBezTo>
                      <a:pt x="112305" y="160399"/>
                      <a:pt x="107010" y="166532"/>
                      <a:pt x="102280" y="170090"/>
                    </a:cubicBezTo>
                    <a:cubicBezTo>
                      <a:pt x="97550" y="173647"/>
                      <a:pt x="91920" y="175426"/>
                      <a:pt x="85391" y="175426"/>
                    </a:cubicBezTo>
                    <a:cubicBezTo>
                      <a:pt x="81791" y="175426"/>
                      <a:pt x="78735" y="174778"/>
                      <a:pt x="76224" y="173480"/>
                    </a:cubicBezTo>
                    <a:cubicBezTo>
                      <a:pt x="73712" y="172182"/>
                      <a:pt x="71536" y="170110"/>
                      <a:pt x="69694" y="167264"/>
                    </a:cubicBezTo>
                    <a:cubicBezTo>
                      <a:pt x="67852" y="164418"/>
                      <a:pt x="66220" y="159981"/>
                      <a:pt x="64797" y="153953"/>
                    </a:cubicBezTo>
                    <a:cubicBezTo>
                      <a:pt x="62201" y="143238"/>
                      <a:pt x="60611" y="135034"/>
                      <a:pt x="60025" y="129341"/>
                    </a:cubicBezTo>
                    <a:lnTo>
                      <a:pt x="58769" y="129341"/>
                    </a:lnTo>
                    <a:cubicBezTo>
                      <a:pt x="49895" y="141815"/>
                      <a:pt x="43302" y="150772"/>
                      <a:pt x="38991" y="156214"/>
                    </a:cubicBezTo>
                    <a:cubicBezTo>
                      <a:pt x="34680" y="161655"/>
                      <a:pt x="31122" y="165674"/>
                      <a:pt x="28317" y="168269"/>
                    </a:cubicBezTo>
                    <a:cubicBezTo>
                      <a:pt x="25513" y="170864"/>
                      <a:pt x="22792" y="172685"/>
                      <a:pt x="20155" y="173731"/>
                    </a:cubicBezTo>
                    <a:cubicBezTo>
                      <a:pt x="17518" y="174778"/>
                      <a:pt x="14023" y="175301"/>
                      <a:pt x="9670" y="175301"/>
                    </a:cubicBezTo>
                    <a:cubicBezTo>
                      <a:pt x="5735" y="175301"/>
                      <a:pt x="2512" y="174799"/>
                      <a:pt x="0" y="173794"/>
                    </a:cubicBezTo>
                    <a:lnTo>
                      <a:pt x="5023" y="151065"/>
                    </a:lnTo>
                    <a:lnTo>
                      <a:pt x="13814" y="151065"/>
                    </a:lnTo>
                    <a:cubicBezTo>
                      <a:pt x="14316" y="154581"/>
                      <a:pt x="15781" y="156339"/>
                      <a:pt x="18209" y="156339"/>
                    </a:cubicBezTo>
                    <a:cubicBezTo>
                      <a:pt x="19381" y="156339"/>
                      <a:pt x="20615" y="156025"/>
                      <a:pt x="21913" y="155397"/>
                    </a:cubicBezTo>
                    <a:cubicBezTo>
                      <a:pt x="23211" y="154770"/>
                      <a:pt x="25073" y="153263"/>
                      <a:pt x="27501" y="150877"/>
                    </a:cubicBezTo>
                    <a:cubicBezTo>
                      <a:pt x="29929" y="148491"/>
                      <a:pt x="33277" y="144745"/>
                      <a:pt x="37547" y="139638"/>
                    </a:cubicBezTo>
                    <a:cubicBezTo>
                      <a:pt x="41817" y="134531"/>
                      <a:pt x="48011" y="126871"/>
                      <a:pt x="56132" y="116658"/>
                    </a:cubicBezTo>
                    <a:cubicBezTo>
                      <a:pt x="54876" y="110044"/>
                      <a:pt x="53579" y="103682"/>
                      <a:pt x="52239" y="97571"/>
                    </a:cubicBezTo>
                    <a:cubicBezTo>
                      <a:pt x="50900" y="91459"/>
                      <a:pt x="49518" y="85767"/>
                      <a:pt x="48095" y="80493"/>
                    </a:cubicBezTo>
                    <a:cubicBezTo>
                      <a:pt x="46672" y="75219"/>
                      <a:pt x="45500" y="71765"/>
                      <a:pt x="44579" y="70133"/>
                    </a:cubicBezTo>
                    <a:cubicBezTo>
                      <a:pt x="43658" y="68500"/>
                      <a:pt x="42675" y="67370"/>
                      <a:pt x="41628" y="66742"/>
                    </a:cubicBezTo>
                    <a:cubicBezTo>
                      <a:pt x="40582" y="66114"/>
                      <a:pt x="39263" y="65801"/>
                      <a:pt x="37673" y="65801"/>
                    </a:cubicBezTo>
                    <a:cubicBezTo>
                      <a:pt x="35915" y="65801"/>
                      <a:pt x="34324" y="66198"/>
                      <a:pt x="32901" y="66994"/>
                    </a:cubicBezTo>
                    <a:cubicBezTo>
                      <a:pt x="31478" y="67789"/>
                      <a:pt x="29929" y="69170"/>
                      <a:pt x="28255" y="71137"/>
                    </a:cubicBezTo>
                    <a:cubicBezTo>
                      <a:pt x="26580" y="73105"/>
                      <a:pt x="24362" y="76181"/>
                      <a:pt x="21599" y="80367"/>
                    </a:cubicBezTo>
                    <a:lnTo>
                      <a:pt x="13437" y="74967"/>
                    </a:lnTo>
                    <a:cubicBezTo>
                      <a:pt x="18711" y="67014"/>
                      <a:pt x="23776" y="61071"/>
                      <a:pt x="28631" y="57136"/>
                    </a:cubicBezTo>
                    <a:cubicBezTo>
                      <a:pt x="33487" y="53201"/>
                      <a:pt x="39221" y="51234"/>
                      <a:pt x="45835" y="51234"/>
                    </a:cubicBezTo>
                    <a:close/>
                    <a:moveTo>
                      <a:pt x="534159" y="10674"/>
                    </a:moveTo>
                    <a:cubicBezTo>
                      <a:pt x="528382" y="10674"/>
                      <a:pt x="523548" y="12390"/>
                      <a:pt x="519655" y="15822"/>
                    </a:cubicBezTo>
                    <a:cubicBezTo>
                      <a:pt x="515762" y="19255"/>
                      <a:pt x="512623" y="24194"/>
                      <a:pt x="510237" y="30640"/>
                    </a:cubicBezTo>
                    <a:cubicBezTo>
                      <a:pt x="507851" y="37086"/>
                      <a:pt x="506156" y="44934"/>
                      <a:pt x="505151" y="54185"/>
                    </a:cubicBezTo>
                    <a:cubicBezTo>
                      <a:pt x="504146" y="63436"/>
                      <a:pt x="503644" y="73879"/>
                      <a:pt x="503644" y="85516"/>
                    </a:cubicBezTo>
                    <a:cubicBezTo>
                      <a:pt x="503644" y="112807"/>
                      <a:pt x="506177" y="132836"/>
                      <a:pt x="511241" y="145603"/>
                    </a:cubicBezTo>
                    <a:cubicBezTo>
                      <a:pt x="516306" y="158369"/>
                      <a:pt x="524154" y="164753"/>
                      <a:pt x="534786" y="164753"/>
                    </a:cubicBezTo>
                    <a:cubicBezTo>
                      <a:pt x="544916" y="164753"/>
                      <a:pt x="552430" y="158746"/>
                      <a:pt x="557327" y="146733"/>
                    </a:cubicBezTo>
                    <a:cubicBezTo>
                      <a:pt x="562224" y="134720"/>
                      <a:pt x="564673" y="116114"/>
                      <a:pt x="564673" y="90915"/>
                    </a:cubicBezTo>
                    <a:cubicBezTo>
                      <a:pt x="564673" y="71661"/>
                      <a:pt x="563417" y="56069"/>
                      <a:pt x="560906" y="44139"/>
                    </a:cubicBezTo>
                    <a:cubicBezTo>
                      <a:pt x="558394" y="32210"/>
                      <a:pt x="554899" y="23650"/>
                      <a:pt x="550420" y="18459"/>
                    </a:cubicBezTo>
                    <a:cubicBezTo>
                      <a:pt x="545942" y="13269"/>
                      <a:pt x="540521" y="10674"/>
                      <a:pt x="534159" y="10674"/>
                    </a:cubicBezTo>
                    <a:close/>
                    <a:moveTo>
                      <a:pt x="534786" y="0"/>
                    </a:moveTo>
                    <a:cubicBezTo>
                      <a:pt x="553120" y="0"/>
                      <a:pt x="566766" y="7074"/>
                      <a:pt x="575723" y="21222"/>
                    </a:cubicBezTo>
                    <a:cubicBezTo>
                      <a:pt x="584681" y="35370"/>
                      <a:pt x="589160" y="56759"/>
                      <a:pt x="589160" y="85390"/>
                    </a:cubicBezTo>
                    <a:cubicBezTo>
                      <a:pt x="589160" y="115025"/>
                      <a:pt x="584367" y="137440"/>
                      <a:pt x="574782" y="152635"/>
                    </a:cubicBezTo>
                    <a:cubicBezTo>
                      <a:pt x="565196" y="167829"/>
                      <a:pt x="551195" y="175426"/>
                      <a:pt x="532777" y="175426"/>
                    </a:cubicBezTo>
                    <a:cubicBezTo>
                      <a:pt x="514695" y="175426"/>
                      <a:pt x="501237" y="168311"/>
                      <a:pt x="492405" y="154079"/>
                    </a:cubicBezTo>
                    <a:cubicBezTo>
                      <a:pt x="483573" y="139847"/>
                      <a:pt x="479157" y="118249"/>
                      <a:pt x="479157" y="89283"/>
                    </a:cubicBezTo>
                    <a:cubicBezTo>
                      <a:pt x="479157" y="73879"/>
                      <a:pt x="480518" y="60568"/>
                      <a:pt x="483238" y="49350"/>
                    </a:cubicBezTo>
                    <a:cubicBezTo>
                      <a:pt x="485959" y="38132"/>
                      <a:pt x="489768" y="28861"/>
                      <a:pt x="494666" y="21536"/>
                    </a:cubicBezTo>
                    <a:cubicBezTo>
                      <a:pt x="499563" y="14211"/>
                      <a:pt x="505444" y="8790"/>
                      <a:pt x="512309" y="5274"/>
                    </a:cubicBezTo>
                    <a:cubicBezTo>
                      <a:pt x="519173" y="1758"/>
                      <a:pt x="526666" y="0"/>
                      <a:pt x="5347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83D7CA3D-BB4D-4690-B4A4-6153B8767EEC}"/>
                  </a:ext>
                </a:extLst>
              </p:cNvPr>
              <p:cNvSpPr txBox="1"/>
              <p:nvPr/>
            </p:nvSpPr>
            <p:spPr>
              <a:xfrm>
                <a:off x="455540" y="4880741"/>
                <a:ext cx="326403" cy="312836"/>
              </a:xfrm>
              <a:custGeom>
                <a:avLst/>
                <a:gdLst/>
                <a:ahLst/>
                <a:cxnLst/>
                <a:rect l="l" t="t" r="r" b="b"/>
                <a:pathLst>
                  <a:path w="204351" h="195857">
                    <a:moveTo>
                      <a:pt x="45835" y="71665"/>
                    </a:moveTo>
                    <a:cubicBezTo>
                      <a:pt x="48430" y="71665"/>
                      <a:pt x="50711" y="71958"/>
                      <a:pt x="52679" y="72544"/>
                    </a:cubicBezTo>
                    <a:cubicBezTo>
                      <a:pt x="54646" y="73130"/>
                      <a:pt x="56383" y="74030"/>
                      <a:pt x="57890" y="75244"/>
                    </a:cubicBezTo>
                    <a:cubicBezTo>
                      <a:pt x="59397" y="76458"/>
                      <a:pt x="60736" y="78027"/>
                      <a:pt x="61908" y="79953"/>
                    </a:cubicBezTo>
                    <a:cubicBezTo>
                      <a:pt x="63080" y="81878"/>
                      <a:pt x="64210" y="84494"/>
                      <a:pt x="65299" y="87801"/>
                    </a:cubicBezTo>
                    <a:cubicBezTo>
                      <a:pt x="66387" y="91108"/>
                      <a:pt x="67413" y="95210"/>
                      <a:pt x="68375" y="100107"/>
                    </a:cubicBezTo>
                    <a:cubicBezTo>
                      <a:pt x="69338" y="105005"/>
                      <a:pt x="70196" y="110091"/>
                      <a:pt x="70950" y="115365"/>
                    </a:cubicBezTo>
                    <a:lnTo>
                      <a:pt x="72205" y="115365"/>
                    </a:lnTo>
                    <a:cubicBezTo>
                      <a:pt x="80242" y="104063"/>
                      <a:pt x="86332" y="95796"/>
                      <a:pt x="90476" y="90564"/>
                    </a:cubicBezTo>
                    <a:cubicBezTo>
                      <a:pt x="94620" y="85332"/>
                      <a:pt x="98115" y="81439"/>
                      <a:pt x="100962" y="78885"/>
                    </a:cubicBezTo>
                    <a:cubicBezTo>
                      <a:pt x="103808" y="76332"/>
                      <a:pt x="106550" y="74532"/>
                      <a:pt x="109187" y="73486"/>
                    </a:cubicBezTo>
                    <a:cubicBezTo>
                      <a:pt x="111824" y="72439"/>
                      <a:pt x="115319" y="71916"/>
                      <a:pt x="119672" y="71916"/>
                    </a:cubicBezTo>
                    <a:cubicBezTo>
                      <a:pt x="123607" y="71916"/>
                      <a:pt x="126830" y="72418"/>
                      <a:pt x="129341" y="73423"/>
                    </a:cubicBezTo>
                    <a:lnTo>
                      <a:pt x="124318" y="96152"/>
                    </a:lnTo>
                    <a:lnTo>
                      <a:pt x="115528" y="96152"/>
                    </a:lnTo>
                    <a:cubicBezTo>
                      <a:pt x="115026" y="92636"/>
                      <a:pt x="113561" y="90878"/>
                      <a:pt x="111133" y="90878"/>
                    </a:cubicBezTo>
                    <a:cubicBezTo>
                      <a:pt x="110380" y="90878"/>
                      <a:pt x="109584" y="91003"/>
                      <a:pt x="108747" y="91254"/>
                    </a:cubicBezTo>
                    <a:cubicBezTo>
                      <a:pt x="107910" y="91506"/>
                      <a:pt x="106885" y="92050"/>
                      <a:pt x="105671" y="92887"/>
                    </a:cubicBezTo>
                    <a:cubicBezTo>
                      <a:pt x="104457" y="93724"/>
                      <a:pt x="102678" y="95357"/>
                      <a:pt x="100334" y="97784"/>
                    </a:cubicBezTo>
                    <a:cubicBezTo>
                      <a:pt x="97990" y="100212"/>
                      <a:pt x="95353" y="103184"/>
                      <a:pt x="92423" y="106700"/>
                    </a:cubicBezTo>
                    <a:cubicBezTo>
                      <a:pt x="89493" y="110216"/>
                      <a:pt x="86479" y="113900"/>
                      <a:pt x="83381" y="117751"/>
                    </a:cubicBezTo>
                    <a:lnTo>
                      <a:pt x="74842" y="128424"/>
                    </a:lnTo>
                    <a:cubicBezTo>
                      <a:pt x="76349" y="136461"/>
                      <a:pt x="77772" y="143409"/>
                      <a:pt x="79112" y="149270"/>
                    </a:cubicBezTo>
                    <a:cubicBezTo>
                      <a:pt x="80451" y="155130"/>
                      <a:pt x="81644" y="160006"/>
                      <a:pt x="82691" y="163899"/>
                    </a:cubicBezTo>
                    <a:cubicBezTo>
                      <a:pt x="83737" y="167792"/>
                      <a:pt x="84658" y="170868"/>
                      <a:pt x="85453" y="173129"/>
                    </a:cubicBezTo>
                    <a:cubicBezTo>
                      <a:pt x="86249" y="175389"/>
                      <a:pt x="87107" y="177084"/>
                      <a:pt x="88028" y="178214"/>
                    </a:cubicBezTo>
                    <a:cubicBezTo>
                      <a:pt x="88948" y="179344"/>
                      <a:pt x="89890" y="180140"/>
                      <a:pt x="90853" y="180600"/>
                    </a:cubicBezTo>
                    <a:cubicBezTo>
                      <a:pt x="91816" y="181061"/>
                      <a:pt x="92925" y="181291"/>
                      <a:pt x="94181" y="181291"/>
                    </a:cubicBezTo>
                    <a:cubicBezTo>
                      <a:pt x="96441" y="181291"/>
                      <a:pt x="98639" y="180412"/>
                      <a:pt x="100773" y="178654"/>
                    </a:cubicBezTo>
                    <a:cubicBezTo>
                      <a:pt x="102908" y="176896"/>
                      <a:pt x="105985" y="172919"/>
                      <a:pt x="110003" y="166724"/>
                    </a:cubicBezTo>
                    <a:lnTo>
                      <a:pt x="118165" y="172124"/>
                    </a:lnTo>
                    <a:cubicBezTo>
                      <a:pt x="112305" y="180830"/>
                      <a:pt x="107010" y="186963"/>
                      <a:pt x="102280" y="190521"/>
                    </a:cubicBezTo>
                    <a:cubicBezTo>
                      <a:pt x="97550" y="194078"/>
                      <a:pt x="91920" y="195857"/>
                      <a:pt x="85390" y="195857"/>
                    </a:cubicBezTo>
                    <a:cubicBezTo>
                      <a:pt x="81791" y="195857"/>
                      <a:pt x="78735" y="195209"/>
                      <a:pt x="76224" y="193911"/>
                    </a:cubicBezTo>
                    <a:cubicBezTo>
                      <a:pt x="73712" y="192613"/>
                      <a:pt x="71536" y="190541"/>
                      <a:pt x="69694" y="187695"/>
                    </a:cubicBezTo>
                    <a:cubicBezTo>
                      <a:pt x="67852" y="184849"/>
                      <a:pt x="66220" y="180412"/>
                      <a:pt x="64796" y="174384"/>
                    </a:cubicBezTo>
                    <a:cubicBezTo>
                      <a:pt x="62201" y="163669"/>
                      <a:pt x="60611" y="155465"/>
                      <a:pt x="60025" y="149772"/>
                    </a:cubicBezTo>
                    <a:lnTo>
                      <a:pt x="58769" y="149772"/>
                    </a:lnTo>
                    <a:cubicBezTo>
                      <a:pt x="49895" y="162246"/>
                      <a:pt x="43302" y="171203"/>
                      <a:pt x="38991" y="176645"/>
                    </a:cubicBezTo>
                    <a:cubicBezTo>
                      <a:pt x="34680" y="182086"/>
                      <a:pt x="31122" y="186105"/>
                      <a:pt x="28317" y="188700"/>
                    </a:cubicBezTo>
                    <a:cubicBezTo>
                      <a:pt x="25513" y="191295"/>
                      <a:pt x="22792" y="193116"/>
                      <a:pt x="20155" y="194162"/>
                    </a:cubicBezTo>
                    <a:cubicBezTo>
                      <a:pt x="17518" y="195209"/>
                      <a:pt x="14023" y="195732"/>
                      <a:pt x="9670" y="195732"/>
                    </a:cubicBezTo>
                    <a:cubicBezTo>
                      <a:pt x="5735" y="195732"/>
                      <a:pt x="2512" y="195230"/>
                      <a:pt x="0" y="194225"/>
                    </a:cubicBezTo>
                    <a:lnTo>
                      <a:pt x="5023" y="171496"/>
                    </a:lnTo>
                    <a:lnTo>
                      <a:pt x="13813" y="171496"/>
                    </a:lnTo>
                    <a:cubicBezTo>
                      <a:pt x="14316" y="175012"/>
                      <a:pt x="15781" y="176770"/>
                      <a:pt x="18209" y="176770"/>
                    </a:cubicBezTo>
                    <a:cubicBezTo>
                      <a:pt x="19381" y="176770"/>
                      <a:pt x="20615" y="176456"/>
                      <a:pt x="21913" y="175828"/>
                    </a:cubicBezTo>
                    <a:cubicBezTo>
                      <a:pt x="23211" y="175201"/>
                      <a:pt x="25073" y="173694"/>
                      <a:pt x="27501" y="171308"/>
                    </a:cubicBezTo>
                    <a:cubicBezTo>
                      <a:pt x="29929" y="168922"/>
                      <a:pt x="33277" y="165176"/>
                      <a:pt x="37547" y="160069"/>
                    </a:cubicBezTo>
                    <a:cubicBezTo>
                      <a:pt x="41816" y="154962"/>
                      <a:pt x="48011" y="147302"/>
                      <a:pt x="56132" y="137089"/>
                    </a:cubicBezTo>
                    <a:cubicBezTo>
                      <a:pt x="54876" y="130475"/>
                      <a:pt x="53578" y="124113"/>
                      <a:pt x="52239" y="118002"/>
                    </a:cubicBezTo>
                    <a:cubicBezTo>
                      <a:pt x="50900" y="111890"/>
                      <a:pt x="49518" y="106198"/>
                      <a:pt x="48095" y="100924"/>
                    </a:cubicBezTo>
                    <a:cubicBezTo>
                      <a:pt x="46672" y="95650"/>
                      <a:pt x="45500" y="92196"/>
                      <a:pt x="44579" y="90564"/>
                    </a:cubicBezTo>
                    <a:cubicBezTo>
                      <a:pt x="43658" y="88931"/>
                      <a:pt x="42674" y="87801"/>
                      <a:pt x="41628" y="87173"/>
                    </a:cubicBezTo>
                    <a:cubicBezTo>
                      <a:pt x="40582" y="86545"/>
                      <a:pt x="39263" y="86232"/>
                      <a:pt x="37672" y="86232"/>
                    </a:cubicBezTo>
                    <a:cubicBezTo>
                      <a:pt x="35914" y="86232"/>
                      <a:pt x="34324" y="86629"/>
                      <a:pt x="32901" y="87424"/>
                    </a:cubicBezTo>
                    <a:cubicBezTo>
                      <a:pt x="31477" y="88220"/>
                      <a:pt x="29929" y="89601"/>
                      <a:pt x="28254" y="91568"/>
                    </a:cubicBezTo>
                    <a:cubicBezTo>
                      <a:pt x="26580" y="93536"/>
                      <a:pt x="24362" y="96612"/>
                      <a:pt x="21599" y="100798"/>
                    </a:cubicBezTo>
                    <a:lnTo>
                      <a:pt x="13437" y="95398"/>
                    </a:lnTo>
                    <a:cubicBezTo>
                      <a:pt x="18711" y="87445"/>
                      <a:pt x="23776" y="81502"/>
                      <a:pt x="28631" y="77567"/>
                    </a:cubicBezTo>
                    <a:cubicBezTo>
                      <a:pt x="33487" y="73632"/>
                      <a:pt x="39221" y="71665"/>
                      <a:pt x="45835" y="71665"/>
                    </a:cubicBezTo>
                    <a:close/>
                    <a:moveTo>
                      <a:pt x="180352" y="0"/>
                    </a:moveTo>
                    <a:lnTo>
                      <a:pt x="204351" y="0"/>
                    </a:lnTo>
                    <a:lnTo>
                      <a:pt x="204351" y="7255"/>
                    </a:lnTo>
                    <a:lnTo>
                      <a:pt x="173376" y="81762"/>
                    </a:lnTo>
                    <a:lnTo>
                      <a:pt x="162493" y="7850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7C8A62D3-83D0-4F8E-A47C-3EE391B909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314864" y="5056532"/>
                <a:ext cx="1420764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箭头连接符 180">
                <a:extLst>
                  <a:ext uri="{FF2B5EF4-FFF2-40B4-BE49-F238E27FC236}">
                    <a16:creationId xmlns:a16="http://schemas.microsoft.com/office/drawing/2014/main" id="{51F561AC-2C3A-495B-897F-98439F5089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5535" y="5056532"/>
                <a:ext cx="143808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FC3B0DD6-7C12-4E17-9143-C2A18EC8548E}"/>
                  </a:ext>
                </a:extLst>
              </p:cNvPr>
              <p:cNvSpPr txBox="1"/>
              <p:nvPr/>
            </p:nvSpPr>
            <p:spPr>
              <a:xfrm>
                <a:off x="12135870" y="5011136"/>
                <a:ext cx="206592" cy="198368"/>
              </a:xfrm>
              <a:custGeom>
                <a:avLst/>
                <a:gdLst/>
                <a:ahLst/>
                <a:cxnLst/>
                <a:rect l="l" t="t" r="r" b="b"/>
                <a:pathLst>
                  <a:path w="129341" h="124192">
                    <a:moveTo>
                      <a:pt x="45835" y="0"/>
                    </a:moveTo>
                    <a:cubicBezTo>
                      <a:pt x="48430" y="0"/>
                      <a:pt x="50711" y="293"/>
                      <a:pt x="52678" y="879"/>
                    </a:cubicBezTo>
                    <a:cubicBezTo>
                      <a:pt x="54646" y="1465"/>
                      <a:pt x="56383" y="2365"/>
                      <a:pt x="57890" y="3579"/>
                    </a:cubicBezTo>
                    <a:cubicBezTo>
                      <a:pt x="59397" y="4793"/>
                      <a:pt x="60736" y="6362"/>
                      <a:pt x="61908" y="8288"/>
                    </a:cubicBezTo>
                    <a:cubicBezTo>
                      <a:pt x="63080" y="10213"/>
                      <a:pt x="64210" y="12829"/>
                      <a:pt x="65299" y="16136"/>
                    </a:cubicBezTo>
                    <a:cubicBezTo>
                      <a:pt x="66387" y="19443"/>
                      <a:pt x="67412" y="23545"/>
                      <a:pt x="68375" y="28442"/>
                    </a:cubicBezTo>
                    <a:cubicBezTo>
                      <a:pt x="69338" y="33340"/>
                      <a:pt x="70196" y="38426"/>
                      <a:pt x="70949" y="43700"/>
                    </a:cubicBezTo>
                    <a:lnTo>
                      <a:pt x="72205" y="43700"/>
                    </a:lnTo>
                    <a:cubicBezTo>
                      <a:pt x="80242" y="32398"/>
                      <a:pt x="86332" y="24131"/>
                      <a:pt x="90476" y="18899"/>
                    </a:cubicBezTo>
                    <a:cubicBezTo>
                      <a:pt x="94620" y="13667"/>
                      <a:pt x="98115" y="9774"/>
                      <a:pt x="100961" y="7220"/>
                    </a:cubicBezTo>
                    <a:cubicBezTo>
                      <a:pt x="103808" y="4667"/>
                      <a:pt x="106550" y="2867"/>
                      <a:pt x="109187" y="1821"/>
                    </a:cubicBezTo>
                    <a:cubicBezTo>
                      <a:pt x="111824" y="774"/>
                      <a:pt x="115319" y="251"/>
                      <a:pt x="119672" y="251"/>
                    </a:cubicBezTo>
                    <a:cubicBezTo>
                      <a:pt x="123607" y="251"/>
                      <a:pt x="126830" y="753"/>
                      <a:pt x="129341" y="1758"/>
                    </a:cubicBezTo>
                    <a:lnTo>
                      <a:pt x="124318" y="24487"/>
                    </a:lnTo>
                    <a:lnTo>
                      <a:pt x="115528" y="24487"/>
                    </a:lnTo>
                    <a:cubicBezTo>
                      <a:pt x="115026" y="20971"/>
                      <a:pt x="113561" y="19213"/>
                      <a:pt x="111133" y="19213"/>
                    </a:cubicBezTo>
                    <a:cubicBezTo>
                      <a:pt x="110380" y="19213"/>
                      <a:pt x="109584" y="19338"/>
                      <a:pt x="108747" y="19590"/>
                    </a:cubicBezTo>
                    <a:cubicBezTo>
                      <a:pt x="107910" y="19841"/>
                      <a:pt x="106884" y="20385"/>
                      <a:pt x="105670" y="21222"/>
                    </a:cubicBezTo>
                    <a:cubicBezTo>
                      <a:pt x="104457" y="22059"/>
                      <a:pt x="102678" y="23692"/>
                      <a:pt x="100334" y="26119"/>
                    </a:cubicBezTo>
                    <a:cubicBezTo>
                      <a:pt x="97990" y="28547"/>
                      <a:pt x="95353" y="31519"/>
                      <a:pt x="92422" y="35035"/>
                    </a:cubicBezTo>
                    <a:cubicBezTo>
                      <a:pt x="89492" y="38551"/>
                      <a:pt x="86479" y="42235"/>
                      <a:pt x="83381" y="46086"/>
                    </a:cubicBezTo>
                    <a:lnTo>
                      <a:pt x="74842" y="56759"/>
                    </a:lnTo>
                    <a:cubicBezTo>
                      <a:pt x="76349" y="64796"/>
                      <a:pt x="77772" y="71744"/>
                      <a:pt x="79112" y="77605"/>
                    </a:cubicBezTo>
                    <a:cubicBezTo>
                      <a:pt x="80451" y="83465"/>
                      <a:pt x="81644" y="88341"/>
                      <a:pt x="82691" y="92234"/>
                    </a:cubicBezTo>
                    <a:cubicBezTo>
                      <a:pt x="83737" y="96127"/>
                      <a:pt x="84658" y="99203"/>
                      <a:pt x="85453" y="101464"/>
                    </a:cubicBezTo>
                    <a:cubicBezTo>
                      <a:pt x="86248" y="103724"/>
                      <a:pt x="87107" y="105419"/>
                      <a:pt x="88027" y="106549"/>
                    </a:cubicBezTo>
                    <a:cubicBezTo>
                      <a:pt x="88948" y="107679"/>
                      <a:pt x="89890" y="108475"/>
                      <a:pt x="90853" y="108935"/>
                    </a:cubicBezTo>
                    <a:cubicBezTo>
                      <a:pt x="91816" y="109396"/>
                      <a:pt x="92925" y="109626"/>
                      <a:pt x="94181" y="109626"/>
                    </a:cubicBezTo>
                    <a:cubicBezTo>
                      <a:pt x="96441" y="109626"/>
                      <a:pt x="98638" y="108747"/>
                      <a:pt x="100773" y="106989"/>
                    </a:cubicBezTo>
                    <a:cubicBezTo>
                      <a:pt x="102908" y="105231"/>
                      <a:pt x="105984" y="101254"/>
                      <a:pt x="110003" y="95059"/>
                    </a:cubicBezTo>
                    <a:lnTo>
                      <a:pt x="118165" y="100459"/>
                    </a:lnTo>
                    <a:cubicBezTo>
                      <a:pt x="112305" y="109165"/>
                      <a:pt x="107010" y="115298"/>
                      <a:pt x="102280" y="118856"/>
                    </a:cubicBezTo>
                    <a:cubicBezTo>
                      <a:pt x="97550" y="122413"/>
                      <a:pt x="91920" y="124192"/>
                      <a:pt x="85390" y="124192"/>
                    </a:cubicBezTo>
                    <a:cubicBezTo>
                      <a:pt x="81791" y="124192"/>
                      <a:pt x="78735" y="123544"/>
                      <a:pt x="76223" y="122246"/>
                    </a:cubicBezTo>
                    <a:cubicBezTo>
                      <a:pt x="73712" y="120948"/>
                      <a:pt x="71535" y="118876"/>
                      <a:pt x="69694" y="116030"/>
                    </a:cubicBezTo>
                    <a:cubicBezTo>
                      <a:pt x="67852" y="113184"/>
                      <a:pt x="66219" y="108747"/>
                      <a:pt x="64796" y="102719"/>
                    </a:cubicBezTo>
                    <a:cubicBezTo>
                      <a:pt x="62201" y="92004"/>
                      <a:pt x="60610" y="83800"/>
                      <a:pt x="60024" y="78107"/>
                    </a:cubicBezTo>
                    <a:lnTo>
                      <a:pt x="58769" y="78107"/>
                    </a:lnTo>
                    <a:cubicBezTo>
                      <a:pt x="49895" y="90581"/>
                      <a:pt x="43302" y="99538"/>
                      <a:pt x="38991" y="104980"/>
                    </a:cubicBezTo>
                    <a:cubicBezTo>
                      <a:pt x="34679" y="110421"/>
                      <a:pt x="31122" y="114440"/>
                      <a:pt x="28317" y="117035"/>
                    </a:cubicBezTo>
                    <a:cubicBezTo>
                      <a:pt x="25513" y="119630"/>
                      <a:pt x="22792" y="121451"/>
                      <a:pt x="20155" y="122497"/>
                    </a:cubicBezTo>
                    <a:cubicBezTo>
                      <a:pt x="17518" y="123544"/>
                      <a:pt x="14023" y="124067"/>
                      <a:pt x="9669" y="124067"/>
                    </a:cubicBezTo>
                    <a:cubicBezTo>
                      <a:pt x="5735" y="124067"/>
                      <a:pt x="2512" y="123565"/>
                      <a:pt x="0" y="122560"/>
                    </a:cubicBezTo>
                    <a:lnTo>
                      <a:pt x="5023" y="99831"/>
                    </a:lnTo>
                    <a:lnTo>
                      <a:pt x="13813" y="99831"/>
                    </a:lnTo>
                    <a:cubicBezTo>
                      <a:pt x="14316" y="103347"/>
                      <a:pt x="15781" y="105105"/>
                      <a:pt x="18208" y="105105"/>
                    </a:cubicBezTo>
                    <a:cubicBezTo>
                      <a:pt x="19380" y="105105"/>
                      <a:pt x="20615" y="104791"/>
                      <a:pt x="21913" y="104163"/>
                    </a:cubicBezTo>
                    <a:cubicBezTo>
                      <a:pt x="23210" y="103536"/>
                      <a:pt x="25073" y="102029"/>
                      <a:pt x="27501" y="99643"/>
                    </a:cubicBezTo>
                    <a:cubicBezTo>
                      <a:pt x="29929" y="97257"/>
                      <a:pt x="33277" y="93511"/>
                      <a:pt x="37547" y="88404"/>
                    </a:cubicBezTo>
                    <a:cubicBezTo>
                      <a:pt x="41816" y="83297"/>
                      <a:pt x="48011" y="75637"/>
                      <a:pt x="56132" y="65424"/>
                    </a:cubicBezTo>
                    <a:cubicBezTo>
                      <a:pt x="54876" y="58810"/>
                      <a:pt x="53578" y="52448"/>
                      <a:pt x="52239" y="46337"/>
                    </a:cubicBezTo>
                    <a:cubicBezTo>
                      <a:pt x="50899" y="40225"/>
                      <a:pt x="49518" y="34533"/>
                      <a:pt x="48095" y="29259"/>
                    </a:cubicBezTo>
                    <a:cubicBezTo>
                      <a:pt x="46672" y="23985"/>
                      <a:pt x="45500" y="20531"/>
                      <a:pt x="44579" y="18899"/>
                    </a:cubicBezTo>
                    <a:cubicBezTo>
                      <a:pt x="43658" y="17266"/>
                      <a:pt x="42674" y="16136"/>
                      <a:pt x="41628" y="15508"/>
                    </a:cubicBezTo>
                    <a:cubicBezTo>
                      <a:pt x="40581" y="14880"/>
                      <a:pt x="39263" y="14567"/>
                      <a:pt x="37672" y="14567"/>
                    </a:cubicBezTo>
                    <a:cubicBezTo>
                      <a:pt x="35914" y="14567"/>
                      <a:pt x="34324" y="14964"/>
                      <a:pt x="32901" y="15760"/>
                    </a:cubicBezTo>
                    <a:cubicBezTo>
                      <a:pt x="31477" y="16555"/>
                      <a:pt x="29929" y="17936"/>
                      <a:pt x="28254" y="19903"/>
                    </a:cubicBezTo>
                    <a:cubicBezTo>
                      <a:pt x="26580" y="21871"/>
                      <a:pt x="24362" y="24947"/>
                      <a:pt x="21599" y="29133"/>
                    </a:cubicBezTo>
                    <a:lnTo>
                      <a:pt x="13437" y="23733"/>
                    </a:lnTo>
                    <a:cubicBezTo>
                      <a:pt x="18711" y="15780"/>
                      <a:pt x="23776" y="9837"/>
                      <a:pt x="28631" y="5902"/>
                    </a:cubicBezTo>
                    <a:cubicBezTo>
                      <a:pt x="33487" y="1967"/>
                      <a:pt x="39221" y="0"/>
                      <a:pt x="458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6D6AFBA2-86C0-4738-8463-874D30A14E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39657" y="3544236"/>
                <a:ext cx="328912" cy="2876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EF8A61DE-D4F9-45CA-BC94-C0C8798B915E}"/>
                  </a:ext>
                </a:extLst>
              </p:cNvPr>
              <p:cNvGrpSpPr/>
              <p:nvPr/>
            </p:nvGrpSpPr>
            <p:grpSpPr>
              <a:xfrm>
                <a:off x="-904148" y="2994071"/>
                <a:ext cx="4142038" cy="387491"/>
                <a:chOff x="-977360" y="9816143"/>
                <a:chExt cx="4142038" cy="387491"/>
              </a:xfrm>
            </p:grpSpPr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86DEBE08-E5AE-4ABD-A66A-5078BF4DEAF3}"/>
                    </a:ext>
                  </a:extLst>
                </p:cNvPr>
                <p:cNvSpPr txBox="1"/>
                <p:nvPr/>
              </p:nvSpPr>
              <p:spPr>
                <a:xfrm>
                  <a:off x="-977360" y="9856131"/>
                  <a:ext cx="639474" cy="340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355" h="213199">
                      <a:moveTo>
                        <a:pt x="358436" y="34205"/>
                      </a:moveTo>
                      <a:cubicBezTo>
                        <a:pt x="363579" y="39520"/>
                        <a:pt x="368637" y="43034"/>
                        <a:pt x="373609" y="44749"/>
                      </a:cubicBezTo>
                      <a:cubicBezTo>
                        <a:pt x="375667" y="45606"/>
                        <a:pt x="376695" y="46463"/>
                        <a:pt x="376695" y="47321"/>
                      </a:cubicBezTo>
                      <a:cubicBezTo>
                        <a:pt x="376695" y="48178"/>
                        <a:pt x="375024" y="49378"/>
                        <a:pt x="371680" y="50921"/>
                      </a:cubicBezTo>
                      <a:cubicBezTo>
                        <a:pt x="368337" y="52464"/>
                        <a:pt x="363236" y="57865"/>
                        <a:pt x="356378" y="67123"/>
                      </a:cubicBezTo>
                      <a:cubicBezTo>
                        <a:pt x="344034" y="83754"/>
                        <a:pt x="332033" y="98498"/>
                        <a:pt x="320374" y="111357"/>
                      </a:cubicBezTo>
                      <a:lnTo>
                        <a:pt x="376695" y="171022"/>
                      </a:lnTo>
                      <a:lnTo>
                        <a:pt x="363579" y="182080"/>
                      </a:lnTo>
                      <a:cubicBezTo>
                        <a:pt x="344891" y="159963"/>
                        <a:pt x="327232" y="139989"/>
                        <a:pt x="310601" y="122159"/>
                      </a:cubicBezTo>
                      <a:cubicBezTo>
                        <a:pt x="290199" y="143761"/>
                        <a:pt x="267739" y="163650"/>
                        <a:pt x="243221" y="181823"/>
                      </a:cubicBezTo>
                      <a:cubicBezTo>
                        <a:pt x="242021" y="175994"/>
                        <a:pt x="237735" y="171365"/>
                        <a:pt x="230363" y="167936"/>
                      </a:cubicBezTo>
                      <a:cubicBezTo>
                        <a:pt x="253508" y="154906"/>
                        <a:pt x="276997" y="136218"/>
                        <a:pt x="300829" y="111872"/>
                      </a:cubicBezTo>
                      <a:cubicBezTo>
                        <a:pt x="280083" y="89926"/>
                        <a:pt x="260195" y="70209"/>
                        <a:pt x="241164" y="52721"/>
                      </a:cubicBezTo>
                      <a:lnTo>
                        <a:pt x="251708" y="43720"/>
                      </a:lnTo>
                      <a:cubicBezTo>
                        <a:pt x="276226" y="67037"/>
                        <a:pt x="295942" y="86240"/>
                        <a:pt x="310858" y="101327"/>
                      </a:cubicBezTo>
                      <a:cubicBezTo>
                        <a:pt x="332290" y="77324"/>
                        <a:pt x="348149" y="54950"/>
                        <a:pt x="358436" y="34205"/>
                      </a:cubicBezTo>
                      <a:close/>
                      <a:moveTo>
                        <a:pt x="201559" y="9773"/>
                      </a:moveTo>
                      <a:cubicBezTo>
                        <a:pt x="210817" y="11488"/>
                        <a:pt x="242964" y="12345"/>
                        <a:pt x="298000" y="12345"/>
                      </a:cubicBezTo>
                      <a:cubicBezTo>
                        <a:pt x="353035" y="12345"/>
                        <a:pt x="384153" y="11488"/>
                        <a:pt x="391354" y="9773"/>
                      </a:cubicBezTo>
                      <a:lnTo>
                        <a:pt x="391354" y="28547"/>
                      </a:lnTo>
                      <a:cubicBezTo>
                        <a:pt x="379010" y="26661"/>
                        <a:pt x="348577" y="25718"/>
                        <a:pt x="300057" y="25718"/>
                      </a:cubicBezTo>
                      <a:lnTo>
                        <a:pt x="218275" y="25718"/>
                      </a:lnTo>
                      <a:lnTo>
                        <a:pt x="218275" y="197254"/>
                      </a:lnTo>
                      <a:lnTo>
                        <a:pt x="311116" y="197254"/>
                      </a:lnTo>
                      <a:cubicBezTo>
                        <a:pt x="357921" y="197254"/>
                        <a:pt x="387668" y="196311"/>
                        <a:pt x="400355" y="194425"/>
                      </a:cubicBezTo>
                      <a:lnTo>
                        <a:pt x="400355" y="213199"/>
                      </a:lnTo>
                      <a:cubicBezTo>
                        <a:pt x="390926" y="211313"/>
                        <a:pt x="357750" y="210370"/>
                        <a:pt x="300829" y="210370"/>
                      </a:cubicBezTo>
                      <a:cubicBezTo>
                        <a:pt x="243907" y="210370"/>
                        <a:pt x="210817" y="211313"/>
                        <a:pt x="201559" y="213199"/>
                      </a:cubicBezTo>
                      <a:cubicBezTo>
                        <a:pt x="202416" y="199654"/>
                        <a:pt x="202845" y="185852"/>
                        <a:pt x="202845" y="171793"/>
                      </a:cubicBezTo>
                      <a:lnTo>
                        <a:pt x="202845" y="51435"/>
                      </a:lnTo>
                      <a:cubicBezTo>
                        <a:pt x="202845" y="34805"/>
                        <a:pt x="202416" y="20917"/>
                        <a:pt x="201559" y="9773"/>
                      </a:cubicBezTo>
                      <a:close/>
                      <a:moveTo>
                        <a:pt x="0" y="0"/>
                      </a:moveTo>
                      <a:lnTo>
                        <a:pt x="4115" y="0"/>
                      </a:lnTo>
                      <a:lnTo>
                        <a:pt x="126788" y="141447"/>
                      </a:lnTo>
                      <a:lnTo>
                        <a:pt x="126788" y="0"/>
                      </a:lnTo>
                      <a:lnTo>
                        <a:pt x="145047" y="0"/>
                      </a:lnTo>
                      <a:lnTo>
                        <a:pt x="145047" y="184652"/>
                      </a:lnTo>
                      <a:lnTo>
                        <a:pt x="140932" y="184652"/>
                      </a:lnTo>
                      <a:lnTo>
                        <a:pt x="19031" y="45006"/>
                      </a:lnTo>
                      <a:lnTo>
                        <a:pt x="19031" y="184652"/>
                      </a:lnTo>
                      <a:lnTo>
                        <a:pt x="0" y="18465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20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C0C847FF-01FD-45E2-8762-1337DEC8826F}"/>
                    </a:ext>
                  </a:extLst>
                </p:cNvPr>
                <p:cNvSpPr txBox="1"/>
                <p:nvPr/>
              </p:nvSpPr>
              <p:spPr>
                <a:xfrm>
                  <a:off x="-260355" y="9816143"/>
                  <a:ext cx="1775413" cy="3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531" h="238509">
                      <a:moveTo>
                        <a:pt x="660502" y="126397"/>
                      </a:moveTo>
                      <a:cubicBezTo>
                        <a:pt x="683444" y="127913"/>
                        <a:pt x="710668" y="128672"/>
                        <a:pt x="742173" y="128672"/>
                      </a:cubicBezTo>
                      <a:cubicBezTo>
                        <a:pt x="773679" y="128672"/>
                        <a:pt x="798627" y="127913"/>
                        <a:pt x="817017" y="126397"/>
                      </a:cubicBezTo>
                      <a:lnTo>
                        <a:pt x="817017" y="148189"/>
                      </a:lnTo>
                      <a:cubicBezTo>
                        <a:pt x="800186" y="146844"/>
                        <a:pt x="777481" y="146171"/>
                        <a:pt x="748902" y="146171"/>
                      </a:cubicBezTo>
                      <a:lnTo>
                        <a:pt x="748902" y="208898"/>
                      </a:lnTo>
                      <a:cubicBezTo>
                        <a:pt x="795338" y="208898"/>
                        <a:pt x="829060" y="208140"/>
                        <a:pt x="850068" y="206624"/>
                      </a:cubicBezTo>
                      <a:lnTo>
                        <a:pt x="850068" y="228419"/>
                      </a:lnTo>
                      <a:cubicBezTo>
                        <a:pt x="828219" y="227074"/>
                        <a:pt x="794380" y="226402"/>
                        <a:pt x="748551" y="226402"/>
                      </a:cubicBezTo>
                      <a:cubicBezTo>
                        <a:pt x="702721" y="226402"/>
                        <a:pt x="662691" y="227074"/>
                        <a:pt x="628460" y="228419"/>
                      </a:cubicBezTo>
                      <a:lnTo>
                        <a:pt x="628460" y="206624"/>
                      </a:lnTo>
                      <a:cubicBezTo>
                        <a:pt x="654885" y="208140"/>
                        <a:pt x="688019" y="208898"/>
                        <a:pt x="727862" y="208898"/>
                      </a:cubicBezTo>
                      <a:lnTo>
                        <a:pt x="727862" y="146171"/>
                      </a:lnTo>
                      <a:cubicBezTo>
                        <a:pt x="697727" y="146509"/>
                        <a:pt x="675274" y="147181"/>
                        <a:pt x="660502" y="148189"/>
                      </a:cubicBezTo>
                      <a:close/>
                      <a:moveTo>
                        <a:pt x="531383" y="119590"/>
                      </a:moveTo>
                      <a:lnTo>
                        <a:pt x="604139" y="119590"/>
                      </a:lnTo>
                      <a:lnTo>
                        <a:pt x="604139" y="139613"/>
                      </a:lnTo>
                      <a:lnTo>
                        <a:pt x="531383" y="139613"/>
                      </a:lnTo>
                      <a:close/>
                      <a:moveTo>
                        <a:pt x="183816" y="116303"/>
                      </a:moveTo>
                      <a:cubicBezTo>
                        <a:pt x="191170" y="121366"/>
                        <a:pt x="197607" y="124768"/>
                        <a:pt x="203128" y="126510"/>
                      </a:cubicBezTo>
                      <a:cubicBezTo>
                        <a:pt x="206533" y="127560"/>
                        <a:pt x="208236" y="129270"/>
                        <a:pt x="208236" y="131639"/>
                      </a:cubicBezTo>
                      <a:cubicBezTo>
                        <a:pt x="208236" y="134009"/>
                        <a:pt x="207210" y="135655"/>
                        <a:pt x="205158" y="136578"/>
                      </a:cubicBezTo>
                      <a:cubicBezTo>
                        <a:pt x="203106" y="137501"/>
                        <a:pt x="201102" y="138902"/>
                        <a:pt x="199146" y="140781"/>
                      </a:cubicBezTo>
                      <a:cubicBezTo>
                        <a:pt x="197191" y="142660"/>
                        <a:pt x="195471" y="144753"/>
                        <a:pt x="193987" y="147060"/>
                      </a:cubicBezTo>
                      <a:cubicBezTo>
                        <a:pt x="186017" y="158421"/>
                        <a:pt x="173392" y="170783"/>
                        <a:pt x="156111" y="184147"/>
                      </a:cubicBezTo>
                      <a:cubicBezTo>
                        <a:pt x="138831" y="197511"/>
                        <a:pt x="116970" y="208939"/>
                        <a:pt x="90528" y="218432"/>
                      </a:cubicBezTo>
                      <a:cubicBezTo>
                        <a:pt x="64086" y="227924"/>
                        <a:pt x="36771" y="234617"/>
                        <a:pt x="8583" y="238509"/>
                      </a:cubicBezTo>
                      <a:cubicBezTo>
                        <a:pt x="7785" y="230416"/>
                        <a:pt x="4924" y="222202"/>
                        <a:pt x="0" y="213865"/>
                      </a:cubicBezTo>
                      <a:cubicBezTo>
                        <a:pt x="25763" y="213109"/>
                        <a:pt x="49062" y="209690"/>
                        <a:pt x="69898" y="203606"/>
                      </a:cubicBezTo>
                      <a:cubicBezTo>
                        <a:pt x="90733" y="197522"/>
                        <a:pt x="108657" y="190001"/>
                        <a:pt x="123671" y="181043"/>
                      </a:cubicBezTo>
                      <a:cubicBezTo>
                        <a:pt x="138685" y="172085"/>
                        <a:pt x="151298" y="162787"/>
                        <a:pt x="161510" y="153151"/>
                      </a:cubicBezTo>
                      <a:cubicBezTo>
                        <a:pt x="171722" y="143515"/>
                        <a:pt x="179157" y="131233"/>
                        <a:pt x="183816" y="116303"/>
                      </a:cubicBezTo>
                      <a:close/>
                      <a:moveTo>
                        <a:pt x="950998" y="91582"/>
                      </a:moveTo>
                      <a:cubicBezTo>
                        <a:pt x="959720" y="94818"/>
                        <a:pt x="966712" y="96515"/>
                        <a:pt x="971973" y="96673"/>
                      </a:cubicBezTo>
                      <a:cubicBezTo>
                        <a:pt x="975871" y="96952"/>
                        <a:pt x="977820" y="98180"/>
                        <a:pt x="977820" y="100356"/>
                      </a:cubicBezTo>
                      <a:cubicBezTo>
                        <a:pt x="977820" y="102533"/>
                        <a:pt x="976675" y="104383"/>
                        <a:pt x="974384" y="105908"/>
                      </a:cubicBezTo>
                      <a:cubicBezTo>
                        <a:pt x="971430" y="107876"/>
                        <a:pt x="968964" y="113557"/>
                        <a:pt x="966987" y="122949"/>
                      </a:cubicBezTo>
                      <a:cubicBezTo>
                        <a:pt x="961648" y="149653"/>
                        <a:pt x="954109" y="171034"/>
                        <a:pt x="944371" y="187092"/>
                      </a:cubicBezTo>
                      <a:cubicBezTo>
                        <a:pt x="934633" y="203151"/>
                        <a:pt x="919532" y="219113"/>
                        <a:pt x="899068" y="234977"/>
                      </a:cubicBezTo>
                      <a:cubicBezTo>
                        <a:pt x="894289" y="229172"/>
                        <a:pt x="888213" y="224733"/>
                        <a:pt x="880841" y="221660"/>
                      </a:cubicBezTo>
                      <a:cubicBezTo>
                        <a:pt x="905069" y="204617"/>
                        <a:pt x="922191" y="186535"/>
                        <a:pt x="932206" y="167415"/>
                      </a:cubicBezTo>
                      <a:cubicBezTo>
                        <a:pt x="942221" y="148294"/>
                        <a:pt x="948485" y="123016"/>
                        <a:pt x="950998" y="91582"/>
                      </a:cubicBezTo>
                      <a:close/>
                      <a:moveTo>
                        <a:pt x="1039144" y="88805"/>
                      </a:moveTo>
                      <a:cubicBezTo>
                        <a:pt x="1043586" y="154122"/>
                        <a:pt x="1067715" y="196955"/>
                        <a:pt x="1111531" y="217304"/>
                      </a:cubicBezTo>
                      <a:cubicBezTo>
                        <a:pt x="1103143" y="223587"/>
                        <a:pt x="1096906" y="229646"/>
                        <a:pt x="1092818" y="235484"/>
                      </a:cubicBezTo>
                      <a:cubicBezTo>
                        <a:pt x="1071306" y="222025"/>
                        <a:pt x="1054703" y="204284"/>
                        <a:pt x="1043010" y="182262"/>
                      </a:cubicBezTo>
                      <a:cubicBezTo>
                        <a:pt x="1031317" y="160240"/>
                        <a:pt x="1023094" y="130729"/>
                        <a:pt x="1018341" y="93728"/>
                      </a:cubicBezTo>
                      <a:close/>
                      <a:moveTo>
                        <a:pt x="766499" y="65595"/>
                      </a:moveTo>
                      <a:cubicBezTo>
                        <a:pt x="796197" y="83362"/>
                        <a:pt x="820690" y="99887"/>
                        <a:pt x="839978" y="115170"/>
                      </a:cubicBezTo>
                      <a:lnTo>
                        <a:pt x="826368" y="130026"/>
                      </a:lnTo>
                      <a:cubicBezTo>
                        <a:pt x="819103" y="123553"/>
                        <a:pt x="808482" y="115451"/>
                        <a:pt x="794507" y="105719"/>
                      </a:cubicBezTo>
                      <a:cubicBezTo>
                        <a:pt x="780531" y="95986"/>
                        <a:pt x="767651" y="87920"/>
                        <a:pt x="755866" y="81520"/>
                      </a:cubicBezTo>
                      <a:close/>
                      <a:moveTo>
                        <a:pt x="704535" y="63578"/>
                      </a:moveTo>
                      <a:cubicBezTo>
                        <a:pt x="708902" y="68732"/>
                        <a:pt x="713337" y="72735"/>
                        <a:pt x="717840" y="75585"/>
                      </a:cubicBezTo>
                      <a:cubicBezTo>
                        <a:pt x="720383" y="77278"/>
                        <a:pt x="721654" y="79003"/>
                        <a:pt x="721654" y="80761"/>
                      </a:cubicBezTo>
                      <a:cubicBezTo>
                        <a:pt x="721654" y="82518"/>
                        <a:pt x="719616" y="84054"/>
                        <a:pt x="715542" y="85370"/>
                      </a:cubicBezTo>
                      <a:cubicBezTo>
                        <a:pt x="711915" y="86532"/>
                        <a:pt x="708682" y="88532"/>
                        <a:pt x="705846" y="91369"/>
                      </a:cubicBezTo>
                      <a:cubicBezTo>
                        <a:pt x="687428" y="106773"/>
                        <a:pt x="667154" y="121256"/>
                        <a:pt x="645024" y="134820"/>
                      </a:cubicBezTo>
                      <a:cubicBezTo>
                        <a:pt x="641777" y="128331"/>
                        <a:pt x="637265" y="123077"/>
                        <a:pt x="631490" y="119056"/>
                      </a:cubicBezTo>
                      <a:cubicBezTo>
                        <a:pt x="645222" y="112409"/>
                        <a:pt x="658436" y="104315"/>
                        <a:pt x="671131" y="94773"/>
                      </a:cubicBezTo>
                      <a:cubicBezTo>
                        <a:pt x="683826" y="85230"/>
                        <a:pt x="694961" y="74832"/>
                        <a:pt x="704535" y="63578"/>
                      </a:cubicBezTo>
                      <a:close/>
                      <a:moveTo>
                        <a:pt x="59183" y="43141"/>
                      </a:moveTo>
                      <a:cubicBezTo>
                        <a:pt x="66274" y="47598"/>
                        <a:pt x="72246" y="50738"/>
                        <a:pt x="77101" y="52560"/>
                      </a:cubicBezTo>
                      <a:cubicBezTo>
                        <a:pt x="80428" y="53669"/>
                        <a:pt x="82091" y="55218"/>
                        <a:pt x="82091" y="57207"/>
                      </a:cubicBezTo>
                      <a:cubicBezTo>
                        <a:pt x="82091" y="59196"/>
                        <a:pt x="80388" y="61356"/>
                        <a:pt x="76982" y="63687"/>
                      </a:cubicBezTo>
                      <a:cubicBezTo>
                        <a:pt x="73576" y="66017"/>
                        <a:pt x="69640" y="71024"/>
                        <a:pt x="65174" y="78707"/>
                      </a:cubicBezTo>
                      <a:cubicBezTo>
                        <a:pt x="52420" y="101435"/>
                        <a:pt x="38187" y="121401"/>
                        <a:pt x="22475" y="138605"/>
                      </a:cubicBezTo>
                      <a:cubicBezTo>
                        <a:pt x="19094" y="133427"/>
                        <a:pt x="13537" y="129293"/>
                        <a:pt x="5803" y="126204"/>
                      </a:cubicBezTo>
                      <a:cubicBezTo>
                        <a:pt x="17263" y="115794"/>
                        <a:pt x="27635" y="103543"/>
                        <a:pt x="36919" y="89452"/>
                      </a:cubicBezTo>
                      <a:cubicBezTo>
                        <a:pt x="46203" y="75361"/>
                        <a:pt x="53624" y="59924"/>
                        <a:pt x="59183" y="43141"/>
                      </a:cubicBezTo>
                      <a:close/>
                      <a:moveTo>
                        <a:pt x="164219" y="41879"/>
                      </a:moveTo>
                      <a:cubicBezTo>
                        <a:pt x="190710" y="61711"/>
                        <a:pt x="214634" y="83253"/>
                        <a:pt x="235990" y="106506"/>
                      </a:cubicBezTo>
                      <a:lnTo>
                        <a:pt x="220166" y="120691"/>
                      </a:lnTo>
                      <a:cubicBezTo>
                        <a:pt x="204602" y="100090"/>
                        <a:pt x="181587" y="78617"/>
                        <a:pt x="151123" y="56273"/>
                      </a:cubicBezTo>
                      <a:close/>
                      <a:moveTo>
                        <a:pt x="299498" y="21192"/>
                      </a:moveTo>
                      <a:cubicBezTo>
                        <a:pt x="310241" y="22036"/>
                        <a:pt x="339457" y="22458"/>
                        <a:pt x="387147" y="22458"/>
                      </a:cubicBezTo>
                      <a:cubicBezTo>
                        <a:pt x="434836" y="22458"/>
                        <a:pt x="463511" y="22036"/>
                        <a:pt x="473172" y="21192"/>
                      </a:cubicBezTo>
                      <a:lnTo>
                        <a:pt x="473172" y="41598"/>
                      </a:lnTo>
                      <a:cubicBezTo>
                        <a:pt x="466426" y="42792"/>
                        <a:pt x="460120" y="45688"/>
                        <a:pt x="454253" y="50285"/>
                      </a:cubicBezTo>
                      <a:lnTo>
                        <a:pt x="398997" y="93398"/>
                      </a:lnTo>
                      <a:lnTo>
                        <a:pt x="398997" y="107226"/>
                      </a:lnTo>
                      <a:cubicBezTo>
                        <a:pt x="445532" y="107226"/>
                        <a:pt x="480264" y="106300"/>
                        <a:pt x="503193" y="104449"/>
                      </a:cubicBezTo>
                      <a:lnTo>
                        <a:pt x="503193" y="128511"/>
                      </a:lnTo>
                      <a:cubicBezTo>
                        <a:pt x="479948" y="126831"/>
                        <a:pt x="445216" y="125991"/>
                        <a:pt x="398997" y="125991"/>
                      </a:cubicBezTo>
                      <a:lnTo>
                        <a:pt x="398997" y="213736"/>
                      </a:lnTo>
                      <a:cubicBezTo>
                        <a:pt x="398997" y="219383"/>
                        <a:pt x="397673" y="223873"/>
                        <a:pt x="395024" y="227206"/>
                      </a:cubicBezTo>
                      <a:cubicBezTo>
                        <a:pt x="392376" y="230538"/>
                        <a:pt x="387349" y="233087"/>
                        <a:pt x="379942" y="234851"/>
                      </a:cubicBezTo>
                      <a:cubicBezTo>
                        <a:pt x="372534" y="236615"/>
                        <a:pt x="360774" y="237582"/>
                        <a:pt x="344660" y="237754"/>
                      </a:cubicBezTo>
                      <a:cubicBezTo>
                        <a:pt x="345333" y="228096"/>
                        <a:pt x="342809" y="219066"/>
                        <a:pt x="337090" y="210662"/>
                      </a:cubicBezTo>
                      <a:cubicBezTo>
                        <a:pt x="350190" y="212682"/>
                        <a:pt x="359291" y="213692"/>
                        <a:pt x="364393" y="213692"/>
                      </a:cubicBezTo>
                      <a:cubicBezTo>
                        <a:pt x="369495" y="213692"/>
                        <a:pt x="372948" y="213048"/>
                        <a:pt x="374752" y="211761"/>
                      </a:cubicBezTo>
                      <a:cubicBezTo>
                        <a:pt x="376556" y="210474"/>
                        <a:pt x="377458" y="207348"/>
                        <a:pt x="377458" y="202384"/>
                      </a:cubicBezTo>
                      <a:lnTo>
                        <a:pt x="377458" y="125991"/>
                      </a:lnTo>
                      <a:cubicBezTo>
                        <a:pt x="324978" y="125991"/>
                        <a:pt x="288649" y="126831"/>
                        <a:pt x="268468" y="128511"/>
                      </a:cubicBezTo>
                      <a:lnTo>
                        <a:pt x="268468" y="104449"/>
                      </a:lnTo>
                      <a:cubicBezTo>
                        <a:pt x="288397" y="106300"/>
                        <a:pt x="324727" y="107226"/>
                        <a:pt x="377458" y="107226"/>
                      </a:cubicBezTo>
                      <a:lnTo>
                        <a:pt x="377458" y="84763"/>
                      </a:lnTo>
                      <a:lnTo>
                        <a:pt x="439016" y="40967"/>
                      </a:lnTo>
                      <a:lnTo>
                        <a:pt x="356314" y="40967"/>
                      </a:lnTo>
                      <a:cubicBezTo>
                        <a:pt x="331863" y="40967"/>
                        <a:pt x="312925" y="41387"/>
                        <a:pt x="299498" y="42229"/>
                      </a:cubicBezTo>
                      <a:close/>
                      <a:moveTo>
                        <a:pt x="979898" y="5296"/>
                      </a:moveTo>
                      <a:cubicBezTo>
                        <a:pt x="992847" y="15221"/>
                        <a:pt x="1004517" y="26924"/>
                        <a:pt x="1014906" y="40404"/>
                      </a:cubicBezTo>
                      <a:lnTo>
                        <a:pt x="1001757" y="50176"/>
                      </a:lnTo>
                      <a:lnTo>
                        <a:pt x="1027585" y="50098"/>
                      </a:lnTo>
                      <a:cubicBezTo>
                        <a:pt x="1061003" y="49877"/>
                        <a:pt x="1084192" y="49323"/>
                        <a:pt x="1097153" y="48437"/>
                      </a:cubicBezTo>
                      <a:lnTo>
                        <a:pt x="1097153" y="106309"/>
                      </a:lnTo>
                      <a:lnTo>
                        <a:pt x="1076366" y="106309"/>
                      </a:lnTo>
                      <a:lnTo>
                        <a:pt x="1076366" y="67460"/>
                      </a:lnTo>
                      <a:lnTo>
                        <a:pt x="911971" y="67460"/>
                      </a:lnTo>
                      <a:lnTo>
                        <a:pt x="911971" y="109841"/>
                      </a:lnTo>
                      <a:lnTo>
                        <a:pt x="891944" y="109841"/>
                      </a:lnTo>
                      <a:lnTo>
                        <a:pt x="891944" y="48437"/>
                      </a:lnTo>
                      <a:cubicBezTo>
                        <a:pt x="904170" y="49618"/>
                        <a:pt x="937108" y="50209"/>
                        <a:pt x="990757" y="50209"/>
                      </a:cubicBezTo>
                      <a:lnTo>
                        <a:pt x="996785" y="50191"/>
                      </a:lnTo>
                      <a:lnTo>
                        <a:pt x="966115" y="18810"/>
                      </a:lnTo>
                      <a:close/>
                      <a:moveTo>
                        <a:pt x="106214" y="3532"/>
                      </a:moveTo>
                      <a:cubicBezTo>
                        <a:pt x="114189" y="5217"/>
                        <a:pt x="119979" y="6059"/>
                        <a:pt x="123585" y="6059"/>
                      </a:cubicBezTo>
                      <a:lnTo>
                        <a:pt x="129162" y="5806"/>
                      </a:lnTo>
                      <a:cubicBezTo>
                        <a:pt x="132093" y="5806"/>
                        <a:pt x="133558" y="6779"/>
                        <a:pt x="133558" y="8725"/>
                      </a:cubicBezTo>
                      <a:cubicBezTo>
                        <a:pt x="133558" y="10672"/>
                        <a:pt x="132844" y="12402"/>
                        <a:pt x="131415" y="13915"/>
                      </a:cubicBezTo>
                      <a:cubicBezTo>
                        <a:pt x="129985" y="15429"/>
                        <a:pt x="129271" y="17955"/>
                        <a:pt x="129271" y="21494"/>
                      </a:cubicBezTo>
                      <a:lnTo>
                        <a:pt x="129271" y="129977"/>
                      </a:lnTo>
                      <a:cubicBezTo>
                        <a:pt x="129271" y="140838"/>
                        <a:pt x="129860" y="150861"/>
                        <a:pt x="131039" y="160047"/>
                      </a:cubicBezTo>
                      <a:lnTo>
                        <a:pt x="105964" y="160047"/>
                      </a:lnTo>
                      <a:cubicBezTo>
                        <a:pt x="107140" y="151201"/>
                        <a:pt x="107728" y="141262"/>
                        <a:pt x="107728" y="130231"/>
                      </a:cubicBezTo>
                      <a:lnTo>
                        <a:pt x="107728" y="30069"/>
                      </a:lnTo>
                      <a:cubicBezTo>
                        <a:pt x="107728" y="19653"/>
                        <a:pt x="107223" y="10808"/>
                        <a:pt x="106214" y="3532"/>
                      </a:cubicBezTo>
                      <a:close/>
                      <a:moveTo>
                        <a:pt x="727906" y="0"/>
                      </a:moveTo>
                      <a:cubicBezTo>
                        <a:pt x="736806" y="12599"/>
                        <a:pt x="743997" y="24542"/>
                        <a:pt x="749481" y="35831"/>
                      </a:cubicBezTo>
                      <a:cubicBezTo>
                        <a:pt x="792847" y="35831"/>
                        <a:pt x="823013" y="34987"/>
                        <a:pt x="839978" y="33300"/>
                      </a:cubicBezTo>
                      <a:cubicBezTo>
                        <a:pt x="838631" y="41824"/>
                        <a:pt x="837957" y="50974"/>
                        <a:pt x="837957" y="60749"/>
                      </a:cubicBezTo>
                      <a:cubicBezTo>
                        <a:pt x="837957" y="70524"/>
                        <a:pt x="838462" y="79488"/>
                        <a:pt x="839472" y="87640"/>
                      </a:cubicBezTo>
                      <a:lnTo>
                        <a:pt x="817676" y="87640"/>
                      </a:lnTo>
                      <a:lnTo>
                        <a:pt x="817676" y="53078"/>
                      </a:lnTo>
                      <a:lnTo>
                        <a:pt x="658835" y="53078"/>
                      </a:lnTo>
                      <a:lnTo>
                        <a:pt x="658835" y="90417"/>
                      </a:lnTo>
                      <a:lnTo>
                        <a:pt x="637292" y="90417"/>
                      </a:lnTo>
                      <a:cubicBezTo>
                        <a:pt x="638302" y="81105"/>
                        <a:pt x="638807" y="71800"/>
                        <a:pt x="638807" y="62503"/>
                      </a:cubicBezTo>
                      <a:cubicBezTo>
                        <a:pt x="638807" y="53206"/>
                        <a:pt x="638302" y="43472"/>
                        <a:pt x="637292" y="33300"/>
                      </a:cubicBezTo>
                      <a:cubicBezTo>
                        <a:pt x="654153" y="34819"/>
                        <a:pt x="685017" y="35577"/>
                        <a:pt x="729883" y="35574"/>
                      </a:cubicBezTo>
                      <a:cubicBezTo>
                        <a:pt x="723676" y="26948"/>
                        <a:pt x="717284" y="18688"/>
                        <a:pt x="710708" y="1079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2000" b="1" dirty="0"/>
                </a:p>
              </p:txBody>
            </p:sp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34D3727A-5454-4B80-833A-E16C68671EEF}"/>
                    </a:ext>
                  </a:extLst>
                </p:cNvPr>
                <p:cNvSpPr txBox="1"/>
                <p:nvPr/>
              </p:nvSpPr>
              <p:spPr>
                <a:xfrm>
                  <a:off x="1555663" y="9825719"/>
                  <a:ext cx="1609015" cy="377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354" h="236601">
                      <a:moveTo>
                        <a:pt x="623649" y="158163"/>
                      </a:moveTo>
                      <a:lnTo>
                        <a:pt x="623649" y="177965"/>
                      </a:lnTo>
                      <a:lnTo>
                        <a:pt x="705174" y="177965"/>
                      </a:lnTo>
                      <a:lnTo>
                        <a:pt x="705174" y="158163"/>
                      </a:lnTo>
                      <a:close/>
                      <a:moveTo>
                        <a:pt x="623649" y="125759"/>
                      </a:moveTo>
                      <a:lnTo>
                        <a:pt x="623649" y="146590"/>
                      </a:lnTo>
                      <a:lnTo>
                        <a:pt x="705174" y="146590"/>
                      </a:lnTo>
                      <a:lnTo>
                        <a:pt x="705174" y="125759"/>
                      </a:lnTo>
                      <a:close/>
                      <a:moveTo>
                        <a:pt x="825789" y="113671"/>
                      </a:moveTo>
                      <a:cubicBezTo>
                        <a:pt x="829732" y="119158"/>
                        <a:pt x="834533" y="123444"/>
                        <a:pt x="840191" y="126530"/>
                      </a:cubicBezTo>
                      <a:cubicBezTo>
                        <a:pt x="816702" y="156705"/>
                        <a:pt x="798100" y="181737"/>
                        <a:pt x="784384" y="201625"/>
                      </a:cubicBezTo>
                      <a:cubicBezTo>
                        <a:pt x="780269" y="196310"/>
                        <a:pt x="775554" y="192110"/>
                        <a:pt x="770239" y="189024"/>
                      </a:cubicBezTo>
                      <a:cubicBezTo>
                        <a:pt x="777268" y="182851"/>
                        <a:pt x="786655" y="171921"/>
                        <a:pt x="798400" y="156234"/>
                      </a:cubicBezTo>
                      <a:cubicBezTo>
                        <a:pt x="810144" y="140546"/>
                        <a:pt x="819274" y="126359"/>
                        <a:pt x="825789" y="113671"/>
                      </a:cubicBezTo>
                      <a:close/>
                      <a:moveTo>
                        <a:pt x="606418" y="112643"/>
                      </a:moveTo>
                      <a:cubicBezTo>
                        <a:pt x="624935" y="113843"/>
                        <a:pt x="644780" y="114443"/>
                        <a:pt x="665954" y="114443"/>
                      </a:cubicBezTo>
                      <a:cubicBezTo>
                        <a:pt x="687129" y="114443"/>
                        <a:pt x="705688" y="113843"/>
                        <a:pt x="721633" y="112643"/>
                      </a:cubicBezTo>
                      <a:cubicBezTo>
                        <a:pt x="720947" y="122415"/>
                        <a:pt x="720604" y="132274"/>
                        <a:pt x="720604" y="142218"/>
                      </a:cubicBezTo>
                      <a:lnTo>
                        <a:pt x="720604" y="208569"/>
                      </a:lnTo>
                      <a:cubicBezTo>
                        <a:pt x="720604" y="214741"/>
                        <a:pt x="719876" y="219327"/>
                        <a:pt x="718418" y="222328"/>
                      </a:cubicBezTo>
                      <a:cubicBezTo>
                        <a:pt x="716961" y="225328"/>
                        <a:pt x="713789" y="227643"/>
                        <a:pt x="708903" y="229272"/>
                      </a:cubicBezTo>
                      <a:cubicBezTo>
                        <a:pt x="704016" y="230900"/>
                        <a:pt x="696344" y="232229"/>
                        <a:pt x="685886" y="233258"/>
                      </a:cubicBezTo>
                      <a:cubicBezTo>
                        <a:pt x="686400" y="226571"/>
                        <a:pt x="684257" y="220399"/>
                        <a:pt x="679456" y="214741"/>
                      </a:cubicBezTo>
                      <a:cubicBezTo>
                        <a:pt x="685800" y="215598"/>
                        <a:pt x="690772" y="216027"/>
                        <a:pt x="694372" y="216027"/>
                      </a:cubicBezTo>
                      <a:cubicBezTo>
                        <a:pt x="697973" y="216027"/>
                        <a:pt x="700673" y="215470"/>
                        <a:pt x="702473" y="214355"/>
                      </a:cubicBezTo>
                      <a:cubicBezTo>
                        <a:pt x="704274" y="213241"/>
                        <a:pt x="705174" y="210455"/>
                        <a:pt x="705174" y="205997"/>
                      </a:cubicBezTo>
                      <a:lnTo>
                        <a:pt x="705174" y="189538"/>
                      </a:lnTo>
                      <a:lnTo>
                        <a:pt x="623649" y="189538"/>
                      </a:lnTo>
                      <a:lnTo>
                        <a:pt x="623649" y="233258"/>
                      </a:lnTo>
                      <a:lnTo>
                        <a:pt x="605904" y="233258"/>
                      </a:lnTo>
                      <a:cubicBezTo>
                        <a:pt x="607447" y="221942"/>
                        <a:pt x="608219" y="211055"/>
                        <a:pt x="608219" y="200597"/>
                      </a:cubicBezTo>
                      <a:lnTo>
                        <a:pt x="608219" y="141961"/>
                      </a:lnTo>
                      <a:cubicBezTo>
                        <a:pt x="608219" y="129102"/>
                        <a:pt x="607619" y="119329"/>
                        <a:pt x="606418" y="112643"/>
                      </a:cubicBezTo>
                      <a:close/>
                      <a:moveTo>
                        <a:pt x="45005" y="103384"/>
                      </a:moveTo>
                      <a:cubicBezTo>
                        <a:pt x="55464" y="104756"/>
                        <a:pt x="78310" y="105442"/>
                        <a:pt x="113543" y="105442"/>
                      </a:cubicBezTo>
                      <a:cubicBezTo>
                        <a:pt x="148776" y="105442"/>
                        <a:pt x="173421" y="104756"/>
                        <a:pt x="187480" y="103384"/>
                      </a:cubicBezTo>
                      <a:lnTo>
                        <a:pt x="178994" y="197253"/>
                      </a:lnTo>
                      <a:cubicBezTo>
                        <a:pt x="178479" y="203254"/>
                        <a:pt x="176808" y="207926"/>
                        <a:pt x="173979" y="211269"/>
                      </a:cubicBezTo>
                      <a:cubicBezTo>
                        <a:pt x="171150" y="214613"/>
                        <a:pt x="165749" y="217313"/>
                        <a:pt x="157777" y="219370"/>
                      </a:cubicBezTo>
                      <a:cubicBezTo>
                        <a:pt x="149804" y="221428"/>
                        <a:pt x="137931" y="222714"/>
                        <a:pt x="122158" y="223228"/>
                      </a:cubicBezTo>
                      <a:cubicBezTo>
                        <a:pt x="121986" y="216198"/>
                        <a:pt x="118900" y="209941"/>
                        <a:pt x="112900" y="204454"/>
                      </a:cubicBezTo>
                      <a:cubicBezTo>
                        <a:pt x="121472" y="204968"/>
                        <a:pt x="129316" y="205226"/>
                        <a:pt x="136431" y="205226"/>
                      </a:cubicBezTo>
                      <a:cubicBezTo>
                        <a:pt x="143546" y="205226"/>
                        <a:pt x="149118" y="204583"/>
                        <a:pt x="153147" y="203297"/>
                      </a:cubicBezTo>
                      <a:cubicBezTo>
                        <a:pt x="157177" y="202011"/>
                        <a:pt x="159877" y="200082"/>
                        <a:pt x="161249" y="197510"/>
                      </a:cubicBezTo>
                      <a:cubicBezTo>
                        <a:pt x="162620" y="194939"/>
                        <a:pt x="163563" y="190995"/>
                        <a:pt x="164077" y="185680"/>
                      </a:cubicBezTo>
                      <a:lnTo>
                        <a:pt x="170507" y="118558"/>
                      </a:lnTo>
                      <a:lnTo>
                        <a:pt x="97726" y="118558"/>
                      </a:lnTo>
                      <a:cubicBezTo>
                        <a:pt x="97383" y="145304"/>
                        <a:pt x="91468" y="167249"/>
                        <a:pt x="79981" y="184394"/>
                      </a:cubicBezTo>
                      <a:cubicBezTo>
                        <a:pt x="68494" y="201539"/>
                        <a:pt x="49977" y="216884"/>
                        <a:pt x="24431" y="230429"/>
                      </a:cubicBezTo>
                      <a:cubicBezTo>
                        <a:pt x="21345" y="224771"/>
                        <a:pt x="16030" y="220656"/>
                        <a:pt x="8487" y="218084"/>
                      </a:cubicBezTo>
                      <a:cubicBezTo>
                        <a:pt x="32832" y="207455"/>
                        <a:pt x="51263" y="195453"/>
                        <a:pt x="63779" y="182080"/>
                      </a:cubicBezTo>
                      <a:cubicBezTo>
                        <a:pt x="76295" y="168707"/>
                        <a:pt x="82553" y="147533"/>
                        <a:pt x="82553" y="118558"/>
                      </a:cubicBezTo>
                      <a:cubicBezTo>
                        <a:pt x="68151" y="118558"/>
                        <a:pt x="55635" y="119158"/>
                        <a:pt x="45005" y="120358"/>
                      </a:cubicBezTo>
                      <a:close/>
                      <a:moveTo>
                        <a:pt x="521036" y="52721"/>
                      </a:moveTo>
                      <a:lnTo>
                        <a:pt x="536467" y="55293"/>
                      </a:lnTo>
                      <a:cubicBezTo>
                        <a:pt x="534067" y="78267"/>
                        <a:pt x="530380" y="99527"/>
                        <a:pt x="525408" y="119072"/>
                      </a:cubicBezTo>
                      <a:lnTo>
                        <a:pt x="509978" y="115729"/>
                      </a:lnTo>
                      <a:cubicBezTo>
                        <a:pt x="517693" y="94469"/>
                        <a:pt x="521379" y="73466"/>
                        <a:pt x="521036" y="52721"/>
                      </a:cubicBezTo>
                      <a:close/>
                      <a:moveTo>
                        <a:pt x="576586" y="41405"/>
                      </a:moveTo>
                      <a:cubicBezTo>
                        <a:pt x="584130" y="53921"/>
                        <a:pt x="590216" y="66008"/>
                        <a:pt x="594846" y="77667"/>
                      </a:cubicBezTo>
                      <a:lnTo>
                        <a:pt x="581730" y="83839"/>
                      </a:lnTo>
                      <a:cubicBezTo>
                        <a:pt x="577615" y="70123"/>
                        <a:pt x="572214" y="57950"/>
                        <a:pt x="565528" y="47320"/>
                      </a:cubicBezTo>
                      <a:close/>
                      <a:moveTo>
                        <a:pt x="869251" y="27261"/>
                      </a:moveTo>
                      <a:lnTo>
                        <a:pt x="869251" y="102870"/>
                      </a:lnTo>
                      <a:lnTo>
                        <a:pt x="957462" y="102870"/>
                      </a:lnTo>
                      <a:lnTo>
                        <a:pt x="957462" y="27261"/>
                      </a:lnTo>
                      <a:close/>
                      <a:moveTo>
                        <a:pt x="785927" y="15945"/>
                      </a:moveTo>
                      <a:cubicBezTo>
                        <a:pt x="801700" y="27432"/>
                        <a:pt x="816959" y="40462"/>
                        <a:pt x="831704" y="55035"/>
                      </a:cubicBezTo>
                      <a:lnTo>
                        <a:pt x="819359" y="66608"/>
                      </a:lnTo>
                      <a:cubicBezTo>
                        <a:pt x="802900" y="48778"/>
                        <a:pt x="788670" y="35833"/>
                        <a:pt x="776668" y="27775"/>
                      </a:cubicBezTo>
                      <a:close/>
                      <a:moveTo>
                        <a:pt x="851249" y="13116"/>
                      </a:moveTo>
                      <a:cubicBezTo>
                        <a:pt x="864279" y="13973"/>
                        <a:pt x="884853" y="14402"/>
                        <a:pt x="912971" y="14402"/>
                      </a:cubicBezTo>
                      <a:cubicBezTo>
                        <a:pt x="941089" y="14402"/>
                        <a:pt x="961663" y="13973"/>
                        <a:pt x="974693" y="13116"/>
                      </a:cubicBezTo>
                      <a:cubicBezTo>
                        <a:pt x="974179" y="38662"/>
                        <a:pt x="973922" y="57307"/>
                        <a:pt x="973922" y="69051"/>
                      </a:cubicBezTo>
                      <a:cubicBezTo>
                        <a:pt x="973922" y="80796"/>
                        <a:pt x="974179" y="96526"/>
                        <a:pt x="974693" y="116243"/>
                      </a:cubicBezTo>
                      <a:lnTo>
                        <a:pt x="941775" y="115472"/>
                      </a:lnTo>
                      <a:lnTo>
                        <a:pt x="941775" y="198539"/>
                      </a:lnTo>
                      <a:cubicBezTo>
                        <a:pt x="941775" y="204368"/>
                        <a:pt x="942975" y="208355"/>
                        <a:pt x="945375" y="210498"/>
                      </a:cubicBezTo>
                      <a:cubicBezTo>
                        <a:pt x="947775" y="212641"/>
                        <a:pt x="952405" y="213712"/>
                        <a:pt x="959263" y="213712"/>
                      </a:cubicBezTo>
                      <a:cubicBezTo>
                        <a:pt x="971778" y="213712"/>
                        <a:pt x="979922" y="212169"/>
                        <a:pt x="983694" y="209083"/>
                      </a:cubicBezTo>
                      <a:cubicBezTo>
                        <a:pt x="987466" y="205997"/>
                        <a:pt x="989952" y="199139"/>
                        <a:pt x="991152" y="188509"/>
                      </a:cubicBezTo>
                      <a:cubicBezTo>
                        <a:pt x="995953" y="193310"/>
                        <a:pt x="1001354" y="196053"/>
                        <a:pt x="1007354" y="196739"/>
                      </a:cubicBezTo>
                      <a:cubicBezTo>
                        <a:pt x="1004268" y="207883"/>
                        <a:pt x="1000196" y="215984"/>
                        <a:pt x="995138" y="221042"/>
                      </a:cubicBezTo>
                      <a:cubicBezTo>
                        <a:pt x="990081" y="226100"/>
                        <a:pt x="979451" y="228629"/>
                        <a:pt x="963249" y="228629"/>
                      </a:cubicBezTo>
                      <a:cubicBezTo>
                        <a:pt x="947047" y="228629"/>
                        <a:pt x="936803" y="227043"/>
                        <a:pt x="932516" y="223871"/>
                      </a:cubicBezTo>
                      <a:cubicBezTo>
                        <a:pt x="928230" y="220699"/>
                        <a:pt x="926087" y="213198"/>
                        <a:pt x="926087" y="201368"/>
                      </a:cubicBezTo>
                      <a:lnTo>
                        <a:pt x="926087" y="115472"/>
                      </a:lnTo>
                      <a:lnTo>
                        <a:pt x="898569" y="115472"/>
                      </a:lnTo>
                      <a:cubicBezTo>
                        <a:pt x="898398" y="138274"/>
                        <a:pt x="896255" y="156534"/>
                        <a:pt x="892140" y="170250"/>
                      </a:cubicBezTo>
                      <a:cubicBezTo>
                        <a:pt x="888025" y="183966"/>
                        <a:pt x="880524" y="195882"/>
                        <a:pt x="869637" y="205997"/>
                      </a:cubicBezTo>
                      <a:cubicBezTo>
                        <a:pt x="858750" y="216113"/>
                        <a:pt x="842419" y="226314"/>
                        <a:pt x="820645" y="236601"/>
                      </a:cubicBezTo>
                      <a:cubicBezTo>
                        <a:pt x="816016" y="228886"/>
                        <a:pt x="811473" y="224171"/>
                        <a:pt x="807015" y="222456"/>
                      </a:cubicBezTo>
                      <a:cubicBezTo>
                        <a:pt x="824331" y="216627"/>
                        <a:pt x="838476" y="209941"/>
                        <a:pt x="849449" y="202397"/>
                      </a:cubicBezTo>
                      <a:cubicBezTo>
                        <a:pt x="860422" y="194853"/>
                        <a:pt x="868608" y="184780"/>
                        <a:pt x="874009" y="172179"/>
                      </a:cubicBezTo>
                      <a:cubicBezTo>
                        <a:pt x="879410" y="159577"/>
                        <a:pt x="882110" y="140760"/>
                        <a:pt x="882110" y="115729"/>
                      </a:cubicBezTo>
                      <a:cubicBezTo>
                        <a:pt x="872337" y="115729"/>
                        <a:pt x="862050" y="115986"/>
                        <a:pt x="851249" y="116500"/>
                      </a:cubicBezTo>
                      <a:cubicBezTo>
                        <a:pt x="852278" y="96441"/>
                        <a:pt x="852792" y="79210"/>
                        <a:pt x="852792" y="64808"/>
                      </a:cubicBezTo>
                      <a:cubicBezTo>
                        <a:pt x="852792" y="50406"/>
                        <a:pt x="852278" y="33176"/>
                        <a:pt x="851249" y="13116"/>
                      </a:cubicBezTo>
                      <a:close/>
                      <a:moveTo>
                        <a:pt x="82039" y="4372"/>
                      </a:moveTo>
                      <a:cubicBezTo>
                        <a:pt x="88554" y="9515"/>
                        <a:pt x="95069" y="12516"/>
                        <a:pt x="101584" y="13373"/>
                      </a:cubicBezTo>
                      <a:cubicBezTo>
                        <a:pt x="103813" y="13716"/>
                        <a:pt x="104927" y="14573"/>
                        <a:pt x="104927" y="15945"/>
                      </a:cubicBezTo>
                      <a:cubicBezTo>
                        <a:pt x="104927" y="17316"/>
                        <a:pt x="103898" y="18431"/>
                        <a:pt x="101841" y="19288"/>
                      </a:cubicBezTo>
                      <a:cubicBezTo>
                        <a:pt x="97383" y="21174"/>
                        <a:pt x="92240" y="27261"/>
                        <a:pt x="86411" y="37548"/>
                      </a:cubicBezTo>
                      <a:cubicBezTo>
                        <a:pt x="66351" y="73552"/>
                        <a:pt x="43377" y="104927"/>
                        <a:pt x="17488" y="131674"/>
                      </a:cubicBezTo>
                      <a:cubicBezTo>
                        <a:pt x="13201" y="124987"/>
                        <a:pt x="7372" y="121044"/>
                        <a:pt x="0" y="119844"/>
                      </a:cubicBezTo>
                      <a:cubicBezTo>
                        <a:pt x="41148" y="88468"/>
                        <a:pt x="68494" y="49978"/>
                        <a:pt x="82039" y="4372"/>
                      </a:cubicBezTo>
                      <a:close/>
                      <a:moveTo>
                        <a:pt x="150447" y="3600"/>
                      </a:moveTo>
                      <a:cubicBezTo>
                        <a:pt x="161591" y="31718"/>
                        <a:pt x="173293" y="54092"/>
                        <a:pt x="185552" y="70723"/>
                      </a:cubicBezTo>
                      <a:cubicBezTo>
                        <a:pt x="197810" y="87354"/>
                        <a:pt x="213112" y="99955"/>
                        <a:pt x="231457" y="108528"/>
                      </a:cubicBezTo>
                      <a:cubicBezTo>
                        <a:pt x="226314" y="111957"/>
                        <a:pt x="221770" y="117443"/>
                        <a:pt x="217827" y="124987"/>
                      </a:cubicBezTo>
                      <a:cubicBezTo>
                        <a:pt x="199482" y="111100"/>
                        <a:pt x="184351" y="95712"/>
                        <a:pt x="172436" y="78824"/>
                      </a:cubicBezTo>
                      <a:cubicBezTo>
                        <a:pt x="160520" y="61936"/>
                        <a:pt x="148475" y="38662"/>
                        <a:pt x="136303" y="9001"/>
                      </a:cubicBezTo>
                      <a:close/>
                      <a:moveTo>
                        <a:pt x="654510" y="514"/>
                      </a:moveTo>
                      <a:cubicBezTo>
                        <a:pt x="661368" y="1372"/>
                        <a:pt x="666940" y="1800"/>
                        <a:pt x="671227" y="1800"/>
                      </a:cubicBezTo>
                      <a:cubicBezTo>
                        <a:pt x="675513" y="1800"/>
                        <a:pt x="677656" y="2315"/>
                        <a:pt x="677656" y="3343"/>
                      </a:cubicBezTo>
                      <a:cubicBezTo>
                        <a:pt x="677656" y="4372"/>
                        <a:pt x="676970" y="5401"/>
                        <a:pt x="675599" y="6429"/>
                      </a:cubicBezTo>
                      <a:cubicBezTo>
                        <a:pt x="673198" y="8487"/>
                        <a:pt x="671998" y="11830"/>
                        <a:pt x="671998" y="16459"/>
                      </a:cubicBezTo>
                      <a:lnTo>
                        <a:pt x="671998" y="25203"/>
                      </a:lnTo>
                      <a:cubicBezTo>
                        <a:pt x="696344" y="25203"/>
                        <a:pt x="715118" y="24603"/>
                        <a:pt x="728319" y="23403"/>
                      </a:cubicBezTo>
                      <a:lnTo>
                        <a:pt x="728319" y="38319"/>
                      </a:lnTo>
                      <a:cubicBezTo>
                        <a:pt x="715118" y="37119"/>
                        <a:pt x="696344" y="36519"/>
                        <a:pt x="671998" y="36519"/>
                      </a:cubicBezTo>
                      <a:lnTo>
                        <a:pt x="671998" y="55550"/>
                      </a:lnTo>
                      <a:cubicBezTo>
                        <a:pt x="692915" y="55550"/>
                        <a:pt x="708946" y="55121"/>
                        <a:pt x="720090" y="54264"/>
                      </a:cubicBezTo>
                      <a:lnTo>
                        <a:pt x="720090" y="68409"/>
                      </a:lnTo>
                      <a:cubicBezTo>
                        <a:pt x="708946" y="67551"/>
                        <a:pt x="692915" y="67123"/>
                        <a:pt x="671998" y="67123"/>
                      </a:cubicBezTo>
                      <a:lnTo>
                        <a:pt x="671998" y="86411"/>
                      </a:lnTo>
                      <a:cubicBezTo>
                        <a:pt x="705945" y="86411"/>
                        <a:pt x="729777" y="85896"/>
                        <a:pt x="743493" y="84868"/>
                      </a:cubicBezTo>
                      <a:lnTo>
                        <a:pt x="743493" y="99012"/>
                      </a:lnTo>
                      <a:cubicBezTo>
                        <a:pt x="729262" y="97984"/>
                        <a:pt x="703502" y="97469"/>
                        <a:pt x="666212" y="97469"/>
                      </a:cubicBezTo>
                      <a:cubicBezTo>
                        <a:pt x="628921" y="97469"/>
                        <a:pt x="603504" y="97984"/>
                        <a:pt x="589959" y="99012"/>
                      </a:cubicBezTo>
                      <a:lnTo>
                        <a:pt x="589959" y="84868"/>
                      </a:lnTo>
                      <a:cubicBezTo>
                        <a:pt x="602989" y="85896"/>
                        <a:pt x="625192" y="86411"/>
                        <a:pt x="656568" y="86411"/>
                      </a:cubicBezTo>
                      <a:lnTo>
                        <a:pt x="656568" y="67123"/>
                      </a:lnTo>
                      <a:cubicBezTo>
                        <a:pt x="634965" y="67294"/>
                        <a:pt x="619020" y="67723"/>
                        <a:pt x="608733" y="68409"/>
                      </a:cubicBezTo>
                      <a:lnTo>
                        <a:pt x="608733" y="54264"/>
                      </a:lnTo>
                      <a:cubicBezTo>
                        <a:pt x="619191" y="54950"/>
                        <a:pt x="635136" y="55378"/>
                        <a:pt x="656568" y="55550"/>
                      </a:cubicBezTo>
                      <a:lnTo>
                        <a:pt x="656568" y="36519"/>
                      </a:lnTo>
                      <a:cubicBezTo>
                        <a:pt x="631193" y="36519"/>
                        <a:pt x="611648" y="37119"/>
                        <a:pt x="597932" y="38319"/>
                      </a:cubicBezTo>
                      <a:lnTo>
                        <a:pt x="597932" y="23403"/>
                      </a:lnTo>
                      <a:cubicBezTo>
                        <a:pt x="611648" y="24603"/>
                        <a:pt x="631193" y="25203"/>
                        <a:pt x="656568" y="25203"/>
                      </a:cubicBezTo>
                      <a:cubicBezTo>
                        <a:pt x="656568" y="18345"/>
                        <a:pt x="655882" y="10116"/>
                        <a:pt x="654510" y="514"/>
                      </a:cubicBezTo>
                      <a:close/>
                      <a:moveTo>
                        <a:pt x="359016" y="514"/>
                      </a:moveTo>
                      <a:cubicBezTo>
                        <a:pt x="368960" y="3943"/>
                        <a:pt x="376504" y="5658"/>
                        <a:pt x="381647" y="5658"/>
                      </a:cubicBezTo>
                      <a:cubicBezTo>
                        <a:pt x="383533" y="5658"/>
                        <a:pt x="384476" y="6258"/>
                        <a:pt x="384476" y="7458"/>
                      </a:cubicBezTo>
                      <a:cubicBezTo>
                        <a:pt x="384476" y="8658"/>
                        <a:pt x="383791" y="9687"/>
                        <a:pt x="382419" y="10544"/>
                      </a:cubicBezTo>
                      <a:cubicBezTo>
                        <a:pt x="377961" y="12944"/>
                        <a:pt x="371789" y="23746"/>
                        <a:pt x="363902" y="42948"/>
                      </a:cubicBezTo>
                      <a:lnTo>
                        <a:pt x="411994" y="42948"/>
                      </a:lnTo>
                      <a:cubicBezTo>
                        <a:pt x="444741" y="42948"/>
                        <a:pt x="470630" y="42262"/>
                        <a:pt x="489661" y="40891"/>
                      </a:cubicBezTo>
                      <a:lnTo>
                        <a:pt x="489661" y="58636"/>
                      </a:lnTo>
                      <a:cubicBezTo>
                        <a:pt x="470630" y="57093"/>
                        <a:pt x="444741" y="56321"/>
                        <a:pt x="411994" y="56321"/>
                      </a:cubicBezTo>
                      <a:lnTo>
                        <a:pt x="358245" y="56321"/>
                      </a:lnTo>
                      <a:cubicBezTo>
                        <a:pt x="350358" y="73295"/>
                        <a:pt x="338699" y="89926"/>
                        <a:pt x="323269" y="106213"/>
                      </a:cubicBezTo>
                      <a:lnTo>
                        <a:pt x="375475" y="106213"/>
                      </a:lnTo>
                      <a:cubicBezTo>
                        <a:pt x="375132" y="87697"/>
                        <a:pt x="374532" y="75009"/>
                        <a:pt x="373675" y="68151"/>
                      </a:cubicBezTo>
                      <a:cubicBezTo>
                        <a:pt x="378133" y="69352"/>
                        <a:pt x="384991" y="69952"/>
                        <a:pt x="394249" y="69952"/>
                      </a:cubicBezTo>
                      <a:cubicBezTo>
                        <a:pt x="396821" y="69952"/>
                        <a:pt x="398107" y="70466"/>
                        <a:pt x="398107" y="71495"/>
                      </a:cubicBezTo>
                      <a:cubicBezTo>
                        <a:pt x="398107" y="72523"/>
                        <a:pt x="396992" y="74066"/>
                        <a:pt x="394763" y="76124"/>
                      </a:cubicBezTo>
                      <a:cubicBezTo>
                        <a:pt x="392535" y="78181"/>
                        <a:pt x="391420" y="82810"/>
                        <a:pt x="391420" y="90011"/>
                      </a:cubicBezTo>
                      <a:lnTo>
                        <a:pt x="391420" y="106213"/>
                      </a:lnTo>
                      <a:cubicBezTo>
                        <a:pt x="417995" y="106213"/>
                        <a:pt x="443284" y="105527"/>
                        <a:pt x="467287" y="104156"/>
                      </a:cubicBezTo>
                      <a:cubicBezTo>
                        <a:pt x="466430" y="110842"/>
                        <a:pt x="466001" y="117958"/>
                        <a:pt x="466001" y="125501"/>
                      </a:cubicBezTo>
                      <a:lnTo>
                        <a:pt x="466001" y="186195"/>
                      </a:lnTo>
                      <a:cubicBezTo>
                        <a:pt x="466001" y="192538"/>
                        <a:pt x="464844" y="197468"/>
                        <a:pt x="462529" y="200982"/>
                      </a:cubicBezTo>
                      <a:cubicBezTo>
                        <a:pt x="460214" y="204497"/>
                        <a:pt x="455928" y="207197"/>
                        <a:pt x="449670" y="209083"/>
                      </a:cubicBezTo>
                      <a:cubicBezTo>
                        <a:pt x="443412" y="210969"/>
                        <a:pt x="433854" y="212427"/>
                        <a:pt x="420995" y="213455"/>
                      </a:cubicBezTo>
                      <a:cubicBezTo>
                        <a:pt x="420481" y="205054"/>
                        <a:pt x="417652" y="197853"/>
                        <a:pt x="412508" y="191853"/>
                      </a:cubicBezTo>
                      <a:cubicBezTo>
                        <a:pt x="422110" y="193224"/>
                        <a:pt x="429525" y="193910"/>
                        <a:pt x="434754" y="193910"/>
                      </a:cubicBezTo>
                      <a:cubicBezTo>
                        <a:pt x="439983" y="193910"/>
                        <a:pt x="443798" y="193138"/>
                        <a:pt x="446198" y="191595"/>
                      </a:cubicBezTo>
                      <a:cubicBezTo>
                        <a:pt x="448599" y="190052"/>
                        <a:pt x="449799" y="186966"/>
                        <a:pt x="449799" y="182337"/>
                      </a:cubicBezTo>
                      <a:lnTo>
                        <a:pt x="449799" y="119329"/>
                      </a:lnTo>
                      <a:lnTo>
                        <a:pt x="391420" y="119329"/>
                      </a:lnTo>
                      <a:lnTo>
                        <a:pt x="391420" y="211398"/>
                      </a:lnTo>
                      <a:cubicBezTo>
                        <a:pt x="391420" y="218599"/>
                        <a:pt x="391849" y="226657"/>
                        <a:pt x="392706" y="235572"/>
                      </a:cubicBezTo>
                      <a:lnTo>
                        <a:pt x="373932" y="235572"/>
                      </a:lnTo>
                      <a:cubicBezTo>
                        <a:pt x="374961" y="227343"/>
                        <a:pt x="375475" y="219285"/>
                        <a:pt x="375475" y="211398"/>
                      </a:cubicBezTo>
                      <a:lnTo>
                        <a:pt x="375475" y="119329"/>
                      </a:lnTo>
                      <a:lnTo>
                        <a:pt x="324812" y="119329"/>
                      </a:lnTo>
                      <a:lnTo>
                        <a:pt x="324812" y="212169"/>
                      </a:lnTo>
                      <a:lnTo>
                        <a:pt x="307581" y="212169"/>
                      </a:lnTo>
                      <a:cubicBezTo>
                        <a:pt x="308781" y="204283"/>
                        <a:pt x="309381" y="195882"/>
                        <a:pt x="309381" y="186966"/>
                      </a:cubicBezTo>
                      <a:lnTo>
                        <a:pt x="309381" y="120358"/>
                      </a:lnTo>
                      <a:cubicBezTo>
                        <a:pt x="295837" y="133045"/>
                        <a:pt x="281092" y="145047"/>
                        <a:pt x="265147" y="156362"/>
                      </a:cubicBezTo>
                      <a:cubicBezTo>
                        <a:pt x="261718" y="150876"/>
                        <a:pt x="256746" y="146418"/>
                        <a:pt x="250231" y="142989"/>
                      </a:cubicBezTo>
                      <a:cubicBezTo>
                        <a:pt x="271662" y="131331"/>
                        <a:pt x="289450" y="118815"/>
                        <a:pt x="303595" y="105442"/>
                      </a:cubicBezTo>
                      <a:cubicBezTo>
                        <a:pt x="317739" y="92069"/>
                        <a:pt x="330127" y="75695"/>
                        <a:pt x="340757" y="56321"/>
                      </a:cubicBezTo>
                      <a:cubicBezTo>
                        <a:pt x="301837" y="56493"/>
                        <a:pt x="274406" y="57264"/>
                        <a:pt x="258461" y="58636"/>
                      </a:cubicBezTo>
                      <a:lnTo>
                        <a:pt x="258461" y="40891"/>
                      </a:lnTo>
                      <a:cubicBezTo>
                        <a:pt x="272520" y="42262"/>
                        <a:pt x="302180" y="42948"/>
                        <a:pt x="347443" y="42948"/>
                      </a:cubicBezTo>
                      <a:cubicBezTo>
                        <a:pt x="353787" y="28718"/>
                        <a:pt x="357644" y="14573"/>
                        <a:pt x="359016" y="514"/>
                      </a:cubicBezTo>
                      <a:close/>
                      <a:moveTo>
                        <a:pt x="543668" y="0"/>
                      </a:moveTo>
                      <a:cubicBezTo>
                        <a:pt x="548640" y="1200"/>
                        <a:pt x="553912" y="1800"/>
                        <a:pt x="559484" y="1800"/>
                      </a:cubicBezTo>
                      <a:cubicBezTo>
                        <a:pt x="565056" y="1800"/>
                        <a:pt x="567842" y="2486"/>
                        <a:pt x="567842" y="3858"/>
                      </a:cubicBezTo>
                      <a:cubicBezTo>
                        <a:pt x="567842" y="5229"/>
                        <a:pt x="566728" y="6644"/>
                        <a:pt x="564499" y="8101"/>
                      </a:cubicBezTo>
                      <a:cubicBezTo>
                        <a:pt x="562270" y="9558"/>
                        <a:pt x="561156" y="13887"/>
                        <a:pt x="561156" y="21088"/>
                      </a:cubicBezTo>
                      <a:lnTo>
                        <a:pt x="561156" y="192110"/>
                      </a:lnTo>
                      <a:cubicBezTo>
                        <a:pt x="561156" y="203940"/>
                        <a:pt x="562013" y="218170"/>
                        <a:pt x="563727" y="234801"/>
                      </a:cubicBezTo>
                      <a:lnTo>
                        <a:pt x="543668" y="234801"/>
                      </a:lnTo>
                      <a:cubicBezTo>
                        <a:pt x="545382" y="217999"/>
                        <a:pt x="546239" y="203683"/>
                        <a:pt x="546239" y="191853"/>
                      </a:cubicBezTo>
                      <a:lnTo>
                        <a:pt x="546239" y="33947"/>
                      </a:lnTo>
                      <a:cubicBezTo>
                        <a:pt x="546239" y="20403"/>
                        <a:pt x="545382" y="9087"/>
                        <a:pt x="543668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2000" dirty="0"/>
                </a:p>
              </p:txBody>
            </p:sp>
          </p:grpSp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24D57700-961F-4ADC-97A9-F7E8FEA1384A}"/>
                  </a:ext>
                </a:extLst>
              </p:cNvPr>
              <p:cNvGrpSpPr/>
              <p:nvPr/>
            </p:nvGrpSpPr>
            <p:grpSpPr>
              <a:xfrm>
                <a:off x="9696601" y="3015369"/>
                <a:ext cx="3894511" cy="377915"/>
                <a:chOff x="9448769" y="10265395"/>
                <a:chExt cx="3894511" cy="377915"/>
              </a:xfrm>
            </p:grpSpPr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8A3849D1-3D94-4072-B0EA-AD082D59F86A}"/>
                    </a:ext>
                  </a:extLst>
                </p:cNvPr>
                <p:cNvSpPr txBox="1"/>
                <p:nvPr/>
              </p:nvSpPr>
              <p:spPr>
                <a:xfrm>
                  <a:off x="9448769" y="10284084"/>
                  <a:ext cx="579029" cy="340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512" h="213199">
                      <a:moveTo>
                        <a:pt x="320593" y="34205"/>
                      </a:moveTo>
                      <a:cubicBezTo>
                        <a:pt x="325736" y="39520"/>
                        <a:pt x="330794" y="43034"/>
                        <a:pt x="335766" y="44749"/>
                      </a:cubicBezTo>
                      <a:cubicBezTo>
                        <a:pt x="337824" y="45606"/>
                        <a:pt x="338852" y="46463"/>
                        <a:pt x="338852" y="47321"/>
                      </a:cubicBezTo>
                      <a:cubicBezTo>
                        <a:pt x="338852" y="48178"/>
                        <a:pt x="337181" y="49378"/>
                        <a:pt x="333837" y="50921"/>
                      </a:cubicBezTo>
                      <a:cubicBezTo>
                        <a:pt x="330494" y="52464"/>
                        <a:pt x="325394" y="57865"/>
                        <a:pt x="318535" y="67123"/>
                      </a:cubicBezTo>
                      <a:cubicBezTo>
                        <a:pt x="306191" y="83754"/>
                        <a:pt x="294190" y="98498"/>
                        <a:pt x="282531" y="111357"/>
                      </a:cubicBezTo>
                      <a:lnTo>
                        <a:pt x="338852" y="171022"/>
                      </a:lnTo>
                      <a:lnTo>
                        <a:pt x="325736" y="182080"/>
                      </a:lnTo>
                      <a:cubicBezTo>
                        <a:pt x="307048" y="159963"/>
                        <a:pt x="289389" y="139989"/>
                        <a:pt x="272758" y="122159"/>
                      </a:cubicBezTo>
                      <a:cubicBezTo>
                        <a:pt x="252356" y="143761"/>
                        <a:pt x="229896" y="163650"/>
                        <a:pt x="205379" y="181823"/>
                      </a:cubicBezTo>
                      <a:cubicBezTo>
                        <a:pt x="204178" y="175994"/>
                        <a:pt x="199892" y="171365"/>
                        <a:pt x="192520" y="167936"/>
                      </a:cubicBezTo>
                      <a:cubicBezTo>
                        <a:pt x="215666" y="154906"/>
                        <a:pt x="239154" y="136218"/>
                        <a:pt x="262986" y="111872"/>
                      </a:cubicBezTo>
                      <a:cubicBezTo>
                        <a:pt x="242240" y="89926"/>
                        <a:pt x="222352" y="70209"/>
                        <a:pt x="203321" y="52721"/>
                      </a:cubicBezTo>
                      <a:lnTo>
                        <a:pt x="213865" y="43720"/>
                      </a:lnTo>
                      <a:cubicBezTo>
                        <a:pt x="238383" y="67037"/>
                        <a:pt x="258099" y="86240"/>
                        <a:pt x="273016" y="101327"/>
                      </a:cubicBezTo>
                      <a:cubicBezTo>
                        <a:pt x="294447" y="77324"/>
                        <a:pt x="310306" y="54950"/>
                        <a:pt x="320593" y="34205"/>
                      </a:cubicBezTo>
                      <a:close/>
                      <a:moveTo>
                        <a:pt x="18517" y="18003"/>
                      </a:moveTo>
                      <a:lnTo>
                        <a:pt x="18517" y="81011"/>
                      </a:lnTo>
                      <a:lnTo>
                        <a:pt x="49635" y="81011"/>
                      </a:lnTo>
                      <a:cubicBezTo>
                        <a:pt x="68323" y="81354"/>
                        <a:pt x="80753" y="78310"/>
                        <a:pt x="86926" y="71881"/>
                      </a:cubicBezTo>
                      <a:cubicBezTo>
                        <a:pt x="93098" y="65452"/>
                        <a:pt x="96184" y="57865"/>
                        <a:pt x="96184" y="49121"/>
                      </a:cubicBezTo>
                      <a:cubicBezTo>
                        <a:pt x="96184" y="28375"/>
                        <a:pt x="81182" y="18003"/>
                        <a:pt x="51178" y="18003"/>
                      </a:cubicBezTo>
                      <a:close/>
                      <a:moveTo>
                        <a:pt x="163716" y="9773"/>
                      </a:moveTo>
                      <a:cubicBezTo>
                        <a:pt x="172974" y="11488"/>
                        <a:pt x="205121" y="12345"/>
                        <a:pt x="260157" y="12345"/>
                      </a:cubicBezTo>
                      <a:cubicBezTo>
                        <a:pt x="315192" y="12345"/>
                        <a:pt x="346310" y="11488"/>
                        <a:pt x="353511" y="9773"/>
                      </a:cubicBezTo>
                      <a:lnTo>
                        <a:pt x="353511" y="28547"/>
                      </a:lnTo>
                      <a:cubicBezTo>
                        <a:pt x="341167" y="26661"/>
                        <a:pt x="310735" y="25718"/>
                        <a:pt x="262214" y="25718"/>
                      </a:cubicBezTo>
                      <a:lnTo>
                        <a:pt x="180433" y="25718"/>
                      </a:lnTo>
                      <a:lnTo>
                        <a:pt x="180433" y="197254"/>
                      </a:lnTo>
                      <a:lnTo>
                        <a:pt x="273273" y="197254"/>
                      </a:lnTo>
                      <a:cubicBezTo>
                        <a:pt x="320079" y="197254"/>
                        <a:pt x="349825" y="196311"/>
                        <a:pt x="362512" y="194425"/>
                      </a:cubicBezTo>
                      <a:lnTo>
                        <a:pt x="362512" y="213199"/>
                      </a:lnTo>
                      <a:cubicBezTo>
                        <a:pt x="353083" y="211313"/>
                        <a:pt x="319907" y="210370"/>
                        <a:pt x="262986" y="210370"/>
                      </a:cubicBezTo>
                      <a:cubicBezTo>
                        <a:pt x="206064" y="210370"/>
                        <a:pt x="172974" y="211313"/>
                        <a:pt x="163716" y="213199"/>
                      </a:cubicBezTo>
                      <a:cubicBezTo>
                        <a:pt x="164573" y="199654"/>
                        <a:pt x="165002" y="185852"/>
                        <a:pt x="165002" y="171793"/>
                      </a:cubicBezTo>
                      <a:lnTo>
                        <a:pt x="165002" y="51435"/>
                      </a:lnTo>
                      <a:cubicBezTo>
                        <a:pt x="165002" y="34805"/>
                        <a:pt x="164573" y="20917"/>
                        <a:pt x="163716" y="9773"/>
                      </a:cubicBezTo>
                      <a:close/>
                      <a:moveTo>
                        <a:pt x="0" y="0"/>
                      </a:moveTo>
                      <a:lnTo>
                        <a:pt x="36776" y="0"/>
                      </a:lnTo>
                      <a:cubicBezTo>
                        <a:pt x="58551" y="0"/>
                        <a:pt x="72781" y="858"/>
                        <a:pt x="79468" y="2572"/>
                      </a:cubicBezTo>
                      <a:cubicBezTo>
                        <a:pt x="86154" y="4287"/>
                        <a:pt x="92283" y="7287"/>
                        <a:pt x="97856" y="11573"/>
                      </a:cubicBezTo>
                      <a:cubicBezTo>
                        <a:pt x="103428" y="15860"/>
                        <a:pt x="107757" y="21217"/>
                        <a:pt x="110843" y="27647"/>
                      </a:cubicBezTo>
                      <a:cubicBezTo>
                        <a:pt x="113929" y="34076"/>
                        <a:pt x="115472" y="41234"/>
                        <a:pt x="115472" y="49121"/>
                      </a:cubicBezTo>
                      <a:cubicBezTo>
                        <a:pt x="115472" y="61808"/>
                        <a:pt x="112043" y="72181"/>
                        <a:pt x="105185" y="80239"/>
                      </a:cubicBezTo>
                      <a:cubicBezTo>
                        <a:pt x="98327" y="88297"/>
                        <a:pt x="89712" y="93398"/>
                        <a:pt x="79339" y="95541"/>
                      </a:cubicBezTo>
                      <a:cubicBezTo>
                        <a:pt x="68966" y="97684"/>
                        <a:pt x="53064" y="98756"/>
                        <a:pt x="31633" y="98756"/>
                      </a:cubicBezTo>
                      <a:lnTo>
                        <a:pt x="18517" y="98756"/>
                      </a:lnTo>
                      <a:lnTo>
                        <a:pt x="18517" y="184652"/>
                      </a:lnTo>
                      <a:lnTo>
                        <a:pt x="0" y="18465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20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F880F104-5BC2-4E36-ABA0-27AFD2EB2CDB}"/>
                    </a:ext>
                  </a:extLst>
                </p:cNvPr>
                <p:cNvSpPr txBox="1"/>
                <p:nvPr/>
              </p:nvSpPr>
              <p:spPr>
                <a:xfrm>
                  <a:off x="10102272" y="10287542"/>
                  <a:ext cx="1598532" cy="333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791" h="208869">
                      <a:moveTo>
                        <a:pt x="474457" y="103162"/>
                      </a:moveTo>
                      <a:lnTo>
                        <a:pt x="539129" y="103162"/>
                      </a:lnTo>
                      <a:lnTo>
                        <a:pt x="539129" y="120961"/>
                      </a:lnTo>
                      <a:lnTo>
                        <a:pt x="474457" y="120961"/>
                      </a:lnTo>
                      <a:close/>
                      <a:moveTo>
                        <a:pt x="672621" y="100330"/>
                      </a:moveTo>
                      <a:lnTo>
                        <a:pt x="672621" y="130298"/>
                      </a:lnTo>
                      <a:lnTo>
                        <a:pt x="722545" y="130298"/>
                      </a:lnTo>
                      <a:lnTo>
                        <a:pt x="722545" y="100330"/>
                      </a:lnTo>
                      <a:close/>
                      <a:moveTo>
                        <a:pt x="602655" y="100330"/>
                      </a:moveTo>
                      <a:lnTo>
                        <a:pt x="602655" y="130298"/>
                      </a:lnTo>
                      <a:lnTo>
                        <a:pt x="653922" y="130298"/>
                      </a:lnTo>
                      <a:lnTo>
                        <a:pt x="653922" y="100330"/>
                      </a:lnTo>
                      <a:close/>
                      <a:moveTo>
                        <a:pt x="163392" y="100241"/>
                      </a:moveTo>
                      <a:cubicBezTo>
                        <a:pt x="169928" y="104741"/>
                        <a:pt x="175651" y="107765"/>
                        <a:pt x="180558" y="109313"/>
                      </a:cubicBezTo>
                      <a:cubicBezTo>
                        <a:pt x="183585" y="110247"/>
                        <a:pt x="185098" y="111767"/>
                        <a:pt x="185098" y="113873"/>
                      </a:cubicBezTo>
                      <a:cubicBezTo>
                        <a:pt x="185098" y="115979"/>
                        <a:pt x="184186" y="117442"/>
                        <a:pt x="182362" y="118263"/>
                      </a:cubicBezTo>
                      <a:cubicBezTo>
                        <a:pt x="180538" y="119083"/>
                        <a:pt x="178757" y="120328"/>
                        <a:pt x="177019" y="121999"/>
                      </a:cubicBezTo>
                      <a:cubicBezTo>
                        <a:pt x="175280" y="123669"/>
                        <a:pt x="173751" y="125530"/>
                        <a:pt x="172432" y="127580"/>
                      </a:cubicBezTo>
                      <a:cubicBezTo>
                        <a:pt x="165348" y="137679"/>
                        <a:pt x="154126" y="148668"/>
                        <a:pt x="138766" y="160546"/>
                      </a:cubicBezTo>
                      <a:cubicBezTo>
                        <a:pt x="123406" y="172425"/>
                        <a:pt x="103973" y="182584"/>
                        <a:pt x="80469" y="191022"/>
                      </a:cubicBezTo>
                      <a:cubicBezTo>
                        <a:pt x="56965" y="199460"/>
                        <a:pt x="32685" y="205409"/>
                        <a:pt x="7630" y="208869"/>
                      </a:cubicBezTo>
                      <a:cubicBezTo>
                        <a:pt x="6920" y="201675"/>
                        <a:pt x="4377" y="194373"/>
                        <a:pt x="0" y="186962"/>
                      </a:cubicBezTo>
                      <a:cubicBezTo>
                        <a:pt x="22901" y="186291"/>
                        <a:pt x="43611" y="183251"/>
                        <a:pt x="62131" y="177843"/>
                      </a:cubicBezTo>
                      <a:cubicBezTo>
                        <a:pt x="80651" y="172435"/>
                        <a:pt x="96584" y="165750"/>
                        <a:pt x="109930" y="157787"/>
                      </a:cubicBezTo>
                      <a:cubicBezTo>
                        <a:pt x="123276" y="149824"/>
                        <a:pt x="134487" y="141560"/>
                        <a:pt x="143564" y="132995"/>
                      </a:cubicBezTo>
                      <a:cubicBezTo>
                        <a:pt x="152642" y="124429"/>
                        <a:pt x="159251" y="113511"/>
                        <a:pt x="163392" y="100241"/>
                      </a:cubicBezTo>
                      <a:close/>
                      <a:moveTo>
                        <a:pt x="672621" y="52563"/>
                      </a:moveTo>
                      <a:lnTo>
                        <a:pt x="672621" y="84996"/>
                      </a:lnTo>
                      <a:lnTo>
                        <a:pt x="722545" y="84996"/>
                      </a:lnTo>
                      <a:lnTo>
                        <a:pt x="722545" y="52563"/>
                      </a:lnTo>
                      <a:close/>
                      <a:moveTo>
                        <a:pt x="602655" y="52563"/>
                      </a:moveTo>
                      <a:lnTo>
                        <a:pt x="602655" y="84996"/>
                      </a:lnTo>
                      <a:lnTo>
                        <a:pt x="653922" y="84996"/>
                      </a:lnTo>
                      <a:lnTo>
                        <a:pt x="653922" y="52563"/>
                      </a:lnTo>
                      <a:close/>
                      <a:moveTo>
                        <a:pt x="52607" y="35208"/>
                      </a:moveTo>
                      <a:cubicBezTo>
                        <a:pt x="58910" y="39170"/>
                        <a:pt x="64219" y="41961"/>
                        <a:pt x="68534" y="43580"/>
                      </a:cubicBezTo>
                      <a:cubicBezTo>
                        <a:pt x="71491" y="44566"/>
                        <a:pt x="72970" y="45943"/>
                        <a:pt x="72970" y="47711"/>
                      </a:cubicBezTo>
                      <a:cubicBezTo>
                        <a:pt x="72970" y="49479"/>
                        <a:pt x="71456" y="51399"/>
                        <a:pt x="68428" y="53471"/>
                      </a:cubicBezTo>
                      <a:cubicBezTo>
                        <a:pt x="65401" y="55542"/>
                        <a:pt x="61902" y="59993"/>
                        <a:pt x="57932" y="66822"/>
                      </a:cubicBezTo>
                      <a:cubicBezTo>
                        <a:pt x="46595" y="87025"/>
                        <a:pt x="33944" y="104772"/>
                        <a:pt x="19978" y="120065"/>
                      </a:cubicBezTo>
                      <a:cubicBezTo>
                        <a:pt x="16973" y="115462"/>
                        <a:pt x="12033" y="111787"/>
                        <a:pt x="5158" y="109042"/>
                      </a:cubicBezTo>
                      <a:cubicBezTo>
                        <a:pt x="15345" y="99788"/>
                        <a:pt x="24565" y="88899"/>
                        <a:pt x="32817" y="76373"/>
                      </a:cubicBezTo>
                      <a:cubicBezTo>
                        <a:pt x="41069" y="63848"/>
                        <a:pt x="47666" y="50126"/>
                        <a:pt x="52607" y="35208"/>
                      </a:cubicBezTo>
                      <a:close/>
                      <a:moveTo>
                        <a:pt x="145972" y="34086"/>
                      </a:moveTo>
                      <a:cubicBezTo>
                        <a:pt x="169520" y="51714"/>
                        <a:pt x="190786" y="70863"/>
                        <a:pt x="209769" y="91532"/>
                      </a:cubicBezTo>
                      <a:lnTo>
                        <a:pt x="195703" y="104141"/>
                      </a:lnTo>
                      <a:cubicBezTo>
                        <a:pt x="181868" y="85829"/>
                        <a:pt x="161411" y="66742"/>
                        <a:pt x="134331" y="46880"/>
                      </a:cubicBezTo>
                      <a:close/>
                      <a:moveTo>
                        <a:pt x="819729" y="15698"/>
                      </a:moveTo>
                      <a:cubicBezTo>
                        <a:pt x="829277" y="16448"/>
                        <a:pt x="855247" y="16823"/>
                        <a:pt x="897638" y="16823"/>
                      </a:cubicBezTo>
                      <a:cubicBezTo>
                        <a:pt x="940029" y="16823"/>
                        <a:pt x="965518" y="16448"/>
                        <a:pt x="974105" y="15698"/>
                      </a:cubicBezTo>
                      <a:lnTo>
                        <a:pt x="974105" y="33836"/>
                      </a:lnTo>
                      <a:cubicBezTo>
                        <a:pt x="968109" y="34898"/>
                        <a:pt x="962504" y="37472"/>
                        <a:pt x="957289" y="41558"/>
                      </a:cubicBezTo>
                      <a:lnTo>
                        <a:pt x="908172" y="79881"/>
                      </a:lnTo>
                      <a:lnTo>
                        <a:pt x="908172" y="92172"/>
                      </a:lnTo>
                      <a:cubicBezTo>
                        <a:pt x="949537" y="92172"/>
                        <a:pt x="980409" y="91349"/>
                        <a:pt x="1000791" y="89704"/>
                      </a:cubicBezTo>
                      <a:lnTo>
                        <a:pt x="1000791" y="111092"/>
                      </a:lnTo>
                      <a:cubicBezTo>
                        <a:pt x="980128" y="109599"/>
                        <a:pt x="949256" y="108852"/>
                        <a:pt x="908172" y="108852"/>
                      </a:cubicBezTo>
                      <a:lnTo>
                        <a:pt x="908172" y="186848"/>
                      </a:lnTo>
                      <a:cubicBezTo>
                        <a:pt x="908172" y="191868"/>
                        <a:pt x="906995" y="195859"/>
                        <a:pt x="904641" y="198821"/>
                      </a:cubicBezTo>
                      <a:cubicBezTo>
                        <a:pt x="902287" y="201783"/>
                        <a:pt x="897818" y="204048"/>
                        <a:pt x="891234" y="205616"/>
                      </a:cubicBezTo>
                      <a:cubicBezTo>
                        <a:pt x="884650" y="207184"/>
                        <a:pt x="874196" y="208045"/>
                        <a:pt x="859873" y="208197"/>
                      </a:cubicBezTo>
                      <a:cubicBezTo>
                        <a:pt x="860471" y="199613"/>
                        <a:pt x="858227" y="191585"/>
                        <a:pt x="853143" y="184115"/>
                      </a:cubicBezTo>
                      <a:cubicBezTo>
                        <a:pt x="864788" y="185911"/>
                        <a:pt x="872877" y="186809"/>
                        <a:pt x="877413" y="186809"/>
                      </a:cubicBezTo>
                      <a:cubicBezTo>
                        <a:pt x="881948" y="186809"/>
                        <a:pt x="885017" y="186237"/>
                        <a:pt x="886621" y="185092"/>
                      </a:cubicBezTo>
                      <a:cubicBezTo>
                        <a:pt x="888225" y="183948"/>
                        <a:pt x="889027" y="181170"/>
                        <a:pt x="889027" y="176757"/>
                      </a:cubicBezTo>
                      <a:lnTo>
                        <a:pt x="889027" y="108852"/>
                      </a:lnTo>
                      <a:cubicBezTo>
                        <a:pt x="842378" y="108852"/>
                        <a:pt x="810085" y="109599"/>
                        <a:pt x="792147" y="111092"/>
                      </a:cubicBezTo>
                      <a:lnTo>
                        <a:pt x="792147" y="89704"/>
                      </a:lnTo>
                      <a:cubicBezTo>
                        <a:pt x="809861" y="91349"/>
                        <a:pt x="842154" y="92172"/>
                        <a:pt x="889027" y="92172"/>
                      </a:cubicBezTo>
                      <a:lnTo>
                        <a:pt x="889027" y="72205"/>
                      </a:lnTo>
                      <a:lnTo>
                        <a:pt x="943744" y="33275"/>
                      </a:lnTo>
                      <a:lnTo>
                        <a:pt x="870231" y="33275"/>
                      </a:lnTo>
                      <a:cubicBezTo>
                        <a:pt x="848498" y="33275"/>
                        <a:pt x="831663" y="33649"/>
                        <a:pt x="819729" y="34397"/>
                      </a:cubicBezTo>
                      <a:close/>
                      <a:moveTo>
                        <a:pt x="267279" y="15698"/>
                      </a:moveTo>
                      <a:cubicBezTo>
                        <a:pt x="276827" y="16448"/>
                        <a:pt x="302797" y="16823"/>
                        <a:pt x="345188" y="16823"/>
                      </a:cubicBezTo>
                      <a:cubicBezTo>
                        <a:pt x="387579" y="16823"/>
                        <a:pt x="413068" y="16448"/>
                        <a:pt x="421655" y="15698"/>
                      </a:cubicBezTo>
                      <a:lnTo>
                        <a:pt x="421655" y="33836"/>
                      </a:lnTo>
                      <a:cubicBezTo>
                        <a:pt x="415659" y="34898"/>
                        <a:pt x="410054" y="37472"/>
                        <a:pt x="404839" y="41558"/>
                      </a:cubicBezTo>
                      <a:lnTo>
                        <a:pt x="355722" y="79881"/>
                      </a:lnTo>
                      <a:lnTo>
                        <a:pt x="355722" y="92172"/>
                      </a:lnTo>
                      <a:cubicBezTo>
                        <a:pt x="397087" y="92172"/>
                        <a:pt x="427959" y="91349"/>
                        <a:pt x="448341" y="89704"/>
                      </a:cubicBezTo>
                      <a:lnTo>
                        <a:pt x="448341" y="111092"/>
                      </a:lnTo>
                      <a:cubicBezTo>
                        <a:pt x="427678" y="109599"/>
                        <a:pt x="396805" y="108852"/>
                        <a:pt x="355722" y="108852"/>
                      </a:cubicBezTo>
                      <a:lnTo>
                        <a:pt x="355722" y="186848"/>
                      </a:lnTo>
                      <a:cubicBezTo>
                        <a:pt x="355722" y="191868"/>
                        <a:pt x="354545" y="195859"/>
                        <a:pt x="352191" y="198821"/>
                      </a:cubicBezTo>
                      <a:cubicBezTo>
                        <a:pt x="349837" y="201783"/>
                        <a:pt x="345368" y="204048"/>
                        <a:pt x="338784" y="205616"/>
                      </a:cubicBezTo>
                      <a:cubicBezTo>
                        <a:pt x="332200" y="207184"/>
                        <a:pt x="321746" y="208045"/>
                        <a:pt x="307423" y="208197"/>
                      </a:cubicBezTo>
                      <a:cubicBezTo>
                        <a:pt x="308021" y="199613"/>
                        <a:pt x="305777" y="191585"/>
                        <a:pt x="300693" y="184115"/>
                      </a:cubicBezTo>
                      <a:cubicBezTo>
                        <a:pt x="312338" y="185911"/>
                        <a:pt x="320428" y="186809"/>
                        <a:pt x="324963" y="186809"/>
                      </a:cubicBezTo>
                      <a:cubicBezTo>
                        <a:pt x="329498" y="186809"/>
                        <a:pt x="332567" y="186237"/>
                        <a:pt x="334171" y="185092"/>
                      </a:cubicBezTo>
                      <a:cubicBezTo>
                        <a:pt x="335775" y="183948"/>
                        <a:pt x="336577" y="181170"/>
                        <a:pt x="336577" y="176757"/>
                      </a:cubicBezTo>
                      <a:lnTo>
                        <a:pt x="336577" y="108852"/>
                      </a:lnTo>
                      <a:cubicBezTo>
                        <a:pt x="289928" y="108852"/>
                        <a:pt x="257635" y="109599"/>
                        <a:pt x="239697" y="111092"/>
                      </a:cubicBezTo>
                      <a:lnTo>
                        <a:pt x="239697" y="89704"/>
                      </a:lnTo>
                      <a:cubicBezTo>
                        <a:pt x="257411" y="91349"/>
                        <a:pt x="289704" y="92172"/>
                        <a:pt x="336577" y="92172"/>
                      </a:cubicBezTo>
                      <a:lnTo>
                        <a:pt x="336577" y="72205"/>
                      </a:lnTo>
                      <a:lnTo>
                        <a:pt x="391294" y="33275"/>
                      </a:lnTo>
                      <a:lnTo>
                        <a:pt x="317781" y="33275"/>
                      </a:lnTo>
                      <a:cubicBezTo>
                        <a:pt x="296048" y="33275"/>
                        <a:pt x="279213" y="33649"/>
                        <a:pt x="267279" y="34397"/>
                      </a:cubicBezTo>
                      <a:close/>
                      <a:moveTo>
                        <a:pt x="651454" y="225"/>
                      </a:moveTo>
                      <a:cubicBezTo>
                        <a:pt x="659741" y="1272"/>
                        <a:pt x="667081" y="1796"/>
                        <a:pt x="673475" y="1796"/>
                      </a:cubicBezTo>
                      <a:cubicBezTo>
                        <a:pt x="677689" y="1796"/>
                        <a:pt x="679797" y="3034"/>
                        <a:pt x="679797" y="5511"/>
                      </a:cubicBezTo>
                      <a:cubicBezTo>
                        <a:pt x="679797" y="7987"/>
                        <a:pt x="678937" y="9570"/>
                        <a:pt x="677216" y="10258"/>
                      </a:cubicBezTo>
                      <a:cubicBezTo>
                        <a:pt x="675496" y="10946"/>
                        <a:pt x="674300" y="11905"/>
                        <a:pt x="673628" y="13133"/>
                      </a:cubicBezTo>
                      <a:cubicBezTo>
                        <a:pt x="672957" y="14362"/>
                        <a:pt x="672621" y="15455"/>
                        <a:pt x="672621" y="16412"/>
                      </a:cubicBezTo>
                      <a:lnTo>
                        <a:pt x="672621" y="36779"/>
                      </a:lnTo>
                      <a:cubicBezTo>
                        <a:pt x="703399" y="36782"/>
                        <a:pt x="726797" y="35884"/>
                        <a:pt x="742815" y="34086"/>
                      </a:cubicBezTo>
                      <a:cubicBezTo>
                        <a:pt x="741768" y="41866"/>
                        <a:pt x="741244" y="51075"/>
                        <a:pt x="741244" y="61714"/>
                      </a:cubicBezTo>
                      <a:lnTo>
                        <a:pt x="741244" y="127869"/>
                      </a:lnTo>
                      <a:cubicBezTo>
                        <a:pt x="741244" y="138485"/>
                        <a:pt x="741992" y="149936"/>
                        <a:pt x="743487" y="162223"/>
                      </a:cubicBezTo>
                      <a:lnTo>
                        <a:pt x="722545" y="162223"/>
                      </a:lnTo>
                      <a:lnTo>
                        <a:pt x="722545" y="146079"/>
                      </a:lnTo>
                      <a:lnTo>
                        <a:pt x="672621" y="146079"/>
                      </a:lnTo>
                      <a:lnTo>
                        <a:pt x="672621" y="175186"/>
                      </a:lnTo>
                      <a:cubicBezTo>
                        <a:pt x="672621" y="179915"/>
                        <a:pt x="673010" y="183178"/>
                        <a:pt x="673789" y="184974"/>
                      </a:cubicBezTo>
                      <a:cubicBezTo>
                        <a:pt x="674568" y="186771"/>
                        <a:pt x="676370" y="188087"/>
                        <a:pt x="679195" y="188921"/>
                      </a:cubicBezTo>
                      <a:cubicBezTo>
                        <a:pt x="682020" y="189756"/>
                        <a:pt x="686979" y="190173"/>
                        <a:pt x="694070" y="190173"/>
                      </a:cubicBezTo>
                      <a:lnTo>
                        <a:pt x="729539" y="189948"/>
                      </a:lnTo>
                      <a:cubicBezTo>
                        <a:pt x="737578" y="189948"/>
                        <a:pt x="742989" y="187506"/>
                        <a:pt x="745771" y="182621"/>
                      </a:cubicBezTo>
                      <a:cubicBezTo>
                        <a:pt x="748554" y="177735"/>
                        <a:pt x="750812" y="169264"/>
                        <a:pt x="752545" y="157205"/>
                      </a:cubicBezTo>
                      <a:cubicBezTo>
                        <a:pt x="757986" y="161596"/>
                        <a:pt x="764386" y="164976"/>
                        <a:pt x="771744" y="167345"/>
                      </a:cubicBezTo>
                      <a:cubicBezTo>
                        <a:pt x="767977" y="182945"/>
                        <a:pt x="763257" y="193541"/>
                        <a:pt x="757583" y="199133"/>
                      </a:cubicBezTo>
                      <a:cubicBezTo>
                        <a:pt x="751910" y="204726"/>
                        <a:pt x="742625" y="207522"/>
                        <a:pt x="729728" y="207522"/>
                      </a:cubicBezTo>
                      <a:lnTo>
                        <a:pt x="694331" y="207300"/>
                      </a:lnTo>
                      <a:cubicBezTo>
                        <a:pt x="682196" y="207300"/>
                        <a:pt x="673304" y="206412"/>
                        <a:pt x="667654" y="204636"/>
                      </a:cubicBezTo>
                      <a:cubicBezTo>
                        <a:pt x="662005" y="202859"/>
                        <a:pt x="658304" y="199675"/>
                        <a:pt x="656551" y="195083"/>
                      </a:cubicBezTo>
                      <a:cubicBezTo>
                        <a:pt x="654798" y="190491"/>
                        <a:pt x="653922" y="183411"/>
                        <a:pt x="653922" y="173843"/>
                      </a:cubicBezTo>
                      <a:lnTo>
                        <a:pt x="653922" y="146079"/>
                      </a:lnTo>
                      <a:lnTo>
                        <a:pt x="602655" y="146079"/>
                      </a:lnTo>
                      <a:lnTo>
                        <a:pt x="602655" y="166710"/>
                      </a:lnTo>
                      <a:lnTo>
                        <a:pt x="582385" y="166710"/>
                      </a:lnTo>
                      <a:cubicBezTo>
                        <a:pt x="584028" y="154232"/>
                        <a:pt x="584849" y="142033"/>
                        <a:pt x="584849" y="130112"/>
                      </a:cubicBezTo>
                      <a:lnTo>
                        <a:pt x="584849" y="61714"/>
                      </a:lnTo>
                      <a:cubicBezTo>
                        <a:pt x="584849" y="52085"/>
                        <a:pt x="584327" y="42875"/>
                        <a:pt x="583281" y="34086"/>
                      </a:cubicBezTo>
                      <a:cubicBezTo>
                        <a:pt x="599986" y="35884"/>
                        <a:pt x="623533" y="36782"/>
                        <a:pt x="653922" y="36779"/>
                      </a:cubicBezTo>
                      <a:cubicBezTo>
                        <a:pt x="653922" y="21927"/>
                        <a:pt x="653099" y="9742"/>
                        <a:pt x="651454" y="225"/>
                      </a:cubicBezTo>
                      <a:close/>
                      <a:moveTo>
                        <a:pt x="94412" y="0"/>
                      </a:moveTo>
                      <a:cubicBezTo>
                        <a:pt x="101501" y="1497"/>
                        <a:pt x="106648" y="2246"/>
                        <a:pt x="109853" y="2246"/>
                      </a:cubicBezTo>
                      <a:lnTo>
                        <a:pt x="114811" y="2021"/>
                      </a:lnTo>
                      <a:cubicBezTo>
                        <a:pt x="117416" y="2021"/>
                        <a:pt x="118719" y="2886"/>
                        <a:pt x="118719" y="4616"/>
                      </a:cubicBezTo>
                      <a:cubicBezTo>
                        <a:pt x="118719" y="6346"/>
                        <a:pt x="118083" y="7884"/>
                        <a:pt x="116813" y="9229"/>
                      </a:cubicBezTo>
                      <a:cubicBezTo>
                        <a:pt x="115543" y="10575"/>
                        <a:pt x="114907" y="12820"/>
                        <a:pt x="114907" y="15966"/>
                      </a:cubicBezTo>
                      <a:lnTo>
                        <a:pt x="114907" y="112396"/>
                      </a:lnTo>
                      <a:cubicBezTo>
                        <a:pt x="114907" y="122049"/>
                        <a:pt x="115431" y="130959"/>
                        <a:pt x="116479" y="139124"/>
                      </a:cubicBezTo>
                      <a:lnTo>
                        <a:pt x="94191" y="139124"/>
                      </a:lnTo>
                      <a:cubicBezTo>
                        <a:pt x="95236" y="131261"/>
                        <a:pt x="95759" y="122427"/>
                        <a:pt x="95759" y="112621"/>
                      </a:cubicBezTo>
                      <a:lnTo>
                        <a:pt x="95759" y="23588"/>
                      </a:lnTo>
                      <a:cubicBezTo>
                        <a:pt x="95759" y="14330"/>
                        <a:pt x="95310" y="6467"/>
                        <a:pt x="94412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b="1" dirty="0"/>
                </a:p>
              </p:txBody>
            </p:sp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B9F43C32-37B8-49FE-9AF1-0EDFAB7C0B36}"/>
                    </a:ext>
                  </a:extLst>
                </p:cNvPr>
                <p:cNvSpPr txBox="1"/>
                <p:nvPr/>
              </p:nvSpPr>
              <p:spPr>
                <a:xfrm>
                  <a:off x="11734265" y="10265395"/>
                  <a:ext cx="1609015" cy="377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354" h="236601">
                      <a:moveTo>
                        <a:pt x="623649" y="158163"/>
                      </a:moveTo>
                      <a:lnTo>
                        <a:pt x="623649" y="177965"/>
                      </a:lnTo>
                      <a:lnTo>
                        <a:pt x="705173" y="177965"/>
                      </a:lnTo>
                      <a:lnTo>
                        <a:pt x="705173" y="158163"/>
                      </a:lnTo>
                      <a:close/>
                      <a:moveTo>
                        <a:pt x="623649" y="125759"/>
                      </a:moveTo>
                      <a:lnTo>
                        <a:pt x="623649" y="146590"/>
                      </a:lnTo>
                      <a:lnTo>
                        <a:pt x="705173" y="146590"/>
                      </a:lnTo>
                      <a:lnTo>
                        <a:pt x="705173" y="125759"/>
                      </a:lnTo>
                      <a:close/>
                      <a:moveTo>
                        <a:pt x="825788" y="113671"/>
                      </a:moveTo>
                      <a:cubicBezTo>
                        <a:pt x="829732" y="119158"/>
                        <a:pt x="834532" y="123444"/>
                        <a:pt x="840190" y="126530"/>
                      </a:cubicBezTo>
                      <a:cubicBezTo>
                        <a:pt x="816702" y="156705"/>
                        <a:pt x="798099" y="181737"/>
                        <a:pt x="784383" y="201625"/>
                      </a:cubicBezTo>
                      <a:cubicBezTo>
                        <a:pt x="780269" y="196310"/>
                        <a:pt x="775554" y="192110"/>
                        <a:pt x="770239" y="189024"/>
                      </a:cubicBezTo>
                      <a:cubicBezTo>
                        <a:pt x="777268" y="182851"/>
                        <a:pt x="786655" y="171921"/>
                        <a:pt x="798399" y="156234"/>
                      </a:cubicBezTo>
                      <a:cubicBezTo>
                        <a:pt x="810144" y="140546"/>
                        <a:pt x="819273" y="126359"/>
                        <a:pt x="825788" y="113671"/>
                      </a:cubicBezTo>
                      <a:close/>
                      <a:moveTo>
                        <a:pt x="606418" y="112643"/>
                      </a:moveTo>
                      <a:cubicBezTo>
                        <a:pt x="624935" y="113843"/>
                        <a:pt x="644780" y="114443"/>
                        <a:pt x="665954" y="114443"/>
                      </a:cubicBezTo>
                      <a:cubicBezTo>
                        <a:pt x="687128" y="114443"/>
                        <a:pt x="705688" y="113843"/>
                        <a:pt x="721633" y="112643"/>
                      </a:cubicBezTo>
                      <a:cubicBezTo>
                        <a:pt x="720947" y="122415"/>
                        <a:pt x="720604" y="132274"/>
                        <a:pt x="720604" y="142218"/>
                      </a:cubicBezTo>
                      <a:lnTo>
                        <a:pt x="720604" y="208569"/>
                      </a:lnTo>
                      <a:cubicBezTo>
                        <a:pt x="720604" y="214741"/>
                        <a:pt x="719875" y="219327"/>
                        <a:pt x="718418" y="222328"/>
                      </a:cubicBezTo>
                      <a:cubicBezTo>
                        <a:pt x="716961" y="225328"/>
                        <a:pt x="713789" y="227643"/>
                        <a:pt x="708902" y="229272"/>
                      </a:cubicBezTo>
                      <a:cubicBezTo>
                        <a:pt x="704016" y="230900"/>
                        <a:pt x="696344" y="232229"/>
                        <a:pt x="685885" y="233258"/>
                      </a:cubicBezTo>
                      <a:cubicBezTo>
                        <a:pt x="686400" y="226571"/>
                        <a:pt x="684257" y="220399"/>
                        <a:pt x="679456" y="214741"/>
                      </a:cubicBezTo>
                      <a:cubicBezTo>
                        <a:pt x="685800" y="215598"/>
                        <a:pt x="690772" y="216027"/>
                        <a:pt x="694372" y="216027"/>
                      </a:cubicBezTo>
                      <a:cubicBezTo>
                        <a:pt x="697973" y="216027"/>
                        <a:pt x="700673" y="215470"/>
                        <a:pt x="702473" y="214355"/>
                      </a:cubicBezTo>
                      <a:cubicBezTo>
                        <a:pt x="704273" y="213241"/>
                        <a:pt x="705173" y="210455"/>
                        <a:pt x="705173" y="205997"/>
                      </a:cubicBezTo>
                      <a:lnTo>
                        <a:pt x="705173" y="189538"/>
                      </a:lnTo>
                      <a:lnTo>
                        <a:pt x="623649" y="189538"/>
                      </a:lnTo>
                      <a:lnTo>
                        <a:pt x="623649" y="233258"/>
                      </a:lnTo>
                      <a:lnTo>
                        <a:pt x="605904" y="233258"/>
                      </a:lnTo>
                      <a:cubicBezTo>
                        <a:pt x="607447" y="221942"/>
                        <a:pt x="608218" y="211055"/>
                        <a:pt x="608218" y="200597"/>
                      </a:cubicBezTo>
                      <a:lnTo>
                        <a:pt x="608218" y="141961"/>
                      </a:lnTo>
                      <a:cubicBezTo>
                        <a:pt x="608218" y="129102"/>
                        <a:pt x="607618" y="119329"/>
                        <a:pt x="606418" y="112643"/>
                      </a:cubicBezTo>
                      <a:close/>
                      <a:moveTo>
                        <a:pt x="45005" y="103384"/>
                      </a:moveTo>
                      <a:cubicBezTo>
                        <a:pt x="55464" y="104756"/>
                        <a:pt x="78309" y="105442"/>
                        <a:pt x="113542" y="105442"/>
                      </a:cubicBezTo>
                      <a:cubicBezTo>
                        <a:pt x="148775" y="105442"/>
                        <a:pt x="173421" y="104756"/>
                        <a:pt x="187480" y="103384"/>
                      </a:cubicBezTo>
                      <a:lnTo>
                        <a:pt x="178993" y="197253"/>
                      </a:lnTo>
                      <a:cubicBezTo>
                        <a:pt x="178479" y="203254"/>
                        <a:pt x="176807" y="207926"/>
                        <a:pt x="173979" y="211269"/>
                      </a:cubicBezTo>
                      <a:cubicBezTo>
                        <a:pt x="171150" y="214613"/>
                        <a:pt x="165749" y="217313"/>
                        <a:pt x="157776" y="219370"/>
                      </a:cubicBezTo>
                      <a:cubicBezTo>
                        <a:pt x="149804" y="221428"/>
                        <a:pt x="137931" y="222714"/>
                        <a:pt x="122158" y="223228"/>
                      </a:cubicBezTo>
                      <a:cubicBezTo>
                        <a:pt x="121986" y="216198"/>
                        <a:pt x="118900" y="209941"/>
                        <a:pt x="112899" y="204454"/>
                      </a:cubicBezTo>
                      <a:cubicBezTo>
                        <a:pt x="121472" y="204968"/>
                        <a:pt x="129316" y="205226"/>
                        <a:pt x="136431" y="205226"/>
                      </a:cubicBezTo>
                      <a:cubicBezTo>
                        <a:pt x="143546" y="205226"/>
                        <a:pt x="149118" y="204583"/>
                        <a:pt x="153147" y="203297"/>
                      </a:cubicBezTo>
                      <a:cubicBezTo>
                        <a:pt x="157176" y="202011"/>
                        <a:pt x="159877" y="200082"/>
                        <a:pt x="161248" y="197510"/>
                      </a:cubicBezTo>
                      <a:cubicBezTo>
                        <a:pt x="162620" y="194939"/>
                        <a:pt x="163563" y="190995"/>
                        <a:pt x="164077" y="185680"/>
                      </a:cubicBezTo>
                      <a:lnTo>
                        <a:pt x="170507" y="118558"/>
                      </a:lnTo>
                      <a:lnTo>
                        <a:pt x="97726" y="118558"/>
                      </a:lnTo>
                      <a:cubicBezTo>
                        <a:pt x="97383" y="145304"/>
                        <a:pt x="91468" y="167249"/>
                        <a:pt x="79981" y="184394"/>
                      </a:cubicBezTo>
                      <a:cubicBezTo>
                        <a:pt x="68494" y="201539"/>
                        <a:pt x="49977" y="216884"/>
                        <a:pt x="24431" y="230429"/>
                      </a:cubicBezTo>
                      <a:cubicBezTo>
                        <a:pt x="21345" y="224771"/>
                        <a:pt x="16030" y="220656"/>
                        <a:pt x="8486" y="218084"/>
                      </a:cubicBezTo>
                      <a:cubicBezTo>
                        <a:pt x="32832" y="207455"/>
                        <a:pt x="51263" y="195453"/>
                        <a:pt x="63779" y="182080"/>
                      </a:cubicBezTo>
                      <a:cubicBezTo>
                        <a:pt x="76295" y="168707"/>
                        <a:pt x="82553" y="147533"/>
                        <a:pt x="82553" y="118558"/>
                      </a:cubicBezTo>
                      <a:cubicBezTo>
                        <a:pt x="68151" y="118558"/>
                        <a:pt x="55635" y="119158"/>
                        <a:pt x="45005" y="120358"/>
                      </a:cubicBezTo>
                      <a:close/>
                      <a:moveTo>
                        <a:pt x="521036" y="52721"/>
                      </a:moveTo>
                      <a:lnTo>
                        <a:pt x="536467" y="55293"/>
                      </a:lnTo>
                      <a:cubicBezTo>
                        <a:pt x="534066" y="78267"/>
                        <a:pt x="530380" y="99527"/>
                        <a:pt x="525408" y="119072"/>
                      </a:cubicBezTo>
                      <a:lnTo>
                        <a:pt x="509978" y="115729"/>
                      </a:lnTo>
                      <a:cubicBezTo>
                        <a:pt x="517693" y="94469"/>
                        <a:pt x="521379" y="73466"/>
                        <a:pt x="521036" y="52721"/>
                      </a:cubicBezTo>
                      <a:close/>
                      <a:moveTo>
                        <a:pt x="576586" y="41405"/>
                      </a:moveTo>
                      <a:cubicBezTo>
                        <a:pt x="584130" y="53921"/>
                        <a:pt x="590216" y="66008"/>
                        <a:pt x="594845" y="77667"/>
                      </a:cubicBezTo>
                      <a:lnTo>
                        <a:pt x="581729" y="83839"/>
                      </a:lnTo>
                      <a:cubicBezTo>
                        <a:pt x="577615" y="70123"/>
                        <a:pt x="572214" y="57950"/>
                        <a:pt x="565527" y="47320"/>
                      </a:cubicBezTo>
                      <a:close/>
                      <a:moveTo>
                        <a:pt x="869251" y="27261"/>
                      </a:moveTo>
                      <a:lnTo>
                        <a:pt x="869251" y="102870"/>
                      </a:lnTo>
                      <a:lnTo>
                        <a:pt x="957462" y="102870"/>
                      </a:lnTo>
                      <a:lnTo>
                        <a:pt x="957462" y="27261"/>
                      </a:lnTo>
                      <a:close/>
                      <a:moveTo>
                        <a:pt x="785926" y="15945"/>
                      </a:moveTo>
                      <a:cubicBezTo>
                        <a:pt x="801700" y="27432"/>
                        <a:pt x="816959" y="40462"/>
                        <a:pt x="831704" y="55035"/>
                      </a:cubicBezTo>
                      <a:lnTo>
                        <a:pt x="819359" y="66608"/>
                      </a:lnTo>
                      <a:cubicBezTo>
                        <a:pt x="802900" y="48778"/>
                        <a:pt x="788670" y="35833"/>
                        <a:pt x="776668" y="27775"/>
                      </a:cubicBezTo>
                      <a:close/>
                      <a:moveTo>
                        <a:pt x="851249" y="13116"/>
                      </a:moveTo>
                      <a:cubicBezTo>
                        <a:pt x="864279" y="13973"/>
                        <a:pt x="884853" y="14402"/>
                        <a:pt x="912971" y="14402"/>
                      </a:cubicBezTo>
                      <a:cubicBezTo>
                        <a:pt x="941089" y="14402"/>
                        <a:pt x="961663" y="13973"/>
                        <a:pt x="974693" y="13116"/>
                      </a:cubicBezTo>
                      <a:cubicBezTo>
                        <a:pt x="974178" y="38662"/>
                        <a:pt x="973921" y="57307"/>
                        <a:pt x="973921" y="69051"/>
                      </a:cubicBezTo>
                      <a:cubicBezTo>
                        <a:pt x="973921" y="80796"/>
                        <a:pt x="974178" y="96526"/>
                        <a:pt x="974693" y="116243"/>
                      </a:cubicBezTo>
                      <a:lnTo>
                        <a:pt x="941774" y="115472"/>
                      </a:lnTo>
                      <a:lnTo>
                        <a:pt x="941774" y="198539"/>
                      </a:lnTo>
                      <a:cubicBezTo>
                        <a:pt x="941774" y="204368"/>
                        <a:pt x="942975" y="208355"/>
                        <a:pt x="945375" y="210498"/>
                      </a:cubicBezTo>
                      <a:cubicBezTo>
                        <a:pt x="947775" y="212641"/>
                        <a:pt x="952404" y="213712"/>
                        <a:pt x="959262" y="213712"/>
                      </a:cubicBezTo>
                      <a:cubicBezTo>
                        <a:pt x="971778" y="213712"/>
                        <a:pt x="979922" y="212169"/>
                        <a:pt x="983694" y="209083"/>
                      </a:cubicBezTo>
                      <a:cubicBezTo>
                        <a:pt x="987466" y="205997"/>
                        <a:pt x="989952" y="199139"/>
                        <a:pt x="991152" y="188509"/>
                      </a:cubicBezTo>
                      <a:cubicBezTo>
                        <a:pt x="995953" y="193310"/>
                        <a:pt x="1001353" y="196053"/>
                        <a:pt x="1007354" y="196739"/>
                      </a:cubicBezTo>
                      <a:cubicBezTo>
                        <a:pt x="1004268" y="207883"/>
                        <a:pt x="1000196" y="215984"/>
                        <a:pt x="995138" y="221042"/>
                      </a:cubicBezTo>
                      <a:cubicBezTo>
                        <a:pt x="990080" y="226100"/>
                        <a:pt x="979451" y="228629"/>
                        <a:pt x="963249" y="228629"/>
                      </a:cubicBezTo>
                      <a:cubicBezTo>
                        <a:pt x="947046" y="228629"/>
                        <a:pt x="936802" y="227043"/>
                        <a:pt x="932516" y="223871"/>
                      </a:cubicBezTo>
                      <a:cubicBezTo>
                        <a:pt x="928230" y="220699"/>
                        <a:pt x="926087" y="213198"/>
                        <a:pt x="926087" y="201368"/>
                      </a:cubicBezTo>
                      <a:lnTo>
                        <a:pt x="926087" y="115472"/>
                      </a:lnTo>
                      <a:lnTo>
                        <a:pt x="898569" y="115472"/>
                      </a:lnTo>
                      <a:cubicBezTo>
                        <a:pt x="898398" y="138274"/>
                        <a:pt x="896254" y="156534"/>
                        <a:pt x="892140" y="170250"/>
                      </a:cubicBezTo>
                      <a:cubicBezTo>
                        <a:pt x="888025" y="183966"/>
                        <a:pt x="880524" y="195882"/>
                        <a:pt x="869637" y="205997"/>
                      </a:cubicBezTo>
                      <a:cubicBezTo>
                        <a:pt x="858750" y="216113"/>
                        <a:pt x="842419" y="226314"/>
                        <a:pt x="820645" y="236601"/>
                      </a:cubicBezTo>
                      <a:cubicBezTo>
                        <a:pt x="816016" y="228886"/>
                        <a:pt x="811472" y="224171"/>
                        <a:pt x="807015" y="222456"/>
                      </a:cubicBezTo>
                      <a:cubicBezTo>
                        <a:pt x="824331" y="216627"/>
                        <a:pt x="838476" y="209941"/>
                        <a:pt x="849449" y="202397"/>
                      </a:cubicBezTo>
                      <a:cubicBezTo>
                        <a:pt x="860421" y="194853"/>
                        <a:pt x="868608" y="184780"/>
                        <a:pt x="874009" y="172179"/>
                      </a:cubicBezTo>
                      <a:cubicBezTo>
                        <a:pt x="879410" y="159577"/>
                        <a:pt x="882110" y="140760"/>
                        <a:pt x="882110" y="115729"/>
                      </a:cubicBezTo>
                      <a:cubicBezTo>
                        <a:pt x="872337" y="115729"/>
                        <a:pt x="862050" y="115986"/>
                        <a:pt x="851249" y="116500"/>
                      </a:cubicBezTo>
                      <a:cubicBezTo>
                        <a:pt x="852278" y="96441"/>
                        <a:pt x="852792" y="79210"/>
                        <a:pt x="852792" y="64808"/>
                      </a:cubicBezTo>
                      <a:cubicBezTo>
                        <a:pt x="852792" y="50406"/>
                        <a:pt x="852278" y="33176"/>
                        <a:pt x="851249" y="13116"/>
                      </a:cubicBezTo>
                      <a:close/>
                      <a:moveTo>
                        <a:pt x="82038" y="4372"/>
                      </a:moveTo>
                      <a:cubicBezTo>
                        <a:pt x="88554" y="9515"/>
                        <a:pt x="95069" y="12516"/>
                        <a:pt x="101584" y="13373"/>
                      </a:cubicBezTo>
                      <a:cubicBezTo>
                        <a:pt x="103813" y="13716"/>
                        <a:pt x="104927" y="14573"/>
                        <a:pt x="104927" y="15945"/>
                      </a:cubicBezTo>
                      <a:cubicBezTo>
                        <a:pt x="104927" y="17316"/>
                        <a:pt x="103898" y="18431"/>
                        <a:pt x="101841" y="19288"/>
                      </a:cubicBezTo>
                      <a:cubicBezTo>
                        <a:pt x="97383" y="21174"/>
                        <a:pt x="92240" y="27261"/>
                        <a:pt x="86410" y="37548"/>
                      </a:cubicBezTo>
                      <a:cubicBezTo>
                        <a:pt x="66351" y="73552"/>
                        <a:pt x="43376" y="104927"/>
                        <a:pt x="17488" y="131674"/>
                      </a:cubicBezTo>
                      <a:cubicBezTo>
                        <a:pt x="13201" y="124987"/>
                        <a:pt x="7372" y="121044"/>
                        <a:pt x="0" y="119844"/>
                      </a:cubicBezTo>
                      <a:cubicBezTo>
                        <a:pt x="41148" y="88468"/>
                        <a:pt x="68494" y="49978"/>
                        <a:pt x="82038" y="4372"/>
                      </a:cubicBezTo>
                      <a:close/>
                      <a:moveTo>
                        <a:pt x="150447" y="3600"/>
                      </a:moveTo>
                      <a:cubicBezTo>
                        <a:pt x="161591" y="31718"/>
                        <a:pt x="173293" y="54092"/>
                        <a:pt x="185551" y="70723"/>
                      </a:cubicBezTo>
                      <a:cubicBezTo>
                        <a:pt x="197810" y="87354"/>
                        <a:pt x="213112" y="99955"/>
                        <a:pt x="231457" y="108528"/>
                      </a:cubicBezTo>
                      <a:cubicBezTo>
                        <a:pt x="226314" y="111957"/>
                        <a:pt x="221770" y="117443"/>
                        <a:pt x="217827" y="124987"/>
                      </a:cubicBezTo>
                      <a:cubicBezTo>
                        <a:pt x="199482" y="111100"/>
                        <a:pt x="184351" y="95712"/>
                        <a:pt x="172435" y="78824"/>
                      </a:cubicBezTo>
                      <a:cubicBezTo>
                        <a:pt x="160520" y="61936"/>
                        <a:pt x="148475" y="38662"/>
                        <a:pt x="136302" y="9001"/>
                      </a:cubicBezTo>
                      <a:close/>
                      <a:moveTo>
                        <a:pt x="654510" y="514"/>
                      </a:moveTo>
                      <a:cubicBezTo>
                        <a:pt x="661368" y="1372"/>
                        <a:pt x="666940" y="1800"/>
                        <a:pt x="671226" y="1800"/>
                      </a:cubicBezTo>
                      <a:cubicBezTo>
                        <a:pt x="675513" y="1800"/>
                        <a:pt x="677656" y="2315"/>
                        <a:pt x="677656" y="3343"/>
                      </a:cubicBezTo>
                      <a:cubicBezTo>
                        <a:pt x="677656" y="4372"/>
                        <a:pt x="676970" y="5401"/>
                        <a:pt x="675598" y="6429"/>
                      </a:cubicBezTo>
                      <a:cubicBezTo>
                        <a:pt x="673198" y="8487"/>
                        <a:pt x="671998" y="11830"/>
                        <a:pt x="671998" y="16459"/>
                      </a:cubicBezTo>
                      <a:lnTo>
                        <a:pt x="671998" y="25203"/>
                      </a:lnTo>
                      <a:cubicBezTo>
                        <a:pt x="696344" y="25203"/>
                        <a:pt x="715118" y="24603"/>
                        <a:pt x="728319" y="23403"/>
                      </a:cubicBezTo>
                      <a:lnTo>
                        <a:pt x="728319" y="38319"/>
                      </a:lnTo>
                      <a:cubicBezTo>
                        <a:pt x="715118" y="37119"/>
                        <a:pt x="696344" y="36519"/>
                        <a:pt x="671998" y="36519"/>
                      </a:cubicBezTo>
                      <a:lnTo>
                        <a:pt x="671998" y="55550"/>
                      </a:lnTo>
                      <a:cubicBezTo>
                        <a:pt x="692915" y="55550"/>
                        <a:pt x="708945" y="55121"/>
                        <a:pt x="720090" y="54264"/>
                      </a:cubicBezTo>
                      <a:lnTo>
                        <a:pt x="720090" y="68409"/>
                      </a:lnTo>
                      <a:cubicBezTo>
                        <a:pt x="708945" y="67551"/>
                        <a:pt x="692915" y="67123"/>
                        <a:pt x="671998" y="67123"/>
                      </a:cubicBezTo>
                      <a:lnTo>
                        <a:pt x="671998" y="86411"/>
                      </a:lnTo>
                      <a:cubicBezTo>
                        <a:pt x="705945" y="86411"/>
                        <a:pt x="729777" y="85896"/>
                        <a:pt x="743493" y="84868"/>
                      </a:cubicBezTo>
                      <a:lnTo>
                        <a:pt x="743493" y="99012"/>
                      </a:lnTo>
                      <a:cubicBezTo>
                        <a:pt x="729262" y="97984"/>
                        <a:pt x="703502" y="97469"/>
                        <a:pt x="666211" y="97469"/>
                      </a:cubicBezTo>
                      <a:cubicBezTo>
                        <a:pt x="628921" y="97469"/>
                        <a:pt x="603504" y="97984"/>
                        <a:pt x="589959" y="99012"/>
                      </a:cubicBezTo>
                      <a:lnTo>
                        <a:pt x="589959" y="84868"/>
                      </a:lnTo>
                      <a:cubicBezTo>
                        <a:pt x="602989" y="85896"/>
                        <a:pt x="625192" y="86411"/>
                        <a:pt x="656567" y="86411"/>
                      </a:cubicBezTo>
                      <a:lnTo>
                        <a:pt x="656567" y="67123"/>
                      </a:lnTo>
                      <a:cubicBezTo>
                        <a:pt x="634965" y="67294"/>
                        <a:pt x="619020" y="67723"/>
                        <a:pt x="608733" y="68409"/>
                      </a:cubicBezTo>
                      <a:lnTo>
                        <a:pt x="608733" y="54264"/>
                      </a:lnTo>
                      <a:cubicBezTo>
                        <a:pt x="619191" y="54950"/>
                        <a:pt x="635136" y="55378"/>
                        <a:pt x="656567" y="55550"/>
                      </a:cubicBezTo>
                      <a:lnTo>
                        <a:pt x="656567" y="36519"/>
                      </a:lnTo>
                      <a:cubicBezTo>
                        <a:pt x="631193" y="36519"/>
                        <a:pt x="611647" y="37119"/>
                        <a:pt x="597932" y="38319"/>
                      </a:cubicBezTo>
                      <a:lnTo>
                        <a:pt x="597932" y="23403"/>
                      </a:lnTo>
                      <a:cubicBezTo>
                        <a:pt x="611647" y="24603"/>
                        <a:pt x="631193" y="25203"/>
                        <a:pt x="656567" y="25203"/>
                      </a:cubicBezTo>
                      <a:cubicBezTo>
                        <a:pt x="656567" y="18345"/>
                        <a:pt x="655882" y="10116"/>
                        <a:pt x="654510" y="514"/>
                      </a:cubicBezTo>
                      <a:close/>
                      <a:moveTo>
                        <a:pt x="359016" y="514"/>
                      </a:moveTo>
                      <a:cubicBezTo>
                        <a:pt x="368960" y="3943"/>
                        <a:pt x="376504" y="5658"/>
                        <a:pt x="381647" y="5658"/>
                      </a:cubicBezTo>
                      <a:cubicBezTo>
                        <a:pt x="383533" y="5658"/>
                        <a:pt x="384476" y="6258"/>
                        <a:pt x="384476" y="7458"/>
                      </a:cubicBezTo>
                      <a:cubicBezTo>
                        <a:pt x="384476" y="8658"/>
                        <a:pt x="383790" y="9687"/>
                        <a:pt x="382419" y="10544"/>
                      </a:cubicBezTo>
                      <a:cubicBezTo>
                        <a:pt x="377961" y="12944"/>
                        <a:pt x="371789" y="23746"/>
                        <a:pt x="363902" y="42948"/>
                      </a:cubicBezTo>
                      <a:lnTo>
                        <a:pt x="411994" y="42948"/>
                      </a:lnTo>
                      <a:cubicBezTo>
                        <a:pt x="444741" y="42948"/>
                        <a:pt x="470630" y="42262"/>
                        <a:pt x="489661" y="40891"/>
                      </a:cubicBezTo>
                      <a:lnTo>
                        <a:pt x="489661" y="58636"/>
                      </a:lnTo>
                      <a:cubicBezTo>
                        <a:pt x="470630" y="57093"/>
                        <a:pt x="444741" y="56321"/>
                        <a:pt x="411994" y="56321"/>
                      </a:cubicBezTo>
                      <a:lnTo>
                        <a:pt x="358244" y="56321"/>
                      </a:lnTo>
                      <a:cubicBezTo>
                        <a:pt x="350358" y="73295"/>
                        <a:pt x="338699" y="89926"/>
                        <a:pt x="323269" y="106213"/>
                      </a:cubicBezTo>
                      <a:lnTo>
                        <a:pt x="375475" y="106213"/>
                      </a:lnTo>
                      <a:cubicBezTo>
                        <a:pt x="375132" y="87697"/>
                        <a:pt x="374532" y="75009"/>
                        <a:pt x="373675" y="68151"/>
                      </a:cubicBezTo>
                      <a:cubicBezTo>
                        <a:pt x="378133" y="69352"/>
                        <a:pt x="384991" y="69952"/>
                        <a:pt x="394249" y="69952"/>
                      </a:cubicBezTo>
                      <a:cubicBezTo>
                        <a:pt x="396821" y="69952"/>
                        <a:pt x="398106" y="70466"/>
                        <a:pt x="398106" y="71495"/>
                      </a:cubicBezTo>
                      <a:cubicBezTo>
                        <a:pt x="398106" y="72523"/>
                        <a:pt x="396992" y="74066"/>
                        <a:pt x="394763" y="76124"/>
                      </a:cubicBezTo>
                      <a:cubicBezTo>
                        <a:pt x="392534" y="78181"/>
                        <a:pt x="391420" y="82810"/>
                        <a:pt x="391420" y="90011"/>
                      </a:cubicBezTo>
                      <a:lnTo>
                        <a:pt x="391420" y="106213"/>
                      </a:lnTo>
                      <a:cubicBezTo>
                        <a:pt x="417995" y="106213"/>
                        <a:pt x="443284" y="105527"/>
                        <a:pt x="467287" y="104156"/>
                      </a:cubicBezTo>
                      <a:cubicBezTo>
                        <a:pt x="466429" y="110842"/>
                        <a:pt x="466001" y="117958"/>
                        <a:pt x="466001" y="125501"/>
                      </a:cubicBezTo>
                      <a:lnTo>
                        <a:pt x="466001" y="186195"/>
                      </a:lnTo>
                      <a:cubicBezTo>
                        <a:pt x="466001" y="192538"/>
                        <a:pt x="464843" y="197468"/>
                        <a:pt x="462529" y="200982"/>
                      </a:cubicBezTo>
                      <a:cubicBezTo>
                        <a:pt x="460214" y="204497"/>
                        <a:pt x="455928" y="207197"/>
                        <a:pt x="449670" y="209083"/>
                      </a:cubicBezTo>
                      <a:cubicBezTo>
                        <a:pt x="443412" y="210969"/>
                        <a:pt x="433854" y="212427"/>
                        <a:pt x="420995" y="213455"/>
                      </a:cubicBezTo>
                      <a:cubicBezTo>
                        <a:pt x="420481" y="205054"/>
                        <a:pt x="417652" y="197853"/>
                        <a:pt x="412508" y="191853"/>
                      </a:cubicBezTo>
                      <a:cubicBezTo>
                        <a:pt x="422110" y="193224"/>
                        <a:pt x="429525" y="193910"/>
                        <a:pt x="434754" y="193910"/>
                      </a:cubicBezTo>
                      <a:cubicBezTo>
                        <a:pt x="439983" y="193910"/>
                        <a:pt x="443798" y="193138"/>
                        <a:pt x="446198" y="191595"/>
                      </a:cubicBezTo>
                      <a:cubicBezTo>
                        <a:pt x="448598" y="190052"/>
                        <a:pt x="449799" y="186966"/>
                        <a:pt x="449799" y="182337"/>
                      </a:cubicBezTo>
                      <a:lnTo>
                        <a:pt x="449799" y="119329"/>
                      </a:lnTo>
                      <a:lnTo>
                        <a:pt x="391420" y="119329"/>
                      </a:lnTo>
                      <a:lnTo>
                        <a:pt x="391420" y="211398"/>
                      </a:lnTo>
                      <a:cubicBezTo>
                        <a:pt x="391420" y="218599"/>
                        <a:pt x="391849" y="226657"/>
                        <a:pt x="392706" y="235572"/>
                      </a:cubicBezTo>
                      <a:lnTo>
                        <a:pt x="373932" y="235572"/>
                      </a:lnTo>
                      <a:cubicBezTo>
                        <a:pt x="374961" y="227343"/>
                        <a:pt x="375475" y="219285"/>
                        <a:pt x="375475" y="211398"/>
                      </a:cubicBezTo>
                      <a:lnTo>
                        <a:pt x="375475" y="119329"/>
                      </a:lnTo>
                      <a:lnTo>
                        <a:pt x="324812" y="119329"/>
                      </a:lnTo>
                      <a:lnTo>
                        <a:pt x="324812" y="212169"/>
                      </a:lnTo>
                      <a:lnTo>
                        <a:pt x="307581" y="212169"/>
                      </a:lnTo>
                      <a:cubicBezTo>
                        <a:pt x="308781" y="204283"/>
                        <a:pt x="309381" y="195882"/>
                        <a:pt x="309381" y="186966"/>
                      </a:cubicBezTo>
                      <a:lnTo>
                        <a:pt x="309381" y="120358"/>
                      </a:lnTo>
                      <a:cubicBezTo>
                        <a:pt x="295837" y="133045"/>
                        <a:pt x="281092" y="145047"/>
                        <a:pt x="265147" y="156362"/>
                      </a:cubicBezTo>
                      <a:cubicBezTo>
                        <a:pt x="261718" y="150876"/>
                        <a:pt x="256746" y="146418"/>
                        <a:pt x="250231" y="142989"/>
                      </a:cubicBezTo>
                      <a:cubicBezTo>
                        <a:pt x="271662" y="131331"/>
                        <a:pt x="289450" y="118815"/>
                        <a:pt x="303595" y="105442"/>
                      </a:cubicBezTo>
                      <a:cubicBezTo>
                        <a:pt x="317739" y="92069"/>
                        <a:pt x="330127" y="75695"/>
                        <a:pt x="340756" y="56321"/>
                      </a:cubicBezTo>
                      <a:cubicBezTo>
                        <a:pt x="301837" y="56493"/>
                        <a:pt x="274405" y="57264"/>
                        <a:pt x="258460" y="58636"/>
                      </a:cubicBezTo>
                      <a:lnTo>
                        <a:pt x="258460" y="40891"/>
                      </a:lnTo>
                      <a:cubicBezTo>
                        <a:pt x="272519" y="42262"/>
                        <a:pt x="302180" y="42948"/>
                        <a:pt x="347443" y="42948"/>
                      </a:cubicBezTo>
                      <a:cubicBezTo>
                        <a:pt x="353787" y="28718"/>
                        <a:pt x="357644" y="14573"/>
                        <a:pt x="359016" y="514"/>
                      </a:cubicBezTo>
                      <a:close/>
                      <a:moveTo>
                        <a:pt x="543668" y="0"/>
                      </a:moveTo>
                      <a:cubicBezTo>
                        <a:pt x="548640" y="1200"/>
                        <a:pt x="553912" y="1800"/>
                        <a:pt x="559484" y="1800"/>
                      </a:cubicBezTo>
                      <a:cubicBezTo>
                        <a:pt x="565056" y="1800"/>
                        <a:pt x="567842" y="2486"/>
                        <a:pt x="567842" y="3858"/>
                      </a:cubicBezTo>
                      <a:cubicBezTo>
                        <a:pt x="567842" y="5229"/>
                        <a:pt x="566728" y="6644"/>
                        <a:pt x="564499" y="8101"/>
                      </a:cubicBezTo>
                      <a:cubicBezTo>
                        <a:pt x="562270" y="9558"/>
                        <a:pt x="561156" y="13887"/>
                        <a:pt x="561156" y="21088"/>
                      </a:cubicBezTo>
                      <a:lnTo>
                        <a:pt x="561156" y="192110"/>
                      </a:lnTo>
                      <a:cubicBezTo>
                        <a:pt x="561156" y="203940"/>
                        <a:pt x="562013" y="218170"/>
                        <a:pt x="563727" y="234801"/>
                      </a:cubicBezTo>
                      <a:lnTo>
                        <a:pt x="543668" y="234801"/>
                      </a:lnTo>
                      <a:cubicBezTo>
                        <a:pt x="545382" y="217999"/>
                        <a:pt x="546239" y="203683"/>
                        <a:pt x="546239" y="191853"/>
                      </a:cubicBezTo>
                      <a:lnTo>
                        <a:pt x="546239" y="33947"/>
                      </a:lnTo>
                      <a:cubicBezTo>
                        <a:pt x="546239" y="20403"/>
                        <a:pt x="545382" y="9087"/>
                        <a:pt x="543668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2000" dirty="0"/>
                </a:p>
              </p:txBody>
            </p:sp>
          </p:grp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9E12257D-D8CF-4A40-94F5-891DDB117B19}"/>
                  </a:ext>
                </a:extLst>
              </p:cNvPr>
              <p:cNvSpPr/>
              <p:nvPr/>
            </p:nvSpPr>
            <p:spPr>
              <a:xfrm>
                <a:off x="-1187291" y="2615535"/>
                <a:ext cx="6654595" cy="1975844"/>
              </a:xfrm>
              <a:custGeom>
                <a:avLst/>
                <a:gdLst>
                  <a:gd name="connsiteX0" fmla="*/ 2095500 w 2095500"/>
                  <a:gd name="connsiteY0" fmla="*/ 0 h 1676400"/>
                  <a:gd name="connsiteX1" fmla="*/ 1638300 w 2095500"/>
                  <a:gd name="connsiteY1" fmla="*/ 695325 h 1676400"/>
                  <a:gd name="connsiteX2" fmla="*/ 904875 w 2095500"/>
                  <a:gd name="connsiteY2" fmla="*/ 1343025 h 1676400"/>
                  <a:gd name="connsiteX3" fmla="*/ 457200 w 2095500"/>
                  <a:gd name="connsiteY3" fmla="*/ 1619250 h 1676400"/>
                  <a:gd name="connsiteX4" fmla="*/ 0 w 2095500"/>
                  <a:gd name="connsiteY4" fmla="*/ 1676400 h 1676400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54755 w 4181475"/>
                  <a:gd name="connsiteY1" fmla="*/ 71818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43175 w 4166235"/>
                  <a:gd name="connsiteY3" fmla="*/ 1619250 h 1685925"/>
                  <a:gd name="connsiteX4" fmla="*/ 0 w 416623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14600 w 4166235"/>
                  <a:gd name="connsiteY3" fmla="*/ 1590675 h 1685925"/>
                  <a:gd name="connsiteX4" fmla="*/ 0 w 4166235"/>
                  <a:gd name="connsiteY4" fmla="*/ 1685925 h 1685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6235" h="1685925">
                    <a:moveTo>
                      <a:pt x="4166235" y="0"/>
                    </a:moveTo>
                    <a:cubicBezTo>
                      <a:pt x="4036853" y="235744"/>
                      <a:pt x="3940492" y="490538"/>
                      <a:pt x="3754755" y="718185"/>
                    </a:cubicBezTo>
                    <a:cubicBezTo>
                      <a:pt x="3569018" y="945832"/>
                      <a:pt x="3258502" y="1220470"/>
                      <a:pt x="3051810" y="1365885"/>
                    </a:cubicBezTo>
                    <a:cubicBezTo>
                      <a:pt x="2845118" y="1511300"/>
                      <a:pt x="2665412" y="1535113"/>
                      <a:pt x="2514600" y="1590675"/>
                    </a:cubicBezTo>
                    <a:cubicBezTo>
                      <a:pt x="2363788" y="1646237"/>
                      <a:pt x="153194" y="1685131"/>
                      <a:pt x="0" y="1685925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E7772B58-93E7-41FD-BE47-5BE0FAEAE87D}"/>
                  </a:ext>
                </a:extLst>
              </p:cNvPr>
              <p:cNvSpPr/>
              <p:nvPr/>
            </p:nvSpPr>
            <p:spPr>
              <a:xfrm>
                <a:off x="7423824" y="2577712"/>
                <a:ext cx="6739794" cy="2014422"/>
              </a:xfrm>
              <a:custGeom>
                <a:avLst/>
                <a:gdLst>
                  <a:gd name="connsiteX0" fmla="*/ 0 w 2238375"/>
                  <a:gd name="connsiteY0" fmla="*/ 0 h 1724498"/>
                  <a:gd name="connsiteX1" fmla="*/ 438150 w 2238375"/>
                  <a:gd name="connsiteY1" fmla="*/ 704850 h 1724498"/>
                  <a:gd name="connsiteX2" fmla="*/ 1066800 w 2238375"/>
                  <a:gd name="connsiteY2" fmla="*/ 1304925 h 1724498"/>
                  <a:gd name="connsiteX3" fmla="*/ 1781175 w 2238375"/>
                  <a:gd name="connsiteY3" fmla="*/ 1657350 h 1724498"/>
                  <a:gd name="connsiteX4" fmla="*/ 2238375 w 2238375"/>
                  <a:gd name="connsiteY4" fmla="*/ 1724025 h 1724498"/>
                  <a:gd name="connsiteX0" fmla="*/ 0 w 4219575"/>
                  <a:gd name="connsiteY0" fmla="*/ 0 h 1724498"/>
                  <a:gd name="connsiteX1" fmla="*/ 438150 w 4219575"/>
                  <a:gd name="connsiteY1" fmla="*/ 704850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57275 w 4219575"/>
                  <a:gd name="connsiteY2" fmla="*/ 1333500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9575" h="1724498">
                    <a:moveTo>
                      <a:pt x="0" y="0"/>
                    </a:moveTo>
                    <a:cubicBezTo>
                      <a:pt x="130175" y="243681"/>
                      <a:pt x="242888" y="492125"/>
                      <a:pt x="419100" y="714375"/>
                    </a:cubicBezTo>
                    <a:cubicBezTo>
                      <a:pt x="595313" y="936625"/>
                      <a:pt x="830263" y="1176338"/>
                      <a:pt x="1057275" y="1333500"/>
                    </a:cubicBezTo>
                    <a:cubicBezTo>
                      <a:pt x="1284288" y="1490663"/>
                      <a:pt x="1585913" y="1587500"/>
                      <a:pt x="1781175" y="1657350"/>
                    </a:cubicBezTo>
                    <a:cubicBezTo>
                      <a:pt x="1976437" y="1727200"/>
                      <a:pt x="4088606" y="1725612"/>
                      <a:pt x="4219575" y="1724025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F267DCDD-0BEE-4F25-9BBE-AC791DEA60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49680" y="5518627"/>
              <a:ext cx="182228" cy="159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51B26B78-DBBF-4B00-8F45-8AE0A85E56DF}"/>
                </a:ext>
              </a:extLst>
            </p:cNvPr>
            <p:cNvSpPr txBox="1"/>
            <p:nvPr/>
          </p:nvSpPr>
          <p:spPr>
            <a:xfrm>
              <a:off x="5171607" y="3924881"/>
              <a:ext cx="1544530" cy="357201"/>
            </a:xfrm>
            <a:custGeom>
              <a:avLst/>
              <a:gdLst/>
              <a:ahLst/>
              <a:cxnLst/>
              <a:rect l="l" t="t" r="r" b="b"/>
              <a:pathLst>
                <a:path w="1823743" h="421774">
                  <a:moveTo>
                    <a:pt x="1136347" y="284979"/>
                  </a:moveTo>
                  <a:lnTo>
                    <a:pt x="1136347" y="310832"/>
                  </a:lnTo>
                  <a:lnTo>
                    <a:pt x="1269385" y="310832"/>
                  </a:lnTo>
                  <a:lnTo>
                    <a:pt x="1269385" y="284979"/>
                  </a:lnTo>
                  <a:close/>
                  <a:moveTo>
                    <a:pt x="647648" y="265698"/>
                  </a:moveTo>
                  <a:cubicBezTo>
                    <a:pt x="663340" y="288329"/>
                    <a:pt x="683326" y="308153"/>
                    <a:pt x="707606" y="325169"/>
                  </a:cubicBezTo>
                  <a:cubicBezTo>
                    <a:pt x="726860" y="311420"/>
                    <a:pt x="746884" y="291596"/>
                    <a:pt x="767677" y="265698"/>
                  </a:cubicBezTo>
                  <a:close/>
                  <a:moveTo>
                    <a:pt x="570331" y="232329"/>
                  </a:moveTo>
                  <a:cubicBezTo>
                    <a:pt x="593372" y="235025"/>
                    <a:pt x="632915" y="236373"/>
                    <a:pt x="688960" y="236373"/>
                  </a:cubicBezTo>
                  <a:cubicBezTo>
                    <a:pt x="745005" y="236373"/>
                    <a:pt x="788644" y="235025"/>
                    <a:pt x="819877" y="232329"/>
                  </a:cubicBezTo>
                  <a:cubicBezTo>
                    <a:pt x="796836" y="281312"/>
                    <a:pt x="768280" y="318069"/>
                    <a:pt x="734209" y="342600"/>
                  </a:cubicBezTo>
                  <a:cubicBezTo>
                    <a:pt x="763170" y="355597"/>
                    <a:pt x="810264" y="364200"/>
                    <a:pt x="875491" y="368411"/>
                  </a:cubicBezTo>
                  <a:cubicBezTo>
                    <a:pt x="868628" y="379721"/>
                    <a:pt x="863323" y="393025"/>
                    <a:pt x="859575" y="408323"/>
                  </a:cubicBezTo>
                  <a:cubicBezTo>
                    <a:pt x="789837" y="398969"/>
                    <a:pt x="738595" y="384167"/>
                    <a:pt x="705848" y="363917"/>
                  </a:cubicBezTo>
                  <a:cubicBezTo>
                    <a:pt x="672344" y="384382"/>
                    <a:pt x="620642" y="400976"/>
                    <a:pt x="550743" y="413702"/>
                  </a:cubicBezTo>
                  <a:cubicBezTo>
                    <a:pt x="545876" y="400229"/>
                    <a:pt x="539546" y="387263"/>
                    <a:pt x="531755" y="374804"/>
                  </a:cubicBezTo>
                  <a:cubicBezTo>
                    <a:pt x="595453" y="369627"/>
                    <a:pt x="644343" y="358924"/>
                    <a:pt x="678423" y="342693"/>
                  </a:cubicBezTo>
                  <a:cubicBezTo>
                    <a:pt x="654568" y="325953"/>
                    <a:pt x="632468" y="300288"/>
                    <a:pt x="612122" y="265698"/>
                  </a:cubicBezTo>
                  <a:cubicBezTo>
                    <a:pt x="598549" y="265698"/>
                    <a:pt x="584619" y="266593"/>
                    <a:pt x="570331" y="268384"/>
                  </a:cubicBezTo>
                  <a:close/>
                  <a:moveTo>
                    <a:pt x="1136347" y="228464"/>
                  </a:moveTo>
                  <a:lnTo>
                    <a:pt x="1136347" y="256111"/>
                  </a:lnTo>
                  <a:lnTo>
                    <a:pt x="1269385" y="256111"/>
                  </a:lnTo>
                  <a:lnTo>
                    <a:pt x="1269385" y="228464"/>
                  </a:lnTo>
                  <a:close/>
                  <a:moveTo>
                    <a:pt x="93062" y="223364"/>
                  </a:moveTo>
                  <a:cubicBezTo>
                    <a:pt x="105925" y="231274"/>
                    <a:pt x="116822" y="237466"/>
                    <a:pt x="125752" y="241938"/>
                  </a:cubicBezTo>
                  <a:cubicBezTo>
                    <a:pt x="99120" y="287186"/>
                    <a:pt x="68316" y="341302"/>
                    <a:pt x="33340" y="404286"/>
                  </a:cubicBezTo>
                  <a:cubicBezTo>
                    <a:pt x="23406" y="392937"/>
                    <a:pt x="12292" y="385837"/>
                    <a:pt x="0" y="382984"/>
                  </a:cubicBezTo>
                  <a:cubicBezTo>
                    <a:pt x="32895" y="344698"/>
                    <a:pt x="63915" y="291491"/>
                    <a:pt x="93062" y="223364"/>
                  </a:cubicBezTo>
                  <a:close/>
                  <a:moveTo>
                    <a:pt x="1501824" y="198246"/>
                  </a:moveTo>
                  <a:cubicBezTo>
                    <a:pt x="1511277" y="208833"/>
                    <a:pt x="1521405" y="217456"/>
                    <a:pt x="1532206" y="224114"/>
                  </a:cubicBezTo>
                  <a:cubicBezTo>
                    <a:pt x="1490563" y="279416"/>
                    <a:pt x="1456652" y="324972"/>
                    <a:pt x="1430472" y="360781"/>
                  </a:cubicBezTo>
                  <a:cubicBezTo>
                    <a:pt x="1421133" y="350846"/>
                    <a:pt x="1411332" y="342305"/>
                    <a:pt x="1401068" y="335156"/>
                  </a:cubicBezTo>
                  <a:cubicBezTo>
                    <a:pt x="1414013" y="321993"/>
                    <a:pt x="1430667" y="301811"/>
                    <a:pt x="1451032" y="274610"/>
                  </a:cubicBezTo>
                  <a:cubicBezTo>
                    <a:pt x="1471396" y="247409"/>
                    <a:pt x="1488327" y="221954"/>
                    <a:pt x="1501824" y="198246"/>
                  </a:cubicBezTo>
                  <a:close/>
                  <a:moveTo>
                    <a:pt x="1097157" y="196446"/>
                  </a:moveTo>
                  <a:cubicBezTo>
                    <a:pt x="1132056" y="198846"/>
                    <a:pt x="1168162" y="200047"/>
                    <a:pt x="1205474" y="200047"/>
                  </a:cubicBezTo>
                  <a:cubicBezTo>
                    <a:pt x="1242786" y="200047"/>
                    <a:pt x="1276705" y="198846"/>
                    <a:pt x="1307233" y="196446"/>
                  </a:cubicBezTo>
                  <a:cubicBezTo>
                    <a:pt x="1306037" y="216130"/>
                    <a:pt x="1305440" y="234849"/>
                    <a:pt x="1305440" y="252603"/>
                  </a:cubicBezTo>
                  <a:lnTo>
                    <a:pt x="1305440" y="368318"/>
                  </a:lnTo>
                  <a:cubicBezTo>
                    <a:pt x="1305440" y="379729"/>
                    <a:pt x="1303944" y="388517"/>
                    <a:pt x="1300954" y="394682"/>
                  </a:cubicBezTo>
                  <a:cubicBezTo>
                    <a:pt x="1297963" y="400847"/>
                    <a:pt x="1291826" y="405475"/>
                    <a:pt x="1282544" y="408566"/>
                  </a:cubicBezTo>
                  <a:cubicBezTo>
                    <a:pt x="1273262" y="411656"/>
                    <a:pt x="1257663" y="414116"/>
                    <a:pt x="1235745" y="415945"/>
                  </a:cubicBezTo>
                  <a:cubicBezTo>
                    <a:pt x="1236641" y="402286"/>
                    <a:pt x="1232902" y="388475"/>
                    <a:pt x="1224530" y="374511"/>
                  </a:cubicBezTo>
                  <a:cubicBezTo>
                    <a:pt x="1238713" y="376312"/>
                    <a:pt x="1248693" y="377212"/>
                    <a:pt x="1254473" y="377212"/>
                  </a:cubicBezTo>
                  <a:cubicBezTo>
                    <a:pt x="1260252" y="377212"/>
                    <a:pt x="1264182" y="376567"/>
                    <a:pt x="1266264" y="375279"/>
                  </a:cubicBezTo>
                  <a:cubicBezTo>
                    <a:pt x="1268345" y="373991"/>
                    <a:pt x="1269385" y="370175"/>
                    <a:pt x="1269385" y="363831"/>
                  </a:cubicBezTo>
                  <a:lnTo>
                    <a:pt x="1269385" y="339700"/>
                  </a:lnTo>
                  <a:lnTo>
                    <a:pt x="1136347" y="339700"/>
                  </a:lnTo>
                  <a:lnTo>
                    <a:pt x="1136347" y="415945"/>
                  </a:lnTo>
                  <a:lnTo>
                    <a:pt x="1096257" y="415945"/>
                  </a:lnTo>
                  <a:cubicBezTo>
                    <a:pt x="1098947" y="392814"/>
                    <a:pt x="1100293" y="372304"/>
                    <a:pt x="1100293" y="354416"/>
                  </a:cubicBezTo>
                  <a:lnTo>
                    <a:pt x="1100293" y="252153"/>
                  </a:lnTo>
                  <a:cubicBezTo>
                    <a:pt x="1100293" y="230031"/>
                    <a:pt x="1099247" y="211462"/>
                    <a:pt x="1097157" y="196446"/>
                  </a:cubicBezTo>
                  <a:close/>
                  <a:moveTo>
                    <a:pt x="650341" y="155805"/>
                  </a:moveTo>
                  <a:lnTo>
                    <a:pt x="650341" y="187938"/>
                  </a:lnTo>
                  <a:lnTo>
                    <a:pt x="750182" y="187938"/>
                  </a:lnTo>
                  <a:lnTo>
                    <a:pt x="750182" y="155805"/>
                  </a:lnTo>
                  <a:close/>
                  <a:moveTo>
                    <a:pt x="288622" y="146661"/>
                  </a:moveTo>
                  <a:cubicBezTo>
                    <a:pt x="296566" y="192096"/>
                    <a:pt x="305360" y="227379"/>
                    <a:pt x="315004" y="252510"/>
                  </a:cubicBezTo>
                  <a:cubicBezTo>
                    <a:pt x="340298" y="229088"/>
                    <a:pt x="360076" y="206664"/>
                    <a:pt x="374340" y="185238"/>
                  </a:cubicBezTo>
                  <a:cubicBezTo>
                    <a:pt x="384594" y="195177"/>
                    <a:pt x="392446" y="201552"/>
                    <a:pt x="397897" y="204361"/>
                  </a:cubicBezTo>
                  <a:cubicBezTo>
                    <a:pt x="403347" y="207171"/>
                    <a:pt x="406073" y="210784"/>
                    <a:pt x="406073" y="215199"/>
                  </a:cubicBezTo>
                  <a:cubicBezTo>
                    <a:pt x="406073" y="219613"/>
                    <a:pt x="402594" y="222518"/>
                    <a:pt x="395636" y="223914"/>
                  </a:cubicBezTo>
                  <a:cubicBezTo>
                    <a:pt x="389025" y="225238"/>
                    <a:pt x="365894" y="242990"/>
                    <a:pt x="326241" y="277171"/>
                  </a:cubicBezTo>
                  <a:cubicBezTo>
                    <a:pt x="346172" y="316547"/>
                    <a:pt x="377569" y="347925"/>
                    <a:pt x="420431" y="371304"/>
                  </a:cubicBezTo>
                  <a:cubicBezTo>
                    <a:pt x="409516" y="379857"/>
                    <a:pt x="400886" y="389356"/>
                    <a:pt x="394543" y="399800"/>
                  </a:cubicBezTo>
                  <a:cubicBezTo>
                    <a:pt x="354114" y="372606"/>
                    <a:pt x="323717" y="340621"/>
                    <a:pt x="303353" y="303845"/>
                  </a:cubicBezTo>
                  <a:cubicBezTo>
                    <a:pt x="282988" y="267069"/>
                    <a:pt x="267536" y="216987"/>
                    <a:pt x="256997" y="153598"/>
                  </a:cubicBezTo>
                  <a:close/>
                  <a:moveTo>
                    <a:pt x="24568" y="110335"/>
                  </a:moveTo>
                  <a:cubicBezTo>
                    <a:pt x="51747" y="128052"/>
                    <a:pt x="78301" y="149569"/>
                    <a:pt x="104228" y="174886"/>
                  </a:cubicBezTo>
                  <a:lnTo>
                    <a:pt x="81775" y="200661"/>
                  </a:lnTo>
                  <a:cubicBezTo>
                    <a:pt x="60167" y="178644"/>
                    <a:pt x="34852" y="157010"/>
                    <a:pt x="5830" y="135760"/>
                  </a:cubicBezTo>
                  <a:close/>
                  <a:moveTo>
                    <a:pt x="948252" y="91947"/>
                  </a:moveTo>
                  <a:lnTo>
                    <a:pt x="984307" y="97648"/>
                  </a:lnTo>
                  <a:cubicBezTo>
                    <a:pt x="980035" y="140682"/>
                    <a:pt x="973193" y="180401"/>
                    <a:pt x="963783" y="216806"/>
                  </a:cubicBezTo>
                  <a:lnTo>
                    <a:pt x="928964" y="209805"/>
                  </a:lnTo>
                  <a:cubicBezTo>
                    <a:pt x="942418" y="169981"/>
                    <a:pt x="948848" y="130695"/>
                    <a:pt x="948252" y="91947"/>
                  </a:cubicBezTo>
                  <a:close/>
                  <a:moveTo>
                    <a:pt x="746596" y="81632"/>
                  </a:moveTo>
                  <a:cubicBezTo>
                    <a:pt x="758240" y="83727"/>
                    <a:pt x="770230" y="84775"/>
                    <a:pt x="782565" y="84775"/>
                  </a:cubicBezTo>
                  <a:cubicBezTo>
                    <a:pt x="788604" y="84775"/>
                    <a:pt x="791623" y="86671"/>
                    <a:pt x="791623" y="90462"/>
                  </a:cubicBezTo>
                  <a:cubicBezTo>
                    <a:pt x="791623" y="94252"/>
                    <a:pt x="790427" y="97046"/>
                    <a:pt x="788033" y="98841"/>
                  </a:cubicBezTo>
                  <a:cubicBezTo>
                    <a:pt x="785640" y="100637"/>
                    <a:pt x="784444" y="105394"/>
                    <a:pt x="784444" y="113114"/>
                  </a:cubicBezTo>
                  <a:lnTo>
                    <a:pt x="784444" y="126938"/>
                  </a:lnTo>
                  <a:cubicBezTo>
                    <a:pt x="800727" y="126938"/>
                    <a:pt x="823751" y="125590"/>
                    <a:pt x="853517" y="122894"/>
                  </a:cubicBezTo>
                  <a:lnTo>
                    <a:pt x="853517" y="159399"/>
                  </a:lnTo>
                  <a:cubicBezTo>
                    <a:pt x="828252" y="157298"/>
                    <a:pt x="805227" y="156101"/>
                    <a:pt x="784444" y="155805"/>
                  </a:cubicBezTo>
                  <a:lnTo>
                    <a:pt x="784444" y="217256"/>
                  </a:lnTo>
                  <a:cubicBezTo>
                    <a:pt x="765294" y="216061"/>
                    <a:pt x="736654" y="215463"/>
                    <a:pt x="698526" y="215463"/>
                  </a:cubicBezTo>
                  <a:cubicBezTo>
                    <a:pt x="660397" y="215463"/>
                    <a:pt x="633213" y="216211"/>
                    <a:pt x="616973" y="217706"/>
                  </a:cubicBezTo>
                  <a:lnTo>
                    <a:pt x="616973" y="155805"/>
                  </a:lnTo>
                  <a:cubicBezTo>
                    <a:pt x="599399" y="156101"/>
                    <a:pt x="576227" y="157298"/>
                    <a:pt x="547457" y="159399"/>
                  </a:cubicBezTo>
                  <a:lnTo>
                    <a:pt x="547457" y="122894"/>
                  </a:lnTo>
                  <a:cubicBezTo>
                    <a:pt x="576199" y="125337"/>
                    <a:pt x="599371" y="126685"/>
                    <a:pt x="616973" y="126938"/>
                  </a:cubicBezTo>
                  <a:cubicBezTo>
                    <a:pt x="616677" y="110416"/>
                    <a:pt x="615482" y="96510"/>
                    <a:pt x="613387" y="85218"/>
                  </a:cubicBezTo>
                  <a:cubicBezTo>
                    <a:pt x="622388" y="87018"/>
                    <a:pt x="634377" y="87918"/>
                    <a:pt x="649355" y="87918"/>
                  </a:cubicBezTo>
                  <a:cubicBezTo>
                    <a:pt x="655694" y="87918"/>
                    <a:pt x="658864" y="89960"/>
                    <a:pt x="658864" y="94044"/>
                  </a:cubicBezTo>
                  <a:cubicBezTo>
                    <a:pt x="658864" y="98128"/>
                    <a:pt x="657443" y="100918"/>
                    <a:pt x="654603" y="102413"/>
                  </a:cubicBezTo>
                  <a:cubicBezTo>
                    <a:pt x="651762" y="103908"/>
                    <a:pt x="650341" y="107025"/>
                    <a:pt x="650341" y="111764"/>
                  </a:cubicBezTo>
                  <a:lnTo>
                    <a:pt x="650341" y="126938"/>
                  </a:lnTo>
                  <a:lnTo>
                    <a:pt x="750182" y="126938"/>
                  </a:lnTo>
                  <a:cubicBezTo>
                    <a:pt x="749606" y="111478"/>
                    <a:pt x="748411" y="96377"/>
                    <a:pt x="746596" y="81632"/>
                  </a:cubicBezTo>
                  <a:close/>
                  <a:moveTo>
                    <a:pt x="1582891" y="56686"/>
                  </a:moveTo>
                  <a:lnTo>
                    <a:pt x="1582891" y="179866"/>
                  </a:lnTo>
                  <a:lnTo>
                    <a:pt x="1727588" y="179866"/>
                  </a:lnTo>
                  <a:lnTo>
                    <a:pt x="1727588" y="56686"/>
                  </a:lnTo>
                  <a:close/>
                  <a:moveTo>
                    <a:pt x="1432030" y="27811"/>
                  </a:moveTo>
                  <a:cubicBezTo>
                    <a:pt x="1462224" y="48909"/>
                    <a:pt x="1490684" y="73250"/>
                    <a:pt x="1517412" y="100834"/>
                  </a:cubicBezTo>
                  <a:lnTo>
                    <a:pt x="1491001" y="125309"/>
                  </a:lnTo>
                  <a:cubicBezTo>
                    <a:pt x="1460435" y="93505"/>
                    <a:pt x="1434196" y="69804"/>
                    <a:pt x="1412284" y="54207"/>
                  </a:cubicBezTo>
                  <a:close/>
                  <a:moveTo>
                    <a:pt x="1542350" y="22874"/>
                  </a:moveTo>
                  <a:cubicBezTo>
                    <a:pt x="1567692" y="24675"/>
                    <a:pt x="1605093" y="25575"/>
                    <a:pt x="1654554" y="25575"/>
                  </a:cubicBezTo>
                  <a:cubicBezTo>
                    <a:pt x="1704015" y="25575"/>
                    <a:pt x="1741423" y="24675"/>
                    <a:pt x="1766778" y="22874"/>
                  </a:cubicBezTo>
                  <a:cubicBezTo>
                    <a:pt x="1765883" y="68109"/>
                    <a:pt x="1765435" y="102005"/>
                    <a:pt x="1765435" y="124562"/>
                  </a:cubicBezTo>
                  <a:cubicBezTo>
                    <a:pt x="1765435" y="147120"/>
                    <a:pt x="1765883" y="176222"/>
                    <a:pt x="1766778" y="211870"/>
                  </a:cubicBezTo>
                  <a:lnTo>
                    <a:pt x="1709371" y="210526"/>
                  </a:lnTo>
                  <a:lnTo>
                    <a:pt x="1709371" y="350823"/>
                  </a:lnTo>
                  <a:cubicBezTo>
                    <a:pt x="1709371" y="359909"/>
                    <a:pt x="1710999" y="365907"/>
                    <a:pt x="1714254" y="368814"/>
                  </a:cubicBezTo>
                  <a:cubicBezTo>
                    <a:pt x="1717509" y="371722"/>
                    <a:pt x="1724523" y="373175"/>
                    <a:pt x="1735296" y="373175"/>
                  </a:cubicBezTo>
                  <a:cubicBezTo>
                    <a:pt x="1755960" y="373175"/>
                    <a:pt x="1769139" y="370845"/>
                    <a:pt x="1774833" y="366185"/>
                  </a:cubicBezTo>
                  <a:cubicBezTo>
                    <a:pt x="1780527" y="361525"/>
                    <a:pt x="1784712" y="349051"/>
                    <a:pt x="1787388" y="328763"/>
                  </a:cubicBezTo>
                  <a:cubicBezTo>
                    <a:pt x="1799618" y="337616"/>
                    <a:pt x="1811736" y="342772"/>
                    <a:pt x="1823743" y="344229"/>
                  </a:cubicBezTo>
                  <a:cubicBezTo>
                    <a:pt x="1817994" y="367622"/>
                    <a:pt x="1810361" y="384078"/>
                    <a:pt x="1800843" y="393596"/>
                  </a:cubicBezTo>
                  <a:cubicBezTo>
                    <a:pt x="1791326" y="403114"/>
                    <a:pt x="1771846" y="407873"/>
                    <a:pt x="1742404" y="407873"/>
                  </a:cubicBezTo>
                  <a:cubicBezTo>
                    <a:pt x="1712962" y="407873"/>
                    <a:pt x="1694012" y="404744"/>
                    <a:pt x="1685554" y="398486"/>
                  </a:cubicBezTo>
                  <a:cubicBezTo>
                    <a:pt x="1677096" y="392228"/>
                    <a:pt x="1672867" y="377986"/>
                    <a:pt x="1672867" y="355759"/>
                  </a:cubicBezTo>
                  <a:lnTo>
                    <a:pt x="1672867" y="210526"/>
                  </a:lnTo>
                  <a:lnTo>
                    <a:pt x="1633983" y="210526"/>
                  </a:lnTo>
                  <a:cubicBezTo>
                    <a:pt x="1633712" y="247679"/>
                    <a:pt x="1629896" y="278520"/>
                    <a:pt x="1622535" y="303049"/>
                  </a:cubicBezTo>
                  <a:cubicBezTo>
                    <a:pt x="1615175" y="327578"/>
                    <a:pt x="1601753" y="348894"/>
                    <a:pt x="1582270" y="366996"/>
                  </a:cubicBezTo>
                  <a:cubicBezTo>
                    <a:pt x="1562786" y="385098"/>
                    <a:pt x="1532613" y="403358"/>
                    <a:pt x="1491751" y="421774"/>
                  </a:cubicBezTo>
                  <a:cubicBezTo>
                    <a:pt x="1482807" y="407754"/>
                    <a:pt x="1473958" y="397998"/>
                    <a:pt x="1465205" y="392506"/>
                  </a:cubicBezTo>
                  <a:cubicBezTo>
                    <a:pt x="1496933" y="379967"/>
                    <a:pt x="1522110" y="367295"/>
                    <a:pt x="1540736" y="354491"/>
                  </a:cubicBezTo>
                  <a:cubicBezTo>
                    <a:pt x="1559362" y="341687"/>
                    <a:pt x="1573258" y="324591"/>
                    <a:pt x="1582423" y="303202"/>
                  </a:cubicBezTo>
                  <a:cubicBezTo>
                    <a:pt x="1591589" y="281814"/>
                    <a:pt x="1596171" y="251072"/>
                    <a:pt x="1596171" y="210977"/>
                  </a:cubicBezTo>
                  <a:cubicBezTo>
                    <a:pt x="1582322" y="210977"/>
                    <a:pt x="1564382" y="211424"/>
                    <a:pt x="1542350" y="212320"/>
                  </a:cubicBezTo>
                  <a:cubicBezTo>
                    <a:pt x="1544146" y="174201"/>
                    <a:pt x="1545044" y="142653"/>
                    <a:pt x="1545044" y="117676"/>
                  </a:cubicBezTo>
                  <a:cubicBezTo>
                    <a:pt x="1545044" y="92699"/>
                    <a:pt x="1544146" y="61098"/>
                    <a:pt x="1542350" y="22874"/>
                  </a:cubicBezTo>
                  <a:close/>
                  <a:moveTo>
                    <a:pt x="47385" y="17495"/>
                  </a:moveTo>
                  <a:cubicBezTo>
                    <a:pt x="73031" y="34774"/>
                    <a:pt x="97360" y="55943"/>
                    <a:pt x="120373" y="81003"/>
                  </a:cubicBezTo>
                  <a:lnTo>
                    <a:pt x="96762" y="105128"/>
                  </a:lnTo>
                  <a:cubicBezTo>
                    <a:pt x="75993" y="82268"/>
                    <a:pt x="52409" y="61167"/>
                    <a:pt x="26011" y="41827"/>
                  </a:cubicBezTo>
                  <a:close/>
                  <a:moveTo>
                    <a:pt x="255068" y="1343"/>
                  </a:moveTo>
                  <a:cubicBezTo>
                    <a:pt x="271260" y="6230"/>
                    <a:pt x="283433" y="9281"/>
                    <a:pt x="291587" y="10498"/>
                  </a:cubicBezTo>
                  <a:cubicBezTo>
                    <a:pt x="299740" y="11715"/>
                    <a:pt x="303817" y="14135"/>
                    <a:pt x="303817" y="17760"/>
                  </a:cubicBezTo>
                  <a:cubicBezTo>
                    <a:pt x="303817" y="21384"/>
                    <a:pt x="301102" y="25003"/>
                    <a:pt x="295673" y="28618"/>
                  </a:cubicBezTo>
                  <a:cubicBezTo>
                    <a:pt x="290287" y="32366"/>
                    <a:pt x="284779" y="45854"/>
                    <a:pt x="279150" y="69080"/>
                  </a:cubicBezTo>
                  <a:cubicBezTo>
                    <a:pt x="330061" y="69080"/>
                    <a:pt x="371023" y="68030"/>
                    <a:pt x="402036" y="65930"/>
                  </a:cubicBezTo>
                  <a:lnTo>
                    <a:pt x="402036" y="164328"/>
                  </a:lnTo>
                  <a:lnTo>
                    <a:pt x="365982" y="164328"/>
                  </a:lnTo>
                  <a:lnTo>
                    <a:pt x="365982" y="101091"/>
                  </a:lnTo>
                  <a:lnTo>
                    <a:pt x="271249" y="101091"/>
                  </a:lnTo>
                  <a:cubicBezTo>
                    <a:pt x="261905" y="132514"/>
                    <a:pt x="248241" y="163406"/>
                    <a:pt x="230258" y="193767"/>
                  </a:cubicBezTo>
                  <a:lnTo>
                    <a:pt x="230258" y="357016"/>
                  </a:lnTo>
                  <a:cubicBezTo>
                    <a:pt x="243159" y="345434"/>
                    <a:pt x="260588" y="331680"/>
                    <a:pt x="282543" y="315754"/>
                  </a:cubicBezTo>
                  <a:cubicBezTo>
                    <a:pt x="285148" y="327260"/>
                    <a:pt x="289398" y="337335"/>
                    <a:pt x="295294" y="345979"/>
                  </a:cubicBezTo>
                  <a:lnTo>
                    <a:pt x="223807" y="394421"/>
                  </a:lnTo>
                  <a:cubicBezTo>
                    <a:pt x="219444" y="400407"/>
                    <a:pt x="211160" y="407882"/>
                    <a:pt x="198954" y="416845"/>
                  </a:cubicBezTo>
                  <a:cubicBezTo>
                    <a:pt x="191720" y="406358"/>
                    <a:pt x="183857" y="397493"/>
                    <a:pt x="175365" y="390249"/>
                  </a:cubicBezTo>
                  <a:cubicBezTo>
                    <a:pt x="183304" y="382710"/>
                    <a:pt x="188653" y="375769"/>
                    <a:pt x="191410" y="369425"/>
                  </a:cubicBezTo>
                  <a:cubicBezTo>
                    <a:pt x="194167" y="363081"/>
                    <a:pt x="195546" y="350601"/>
                    <a:pt x="195546" y="331985"/>
                  </a:cubicBezTo>
                  <a:lnTo>
                    <a:pt x="195546" y="236544"/>
                  </a:lnTo>
                  <a:cubicBezTo>
                    <a:pt x="178035" y="266762"/>
                    <a:pt x="155082" y="292625"/>
                    <a:pt x="126688" y="314132"/>
                  </a:cubicBezTo>
                  <a:cubicBezTo>
                    <a:pt x="120249" y="305069"/>
                    <a:pt x="111357" y="297121"/>
                    <a:pt x="100013" y="290286"/>
                  </a:cubicBezTo>
                  <a:cubicBezTo>
                    <a:pt x="166488" y="241438"/>
                    <a:pt x="212536" y="178373"/>
                    <a:pt x="238159" y="101091"/>
                  </a:cubicBezTo>
                  <a:lnTo>
                    <a:pt x="175094" y="101091"/>
                  </a:lnTo>
                  <a:lnTo>
                    <a:pt x="175094" y="172850"/>
                  </a:lnTo>
                  <a:lnTo>
                    <a:pt x="139039" y="172850"/>
                  </a:lnTo>
                  <a:lnTo>
                    <a:pt x="139039" y="65930"/>
                  </a:lnTo>
                  <a:cubicBezTo>
                    <a:pt x="170338" y="67425"/>
                    <a:pt x="205898" y="68323"/>
                    <a:pt x="245717" y="68623"/>
                  </a:cubicBezTo>
                  <a:cubicBezTo>
                    <a:pt x="250565" y="48173"/>
                    <a:pt x="253682" y="25746"/>
                    <a:pt x="255068" y="1343"/>
                  </a:cubicBezTo>
                  <a:close/>
                  <a:moveTo>
                    <a:pt x="678759" y="900"/>
                  </a:moveTo>
                  <a:cubicBezTo>
                    <a:pt x="691041" y="14450"/>
                    <a:pt x="701791" y="30299"/>
                    <a:pt x="711006" y="48449"/>
                  </a:cubicBezTo>
                  <a:cubicBezTo>
                    <a:pt x="791425" y="48449"/>
                    <a:pt x="842665" y="46951"/>
                    <a:pt x="864725" y="43956"/>
                  </a:cubicBezTo>
                  <a:lnTo>
                    <a:pt x="864725" y="81803"/>
                  </a:lnTo>
                  <a:cubicBezTo>
                    <a:pt x="846947" y="80008"/>
                    <a:pt x="806404" y="79110"/>
                    <a:pt x="743096" y="79110"/>
                  </a:cubicBezTo>
                  <a:lnTo>
                    <a:pt x="544042" y="79110"/>
                  </a:lnTo>
                  <a:cubicBezTo>
                    <a:pt x="544938" y="122039"/>
                    <a:pt x="545385" y="156248"/>
                    <a:pt x="545385" y="181737"/>
                  </a:cubicBezTo>
                  <a:cubicBezTo>
                    <a:pt x="545385" y="242359"/>
                    <a:pt x="542893" y="288303"/>
                    <a:pt x="537909" y="319569"/>
                  </a:cubicBezTo>
                  <a:cubicBezTo>
                    <a:pt x="532925" y="350835"/>
                    <a:pt x="522978" y="383260"/>
                    <a:pt x="508066" y="416845"/>
                  </a:cubicBezTo>
                  <a:cubicBezTo>
                    <a:pt x="497317" y="409692"/>
                    <a:pt x="484882" y="403682"/>
                    <a:pt x="470762" y="398814"/>
                  </a:cubicBezTo>
                  <a:cubicBezTo>
                    <a:pt x="484344" y="375183"/>
                    <a:pt x="494243" y="347756"/>
                    <a:pt x="500458" y="316533"/>
                  </a:cubicBezTo>
                  <a:cubicBezTo>
                    <a:pt x="506673" y="285310"/>
                    <a:pt x="509781" y="247461"/>
                    <a:pt x="509781" y="202986"/>
                  </a:cubicBezTo>
                  <a:cubicBezTo>
                    <a:pt x="509781" y="158512"/>
                    <a:pt x="507985" y="105501"/>
                    <a:pt x="504394" y="43956"/>
                  </a:cubicBezTo>
                  <a:cubicBezTo>
                    <a:pt x="522149" y="46951"/>
                    <a:pt x="578363" y="48449"/>
                    <a:pt x="673037" y="48449"/>
                  </a:cubicBezTo>
                  <a:cubicBezTo>
                    <a:pt x="666165" y="42025"/>
                    <a:pt x="656897" y="32199"/>
                    <a:pt x="645233" y="18974"/>
                  </a:cubicBezTo>
                  <a:close/>
                  <a:moveTo>
                    <a:pt x="987714" y="0"/>
                  </a:moveTo>
                  <a:cubicBezTo>
                    <a:pt x="999792" y="2401"/>
                    <a:pt x="1011363" y="3601"/>
                    <a:pt x="1022426" y="3601"/>
                  </a:cubicBezTo>
                  <a:cubicBezTo>
                    <a:pt x="1033489" y="3601"/>
                    <a:pt x="1039021" y="5899"/>
                    <a:pt x="1039021" y="10494"/>
                  </a:cubicBezTo>
                  <a:cubicBezTo>
                    <a:pt x="1039021" y="15090"/>
                    <a:pt x="1037078" y="18658"/>
                    <a:pt x="1033191" y="21199"/>
                  </a:cubicBezTo>
                  <a:cubicBezTo>
                    <a:pt x="1029305" y="23740"/>
                    <a:pt x="1027362" y="30456"/>
                    <a:pt x="1027362" y="41348"/>
                  </a:cubicBezTo>
                  <a:lnTo>
                    <a:pt x="1027362" y="84914"/>
                  </a:lnTo>
                  <a:lnTo>
                    <a:pt x="1051401" y="72209"/>
                  </a:lnTo>
                  <a:cubicBezTo>
                    <a:pt x="1066193" y="96012"/>
                    <a:pt x="1077766" y="119401"/>
                    <a:pt x="1086120" y="142375"/>
                  </a:cubicBezTo>
                  <a:lnTo>
                    <a:pt x="1072484" y="148209"/>
                  </a:lnTo>
                  <a:lnTo>
                    <a:pt x="1116597" y="150374"/>
                  </a:lnTo>
                  <a:cubicBezTo>
                    <a:pt x="1135957" y="150899"/>
                    <a:pt x="1158631" y="151162"/>
                    <a:pt x="1184618" y="151162"/>
                  </a:cubicBezTo>
                  <a:lnTo>
                    <a:pt x="1184618" y="126209"/>
                  </a:lnTo>
                  <a:cubicBezTo>
                    <a:pt x="1150180" y="126504"/>
                    <a:pt x="1122372" y="127252"/>
                    <a:pt x="1101193" y="128452"/>
                  </a:cubicBezTo>
                  <a:lnTo>
                    <a:pt x="1101193" y="94641"/>
                  </a:lnTo>
                  <a:cubicBezTo>
                    <a:pt x="1122729" y="96184"/>
                    <a:pt x="1150537" y="97091"/>
                    <a:pt x="1184618" y="97362"/>
                  </a:cubicBezTo>
                  <a:lnTo>
                    <a:pt x="1184618" y="72831"/>
                  </a:lnTo>
                  <a:cubicBezTo>
                    <a:pt x="1143651" y="72831"/>
                    <a:pt x="1109563" y="73878"/>
                    <a:pt x="1082355" y="75974"/>
                  </a:cubicBezTo>
                  <a:lnTo>
                    <a:pt x="1082355" y="40812"/>
                  </a:lnTo>
                  <a:cubicBezTo>
                    <a:pt x="1109053" y="43213"/>
                    <a:pt x="1143141" y="44413"/>
                    <a:pt x="1184618" y="44413"/>
                  </a:cubicBezTo>
                  <a:cubicBezTo>
                    <a:pt x="1184618" y="35674"/>
                    <a:pt x="1183420" y="21169"/>
                    <a:pt x="1181024" y="900"/>
                  </a:cubicBezTo>
                  <a:cubicBezTo>
                    <a:pt x="1196036" y="2701"/>
                    <a:pt x="1208041" y="3601"/>
                    <a:pt x="1217040" y="3601"/>
                  </a:cubicBezTo>
                  <a:cubicBezTo>
                    <a:pt x="1226038" y="3601"/>
                    <a:pt x="1230538" y="5570"/>
                    <a:pt x="1230538" y="9509"/>
                  </a:cubicBezTo>
                  <a:cubicBezTo>
                    <a:pt x="1230538" y="13447"/>
                    <a:pt x="1228637" y="16843"/>
                    <a:pt x="1224837" y="19696"/>
                  </a:cubicBezTo>
                  <a:cubicBezTo>
                    <a:pt x="1222060" y="22072"/>
                    <a:pt x="1220672" y="26599"/>
                    <a:pt x="1220672" y="33276"/>
                  </a:cubicBezTo>
                  <a:lnTo>
                    <a:pt x="1220672" y="44413"/>
                  </a:lnTo>
                  <a:cubicBezTo>
                    <a:pt x="1260267" y="44413"/>
                    <a:pt x="1293007" y="43213"/>
                    <a:pt x="1318892" y="40812"/>
                  </a:cubicBezTo>
                  <a:lnTo>
                    <a:pt x="1318892" y="75974"/>
                  </a:lnTo>
                  <a:cubicBezTo>
                    <a:pt x="1292560" y="73878"/>
                    <a:pt x="1259820" y="72831"/>
                    <a:pt x="1220672" y="72831"/>
                  </a:cubicBezTo>
                  <a:lnTo>
                    <a:pt x="1220672" y="97334"/>
                  </a:lnTo>
                  <a:cubicBezTo>
                    <a:pt x="1254419" y="97334"/>
                    <a:pt x="1282375" y="96436"/>
                    <a:pt x="1304540" y="94641"/>
                  </a:cubicBezTo>
                  <a:lnTo>
                    <a:pt x="1304540" y="128452"/>
                  </a:lnTo>
                  <a:cubicBezTo>
                    <a:pt x="1281808" y="126957"/>
                    <a:pt x="1253852" y="126209"/>
                    <a:pt x="1220672" y="126209"/>
                  </a:cubicBezTo>
                  <a:lnTo>
                    <a:pt x="1220672" y="151162"/>
                  </a:lnTo>
                  <a:cubicBezTo>
                    <a:pt x="1277160" y="151162"/>
                    <a:pt x="1318722" y="150112"/>
                    <a:pt x="1345359" y="148012"/>
                  </a:cubicBezTo>
                  <a:lnTo>
                    <a:pt x="1345359" y="181823"/>
                  </a:lnTo>
                  <a:cubicBezTo>
                    <a:pt x="1317232" y="180027"/>
                    <a:pt x="1270764" y="179130"/>
                    <a:pt x="1205956" y="179130"/>
                  </a:cubicBezTo>
                  <a:cubicBezTo>
                    <a:pt x="1141148" y="179130"/>
                    <a:pt x="1095314" y="180027"/>
                    <a:pt x="1068453" y="181823"/>
                  </a:cubicBezTo>
                  <a:lnTo>
                    <a:pt x="1068453" y="149934"/>
                  </a:lnTo>
                  <a:lnTo>
                    <a:pt x="1055766" y="155362"/>
                  </a:lnTo>
                  <a:cubicBezTo>
                    <a:pt x="1051737" y="142551"/>
                    <a:pt x="1047228" y="130342"/>
                    <a:pt x="1042241" y="118735"/>
                  </a:cubicBezTo>
                  <a:lnTo>
                    <a:pt x="1027362" y="88781"/>
                  </a:lnTo>
                  <a:lnTo>
                    <a:pt x="1027362" y="339614"/>
                  </a:lnTo>
                  <a:cubicBezTo>
                    <a:pt x="1027362" y="360450"/>
                    <a:pt x="1028858" y="386791"/>
                    <a:pt x="1031848" y="418638"/>
                  </a:cubicBezTo>
                  <a:lnTo>
                    <a:pt x="987714" y="418638"/>
                  </a:lnTo>
                  <a:cubicBezTo>
                    <a:pt x="990705" y="386006"/>
                    <a:pt x="992201" y="359514"/>
                    <a:pt x="992201" y="339164"/>
                  </a:cubicBezTo>
                  <a:lnTo>
                    <a:pt x="992201" y="63780"/>
                  </a:lnTo>
                  <a:cubicBezTo>
                    <a:pt x="992201" y="40477"/>
                    <a:pt x="990705" y="19217"/>
                    <a:pt x="98771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1F1ADDB-6854-48F0-80AE-BE8BE7D1C2E5}"/>
                </a:ext>
              </a:extLst>
            </p:cNvPr>
            <p:cNvSpPr txBox="1"/>
            <p:nvPr/>
          </p:nvSpPr>
          <p:spPr>
            <a:xfrm>
              <a:off x="5353903" y="1116291"/>
              <a:ext cx="1307739" cy="216923"/>
            </a:xfrm>
            <a:custGeom>
              <a:avLst/>
              <a:gdLst/>
              <a:ahLst/>
              <a:cxnLst/>
              <a:rect l="l" t="t" r="r" b="b"/>
              <a:pathLst>
                <a:path w="2518372" h="417738">
                  <a:moveTo>
                    <a:pt x="1102714" y="333863"/>
                  </a:moveTo>
                  <a:lnTo>
                    <a:pt x="1102714" y="364646"/>
                  </a:lnTo>
                  <a:lnTo>
                    <a:pt x="1242474" y="364646"/>
                  </a:lnTo>
                  <a:lnTo>
                    <a:pt x="1242474" y="333863"/>
                  </a:lnTo>
                  <a:close/>
                  <a:moveTo>
                    <a:pt x="1102714" y="275113"/>
                  </a:moveTo>
                  <a:lnTo>
                    <a:pt x="1102714" y="304995"/>
                  </a:lnTo>
                  <a:lnTo>
                    <a:pt x="1242474" y="304995"/>
                  </a:lnTo>
                  <a:lnTo>
                    <a:pt x="1242474" y="275113"/>
                  </a:lnTo>
                  <a:close/>
                  <a:moveTo>
                    <a:pt x="1063966" y="242195"/>
                  </a:moveTo>
                  <a:cubicBezTo>
                    <a:pt x="1087602" y="244890"/>
                    <a:pt x="1125095" y="246238"/>
                    <a:pt x="1176444" y="246238"/>
                  </a:cubicBezTo>
                  <a:cubicBezTo>
                    <a:pt x="1227793" y="246238"/>
                    <a:pt x="1262719" y="244890"/>
                    <a:pt x="1281222" y="242195"/>
                  </a:cubicBezTo>
                  <a:cubicBezTo>
                    <a:pt x="1279426" y="257058"/>
                    <a:pt x="1278528" y="275027"/>
                    <a:pt x="1278528" y="296101"/>
                  </a:cubicBezTo>
                  <a:lnTo>
                    <a:pt x="1278528" y="363381"/>
                  </a:lnTo>
                  <a:cubicBezTo>
                    <a:pt x="1278528" y="376473"/>
                    <a:pt x="1279426" y="393694"/>
                    <a:pt x="1281222" y="415045"/>
                  </a:cubicBezTo>
                  <a:lnTo>
                    <a:pt x="1242474" y="415045"/>
                  </a:lnTo>
                  <a:lnTo>
                    <a:pt x="1242474" y="393521"/>
                  </a:lnTo>
                  <a:lnTo>
                    <a:pt x="1102714" y="393521"/>
                  </a:lnTo>
                  <a:lnTo>
                    <a:pt x="1102714" y="417738"/>
                  </a:lnTo>
                  <a:lnTo>
                    <a:pt x="1063966" y="417738"/>
                  </a:lnTo>
                  <a:cubicBezTo>
                    <a:pt x="1066056" y="400250"/>
                    <a:pt x="1067102" y="384224"/>
                    <a:pt x="1067102" y="369661"/>
                  </a:cubicBezTo>
                  <a:lnTo>
                    <a:pt x="1067102" y="296101"/>
                  </a:lnTo>
                  <a:cubicBezTo>
                    <a:pt x="1067102" y="273765"/>
                    <a:pt x="1066056" y="255796"/>
                    <a:pt x="1063966" y="242195"/>
                  </a:cubicBezTo>
                  <a:close/>
                  <a:moveTo>
                    <a:pt x="728807" y="236815"/>
                  </a:moveTo>
                  <a:cubicBezTo>
                    <a:pt x="757335" y="266519"/>
                    <a:pt x="780066" y="294946"/>
                    <a:pt x="797001" y="322097"/>
                  </a:cubicBezTo>
                  <a:lnTo>
                    <a:pt x="768126" y="341043"/>
                  </a:lnTo>
                  <a:cubicBezTo>
                    <a:pt x="750224" y="312401"/>
                    <a:pt x="728545" y="284328"/>
                    <a:pt x="703090" y="256825"/>
                  </a:cubicBezTo>
                  <a:close/>
                  <a:moveTo>
                    <a:pt x="180472" y="200211"/>
                  </a:moveTo>
                  <a:lnTo>
                    <a:pt x="180472" y="260147"/>
                  </a:lnTo>
                  <a:lnTo>
                    <a:pt x="280320" y="260147"/>
                  </a:lnTo>
                  <a:lnTo>
                    <a:pt x="280320" y="200211"/>
                  </a:lnTo>
                  <a:close/>
                  <a:moveTo>
                    <a:pt x="40540" y="200211"/>
                  </a:moveTo>
                  <a:lnTo>
                    <a:pt x="40540" y="260147"/>
                  </a:lnTo>
                  <a:lnTo>
                    <a:pt x="143075" y="260147"/>
                  </a:lnTo>
                  <a:lnTo>
                    <a:pt x="143075" y="200211"/>
                  </a:lnTo>
                  <a:close/>
                  <a:moveTo>
                    <a:pt x="1264005" y="125603"/>
                  </a:moveTo>
                  <a:lnTo>
                    <a:pt x="1256004" y="134367"/>
                  </a:lnTo>
                  <a:cubicBezTo>
                    <a:pt x="1250627" y="136672"/>
                    <a:pt x="1236525" y="155329"/>
                    <a:pt x="1213699" y="190338"/>
                  </a:cubicBezTo>
                  <a:lnTo>
                    <a:pt x="1187931" y="177304"/>
                  </a:lnTo>
                  <a:lnTo>
                    <a:pt x="1187931" y="193767"/>
                  </a:lnTo>
                  <a:lnTo>
                    <a:pt x="1264005" y="193767"/>
                  </a:lnTo>
                  <a:close/>
                  <a:moveTo>
                    <a:pt x="1103514" y="107192"/>
                  </a:moveTo>
                  <a:cubicBezTo>
                    <a:pt x="1122263" y="126480"/>
                    <a:pt x="1137992" y="147652"/>
                    <a:pt x="1150698" y="170707"/>
                  </a:cubicBezTo>
                  <a:lnTo>
                    <a:pt x="1123152" y="187202"/>
                  </a:lnTo>
                  <a:cubicBezTo>
                    <a:pt x="1110526" y="162980"/>
                    <a:pt x="1096029" y="142756"/>
                    <a:pt x="1079660" y="126530"/>
                  </a:cubicBezTo>
                  <a:close/>
                  <a:moveTo>
                    <a:pt x="180472" y="104677"/>
                  </a:moveTo>
                  <a:lnTo>
                    <a:pt x="180472" y="169543"/>
                  </a:lnTo>
                  <a:lnTo>
                    <a:pt x="280320" y="169543"/>
                  </a:lnTo>
                  <a:lnTo>
                    <a:pt x="280320" y="104677"/>
                  </a:lnTo>
                  <a:close/>
                  <a:moveTo>
                    <a:pt x="40540" y="104677"/>
                  </a:moveTo>
                  <a:lnTo>
                    <a:pt x="40540" y="169543"/>
                  </a:lnTo>
                  <a:lnTo>
                    <a:pt x="143075" y="169543"/>
                  </a:lnTo>
                  <a:lnTo>
                    <a:pt x="143075" y="104677"/>
                  </a:lnTo>
                  <a:close/>
                  <a:moveTo>
                    <a:pt x="1187931" y="101534"/>
                  </a:moveTo>
                  <a:lnTo>
                    <a:pt x="1187931" y="176042"/>
                  </a:lnTo>
                  <a:lnTo>
                    <a:pt x="1210652" y="141903"/>
                  </a:lnTo>
                  <a:cubicBezTo>
                    <a:pt x="1217400" y="129673"/>
                    <a:pt x="1223114" y="116907"/>
                    <a:pt x="1227793" y="103606"/>
                  </a:cubicBezTo>
                  <a:cubicBezTo>
                    <a:pt x="1237704" y="110473"/>
                    <a:pt x="1246394" y="114654"/>
                    <a:pt x="1253864" y="116147"/>
                  </a:cubicBezTo>
                  <a:cubicBezTo>
                    <a:pt x="1257600" y="116893"/>
                    <a:pt x="1260401" y="117957"/>
                    <a:pt x="1262268" y="119339"/>
                  </a:cubicBezTo>
                  <a:lnTo>
                    <a:pt x="1264005" y="122500"/>
                  </a:lnTo>
                  <a:lnTo>
                    <a:pt x="1264005" y="101534"/>
                  </a:lnTo>
                  <a:close/>
                  <a:moveTo>
                    <a:pt x="1078039" y="101534"/>
                  </a:moveTo>
                  <a:lnTo>
                    <a:pt x="1078039" y="193767"/>
                  </a:lnTo>
                  <a:lnTo>
                    <a:pt x="1153670" y="193767"/>
                  </a:lnTo>
                  <a:lnTo>
                    <a:pt x="1153670" y="101534"/>
                  </a:lnTo>
                  <a:close/>
                  <a:moveTo>
                    <a:pt x="2023931" y="85839"/>
                  </a:moveTo>
                  <a:lnTo>
                    <a:pt x="1894772" y="323833"/>
                  </a:lnTo>
                  <a:lnTo>
                    <a:pt x="2159219" y="323833"/>
                  </a:lnTo>
                  <a:close/>
                  <a:moveTo>
                    <a:pt x="638953" y="82525"/>
                  </a:moveTo>
                  <a:cubicBezTo>
                    <a:pt x="652436" y="84625"/>
                    <a:pt x="665621" y="85675"/>
                    <a:pt x="678508" y="85675"/>
                  </a:cubicBezTo>
                  <a:cubicBezTo>
                    <a:pt x="686638" y="85675"/>
                    <a:pt x="690702" y="87786"/>
                    <a:pt x="690702" y="92008"/>
                  </a:cubicBezTo>
                  <a:cubicBezTo>
                    <a:pt x="690702" y="96230"/>
                    <a:pt x="688759" y="99835"/>
                    <a:pt x="684873" y="102824"/>
                  </a:cubicBezTo>
                  <a:cubicBezTo>
                    <a:pt x="680987" y="105812"/>
                    <a:pt x="679044" y="110288"/>
                    <a:pt x="679044" y="116250"/>
                  </a:cubicBezTo>
                  <a:lnTo>
                    <a:pt x="679044" y="188824"/>
                  </a:lnTo>
                  <a:cubicBezTo>
                    <a:pt x="718363" y="188524"/>
                    <a:pt x="755439" y="186878"/>
                    <a:pt x="790272" y="183887"/>
                  </a:cubicBezTo>
                  <a:lnTo>
                    <a:pt x="790272" y="223978"/>
                  </a:lnTo>
                  <a:cubicBezTo>
                    <a:pt x="754906" y="220987"/>
                    <a:pt x="717830" y="219344"/>
                    <a:pt x="679044" y="219049"/>
                  </a:cubicBezTo>
                  <a:lnTo>
                    <a:pt x="679044" y="357909"/>
                  </a:lnTo>
                  <a:cubicBezTo>
                    <a:pt x="736060" y="357614"/>
                    <a:pt x="787491" y="355671"/>
                    <a:pt x="833335" y="352080"/>
                  </a:cubicBezTo>
                  <a:lnTo>
                    <a:pt x="833335" y="394414"/>
                  </a:lnTo>
                  <a:cubicBezTo>
                    <a:pt x="785762" y="390527"/>
                    <a:pt x="731293" y="388584"/>
                    <a:pt x="669928" y="388584"/>
                  </a:cubicBezTo>
                  <a:cubicBezTo>
                    <a:pt x="608564" y="388584"/>
                    <a:pt x="551442" y="390527"/>
                    <a:pt x="498564" y="394414"/>
                  </a:cubicBezTo>
                  <a:lnTo>
                    <a:pt x="498564" y="352080"/>
                  </a:lnTo>
                  <a:cubicBezTo>
                    <a:pt x="544065" y="355975"/>
                    <a:pt x="591907" y="357919"/>
                    <a:pt x="642089" y="357909"/>
                  </a:cubicBezTo>
                  <a:lnTo>
                    <a:pt x="642089" y="219049"/>
                  </a:lnTo>
                  <a:cubicBezTo>
                    <a:pt x="601170" y="219344"/>
                    <a:pt x="565289" y="220987"/>
                    <a:pt x="534447" y="223978"/>
                  </a:cubicBezTo>
                  <a:lnTo>
                    <a:pt x="534447" y="183887"/>
                  </a:lnTo>
                  <a:cubicBezTo>
                    <a:pt x="564908" y="187183"/>
                    <a:pt x="600789" y="188828"/>
                    <a:pt x="642089" y="188824"/>
                  </a:cubicBezTo>
                  <a:lnTo>
                    <a:pt x="642089" y="152576"/>
                  </a:lnTo>
                  <a:cubicBezTo>
                    <a:pt x="642089" y="119767"/>
                    <a:pt x="641044" y="96417"/>
                    <a:pt x="638953" y="82525"/>
                  </a:cubicBezTo>
                  <a:close/>
                  <a:moveTo>
                    <a:pt x="472104" y="34083"/>
                  </a:moveTo>
                  <a:cubicBezTo>
                    <a:pt x="483905" y="36483"/>
                    <a:pt x="543582" y="37683"/>
                    <a:pt x="651133" y="37683"/>
                  </a:cubicBezTo>
                  <a:cubicBezTo>
                    <a:pt x="758685" y="37683"/>
                    <a:pt x="817923" y="36483"/>
                    <a:pt x="828848" y="34083"/>
                  </a:cubicBezTo>
                  <a:lnTo>
                    <a:pt x="828848" y="72380"/>
                  </a:lnTo>
                  <a:cubicBezTo>
                    <a:pt x="807188" y="70290"/>
                    <a:pt x="764102" y="69244"/>
                    <a:pt x="699589" y="69244"/>
                  </a:cubicBezTo>
                  <a:lnTo>
                    <a:pt x="509487" y="69244"/>
                  </a:lnTo>
                  <a:cubicBezTo>
                    <a:pt x="509797" y="95857"/>
                    <a:pt x="509951" y="117655"/>
                    <a:pt x="509951" y="134638"/>
                  </a:cubicBezTo>
                  <a:cubicBezTo>
                    <a:pt x="509951" y="208624"/>
                    <a:pt x="506537" y="263220"/>
                    <a:pt x="499707" y="298427"/>
                  </a:cubicBezTo>
                  <a:cubicBezTo>
                    <a:pt x="492878" y="333633"/>
                    <a:pt x="479876" y="369815"/>
                    <a:pt x="460702" y="406972"/>
                  </a:cubicBezTo>
                  <a:cubicBezTo>
                    <a:pt x="445305" y="403386"/>
                    <a:pt x="432661" y="400600"/>
                    <a:pt x="422769" y="398614"/>
                  </a:cubicBezTo>
                  <a:cubicBezTo>
                    <a:pt x="442943" y="367844"/>
                    <a:pt x="456433" y="335225"/>
                    <a:pt x="463238" y="300759"/>
                  </a:cubicBezTo>
                  <a:cubicBezTo>
                    <a:pt x="470044" y="266293"/>
                    <a:pt x="473447" y="212862"/>
                    <a:pt x="473447" y="140468"/>
                  </a:cubicBezTo>
                  <a:cubicBezTo>
                    <a:pt x="473447" y="112159"/>
                    <a:pt x="472999" y="76698"/>
                    <a:pt x="472104" y="34083"/>
                  </a:cubicBezTo>
                  <a:close/>
                  <a:moveTo>
                    <a:pt x="2024188" y="27361"/>
                  </a:moveTo>
                  <a:lnTo>
                    <a:pt x="2210076" y="356295"/>
                  </a:lnTo>
                  <a:lnTo>
                    <a:pt x="1844816" y="356295"/>
                  </a:lnTo>
                  <a:close/>
                  <a:moveTo>
                    <a:pt x="2296186" y="18395"/>
                  </a:moveTo>
                  <a:lnTo>
                    <a:pt x="2337620" y="18395"/>
                  </a:lnTo>
                  <a:lnTo>
                    <a:pt x="2337620" y="216720"/>
                  </a:lnTo>
                  <a:cubicBezTo>
                    <a:pt x="2337620" y="236956"/>
                    <a:pt x="2338117" y="251902"/>
                    <a:pt x="2339110" y="261558"/>
                  </a:cubicBezTo>
                  <a:cubicBezTo>
                    <a:pt x="2340102" y="271214"/>
                    <a:pt x="2343465" y="280446"/>
                    <a:pt x="2349196" y="289254"/>
                  </a:cubicBezTo>
                  <a:cubicBezTo>
                    <a:pt x="2354928" y="298062"/>
                    <a:pt x="2362973" y="305056"/>
                    <a:pt x="2373332" y="310235"/>
                  </a:cubicBezTo>
                  <a:cubicBezTo>
                    <a:pt x="2383690" y="315414"/>
                    <a:pt x="2395530" y="318004"/>
                    <a:pt x="2408850" y="318004"/>
                  </a:cubicBezTo>
                  <a:cubicBezTo>
                    <a:pt x="2419494" y="318004"/>
                    <a:pt x="2429250" y="315856"/>
                    <a:pt x="2438115" y="311560"/>
                  </a:cubicBezTo>
                  <a:cubicBezTo>
                    <a:pt x="2446980" y="307265"/>
                    <a:pt x="2454511" y="301175"/>
                    <a:pt x="2460707" y="293290"/>
                  </a:cubicBezTo>
                  <a:cubicBezTo>
                    <a:pt x="2466903" y="285406"/>
                    <a:pt x="2471231" y="276614"/>
                    <a:pt x="2473691" y="266916"/>
                  </a:cubicBezTo>
                  <a:cubicBezTo>
                    <a:pt x="2476150" y="257217"/>
                    <a:pt x="2477380" y="240485"/>
                    <a:pt x="2477380" y="216720"/>
                  </a:cubicBezTo>
                  <a:lnTo>
                    <a:pt x="2477380" y="18395"/>
                  </a:lnTo>
                  <a:lnTo>
                    <a:pt x="2518372" y="18395"/>
                  </a:lnTo>
                  <a:lnTo>
                    <a:pt x="2518372" y="216720"/>
                  </a:lnTo>
                  <a:cubicBezTo>
                    <a:pt x="2518372" y="249776"/>
                    <a:pt x="2514936" y="275358"/>
                    <a:pt x="2508066" y="293465"/>
                  </a:cubicBezTo>
                  <a:cubicBezTo>
                    <a:pt x="2501196" y="311572"/>
                    <a:pt x="2489090" y="326719"/>
                    <a:pt x="2471748" y="338907"/>
                  </a:cubicBezTo>
                  <a:cubicBezTo>
                    <a:pt x="2454405" y="351094"/>
                    <a:pt x="2434037" y="357188"/>
                    <a:pt x="2410643" y="357188"/>
                  </a:cubicBezTo>
                  <a:cubicBezTo>
                    <a:pt x="2391980" y="357188"/>
                    <a:pt x="2375195" y="354162"/>
                    <a:pt x="2360291" y="348111"/>
                  </a:cubicBezTo>
                  <a:cubicBezTo>
                    <a:pt x="2345386" y="342061"/>
                    <a:pt x="2332923" y="333552"/>
                    <a:pt x="2322900" y="322587"/>
                  </a:cubicBezTo>
                  <a:cubicBezTo>
                    <a:pt x="2312878" y="311621"/>
                    <a:pt x="2305920" y="299439"/>
                    <a:pt x="2302026" y="286039"/>
                  </a:cubicBezTo>
                  <a:cubicBezTo>
                    <a:pt x="2298133" y="272640"/>
                    <a:pt x="2296186" y="249534"/>
                    <a:pt x="2296186" y="216720"/>
                  </a:cubicBezTo>
                  <a:close/>
                  <a:moveTo>
                    <a:pt x="955424" y="6279"/>
                  </a:moveTo>
                  <a:cubicBezTo>
                    <a:pt x="967963" y="8975"/>
                    <a:pt x="980850" y="10323"/>
                    <a:pt x="994086" y="10323"/>
                  </a:cubicBezTo>
                  <a:cubicBezTo>
                    <a:pt x="1002215" y="10323"/>
                    <a:pt x="1006280" y="12558"/>
                    <a:pt x="1006280" y="17027"/>
                  </a:cubicBezTo>
                  <a:cubicBezTo>
                    <a:pt x="1006280" y="21497"/>
                    <a:pt x="1004337" y="24927"/>
                    <a:pt x="1000451" y="27318"/>
                  </a:cubicBezTo>
                  <a:cubicBezTo>
                    <a:pt x="996564" y="29708"/>
                    <a:pt x="994621" y="32890"/>
                    <a:pt x="994621" y="36862"/>
                  </a:cubicBezTo>
                  <a:lnTo>
                    <a:pt x="994621" y="137246"/>
                  </a:lnTo>
                  <a:cubicBezTo>
                    <a:pt x="1010033" y="137003"/>
                    <a:pt x="1025282" y="135657"/>
                    <a:pt x="1040370" y="133210"/>
                  </a:cubicBezTo>
                  <a:lnTo>
                    <a:pt x="1040370" y="172850"/>
                  </a:lnTo>
                  <a:cubicBezTo>
                    <a:pt x="1025235" y="170455"/>
                    <a:pt x="1009985" y="169109"/>
                    <a:pt x="994621" y="168814"/>
                  </a:cubicBezTo>
                  <a:lnTo>
                    <a:pt x="994621" y="305438"/>
                  </a:lnTo>
                  <a:cubicBezTo>
                    <a:pt x="1008028" y="299995"/>
                    <a:pt x="1025818" y="293118"/>
                    <a:pt x="1047992" y="284807"/>
                  </a:cubicBezTo>
                  <a:cubicBezTo>
                    <a:pt x="1047392" y="290779"/>
                    <a:pt x="1047092" y="296138"/>
                    <a:pt x="1047092" y="300884"/>
                  </a:cubicBezTo>
                  <a:cubicBezTo>
                    <a:pt x="1047092" y="305630"/>
                    <a:pt x="1047990" y="312611"/>
                    <a:pt x="1049786" y="321826"/>
                  </a:cubicBezTo>
                  <a:cubicBezTo>
                    <a:pt x="1003613" y="333832"/>
                    <a:pt x="955478" y="349208"/>
                    <a:pt x="905382" y="367953"/>
                  </a:cubicBezTo>
                  <a:cubicBezTo>
                    <a:pt x="903858" y="354842"/>
                    <a:pt x="898562" y="341564"/>
                    <a:pt x="889494" y="328120"/>
                  </a:cubicBezTo>
                  <a:cubicBezTo>
                    <a:pt x="916512" y="324129"/>
                    <a:pt x="939684" y="319616"/>
                    <a:pt x="959010" y="314582"/>
                  </a:cubicBezTo>
                  <a:lnTo>
                    <a:pt x="959010" y="168364"/>
                  </a:lnTo>
                  <a:cubicBezTo>
                    <a:pt x="936445" y="168364"/>
                    <a:pt x="916562" y="169859"/>
                    <a:pt x="899359" y="172850"/>
                  </a:cubicBezTo>
                  <a:lnTo>
                    <a:pt x="899359" y="133210"/>
                  </a:lnTo>
                  <a:cubicBezTo>
                    <a:pt x="916380" y="136500"/>
                    <a:pt x="936264" y="138146"/>
                    <a:pt x="959010" y="138146"/>
                  </a:cubicBezTo>
                  <a:cubicBezTo>
                    <a:pt x="959010" y="73995"/>
                    <a:pt x="957814" y="30039"/>
                    <a:pt x="955424" y="6279"/>
                  </a:cubicBezTo>
                  <a:close/>
                  <a:moveTo>
                    <a:pt x="1549529" y="4486"/>
                  </a:moveTo>
                  <a:cubicBezTo>
                    <a:pt x="1562354" y="8077"/>
                    <a:pt x="1572712" y="9873"/>
                    <a:pt x="1580604" y="9873"/>
                  </a:cubicBezTo>
                  <a:lnTo>
                    <a:pt x="1591863" y="9423"/>
                  </a:lnTo>
                  <a:cubicBezTo>
                    <a:pt x="1598140" y="9423"/>
                    <a:pt x="1601278" y="11707"/>
                    <a:pt x="1601278" y="16277"/>
                  </a:cubicBezTo>
                  <a:cubicBezTo>
                    <a:pt x="1601278" y="20847"/>
                    <a:pt x="1599710" y="24205"/>
                    <a:pt x="1596574" y="26353"/>
                  </a:cubicBezTo>
                  <a:cubicBezTo>
                    <a:pt x="1593438" y="28501"/>
                    <a:pt x="1591252" y="31182"/>
                    <a:pt x="1590016" y="34397"/>
                  </a:cubicBezTo>
                  <a:cubicBezTo>
                    <a:pt x="1588780" y="37612"/>
                    <a:pt x="1588106" y="40161"/>
                    <a:pt x="1587994" y="42045"/>
                  </a:cubicBezTo>
                  <a:cubicBezTo>
                    <a:pt x="1587882" y="43928"/>
                    <a:pt x="1587826" y="53717"/>
                    <a:pt x="1587826" y="71413"/>
                  </a:cubicBezTo>
                  <a:cubicBezTo>
                    <a:pt x="1587826" y="89108"/>
                    <a:pt x="1586929" y="106568"/>
                    <a:pt x="1585133" y="123794"/>
                  </a:cubicBezTo>
                  <a:cubicBezTo>
                    <a:pt x="1659428" y="123794"/>
                    <a:pt x="1719379" y="122296"/>
                    <a:pt x="1764984" y="119301"/>
                  </a:cubicBezTo>
                  <a:lnTo>
                    <a:pt x="1764984" y="161192"/>
                  </a:lnTo>
                  <a:cubicBezTo>
                    <a:pt x="1714168" y="158201"/>
                    <a:pt x="1654368" y="156705"/>
                    <a:pt x="1585583" y="156705"/>
                  </a:cubicBezTo>
                  <a:cubicBezTo>
                    <a:pt x="1599661" y="200001"/>
                    <a:pt x="1622850" y="239790"/>
                    <a:pt x="1655149" y="276070"/>
                  </a:cubicBezTo>
                  <a:cubicBezTo>
                    <a:pt x="1687448" y="312351"/>
                    <a:pt x="1727949" y="342276"/>
                    <a:pt x="1776650" y="365846"/>
                  </a:cubicBezTo>
                  <a:cubicBezTo>
                    <a:pt x="1763910" y="375085"/>
                    <a:pt x="1753090" y="387298"/>
                    <a:pt x="1744189" y="402486"/>
                  </a:cubicBezTo>
                  <a:cubicBezTo>
                    <a:pt x="1661336" y="353704"/>
                    <a:pt x="1603748" y="285531"/>
                    <a:pt x="1571424" y="197968"/>
                  </a:cubicBezTo>
                  <a:cubicBezTo>
                    <a:pt x="1563271" y="240868"/>
                    <a:pt x="1545826" y="278346"/>
                    <a:pt x="1519089" y="310400"/>
                  </a:cubicBezTo>
                  <a:cubicBezTo>
                    <a:pt x="1492353" y="342454"/>
                    <a:pt x="1450040" y="373299"/>
                    <a:pt x="1392152" y="402936"/>
                  </a:cubicBezTo>
                  <a:cubicBezTo>
                    <a:pt x="1382694" y="390973"/>
                    <a:pt x="1372061" y="381036"/>
                    <a:pt x="1360255" y="373125"/>
                  </a:cubicBezTo>
                  <a:cubicBezTo>
                    <a:pt x="1474050" y="324133"/>
                    <a:pt x="1536544" y="251993"/>
                    <a:pt x="1547736" y="156705"/>
                  </a:cubicBezTo>
                  <a:cubicBezTo>
                    <a:pt x="1485490" y="156705"/>
                    <a:pt x="1430771" y="158201"/>
                    <a:pt x="1383580" y="161192"/>
                  </a:cubicBezTo>
                  <a:lnTo>
                    <a:pt x="1383580" y="119301"/>
                  </a:lnTo>
                  <a:cubicBezTo>
                    <a:pt x="1435943" y="122296"/>
                    <a:pt x="1491284" y="123794"/>
                    <a:pt x="1549600" y="123794"/>
                  </a:cubicBezTo>
                  <a:cubicBezTo>
                    <a:pt x="1549853" y="108897"/>
                    <a:pt x="1550053" y="88788"/>
                    <a:pt x="1550200" y="63469"/>
                  </a:cubicBezTo>
                  <a:cubicBezTo>
                    <a:pt x="1550348" y="38149"/>
                    <a:pt x="1550124" y="18488"/>
                    <a:pt x="1549529" y="4486"/>
                  </a:cubicBezTo>
                  <a:close/>
                  <a:moveTo>
                    <a:pt x="1234137" y="893"/>
                  </a:moveTo>
                  <a:cubicBezTo>
                    <a:pt x="1243995" y="8599"/>
                    <a:pt x="1254354" y="14540"/>
                    <a:pt x="1265212" y="18717"/>
                  </a:cubicBezTo>
                  <a:cubicBezTo>
                    <a:pt x="1271099" y="20984"/>
                    <a:pt x="1274042" y="24288"/>
                    <a:pt x="1274042" y="28629"/>
                  </a:cubicBezTo>
                  <a:cubicBezTo>
                    <a:pt x="1274042" y="32970"/>
                    <a:pt x="1271464" y="35760"/>
                    <a:pt x="1266309" y="37001"/>
                  </a:cubicBezTo>
                  <a:cubicBezTo>
                    <a:pt x="1261154" y="38242"/>
                    <a:pt x="1255709" y="41519"/>
                    <a:pt x="1249975" y="46834"/>
                  </a:cubicBezTo>
                  <a:cubicBezTo>
                    <a:pt x="1244241" y="52149"/>
                    <a:pt x="1235220" y="60908"/>
                    <a:pt x="1222914" y="73109"/>
                  </a:cubicBezTo>
                  <a:cubicBezTo>
                    <a:pt x="1248932" y="73157"/>
                    <a:pt x="1275094" y="72109"/>
                    <a:pt x="1301403" y="69966"/>
                  </a:cubicBezTo>
                  <a:cubicBezTo>
                    <a:pt x="1299307" y="90059"/>
                    <a:pt x="1298259" y="116400"/>
                    <a:pt x="1298259" y="148990"/>
                  </a:cubicBezTo>
                  <a:cubicBezTo>
                    <a:pt x="1298259" y="181580"/>
                    <a:pt x="1299307" y="206876"/>
                    <a:pt x="1301403" y="224878"/>
                  </a:cubicBezTo>
                  <a:cubicBezTo>
                    <a:pt x="1276438" y="222487"/>
                    <a:pt x="1235843" y="221292"/>
                    <a:pt x="1179620" y="221292"/>
                  </a:cubicBezTo>
                  <a:cubicBezTo>
                    <a:pt x="1123396" y="221292"/>
                    <a:pt x="1077070" y="222487"/>
                    <a:pt x="1040641" y="224878"/>
                  </a:cubicBezTo>
                  <a:cubicBezTo>
                    <a:pt x="1042737" y="200661"/>
                    <a:pt x="1043785" y="175090"/>
                    <a:pt x="1043785" y="148165"/>
                  </a:cubicBezTo>
                  <a:cubicBezTo>
                    <a:pt x="1043785" y="121240"/>
                    <a:pt x="1042737" y="95174"/>
                    <a:pt x="1040641" y="69966"/>
                  </a:cubicBezTo>
                  <a:cubicBezTo>
                    <a:pt x="1056229" y="71314"/>
                    <a:pt x="1071393" y="72325"/>
                    <a:pt x="1086134" y="72998"/>
                  </a:cubicBezTo>
                  <a:lnTo>
                    <a:pt x="1122010" y="73843"/>
                  </a:lnTo>
                  <a:lnTo>
                    <a:pt x="1100452" y="51094"/>
                  </a:lnTo>
                  <a:cubicBezTo>
                    <a:pt x="1090918" y="42530"/>
                    <a:pt x="1080699" y="34740"/>
                    <a:pt x="1069795" y="27725"/>
                  </a:cubicBezTo>
                  <a:lnTo>
                    <a:pt x="1090626" y="3136"/>
                  </a:lnTo>
                  <a:cubicBezTo>
                    <a:pt x="1112424" y="17090"/>
                    <a:pt x="1132898" y="35221"/>
                    <a:pt x="1152048" y="57529"/>
                  </a:cubicBezTo>
                  <a:lnTo>
                    <a:pt x="1132922" y="74009"/>
                  </a:lnTo>
                  <a:lnTo>
                    <a:pt x="1190753" y="74009"/>
                  </a:lnTo>
                  <a:cubicBezTo>
                    <a:pt x="1209303" y="48154"/>
                    <a:pt x="1223764" y="23782"/>
                    <a:pt x="1234137" y="893"/>
                  </a:cubicBezTo>
                  <a:close/>
                  <a:moveTo>
                    <a:pt x="138138" y="0"/>
                  </a:moveTo>
                  <a:cubicBezTo>
                    <a:pt x="154712" y="2095"/>
                    <a:pt x="169392" y="3143"/>
                    <a:pt x="182180" y="3143"/>
                  </a:cubicBezTo>
                  <a:cubicBezTo>
                    <a:pt x="190609" y="3143"/>
                    <a:pt x="194824" y="5620"/>
                    <a:pt x="194824" y="10573"/>
                  </a:cubicBezTo>
                  <a:cubicBezTo>
                    <a:pt x="194824" y="15526"/>
                    <a:pt x="193104" y="18690"/>
                    <a:pt x="189663" y="20067"/>
                  </a:cubicBezTo>
                  <a:cubicBezTo>
                    <a:pt x="186222" y="21443"/>
                    <a:pt x="183830" y="23360"/>
                    <a:pt x="182487" y="25818"/>
                  </a:cubicBezTo>
                  <a:cubicBezTo>
                    <a:pt x="181144" y="28275"/>
                    <a:pt x="180472" y="30461"/>
                    <a:pt x="180472" y="32375"/>
                  </a:cubicBezTo>
                  <a:lnTo>
                    <a:pt x="180472" y="73109"/>
                  </a:lnTo>
                  <a:cubicBezTo>
                    <a:pt x="242027" y="73114"/>
                    <a:pt x="288824" y="71318"/>
                    <a:pt x="320861" y="67723"/>
                  </a:cubicBezTo>
                  <a:cubicBezTo>
                    <a:pt x="318766" y="83282"/>
                    <a:pt x="317718" y="101701"/>
                    <a:pt x="317718" y="122980"/>
                  </a:cubicBezTo>
                  <a:lnTo>
                    <a:pt x="317718" y="255289"/>
                  </a:lnTo>
                  <a:cubicBezTo>
                    <a:pt x="317718" y="276520"/>
                    <a:pt x="319213" y="299423"/>
                    <a:pt x="322204" y="323998"/>
                  </a:cubicBezTo>
                  <a:lnTo>
                    <a:pt x="280320" y="323998"/>
                  </a:lnTo>
                  <a:lnTo>
                    <a:pt x="280320" y="291708"/>
                  </a:lnTo>
                  <a:lnTo>
                    <a:pt x="180472" y="291708"/>
                  </a:lnTo>
                  <a:lnTo>
                    <a:pt x="180472" y="349922"/>
                  </a:lnTo>
                  <a:cubicBezTo>
                    <a:pt x="180472" y="359381"/>
                    <a:pt x="181251" y="365906"/>
                    <a:pt x="182808" y="369500"/>
                  </a:cubicBezTo>
                  <a:cubicBezTo>
                    <a:pt x="184365" y="373093"/>
                    <a:pt x="187970" y="375724"/>
                    <a:pt x="193620" y="377394"/>
                  </a:cubicBezTo>
                  <a:cubicBezTo>
                    <a:pt x="199271" y="379063"/>
                    <a:pt x="209188" y="379897"/>
                    <a:pt x="223370" y="379897"/>
                  </a:cubicBezTo>
                  <a:lnTo>
                    <a:pt x="294308" y="379447"/>
                  </a:lnTo>
                  <a:cubicBezTo>
                    <a:pt x="310386" y="379447"/>
                    <a:pt x="321208" y="374562"/>
                    <a:pt x="326773" y="364792"/>
                  </a:cubicBezTo>
                  <a:cubicBezTo>
                    <a:pt x="332338" y="355022"/>
                    <a:pt x="336854" y="338078"/>
                    <a:pt x="340321" y="313961"/>
                  </a:cubicBezTo>
                  <a:cubicBezTo>
                    <a:pt x="351203" y="322743"/>
                    <a:pt x="364002" y="329503"/>
                    <a:pt x="378718" y="334242"/>
                  </a:cubicBezTo>
                  <a:cubicBezTo>
                    <a:pt x="371184" y="365441"/>
                    <a:pt x="361744" y="386633"/>
                    <a:pt x="350397" y="397818"/>
                  </a:cubicBezTo>
                  <a:cubicBezTo>
                    <a:pt x="339050" y="409002"/>
                    <a:pt x="320480" y="414595"/>
                    <a:pt x="294686" y="414595"/>
                  </a:cubicBezTo>
                  <a:lnTo>
                    <a:pt x="223892" y="414152"/>
                  </a:lnTo>
                  <a:cubicBezTo>
                    <a:pt x="199622" y="414152"/>
                    <a:pt x="181838" y="412375"/>
                    <a:pt x="170539" y="408823"/>
                  </a:cubicBezTo>
                  <a:cubicBezTo>
                    <a:pt x="159240" y="405270"/>
                    <a:pt x="151838" y="398901"/>
                    <a:pt x="148332" y="389717"/>
                  </a:cubicBezTo>
                  <a:cubicBezTo>
                    <a:pt x="144827" y="380532"/>
                    <a:pt x="143075" y="366372"/>
                    <a:pt x="143075" y="347236"/>
                  </a:cubicBezTo>
                  <a:lnTo>
                    <a:pt x="143075" y="291708"/>
                  </a:lnTo>
                  <a:lnTo>
                    <a:pt x="40540" y="291708"/>
                  </a:lnTo>
                  <a:lnTo>
                    <a:pt x="40540" y="332970"/>
                  </a:lnTo>
                  <a:lnTo>
                    <a:pt x="0" y="332970"/>
                  </a:lnTo>
                  <a:cubicBezTo>
                    <a:pt x="3286" y="308015"/>
                    <a:pt x="4929" y="283616"/>
                    <a:pt x="4929" y="259775"/>
                  </a:cubicBezTo>
                  <a:lnTo>
                    <a:pt x="4929" y="122980"/>
                  </a:lnTo>
                  <a:cubicBezTo>
                    <a:pt x="4929" y="103720"/>
                    <a:pt x="3883" y="85301"/>
                    <a:pt x="1793" y="67723"/>
                  </a:cubicBezTo>
                  <a:cubicBezTo>
                    <a:pt x="35202" y="71318"/>
                    <a:pt x="82296" y="73114"/>
                    <a:pt x="143075" y="73109"/>
                  </a:cubicBezTo>
                  <a:cubicBezTo>
                    <a:pt x="143075" y="43405"/>
                    <a:pt x="141429" y="19036"/>
                    <a:pt x="138138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2701574-FA1D-4799-8498-6516903F8B4E}"/>
                </a:ext>
              </a:extLst>
            </p:cNvPr>
            <p:cNvGrpSpPr/>
            <p:nvPr/>
          </p:nvGrpSpPr>
          <p:grpSpPr>
            <a:xfrm>
              <a:off x="1719156" y="4365990"/>
              <a:ext cx="8504395" cy="1650097"/>
              <a:chOff x="1719156" y="4365990"/>
              <a:chExt cx="8504395" cy="1650097"/>
            </a:xfrm>
          </p:grpSpPr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5A5638BB-9957-4FE5-9580-02F96BA7CB31}"/>
                  </a:ext>
                </a:extLst>
              </p:cNvPr>
              <p:cNvSpPr/>
              <p:nvPr/>
            </p:nvSpPr>
            <p:spPr>
              <a:xfrm>
                <a:off x="6489484" y="4376405"/>
                <a:ext cx="3734067" cy="1639682"/>
              </a:xfrm>
              <a:custGeom>
                <a:avLst/>
                <a:gdLst>
                  <a:gd name="connsiteX0" fmla="*/ 6410322 w 6739794"/>
                  <a:gd name="connsiteY0" fmla="*/ 2959497 h 2959540"/>
                  <a:gd name="connsiteX1" fmla="*/ 6476560 w 6739794"/>
                  <a:gd name="connsiteY1" fmla="*/ 2959510 h 2959540"/>
                  <a:gd name="connsiteX2" fmla="*/ 6445870 w 6739794"/>
                  <a:gd name="connsiteY2" fmla="*/ 2959540 h 2959540"/>
                  <a:gd name="connsiteX3" fmla="*/ 6739794 w 6739794"/>
                  <a:gd name="connsiteY3" fmla="*/ 2958728 h 2959540"/>
                  <a:gd name="connsiteX4" fmla="*/ 6739794 w 6739794"/>
                  <a:gd name="connsiteY4" fmla="*/ 2958988 h 2959540"/>
                  <a:gd name="connsiteX5" fmla="*/ 6525170 w 6739794"/>
                  <a:gd name="connsiteY5" fmla="*/ 2959520 h 2959540"/>
                  <a:gd name="connsiteX6" fmla="*/ 6476560 w 6739794"/>
                  <a:gd name="connsiteY6" fmla="*/ 2959510 h 2959540"/>
                  <a:gd name="connsiteX7" fmla="*/ 6607002 w 6739794"/>
                  <a:gd name="connsiteY7" fmla="*/ 2959384 h 2959540"/>
                  <a:gd name="connsiteX8" fmla="*/ 6711102 w 6739794"/>
                  <a:gd name="connsiteY8" fmla="*/ 2958980 h 2959540"/>
                  <a:gd name="connsiteX9" fmla="*/ 6738948 w 6739794"/>
                  <a:gd name="connsiteY9" fmla="*/ 2958735 h 2959540"/>
                  <a:gd name="connsiteX10" fmla="*/ 0 w 6739794"/>
                  <a:gd name="connsiteY10" fmla="*/ 0 h 2959540"/>
                  <a:gd name="connsiteX11" fmla="*/ 152733 w 6739794"/>
                  <a:gd name="connsiteY11" fmla="*/ 314350 h 2959540"/>
                  <a:gd name="connsiteX12" fmla="*/ 568370 w 6739794"/>
                  <a:gd name="connsiteY12" fmla="*/ 1080955 h 2959540"/>
                  <a:gd name="connsiteX13" fmla="*/ 598278 w 6739794"/>
                  <a:gd name="connsiteY13" fmla="*/ 1123886 h 2959540"/>
                  <a:gd name="connsiteX14" fmla="*/ 669414 w 6739794"/>
                  <a:gd name="connsiteY14" fmla="*/ 1225991 h 2959540"/>
                  <a:gd name="connsiteX15" fmla="*/ 1688750 w 6739794"/>
                  <a:gd name="connsiteY15" fmla="*/ 2288519 h 2959540"/>
                  <a:gd name="connsiteX16" fmla="*/ 2845014 w 6739794"/>
                  <a:gd name="connsiteY16" fmla="*/ 2844302 h 2959540"/>
                  <a:gd name="connsiteX17" fmla="*/ 6235996 w 6739794"/>
                  <a:gd name="connsiteY17" fmla="*/ 2959285 h 2959540"/>
                  <a:gd name="connsiteX18" fmla="*/ 6410322 w 6739794"/>
                  <a:gd name="connsiteY18" fmla="*/ 2959497 h 2959540"/>
                  <a:gd name="connsiteX19" fmla="*/ 6329408 w 6739794"/>
                  <a:gd name="connsiteY19" fmla="*/ 2959480 h 2959540"/>
                  <a:gd name="connsiteX20" fmla="*/ 2845014 w 6739794"/>
                  <a:gd name="connsiteY20" fmla="*/ 2881103 h 2959540"/>
                  <a:gd name="connsiteX21" fmla="*/ 1688750 w 6739794"/>
                  <a:gd name="connsiteY21" fmla="*/ 2502807 h 2959540"/>
                  <a:gd name="connsiteX22" fmla="*/ 669414 w 6739794"/>
                  <a:gd name="connsiteY22" fmla="*/ 1779594 h 2959540"/>
                  <a:gd name="connsiteX23" fmla="*/ 152733 w 6739794"/>
                  <a:gd name="connsiteY23" fmla="*/ 1159083 h 2959540"/>
                  <a:gd name="connsiteX24" fmla="*/ 0 w 6739794"/>
                  <a:gd name="connsiteY24" fmla="*/ 945119 h 2959540"/>
                  <a:gd name="connsiteX25" fmla="*/ 0 w 6739794"/>
                  <a:gd name="connsiteY25" fmla="*/ 945118 h 2959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739794" h="2959540">
                    <a:moveTo>
                      <a:pt x="6410322" y="2959497"/>
                    </a:moveTo>
                    <a:lnTo>
                      <a:pt x="6476560" y="2959510"/>
                    </a:lnTo>
                    <a:lnTo>
                      <a:pt x="6445870" y="2959540"/>
                    </a:lnTo>
                    <a:close/>
                    <a:moveTo>
                      <a:pt x="6739794" y="2958728"/>
                    </a:moveTo>
                    <a:lnTo>
                      <a:pt x="6739794" y="2958988"/>
                    </a:lnTo>
                    <a:cubicBezTo>
                      <a:pt x="6713644" y="2959220"/>
                      <a:pt x="6638050" y="2959451"/>
                      <a:pt x="6525170" y="2959520"/>
                    </a:cubicBezTo>
                    <a:lnTo>
                      <a:pt x="6476560" y="2959510"/>
                    </a:lnTo>
                    <a:lnTo>
                      <a:pt x="6607002" y="2959384"/>
                    </a:lnTo>
                    <a:cubicBezTo>
                      <a:pt x="6651668" y="2959281"/>
                      <a:pt x="6686828" y="2959138"/>
                      <a:pt x="6711102" y="2958980"/>
                    </a:cubicBezTo>
                    <a:lnTo>
                      <a:pt x="6738948" y="2958735"/>
                    </a:lnTo>
                    <a:close/>
                    <a:moveTo>
                      <a:pt x="0" y="0"/>
                    </a:moveTo>
                    <a:lnTo>
                      <a:pt x="152733" y="314350"/>
                    </a:lnTo>
                    <a:cubicBezTo>
                      <a:pt x="279021" y="576204"/>
                      <a:pt x="407043" y="836062"/>
                      <a:pt x="568370" y="1080955"/>
                    </a:cubicBezTo>
                    <a:lnTo>
                      <a:pt x="598278" y="1123886"/>
                    </a:lnTo>
                    <a:lnTo>
                      <a:pt x="669414" y="1225991"/>
                    </a:lnTo>
                    <a:cubicBezTo>
                      <a:pt x="950874" y="1607411"/>
                      <a:pt x="1326152" y="2018801"/>
                      <a:pt x="1688750" y="2288519"/>
                    </a:cubicBezTo>
                    <a:cubicBezTo>
                      <a:pt x="2051352" y="2558238"/>
                      <a:pt x="2533128" y="2724427"/>
                      <a:pt x="2845014" y="2844302"/>
                    </a:cubicBezTo>
                    <a:cubicBezTo>
                      <a:pt x="3090502" y="2938657"/>
                      <a:pt x="5232910" y="2957056"/>
                      <a:pt x="6235996" y="2959285"/>
                    </a:cubicBezTo>
                    <a:lnTo>
                      <a:pt x="6410322" y="2959497"/>
                    </a:lnTo>
                    <a:lnTo>
                      <a:pt x="6329408" y="2959480"/>
                    </a:lnTo>
                    <a:cubicBezTo>
                      <a:pt x="5373104" y="2958603"/>
                      <a:pt x="3098422" y="2947397"/>
                      <a:pt x="2845014" y="2881103"/>
                    </a:cubicBezTo>
                    <a:cubicBezTo>
                      <a:pt x="2533128" y="2799510"/>
                      <a:pt x="2051352" y="2686392"/>
                      <a:pt x="1688750" y="2502807"/>
                    </a:cubicBezTo>
                    <a:cubicBezTo>
                      <a:pt x="1326152" y="2319223"/>
                      <a:pt x="950874" y="2039209"/>
                      <a:pt x="669414" y="1779594"/>
                    </a:cubicBezTo>
                    <a:cubicBezTo>
                      <a:pt x="458320" y="1584883"/>
                      <a:pt x="304279" y="1372961"/>
                      <a:pt x="152733" y="1159083"/>
                    </a:cubicBezTo>
                    <a:lnTo>
                      <a:pt x="0" y="945119"/>
                    </a:lnTo>
                    <a:lnTo>
                      <a:pt x="0" y="945118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2048EDDA-C6A2-40F9-942A-E5B14BB82EA2}"/>
                  </a:ext>
                </a:extLst>
              </p:cNvPr>
              <p:cNvSpPr/>
              <p:nvPr/>
            </p:nvSpPr>
            <p:spPr>
              <a:xfrm>
                <a:off x="1719156" y="4365990"/>
                <a:ext cx="3686694" cy="1638032"/>
              </a:xfrm>
              <a:custGeom>
                <a:avLst/>
                <a:gdLst>
                  <a:gd name="connsiteX0" fmla="*/ 6654289 w 6654289"/>
                  <a:gd name="connsiteY0" fmla="*/ 0 h 2956563"/>
                  <a:gd name="connsiteX1" fmla="*/ 6654289 w 6654289"/>
                  <a:gd name="connsiteY1" fmla="*/ 980723 h 2956563"/>
                  <a:gd name="connsiteX2" fmla="*/ 6654289 w 6654289"/>
                  <a:gd name="connsiteY2" fmla="*/ 980724 h 2956563"/>
                  <a:gd name="connsiteX3" fmla="*/ 6654289 w 6654289"/>
                  <a:gd name="connsiteY3" fmla="*/ 980730 h 2956563"/>
                  <a:gd name="connsiteX4" fmla="*/ 6506135 w 6654289"/>
                  <a:gd name="connsiteY4" fmla="*/ 1191274 h 2956563"/>
                  <a:gd name="connsiteX5" fmla="*/ 5997051 w 6654289"/>
                  <a:gd name="connsiteY5" fmla="*/ 1822408 h 2956563"/>
                  <a:gd name="connsiteX6" fmla="*/ 4874259 w 6654289"/>
                  <a:gd name="connsiteY6" fmla="*/ 2581489 h 2956563"/>
                  <a:gd name="connsiteX7" fmla="*/ 4016189 w 6654289"/>
                  <a:gd name="connsiteY7" fmla="*/ 2844935 h 2956563"/>
                  <a:gd name="connsiteX8" fmla="*/ 32066 w 6654289"/>
                  <a:gd name="connsiteY8" fmla="*/ 2956348 h 2956563"/>
                  <a:gd name="connsiteX9" fmla="*/ 0 w 6654289"/>
                  <a:gd name="connsiteY9" fmla="*/ 2956563 h 2956563"/>
                  <a:gd name="connsiteX10" fmla="*/ 32066 w 6654289"/>
                  <a:gd name="connsiteY10" fmla="*/ 2956241 h 2956563"/>
                  <a:gd name="connsiteX11" fmla="*/ 4016189 w 6654289"/>
                  <a:gd name="connsiteY11" fmla="*/ 2789527 h 2956563"/>
                  <a:gd name="connsiteX12" fmla="*/ 4874259 w 6654289"/>
                  <a:gd name="connsiteY12" fmla="*/ 2395317 h 2956563"/>
                  <a:gd name="connsiteX13" fmla="*/ 5997051 w 6654289"/>
                  <a:gd name="connsiteY13" fmla="*/ 1259456 h 2956563"/>
                  <a:gd name="connsiteX14" fmla="*/ 6071395 w 6654289"/>
                  <a:gd name="connsiteY14" fmla="*/ 1153792 h 2956563"/>
                  <a:gd name="connsiteX15" fmla="*/ 6071395 w 6654289"/>
                  <a:gd name="connsiteY15" fmla="*/ 1153792 h 2956563"/>
                  <a:gd name="connsiteX16" fmla="*/ 6076887 w 6654289"/>
                  <a:gd name="connsiteY16" fmla="*/ 1145988 h 2956563"/>
                  <a:gd name="connsiteX17" fmla="*/ 6506135 w 6654289"/>
                  <a:gd name="connsiteY17" fmla="*/ 315051 h 295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654289" h="2956563">
                    <a:moveTo>
                      <a:pt x="6654289" y="0"/>
                    </a:moveTo>
                    <a:lnTo>
                      <a:pt x="6654289" y="980723"/>
                    </a:lnTo>
                    <a:lnTo>
                      <a:pt x="6654289" y="980724"/>
                    </a:lnTo>
                    <a:lnTo>
                      <a:pt x="6654289" y="980730"/>
                    </a:lnTo>
                    <a:lnTo>
                      <a:pt x="6506135" y="1191274"/>
                    </a:lnTo>
                    <a:cubicBezTo>
                      <a:pt x="6361757" y="1404321"/>
                      <a:pt x="6219555" y="1622313"/>
                      <a:pt x="5997051" y="1822408"/>
                    </a:cubicBezTo>
                    <a:cubicBezTo>
                      <a:pt x="5700379" y="2089202"/>
                      <a:pt x="5204401" y="2411068"/>
                      <a:pt x="4874259" y="2581489"/>
                    </a:cubicBezTo>
                    <a:cubicBezTo>
                      <a:pt x="4544115" y="2751911"/>
                      <a:pt x="4257077" y="2779819"/>
                      <a:pt x="4016189" y="2844935"/>
                    </a:cubicBezTo>
                    <a:cubicBezTo>
                      <a:pt x="3782831" y="2908017"/>
                      <a:pt x="461860" y="2952767"/>
                      <a:pt x="32066" y="2956348"/>
                    </a:cubicBezTo>
                    <a:lnTo>
                      <a:pt x="0" y="2956563"/>
                    </a:lnTo>
                    <a:lnTo>
                      <a:pt x="32066" y="2956241"/>
                    </a:lnTo>
                    <a:cubicBezTo>
                      <a:pt x="461860" y="2950882"/>
                      <a:pt x="3782831" y="2883921"/>
                      <a:pt x="4016189" y="2789527"/>
                    </a:cubicBezTo>
                    <a:cubicBezTo>
                      <a:pt x="4257077" y="2692089"/>
                      <a:pt x="4544115" y="2650329"/>
                      <a:pt x="4874259" y="2395317"/>
                    </a:cubicBezTo>
                    <a:cubicBezTo>
                      <a:pt x="5204401" y="2140305"/>
                      <a:pt x="5700379" y="1658677"/>
                      <a:pt x="5997051" y="1259456"/>
                    </a:cubicBezTo>
                    <a:lnTo>
                      <a:pt x="6071395" y="1153792"/>
                    </a:lnTo>
                    <a:lnTo>
                      <a:pt x="6071395" y="1153792"/>
                    </a:lnTo>
                    <a:lnTo>
                      <a:pt x="6076887" y="1145988"/>
                    </a:lnTo>
                    <a:cubicBezTo>
                      <a:pt x="6255139" y="878608"/>
                      <a:pt x="6379805" y="593998"/>
                      <a:pt x="6506135" y="315051"/>
                    </a:cubicBezTo>
                    <a:close/>
                  </a:path>
                </a:pathLst>
              </a:custGeom>
              <a:solidFill>
                <a:srgbClr val="F4B18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7390FD6-AB3E-4F53-8F43-9C64392157AB}"/>
                </a:ext>
              </a:extLst>
            </p:cNvPr>
            <p:cNvGrpSpPr/>
            <p:nvPr/>
          </p:nvGrpSpPr>
          <p:grpSpPr>
            <a:xfrm>
              <a:off x="4092074" y="4581388"/>
              <a:ext cx="3525469" cy="411130"/>
              <a:chOff x="4092074" y="4581388"/>
              <a:chExt cx="3525469" cy="411130"/>
            </a:xfrm>
          </p:grpSpPr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0BD141FD-1531-4ADB-A5A2-CFCCDC058C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72720" y="4851552"/>
                <a:ext cx="397752" cy="140966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3872E620-4678-4D88-86B3-57ECE9156B22}"/>
                  </a:ext>
                </a:extLst>
              </p:cNvPr>
              <p:cNvSpPr txBox="1"/>
              <p:nvPr/>
            </p:nvSpPr>
            <p:spPr>
              <a:xfrm>
                <a:off x="4092074" y="4644541"/>
                <a:ext cx="596441" cy="268024"/>
              </a:xfrm>
              <a:custGeom>
                <a:avLst/>
                <a:gdLst/>
                <a:ahLst/>
                <a:cxnLst/>
                <a:rect l="l" t="t" r="r" b="b"/>
                <a:pathLst>
                  <a:path w="1076544" h="483770">
                    <a:moveTo>
                      <a:pt x="545325" y="60643"/>
                    </a:moveTo>
                    <a:lnTo>
                      <a:pt x="440778" y="335045"/>
                    </a:lnTo>
                    <a:lnTo>
                      <a:pt x="631761" y="335045"/>
                    </a:lnTo>
                    <a:close/>
                    <a:moveTo>
                      <a:pt x="149549" y="41984"/>
                    </a:moveTo>
                    <a:lnTo>
                      <a:pt x="188514" y="41984"/>
                    </a:lnTo>
                    <a:lnTo>
                      <a:pt x="188514" y="200039"/>
                    </a:lnTo>
                    <a:lnTo>
                      <a:pt x="338063" y="200039"/>
                    </a:lnTo>
                    <a:lnTo>
                      <a:pt x="338063" y="236534"/>
                    </a:lnTo>
                    <a:lnTo>
                      <a:pt x="188514" y="236534"/>
                    </a:lnTo>
                    <a:lnTo>
                      <a:pt x="188514" y="394590"/>
                    </a:lnTo>
                    <a:lnTo>
                      <a:pt x="149549" y="394590"/>
                    </a:lnTo>
                    <a:lnTo>
                      <a:pt x="149549" y="236534"/>
                    </a:lnTo>
                    <a:lnTo>
                      <a:pt x="0" y="236534"/>
                    </a:lnTo>
                    <a:lnTo>
                      <a:pt x="0" y="200039"/>
                    </a:lnTo>
                    <a:lnTo>
                      <a:pt x="149549" y="200039"/>
                    </a:lnTo>
                    <a:close/>
                    <a:moveTo>
                      <a:pt x="894890" y="24147"/>
                    </a:moveTo>
                    <a:cubicBezTo>
                      <a:pt x="878426" y="24147"/>
                      <a:pt x="864294" y="27989"/>
                      <a:pt x="852495" y="35672"/>
                    </a:cubicBezTo>
                    <a:cubicBezTo>
                      <a:pt x="840695" y="43356"/>
                      <a:pt x="830908" y="54286"/>
                      <a:pt x="823134" y="68463"/>
                    </a:cubicBezTo>
                    <a:cubicBezTo>
                      <a:pt x="815359" y="82641"/>
                      <a:pt x="809688" y="99791"/>
                      <a:pt x="806121" y="119914"/>
                    </a:cubicBezTo>
                    <a:cubicBezTo>
                      <a:pt x="802553" y="140036"/>
                      <a:pt x="800770" y="162446"/>
                      <a:pt x="800770" y="187142"/>
                    </a:cubicBezTo>
                    <a:cubicBezTo>
                      <a:pt x="800770" y="243303"/>
                      <a:pt x="808956" y="286018"/>
                      <a:pt x="825329" y="315288"/>
                    </a:cubicBezTo>
                    <a:cubicBezTo>
                      <a:pt x="841701" y="344557"/>
                      <a:pt x="865620" y="359192"/>
                      <a:pt x="897085" y="359192"/>
                    </a:cubicBezTo>
                    <a:cubicBezTo>
                      <a:pt x="917025" y="359192"/>
                      <a:pt x="933946" y="352835"/>
                      <a:pt x="947849" y="340121"/>
                    </a:cubicBezTo>
                    <a:cubicBezTo>
                      <a:pt x="961752" y="327407"/>
                      <a:pt x="972180" y="308794"/>
                      <a:pt x="979131" y="284280"/>
                    </a:cubicBezTo>
                    <a:cubicBezTo>
                      <a:pt x="986082" y="259767"/>
                      <a:pt x="989558" y="231138"/>
                      <a:pt x="989558" y="198393"/>
                    </a:cubicBezTo>
                    <a:cubicBezTo>
                      <a:pt x="989558" y="158513"/>
                      <a:pt x="985488" y="125447"/>
                      <a:pt x="977347" y="99196"/>
                    </a:cubicBezTo>
                    <a:cubicBezTo>
                      <a:pt x="969207" y="72945"/>
                      <a:pt x="958093" y="53874"/>
                      <a:pt x="944008" y="41984"/>
                    </a:cubicBezTo>
                    <a:cubicBezTo>
                      <a:pt x="929922" y="30093"/>
                      <a:pt x="913549" y="24147"/>
                      <a:pt x="894890" y="24147"/>
                    </a:cubicBezTo>
                    <a:close/>
                    <a:moveTo>
                      <a:pt x="896810" y="0"/>
                    </a:moveTo>
                    <a:cubicBezTo>
                      <a:pt x="929373" y="0"/>
                      <a:pt x="956767" y="7180"/>
                      <a:pt x="978994" y="21541"/>
                    </a:cubicBezTo>
                    <a:cubicBezTo>
                      <a:pt x="1001220" y="35901"/>
                      <a:pt x="1017959" y="57030"/>
                      <a:pt x="1029209" y="84927"/>
                    </a:cubicBezTo>
                    <a:cubicBezTo>
                      <a:pt x="1040460" y="112825"/>
                      <a:pt x="1046085" y="146805"/>
                      <a:pt x="1046085" y="186868"/>
                    </a:cubicBezTo>
                    <a:cubicBezTo>
                      <a:pt x="1046085" y="237724"/>
                      <a:pt x="1037030" y="279387"/>
                      <a:pt x="1018919" y="311858"/>
                    </a:cubicBezTo>
                    <a:cubicBezTo>
                      <a:pt x="1000809" y="344329"/>
                      <a:pt x="974466" y="365869"/>
                      <a:pt x="939892" y="376479"/>
                    </a:cubicBezTo>
                    <a:lnTo>
                      <a:pt x="949496" y="390474"/>
                    </a:lnTo>
                    <a:cubicBezTo>
                      <a:pt x="954435" y="397608"/>
                      <a:pt x="959100" y="404057"/>
                      <a:pt x="963490" y="409819"/>
                    </a:cubicBezTo>
                    <a:cubicBezTo>
                      <a:pt x="967881" y="415582"/>
                      <a:pt x="972591" y="421070"/>
                      <a:pt x="977622" y="426283"/>
                    </a:cubicBezTo>
                    <a:cubicBezTo>
                      <a:pt x="982652" y="431497"/>
                      <a:pt x="987409" y="435704"/>
                      <a:pt x="991891" y="438906"/>
                    </a:cubicBezTo>
                    <a:cubicBezTo>
                      <a:pt x="996373" y="442107"/>
                      <a:pt x="1000626" y="444394"/>
                      <a:pt x="1004650" y="445766"/>
                    </a:cubicBezTo>
                    <a:cubicBezTo>
                      <a:pt x="1008675" y="447138"/>
                      <a:pt x="1012517" y="447824"/>
                      <a:pt x="1016175" y="447824"/>
                    </a:cubicBezTo>
                    <a:cubicBezTo>
                      <a:pt x="1026237" y="447824"/>
                      <a:pt x="1034926" y="445949"/>
                      <a:pt x="1042243" y="442199"/>
                    </a:cubicBezTo>
                    <a:cubicBezTo>
                      <a:pt x="1049561" y="438448"/>
                      <a:pt x="1056604" y="433281"/>
                      <a:pt x="1063372" y="426695"/>
                    </a:cubicBezTo>
                    <a:lnTo>
                      <a:pt x="1076544" y="443708"/>
                    </a:lnTo>
                    <a:cubicBezTo>
                      <a:pt x="1062275" y="457977"/>
                      <a:pt x="1049012" y="468221"/>
                      <a:pt x="1036755" y="474441"/>
                    </a:cubicBezTo>
                    <a:cubicBezTo>
                      <a:pt x="1024499" y="480661"/>
                      <a:pt x="1011876" y="483770"/>
                      <a:pt x="998888" y="483770"/>
                    </a:cubicBezTo>
                    <a:cubicBezTo>
                      <a:pt x="988461" y="483770"/>
                      <a:pt x="979863" y="482764"/>
                      <a:pt x="973094" y="480752"/>
                    </a:cubicBezTo>
                    <a:cubicBezTo>
                      <a:pt x="966326" y="478740"/>
                      <a:pt x="959603" y="475447"/>
                      <a:pt x="952926" y="470874"/>
                    </a:cubicBezTo>
                    <a:cubicBezTo>
                      <a:pt x="946249" y="466300"/>
                      <a:pt x="938794" y="459349"/>
                      <a:pt x="930562" y="450019"/>
                    </a:cubicBezTo>
                    <a:cubicBezTo>
                      <a:pt x="922330" y="440689"/>
                      <a:pt x="912817" y="427976"/>
                      <a:pt x="902024" y="411877"/>
                    </a:cubicBezTo>
                    <a:lnTo>
                      <a:pt x="882542" y="383065"/>
                    </a:lnTo>
                    <a:cubicBezTo>
                      <a:pt x="836991" y="380870"/>
                      <a:pt x="802553" y="363765"/>
                      <a:pt x="779229" y="331752"/>
                    </a:cubicBezTo>
                    <a:cubicBezTo>
                      <a:pt x="755905" y="299738"/>
                      <a:pt x="744243" y="254096"/>
                      <a:pt x="744243" y="194825"/>
                    </a:cubicBezTo>
                    <a:cubicBezTo>
                      <a:pt x="744243" y="154031"/>
                      <a:pt x="750463" y="118999"/>
                      <a:pt x="762902" y="89729"/>
                    </a:cubicBezTo>
                    <a:cubicBezTo>
                      <a:pt x="775342" y="60460"/>
                      <a:pt x="793132" y="38188"/>
                      <a:pt x="816274" y="22913"/>
                    </a:cubicBezTo>
                    <a:cubicBezTo>
                      <a:pt x="839415" y="7638"/>
                      <a:pt x="866260" y="0"/>
                      <a:pt x="896810" y="0"/>
                    </a:cubicBezTo>
                    <a:close/>
                    <a:moveTo>
                      <a:pt x="535721" y="0"/>
                    </a:moveTo>
                    <a:lnTo>
                      <a:pt x="576332" y="0"/>
                    </a:lnTo>
                    <a:lnTo>
                      <a:pt x="692130" y="361387"/>
                    </a:lnTo>
                    <a:lnTo>
                      <a:pt x="692130" y="378949"/>
                    </a:lnTo>
                    <a:lnTo>
                      <a:pt x="392209" y="378949"/>
                    </a:lnTo>
                    <a:lnTo>
                      <a:pt x="392209" y="36138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4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09CCC0D7-0BA9-4915-8B1B-5A24E9232DC3}"/>
                  </a:ext>
                </a:extLst>
              </p:cNvPr>
              <p:cNvSpPr txBox="1"/>
              <p:nvPr/>
            </p:nvSpPr>
            <p:spPr>
              <a:xfrm>
                <a:off x="7021103" y="4581388"/>
                <a:ext cx="596440" cy="268024"/>
              </a:xfrm>
              <a:custGeom>
                <a:avLst/>
                <a:gdLst/>
                <a:ahLst/>
                <a:cxnLst/>
                <a:rect l="l" t="t" r="r" b="b"/>
                <a:pathLst>
                  <a:path w="1076543" h="483770">
                    <a:moveTo>
                      <a:pt x="0" y="200039"/>
                    </a:moveTo>
                    <a:lnTo>
                      <a:pt x="338063" y="200039"/>
                    </a:lnTo>
                    <a:lnTo>
                      <a:pt x="338063" y="236534"/>
                    </a:lnTo>
                    <a:lnTo>
                      <a:pt x="0" y="236534"/>
                    </a:lnTo>
                    <a:close/>
                    <a:moveTo>
                      <a:pt x="545325" y="60643"/>
                    </a:moveTo>
                    <a:lnTo>
                      <a:pt x="440778" y="335045"/>
                    </a:lnTo>
                    <a:lnTo>
                      <a:pt x="631761" y="335045"/>
                    </a:lnTo>
                    <a:close/>
                    <a:moveTo>
                      <a:pt x="894889" y="24147"/>
                    </a:moveTo>
                    <a:cubicBezTo>
                      <a:pt x="878425" y="24147"/>
                      <a:pt x="864294" y="27989"/>
                      <a:pt x="852494" y="35672"/>
                    </a:cubicBezTo>
                    <a:cubicBezTo>
                      <a:pt x="840695" y="43356"/>
                      <a:pt x="830908" y="54286"/>
                      <a:pt x="823133" y="68463"/>
                    </a:cubicBezTo>
                    <a:cubicBezTo>
                      <a:pt x="815359" y="82641"/>
                      <a:pt x="809688" y="99791"/>
                      <a:pt x="806120" y="119914"/>
                    </a:cubicBezTo>
                    <a:cubicBezTo>
                      <a:pt x="802553" y="140036"/>
                      <a:pt x="800770" y="162446"/>
                      <a:pt x="800770" y="187142"/>
                    </a:cubicBezTo>
                    <a:cubicBezTo>
                      <a:pt x="800770" y="243303"/>
                      <a:pt x="808956" y="286018"/>
                      <a:pt x="825329" y="315288"/>
                    </a:cubicBezTo>
                    <a:cubicBezTo>
                      <a:pt x="841701" y="344557"/>
                      <a:pt x="865620" y="359192"/>
                      <a:pt x="897085" y="359192"/>
                    </a:cubicBezTo>
                    <a:cubicBezTo>
                      <a:pt x="917025" y="359192"/>
                      <a:pt x="933946" y="352835"/>
                      <a:pt x="947849" y="340121"/>
                    </a:cubicBezTo>
                    <a:cubicBezTo>
                      <a:pt x="961752" y="327407"/>
                      <a:pt x="972179" y="308794"/>
                      <a:pt x="979131" y="284280"/>
                    </a:cubicBezTo>
                    <a:cubicBezTo>
                      <a:pt x="986082" y="259767"/>
                      <a:pt x="989558" y="231138"/>
                      <a:pt x="989558" y="198393"/>
                    </a:cubicBezTo>
                    <a:cubicBezTo>
                      <a:pt x="989558" y="158513"/>
                      <a:pt x="985488" y="125447"/>
                      <a:pt x="977347" y="99196"/>
                    </a:cubicBezTo>
                    <a:cubicBezTo>
                      <a:pt x="969207" y="72945"/>
                      <a:pt x="958093" y="53874"/>
                      <a:pt x="944007" y="41984"/>
                    </a:cubicBezTo>
                    <a:cubicBezTo>
                      <a:pt x="929921" y="30093"/>
                      <a:pt x="913549" y="24147"/>
                      <a:pt x="894889" y="24147"/>
                    </a:cubicBezTo>
                    <a:close/>
                    <a:moveTo>
                      <a:pt x="896810" y="0"/>
                    </a:moveTo>
                    <a:cubicBezTo>
                      <a:pt x="929373" y="0"/>
                      <a:pt x="956767" y="7180"/>
                      <a:pt x="978994" y="21541"/>
                    </a:cubicBezTo>
                    <a:cubicBezTo>
                      <a:pt x="1001220" y="35901"/>
                      <a:pt x="1017959" y="57030"/>
                      <a:pt x="1029209" y="84927"/>
                    </a:cubicBezTo>
                    <a:cubicBezTo>
                      <a:pt x="1040460" y="112825"/>
                      <a:pt x="1046085" y="146805"/>
                      <a:pt x="1046085" y="186868"/>
                    </a:cubicBezTo>
                    <a:cubicBezTo>
                      <a:pt x="1046085" y="237724"/>
                      <a:pt x="1037030" y="279387"/>
                      <a:pt x="1018919" y="311858"/>
                    </a:cubicBezTo>
                    <a:cubicBezTo>
                      <a:pt x="1000809" y="344329"/>
                      <a:pt x="974466" y="365869"/>
                      <a:pt x="939891" y="376479"/>
                    </a:cubicBezTo>
                    <a:lnTo>
                      <a:pt x="949495" y="390474"/>
                    </a:lnTo>
                    <a:cubicBezTo>
                      <a:pt x="954435" y="397608"/>
                      <a:pt x="959099" y="404057"/>
                      <a:pt x="963490" y="409819"/>
                    </a:cubicBezTo>
                    <a:cubicBezTo>
                      <a:pt x="967880" y="415582"/>
                      <a:pt x="972591" y="421070"/>
                      <a:pt x="977622" y="426283"/>
                    </a:cubicBezTo>
                    <a:cubicBezTo>
                      <a:pt x="982652" y="431497"/>
                      <a:pt x="987409" y="435704"/>
                      <a:pt x="991891" y="438906"/>
                    </a:cubicBezTo>
                    <a:cubicBezTo>
                      <a:pt x="996372" y="442107"/>
                      <a:pt x="1000626" y="444394"/>
                      <a:pt x="1004650" y="445766"/>
                    </a:cubicBezTo>
                    <a:cubicBezTo>
                      <a:pt x="1008675" y="447138"/>
                      <a:pt x="1012516" y="447824"/>
                      <a:pt x="1016175" y="447824"/>
                    </a:cubicBezTo>
                    <a:cubicBezTo>
                      <a:pt x="1026236" y="447824"/>
                      <a:pt x="1034926" y="445949"/>
                      <a:pt x="1042243" y="442199"/>
                    </a:cubicBezTo>
                    <a:cubicBezTo>
                      <a:pt x="1049561" y="438448"/>
                      <a:pt x="1056604" y="433281"/>
                      <a:pt x="1063372" y="426695"/>
                    </a:cubicBezTo>
                    <a:lnTo>
                      <a:pt x="1076543" y="443708"/>
                    </a:lnTo>
                    <a:cubicBezTo>
                      <a:pt x="1062275" y="457977"/>
                      <a:pt x="1049012" y="468221"/>
                      <a:pt x="1036755" y="474441"/>
                    </a:cubicBezTo>
                    <a:cubicBezTo>
                      <a:pt x="1024499" y="480661"/>
                      <a:pt x="1011876" y="483770"/>
                      <a:pt x="998888" y="483770"/>
                    </a:cubicBezTo>
                    <a:cubicBezTo>
                      <a:pt x="988461" y="483770"/>
                      <a:pt x="979863" y="482764"/>
                      <a:pt x="973094" y="480752"/>
                    </a:cubicBezTo>
                    <a:cubicBezTo>
                      <a:pt x="966325" y="478740"/>
                      <a:pt x="959603" y="475447"/>
                      <a:pt x="952925" y="470874"/>
                    </a:cubicBezTo>
                    <a:cubicBezTo>
                      <a:pt x="946248" y="466300"/>
                      <a:pt x="938794" y="459349"/>
                      <a:pt x="930562" y="450019"/>
                    </a:cubicBezTo>
                    <a:cubicBezTo>
                      <a:pt x="922330" y="440689"/>
                      <a:pt x="912817" y="427976"/>
                      <a:pt x="902024" y="411877"/>
                    </a:cubicBezTo>
                    <a:lnTo>
                      <a:pt x="882541" y="383065"/>
                    </a:lnTo>
                    <a:cubicBezTo>
                      <a:pt x="836991" y="380870"/>
                      <a:pt x="802553" y="363765"/>
                      <a:pt x="779229" y="331752"/>
                    </a:cubicBezTo>
                    <a:cubicBezTo>
                      <a:pt x="755905" y="299738"/>
                      <a:pt x="744243" y="254096"/>
                      <a:pt x="744243" y="194825"/>
                    </a:cubicBezTo>
                    <a:cubicBezTo>
                      <a:pt x="744243" y="154031"/>
                      <a:pt x="750463" y="118999"/>
                      <a:pt x="762902" y="89729"/>
                    </a:cubicBezTo>
                    <a:cubicBezTo>
                      <a:pt x="775342" y="60460"/>
                      <a:pt x="793132" y="38188"/>
                      <a:pt x="816273" y="22913"/>
                    </a:cubicBezTo>
                    <a:cubicBezTo>
                      <a:pt x="839415" y="7638"/>
                      <a:pt x="866260" y="0"/>
                      <a:pt x="896810" y="0"/>
                    </a:cubicBezTo>
                    <a:close/>
                    <a:moveTo>
                      <a:pt x="535721" y="0"/>
                    </a:moveTo>
                    <a:lnTo>
                      <a:pt x="576332" y="0"/>
                    </a:lnTo>
                    <a:lnTo>
                      <a:pt x="692130" y="361387"/>
                    </a:lnTo>
                    <a:lnTo>
                      <a:pt x="692130" y="378949"/>
                    </a:lnTo>
                    <a:lnTo>
                      <a:pt x="392209" y="378949"/>
                    </a:lnTo>
                    <a:lnTo>
                      <a:pt x="392209" y="36138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4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866F7802-6EC1-424C-9D00-388A5716D4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81111" y="4814574"/>
                <a:ext cx="397752" cy="140966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DA407DB-02D3-4C46-A2AE-9DED068373CB}"/>
                </a:ext>
              </a:extLst>
            </p:cNvPr>
            <p:cNvGrpSpPr/>
            <p:nvPr/>
          </p:nvGrpSpPr>
          <p:grpSpPr>
            <a:xfrm>
              <a:off x="1718645" y="4365165"/>
              <a:ext cx="8504906" cy="1639683"/>
              <a:chOff x="1718645" y="4365165"/>
              <a:chExt cx="8504906" cy="1639683"/>
            </a:xfrm>
          </p:grpSpPr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153F9C27-8607-4640-8A42-04B5DC87B79E}"/>
                  </a:ext>
                </a:extLst>
              </p:cNvPr>
              <p:cNvSpPr/>
              <p:nvPr/>
            </p:nvSpPr>
            <p:spPr>
              <a:xfrm>
                <a:off x="1718645" y="4366388"/>
                <a:ext cx="3686864" cy="1638042"/>
              </a:xfrm>
              <a:custGeom>
                <a:avLst/>
                <a:gdLst>
                  <a:gd name="connsiteX0" fmla="*/ 2095500 w 2095500"/>
                  <a:gd name="connsiteY0" fmla="*/ 0 h 1676400"/>
                  <a:gd name="connsiteX1" fmla="*/ 1638300 w 2095500"/>
                  <a:gd name="connsiteY1" fmla="*/ 695325 h 1676400"/>
                  <a:gd name="connsiteX2" fmla="*/ 904875 w 2095500"/>
                  <a:gd name="connsiteY2" fmla="*/ 1343025 h 1676400"/>
                  <a:gd name="connsiteX3" fmla="*/ 457200 w 2095500"/>
                  <a:gd name="connsiteY3" fmla="*/ 1619250 h 1676400"/>
                  <a:gd name="connsiteX4" fmla="*/ 0 w 2095500"/>
                  <a:gd name="connsiteY4" fmla="*/ 1676400 h 1676400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54755 w 4181475"/>
                  <a:gd name="connsiteY1" fmla="*/ 71818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43175 w 4166235"/>
                  <a:gd name="connsiteY3" fmla="*/ 1619250 h 1685925"/>
                  <a:gd name="connsiteX4" fmla="*/ 0 w 416623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14600 w 4166235"/>
                  <a:gd name="connsiteY3" fmla="*/ 1590675 h 1685925"/>
                  <a:gd name="connsiteX4" fmla="*/ 0 w 4166235"/>
                  <a:gd name="connsiteY4" fmla="*/ 1685925 h 1685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6235" h="1685925">
                    <a:moveTo>
                      <a:pt x="4166235" y="0"/>
                    </a:moveTo>
                    <a:cubicBezTo>
                      <a:pt x="4036853" y="235744"/>
                      <a:pt x="3940492" y="490538"/>
                      <a:pt x="3754755" y="718185"/>
                    </a:cubicBezTo>
                    <a:cubicBezTo>
                      <a:pt x="3569018" y="945832"/>
                      <a:pt x="3258502" y="1220470"/>
                      <a:pt x="3051810" y="1365885"/>
                    </a:cubicBezTo>
                    <a:cubicBezTo>
                      <a:pt x="2845118" y="1511300"/>
                      <a:pt x="2665412" y="1535113"/>
                      <a:pt x="2514600" y="1590675"/>
                    </a:cubicBezTo>
                    <a:cubicBezTo>
                      <a:pt x="2363788" y="1646237"/>
                      <a:pt x="153194" y="1685131"/>
                      <a:pt x="0" y="1685925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74E0CA20-BD40-4190-91E7-7A5D2467E34C}"/>
                  </a:ext>
                </a:extLst>
              </p:cNvPr>
              <p:cNvSpPr/>
              <p:nvPr/>
            </p:nvSpPr>
            <p:spPr>
              <a:xfrm>
                <a:off x="6489484" y="4365165"/>
                <a:ext cx="3734067" cy="1639683"/>
              </a:xfrm>
              <a:custGeom>
                <a:avLst/>
                <a:gdLst>
                  <a:gd name="connsiteX0" fmla="*/ 0 w 2238375"/>
                  <a:gd name="connsiteY0" fmla="*/ 0 h 1724498"/>
                  <a:gd name="connsiteX1" fmla="*/ 438150 w 2238375"/>
                  <a:gd name="connsiteY1" fmla="*/ 704850 h 1724498"/>
                  <a:gd name="connsiteX2" fmla="*/ 1066800 w 2238375"/>
                  <a:gd name="connsiteY2" fmla="*/ 1304925 h 1724498"/>
                  <a:gd name="connsiteX3" fmla="*/ 1781175 w 2238375"/>
                  <a:gd name="connsiteY3" fmla="*/ 1657350 h 1724498"/>
                  <a:gd name="connsiteX4" fmla="*/ 2238375 w 2238375"/>
                  <a:gd name="connsiteY4" fmla="*/ 1724025 h 1724498"/>
                  <a:gd name="connsiteX0" fmla="*/ 0 w 4219575"/>
                  <a:gd name="connsiteY0" fmla="*/ 0 h 1724498"/>
                  <a:gd name="connsiteX1" fmla="*/ 438150 w 4219575"/>
                  <a:gd name="connsiteY1" fmla="*/ 704850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57275 w 4219575"/>
                  <a:gd name="connsiteY2" fmla="*/ 1333500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9575" h="1724498">
                    <a:moveTo>
                      <a:pt x="0" y="0"/>
                    </a:moveTo>
                    <a:cubicBezTo>
                      <a:pt x="130175" y="243681"/>
                      <a:pt x="242888" y="492125"/>
                      <a:pt x="419100" y="714375"/>
                    </a:cubicBezTo>
                    <a:cubicBezTo>
                      <a:pt x="595313" y="936625"/>
                      <a:pt x="830263" y="1176338"/>
                      <a:pt x="1057275" y="1333500"/>
                    </a:cubicBezTo>
                    <a:cubicBezTo>
                      <a:pt x="1284288" y="1490663"/>
                      <a:pt x="1585913" y="1587500"/>
                      <a:pt x="1781175" y="1657350"/>
                    </a:cubicBezTo>
                    <a:cubicBezTo>
                      <a:pt x="1976437" y="1727200"/>
                      <a:pt x="4088606" y="1725612"/>
                      <a:pt x="4219575" y="1724025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51A768C-50E0-452C-8F3C-098FB7643D8B}"/>
                </a:ext>
              </a:extLst>
            </p:cNvPr>
            <p:cNvGrpSpPr/>
            <p:nvPr/>
          </p:nvGrpSpPr>
          <p:grpSpPr>
            <a:xfrm>
              <a:off x="4943575" y="2310377"/>
              <a:ext cx="75798" cy="1330041"/>
              <a:chOff x="4933686" y="2424878"/>
              <a:chExt cx="75798" cy="1330041"/>
            </a:xfrm>
          </p:grpSpPr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1D060F1C-B478-4357-AFED-5DFBDCF20D8D}"/>
                  </a:ext>
                </a:extLst>
              </p:cNvPr>
              <p:cNvSpPr/>
              <p:nvPr/>
            </p:nvSpPr>
            <p:spPr>
              <a:xfrm>
                <a:off x="4933686" y="3679121"/>
                <a:ext cx="75798" cy="7579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4A771501-9954-4BE6-AA94-AE8B43743805}"/>
                  </a:ext>
                </a:extLst>
              </p:cNvPr>
              <p:cNvSpPr/>
              <p:nvPr/>
            </p:nvSpPr>
            <p:spPr>
              <a:xfrm>
                <a:off x="4933686" y="2424878"/>
                <a:ext cx="75798" cy="7579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67ECBFB7-089B-4543-9879-B58F41E2BE10}"/>
                  </a:ext>
                </a:extLst>
              </p:cNvPr>
              <p:cNvSpPr/>
              <p:nvPr/>
            </p:nvSpPr>
            <p:spPr>
              <a:xfrm>
                <a:off x="4933686" y="3052000"/>
                <a:ext cx="75798" cy="7579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E2015ADD-6473-4B41-9D97-84DCF3611575}"/>
                </a:ext>
              </a:extLst>
            </p:cNvPr>
            <p:cNvGrpSpPr/>
            <p:nvPr/>
          </p:nvGrpSpPr>
          <p:grpSpPr>
            <a:xfrm>
              <a:off x="6944132" y="2282127"/>
              <a:ext cx="75798" cy="1330041"/>
              <a:chOff x="4933686" y="2424878"/>
              <a:chExt cx="75798" cy="1330041"/>
            </a:xfrm>
            <a:solidFill>
              <a:srgbClr val="FF0000"/>
            </a:solidFill>
          </p:grpSpPr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C2F9865E-7B81-4487-9304-4D1AC7E36209}"/>
                  </a:ext>
                </a:extLst>
              </p:cNvPr>
              <p:cNvSpPr/>
              <p:nvPr/>
            </p:nvSpPr>
            <p:spPr>
              <a:xfrm>
                <a:off x="4933686" y="3679121"/>
                <a:ext cx="75798" cy="75798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12C8DC10-12AE-45D4-B649-634AEF590A38}"/>
                  </a:ext>
                </a:extLst>
              </p:cNvPr>
              <p:cNvSpPr/>
              <p:nvPr/>
            </p:nvSpPr>
            <p:spPr>
              <a:xfrm>
                <a:off x="4933686" y="2424878"/>
                <a:ext cx="75798" cy="75798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1BE384DD-2860-48D4-ABA0-F7A07485FD51}"/>
                  </a:ext>
                </a:extLst>
              </p:cNvPr>
              <p:cNvSpPr/>
              <p:nvPr/>
            </p:nvSpPr>
            <p:spPr>
              <a:xfrm>
                <a:off x="4933686" y="3052000"/>
                <a:ext cx="75798" cy="75798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C8D66E2-C545-4D24-9CE8-50677E33BC0D}"/>
                </a:ext>
              </a:extLst>
            </p:cNvPr>
            <p:cNvGrpSpPr/>
            <p:nvPr/>
          </p:nvGrpSpPr>
          <p:grpSpPr>
            <a:xfrm>
              <a:off x="7617543" y="1207719"/>
              <a:ext cx="1165490" cy="188218"/>
              <a:chOff x="7617543" y="1207719"/>
              <a:chExt cx="1165490" cy="188218"/>
            </a:xfrm>
          </p:grpSpPr>
          <p:sp>
            <p:nvSpPr>
              <p:cNvPr id="10" name="箭头: 右 9">
                <a:extLst>
                  <a:ext uri="{FF2B5EF4-FFF2-40B4-BE49-F238E27FC236}">
                    <a16:creationId xmlns:a16="http://schemas.microsoft.com/office/drawing/2014/main" id="{63FD2674-CB71-4D93-9B3C-625C75203134}"/>
                  </a:ext>
                </a:extLst>
              </p:cNvPr>
              <p:cNvSpPr/>
              <p:nvPr/>
            </p:nvSpPr>
            <p:spPr>
              <a:xfrm>
                <a:off x="8537383" y="1245986"/>
                <a:ext cx="245650" cy="130566"/>
              </a:xfrm>
              <a:prstGeom prst="righ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345B94EC-9ACF-43BF-96C6-7D1947DAE7CE}"/>
                  </a:ext>
                </a:extLst>
              </p:cNvPr>
              <p:cNvSpPr txBox="1"/>
              <p:nvPr/>
            </p:nvSpPr>
            <p:spPr>
              <a:xfrm>
                <a:off x="7617543" y="1207719"/>
                <a:ext cx="782852" cy="188218"/>
              </a:xfrm>
              <a:custGeom>
                <a:avLst/>
                <a:gdLst/>
                <a:ahLst/>
                <a:cxnLst/>
                <a:rect l="l" t="t" r="r" b="b"/>
                <a:pathLst>
                  <a:path w="1776650" h="427153">
                    <a:moveTo>
                      <a:pt x="1102713" y="339692"/>
                    </a:moveTo>
                    <a:lnTo>
                      <a:pt x="1102713" y="370475"/>
                    </a:lnTo>
                    <a:lnTo>
                      <a:pt x="1242474" y="370475"/>
                    </a:lnTo>
                    <a:lnTo>
                      <a:pt x="1242474" y="339692"/>
                    </a:lnTo>
                    <a:close/>
                    <a:moveTo>
                      <a:pt x="1102713" y="280942"/>
                    </a:moveTo>
                    <a:lnTo>
                      <a:pt x="1102713" y="310824"/>
                    </a:lnTo>
                    <a:lnTo>
                      <a:pt x="1242474" y="310824"/>
                    </a:lnTo>
                    <a:lnTo>
                      <a:pt x="1242474" y="280942"/>
                    </a:lnTo>
                    <a:close/>
                    <a:moveTo>
                      <a:pt x="1063966" y="248024"/>
                    </a:moveTo>
                    <a:cubicBezTo>
                      <a:pt x="1087602" y="250719"/>
                      <a:pt x="1125095" y="252067"/>
                      <a:pt x="1176444" y="252067"/>
                    </a:cubicBezTo>
                    <a:cubicBezTo>
                      <a:pt x="1227793" y="252067"/>
                      <a:pt x="1262719" y="250719"/>
                      <a:pt x="1281221" y="248024"/>
                    </a:cubicBezTo>
                    <a:cubicBezTo>
                      <a:pt x="1279426" y="262887"/>
                      <a:pt x="1278528" y="280856"/>
                      <a:pt x="1278528" y="301930"/>
                    </a:cubicBezTo>
                    <a:lnTo>
                      <a:pt x="1278528" y="369210"/>
                    </a:lnTo>
                    <a:cubicBezTo>
                      <a:pt x="1278528" y="382302"/>
                      <a:pt x="1279426" y="399523"/>
                      <a:pt x="1281221" y="420874"/>
                    </a:cubicBezTo>
                    <a:lnTo>
                      <a:pt x="1242474" y="420874"/>
                    </a:lnTo>
                    <a:lnTo>
                      <a:pt x="1242474" y="399350"/>
                    </a:lnTo>
                    <a:lnTo>
                      <a:pt x="1102713" y="399350"/>
                    </a:lnTo>
                    <a:lnTo>
                      <a:pt x="1102713" y="423567"/>
                    </a:lnTo>
                    <a:lnTo>
                      <a:pt x="1063966" y="423567"/>
                    </a:lnTo>
                    <a:cubicBezTo>
                      <a:pt x="1066056" y="406079"/>
                      <a:pt x="1067102" y="390053"/>
                      <a:pt x="1067102" y="375490"/>
                    </a:cubicBezTo>
                    <a:lnTo>
                      <a:pt x="1067102" y="301930"/>
                    </a:lnTo>
                    <a:cubicBezTo>
                      <a:pt x="1067102" y="279594"/>
                      <a:pt x="1066056" y="261625"/>
                      <a:pt x="1063966" y="248024"/>
                    </a:cubicBezTo>
                    <a:close/>
                    <a:moveTo>
                      <a:pt x="520003" y="233672"/>
                    </a:moveTo>
                    <a:cubicBezTo>
                      <a:pt x="529485" y="242530"/>
                      <a:pt x="539741" y="249021"/>
                      <a:pt x="550771" y="253146"/>
                    </a:cubicBezTo>
                    <a:cubicBezTo>
                      <a:pt x="527977" y="294308"/>
                      <a:pt x="500648" y="349172"/>
                      <a:pt x="468782" y="417738"/>
                    </a:cubicBezTo>
                    <a:cubicBezTo>
                      <a:pt x="456247" y="408070"/>
                      <a:pt x="444048" y="400535"/>
                      <a:pt x="432185" y="395135"/>
                    </a:cubicBezTo>
                    <a:cubicBezTo>
                      <a:pt x="468951" y="342566"/>
                      <a:pt x="498224" y="288745"/>
                      <a:pt x="520003" y="233672"/>
                    </a:cubicBezTo>
                    <a:close/>
                    <a:moveTo>
                      <a:pt x="591412" y="225599"/>
                    </a:moveTo>
                    <a:cubicBezTo>
                      <a:pt x="600079" y="227100"/>
                      <a:pt x="611769" y="227850"/>
                      <a:pt x="626480" y="227850"/>
                    </a:cubicBezTo>
                    <a:cubicBezTo>
                      <a:pt x="634015" y="227850"/>
                      <a:pt x="637782" y="229981"/>
                      <a:pt x="637782" y="234243"/>
                    </a:cubicBezTo>
                    <a:cubicBezTo>
                      <a:pt x="637782" y="238506"/>
                      <a:pt x="636410" y="241932"/>
                      <a:pt x="633667" y="244523"/>
                    </a:cubicBezTo>
                    <a:cubicBezTo>
                      <a:pt x="630924" y="247114"/>
                      <a:pt x="628963" y="260395"/>
                      <a:pt x="627784" y="284367"/>
                    </a:cubicBezTo>
                    <a:cubicBezTo>
                      <a:pt x="626605" y="308339"/>
                      <a:pt x="623707" y="328254"/>
                      <a:pt x="619090" y="344111"/>
                    </a:cubicBezTo>
                    <a:cubicBezTo>
                      <a:pt x="614473" y="359967"/>
                      <a:pt x="606596" y="374158"/>
                      <a:pt x="595459" y="386684"/>
                    </a:cubicBezTo>
                    <a:cubicBezTo>
                      <a:pt x="584321" y="399209"/>
                      <a:pt x="566597" y="412699"/>
                      <a:pt x="542284" y="427153"/>
                    </a:cubicBezTo>
                    <a:cubicBezTo>
                      <a:pt x="534312" y="417138"/>
                      <a:pt x="523477" y="408934"/>
                      <a:pt x="509780" y="402543"/>
                    </a:cubicBezTo>
                    <a:cubicBezTo>
                      <a:pt x="539450" y="388627"/>
                      <a:pt x="560772" y="373020"/>
                      <a:pt x="573745" y="355723"/>
                    </a:cubicBezTo>
                    <a:cubicBezTo>
                      <a:pt x="586718" y="338425"/>
                      <a:pt x="593205" y="310927"/>
                      <a:pt x="593205" y="273227"/>
                    </a:cubicBezTo>
                    <a:cubicBezTo>
                      <a:pt x="593205" y="261206"/>
                      <a:pt x="592607" y="245330"/>
                      <a:pt x="591412" y="225599"/>
                    </a:cubicBezTo>
                    <a:close/>
                    <a:moveTo>
                      <a:pt x="658684" y="223356"/>
                    </a:moveTo>
                    <a:cubicBezTo>
                      <a:pt x="670329" y="225456"/>
                      <a:pt x="679168" y="226507"/>
                      <a:pt x="685202" y="226507"/>
                    </a:cubicBezTo>
                    <a:lnTo>
                      <a:pt x="693296" y="226057"/>
                    </a:lnTo>
                    <a:cubicBezTo>
                      <a:pt x="699044" y="226057"/>
                      <a:pt x="701918" y="228924"/>
                      <a:pt x="701918" y="234658"/>
                    </a:cubicBezTo>
                    <a:cubicBezTo>
                      <a:pt x="701918" y="238177"/>
                      <a:pt x="701125" y="240570"/>
                      <a:pt x="699539" y="241837"/>
                    </a:cubicBezTo>
                    <a:cubicBezTo>
                      <a:pt x="697954" y="243104"/>
                      <a:pt x="697056" y="244680"/>
                      <a:pt x="696846" y="246566"/>
                    </a:cubicBezTo>
                    <a:cubicBezTo>
                      <a:pt x="696637" y="248452"/>
                      <a:pt x="696532" y="253303"/>
                      <a:pt x="696532" y="261118"/>
                    </a:cubicBezTo>
                    <a:lnTo>
                      <a:pt x="696532" y="362931"/>
                    </a:lnTo>
                    <a:cubicBezTo>
                      <a:pt x="696532" y="376299"/>
                      <a:pt x="697877" y="393073"/>
                      <a:pt x="700568" y="413251"/>
                    </a:cubicBezTo>
                    <a:lnTo>
                      <a:pt x="659584" y="413251"/>
                    </a:lnTo>
                    <a:cubicBezTo>
                      <a:pt x="661380" y="393192"/>
                      <a:pt x="662278" y="376418"/>
                      <a:pt x="662278" y="362931"/>
                    </a:cubicBezTo>
                    <a:lnTo>
                      <a:pt x="662278" y="266947"/>
                    </a:lnTo>
                    <a:cubicBezTo>
                      <a:pt x="662278" y="248450"/>
                      <a:pt x="661080" y="233919"/>
                      <a:pt x="658684" y="223356"/>
                    </a:cubicBezTo>
                    <a:close/>
                    <a:moveTo>
                      <a:pt x="729100" y="222456"/>
                    </a:moveTo>
                    <a:cubicBezTo>
                      <a:pt x="739463" y="224856"/>
                      <a:pt x="748326" y="226057"/>
                      <a:pt x="755689" y="226057"/>
                    </a:cubicBezTo>
                    <a:lnTo>
                      <a:pt x="766934" y="225606"/>
                    </a:lnTo>
                    <a:cubicBezTo>
                      <a:pt x="773525" y="225606"/>
                      <a:pt x="776820" y="227790"/>
                      <a:pt x="776820" y="232157"/>
                    </a:cubicBezTo>
                    <a:cubicBezTo>
                      <a:pt x="776820" y="236525"/>
                      <a:pt x="774834" y="240251"/>
                      <a:pt x="770863" y="243337"/>
                    </a:cubicBezTo>
                    <a:cubicBezTo>
                      <a:pt x="767957" y="246038"/>
                      <a:pt x="766505" y="255253"/>
                      <a:pt x="766505" y="270984"/>
                    </a:cubicBezTo>
                    <a:lnTo>
                      <a:pt x="766505" y="368760"/>
                    </a:lnTo>
                    <a:cubicBezTo>
                      <a:pt x="766505" y="378876"/>
                      <a:pt x="771933" y="383933"/>
                      <a:pt x="782789" y="383933"/>
                    </a:cubicBezTo>
                    <a:cubicBezTo>
                      <a:pt x="793645" y="383933"/>
                      <a:pt x="800496" y="380509"/>
                      <a:pt x="803341" y="373661"/>
                    </a:cubicBezTo>
                    <a:cubicBezTo>
                      <a:pt x="806187" y="366812"/>
                      <a:pt x="807822" y="352891"/>
                      <a:pt x="808246" y="331898"/>
                    </a:cubicBezTo>
                    <a:cubicBezTo>
                      <a:pt x="818523" y="340114"/>
                      <a:pt x="831220" y="344726"/>
                      <a:pt x="846336" y="345736"/>
                    </a:cubicBezTo>
                    <a:cubicBezTo>
                      <a:pt x="843531" y="368010"/>
                      <a:pt x="839767" y="383868"/>
                      <a:pt x="835045" y="393310"/>
                    </a:cubicBezTo>
                    <a:cubicBezTo>
                      <a:pt x="830323" y="402751"/>
                      <a:pt x="823837" y="408958"/>
                      <a:pt x="815586" y="411930"/>
                    </a:cubicBezTo>
                    <a:cubicBezTo>
                      <a:pt x="807335" y="414902"/>
                      <a:pt x="794908" y="416388"/>
                      <a:pt x="778306" y="416388"/>
                    </a:cubicBezTo>
                    <a:cubicBezTo>
                      <a:pt x="761704" y="416388"/>
                      <a:pt x="750025" y="413357"/>
                      <a:pt x="743270" y="407297"/>
                    </a:cubicBezTo>
                    <a:cubicBezTo>
                      <a:pt x="736514" y="401237"/>
                      <a:pt x="733136" y="387643"/>
                      <a:pt x="733136" y="366517"/>
                    </a:cubicBezTo>
                    <a:lnTo>
                      <a:pt x="733136" y="264704"/>
                    </a:lnTo>
                    <a:cubicBezTo>
                      <a:pt x="733136" y="248859"/>
                      <a:pt x="731791" y="234777"/>
                      <a:pt x="729100" y="222456"/>
                    </a:cubicBezTo>
                    <a:close/>
                    <a:moveTo>
                      <a:pt x="180472" y="206040"/>
                    </a:moveTo>
                    <a:lnTo>
                      <a:pt x="180472" y="265976"/>
                    </a:lnTo>
                    <a:lnTo>
                      <a:pt x="280320" y="265976"/>
                    </a:lnTo>
                    <a:lnTo>
                      <a:pt x="280320" y="206040"/>
                    </a:lnTo>
                    <a:close/>
                    <a:moveTo>
                      <a:pt x="40540" y="206040"/>
                    </a:moveTo>
                    <a:lnTo>
                      <a:pt x="40540" y="265976"/>
                    </a:lnTo>
                    <a:lnTo>
                      <a:pt x="143075" y="265976"/>
                    </a:lnTo>
                    <a:lnTo>
                      <a:pt x="143075" y="206040"/>
                    </a:lnTo>
                    <a:close/>
                    <a:moveTo>
                      <a:pt x="452137" y="133652"/>
                    </a:moveTo>
                    <a:cubicBezTo>
                      <a:pt x="484193" y="149340"/>
                      <a:pt x="513633" y="168045"/>
                      <a:pt x="540455" y="189766"/>
                    </a:cubicBezTo>
                    <a:lnTo>
                      <a:pt x="517902" y="217248"/>
                    </a:lnTo>
                    <a:cubicBezTo>
                      <a:pt x="491985" y="194364"/>
                      <a:pt x="464160" y="176367"/>
                      <a:pt x="434428" y="163256"/>
                    </a:cubicBezTo>
                    <a:close/>
                    <a:moveTo>
                      <a:pt x="1264005" y="131432"/>
                    </a:moveTo>
                    <a:lnTo>
                      <a:pt x="1256004" y="140196"/>
                    </a:lnTo>
                    <a:cubicBezTo>
                      <a:pt x="1250627" y="142501"/>
                      <a:pt x="1236525" y="161158"/>
                      <a:pt x="1213699" y="196167"/>
                    </a:cubicBezTo>
                    <a:lnTo>
                      <a:pt x="1187931" y="183133"/>
                    </a:lnTo>
                    <a:lnTo>
                      <a:pt x="1187931" y="199596"/>
                    </a:lnTo>
                    <a:lnTo>
                      <a:pt x="1264005" y="199596"/>
                    </a:lnTo>
                    <a:close/>
                    <a:moveTo>
                      <a:pt x="1103513" y="113021"/>
                    </a:moveTo>
                    <a:cubicBezTo>
                      <a:pt x="1122263" y="132309"/>
                      <a:pt x="1137991" y="153481"/>
                      <a:pt x="1150698" y="176536"/>
                    </a:cubicBezTo>
                    <a:lnTo>
                      <a:pt x="1123152" y="193031"/>
                    </a:lnTo>
                    <a:cubicBezTo>
                      <a:pt x="1110526" y="168809"/>
                      <a:pt x="1096029" y="148585"/>
                      <a:pt x="1079661" y="132359"/>
                    </a:cubicBezTo>
                    <a:close/>
                    <a:moveTo>
                      <a:pt x="180472" y="110506"/>
                    </a:moveTo>
                    <a:lnTo>
                      <a:pt x="180472" y="175372"/>
                    </a:lnTo>
                    <a:lnTo>
                      <a:pt x="280320" y="175372"/>
                    </a:lnTo>
                    <a:lnTo>
                      <a:pt x="280320" y="110506"/>
                    </a:lnTo>
                    <a:close/>
                    <a:moveTo>
                      <a:pt x="40540" y="110506"/>
                    </a:moveTo>
                    <a:lnTo>
                      <a:pt x="40540" y="175372"/>
                    </a:lnTo>
                    <a:lnTo>
                      <a:pt x="143075" y="175372"/>
                    </a:lnTo>
                    <a:lnTo>
                      <a:pt x="143075" y="110506"/>
                    </a:lnTo>
                    <a:close/>
                    <a:moveTo>
                      <a:pt x="1187931" y="107363"/>
                    </a:moveTo>
                    <a:lnTo>
                      <a:pt x="1187931" y="181871"/>
                    </a:lnTo>
                    <a:lnTo>
                      <a:pt x="1210652" y="147732"/>
                    </a:lnTo>
                    <a:cubicBezTo>
                      <a:pt x="1217400" y="135502"/>
                      <a:pt x="1223114" y="122736"/>
                      <a:pt x="1227793" y="109435"/>
                    </a:cubicBezTo>
                    <a:cubicBezTo>
                      <a:pt x="1237704" y="116302"/>
                      <a:pt x="1246395" y="120483"/>
                      <a:pt x="1253865" y="121976"/>
                    </a:cubicBezTo>
                    <a:cubicBezTo>
                      <a:pt x="1257599" y="122722"/>
                      <a:pt x="1260401" y="123786"/>
                      <a:pt x="1262268" y="125168"/>
                    </a:cubicBezTo>
                    <a:lnTo>
                      <a:pt x="1264005" y="128329"/>
                    </a:lnTo>
                    <a:lnTo>
                      <a:pt x="1264005" y="107363"/>
                    </a:lnTo>
                    <a:close/>
                    <a:moveTo>
                      <a:pt x="1078039" y="107363"/>
                    </a:moveTo>
                    <a:lnTo>
                      <a:pt x="1078039" y="199596"/>
                    </a:lnTo>
                    <a:lnTo>
                      <a:pt x="1153670" y="199596"/>
                    </a:lnTo>
                    <a:lnTo>
                      <a:pt x="1153670" y="107363"/>
                    </a:lnTo>
                    <a:close/>
                    <a:moveTo>
                      <a:pt x="955423" y="12108"/>
                    </a:moveTo>
                    <a:cubicBezTo>
                      <a:pt x="967963" y="14804"/>
                      <a:pt x="980851" y="16152"/>
                      <a:pt x="994085" y="16152"/>
                    </a:cubicBezTo>
                    <a:cubicBezTo>
                      <a:pt x="1002215" y="16152"/>
                      <a:pt x="1006280" y="18386"/>
                      <a:pt x="1006280" y="22856"/>
                    </a:cubicBezTo>
                    <a:cubicBezTo>
                      <a:pt x="1006280" y="27326"/>
                      <a:pt x="1004337" y="30756"/>
                      <a:pt x="1000451" y="33147"/>
                    </a:cubicBezTo>
                    <a:cubicBezTo>
                      <a:pt x="996564" y="35537"/>
                      <a:pt x="994621" y="38719"/>
                      <a:pt x="994621" y="42691"/>
                    </a:cubicBezTo>
                    <a:lnTo>
                      <a:pt x="994621" y="143075"/>
                    </a:lnTo>
                    <a:cubicBezTo>
                      <a:pt x="1010033" y="142832"/>
                      <a:pt x="1025282" y="141486"/>
                      <a:pt x="1040370" y="139038"/>
                    </a:cubicBezTo>
                    <a:lnTo>
                      <a:pt x="1040370" y="178679"/>
                    </a:lnTo>
                    <a:cubicBezTo>
                      <a:pt x="1025235" y="176284"/>
                      <a:pt x="1009985" y="174938"/>
                      <a:pt x="994621" y="174643"/>
                    </a:cubicBezTo>
                    <a:lnTo>
                      <a:pt x="994621" y="311267"/>
                    </a:lnTo>
                    <a:cubicBezTo>
                      <a:pt x="1008028" y="305824"/>
                      <a:pt x="1025818" y="298947"/>
                      <a:pt x="1047992" y="290636"/>
                    </a:cubicBezTo>
                    <a:cubicBezTo>
                      <a:pt x="1047392" y="296608"/>
                      <a:pt x="1047092" y="301967"/>
                      <a:pt x="1047092" y="306713"/>
                    </a:cubicBezTo>
                    <a:cubicBezTo>
                      <a:pt x="1047092" y="311459"/>
                      <a:pt x="1047990" y="318440"/>
                      <a:pt x="1049785" y="327655"/>
                    </a:cubicBezTo>
                    <a:cubicBezTo>
                      <a:pt x="1003613" y="339661"/>
                      <a:pt x="955478" y="355037"/>
                      <a:pt x="905381" y="373782"/>
                    </a:cubicBezTo>
                    <a:cubicBezTo>
                      <a:pt x="903857" y="360671"/>
                      <a:pt x="898562" y="347393"/>
                      <a:pt x="889494" y="333949"/>
                    </a:cubicBezTo>
                    <a:cubicBezTo>
                      <a:pt x="916511" y="329958"/>
                      <a:pt x="939683" y="325445"/>
                      <a:pt x="959010" y="320411"/>
                    </a:cubicBezTo>
                    <a:lnTo>
                      <a:pt x="959010" y="174193"/>
                    </a:lnTo>
                    <a:cubicBezTo>
                      <a:pt x="936445" y="174193"/>
                      <a:pt x="916561" y="175688"/>
                      <a:pt x="899359" y="178679"/>
                    </a:cubicBezTo>
                    <a:lnTo>
                      <a:pt x="899359" y="139038"/>
                    </a:lnTo>
                    <a:cubicBezTo>
                      <a:pt x="916381" y="142329"/>
                      <a:pt x="936264" y="143975"/>
                      <a:pt x="959010" y="143975"/>
                    </a:cubicBezTo>
                    <a:cubicBezTo>
                      <a:pt x="959010" y="79824"/>
                      <a:pt x="957814" y="35868"/>
                      <a:pt x="955423" y="12108"/>
                    </a:cubicBezTo>
                    <a:close/>
                    <a:moveTo>
                      <a:pt x="1549529" y="10315"/>
                    </a:moveTo>
                    <a:cubicBezTo>
                      <a:pt x="1562354" y="13906"/>
                      <a:pt x="1572713" y="15702"/>
                      <a:pt x="1580604" y="15702"/>
                    </a:cubicBezTo>
                    <a:lnTo>
                      <a:pt x="1591863" y="15252"/>
                    </a:lnTo>
                    <a:cubicBezTo>
                      <a:pt x="1598140" y="15252"/>
                      <a:pt x="1601278" y="17536"/>
                      <a:pt x="1601278" y="22106"/>
                    </a:cubicBezTo>
                    <a:cubicBezTo>
                      <a:pt x="1601278" y="26676"/>
                      <a:pt x="1599710" y="30034"/>
                      <a:pt x="1596574" y="32182"/>
                    </a:cubicBezTo>
                    <a:cubicBezTo>
                      <a:pt x="1593438" y="34330"/>
                      <a:pt x="1591252" y="37011"/>
                      <a:pt x="1590016" y="40226"/>
                    </a:cubicBezTo>
                    <a:cubicBezTo>
                      <a:pt x="1588780" y="43441"/>
                      <a:pt x="1588106" y="45990"/>
                      <a:pt x="1587994" y="47873"/>
                    </a:cubicBezTo>
                    <a:cubicBezTo>
                      <a:pt x="1587882" y="49757"/>
                      <a:pt x="1587826" y="59546"/>
                      <a:pt x="1587826" y="77241"/>
                    </a:cubicBezTo>
                    <a:cubicBezTo>
                      <a:pt x="1587826" y="94937"/>
                      <a:pt x="1586929" y="112397"/>
                      <a:pt x="1585133" y="129623"/>
                    </a:cubicBezTo>
                    <a:cubicBezTo>
                      <a:pt x="1659428" y="129623"/>
                      <a:pt x="1719379" y="128125"/>
                      <a:pt x="1764984" y="125130"/>
                    </a:cubicBezTo>
                    <a:lnTo>
                      <a:pt x="1764984" y="167021"/>
                    </a:lnTo>
                    <a:cubicBezTo>
                      <a:pt x="1714168" y="164030"/>
                      <a:pt x="1654368" y="162534"/>
                      <a:pt x="1585583" y="162534"/>
                    </a:cubicBezTo>
                    <a:cubicBezTo>
                      <a:pt x="1599661" y="205830"/>
                      <a:pt x="1622850" y="245619"/>
                      <a:pt x="1655149" y="281899"/>
                    </a:cubicBezTo>
                    <a:cubicBezTo>
                      <a:pt x="1687448" y="318180"/>
                      <a:pt x="1727949" y="348105"/>
                      <a:pt x="1776650" y="371675"/>
                    </a:cubicBezTo>
                    <a:cubicBezTo>
                      <a:pt x="1763910" y="380914"/>
                      <a:pt x="1753090" y="393127"/>
                      <a:pt x="1744189" y="408315"/>
                    </a:cubicBezTo>
                    <a:cubicBezTo>
                      <a:pt x="1661336" y="359533"/>
                      <a:pt x="1603747" y="291360"/>
                      <a:pt x="1571424" y="203797"/>
                    </a:cubicBezTo>
                    <a:cubicBezTo>
                      <a:pt x="1563271" y="246697"/>
                      <a:pt x="1545826" y="284175"/>
                      <a:pt x="1519089" y="316229"/>
                    </a:cubicBezTo>
                    <a:cubicBezTo>
                      <a:pt x="1492353" y="348283"/>
                      <a:pt x="1450040" y="379128"/>
                      <a:pt x="1392152" y="408765"/>
                    </a:cubicBezTo>
                    <a:cubicBezTo>
                      <a:pt x="1382694" y="396802"/>
                      <a:pt x="1372061" y="386865"/>
                      <a:pt x="1360255" y="378954"/>
                    </a:cubicBezTo>
                    <a:cubicBezTo>
                      <a:pt x="1474050" y="329962"/>
                      <a:pt x="1536544" y="257822"/>
                      <a:pt x="1547736" y="162534"/>
                    </a:cubicBezTo>
                    <a:cubicBezTo>
                      <a:pt x="1485490" y="162534"/>
                      <a:pt x="1430771" y="164030"/>
                      <a:pt x="1383579" y="167021"/>
                    </a:cubicBezTo>
                    <a:lnTo>
                      <a:pt x="1383579" y="125130"/>
                    </a:lnTo>
                    <a:cubicBezTo>
                      <a:pt x="1435943" y="128125"/>
                      <a:pt x="1491283" y="129623"/>
                      <a:pt x="1549600" y="129623"/>
                    </a:cubicBezTo>
                    <a:cubicBezTo>
                      <a:pt x="1549853" y="114726"/>
                      <a:pt x="1550053" y="94617"/>
                      <a:pt x="1550200" y="69298"/>
                    </a:cubicBezTo>
                    <a:cubicBezTo>
                      <a:pt x="1550348" y="43978"/>
                      <a:pt x="1550124" y="24317"/>
                      <a:pt x="1549529" y="10315"/>
                    </a:cubicBezTo>
                    <a:close/>
                    <a:moveTo>
                      <a:pt x="1234137" y="6722"/>
                    </a:moveTo>
                    <a:cubicBezTo>
                      <a:pt x="1243995" y="14428"/>
                      <a:pt x="1254354" y="20369"/>
                      <a:pt x="1265212" y="24546"/>
                    </a:cubicBezTo>
                    <a:cubicBezTo>
                      <a:pt x="1271099" y="26813"/>
                      <a:pt x="1274042" y="30117"/>
                      <a:pt x="1274042" y="34458"/>
                    </a:cubicBezTo>
                    <a:cubicBezTo>
                      <a:pt x="1274042" y="38799"/>
                      <a:pt x="1271464" y="41589"/>
                      <a:pt x="1266309" y="42830"/>
                    </a:cubicBezTo>
                    <a:cubicBezTo>
                      <a:pt x="1261153" y="44071"/>
                      <a:pt x="1255709" y="47348"/>
                      <a:pt x="1249975" y="52663"/>
                    </a:cubicBezTo>
                    <a:cubicBezTo>
                      <a:pt x="1244241" y="57978"/>
                      <a:pt x="1235220" y="66737"/>
                      <a:pt x="1222914" y="78938"/>
                    </a:cubicBezTo>
                    <a:cubicBezTo>
                      <a:pt x="1248932" y="78986"/>
                      <a:pt x="1275095" y="77938"/>
                      <a:pt x="1301403" y="75795"/>
                    </a:cubicBezTo>
                    <a:cubicBezTo>
                      <a:pt x="1299307" y="95888"/>
                      <a:pt x="1298259" y="122229"/>
                      <a:pt x="1298259" y="154819"/>
                    </a:cubicBezTo>
                    <a:cubicBezTo>
                      <a:pt x="1298259" y="187409"/>
                      <a:pt x="1299307" y="212705"/>
                      <a:pt x="1301403" y="230707"/>
                    </a:cubicBezTo>
                    <a:cubicBezTo>
                      <a:pt x="1276437" y="228316"/>
                      <a:pt x="1235843" y="227121"/>
                      <a:pt x="1179619" y="227121"/>
                    </a:cubicBezTo>
                    <a:cubicBezTo>
                      <a:pt x="1123396" y="227121"/>
                      <a:pt x="1077070" y="228316"/>
                      <a:pt x="1040641" y="230707"/>
                    </a:cubicBezTo>
                    <a:cubicBezTo>
                      <a:pt x="1042737" y="206490"/>
                      <a:pt x="1043785" y="180919"/>
                      <a:pt x="1043785" y="153994"/>
                    </a:cubicBezTo>
                    <a:cubicBezTo>
                      <a:pt x="1043785" y="127069"/>
                      <a:pt x="1042737" y="101003"/>
                      <a:pt x="1040641" y="75795"/>
                    </a:cubicBezTo>
                    <a:cubicBezTo>
                      <a:pt x="1056229" y="77143"/>
                      <a:pt x="1071393" y="78153"/>
                      <a:pt x="1086135" y="78827"/>
                    </a:cubicBezTo>
                    <a:lnTo>
                      <a:pt x="1122011" y="79672"/>
                    </a:lnTo>
                    <a:lnTo>
                      <a:pt x="1100452" y="56923"/>
                    </a:lnTo>
                    <a:cubicBezTo>
                      <a:pt x="1090918" y="48359"/>
                      <a:pt x="1080699" y="40569"/>
                      <a:pt x="1069795" y="33554"/>
                    </a:cubicBezTo>
                    <a:lnTo>
                      <a:pt x="1090626" y="8965"/>
                    </a:lnTo>
                    <a:cubicBezTo>
                      <a:pt x="1112424" y="22919"/>
                      <a:pt x="1132898" y="41050"/>
                      <a:pt x="1152048" y="63358"/>
                    </a:cubicBezTo>
                    <a:lnTo>
                      <a:pt x="1132922" y="79838"/>
                    </a:lnTo>
                    <a:lnTo>
                      <a:pt x="1190753" y="79838"/>
                    </a:lnTo>
                    <a:cubicBezTo>
                      <a:pt x="1209303" y="53983"/>
                      <a:pt x="1223764" y="29611"/>
                      <a:pt x="1234137" y="6722"/>
                    </a:cubicBezTo>
                    <a:close/>
                    <a:moveTo>
                      <a:pt x="138138" y="5829"/>
                    </a:moveTo>
                    <a:cubicBezTo>
                      <a:pt x="154712" y="7924"/>
                      <a:pt x="169392" y="8972"/>
                      <a:pt x="182180" y="8972"/>
                    </a:cubicBezTo>
                    <a:cubicBezTo>
                      <a:pt x="190609" y="8972"/>
                      <a:pt x="194824" y="11449"/>
                      <a:pt x="194824" y="16402"/>
                    </a:cubicBezTo>
                    <a:cubicBezTo>
                      <a:pt x="194824" y="21355"/>
                      <a:pt x="193103" y="24519"/>
                      <a:pt x="189663" y="25896"/>
                    </a:cubicBezTo>
                    <a:cubicBezTo>
                      <a:pt x="186222" y="27272"/>
                      <a:pt x="183830" y="29189"/>
                      <a:pt x="182487" y="31646"/>
                    </a:cubicBezTo>
                    <a:cubicBezTo>
                      <a:pt x="181144" y="34104"/>
                      <a:pt x="180472" y="36290"/>
                      <a:pt x="180472" y="38204"/>
                    </a:cubicBezTo>
                    <a:lnTo>
                      <a:pt x="180472" y="78938"/>
                    </a:lnTo>
                    <a:cubicBezTo>
                      <a:pt x="242027" y="78943"/>
                      <a:pt x="288824" y="77147"/>
                      <a:pt x="320861" y="73552"/>
                    </a:cubicBezTo>
                    <a:cubicBezTo>
                      <a:pt x="318766" y="89111"/>
                      <a:pt x="317718" y="107530"/>
                      <a:pt x="317718" y="128809"/>
                    </a:cubicBezTo>
                    <a:lnTo>
                      <a:pt x="317718" y="261118"/>
                    </a:lnTo>
                    <a:cubicBezTo>
                      <a:pt x="317718" y="282349"/>
                      <a:pt x="319213" y="305252"/>
                      <a:pt x="322204" y="329827"/>
                    </a:cubicBezTo>
                    <a:lnTo>
                      <a:pt x="280320" y="329827"/>
                    </a:lnTo>
                    <a:lnTo>
                      <a:pt x="280320" y="297537"/>
                    </a:lnTo>
                    <a:lnTo>
                      <a:pt x="180472" y="297537"/>
                    </a:lnTo>
                    <a:lnTo>
                      <a:pt x="180472" y="355751"/>
                    </a:lnTo>
                    <a:cubicBezTo>
                      <a:pt x="180472" y="365210"/>
                      <a:pt x="181251" y="371735"/>
                      <a:pt x="182808" y="375329"/>
                    </a:cubicBezTo>
                    <a:cubicBezTo>
                      <a:pt x="184365" y="378922"/>
                      <a:pt x="187970" y="381553"/>
                      <a:pt x="193620" y="383223"/>
                    </a:cubicBezTo>
                    <a:cubicBezTo>
                      <a:pt x="199271" y="384892"/>
                      <a:pt x="209188" y="385726"/>
                      <a:pt x="223370" y="385726"/>
                    </a:cubicBezTo>
                    <a:lnTo>
                      <a:pt x="294308" y="385276"/>
                    </a:lnTo>
                    <a:cubicBezTo>
                      <a:pt x="310386" y="385276"/>
                      <a:pt x="321208" y="380391"/>
                      <a:pt x="326773" y="370621"/>
                    </a:cubicBezTo>
                    <a:cubicBezTo>
                      <a:pt x="332338" y="360851"/>
                      <a:pt x="336854" y="343907"/>
                      <a:pt x="340321" y="319790"/>
                    </a:cubicBezTo>
                    <a:cubicBezTo>
                      <a:pt x="351203" y="328572"/>
                      <a:pt x="364002" y="335332"/>
                      <a:pt x="378718" y="340071"/>
                    </a:cubicBezTo>
                    <a:cubicBezTo>
                      <a:pt x="371184" y="371270"/>
                      <a:pt x="361744" y="392462"/>
                      <a:pt x="350397" y="403647"/>
                    </a:cubicBezTo>
                    <a:cubicBezTo>
                      <a:pt x="339050" y="414831"/>
                      <a:pt x="320480" y="420424"/>
                      <a:pt x="294686" y="420424"/>
                    </a:cubicBezTo>
                    <a:lnTo>
                      <a:pt x="223892" y="419981"/>
                    </a:lnTo>
                    <a:cubicBezTo>
                      <a:pt x="199622" y="419981"/>
                      <a:pt x="181838" y="418204"/>
                      <a:pt x="170539" y="414652"/>
                    </a:cubicBezTo>
                    <a:cubicBezTo>
                      <a:pt x="159240" y="411099"/>
                      <a:pt x="151838" y="404730"/>
                      <a:pt x="148332" y="395546"/>
                    </a:cubicBezTo>
                    <a:cubicBezTo>
                      <a:pt x="144827" y="386361"/>
                      <a:pt x="143075" y="372201"/>
                      <a:pt x="143075" y="353065"/>
                    </a:cubicBezTo>
                    <a:lnTo>
                      <a:pt x="143075" y="297537"/>
                    </a:lnTo>
                    <a:lnTo>
                      <a:pt x="40540" y="297537"/>
                    </a:lnTo>
                    <a:lnTo>
                      <a:pt x="40540" y="338799"/>
                    </a:lnTo>
                    <a:lnTo>
                      <a:pt x="0" y="338799"/>
                    </a:lnTo>
                    <a:cubicBezTo>
                      <a:pt x="3286" y="313844"/>
                      <a:pt x="4929" y="289445"/>
                      <a:pt x="4929" y="265604"/>
                    </a:cubicBezTo>
                    <a:lnTo>
                      <a:pt x="4929" y="128809"/>
                    </a:lnTo>
                    <a:cubicBezTo>
                      <a:pt x="4929" y="109549"/>
                      <a:pt x="3883" y="91130"/>
                      <a:pt x="1793" y="73552"/>
                    </a:cubicBezTo>
                    <a:cubicBezTo>
                      <a:pt x="35202" y="77147"/>
                      <a:pt x="82296" y="78943"/>
                      <a:pt x="143075" y="78938"/>
                    </a:cubicBezTo>
                    <a:cubicBezTo>
                      <a:pt x="143075" y="49234"/>
                      <a:pt x="141429" y="24865"/>
                      <a:pt x="138138" y="5829"/>
                    </a:cubicBezTo>
                    <a:close/>
                    <a:moveTo>
                      <a:pt x="663456" y="0"/>
                    </a:moveTo>
                    <a:cubicBezTo>
                      <a:pt x="681806" y="24469"/>
                      <a:pt x="695813" y="45403"/>
                      <a:pt x="705476" y="62800"/>
                    </a:cubicBezTo>
                    <a:cubicBezTo>
                      <a:pt x="758902" y="62800"/>
                      <a:pt x="801669" y="61450"/>
                      <a:pt x="833777" y="58750"/>
                    </a:cubicBezTo>
                    <a:lnTo>
                      <a:pt x="833777" y="95704"/>
                    </a:lnTo>
                    <a:cubicBezTo>
                      <a:pt x="805869" y="93314"/>
                      <a:pt x="751944" y="92118"/>
                      <a:pt x="672000" y="92118"/>
                    </a:cubicBezTo>
                    <a:cubicBezTo>
                      <a:pt x="665666" y="99219"/>
                      <a:pt x="644990" y="127416"/>
                      <a:pt x="609971" y="176708"/>
                    </a:cubicBezTo>
                    <a:lnTo>
                      <a:pt x="751082" y="171743"/>
                    </a:lnTo>
                    <a:cubicBezTo>
                      <a:pt x="739456" y="161241"/>
                      <a:pt x="726150" y="148749"/>
                      <a:pt x="711162" y="134266"/>
                    </a:cubicBezTo>
                    <a:lnTo>
                      <a:pt x="735658" y="113921"/>
                    </a:lnTo>
                    <a:cubicBezTo>
                      <a:pt x="764400" y="139362"/>
                      <a:pt x="793070" y="172538"/>
                      <a:pt x="821669" y="213448"/>
                    </a:cubicBezTo>
                    <a:lnTo>
                      <a:pt x="792429" y="233400"/>
                    </a:lnTo>
                    <a:cubicBezTo>
                      <a:pt x="784485" y="221894"/>
                      <a:pt x="776685" y="210681"/>
                      <a:pt x="769027" y="199760"/>
                    </a:cubicBezTo>
                    <a:cubicBezTo>
                      <a:pt x="642906" y="206876"/>
                      <a:pt x="575857" y="212705"/>
                      <a:pt x="567880" y="217248"/>
                    </a:cubicBezTo>
                    <a:cubicBezTo>
                      <a:pt x="564294" y="206304"/>
                      <a:pt x="560327" y="195053"/>
                      <a:pt x="555979" y="183494"/>
                    </a:cubicBezTo>
                    <a:cubicBezTo>
                      <a:pt x="564175" y="180284"/>
                      <a:pt x="571596" y="175426"/>
                      <a:pt x="578242" y="168921"/>
                    </a:cubicBezTo>
                    <a:cubicBezTo>
                      <a:pt x="584888" y="162415"/>
                      <a:pt x="594513" y="150265"/>
                      <a:pt x="607117" y="132470"/>
                    </a:cubicBezTo>
                    <a:cubicBezTo>
                      <a:pt x="619721" y="114675"/>
                      <a:pt x="628988" y="101372"/>
                      <a:pt x="634917" y="92561"/>
                    </a:cubicBezTo>
                    <a:cubicBezTo>
                      <a:pt x="606256" y="92561"/>
                      <a:pt x="579346" y="93609"/>
                      <a:pt x="554186" y="95704"/>
                    </a:cubicBezTo>
                    <a:lnTo>
                      <a:pt x="554186" y="82534"/>
                    </a:lnTo>
                    <a:lnTo>
                      <a:pt x="535490" y="106470"/>
                    </a:lnTo>
                    <a:cubicBezTo>
                      <a:pt x="518050" y="91883"/>
                      <a:pt x="489894" y="73745"/>
                      <a:pt x="451023" y="52056"/>
                    </a:cubicBezTo>
                    <a:lnTo>
                      <a:pt x="468839" y="23767"/>
                    </a:lnTo>
                    <a:cubicBezTo>
                      <a:pt x="489139" y="34842"/>
                      <a:pt x="506640" y="44971"/>
                      <a:pt x="521342" y="54155"/>
                    </a:cubicBezTo>
                    <a:lnTo>
                      <a:pt x="554186" y="76884"/>
                    </a:lnTo>
                    <a:lnTo>
                      <a:pt x="554186" y="58750"/>
                    </a:lnTo>
                    <a:cubicBezTo>
                      <a:pt x="584761" y="61450"/>
                      <a:pt x="623182" y="62800"/>
                      <a:pt x="669450" y="62800"/>
                    </a:cubicBezTo>
                    <a:cubicBezTo>
                      <a:pt x="661297" y="52966"/>
                      <a:pt x="649786" y="38581"/>
                      <a:pt x="634917" y="19645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36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017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50611005-9DDC-472C-8D90-3485C6E0DC4C}"/>
              </a:ext>
            </a:extLst>
          </p:cNvPr>
          <p:cNvSpPr txBox="1"/>
          <p:nvPr/>
        </p:nvSpPr>
        <p:spPr>
          <a:xfrm>
            <a:off x="5191530" y="488580"/>
            <a:ext cx="1808941" cy="42267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46F2C68-4CA4-4E57-A6D9-B4C5E115F07F}"/>
              </a:ext>
            </a:extLst>
          </p:cNvPr>
          <p:cNvGrpSpPr/>
          <p:nvPr/>
        </p:nvGrpSpPr>
        <p:grpSpPr>
          <a:xfrm>
            <a:off x="517208" y="1382991"/>
            <a:ext cx="7503117" cy="3966931"/>
            <a:chOff x="1031558" y="1116291"/>
            <a:chExt cx="9859865" cy="5212954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FBE1574-6F18-4DD8-8AEC-7DD92831DB26}"/>
                </a:ext>
              </a:extLst>
            </p:cNvPr>
            <p:cNvSpPr/>
            <p:nvPr/>
          </p:nvSpPr>
          <p:spPr>
            <a:xfrm>
              <a:off x="5435495" y="2117558"/>
              <a:ext cx="516278" cy="16846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806A7DF-50C1-4CAB-98CB-22C9A14C7884}"/>
                </a:ext>
              </a:extLst>
            </p:cNvPr>
            <p:cNvSpPr/>
            <p:nvPr/>
          </p:nvSpPr>
          <p:spPr>
            <a:xfrm>
              <a:off x="5951772" y="2117558"/>
              <a:ext cx="518968" cy="168468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C37EE36-7DC2-4A53-BB17-3C25050C6BE8}"/>
                </a:ext>
              </a:extLst>
            </p:cNvPr>
            <p:cNvSpPr/>
            <p:nvPr/>
          </p:nvSpPr>
          <p:spPr>
            <a:xfrm>
              <a:off x="6470739" y="2117558"/>
              <a:ext cx="3862014" cy="168468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2E673074-9F92-4B7A-B491-9D8FF339EF9E}"/>
                </a:ext>
              </a:extLst>
            </p:cNvPr>
            <p:cNvSpPr txBox="1"/>
            <p:nvPr/>
          </p:nvSpPr>
          <p:spPr>
            <a:xfrm>
              <a:off x="8574120" y="2781955"/>
              <a:ext cx="586463" cy="348277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F38A9A32-C1A1-4DD9-8AE0-3B223A38A2F2}"/>
                </a:ext>
              </a:extLst>
            </p:cNvPr>
            <p:cNvSpPr/>
            <p:nvPr/>
          </p:nvSpPr>
          <p:spPr>
            <a:xfrm>
              <a:off x="1580260" y="2117558"/>
              <a:ext cx="3851570" cy="16846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061659D2-E2FA-4F44-8D4B-13CFC38CBD00}"/>
                </a:ext>
              </a:extLst>
            </p:cNvPr>
            <p:cNvSpPr/>
            <p:nvPr/>
          </p:nvSpPr>
          <p:spPr>
            <a:xfrm>
              <a:off x="5243632" y="251500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61FD7E5-5126-4C73-82DA-7FC00CCDFD1B}"/>
                </a:ext>
              </a:extLst>
            </p:cNvPr>
            <p:cNvSpPr/>
            <p:nvPr/>
          </p:nvSpPr>
          <p:spPr>
            <a:xfrm>
              <a:off x="5243632" y="2837966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9FFB627-53D3-45A4-894A-A8A48FA805EF}"/>
                </a:ext>
              </a:extLst>
            </p:cNvPr>
            <p:cNvSpPr/>
            <p:nvPr/>
          </p:nvSpPr>
          <p:spPr>
            <a:xfrm>
              <a:off x="5243632" y="3322400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BA661B80-C334-4024-BA8D-798A61D0D984}"/>
                </a:ext>
              </a:extLst>
            </p:cNvPr>
            <p:cNvSpPr/>
            <p:nvPr/>
          </p:nvSpPr>
          <p:spPr>
            <a:xfrm>
              <a:off x="5243632" y="235353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4F4A18EF-D97C-43D1-8B1F-D6B3C44ED7B0}"/>
                </a:ext>
              </a:extLst>
            </p:cNvPr>
            <p:cNvSpPr/>
            <p:nvPr/>
          </p:nvSpPr>
          <p:spPr>
            <a:xfrm>
              <a:off x="5243632" y="348387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F8C5618C-DBE9-4A18-B0F2-AAADAAA84075}"/>
                </a:ext>
              </a:extLst>
            </p:cNvPr>
            <p:cNvSpPr/>
            <p:nvPr/>
          </p:nvSpPr>
          <p:spPr>
            <a:xfrm>
              <a:off x="5243632" y="2192053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7F282F74-24D7-4E44-BE54-C0CCE160BC34}"/>
                </a:ext>
              </a:extLst>
            </p:cNvPr>
            <p:cNvSpPr/>
            <p:nvPr/>
          </p:nvSpPr>
          <p:spPr>
            <a:xfrm>
              <a:off x="5243632" y="2676487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93EF9620-8281-40A3-9B0E-3556B287139C}"/>
                </a:ext>
              </a:extLst>
            </p:cNvPr>
            <p:cNvSpPr/>
            <p:nvPr/>
          </p:nvSpPr>
          <p:spPr>
            <a:xfrm>
              <a:off x="5243632" y="2999444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C5508847-D3BA-40B8-A256-28DECAC1F7EB}"/>
                </a:ext>
              </a:extLst>
            </p:cNvPr>
            <p:cNvSpPr/>
            <p:nvPr/>
          </p:nvSpPr>
          <p:spPr>
            <a:xfrm>
              <a:off x="5243632" y="3645353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3C735DCD-63CB-4A6A-BAB6-A59D189BED65}"/>
                </a:ext>
              </a:extLst>
            </p:cNvPr>
            <p:cNvSpPr/>
            <p:nvPr/>
          </p:nvSpPr>
          <p:spPr>
            <a:xfrm>
              <a:off x="5243632" y="3160922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BA025BA1-E146-4DB5-BFB7-2B3A5C0E1C0F}"/>
                </a:ext>
              </a:extLst>
            </p:cNvPr>
            <p:cNvSpPr/>
            <p:nvPr/>
          </p:nvSpPr>
          <p:spPr>
            <a:xfrm>
              <a:off x="5059104" y="2878474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7EB18559-A733-4977-A797-70E137FAAADB}"/>
                </a:ext>
              </a:extLst>
            </p:cNvPr>
            <p:cNvSpPr/>
            <p:nvPr/>
          </p:nvSpPr>
          <p:spPr>
            <a:xfrm>
              <a:off x="5059104" y="3214547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5A443BAB-559A-49A2-9A44-F8FE4F11969D}"/>
                </a:ext>
              </a:extLst>
            </p:cNvPr>
            <p:cNvSpPr/>
            <p:nvPr/>
          </p:nvSpPr>
          <p:spPr>
            <a:xfrm>
              <a:off x="5059104" y="220632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F394790-54C1-4578-B292-83CF8DE1D14E}"/>
                </a:ext>
              </a:extLst>
            </p:cNvPr>
            <p:cNvSpPr/>
            <p:nvPr/>
          </p:nvSpPr>
          <p:spPr>
            <a:xfrm>
              <a:off x="5059104" y="3550619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166C849C-D826-47CA-A618-1B09CF37778A}"/>
                </a:ext>
              </a:extLst>
            </p:cNvPr>
            <p:cNvSpPr/>
            <p:nvPr/>
          </p:nvSpPr>
          <p:spPr>
            <a:xfrm>
              <a:off x="5059104" y="254240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8AC2D462-C394-40F7-A37C-4AC20B8A6EA4}"/>
                </a:ext>
              </a:extLst>
            </p:cNvPr>
            <p:cNvSpPr/>
            <p:nvPr/>
          </p:nvSpPr>
          <p:spPr>
            <a:xfrm>
              <a:off x="4781286" y="352672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5B6703B6-090A-47E3-9E8F-00686D8AC903}"/>
                </a:ext>
              </a:extLst>
            </p:cNvPr>
            <p:cNvSpPr/>
            <p:nvPr/>
          </p:nvSpPr>
          <p:spPr>
            <a:xfrm>
              <a:off x="4781286" y="2272478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E433200E-2170-4AD8-8203-1C8F29154688}"/>
                </a:ext>
              </a:extLst>
            </p:cNvPr>
            <p:cNvSpPr/>
            <p:nvPr/>
          </p:nvSpPr>
          <p:spPr>
            <a:xfrm>
              <a:off x="4781286" y="2899600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6326D263-3F18-42AB-A51A-7CACA10B8780}"/>
                </a:ext>
              </a:extLst>
            </p:cNvPr>
            <p:cNvSpPr/>
            <p:nvPr/>
          </p:nvSpPr>
          <p:spPr>
            <a:xfrm>
              <a:off x="4493000" y="3218034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FF673B1A-8BAD-40CD-9BD8-4E6206E3931C}"/>
                </a:ext>
              </a:extLst>
            </p:cNvPr>
            <p:cNvSpPr/>
            <p:nvPr/>
          </p:nvSpPr>
          <p:spPr>
            <a:xfrm>
              <a:off x="4493000" y="2590913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5CFB0365-C8AB-483A-BE24-5133E02BFF3E}"/>
                </a:ext>
              </a:extLst>
            </p:cNvPr>
            <p:cNvSpPr/>
            <p:nvPr/>
          </p:nvSpPr>
          <p:spPr>
            <a:xfrm>
              <a:off x="4169526" y="2907491"/>
              <a:ext cx="75798" cy="7579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96D631A1-64B0-4B4C-B91D-D1690993B54F}"/>
                </a:ext>
              </a:extLst>
            </p:cNvPr>
            <p:cNvGrpSpPr/>
            <p:nvPr/>
          </p:nvGrpSpPr>
          <p:grpSpPr>
            <a:xfrm rot="10800000">
              <a:off x="6614294" y="2162390"/>
              <a:ext cx="1149904" cy="1529099"/>
              <a:chOff x="5855305" y="3755556"/>
              <a:chExt cx="1281928" cy="1704659"/>
            </a:xfrm>
            <a:solidFill>
              <a:schemeClr val="tx1"/>
            </a:solidFill>
          </p:grpSpPr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DCBCE75F-0DD8-4524-8433-2C34D1792316}"/>
                  </a:ext>
                </a:extLst>
              </p:cNvPr>
              <p:cNvSpPr/>
              <p:nvPr/>
            </p:nvSpPr>
            <p:spPr>
              <a:xfrm>
                <a:off x="7052732" y="411559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104C7911-278D-4AC4-A9BF-2B9E66C7EEB1}"/>
                  </a:ext>
                </a:extLst>
              </p:cNvPr>
              <p:cNvSpPr/>
              <p:nvPr/>
            </p:nvSpPr>
            <p:spPr>
              <a:xfrm>
                <a:off x="7052732" y="447562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C0E382AF-01D0-436D-92B8-2605A36FDB87}"/>
                  </a:ext>
                </a:extLst>
              </p:cNvPr>
              <p:cNvSpPr/>
              <p:nvPr/>
            </p:nvSpPr>
            <p:spPr>
              <a:xfrm>
                <a:off x="7052732" y="501568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A98AE486-33F0-43F6-BA3A-FA893A5F2658}"/>
                  </a:ext>
                </a:extLst>
              </p:cNvPr>
              <p:cNvSpPr/>
              <p:nvPr/>
            </p:nvSpPr>
            <p:spPr>
              <a:xfrm>
                <a:off x="7052732" y="393557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2C4C3DA9-1138-4DFE-8C05-074877D96212}"/>
                  </a:ext>
                </a:extLst>
              </p:cNvPr>
              <p:cNvSpPr/>
              <p:nvPr/>
            </p:nvSpPr>
            <p:spPr>
              <a:xfrm>
                <a:off x="7052732" y="519570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E555A471-91FB-4035-BC27-8468DC57FBAD}"/>
                  </a:ext>
                </a:extLst>
              </p:cNvPr>
              <p:cNvSpPr/>
              <p:nvPr/>
            </p:nvSpPr>
            <p:spPr>
              <a:xfrm>
                <a:off x="7052732" y="375555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DCA82E19-9C8D-4690-97B7-CDA42194A555}"/>
                  </a:ext>
                </a:extLst>
              </p:cNvPr>
              <p:cNvSpPr/>
              <p:nvPr/>
            </p:nvSpPr>
            <p:spPr>
              <a:xfrm>
                <a:off x="7052732" y="42956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35B5FCC1-6E0F-4108-855C-A764937F5EB3}"/>
                  </a:ext>
                </a:extLst>
              </p:cNvPr>
              <p:cNvSpPr/>
              <p:nvPr/>
            </p:nvSpPr>
            <p:spPr>
              <a:xfrm>
                <a:off x="7052732" y="46556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6028A102-A300-4E07-961E-811A6653731C}"/>
                  </a:ext>
                </a:extLst>
              </p:cNvPr>
              <p:cNvSpPr/>
              <p:nvPr/>
            </p:nvSpPr>
            <p:spPr>
              <a:xfrm>
                <a:off x="7052732" y="53757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488269C7-8808-4965-8F67-2C8D2C8C6D97}"/>
                  </a:ext>
                </a:extLst>
              </p:cNvPr>
              <p:cNvSpPr/>
              <p:nvPr/>
            </p:nvSpPr>
            <p:spPr>
              <a:xfrm>
                <a:off x="7052732" y="483566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84520E47-381B-40A1-B82D-4F7D02699151}"/>
                  </a:ext>
                </a:extLst>
              </p:cNvPr>
              <p:cNvSpPr/>
              <p:nvPr/>
            </p:nvSpPr>
            <p:spPr>
              <a:xfrm>
                <a:off x="6847018" y="4520787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9489767C-32A9-4C26-B0A1-E832EE2E0506}"/>
                  </a:ext>
                </a:extLst>
              </p:cNvPr>
              <p:cNvSpPr/>
              <p:nvPr/>
            </p:nvSpPr>
            <p:spPr>
              <a:xfrm>
                <a:off x="6847018" y="489544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885A04B6-B044-479D-B042-92EBDB0A8D7E}"/>
                  </a:ext>
                </a:extLst>
              </p:cNvPr>
              <p:cNvSpPr/>
              <p:nvPr/>
            </p:nvSpPr>
            <p:spPr>
              <a:xfrm>
                <a:off x="6847018" y="377147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6C4127CD-3D2F-4D02-8A63-A6DA9DD8EF3E}"/>
                  </a:ext>
                </a:extLst>
              </p:cNvPr>
              <p:cNvSpPr/>
              <p:nvPr/>
            </p:nvSpPr>
            <p:spPr>
              <a:xfrm>
                <a:off x="6847018" y="527010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75FCF635-4994-4672-BD34-FE33A4B2E166}"/>
                  </a:ext>
                </a:extLst>
              </p:cNvPr>
              <p:cNvSpPr/>
              <p:nvPr/>
            </p:nvSpPr>
            <p:spPr>
              <a:xfrm>
                <a:off x="6847018" y="4146129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27AD6003-F3DD-4199-9B4F-B64DF1E2D6BD}"/>
                  </a:ext>
                </a:extLst>
              </p:cNvPr>
              <p:cNvSpPr/>
              <p:nvPr/>
            </p:nvSpPr>
            <p:spPr>
              <a:xfrm>
                <a:off x="6537302" y="524346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57169F72-B9F1-46F5-A8E3-A6348429B471}"/>
                  </a:ext>
                </a:extLst>
              </p:cNvPr>
              <p:cNvSpPr/>
              <p:nvPr/>
            </p:nvSpPr>
            <p:spPr>
              <a:xfrm>
                <a:off x="6537302" y="384521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28789E51-D334-429A-87EC-2DE3ABB3F11F}"/>
                  </a:ext>
                </a:extLst>
              </p:cNvPr>
              <p:cNvSpPr/>
              <p:nvPr/>
            </p:nvSpPr>
            <p:spPr>
              <a:xfrm>
                <a:off x="6537302" y="454433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85B07E88-7434-4CD6-AFA3-2AF28D5F4165}"/>
                  </a:ext>
                </a:extLst>
              </p:cNvPr>
              <p:cNvSpPr/>
              <p:nvPr/>
            </p:nvSpPr>
            <p:spPr>
              <a:xfrm>
                <a:off x="6215918" y="489933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225213A6-9CD0-46B8-86F9-62E8762F101E}"/>
                  </a:ext>
                </a:extLst>
              </p:cNvPr>
              <p:cNvSpPr/>
              <p:nvPr/>
            </p:nvSpPr>
            <p:spPr>
              <a:xfrm>
                <a:off x="6215918" y="42002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4C804A6F-9F61-4D47-AC7A-9665D0F19386}"/>
                  </a:ext>
                </a:extLst>
              </p:cNvPr>
              <p:cNvSpPr/>
              <p:nvPr/>
            </p:nvSpPr>
            <p:spPr>
              <a:xfrm>
                <a:off x="5855305" y="455313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8B03EDB2-C370-4A44-A8FC-4381EF9E56F3}"/>
                </a:ext>
              </a:extLst>
            </p:cNvPr>
            <p:cNvSpPr txBox="1"/>
            <p:nvPr/>
          </p:nvSpPr>
          <p:spPr>
            <a:xfrm>
              <a:off x="2907988" y="2781663"/>
              <a:ext cx="652378" cy="348277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35A33068-9AF1-45F9-8EC3-B7E4E077DC7F}"/>
                </a:ext>
              </a:extLst>
            </p:cNvPr>
            <p:cNvSpPr txBox="1"/>
            <p:nvPr/>
          </p:nvSpPr>
          <p:spPr>
            <a:xfrm>
              <a:off x="1665133" y="3500837"/>
              <a:ext cx="1281152" cy="164353"/>
            </a:xfrm>
            <a:custGeom>
              <a:avLst/>
              <a:gdLst/>
              <a:ahLst/>
              <a:cxnLst/>
              <a:rect l="l" t="t" r="r" b="b"/>
              <a:pathLst>
                <a:path w="1428246" h="183223">
                  <a:moveTo>
                    <a:pt x="1153611" y="94412"/>
                  </a:moveTo>
                  <a:lnTo>
                    <a:pt x="1153611" y="126816"/>
                  </a:lnTo>
                  <a:lnTo>
                    <a:pt x="1184815" y="126816"/>
                  </a:lnTo>
                  <a:lnTo>
                    <a:pt x="1184815" y="94412"/>
                  </a:lnTo>
                  <a:close/>
                  <a:moveTo>
                    <a:pt x="1110406" y="94412"/>
                  </a:moveTo>
                  <a:lnTo>
                    <a:pt x="1110406" y="126816"/>
                  </a:lnTo>
                  <a:lnTo>
                    <a:pt x="1142210" y="126816"/>
                  </a:lnTo>
                  <a:lnTo>
                    <a:pt x="1142210" y="94412"/>
                  </a:lnTo>
                  <a:close/>
                  <a:moveTo>
                    <a:pt x="387449" y="91612"/>
                  </a:moveTo>
                  <a:lnTo>
                    <a:pt x="441056" y="91612"/>
                  </a:lnTo>
                  <a:lnTo>
                    <a:pt x="441056" y="103613"/>
                  </a:lnTo>
                  <a:lnTo>
                    <a:pt x="387449" y="103613"/>
                  </a:lnTo>
                  <a:close/>
                  <a:moveTo>
                    <a:pt x="550336" y="85211"/>
                  </a:moveTo>
                  <a:lnTo>
                    <a:pt x="550336" y="115815"/>
                  </a:lnTo>
                  <a:lnTo>
                    <a:pt x="598942" y="115815"/>
                  </a:lnTo>
                  <a:lnTo>
                    <a:pt x="598942" y="85211"/>
                  </a:lnTo>
                  <a:close/>
                  <a:moveTo>
                    <a:pt x="487928" y="85211"/>
                  </a:moveTo>
                  <a:lnTo>
                    <a:pt x="487928" y="115815"/>
                  </a:lnTo>
                  <a:lnTo>
                    <a:pt x="537734" y="115815"/>
                  </a:lnTo>
                  <a:lnTo>
                    <a:pt x="537734" y="85211"/>
                  </a:lnTo>
                  <a:close/>
                  <a:moveTo>
                    <a:pt x="1066401" y="67009"/>
                  </a:moveTo>
                  <a:cubicBezTo>
                    <a:pt x="1070134" y="68342"/>
                    <a:pt x="1073801" y="69009"/>
                    <a:pt x="1077402" y="69009"/>
                  </a:cubicBezTo>
                  <a:lnTo>
                    <a:pt x="1083403" y="68609"/>
                  </a:lnTo>
                  <a:cubicBezTo>
                    <a:pt x="1085136" y="68609"/>
                    <a:pt x="1086003" y="69409"/>
                    <a:pt x="1086003" y="71009"/>
                  </a:cubicBezTo>
                  <a:cubicBezTo>
                    <a:pt x="1086003" y="72343"/>
                    <a:pt x="1085470" y="73343"/>
                    <a:pt x="1084403" y="74009"/>
                  </a:cubicBezTo>
                  <a:cubicBezTo>
                    <a:pt x="1081469" y="75876"/>
                    <a:pt x="1080002" y="79077"/>
                    <a:pt x="1080002" y="83611"/>
                  </a:cubicBezTo>
                  <a:lnTo>
                    <a:pt x="1080002" y="159620"/>
                  </a:lnTo>
                  <a:lnTo>
                    <a:pt x="1215019" y="157020"/>
                  </a:lnTo>
                  <a:lnTo>
                    <a:pt x="1215019" y="88211"/>
                  </a:lnTo>
                  <a:cubicBezTo>
                    <a:pt x="1215019" y="78477"/>
                    <a:pt x="1214486" y="71476"/>
                    <a:pt x="1213419" y="67209"/>
                  </a:cubicBezTo>
                  <a:cubicBezTo>
                    <a:pt x="1217553" y="68009"/>
                    <a:pt x="1221153" y="68409"/>
                    <a:pt x="1224220" y="68409"/>
                  </a:cubicBezTo>
                  <a:lnTo>
                    <a:pt x="1230421" y="68009"/>
                  </a:lnTo>
                  <a:cubicBezTo>
                    <a:pt x="1232021" y="68009"/>
                    <a:pt x="1232821" y="68675"/>
                    <a:pt x="1232821" y="70009"/>
                  </a:cubicBezTo>
                  <a:cubicBezTo>
                    <a:pt x="1232821" y="70942"/>
                    <a:pt x="1232321" y="71676"/>
                    <a:pt x="1231321" y="72209"/>
                  </a:cubicBezTo>
                  <a:cubicBezTo>
                    <a:pt x="1230321" y="72743"/>
                    <a:pt x="1229454" y="73776"/>
                    <a:pt x="1228721" y="75310"/>
                  </a:cubicBezTo>
                  <a:cubicBezTo>
                    <a:pt x="1227987" y="76843"/>
                    <a:pt x="1227621" y="78343"/>
                    <a:pt x="1227621" y="79810"/>
                  </a:cubicBezTo>
                  <a:lnTo>
                    <a:pt x="1227621" y="157820"/>
                  </a:lnTo>
                  <a:cubicBezTo>
                    <a:pt x="1227621" y="168888"/>
                    <a:pt x="1228087" y="176689"/>
                    <a:pt x="1229021" y="181223"/>
                  </a:cubicBezTo>
                  <a:lnTo>
                    <a:pt x="1215019" y="181223"/>
                  </a:lnTo>
                  <a:lnTo>
                    <a:pt x="1215019" y="166621"/>
                  </a:lnTo>
                  <a:lnTo>
                    <a:pt x="1112406" y="169621"/>
                  </a:lnTo>
                  <a:cubicBezTo>
                    <a:pt x="1086536" y="170288"/>
                    <a:pt x="1071001" y="170955"/>
                    <a:pt x="1065800" y="171622"/>
                  </a:cubicBezTo>
                  <a:cubicBezTo>
                    <a:pt x="1067001" y="162954"/>
                    <a:pt x="1067601" y="152819"/>
                    <a:pt x="1067601" y="141218"/>
                  </a:cubicBezTo>
                  <a:lnTo>
                    <a:pt x="1067601" y="90211"/>
                  </a:lnTo>
                  <a:cubicBezTo>
                    <a:pt x="1067601" y="79010"/>
                    <a:pt x="1067201" y="71276"/>
                    <a:pt x="1066401" y="67009"/>
                  </a:cubicBezTo>
                  <a:close/>
                  <a:moveTo>
                    <a:pt x="110814" y="65008"/>
                  </a:moveTo>
                  <a:cubicBezTo>
                    <a:pt x="114415" y="68609"/>
                    <a:pt x="118282" y="71209"/>
                    <a:pt x="122416" y="72809"/>
                  </a:cubicBezTo>
                  <a:cubicBezTo>
                    <a:pt x="124016" y="73609"/>
                    <a:pt x="124816" y="74509"/>
                    <a:pt x="124816" y="75510"/>
                  </a:cubicBezTo>
                  <a:cubicBezTo>
                    <a:pt x="124816" y="76510"/>
                    <a:pt x="123749" y="77277"/>
                    <a:pt x="121616" y="77810"/>
                  </a:cubicBezTo>
                  <a:cubicBezTo>
                    <a:pt x="118015" y="78743"/>
                    <a:pt x="112214" y="82811"/>
                    <a:pt x="104213" y="90011"/>
                  </a:cubicBezTo>
                  <a:lnTo>
                    <a:pt x="122416" y="90011"/>
                  </a:lnTo>
                  <a:cubicBezTo>
                    <a:pt x="140285" y="90011"/>
                    <a:pt x="154620" y="89545"/>
                    <a:pt x="165421" y="88611"/>
                  </a:cubicBezTo>
                  <a:cubicBezTo>
                    <a:pt x="158754" y="102746"/>
                    <a:pt x="150153" y="115981"/>
                    <a:pt x="139618" y="128316"/>
                  </a:cubicBezTo>
                  <a:cubicBezTo>
                    <a:pt x="129083" y="140651"/>
                    <a:pt x="118049" y="150152"/>
                    <a:pt x="106514" y="156820"/>
                  </a:cubicBezTo>
                  <a:cubicBezTo>
                    <a:pt x="94979" y="163487"/>
                    <a:pt x="82777" y="168788"/>
                    <a:pt x="69909" y="172722"/>
                  </a:cubicBezTo>
                  <a:cubicBezTo>
                    <a:pt x="57041" y="176656"/>
                    <a:pt x="37805" y="180156"/>
                    <a:pt x="12202" y="183223"/>
                  </a:cubicBezTo>
                  <a:cubicBezTo>
                    <a:pt x="10335" y="177622"/>
                    <a:pt x="6468" y="172488"/>
                    <a:pt x="601" y="167821"/>
                  </a:cubicBezTo>
                  <a:cubicBezTo>
                    <a:pt x="24470" y="167688"/>
                    <a:pt x="43306" y="166121"/>
                    <a:pt x="57108" y="163121"/>
                  </a:cubicBezTo>
                  <a:cubicBezTo>
                    <a:pt x="70909" y="160120"/>
                    <a:pt x="83678" y="155553"/>
                    <a:pt x="95412" y="149419"/>
                  </a:cubicBezTo>
                  <a:cubicBezTo>
                    <a:pt x="89678" y="141418"/>
                    <a:pt x="82077" y="134017"/>
                    <a:pt x="72610" y="127216"/>
                  </a:cubicBezTo>
                  <a:lnTo>
                    <a:pt x="82811" y="118015"/>
                  </a:lnTo>
                  <a:cubicBezTo>
                    <a:pt x="90812" y="125349"/>
                    <a:pt x="98213" y="133950"/>
                    <a:pt x="105014" y="143818"/>
                  </a:cubicBezTo>
                  <a:cubicBezTo>
                    <a:pt x="112748" y="138751"/>
                    <a:pt x="120482" y="132050"/>
                    <a:pt x="128216" y="123716"/>
                  </a:cubicBezTo>
                  <a:cubicBezTo>
                    <a:pt x="135951" y="115381"/>
                    <a:pt x="141752" y="107480"/>
                    <a:pt x="145619" y="100013"/>
                  </a:cubicBezTo>
                  <a:lnTo>
                    <a:pt x="93012" y="100013"/>
                  </a:lnTo>
                  <a:cubicBezTo>
                    <a:pt x="77277" y="113481"/>
                    <a:pt x="56207" y="126083"/>
                    <a:pt x="29804" y="137817"/>
                  </a:cubicBezTo>
                  <a:cubicBezTo>
                    <a:pt x="27404" y="133150"/>
                    <a:pt x="23537" y="129350"/>
                    <a:pt x="18203" y="126416"/>
                  </a:cubicBezTo>
                  <a:cubicBezTo>
                    <a:pt x="36338" y="121749"/>
                    <a:pt x="53974" y="113714"/>
                    <a:pt x="71109" y="102313"/>
                  </a:cubicBezTo>
                  <a:cubicBezTo>
                    <a:pt x="88245" y="90912"/>
                    <a:pt x="101480" y="78477"/>
                    <a:pt x="110814" y="65008"/>
                  </a:cubicBezTo>
                  <a:close/>
                  <a:moveTo>
                    <a:pt x="1153611" y="57007"/>
                  </a:moveTo>
                  <a:lnTo>
                    <a:pt x="1153611" y="85011"/>
                  </a:lnTo>
                  <a:lnTo>
                    <a:pt x="1184815" y="85011"/>
                  </a:lnTo>
                  <a:lnTo>
                    <a:pt x="1184815" y="57007"/>
                  </a:lnTo>
                  <a:close/>
                  <a:moveTo>
                    <a:pt x="1110406" y="57007"/>
                  </a:moveTo>
                  <a:lnTo>
                    <a:pt x="1110406" y="85011"/>
                  </a:lnTo>
                  <a:lnTo>
                    <a:pt x="1142210" y="85011"/>
                  </a:lnTo>
                  <a:lnTo>
                    <a:pt x="1142210" y="57007"/>
                  </a:lnTo>
                  <a:close/>
                  <a:moveTo>
                    <a:pt x="1097204" y="45606"/>
                  </a:moveTo>
                  <a:cubicBezTo>
                    <a:pt x="1108806" y="46673"/>
                    <a:pt x="1125708" y="47206"/>
                    <a:pt x="1147911" y="47206"/>
                  </a:cubicBezTo>
                  <a:cubicBezTo>
                    <a:pt x="1170113" y="47206"/>
                    <a:pt x="1186949" y="46673"/>
                    <a:pt x="1198417" y="45606"/>
                  </a:cubicBezTo>
                  <a:cubicBezTo>
                    <a:pt x="1197484" y="55474"/>
                    <a:pt x="1197017" y="64608"/>
                    <a:pt x="1197017" y="73009"/>
                  </a:cubicBezTo>
                  <a:lnTo>
                    <a:pt x="1197017" y="110814"/>
                  </a:lnTo>
                  <a:cubicBezTo>
                    <a:pt x="1197017" y="121615"/>
                    <a:pt x="1197484" y="130683"/>
                    <a:pt x="1198417" y="138017"/>
                  </a:cubicBezTo>
                  <a:cubicBezTo>
                    <a:pt x="1190149" y="137084"/>
                    <a:pt x="1173481" y="136617"/>
                    <a:pt x="1148411" y="136617"/>
                  </a:cubicBezTo>
                  <a:cubicBezTo>
                    <a:pt x="1123341" y="136617"/>
                    <a:pt x="1106272" y="137084"/>
                    <a:pt x="1097204" y="138017"/>
                  </a:cubicBezTo>
                  <a:cubicBezTo>
                    <a:pt x="1098138" y="130683"/>
                    <a:pt x="1098605" y="121349"/>
                    <a:pt x="1098605" y="110014"/>
                  </a:cubicBezTo>
                  <a:lnTo>
                    <a:pt x="1098605" y="73009"/>
                  </a:lnTo>
                  <a:cubicBezTo>
                    <a:pt x="1098605" y="62475"/>
                    <a:pt x="1098138" y="53340"/>
                    <a:pt x="1097204" y="45606"/>
                  </a:cubicBezTo>
                  <a:close/>
                  <a:moveTo>
                    <a:pt x="550336" y="42606"/>
                  </a:moveTo>
                  <a:lnTo>
                    <a:pt x="550336" y="75410"/>
                  </a:lnTo>
                  <a:lnTo>
                    <a:pt x="598942" y="75410"/>
                  </a:lnTo>
                  <a:lnTo>
                    <a:pt x="598942" y="42606"/>
                  </a:lnTo>
                  <a:close/>
                  <a:moveTo>
                    <a:pt x="487928" y="42606"/>
                  </a:moveTo>
                  <a:lnTo>
                    <a:pt x="487928" y="75410"/>
                  </a:lnTo>
                  <a:lnTo>
                    <a:pt x="537734" y="75410"/>
                  </a:lnTo>
                  <a:lnTo>
                    <a:pt x="537734" y="42606"/>
                  </a:lnTo>
                  <a:close/>
                  <a:moveTo>
                    <a:pt x="681752" y="13802"/>
                  </a:moveTo>
                  <a:cubicBezTo>
                    <a:pt x="689087" y="14335"/>
                    <a:pt x="711589" y="14602"/>
                    <a:pt x="749261" y="14602"/>
                  </a:cubicBezTo>
                  <a:cubicBezTo>
                    <a:pt x="786932" y="14602"/>
                    <a:pt x="808968" y="14335"/>
                    <a:pt x="815369" y="13802"/>
                  </a:cubicBezTo>
                  <a:lnTo>
                    <a:pt x="815369" y="26203"/>
                  </a:lnTo>
                  <a:cubicBezTo>
                    <a:pt x="810835" y="27004"/>
                    <a:pt x="806101" y="29337"/>
                    <a:pt x="801167" y="33204"/>
                  </a:cubicBezTo>
                  <a:lnTo>
                    <a:pt x="756562" y="68009"/>
                  </a:lnTo>
                  <a:lnTo>
                    <a:pt x="756562" y="81810"/>
                  </a:lnTo>
                  <a:cubicBezTo>
                    <a:pt x="794700" y="81810"/>
                    <a:pt x="822237" y="81144"/>
                    <a:pt x="839172" y="79810"/>
                  </a:cubicBezTo>
                  <a:lnTo>
                    <a:pt x="839172" y="94812"/>
                  </a:lnTo>
                  <a:cubicBezTo>
                    <a:pt x="822237" y="93479"/>
                    <a:pt x="794700" y="92812"/>
                    <a:pt x="756562" y="92812"/>
                  </a:cubicBezTo>
                  <a:lnTo>
                    <a:pt x="756562" y="164421"/>
                  </a:lnTo>
                  <a:cubicBezTo>
                    <a:pt x="756562" y="168421"/>
                    <a:pt x="755662" y="171555"/>
                    <a:pt x="753861" y="173822"/>
                  </a:cubicBezTo>
                  <a:cubicBezTo>
                    <a:pt x="752061" y="176089"/>
                    <a:pt x="748361" y="177889"/>
                    <a:pt x="742760" y="179223"/>
                  </a:cubicBezTo>
                  <a:cubicBezTo>
                    <a:pt x="737159" y="180556"/>
                    <a:pt x="728758" y="181290"/>
                    <a:pt x="717557" y="181423"/>
                  </a:cubicBezTo>
                  <a:cubicBezTo>
                    <a:pt x="718090" y="174622"/>
                    <a:pt x="716090" y="168821"/>
                    <a:pt x="711556" y="164021"/>
                  </a:cubicBezTo>
                  <a:cubicBezTo>
                    <a:pt x="720491" y="165488"/>
                    <a:pt x="727125" y="166221"/>
                    <a:pt x="731459" y="166221"/>
                  </a:cubicBezTo>
                  <a:cubicBezTo>
                    <a:pt x="735792" y="166221"/>
                    <a:pt x="738893" y="165554"/>
                    <a:pt x="740760" y="164221"/>
                  </a:cubicBezTo>
                  <a:cubicBezTo>
                    <a:pt x="742627" y="162887"/>
                    <a:pt x="743560" y="159954"/>
                    <a:pt x="743560" y="155420"/>
                  </a:cubicBezTo>
                  <a:lnTo>
                    <a:pt x="743560" y="92812"/>
                  </a:lnTo>
                  <a:cubicBezTo>
                    <a:pt x="700488" y="92812"/>
                    <a:pt x="671684" y="93479"/>
                    <a:pt x="657149" y="94812"/>
                  </a:cubicBezTo>
                  <a:lnTo>
                    <a:pt x="657149" y="79810"/>
                  </a:lnTo>
                  <a:cubicBezTo>
                    <a:pt x="671684" y="81144"/>
                    <a:pt x="700488" y="81810"/>
                    <a:pt x="743560" y="81810"/>
                  </a:cubicBezTo>
                  <a:lnTo>
                    <a:pt x="743560" y="63008"/>
                  </a:lnTo>
                  <a:lnTo>
                    <a:pt x="792366" y="25403"/>
                  </a:lnTo>
                  <a:lnTo>
                    <a:pt x="724758" y="25403"/>
                  </a:lnTo>
                  <a:cubicBezTo>
                    <a:pt x="705289" y="25403"/>
                    <a:pt x="690954" y="25737"/>
                    <a:pt x="681752" y="26403"/>
                  </a:cubicBezTo>
                  <a:close/>
                  <a:moveTo>
                    <a:pt x="215027" y="13802"/>
                  </a:moveTo>
                  <a:cubicBezTo>
                    <a:pt x="222362" y="14335"/>
                    <a:pt x="244864" y="14602"/>
                    <a:pt x="282536" y="14602"/>
                  </a:cubicBezTo>
                  <a:cubicBezTo>
                    <a:pt x="320207" y="14602"/>
                    <a:pt x="342243" y="14335"/>
                    <a:pt x="348644" y="13802"/>
                  </a:cubicBezTo>
                  <a:lnTo>
                    <a:pt x="348644" y="26203"/>
                  </a:lnTo>
                  <a:cubicBezTo>
                    <a:pt x="344110" y="27004"/>
                    <a:pt x="339376" y="29337"/>
                    <a:pt x="334442" y="33204"/>
                  </a:cubicBezTo>
                  <a:lnTo>
                    <a:pt x="289837" y="68009"/>
                  </a:lnTo>
                  <a:lnTo>
                    <a:pt x="289837" y="81810"/>
                  </a:lnTo>
                  <a:cubicBezTo>
                    <a:pt x="327975" y="81810"/>
                    <a:pt x="355512" y="81144"/>
                    <a:pt x="372447" y="79810"/>
                  </a:cubicBezTo>
                  <a:lnTo>
                    <a:pt x="372447" y="94812"/>
                  </a:lnTo>
                  <a:cubicBezTo>
                    <a:pt x="355512" y="93479"/>
                    <a:pt x="327975" y="92812"/>
                    <a:pt x="289837" y="92812"/>
                  </a:cubicBezTo>
                  <a:lnTo>
                    <a:pt x="289837" y="164421"/>
                  </a:lnTo>
                  <a:cubicBezTo>
                    <a:pt x="289837" y="168421"/>
                    <a:pt x="288937" y="171555"/>
                    <a:pt x="287136" y="173822"/>
                  </a:cubicBezTo>
                  <a:cubicBezTo>
                    <a:pt x="285336" y="176089"/>
                    <a:pt x="281636" y="177889"/>
                    <a:pt x="276035" y="179223"/>
                  </a:cubicBezTo>
                  <a:cubicBezTo>
                    <a:pt x="270434" y="180556"/>
                    <a:pt x="262033" y="181290"/>
                    <a:pt x="250832" y="181423"/>
                  </a:cubicBezTo>
                  <a:cubicBezTo>
                    <a:pt x="251365" y="174622"/>
                    <a:pt x="249365" y="168821"/>
                    <a:pt x="244831" y="164021"/>
                  </a:cubicBezTo>
                  <a:cubicBezTo>
                    <a:pt x="253765" y="165488"/>
                    <a:pt x="260400" y="166221"/>
                    <a:pt x="264734" y="166221"/>
                  </a:cubicBezTo>
                  <a:cubicBezTo>
                    <a:pt x="269067" y="166221"/>
                    <a:pt x="272168" y="165554"/>
                    <a:pt x="274035" y="164221"/>
                  </a:cubicBezTo>
                  <a:cubicBezTo>
                    <a:pt x="275902" y="162887"/>
                    <a:pt x="276835" y="159954"/>
                    <a:pt x="276835" y="155420"/>
                  </a:cubicBezTo>
                  <a:lnTo>
                    <a:pt x="276835" y="92812"/>
                  </a:lnTo>
                  <a:cubicBezTo>
                    <a:pt x="233763" y="92812"/>
                    <a:pt x="204959" y="93479"/>
                    <a:pt x="190424" y="94812"/>
                  </a:cubicBezTo>
                  <a:lnTo>
                    <a:pt x="190424" y="79810"/>
                  </a:lnTo>
                  <a:cubicBezTo>
                    <a:pt x="204959" y="81144"/>
                    <a:pt x="233763" y="81810"/>
                    <a:pt x="276835" y="81810"/>
                  </a:cubicBezTo>
                  <a:lnTo>
                    <a:pt x="276835" y="63008"/>
                  </a:lnTo>
                  <a:lnTo>
                    <a:pt x="325641" y="25403"/>
                  </a:lnTo>
                  <a:lnTo>
                    <a:pt x="258033" y="25403"/>
                  </a:lnTo>
                  <a:cubicBezTo>
                    <a:pt x="238564" y="25403"/>
                    <a:pt x="224228" y="25737"/>
                    <a:pt x="215027" y="26403"/>
                  </a:cubicBezTo>
                  <a:close/>
                  <a:moveTo>
                    <a:pt x="1071001" y="12002"/>
                  </a:moveTo>
                  <a:cubicBezTo>
                    <a:pt x="1086336" y="13202"/>
                    <a:pt x="1111206" y="13802"/>
                    <a:pt x="1145610" y="13802"/>
                  </a:cubicBezTo>
                  <a:cubicBezTo>
                    <a:pt x="1180015" y="13802"/>
                    <a:pt x="1206085" y="13202"/>
                    <a:pt x="1223820" y="12002"/>
                  </a:cubicBezTo>
                  <a:lnTo>
                    <a:pt x="1223820" y="26604"/>
                  </a:lnTo>
                  <a:cubicBezTo>
                    <a:pt x="1209018" y="25403"/>
                    <a:pt x="1183549" y="24803"/>
                    <a:pt x="1147411" y="24803"/>
                  </a:cubicBezTo>
                  <a:cubicBezTo>
                    <a:pt x="1111273" y="24803"/>
                    <a:pt x="1085803" y="25403"/>
                    <a:pt x="1071001" y="26604"/>
                  </a:cubicBezTo>
                  <a:close/>
                  <a:moveTo>
                    <a:pt x="939385" y="3601"/>
                  </a:moveTo>
                  <a:cubicBezTo>
                    <a:pt x="944185" y="4934"/>
                    <a:pt x="949586" y="5601"/>
                    <a:pt x="955587" y="5601"/>
                  </a:cubicBezTo>
                  <a:cubicBezTo>
                    <a:pt x="957720" y="5601"/>
                    <a:pt x="958787" y="6001"/>
                    <a:pt x="958787" y="6801"/>
                  </a:cubicBezTo>
                  <a:cubicBezTo>
                    <a:pt x="958787" y="7601"/>
                    <a:pt x="958087" y="8435"/>
                    <a:pt x="956687" y="9301"/>
                  </a:cubicBezTo>
                  <a:cubicBezTo>
                    <a:pt x="955287" y="10168"/>
                    <a:pt x="954387" y="11735"/>
                    <a:pt x="953986" y="14002"/>
                  </a:cubicBezTo>
                  <a:cubicBezTo>
                    <a:pt x="953586" y="16269"/>
                    <a:pt x="953386" y="20003"/>
                    <a:pt x="953386" y="25203"/>
                  </a:cubicBezTo>
                  <a:lnTo>
                    <a:pt x="953386" y="36605"/>
                  </a:lnTo>
                  <a:cubicBezTo>
                    <a:pt x="983257" y="36605"/>
                    <a:pt x="1002526" y="36205"/>
                    <a:pt x="1011194" y="35405"/>
                  </a:cubicBezTo>
                  <a:lnTo>
                    <a:pt x="1011194" y="47806"/>
                  </a:lnTo>
                  <a:cubicBezTo>
                    <a:pt x="1003059" y="47006"/>
                    <a:pt x="983790" y="46606"/>
                    <a:pt x="953386" y="46606"/>
                  </a:cubicBezTo>
                  <a:lnTo>
                    <a:pt x="953386" y="79010"/>
                  </a:lnTo>
                  <a:cubicBezTo>
                    <a:pt x="989658" y="79010"/>
                    <a:pt x="1015194" y="78610"/>
                    <a:pt x="1029996" y="77810"/>
                  </a:cubicBezTo>
                  <a:lnTo>
                    <a:pt x="1029996" y="90011"/>
                  </a:lnTo>
                  <a:cubicBezTo>
                    <a:pt x="1015461" y="89211"/>
                    <a:pt x="994792" y="88811"/>
                    <a:pt x="967988" y="88811"/>
                  </a:cubicBezTo>
                  <a:cubicBezTo>
                    <a:pt x="988524" y="120815"/>
                    <a:pt x="1011194" y="142018"/>
                    <a:pt x="1035997" y="152419"/>
                  </a:cubicBezTo>
                  <a:cubicBezTo>
                    <a:pt x="1032130" y="155886"/>
                    <a:pt x="1028662" y="160020"/>
                    <a:pt x="1025595" y="164821"/>
                  </a:cubicBezTo>
                  <a:cubicBezTo>
                    <a:pt x="999325" y="150019"/>
                    <a:pt x="976589" y="124682"/>
                    <a:pt x="957387" y="88811"/>
                  </a:cubicBezTo>
                  <a:lnTo>
                    <a:pt x="953386" y="88811"/>
                  </a:lnTo>
                  <a:lnTo>
                    <a:pt x="953386" y="144418"/>
                  </a:lnTo>
                  <a:cubicBezTo>
                    <a:pt x="953386" y="156286"/>
                    <a:pt x="954053" y="168888"/>
                    <a:pt x="955387" y="182223"/>
                  </a:cubicBezTo>
                  <a:lnTo>
                    <a:pt x="939385" y="182223"/>
                  </a:lnTo>
                  <a:cubicBezTo>
                    <a:pt x="940585" y="169288"/>
                    <a:pt x="941185" y="156686"/>
                    <a:pt x="941185" y="144418"/>
                  </a:cubicBezTo>
                  <a:lnTo>
                    <a:pt x="941185" y="88811"/>
                  </a:lnTo>
                  <a:lnTo>
                    <a:pt x="934384" y="88811"/>
                  </a:lnTo>
                  <a:cubicBezTo>
                    <a:pt x="924649" y="107614"/>
                    <a:pt x="914782" y="122882"/>
                    <a:pt x="904780" y="134617"/>
                  </a:cubicBezTo>
                  <a:cubicBezTo>
                    <a:pt x="894779" y="146352"/>
                    <a:pt x="881977" y="157887"/>
                    <a:pt x="866375" y="169221"/>
                  </a:cubicBezTo>
                  <a:cubicBezTo>
                    <a:pt x="864375" y="164287"/>
                    <a:pt x="860508" y="160687"/>
                    <a:pt x="854774" y="158420"/>
                  </a:cubicBezTo>
                  <a:cubicBezTo>
                    <a:pt x="869709" y="149352"/>
                    <a:pt x="882444" y="139484"/>
                    <a:pt x="892979" y="128816"/>
                  </a:cubicBezTo>
                  <a:cubicBezTo>
                    <a:pt x="903513" y="118148"/>
                    <a:pt x="913648" y="104813"/>
                    <a:pt x="923383" y="88811"/>
                  </a:cubicBezTo>
                  <a:cubicBezTo>
                    <a:pt x="898313" y="88811"/>
                    <a:pt x="878044" y="89211"/>
                    <a:pt x="862575" y="90011"/>
                  </a:cubicBezTo>
                  <a:lnTo>
                    <a:pt x="862575" y="77810"/>
                  </a:lnTo>
                  <a:cubicBezTo>
                    <a:pt x="873643" y="78610"/>
                    <a:pt x="899846" y="79010"/>
                    <a:pt x="941185" y="79010"/>
                  </a:cubicBezTo>
                  <a:lnTo>
                    <a:pt x="941185" y="46606"/>
                  </a:lnTo>
                  <a:cubicBezTo>
                    <a:pt x="910248" y="46606"/>
                    <a:pt x="890312" y="47006"/>
                    <a:pt x="881377" y="47806"/>
                  </a:cubicBezTo>
                  <a:lnTo>
                    <a:pt x="881377" y="35405"/>
                  </a:lnTo>
                  <a:cubicBezTo>
                    <a:pt x="889912" y="36205"/>
                    <a:pt x="909848" y="36605"/>
                    <a:pt x="941185" y="36605"/>
                  </a:cubicBezTo>
                  <a:cubicBezTo>
                    <a:pt x="941185" y="22203"/>
                    <a:pt x="940585" y="11202"/>
                    <a:pt x="939385" y="3601"/>
                  </a:cubicBezTo>
                  <a:close/>
                  <a:moveTo>
                    <a:pt x="1339835" y="1400"/>
                  </a:moveTo>
                  <a:cubicBezTo>
                    <a:pt x="1345035" y="2867"/>
                    <a:pt x="1350836" y="3601"/>
                    <a:pt x="1357237" y="3601"/>
                  </a:cubicBezTo>
                  <a:cubicBezTo>
                    <a:pt x="1359104" y="3601"/>
                    <a:pt x="1360037" y="4267"/>
                    <a:pt x="1360037" y="5601"/>
                  </a:cubicBezTo>
                  <a:cubicBezTo>
                    <a:pt x="1360037" y="6534"/>
                    <a:pt x="1359504" y="7334"/>
                    <a:pt x="1358437" y="8001"/>
                  </a:cubicBezTo>
                  <a:cubicBezTo>
                    <a:pt x="1355637" y="9601"/>
                    <a:pt x="1354237" y="12935"/>
                    <a:pt x="1354237" y="18002"/>
                  </a:cubicBezTo>
                  <a:lnTo>
                    <a:pt x="1354237" y="72809"/>
                  </a:lnTo>
                  <a:lnTo>
                    <a:pt x="1402643" y="72809"/>
                  </a:lnTo>
                  <a:lnTo>
                    <a:pt x="1402643" y="37605"/>
                  </a:lnTo>
                  <a:cubicBezTo>
                    <a:pt x="1402643" y="30404"/>
                    <a:pt x="1402042" y="24070"/>
                    <a:pt x="1400842" y="18603"/>
                  </a:cubicBezTo>
                  <a:cubicBezTo>
                    <a:pt x="1405243" y="19669"/>
                    <a:pt x="1408977" y="20203"/>
                    <a:pt x="1412044" y="20203"/>
                  </a:cubicBezTo>
                  <a:lnTo>
                    <a:pt x="1416644" y="20003"/>
                  </a:lnTo>
                  <a:cubicBezTo>
                    <a:pt x="1418511" y="20003"/>
                    <a:pt x="1419445" y="20436"/>
                    <a:pt x="1419445" y="21303"/>
                  </a:cubicBezTo>
                  <a:cubicBezTo>
                    <a:pt x="1419445" y="22170"/>
                    <a:pt x="1418945" y="23103"/>
                    <a:pt x="1417944" y="24103"/>
                  </a:cubicBezTo>
                  <a:cubicBezTo>
                    <a:pt x="1416944" y="25103"/>
                    <a:pt x="1416244" y="26670"/>
                    <a:pt x="1415844" y="28804"/>
                  </a:cubicBezTo>
                  <a:cubicBezTo>
                    <a:pt x="1415444" y="30937"/>
                    <a:pt x="1415244" y="33938"/>
                    <a:pt x="1415244" y="37805"/>
                  </a:cubicBezTo>
                  <a:lnTo>
                    <a:pt x="1415244" y="65608"/>
                  </a:lnTo>
                  <a:cubicBezTo>
                    <a:pt x="1415244" y="73209"/>
                    <a:pt x="1415511" y="79743"/>
                    <a:pt x="1416044" y="85211"/>
                  </a:cubicBezTo>
                  <a:cubicBezTo>
                    <a:pt x="1399642" y="84011"/>
                    <a:pt x="1379040" y="83411"/>
                    <a:pt x="1354237" y="83411"/>
                  </a:cubicBezTo>
                  <a:lnTo>
                    <a:pt x="1354237" y="157420"/>
                  </a:lnTo>
                  <a:lnTo>
                    <a:pt x="1411644" y="157420"/>
                  </a:lnTo>
                  <a:lnTo>
                    <a:pt x="1411644" y="125616"/>
                  </a:lnTo>
                  <a:cubicBezTo>
                    <a:pt x="1411644" y="118415"/>
                    <a:pt x="1411244" y="112081"/>
                    <a:pt x="1410444" y="106614"/>
                  </a:cubicBezTo>
                  <a:cubicBezTo>
                    <a:pt x="1413644" y="107414"/>
                    <a:pt x="1416444" y="107847"/>
                    <a:pt x="1418845" y="107914"/>
                  </a:cubicBezTo>
                  <a:cubicBezTo>
                    <a:pt x="1421245" y="107980"/>
                    <a:pt x="1423412" y="108014"/>
                    <a:pt x="1425345" y="108014"/>
                  </a:cubicBezTo>
                  <a:cubicBezTo>
                    <a:pt x="1427279" y="108014"/>
                    <a:pt x="1428246" y="108414"/>
                    <a:pt x="1428246" y="109214"/>
                  </a:cubicBezTo>
                  <a:cubicBezTo>
                    <a:pt x="1428246" y="110014"/>
                    <a:pt x="1427579" y="110914"/>
                    <a:pt x="1426245" y="111914"/>
                  </a:cubicBezTo>
                  <a:cubicBezTo>
                    <a:pt x="1424912" y="112914"/>
                    <a:pt x="1424245" y="115281"/>
                    <a:pt x="1424245" y="119015"/>
                  </a:cubicBezTo>
                  <a:lnTo>
                    <a:pt x="1424245" y="159820"/>
                  </a:lnTo>
                  <a:cubicBezTo>
                    <a:pt x="1424245" y="167554"/>
                    <a:pt x="1424512" y="174822"/>
                    <a:pt x="1425045" y="181623"/>
                  </a:cubicBezTo>
                  <a:lnTo>
                    <a:pt x="1411644" y="181623"/>
                  </a:lnTo>
                  <a:lnTo>
                    <a:pt x="1411644" y="168221"/>
                  </a:lnTo>
                  <a:lnTo>
                    <a:pt x="1338234" y="168221"/>
                  </a:lnTo>
                  <a:cubicBezTo>
                    <a:pt x="1308764" y="168221"/>
                    <a:pt x="1285495" y="169088"/>
                    <a:pt x="1268426" y="170822"/>
                  </a:cubicBezTo>
                  <a:cubicBezTo>
                    <a:pt x="1269093" y="165621"/>
                    <a:pt x="1269426" y="160220"/>
                    <a:pt x="1269426" y="154620"/>
                  </a:cubicBezTo>
                  <a:lnTo>
                    <a:pt x="1269426" y="121615"/>
                  </a:lnTo>
                  <a:cubicBezTo>
                    <a:pt x="1269426" y="114281"/>
                    <a:pt x="1269159" y="109214"/>
                    <a:pt x="1268626" y="106413"/>
                  </a:cubicBezTo>
                  <a:cubicBezTo>
                    <a:pt x="1272493" y="107614"/>
                    <a:pt x="1277494" y="108214"/>
                    <a:pt x="1283628" y="108214"/>
                  </a:cubicBezTo>
                  <a:cubicBezTo>
                    <a:pt x="1285495" y="108214"/>
                    <a:pt x="1286428" y="108747"/>
                    <a:pt x="1286428" y="109814"/>
                  </a:cubicBezTo>
                  <a:cubicBezTo>
                    <a:pt x="1286428" y="110881"/>
                    <a:pt x="1285828" y="111747"/>
                    <a:pt x="1284628" y="112414"/>
                  </a:cubicBezTo>
                  <a:cubicBezTo>
                    <a:pt x="1283428" y="113081"/>
                    <a:pt x="1282628" y="114114"/>
                    <a:pt x="1282228" y="115515"/>
                  </a:cubicBezTo>
                  <a:cubicBezTo>
                    <a:pt x="1281827" y="116915"/>
                    <a:pt x="1281627" y="119148"/>
                    <a:pt x="1281627" y="122215"/>
                  </a:cubicBezTo>
                  <a:lnTo>
                    <a:pt x="1281627" y="157420"/>
                  </a:lnTo>
                  <a:lnTo>
                    <a:pt x="1341035" y="157420"/>
                  </a:lnTo>
                  <a:lnTo>
                    <a:pt x="1341035" y="83411"/>
                  </a:lnTo>
                  <a:cubicBezTo>
                    <a:pt x="1307431" y="83677"/>
                    <a:pt x="1286228" y="84411"/>
                    <a:pt x="1277427" y="85611"/>
                  </a:cubicBezTo>
                  <a:cubicBezTo>
                    <a:pt x="1278494" y="79210"/>
                    <a:pt x="1279027" y="73409"/>
                    <a:pt x="1279027" y="68209"/>
                  </a:cubicBezTo>
                  <a:lnTo>
                    <a:pt x="1279027" y="36605"/>
                  </a:lnTo>
                  <a:cubicBezTo>
                    <a:pt x="1279027" y="29671"/>
                    <a:pt x="1278494" y="23803"/>
                    <a:pt x="1277427" y="19003"/>
                  </a:cubicBezTo>
                  <a:cubicBezTo>
                    <a:pt x="1282628" y="21003"/>
                    <a:pt x="1287895" y="22003"/>
                    <a:pt x="1293229" y="22003"/>
                  </a:cubicBezTo>
                  <a:cubicBezTo>
                    <a:pt x="1295362" y="22003"/>
                    <a:pt x="1296429" y="22603"/>
                    <a:pt x="1296429" y="23803"/>
                  </a:cubicBezTo>
                  <a:cubicBezTo>
                    <a:pt x="1296429" y="24603"/>
                    <a:pt x="1295762" y="25337"/>
                    <a:pt x="1294429" y="26003"/>
                  </a:cubicBezTo>
                  <a:cubicBezTo>
                    <a:pt x="1292029" y="27337"/>
                    <a:pt x="1290829" y="30271"/>
                    <a:pt x="1290829" y="34805"/>
                  </a:cubicBezTo>
                  <a:lnTo>
                    <a:pt x="1290829" y="72809"/>
                  </a:lnTo>
                  <a:lnTo>
                    <a:pt x="1341035" y="72809"/>
                  </a:lnTo>
                  <a:lnTo>
                    <a:pt x="1341035" y="27604"/>
                  </a:lnTo>
                  <a:cubicBezTo>
                    <a:pt x="1341035" y="16936"/>
                    <a:pt x="1340635" y="8201"/>
                    <a:pt x="1339835" y="1400"/>
                  </a:cubicBezTo>
                  <a:close/>
                  <a:moveTo>
                    <a:pt x="62408" y="600"/>
                  </a:moveTo>
                  <a:cubicBezTo>
                    <a:pt x="66409" y="4067"/>
                    <a:pt x="70476" y="6468"/>
                    <a:pt x="74610" y="7801"/>
                  </a:cubicBezTo>
                  <a:cubicBezTo>
                    <a:pt x="76077" y="8201"/>
                    <a:pt x="76810" y="8868"/>
                    <a:pt x="76810" y="9801"/>
                  </a:cubicBezTo>
                  <a:cubicBezTo>
                    <a:pt x="76810" y="10735"/>
                    <a:pt x="76077" y="11402"/>
                    <a:pt x="74610" y="11802"/>
                  </a:cubicBezTo>
                  <a:cubicBezTo>
                    <a:pt x="71676" y="12468"/>
                    <a:pt x="67142" y="15602"/>
                    <a:pt x="61008" y="21203"/>
                  </a:cubicBezTo>
                  <a:lnTo>
                    <a:pt x="100213" y="21203"/>
                  </a:lnTo>
                  <a:cubicBezTo>
                    <a:pt x="120215" y="21203"/>
                    <a:pt x="134484" y="20669"/>
                    <a:pt x="143018" y="19603"/>
                  </a:cubicBezTo>
                  <a:cubicBezTo>
                    <a:pt x="126216" y="41072"/>
                    <a:pt x="108947" y="58007"/>
                    <a:pt x="91212" y="70409"/>
                  </a:cubicBezTo>
                  <a:cubicBezTo>
                    <a:pt x="73476" y="82811"/>
                    <a:pt x="46273" y="94012"/>
                    <a:pt x="9602" y="104013"/>
                  </a:cubicBezTo>
                  <a:cubicBezTo>
                    <a:pt x="8001" y="98946"/>
                    <a:pt x="4801" y="94545"/>
                    <a:pt x="0" y="90812"/>
                  </a:cubicBezTo>
                  <a:cubicBezTo>
                    <a:pt x="24270" y="88145"/>
                    <a:pt x="47073" y="81610"/>
                    <a:pt x="68409" y="71209"/>
                  </a:cubicBezTo>
                  <a:cubicBezTo>
                    <a:pt x="60275" y="63608"/>
                    <a:pt x="51940" y="57207"/>
                    <a:pt x="43406" y="52007"/>
                  </a:cubicBezTo>
                  <a:lnTo>
                    <a:pt x="53407" y="43006"/>
                  </a:lnTo>
                  <a:cubicBezTo>
                    <a:pt x="63275" y="50607"/>
                    <a:pt x="71609" y="58141"/>
                    <a:pt x="78410" y="65608"/>
                  </a:cubicBezTo>
                  <a:cubicBezTo>
                    <a:pt x="95879" y="54674"/>
                    <a:pt x="109147" y="43206"/>
                    <a:pt x="118215" y="31204"/>
                  </a:cubicBezTo>
                  <a:lnTo>
                    <a:pt x="50607" y="31204"/>
                  </a:lnTo>
                  <a:cubicBezTo>
                    <a:pt x="39672" y="40405"/>
                    <a:pt x="27271" y="48940"/>
                    <a:pt x="13402" y="56807"/>
                  </a:cubicBezTo>
                  <a:cubicBezTo>
                    <a:pt x="11669" y="53340"/>
                    <a:pt x="8201" y="50273"/>
                    <a:pt x="3001" y="47606"/>
                  </a:cubicBezTo>
                  <a:cubicBezTo>
                    <a:pt x="16469" y="42272"/>
                    <a:pt x="28537" y="35371"/>
                    <a:pt x="39205" y="26904"/>
                  </a:cubicBezTo>
                  <a:cubicBezTo>
                    <a:pt x="49873" y="18436"/>
                    <a:pt x="57608" y="9668"/>
                    <a:pt x="62408" y="600"/>
                  </a:cubicBezTo>
                  <a:close/>
                  <a:moveTo>
                    <a:pt x="535534" y="0"/>
                  </a:moveTo>
                  <a:cubicBezTo>
                    <a:pt x="541535" y="800"/>
                    <a:pt x="547402" y="1200"/>
                    <a:pt x="553136" y="1200"/>
                  </a:cubicBezTo>
                  <a:cubicBezTo>
                    <a:pt x="555537" y="1200"/>
                    <a:pt x="556737" y="1767"/>
                    <a:pt x="556737" y="2901"/>
                  </a:cubicBezTo>
                  <a:cubicBezTo>
                    <a:pt x="556737" y="4034"/>
                    <a:pt x="556070" y="4867"/>
                    <a:pt x="554736" y="5401"/>
                  </a:cubicBezTo>
                  <a:cubicBezTo>
                    <a:pt x="553403" y="5934"/>
                    <a:pt x="552336" y="6934"/>
                    <a:pt x="551536" y="8401"/>
                  </a:cubicBezTo>
                  <a:cubicBezTo>
                    <a:pt x="550736" y="9868"/>
                    <a:pt x="550336" y="11202"/>
                    <a:pt x="550336" y="12402"/>
                  </a:cubicBezTo>
                  <a:lnTo>
                    <a:pt x="550336" y="32604"/>
                  </a:lnTo>
                  <a:cubicBezTo>
                    <a:pt x="579140" y="32471"/>
                    <a:pt x="600009" y="31671"/>
                    <a:pt x="612944" y="30204"/>
                  </a:cubicBezTo>
                  <a:cubicBezTo>
                    <a:pt x="612010" y="35671"/>
                    <a:pt x="611544" y="43206"/>
                    <a:pt x="611544" y="52807"/>
                  </a:cubicBezTo>
                  <a:lnTo>
                    <a:pt x="611544" y="111814"/>
                  </a:lnTo>
                  <a:cubicBezTo>
                    <a:pt x="611544" y="121282"/>
                    <a:pt x="612210" y="130817"/>
                    <a:pt x="613544" y="140418"/>
                  </a:cubicBezTo>
                  <a:lnTo>
                    <a:pt x="598942" y="140418"/>
                  </a:lnTo>
                  <a:lnTo>
                    <a:pt x="598942" y="126016"/>
                  </a:lnTo>
                  <a:lnTo>
                    <a:pt x="550336" y="126016"/>
                  </a:lnTo>
                  <a:lnTo>
                    <a:pt x="550336" y="154019"/>
                  </a:lnTo>
                  <a:cubicBezTo>
                    <a:pt x="550336" y="158420"/>
                    <a:pt x="550769" y="161620"/>
                    <a:pt x="551636" y="163621"/>
                  </a:cubicBezTo>
                  <a:cubicBezTo>
                    <a:pt x="552503" y="165621"/>
                    <a:pt x="554403" y="167054"/>
                    <a:pt x="557337" y="167921"/>
                  </a:cubicBezTo>
                  <a:cubicBezTo>
                    <a:pt x="560270" y="168788"/>
                    <a:pt x="565004" y="169221"/>
                    <a:pt x="571539" y="169221"/>
                  </a:cubicBezTo>
                  <a:lnTo>
                    <a:pt x="603143" y="169021"/>
                  </a:lnTo>
                  <a:cubicBezTo>
                    <a:pt x="611144" y="169021"/>
                    <a:pt x="616511" y="166621"/>
                    <a:pt x="619245" y="161820"/>
                  </a:cubicBezTo>
                  <a:cubicBezTo>
                    <a:pt x="621978" y="157020"/>
                    <a:pt x="623945" y="149752"/>
                    <a:pt x="625145" y="140018"/>
                  </a:cubicBezTo>
                  <a:cubicBezTo>
                    <a:pt x="628212" y="143618"/>
                    <a:pt x="632746" y="146352"/>
                    <a:pt x="638747" y="148219"/>
                  </a:cubicBezTo>
                  <a:cubicBezTo>
                    <a:pt x="635547" y="160620"/>
                    <a:pt x="631579" y="169155"/>
                    <a:pt x="626846" y="173822"/>
                  </a:cubicBezTo>
                  <a:cubicBezTo>
                    <a:pt x="622112" y="178489"/>
                    <a:pt x="614277" y="180823"/>
                    <a:pt x="603343" y="180823"/>
                  </a:cubicBezTo>
                  <a:lnTo>
                    <a:pt x="571739" y="180623"/>
                  </a:lnTo>
                  <a:cubicBezTo>
                    <a:pt x="561204" y="180623"/>
                    <a:pt x="553603" y="179889"/>
                    <a:pt x="548936" y="178422"/>
                  </a:cubicBezTo>
                  <a:cubicBezTo>
                    <a:pt x="544268" y="176956"/>
                    <a:pt x="541235" y="174389"/>
                    <a:pt x="539835" y="170722"/>
                  </a:cubicBezTo>
                  <a:cubicBezTo>
                    <a:pt x="538434" y="167054"/>
                    <a:pt x="537734" y="161087"/>
                    <a:pt x="537734" y="152819"/>
                  </a:cubicBezTo>
                  <a:lnTo>
                    <a:pt x="537734" y="126016"/>
                  </a:lnTo>
                  <a:lnTo>
                    <a:pt x="487928" y="126016"/>
                  </a:lnTo>
                  <a:lnTo>
                    <a:pt x="487928" y="144418"/>
                  </a:lnTo>
                  <a:lnTo>
                    <a:pt x="473926" y="144418"/>
                  </a:lnTo>
                  <a:cubicBezTo>
                    <a:pt x="475393" y="134817"/>
                    <a:pt x="476127" y="124616"/>
                    <a:pt x="476127" y="113814"/>
                  </a:cubicBezTo>
                  <a:lnTo>
                    <a:pt x="476127" y="52807"/>
                  </a:lnTo>
                  <a:cubicBezTo>
                    <a:pt x="476127" y="44006"/>
                    <a:pt x="475660" y="36471"/>
                    <a:pt x="474726" y="30204"/>
                  </a:cubicBezTo>
                  <a:cubicBezTo>
                    <a:pt x="488328" y="31671"/>
                    <a:pt x="509331" y="32471"/>
                    <a:pt x="537734" y="32604"/>
                  </a:cubicBezTo>
                  <a:cubicBezTo>
                    <a:pt x="537734" y="17802"/>
                    <a:pt x="537001" y="6934"/>
                    <a:pt x="535534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60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45676BA-0792-4C88-BCDB-025D1E6DC9F3}"/>
                </a:ext>
              </a:extLst>
            </p:cNvPr>
            <p:cNvSpPr txBox="1"/>
            <p:nvPr/>
          </p:nvSpPr>
          <p:spPr>
            <a:xfrm>
              <a:off x="8837278" y="3492898"/>
              <a:ext cx="1281152" cy="167044"/>
            </a:xfrm>
            <a:custGeom>
              <a:avLst/>
              <a:gdLst/>
              <a:ahLst/>
              <a:cxnLst/>
              <a:rect l="l" t="t" r="r" b="b"/>
              <a:pathLst>
                <a:path w="1428246" h="186223">
                  <a:moveTo>
                    <a:pt x="488528" y="100212"/>
                  </a:moveTo>
                  <a:cubicBezTo>
                    <a:pt x="505597" y="101279"/>
                    <a:pt x="526533" y="101813"/>
                    <a:pt x="551336" y="101813"/>
                  </a:cubicBezTo>
                  <a:cubicBezTo>
                    <a:pt x="576139" y="101813"/>
                    <a:pt x="595208" y="101279"/>
                    <a:pt x="608543" y="100212"/>
                  </a:cubicBezTo>
                  <a:lnTo>
                    <a:pt x="608543" y="113414"/>
                  </a:lnTo>
                  <a:cubicBezTo>
                    <a:pt x="596675" y="112347"/>
                    <a:pt x="578673" y="111814"/>
                    <a:pt x="554536" y="111814"/>
                  </a:cubicBezTo>
                  <a:lnTo>
                    <a:pt x="554536" y="165420"/>
                  </a:lnTo>
                  <a:cubicBezTo>
                    <a:pt x="592541" y="165420"/>
                    <a:pt x="619278" y="164887"/>
                    <a:pt x="634746" y="163820"/>
                  </a:cubicBezTo>
                  <a:lnTo>
                    <a:pt x="634746" y="177022"/>
                  </a:lnTo>
                  <a:cubicBezTo>
                    <a:pt x="618878" y="175955"/>
                    <a:pt x="592741" y="175422"/>
                    <a:pt x="556337" y="175422"/>
                  </a:cubicBezTo>
                  <a:cubicBezTo>
                    <a:pt x="519932" y="175422"/>
                    <a:pt x="488861" y="175955"/>
                    <a:pt x="463125" y="177022"/>
                  </a:cubicBezTo>
                  <a:lnTo>
                    <a:pt x="463125" y="163820"/>
                  </a:lnTo>
                  <a:cubicBezTo>
                    <a:pt x="482994" y="164887"/>
                    <a:pt x="509264" y="165420"/>
                    <a:pt x="541935" y="165420"/>
                  </a:cubicBezTo>
                  <a:lnTo>
                    <a:pt x="541935" y="111814"/>
                  </a:lnTo>
                  <a:cubicBezTo>
                    <a:pt x="516598" y="112080"/>
                    <a:pt x="498796" y="112614"/>
                    <a:pt x="488528" y="113414"/>
                  </a:cubicBezTo>
                  <a:close/>
                  <a:moveTo>
                    <a:pt x="1153611" y="97412"/>
                  </a:moveTo>
                  <a:lnTo>
                    <a:pt x="1153611" y="129816"/>
                  </a:lnTo>
                  <a:lnTo>
                    <a:pt x="1184815" y="129816"/>
                  </a:lnTo>
                  <a:lnTo>
                    <a:pt x="1184815" y="97412"/>
                  </a:lnTo>
                  <a:close/>
                  <a:moveTo>
                    <a:pt x="1110406" y="97412"/>
                  </a:moveTo>
                  <a:lnTo>
                    <a:pt x="1110406" y="129816"/>
                  </a:lnTo>
                  <a:lnTo>
                    <a:pt x="1142210" y="129816"/>
                  </a:lnTo>
                  <a:lnTo>
                    <a:pt x="1142210" y="97412"/>
                  </a:lnTo>
                  <a:close/>
                  <a:moveTo>
                    <a:pt x="387449" y="94612"/>
                  </a:moveTo>
                  <a:lnTo>
                    <a:pt x="441055" y="94612"/>
                  </a:lnTo>
                  <a:lnTo>
                    <a:pt x="441055" y="106613"/>
                  </a:lnTo>
                  <a:lnTo>
                    <a:pt x="387449" y="106613"/>
                  </a:lnTo>
                  <a:close/>
                  <a:moveTo>
                    <a:pt x="714756" y="72609"/>
                  </a:moveTo>
                  <a:cubicBezTo>
                    <a:pt x="720090" y="75009"/>
                    <a:pt x="724958" y="76276"/>
                    <a:pt x="729358" y="76409"/>
                  </a:cubicBezTo>
                  <a:cubicBezTo>
                    <a:pt x="731225" y="76543"/>
                    <a:pt x="732159" y="77009"/>
                    <a:pt x="732159" y="77810"/>
                  </a:cubicBezTo>
                  <a:cubicBezTo>
                    <a:pt x="732159" y="78610"/>
                    <a:pt x="731559" y="79410"/>
                    <a:pt x="730358" y="80210"/>
                  </a:cubicBezTo>
                  <a:cubicBezTo>
                    <a:pt x="727558" y="82077"/>
                    <a:pt x="725358" y="86811"/>
                    <a:pt x="723757" y="94412"/>
                  </a:cubicBezTo>
                  <a:cubicBezTo>
                    <a:pt x="719490" y="115748"/>
                    <a:pt x="713556" y="132683"/>
                    <a:pt x="705955" y="145218"/>
                  </a:cubicBezTo>
                  <a:cubicBezTo>
                    <a:pt x="698354" y="157753"/>
                    <a:pt x="687086" y="170088"/>
                    <a:pt x="672151" y="182223"/>
                  </a:cubicBezTo>
                  <a:cubicBezTo>
                    <a:pt x="668951" y="177822"/>
                    <a:pt x="664683" y="174755"/>
                    <a:pt x="659349" y="173021"/>
                  </a:cubicBezTo>
                  <a:cubicBezTo>
                    <a:pt x="678285" y="160753"/>
                    <a:pt x="691787" y="146918"/>
                    <a:pt x="699855" y="131516"/>
                  </a:cubicBezTo>
                  <a:cubicBezTo>
                    <a:pt x="707922" y="116114"/>
                    <a:pt x="712889" y="96479"/>
                    <a:pt x="714756" y="72609"/>
                  </a:cubicBezTo>
                  <a:close/>
                  <a:moveTo>
                    <a:pt x="780965" y="70409"/>
                  </a:moveTo>
                  <a:cubicBezTo>
                    <a:pt x="784432" y="121615"/>
                    <a:pt x="803501" y="154952"/>
                    <a:pt x="838172" y="170421"/>
                  </a:cubicBezTo>
                  <a:cubicBezTo>
                    <a:pt x="831904" y="174288"/>
                    <a:pt x="827437" y="178355"/>
                    <a:pt x="824770" y="182623"/>
                  </a:cubicBezTo>
                  <a:cubicBezTo>
                    <a:pt x="809168" y="172355"/>
                    <a:pt x="796800" y="158620"/>
                    <a:pt x="787666" y="141417"/>
                  </a:cubicBezTo>
                  <a:cubicBezTo>
                    <a:pt x="778531" y="124215"/>
                    <a:pt x="772097" y="101613"/>
                    <a:pt x="768363" y="73609"/>
                  </a:cubicBezTo>
                  <a:close/>
                  <a:moveTo>
                    <a:pt x="1066400" y="70009"/>
                  </a:moveTo>
                  <a:cubicBezTo>
                    <a:pt x="1070134" y="71342"/>
                    <a:pt x="1073801" y="72009"/>
                    <a:pt x="1077402" y="72009"/>
                  </a:cubicBezTo>
                  <a:lnTo>
                    <a:pt x="1083402" y="71609"/>
                  </a:lnTo>
                  <a:cubicBezTo>
                    <a:pt x="1085136" y="71609"/>
                    <a:pt x="1086003" y="72409"/>
                    <a:pt x="1086003" y="74009"/>
                  </a:cubicBezTo>
                  <a:cubicBezTo>
                    <a:pt x="1086003" y="75343"/>
                    <a:pt x="1085469" y="76343"/>
                    <a:pt x="1084403" y="77009"/>
                  </a:cubicBezTo>
                  <a:cubicBezTo>
                    <a:pt x="1081469" y="78876"/>
                    <a:pt x="1080002" y="82077"/>
                    <a:pt x="1080002" y="86611"/>
                  </a:cubicBezTo>
                  <a:lnTo>
                    <a:pt x="1080002" y="162620"/>
                  </a:lnTo>
                  <a:lnTo>
                    <a:pt x="1215019" y="160020"/>
                  </a:lnTo>
                  <a:lnTo>
                    <a:pt x="1215019" y="91211"/>
                  </a:lnTo>
                  <a:cubicBezTo>
                    <a:pt x="1215019" y="81477"/>
                    <a:pt x="1214485" y="74476"/>
                    <a:pt x="1213419" y="70209"/>
                  </a:cubicBezTo>
                  <a:cubicBezTo>
                    <a:pt x="1217553" y="71009"/>
                    <a:pt x="1221153" y="71409"/>
                    <a:pt x="1224220" y="71409"/>
                  </a:cubicBezTo>
                  <a:lnTo>
                    <a:pt x="1230421" y="71009"/>
                  </a:lnTo>
                  <a:cubicBezTo>
                    <a:pt x="1232021" y="71009"/>
                    <a:pt x="1232821" y="71675"/>
                    <a:pt x="1232821" y="73009"/>
                  </a:cubicBezTo>
                  <a:cubicBezTo>
                    <a:pt x="1232821" y="73942"/>
                    <a:pt x="1232321" y="74676"/>
                    <a:pt x="1231321" y="75209"/>
                  </a:cubicBezTo>
                  <a:cubicBezTo>
                    <a:pt x="1230321" y="75743"/>
                    <a:pt x="1229454" y="76776"/>
                    <a:pt x="1228721" y="78310"/>
                  </a:cubicBezTo>
                  <a:cubicBezTo>
                    <a:pt x="1227987" y="79843"/>
                    <a:pt x="1227621" y="81343"/>
                    <a:pt x="1227621" y="82810"/>
                  </a:cubicBezTo>
                  <a:lnTo>
                    <a:pt x="1227621" y="160820"/>
                  </a:lnTo>
                  <a:cubicBezTo>
                    <a:pt x="1227621" y="171888"/>
                    <a:pt x="1228087" y="179689"/>
                    <a:pt x="1229021" y="184223"/>
                  </a:cubicBezTo>
                  <a:lnTo>
                    <a:pt x="1215019" y="184223"/>
                  </a:lnTo>
                  <a:lnTo>
                    <a:pt x="1215019" y="169621"/>
                  </a:lnTo>
                  <a:lnTo>
                    <a:pt x="1112406" y="172621"/>
                  </a:lnTo>
                  <a:cubicBezTo>
                    <a:pt x="1086536" y="173288"/>
                    <a:pt x="1071001" y="173955"/>
                    <a:pt x="1065800" y="174622"/>
                  </a:cubicBezTo>
                  <a:cubicBezTo>
                    <a:pt x="1067000" y="165954"/>
                    <a:pt x="1067601" y="155819"/>
                    <a:pt x="1067601" y="144218"/>
                  </a:cubicBezTo>
                  <a:lnTo>
                    <a:pt x="1067601" y="93211"/>
                  </a:lnTo>
                  <a:cubicBezTo>
                    <a:pt x="1067601" y="82010"/>
                    <a:pt x="1067200" y="74276"/>
                    <a:pt x="1066400" y="70009"/>
                  </a:cubicBezTo>
                  <a:close/>
                  <a:moveTo>
                    <a:pt x="110814" y="68008"/>
                  </a:moveTo>
                  <a:cubicBezTo>
                    <a:pt x="114415" y="71609"/>
                    <a:pt x="118282" y="74209"/>
                    <a:pt x="122416" y="75809"/>
                  </a:cubicBezTo>
                  <a:cubicBezTo>
                    <a:pt x="124016" y="76609"/>
                    <a:pt x="124816" y="77509"/>
                    <a:pt x="124816" y="78510"/>
                  </a:cubicBezTo>
                  <a:cubicBezTo>
                    <a:pt x="124816" y="79510"/>
                    <a:pt x="123749" y="80277"/>
                    <a:pt x="121616" y="80810"/>
                  </a:cubicBezTo>
                  <a:cubicBezTo>
                    <a:pt x="118015" y="81743"/>
                    <a:pt x="112214" y="85811"/>
                    <a:pt x="104213" y="93011"/>
                  </a:cubicBezTo>
                  <a:lnTo>
                    <a:pt x="122416" y="93011"/>
                  </a:lnTo>
                  <a:cubicBezTo>
                    <a:pt x="140285" y="93011"/>
                    <a:pt x="154620" y="92545"/>
                    <a:pt x="165421" y="91611"/>
                  </a:cubicBezTo>
                  <a:cubicBezTo>
                    <a:pt x="158754" y="105746"/>
                    <a:pt x="150152" y="118981"/>
                    <a:pt x="139618" y="131316"/>
                  </a:cubicBezTo>
                  <a:cubicBezTo>
                    <a:pt x="129083" y="143651"/>
                    <a:pt x="118048" y="153152"/>
                    <a:pt x="106514" y="159820"/>
                  </a:cubicBezTo>
                  <a:cubicBezTo>
                    <a:pt x="94979" y="166487"/>
                    <a:pt x="82777" y="171788"/>
                    <a:pt x="69909" y="175722"/>
                  </a:cubicBezTo>
                  <a:cubicBezTo>
                    <a:pt x="57041" y="179656"/>
                    <a:pt x="37805" y="183156"/>
                    <a:pt x="12202" y="186223"/>
                  </a:cubicBezTo>
                  <a:cubicBezTo>
                    <a:pt x="10335" y="180622"/>
                    <a:pt x="6468" y="175488"/>
                    <a:pt x="600" y="170821"/>
                  </a:cubicBezTo>
                  <a:cubicBezTo>
                    <a:pt x="24470" y="170688"/>
                    <a:pt x="43306" y="169121"/>
                    <a:pt x="57108" y="166121"/>
                  </a:cubicBezTo>
                  <a:cubicBezTo>
                    <a:pt x="70909" y="163120"/>
                    <a:pt x="83678" y="158553"/>
                    <a:pt x="95412" y="152419"/>
                  </a:cubicBezTo>
                  <a:cubicBezTo>
                    <a:pt x="89678" y="144418"/>
                    <a:pt x="82077" y="137017"/>
                    <a:pt x="72609" y="130216"/>
                  </a:cubicBezTo>
                  <a:lnTo>
                    <a:pt x="82811" y="121015"/>
                  </a:lnTo>
                  <a:cubicBezTo>
                    <a:pt x="90812" y="128349"/>
                    <a:pt x="98213" y="136950"/>
                    <a:pt x="105014" y="146818"/>
                  </a:cubicBezTo>
                  <a:cubicBezTo>
                    <a:pt x="112748" y="141751"/>
                    <a:pt x="120482" y="135050"/>
                    <a:pt x="128216" y="126716"/>
                  </a:cubicBezTo>
                  <a:cubicBezTo>
                    <a:pt x="135951" y="118381"/>
                    <a:pt x="141751" y="110480"/>
                    <a:pt x="145619" y="103013"/>
                  </a:cubicBezTo>
                  <a:lnTo>
                    <a:pt x="93012" y="103013"/>
                  </a:lnTo>
                  <a:cubicBezTo>
                    <a:pt x="77277" y="116481"/>
                    <a:pt x="56207" y="129083"/>
                    <a:pt x="29804" y="140817"/>
                  </a:cubicBezTo>
                  <a:cubicBezTo>
                    <a:pt x="27404" y="136150"/>
                    <a:pt x="23537" y="132350"/>
                    <a:pt x="18203" y="129416"/>
                  </a:cubicBezTo>
                  <a:cubicBezTo>
                    <a:pt x="36338" y="124749"/>
                    <a:pt x="53974" y="116714"/>
                    <a:pt x="71109" y="105313"/>
                  </a:cubicBezTo>
                  <a:cubicBezTo>
                    <a:pt x="88245" y="93912"/>
                    <a:pt x="101480" y="81477"/>
                    <a:pt x="110814" y="68008"/>
                  </a:cubicBezTo>
                  <a:close/>
                  <a:moveTo>
                    <a:pt x="1153611" y="60007"/>
                  </a:moveTo>
                  <a:lnTo>
                    <a:pt x="1153611" y="88011"/>
                  </a:lnTo>
                  <a:lnTo>
                    <a:pt x="1184815" y="88011"/>
                  </a:lnTo>
                  <a:lnTo>
                    <a:pt x="1184815" y="60007"/>
                  </a:lnTo>
                  <a:close/>
                  <a:moveTo>
                    <a:pt x="1110406" y="60007"/>
                  </a:moveTo>
                  <a:lnTo>
                    <a:pt x="1110406" y="88011"/>
                  </a:lnTo>
                  <a:lnTo>
                    <a:pt x="1142210" y="88011"/>
                  </a:lnTo>
                  <a:lnTo>
                    <a:pt x="1142210" y="60007"/>
                  </a:lnTo>
                  <a:close/>
                  <a:moveTo>
                    <a:pt x="571138" y="52006"/>
                  </a:moveTo>
                  <a:cubicBezTo>
                    <a:pt x="593541" y="65741"/>
                    <a:pt x="612077" y="78210"/>
                    <a:pt x="626745" y="89411"/>
                  </a:cubicBezTo>
                  <a:lnTo>
                    <a:pt x="617944" y="99012"/>
                  </a:lnTo>
                  <a:cubicBezTo>
                    <a:pt x="613144" y="94212"/>
                    <a:pt x="605143" y="87911"/>
                    <a:pt x="593941" y="80110"/>
                  </a:cubicBezTo>
                  <a:cubicBezTo>
                    <a:pt x="582740" y="72309"/>
                    <a:pt x="572805" y="66208"/>
                    <a:pt x="564138" y="61808"/>
                  </a:cubicBezTo>
                  <a:close/>
                  <a:moveTo>
                    <a:pt x="521332" y="50406"/>
                  </a:moveTo>
                  <a:cubicBezTo>
                    <a:pt x="523866" y="54007"/>
                    <a:pt x="527133" y="57074"/>
                    <a:pt x="531133" y="59607"/>
                  </a:cubicBezTo>
                  <a:cubicBezTo>
                    <a:pt x="532334" y="60407"/>
                    <a:pt x="532934" y="61107"/>
                    <a:pt x="532934" y="61708"/>
                  </a:cubicBezTo>
                  <a:cubicBezTo>
                    <a:pt x="532934" y="62308"/>
                    <a:pt x="531934" y="62941"/>
                    <a:pt x="529933" y="63608"/>
                  </a:cubicBezTo>
                  <a:cubicBezTo>
                    <a:pt x="526466" y="64675"/>
                    <a:pt x="523532" y="66408"/>
                    <a:pt x="521132" y="68808"/>
                  </a:cubicBezTo>
                  <a:cubicBezTo>
                    <a:pt x="506464" y="81077"/>
                    <a:pt x="491128" y="92411"/>
                    <a:pt x="475126" y="102813"/>
                  </a:cubicBezTo>
                  <a:cubicBezTo>
                    <a:pt x="472993" y="98012"/>
                    <a:pt x="469792" y="94545"/>
                    <a:pt x="465525" y="92411"/>
                  </a:cubicBezTo>
                  <a:cubicBezTo>
                    <a:pt x="475793" y="88144"/>
                    <a:pt x="486028" y="82177"/>
                    <a:pt x="496229" y="74509"/>
                  </a:cubicBezTo>
                  <a:cubicBezTo>
                    <a:pt x="506430" y="66841"/>
                    <a:pt x="514798" y="58807"/>
                    <a:pt x="521332" y="50406"/>
                  </a:cubicBezTo>
                  <a:close/>
                  <a:moveTo>
                    <a:pt x="1097204" y="48606"/>
                  </a:moveTo>
                  <a:cubicBezTo>
                    <a:pt x="1108806" y="49673"/>
                    <a:pt x="1125708" y="50206"/>
                    <a:pt x="1147911" y="50206"/>
                  </a:cubicBezTo>
                  <a:cubicBezTo>
                    <a:pt x="1170113" y="50206"/>
                    <a:pt x="1186949" y="49673"/>
                    <a:pt x="1198417" y="48606"/>
                  </a:cubicBezTo>
                  <a:cubicBezTo>
                    <a:pt x="1197483" y="58474"/>
                    <a:pt x="1197017" y="67608"/>
                    <a:pt x="1197017" y="76009"/>
                  </a:cubicBezTo>
                  <a:lnTo>
                    <a:pt x="1197017" y="113814"/>
                  </a:lnTo>
                  <a:cubicBezTo>
                    <a:pt x="1197017" y="124615"/>
                    <a:pt x="1197483" y="133683"/>
                    <a:pt x="1198417" y="141017"/>
                  </a:cubicBezTo>
                  <a:cubicBezTo>
                    <a:pt x="1190149" y="140084"/>
                    <a:pt x="1173480" y="139617"/>
                    <a:pt x="1148411" y="139617"/>
                  </a:cubicBezTo>
                  <a:cubicBezTo>
                    <a:pt x="1123341" y="139617"/>
                    <a:pt x="1106272" y="140084"/>
                    <a:pt x="1097204" y="141017"/>
                  </a:cubicBezTo>
                  <a:cubicBezTo>
                    <a:pt x="1098138" y="133683"/>
                    <a:pt x="1098604" y="124349"/>
                    <a:pt x="1098604" y="113014"/>
                  </a:cubicBezTo>
                  <a:lnTo>
                    <a:pt x="1098604" y="76009"/>
                  </a:lnTo>
                  <a:cubicBezTo>
                    <a:pt x="1098604" y="65475"/>
                    <a:pt x="1098138" y="56340"/>
                    <a:pt x="1097204" y="48606"/>
                  </a:cubicBezTo>
                  <a:close/>
                  <a:moveTo>
                    <a:pt x="668151" y="38405"/>
                  </a:moveTo>
                  <a:cubicBezTo>
                    <a:pt x="676552" y="39205"/>
                    <a:pt x="701955" y="39605"/>
                    <a:pt x="744360" y="39605"/>
                  </a:cubicBezTo>
                  <a:cubicBezTo>
                    <a:pt x="786765" y="39605"/>
                    <a:pt x="814235" y="39205"/>
                    <a:pt x="826770" y="38405"/>
                  </a:cubicBezTo>
                  <a:lnTo>
                    <a:pt x="826770" y="80210"/>
                  </a:lnTo>
                  <a:lnTo>
                    <a:pt x="814369" y="80210"/>
                  </a:lnTo>
                  <a:lnTo>
                    <a:pt x="814369" y="49406"/>
                  </a:lnTo>
                  <a:lnTo>
                    <a:pt x="679952" y="49406"/>
                  </a:lnTo>
                  <a:lnTo>
                    <a:pt x="679952" y="83010"/>
                  </a:lnTo>
                  <a:lnTo>
                    <a:pt x="668151" y="83010"/>
                  </a:lnTo>
                  <a:close/>
                  <a:moveTo>
                    <a:pt x="215027" y="16802"/>
                  </a:moveTo>
                  <a:cubicBezTo>
                    <a:pt x="222361" y="17335"/>
                    <a:pt x="244864" y="17602"/>
                    <a:pt x="282536" y="17602"/>
                  </a:cubicBezTo>
                  <a:cubicBezTo>
                    <a:pt x="320207" y="17602"/>
                    <a:pt x="342243" y="17335"/>
                    <a:pt x="348644" y="16802"/>
                  </a:cubicBezTo>
                  <a:lnTo>
                    <a:pt x="348644" y="29203"/>
                  </a:lnTo>
                  <a:cubicBezTo>
                    <a:pt x="344110" y="30004"/>
                    <a:pt x="339376" y="32337"/>
                    <a:pt x="334442" y="36204"/>
                  </a:cubicBezTo>
                  <a:lnTo>
                    <a:pt x="289837" y="71009"/>
                  </a:lnTo>
                  <a:lnTo>
                    <a:pt x="289837" y="84810"/>
                  </a:lnTo>
                  <a:cubicBezTo>
                    <a:pt x="327975" y="84810"/>
                    <a:pt x="355511" y="84144"/>
                    <a:pt x="372447" y="82810"/>
                  </a:cubicBezTo>
                  <a:lnTo>
                    <a:pt x="372447" y="97812"/>
                  </a:lnTo>
                  <a:cubicBezTo>
                    <a:pt x="355511" y="96479"/>
                    <a:pt x="327975" y="95812"/>
                    <a:pt x="289837" y="95812"/>
                  </a:cubicBezTo>
                  <a:lnTo>
                    <a:pt x="289837" y="167421"/>
                  </a:lnTo>
                  <a:cubicBezTo>
                    <a:pt x="289837" y="171421"/>
                    <a:pt x="288936" y="174555"/>
                    <a:pt x="287136" y="176822"/>
                  </a:cubicBezTo>
                  <a:cubicBezTo>
                    <a:pt x="285336" y="179089"/>
                    <a:pt x="281636" y="180889"/>
                    <a:pt x="276035" y="182223"/>
                  </a:cubicBezTo>
                  <a:cubicBezTo>
                    <a:pt x="270434" y="183556"/>
                    <a:pt x="262033" y="184290"/>
                    <a:pt x="250832" y="184423"/>
                  </a:cubicBezTo>
                  <a:cubicBezTo>
                    <a:pt x="251365" y="177622"/>
                    <a:pt x="249365" y="171821"/>
                    <a:pt x="244831" y="167021"/>
                  </a:cubicBezTo>
                  <a:cubicBezTo>
                    <a:pt x="253765" y="168488"/>
                    <a:pt x="260400" y="169221"/>
                    <a:pt x="264733" y="169221"/>
                  </a:cubicBezTo>
                  <a:cubicBezTo>
                    <a:pt x="269067" y="169221"/>
                    <a:pt x="272168" y="168554"/>
                    <a:pt x="274035" y="167221"/>
                  </a:cubicBezTo>
                  <a:cubicBezTo>
                    <a:pt x="275902" y="165887"/>
                    <a:pt x="276835" y="162954"/>
                    <a:pt x="276835" y="158420"/>
                  </a:cubicBezTo>
                  <a:lnTo>
                    <a:pt x="276835" y="95812"/>
                  </a:lnTo>
                  <a:cubicBezTo>
                    <a:pt x="233763" y="95812"/>
                    <a:pt x="204959" y="96479"/>
                    <a:pt x="190424" y="97812"/>
                  </a:cubicBezTo>
                  <a:lnTo>
                    <a:pt x="190424" y="82810"/>
                  </a:lnTo>
                  <a:cubicBezTo>
                    <a:pt x="204959" y="84144"/>
                    <a:pt x="233763" y="84810"/>
                    <a:pt x="276835" y="84810"/>
                  </a:cubicBezTo>
                  <a:lnTo>
                    <a:pt x="276835" y="66008"/>
                  </a:lnTo>
                  <a:lnTo>
                    <a:pt x="325641" y="28403"/>
                  </a:lnTo>
                  <a:lnTo>
                    <a:pt x="258033" y="28403"/>
                  </a:lnTo>
                  <a:cubicBezTo>
                    <a:pt x="238563" y="28403"/>
                    <a:pt x="224228" y="28737"/>
                    <a:pt x="215027" y="29403"/>
                  </a:cubicBezTo>
                  <a:close/>
                  <a:moveTo>
                    <a:pt x="1071001" y="15002"/>
                  </a:moveTo>
                  <a:cubicBezTo>
                    <a:pt x="1086336" y="16202"/>
                    <a:pt x="1111206" y="16802"/>
                    <a:pt x="1145610" y="16802"/>
                  </a:cubicBezTo>
                  <a:cubicBezTo>
                    <a:pt x="1180015" y="16802"/>
                    <a:pt x="1206085" y="16202"/>
                    <a:pt x="1223820" y="15002"/>
                  </a:cubicBezTo>
                  <a:lnTo>
                    <a:pt x="1223820" y="29604"/>
                  </a:lnTo>
                  <a:cubicBezTo>
                    <a:pt x="1209018" y="28403"/>
                    <a:pt x="1183548" y="27803"/>
                    <a:pt x="1147410" y="27803"/>
                  </a:cubicBezTo>
                  <a:cubicBezTo>
                    <a:pt x="1111273" y="27803"/>
                    <a:pt x="1085803" y="28403"/>
                    <a:pt x="1071001" y="29604"/>
                  </a:cubicBezTo>
                  <a:close/>
                  <a:moveTo>
                    <a:pt x="939385" y="6601"/>
                  </a:moveTo>
                  <a:cubicBezTo>
                    <a:pt x="944185" y="7934"/>
                    <a:pt x="949586" y="8601"/>
                    <a:pt x="955587" y="8601"/>
                  </a:cubicBezTo>
                  <a:cubicBezTo>
                    <a:pt x="957720" y="8601"/>
                    <a:pt x="958787" y="9001"/>
                    <a:pt x="958787" y="9801"/>
                  </a:cubicBezTo>
                  <a:cubicBezTo>
                    <a:pt x="958787" y="10601"/>
                    <a:pt x="958087" y="11435"/>
                    <a:pt x="956687" y="12301"/>
                  </a:cubicBezTo>
                  <a:cubicBezTo>
                    <a:pt x="955286" y="13168"/>
                    <a:pt x="954386" y="14735"/>
                    <a:pt x="953986" y="17002"/>
                  </a:cubicBezTo>
                  <a:cubicBezTo>
                    <a:pt x="953586" y="19269"/>
                    <a:pt x="953386" y="23003"/>
                    <a:pt x="953386" y="28203"/>
                  </a:cubicBezTo>
                  <a:lnTo>
                    <a:pt x="953386" y="39605"/>
                  </a:lnTo>
                  <a:cubicBezTo>
                    <a:pt x="983257" y="39605"/>
                    <a:pt x="1002526" y="39205"/>
                    <a:pt x="1011193" y="38405"/>
                  </a:cubicBezTo>
                  <a:lnTo>
                    <a:pt x="1011193" y="50806"/>
                  </a:lnTo>
                  <a:cubicBezTo>
                    <a:pt x="1003059" y="50006"/>
                    <a:pt x="983790" y="49606"/>
                    <a:pt x="953386" y="49606"/>
                  </a:cubicBezTo>
                  <a:lnTo>
                    <a:pt x="953386" y="82010"/>
                  </a:lnTo>
                  <a:cubicBezTo>
                    <a:pt x="989657" y="82010"/>
                    <a:pt x="1015194" y="81610"/>
                    <a:pt x="1029996" y="80810"/>
                  </a:cubicBezTo>
                  <a:lnTo>
                    <a:pt x="1029996" y="93011"/>
                  </a:lnTo>
                  <a:cubicBezTo>
                    <a:pt x="1015461" y="92211"/>
                    <a:pt x="994791" y="91811"/>
                    <a:pt x="967988" y="91811"/>
                  </a:cubicBezTo>
                  <a:cubicBezTo>
                    <a:pt x="988524" y="123815"/>
                    <a:pt x="1011193" y="145018"/>
                    <a:pt x="1035997" y="155419"/>
                  </a:cubicBezTo>
                  <a:cubicBezTo>
                    <a:pt x="1032129" y="158886"/>
                    <a:pt x="1028662" y="163020"/>
                    <a:pt x="1025595" y="167821"/>
                  </a:cubicBezTo>
                  <a:cubicBezTo>
                    <a:pt x="999325" y="153019"/>
                    <a:pt x="976589" y="127682"/>
                    <a:pt x="957387" y="91811"/>
                  </a:cubicBezTo>
                  <a:lnTo>
                    <a:pt x="953386" y="91811"/>
                  </a:lnTo>
                  <a:lnTo>
                    <a:pt x="953386" y="147418"/>
                  </a:lnTo>
                  <a:cubicBezTo>
                    <a:pt x="953386" y="159286"/>
                    <a:pt x="954053" y="171888"/>
                    <a:pt x="955387" y="185223"/>
                  </a:cubicBezTo>
                  <a:lnTo>
                    <a:pt x="939385" y="185223"/>
                  </a:lnTo>
                  <a:cubicBezTo>
                    <a:pt x="940585" y="172288"/>
                    <a:pt x="941185" y="159686"/>
                    <a:pt x="941185" y="147418"/>
                  </a:cubicBezTo>
                  <a:lnTo>
                    <a:pt x="941185" y="91811"/>
                  </a:lnTo>
                  <a:lnTo>
                    <a:pt x="934384" y="91811"/>
                  </a:lnTo>
                  <a:cubicBezTo>
                    <a:pt x="924649" y="110614"/>
                    <a:pt x="914781" y="125882"/>
                    <a:pt x="904780" y="137617"/>
                  </a:cubicBezTo>
                  <a:cubicBezTo>
                    <a:pt x="894779" y="149352"/>
                    <a:pt x="881977" y="160887"/>
                    <a:pt x="866375" y="172221"/>
                  </a:cubicBezTo>
                  <a:cubicBezTo>
                    <a:pt x="864375" y="167287"/>
                    <a:pt x="860508" y="163687"/>
                    <a:pt x="854774" y="161420"/>
                  </a:cubicBezTo>
                  <a:cubicBezTo>
                    <a:pt x="869709" y="152352"/>
                    <a:pt x="882444" y="142484"/>
                    <a:pt x="892979" y="131816"/>
                  </a:cubicBezTo>
                  <a:cubicBezTo>
                    <a:pt x="903513" y="121148"/>
                    <a:pt x="913648" y="107813"/>
                    <a:pt x="923383" y="91811"/>
                  </a:cubicBezTo>
                  <a:cubicBezTo>
                    <a:pt x="898313" y="91811"/>
                    <a:pt x="878043" y="92211"/>
                    <a:pt x="862575" y="93011"/>
                  </a:cubicBezTo>
                  <a:lnTo>
                    <a:pt x="862575" y="80810"/>
                  </a:lnTo>
                  <a:cubicBezTo>
                    <a:pt x="873643" y="81610"/>
                    <a:pt x="899846" y="82010"/>
                    <a:pt x="941185" y="82010"/>
                  </a:cubicBezTo>
                  <a:lnTo>
                    <a:pt x="941185" y="49606"/>
                  </a:lnTo>
                  <a:cubicBezTo>
                    <a:pt x="910247" y="49606"/>
                    <a:pt x="890312" y="50006"/>
                    <a:pt x="881377" y="50806"/>
                  </a:cubicBezTo>
                  <a:lnTo>
                    <a:pt x="881377" y="38405"/>
                  </a:lnTo>
                  <a:cubicBezTo>
                    <a:pt x="889912" y="39205"/>
                    <a:pt x="909847" y="39605"/>
                    <a:pt x="941185" y="39605"/>
                  </a:cubicBezTo>
                  <a:cubicBezTo>
                    <a:pt x="941185" y="25203"/>
                    <a:pt x="940585" y="14202"/>
                    <a:pt x="939385" y="6601"/>
                  </a:cubicBezTo>
                  <a:close/>
                  <a:moveTo>
                    <a:pt x="1339835" y="4400"/>
                  </a:moveTo>
                  <a:cubicBezTo>
                    <a:pt x="1345035" y="5867"/>
                    <a:pt x="1350836" y="6601"/>
                    <a:pt x="1357237" y="6601"/>
                  </a:cubicBezTo>
                  <a:cubicBezTo>
                    <a:pt x="1359104" y="6601"/>
                    <a:pt x="1360037" y="7267"/>
                    <a:pt x="1360037" y="8601"/>
                  </a:cubicBezTo>
                  <a:cubicBezTo>
                    <a:pt x="1360037" y="9534"/>
                    <a:pt x="1359504" y="10334"/>
                    <a:pt x="1358437" y="11001"/>
                  </a:cubicBezTo>
                  <a:cubicBezTo>
                    <a:pt x="1355637" y="12601"/>
                    <a:pt x="1354236" y="15935"/>
                    <a:pt x="1354236" y="21002"/>
                  </a:cubicBezTo>
                  <a:lnTo>
                    <a:pt x="1354236" y="75809"/>
                  </a:lnTo>
                  <a:lnTo>
                    <a:pt x="1402642" y="75809"/>
                  </a:lnTo>
                  <a:lnTo>
                    <a:pt x="1402642" y="40605"/>
                  </a:lnTo>
                  <a:cubicBezTo>
                    <a:pt x="1402642" y="33404"/>
                    <a:pt x="1402042" y="27070"/>
                    <a:pt x="1400842" y="21603"/>
                  </a:cubicBezTo>
                  <a:cubicBezTo>
                    <a:pt x="1405243" y="22669"/>
                    <a:pt x="1408977" y="23203"/>
                    <a:pt x="1412043" y="23203"/>
                  </a:cubicBezTo>
                  <a:lnTo>
                    <a:pt x="1416644" y="23003"/>
                  </a:lnTo>
                  <a:cubicBezTo>
                    <a:pt x="1418511" y="23003"/>
                    <a:pt x="1419444" y="23436"/>
                    <a:pt x="1419444" y="24303"/>
                  </a:cubicBezTo>
                  <a:cubicBezTo>
                    <a:pt x="1419444" y="25170"/>
                    <a:pt x="1418945" y="26103"/>
                    <a:pt x="1417944" y="27103"/>
                  </a:cubicBezTo>
                  <a:cubicBezTo>
                    <a:pt x="1416944" y="28103"/>
                    <a:pt x="1416244" y="29670"/>
                    <a:pt x="1415844" y="31804"/>
                  </a:cubicBezTo>
                  <a:cubicBezTo>
                    <a:pt x="1415444" y="33937"/>
                    <a:pt x="1415244" y="36938"/>
                    <a:pt x="1415244" y="40805"/>
                  </a:cubicBezTo>
                  <a:lnTo>
                    <a:pt x="1415244" y="68608"/>
                  </a:lnTo>
                  <a:cubicBezTo>
                    <a:pt x="1415244" y="76209"/>
                    <a:pt x="1415511" y="82743"/>
                    <a:pt x="1416044" y="88211"/>
                  </a:cubicBezTo>
                  <a:cubicBezTo>
                    <a:pt x="1399642" y="87011"/>
                    <a:pt x="1379039" y="86411"/>
                    <a:pt x="1354236" y="86411"/>
                  </a:cubicBezTo>
                  <a:lnTo>
                    <a:pt x="1354236" y="160420"/>
                  </a:lnTo>
                  <a:lnTo>
                    <a:pt x="1411643" y="160420"/>
                  </a:lnTo>
                  <a:lnTo>
                    <a:pt x="1411643" y="128616"/>
                  </a:lnTo>
                  <a:cubicBezTo>
                    <a:pt x="1411643" y="121415"/>
                    <a:pt x="1411243" y="115081"/>
                    <a:pt x="1410443" y="109614"/>
                  </a:cubicBezTo>
                  <a:cubicBezTo>
                    <a:pt x="1413644" y="110414"/>
                    <a:pt x="1416444" y="110847"/>
                    <a:pt x="1418845" y="110914"/>
                  </a:cubicBezTo>
                  <a:cubicBezTo>
                    <a:pt x="1421245" y="110980"/>
                    <a:pt x="1423412" y="111014"/>
                    <a:pt x="1425345" y="111014"/>
                  </a:cubicBezTo>
                  <a:cubicBezTo>
                    <a:pt x="1427279" y="111014"/>
                    <a:pt x="1428246" y="111414"/>
                    <a:pt x="1428246" y="112214"/>
                  </a:cubicBezTo>
                  <a:cubicBezTo>
                    <a:pt x="1428246" y="113014"/>
                    <a:pt x="1427579" y="113914"/>
                    <a:pt x="1426245" y="114914"/>
                  </a:cubicBezTo>
                  <a:cubicBezTo>
                    <a:pt x="1424912" y="115914"/>
                    <a:pt x="1424245" y="118281"/>
                    <a:pt x="1424245" y="122015"/>
                  </a:cubicBezTo>
                  <a:lnTo>
                    <a:pt x="1424245" y="162820"/>
                  </a:lnTo>
                  <a:cubicBezTo>
                    <a:pt x="1424245" y="170554"/>
                    <a:pt x="1424512" y="177822"/>
                    <a:pt x="1425045" y="184623"/>
                  </a:cubicBezTo>
                  <a:lnTo>
                    <a:pt x="1411643" y="184623"/>
                  </a:lnTo>
                  <a:lnTo>
                    <a:pt x="1411643" y="171221"/>
                  </a:lnTo>
                  <a:lnTo>
                    <a:pt x="1338234" y="171221"/>
                  </a:lnTo>
                  <a:cubicBezTo>
                    <a:pt x="1308764" y="171221"/>
                    <a:pt x="1285495" y="172088"/>
                    <a:pt x="1268426" y="173822"/>
                  </a:cubicBezTo>
                  <a:cubicBezTo>
                    <a:pt x="1269092" y="168621"/>
                    <a:pt x="1269426" y="163220"/>
                    <a:pt x="1269426" y="157620"/>
                  </a:cubicBezTo>
                  <a:lnTo>
                    <a:pt x="1269426" y="124615"/>
                  </a:lnTo>
                  <a:cubicBezTo>
                    <a:pt x="1269426" y="117281"/>
                    <a:pt x="1269159" y="112214"/>
                    <a:pt x="1268626" y="109413"/>
                  </a:cubicBezTo>
                  <a:cubicBezTo>
                    <a:pt x="1272493" y="110614"/>
                    <a:pt x="1277493" y="111214"/>
                    <a:pt x="1283627" y="111214"/>
                  </a:cubicBezTo>
                  <a:cubicBezTo>
                    <a:pt x="1285495" y="111214"/>
                    <a:pt x="1286428" y="111747"/>
                    <a:pt x="1286428" y="112814"/>
                  </a:cubicBezTo>
                  <a:cubicBezTo>
                    <a:pt x="1286428" y="113881"/>
                    <a:pt x="1285828" y="114747"/>
                    <a:pt x="1284628" y="115414"/>
                  </a:cubicBezTo>
                  <a:cubicBezTo>
                    <a:pt x="1283427" y="116081"/>
                    <a:pt x="1282627" y="117114"/>
                    <a:pt x="1282227" y="118515"/>
                  </a:cubicBezTo>
                  <a:cubicBezTo>
                    <a:pt x="1281827" y="119915"/>
                    <a:pt x="1281627" y="122148"/>
                    <a:pt x="1281627" y="125215"/>
                  </a:cubicBezTo>
                  <a:lnTo>
                    <a:pt x="1281627" y="160420"/>
                  </a:lnTo>
                  <a:lnTo>
                    <a:pt x="1341035" y="160420"/>
                  </a:lnTo>
                  <a:lnTo>
                    <a:pt x="1341035" y="86411"/>
                  </a:lnTo>
                  <a:cubicBezTo>
                    <a:pt x="1307431" y="86677"/>
                    <a:pt x="1286228" y="87411"/>
                    <a:pt x="1277427" y="88611"/>
                  </a:cubicBezTo>
                  <a:cubicBezTo>
                    <a:pt x="1278494" y="82210"/>
                    <a:pt x="1279027" y="76409"/>
                    <a:pt x="1279027" y="71209"/>
                  </a:cubicBezTo>
                  <a:lnTo>
                    <a:pt x="1279027" y="39605"/>
                  </a:lnTo>
                  <a:cubicBezTo>
                    <a:pt x="1279027" y="32671"/>
                    <a:pt x="1278494" y="26803"/>
                    <a:pt x="1277427" y="22003"/>
                  </a:cubicBezTo>
                  <a:cubicBezTo>
                    <a:pt x="1282627" y="24003"/>
                    <a:pt x="1287895" y="25003"/>
                    <a:pt x="1293229" y="25003"/>
                  </a:cubicBezTo>
                  <a:cubicBezTo>
                    <a:pt x="1295362" y="25003"/>
                    <a:pt x="1296429" y="25603"/>
                    <a:pt x="1296429" y="26803"/>
                  </a:cubicBezTo>
                  <a:cubicBezTo>
                    <a:pt x="1296429" y="27603"/>
                    <a:pt x="1295762" y="28337"/>
                    <a:pt x="1294429" y="29003"/>
                  </a:cubicBezTo>
                  <a:cubicBezTo>
                    <a:pt x="1292029" y="30337"/>
                    <a:pt x="1290828" y="33271"/>
                    <a:pt x="1290828" y="37805"/>
                  </a:cubicBezTo>
                  <a:lnTo>
                    <a:pt x="1290828" y="75809"/>
                  </a:lnTo>
                  <a:lnTo>
                    <a:pt x="1341035" y="75809"/>
                  </a:lnTo>
                  <a:lnTo>
                    <a:pt x="1341035" y="30604"/>
                  </a:lnTo>
                  <a:cubicBezTo>
                    <a:pt x="1341035" y="19936"/>
                    <a:pt x="1340635" y="11201"/>
                    <a:pt x="1339835" y="4400"/>
                  </a:cubicBezTo>
                  <a:close/>
                  <a:moveTo>
                    <a:pt x="735959" y="4200"/>
                  </a:moveTo>
                  <a:cubicBezTo>
                    <a:pt x="745160" y="11535"/>
                    <a:pt x="753695" y="20002"/>
                    <a:pt x="761562" y="29604"/>
                  </a:cubicBezTo>
                  <a:lnTo>
                    <a:pt x="751361" y="37404"/>
                  </a:lnTo>
                  <a:cubicBezTo>
                    <a:pt x="744827" y="28070"/>
                    <a:pt x="736693" y="19802"/>
                    <a:pt x="726958" y="12601"/>
                  </a:cubicBezTo>
                  <a:close/>
                  <a:moveTo>
                    <a:pt x="62408" y="3600"/>
                  </a:moveTo>
                  <a:cubicBezTo>
                    <a:pt x="66409" y="7067"/>
                    <a:pt x="70476" y="9468"/>
                    <a:pt x="74610" y="10801"/>
                  </a:cubicBezTo>
                  <a:cubicBezTo>
                    <a:pt x="76077" y="11201"/>
                    <a:pt x="76810" y="11868"/>
                    <a:pt x="76810" y="12801"/>
                  </a:cubicBezTo>
                  <a:cubicBezTo>
                    <a:pt x="76810" y="13735"/>
                    <a:pt x="76077" y="14402"/>
                    <a:pt x="74610" y="14802"/>
                  </a:cubicBezTo>
                  <a:cubicBezTo>
                    <a:pt x="71676" y="15468"/>
                    <a:pt x="67142" y="18602"/>
                    <a:pt x="61008" y="24203"/>
                  </a:cubicBezTo>
                  <a:lnTo>
                    <a:pt x="100213" y="24203"/>
                  </a:lnTo>
                  <a:cubicBezTo>
                    <a:pt x="120215" y="24203"/>
                    <a:pt x="134484" y="23669"/>
                    <a:pt x="143018" y="22603"/>
                  </a:cubicBezTo>
                  <a:cubicBezTo>
                    <a:pt x="126216" y="44072"/>
                    <a:pt x="108947" y="61007"/>
                    <a:pt x="91212" y="73409"/>
                  </a:cubicBezTo>
                  <a:cubicBezTo>
                    <a:pt x="73476" y="85811"/>
                    <a:pt x="46273" y="97012"/>
                    <a:pt x="9602" y="107013"/>
                  </a:cubicBezTo>
                  <a:cubicBezTo>
                    <a:pt x="8001" y="101946"/>
                    <a:pt x="4801" y="97545"/>
                    <a:pt x="0" y="93812"/>
                  </a:cubicBezTo>
                  <a:cubicBezTo>
                    <a:pt x="24270" y="91145"/>
                    <a:pt x="47073" y="84610"/>
                    <a:pt x="68409" y="74209"/>
                  </a:cubicBezTo>
                  <a:cubicBezTo>
                    <a:pt x="60275" y="66608"/>
                    <a:pt x="51940" y="60207"/>
                    <a:pt x="43406" y="55007"/>
                  </a:cubicBezTo>
                  <a:lnTo>
                    <a:pt x="53407" y="46006"/>
                  </a:lnTo>
                  <a:cubicBezTo>
                    <a:pt x="63275" y="53607"/>
                    <a:pt x="71609" y="61141"/>
                    <a:pt x="78410" y="68608"/>
                  </a:cubicBezTo>
                  <a:cubicBezTo>
                    <a:pt x="95879" y="57674"/>
                    <a:pt x="109147" y="46206"/>
                    <a:pt x="118215" y="34204"/>
                  </a:cubicBezTo>
                  <a:lnTo>
                    <a:pt x="50607" y="34204"/>
                  </a:lnTo>
                  <a:cubicBezTo>
                    <a:pt x="39672" y="43405"/>
                    <a:pt x="27270" y="51940"/>
                    <a:pt x="13402" y="59807"/>
                  </a:cubicBezTo>
                  <a:cubicBezTo>
                    <a:pt x="11669" y="56340"/>
                    <a:pt x="8201" y="53273"/>
                    <a:pt x="3001" y="50606"/>
                  </a:cubicBezTo>
                  <a:cubicBezTo>
                    <a:pt x="16469" y="45272"/>
                    <a:pt x="28537" y="38371"/>
                    <a:pt x="39205" y="29904"/>
                  </a:cubicBezTo>
                  <a:cubicBezTo>
                    <a:pt x="49873" y="21436"/>
                    <a:pt x="57608" y="12668"/>
                    <a:pt x="62408" y="3600"/>
                  </a:cubicBezTo>
                  <a:close/>
                  <a:moveTo>
                    <a:pt x="539335" y="0"/>
                  </a:moveTo>
                  <a:cubicBezTo>
                    <a:pt x="545602" y="9201"/>
                    <a:pt x="551069" y="18602"/>
                    <a:pt x="555737" y="28203"/>
                  </a:cubicBezTo>
                  <a:cubicBezTo>
                    <a:pt x="590941" y="28203"/>
                    <a:pt x="614611" y="27603"/>
                    <a:pt x="626745" y="26403"/>
                  </a:cubicBezTo>
                  <a:cubicBezTo>
                    <a:pt x="625679" y="31737"/>
                    <a:pt x="625145" y="38305"/>
                    <a:pt x="625145" y="46106"/>
                  </a:cubicBezTo>
                  <a:cubicBezTo>
                    <a:pt x="625145" y="53907"/>
                    <a:pt x="625545" y="60341"/>
                    <a:pt x="626345" y="65408"/>
                  </a:cubicBezTo>
                  <a:lnTo>
                    <a:pt x="613144" y="65408"/>
                  </a:lnTo>
                  <a:lnTo>
                    <a:pt x="613144" y="38005"/>
                  </a:lnTo>
                  <a:lnTo>
                    <a:pt x="483127" y="38005"/>
                  </a:lnTo>
                  <a:lnTo>
                    <a:pt x="483127" y="67608"/>
                  </a:lnTo>
                  <a:lnTo>
                    <a:pt x="470126" y="67608"/>
                  </a:lnTo>
                  <a:cubicBezTo>
                    <a:pt x="470926" y="61741"/>
                    <a:pt x="471326" y="55040"/>
                    <a:pt x="471326" y="47506"/>
                  </a:cubicBezTo>
                  <a:cubicBezTo>
                    <a:pt x="471326" y="39971"/>
                    <a:pt x="470926" y="32937"/>
                    <a:pt x="470126" y="26403"/>
                  </a:cubicBezTo>
                  <a:cubicBezTo>
                    <a:pt x="482261" y="27470"/>
                    <a:pt x="506730" y="28070"/>
                    <a:pt x="543535" y="28203"/>
                  </a:cubicBezTo>
                  <a:cubicBezTo>
                    <a:pt x="538334" y="19136"/>
                    <a:pt x="533267" y="12001"/>
                    <a:pt x="528333" y="680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600" dirty="0">
                <a:solidFill>
                  <a:schemeClr val="accent2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A584E353-5ADD-4BA2-8822-B442653EA5F6}"/>
                </a:ext>
              </a:extLst>
            </p:cNvPr>
            <p:cNvGrpSpPr/>
            <p:nvPr/>
          </p:nvGrpSpPr>
          <p:grpSpPr>
            <a:xfrm rot="10800000">
              <a:off x="5541703" y="1376552"/>
              <a:ext cx="829647" cy="374505"/>
              <a:chOff x="2915443" y="4344145"/>
              <a:chExt cx="509929" cy="230183"/>
            </a:xfrm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EB1565CE-EB51-445D-BA51-820C2B64E923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55" name="直接连接符 154">
                  <a:extLst>
                    <a:ext uri="{FF2B5EF4-FFF2-40B4-BE49-F238E27FC236}">
                      <a16:creationId xmlns:a16="http://schemas.microsoft.com/office/drawing/2014/main" id="{6719617C-733A-4458-99D4-921CA110FE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2F04A23D-E143-43DD-B54D-42C17960CC2B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>
                  <a:extLst>
                    <a:ext uri="{FF2B5EF4-FFF2-40B4-BE49-F238E27FC236}">
                      <a16:creationId xmlns:a16="http://schemas.microsoft.com/office/drawing/2014/main" id="{11CD62EF-C387-4C6A-9805-228E22DED8B6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>
                  <a:extLst>
                    <a:ext uri="{FF2B5EF4-FFF2-40B4-BE49-F238E27FC236}">
                      <a16:creationId xmlns:a16="http://schemas.microsoft.com/office/drawing/2014/main" id="{170B8BFA-3F99-4D11-B178-B71AA31F5BCF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>
                  <a:extLst>
                    <a:ext uri="{FF2B5EF4-FFF2-40B4-BE49-F238E27FC236}">
                      <a16:creationId xmlns:a16="http://schemas.microsoft.com/office/drawing/2014/main" id="{0A4DA290-3DC9-40E3-B8F2-823218CF8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连接符 159">
                  <a:extLst>
                    <a:ext uri="{FF2B5EF4-FFF2-40B4-BE49-F238E27FC236}">
                      <a16:creationId xmlns:a16="http://schemas.microsoft.com/office/drawing/2014/main" id="{CDB21DFD-A2B8-4345-A03F-D379D7DA78E5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5EBCF382-54BC-4EF7-AABD-B06FDB196B8B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A2107494-09A6-4AC8-86DB-7E455B7D8EF3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C9241AEE-D60C-437E-9E86-7180DC751961}"/>
                </a:ext>
              </a:extLst>
            </p:cNvPr>
            <p:cNvSpPr/>
            <p:nvPr/>
          </p:nvSpPr>
          <p:spPr>
            <a:xfrm rot="10800000" flipH="1">
              <a:off x="6428994" y="1511708"/>
              <a:ext cx="4462429" cy="1317897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72CE523D-5C59-42F3-A83C-CB6CCB2E922E}"/>
                </a:ext>
              </a:extLst>
            </p:cNvPr>
            <p:cNvSpPr/>
            <p:nvPr/>
          </p:nvSpPr>
          <p:spPr>
            <a:xfrm rot="10800000">
              <a:off x="1031558" y="1518911"/>
              <a:ext cx="4478811" cy="1317897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E9A4D2E1-BC7A-4D56-B233-D3D648DB01E0}"/>
                </a:ext>
              </a:extLst>
            </p:cNvPr>
            <p:cNvGrpSpPr/>
            <p:nvPr/>
          </p:nvGrpSpPr>
          <p:grpSpPr>
            <a:xfrm>
              <a:off x="1647964" y="4183466"/>
              <a:ext cx="8634700" cy="2145779"/>
              <a:chOff x="-1314866" y="1336485"/>
              <a:chExt cx="15585180" cy="3873019"/>
            </a:xfrm>
          </p:grpSpPr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3F3AF984-32DB-4A5A-ADEA-F6609BF66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14866" y="4794232"/>
                <a:ext cx="1558518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17AB38DA-21FB-424E-9238-470CE9D4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6833" y="1336485"/>
                <a:ext cx="0" cy="3437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>
                <a:extLst>
                  <a:ext uri="{FF2B5EF4-FFF2-40B4-BE49-F238E27FC236}">
                    <a16:creationId xmlns:a16="http://schemas.microsoft.com/office/drawing/2014/main" id="{4C066061-C9DD-49BB-8005-4C90B83DA7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9162" y="1336485"/>
                <a:ext cx="0" cy="3437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>
                <a:extLst>
                  <a:ext uri="{FF2B5EF4-FFF2-40B4-BE49-F238E27FC236}">
                    <a16:creationId xmlns:a16="http://schemas.microsoft.com/office/drawing/2014/main" id="{CD02E6E0-16D8-438F-8E0B-5D1FCD672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2814" y="1336485"/>
                <a:ext cx="0" cy="343746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>
                <a:extLst>
                  <a:ext uri="{FF2B5EF4-FFF2-40B4-BE49-F238E27FC236}">
                    <a16:creationId xmlns:a16="http://schemas.microsoft.com/office/drawing/2014/main" id="{6C6667DD-98FB-4681-BF2E-C6C87487D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14866" y="4592134"/>
                <a:ext cx="679746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42861358-570B-4EE7-9153-3284FDE36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3824" y="4615317"/>
                <a:ext cx="68464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2404DE82-FAE8-4376-8152-39B773673D38}"/>
                  </a:ext>
                </a:extLst>
              </p:cNvPr>
              <p:cNvSpPr txBox="1"/>
              <p:nvPr/>
            </p:nvSpPr>
            <p:spPr>
              <a:xfrm>
                <a:off x="4946632" y="4896668"/>
                <a:ext cx="1077972" cy="312836"/>
              </a:xfrm>
              <a:custGeom>
                <a:avLst/>
                <a:gdLst/>
                <a:ahLst/>
                <a:cxnLst/>
                <a:rect l="l" t="t" r="r" b="b"/>
                <a:pathLst>
                  <a:path w="674885" h="195857">
                    <a:moveTo>
                      <a:pt x="310219" y="138094"/>
                    </a:moveTo>
                    <a:lnTo>
                      <a:pt x="464926" y="138094"/>
                    </a:lnTo>
                    <a:lnTo>
                      <a:pt x="464926" y="154795"/>
                    </a:lnTo>
                    <a:lnTo>
                      <a:pt x="310219" y="154795"/>
                    </a:lnTo>
                    <a:close/>
                    <a:moveTo>
                      <a:pt x="310219" y="85980"/>
                    </a:moveTo>
                    <a:lnTo>
                      <a:pt x="464926" y="85980"/>
                    </a:lnTo>
                    <a:lnTo>
                      <a:pt x="464926" y="102682"/>
                    </a:lnTo>
                    <a:lnTo>
                      <a:pt x="310219" y="102682"/>
                    </a:lnTo>
                    <a:close/>
                    <a:moveTo>
                      <a:pt x="45835" y="71665"/>
                    </a:moveTo>
                    <a:cubicBezTo>
                      <a:pt x="48430" y="71665"/>
                      <a:pt x="50711" y="71958"/>
                      <a:pt x="52679" y="72544"/>
                    </a:cubicBezTo>
                    <a:cubicBezTo>
                      <a:pt x="54646" y="73130"/>
                      <a:pt x="56383" y="74030"/>
                      <a:pt x="57890" y="75244"/>
                    </a:cubicBezTo>
                    <a:cubicBezTo>
                      <a:pt x="59397" y="76458"/>
                      <a:pt x="60736" y="78027"/>
                      <a:pt x="61908" y="79953"/>
                    </a:cubicBezTo>
                    <a:cubicBezTo>
                      <a:pt x="63080" y="81878"/>
                      <a:pt x="64210" y="84494"/>
                      <a:pt x="65299" y="87801"/>
                    </a:cubicBezTo>
                    <a:cubicBezTo>
                      <a:pt x="66387" y="91108"/>
                      <a:pt x="67413" y="95210"/>
                      <a:pt x="68375" y="100107"/>
                    </a:cubicBezTo>
                    <a:cubicBezTo>
                      <a:pt x="69338" y="105005"/>
                      <a:pt x="70196" y="110091"/>
                      <a:pt x="70950" y="115365"/>
                    </a:cubicBezTo>
                    <a:lnTo>
                      <a:pt x="72205" y="115365"/>
                    </a:lnTo>
                    <a:cubicBezTo>
                      <a:pt x="80242" y="104063"/>
                      <a:pt x="86332" y="95796"/>
                      <a:pt x="90476" y="90564"/>
                    </a:cubicBezTo>
                    <a:cubicBezTo>
                      <a:pt x="94620" y="85332"/>
                      <a:pt x="98115" y="81439"/>
                      <a:pt x="100962" y="78885"/>
                    </a:cubicBezTo>
                    <a:cubicBezTo>
                      <a:pt x="103808" y="76332"/>
                      <a:pt x="106550" y="74532"/>
                      <a:pt x="109187" y="73486"/>
                    </a:cubicBezTo>
                    <a:cubicBezTo>
                      <a:pt x="111824" y="72439"/>
                      <a:pt x="115319" y="71916"/>
                      <a:pt x="119672" y="71916"/>
                    </a:cubicBezTo>
                    <a:cubicBezTo>
                      <a:pt x="123607" y="71916"/>
                      <a:pt x="126830" y="72418"/>
                      <a:pt x="129341" y="73423"/>
                    </a:cubicBezTo>
                    <a:lnTo>
                      <a:pt x="124318" y="96152"/>
                    </a:lnTo>
                    <a:lnTo>
                      <a:pt x="115528" y="96152"/>
                    </a:lnTo>
                    <a:cubicBezTo>
                      <a:pt x="115026" y="92636"/>
                      <a:pt x="113561" y="90878"/>
                      <a:pt x="111133" y="90878"/>
                    </a:cubicBezTo>
                    <a:cubicBezTo>
                      <a:pt x="110380" y="90878"/>
                      <a:pt x="109584" y="91003"/>
                      <a:pt x="108747" y="91255"/>
                    </a:cubicBezTo>
                    <a:cubicBezTo>
                      <a:pt x="107910" y="91506"/>
                      <a:pt x="106885" y="92050"/>
                      <a:pt x="105671" y="92887"/>
                    </a:cubicBezTo>
                    <a:cubicBezTo>
                      <a:pt x="104457" y="93724"/>
                      <a:pt x="102678" y="95357"/>
                      <a:pt x="100334" y="97784"/>
                    </a:cubicBezTo>
                    <a:cubicBezTo>
                      <a:pt x="97990" y="100212"/>
                      <a:pt x="95353" y="103184"/>
                      <a:pt x="92423" y="106700"/>
                    </a:cubicBezTo>
                    <a:cubicBezTo>
                      <a:pt x="89493" y="110216"/>
                      <a:pt x="86479" y="113900"/>
                      <a:pt x="83381" y="117751"/>
                    </a:cubicBezTo>
                    <a:lnTo>
                      <a:pt x="74842" y="128424"/>
                    </a:lnTo>
                    <a:cubicBezTo>
                      <a:pt x="76349" y="136461"/>
                      <a:pt x="77772" y="143409"/>
                      <a:pt x="79112" y="149270"/>
                    </a:cubicBezTo>
                    <a:cubicBezTo>
                      <a:pt x="80451" y="155130"/>
                      <a:pt x="81644" y="160006"/>
                      <a:pt x="82691" y="163899"/>
                    </a:cubicBezTo>
                    <a:cubicBezTo>
                      <a:pt x="83737" y="167792"/>
                      <a:pt x="84658" y="170868"/>
                      <a:pt x="85453" y="173129"/>
                    </a:cubicBezTo>
                    <a:cubicBezTo>
                      <a:pt x="86249" y="175389"/>
                      <a:pt x="87107" y="177084"/>
                      <a:pt x="88028" y="178214"/>
                    </a:cubicBezTo>
                    <a:cubicBezTo>
                      <a:pt x="88949" y="179344"/>
                      <a:pt x="89890" y="180140"/>
                      <a:pt x="90853" y="180600"/>
                    </a:cubicBezTo>
                    <a:cubicBezTo>
                      <a:pt x="91816" y="181061"/>
                      <a:pt x="92925" y="181291"/>
                      <a:pt x="94181" y="181291"/>
                    </a:cubicBezTo>
                    <a:cubicBezTo>
                      <a:pt x="96441" y="181291"/>
                      <a:pt x="98639" y="180412"/>
                      <a:pt x="100773" y="178654"/>
                    </a:cubicBezTo>
                    <a:cubicBezTo>
                      <a:pt x="102908" y="176896"/>
                      <a:pt x="105985" y="172919"/>
                      <a:pt x="110003" y="166724"/>
                    </a:cubicBezTo>
                    <a:lnTo>
                      <a:pt x="118165" y="172124"/>
                    </a:lnTo>
                    <a:cubicBezTo>
                      <a:pt x="112305" y="180830"/>
                      <a:pt x="107010" y="186963"/>
                      <a:pt x="102280" y="190521"/>
                    </a:cubicBezTo>
                    <a:cubicBezTo>
                      <a:pt x="97550" y="194078"/>
                      <a:pt x="91920" y="195857"/>
                      <a:pt x="85391" y="195857"/>
                    </a:cubicBezTo>
                    <a:cubicBezTo>
                      <a:pt x="81791" y="195857"/>
                      <a:pt x="78735" y="195209"/>
                      <a:pt x="76224" y="193911"/>
                    </a:cubicBezTo>
                    <a:cubicBezTo>
                      <a:pt x="73712" y="192613"/>
                      <a:pt x="71536" y="190541"/>
                      <a:pt x="69694" y="187695"/>
                    </a:cubicBezTo>
                    <a:cubicBezTo>
                      <a:pt x="67852" y="184849"/>
                      <a:pt x="66220" y="180412"/>
                      <a:pt x="64797" y="174384"/>
                    </a:cubicBezTo>
                    <a:cubicBezTo>
                      <a:pt x="62201" y="163669"/>
                      <a:pt x="60611" y="155465"/>
                      <a:pt x="60025" y="149772"/>
                    </a:cubicBezTo>
                    <a:lnTo>
                      <a:pt x="58769" y="149772"/>
                    </a:lnTo>
                    <a:cubicBezTo>
                      <a:pt x="49895" y="162246"/>
                      <a:pt x="43302" y="171203"/>
                      <a:pt x="38991" y="176645"/>
                    </a:cubicBezTo>
                    <a:cubicBezTo>
                      <a:pt x="34680" y="182086"/>
                      <a:pt x="31122" y="186105"/>
                      <a:pt x="28317" y="188700"/>
                    </a:cubicBezTo>
                    <a:cubicBezTo>
                      <a:pt x="25513" y="191295"/>
                      <a:pt x="22792" y="193116"/>
                      <a:pt x="20155" y="194162"/>
                    </a:cubicBezTo>
                    <a:cubicBezTo>
                      <a:pt x="17518" y="195209"/>
                      <a:pt x="14023" y="195732"/>
                      <a:pt x="9670" y="195732"/>
                    </a:cubicBezTo>
                    <a:cubicBezTo>
                      <a:pt x="5735" y="195732"/>
                      <a:pt x="2512" y="195230"/>
                      <a:pt x="0" y="194225"/>
                    </a:cubicBezTo>
                    <a:lnTo>
                      <a:pt x="5023" y="171496"/>
                    </a:lnTo>
                    <a:lnTo>
                      <a:pt x="13814" y="171496"/>
                    </a:lnTo>
                    <a:cubicBezTo>
                      <a:pt x="14316" y="175012"/>
                      <a:pt x="15781" y="176770"/>
                      <a:pt x="18209" y="176770"/>
                    </a:cubicBezTo>
                    <a:cubicBezTo>
                      <a:pt x="19381" y="176770"/>
                      <a:pt x="20615" y="176456"/>
                      <a:pt x="21913" y="175828"/>
                    </a:cubicBezTo>
                    <a:cubicBezTo>
                      <a:pt x="23211" y="175201"/>
                      <a:pt x="25073" y="173694"/>
                      <a:pt x="27501" y="171308"/>
                    </a:cubicBezTo>
                    <a:cubicBezTo>
                      <a:pt x="29929" y="168922"/>
                      <a:pt x="33277" y="165176"/>
                      <a:pt x="37547" y="160069"/>
                    </a:cubicBezTo>
                    <a:cubicBezTo>
                      <a:pt x="41817" y="154962"/>
                      <a:pt x="48011" y="147302"/>
                      <a:pt x="56132" y="137089"/>
                    </a:cubicBezTo>
                    <a:cubicBezTo>
                      <a:pt x="54876" y="130475"/>
                      <a:pt x="53579" y="124113"/>
                      <a:pt x="52239" y="118002"/>
                    </a:cubicBezTo>
                    <a:cubicBezTo>
                      <a:pt x="50900" y="111890"/>
                      <a:pt x="49518" y="106198"/>
                      <a:pt x="48095" y="100924"/>
                    </a:cubicBezTo>
                    <a:cubicBezTo>
                      <a:pt x="46672" y="95650"/>
                      <a:pt x="45500" y="92196"/>
                      <a:pt x="44579" y="90564"/>
                    </a:cubicBezTo>
                    <a:cubicBezTo>
                      <a:pt x="43658" y="88931"/>
                      <a:pt x="42675" y="87801"/>
                      <a:pt x="41628" y="87173"/>
                    </a:cubicBezTo>
                    <a:cubicBezTo>
                      <a:pt x="40582" y="86545"/>
                      <a:pt x="39263" y="86232"/>
                      <a:pt x="37673" y="86232"/>
                    </a:cubicBezTo>
                    <a:cubicBezTo>
                      <a:pt x="35915" y="86232"/>
                      <a:pt x="34324" y="86629"/>
                      <a:pt x="32901" y="87425"/>
                    </a:cubicBezTo>
                    <a:cubicBezTo>
                      <a:pt x="31478" y="88220"/>
                      <a:pt x="29929" y="89601"/>
                      <a:pt x="28255" y="91568"/>
                    </a:cubicBezTo>
                    <a:cubicBezTo>
                      <a:pt x="26580" y="93536"/>
                      <a:pt x="24362" y="96612"/>
                      <a:pt x="21599" y="100798"/>
                    </a:cubicBezTo>
                    <a:lnTo>
                      <a:pt x="13437" y="95398"/>
                    </a:lnTo>
                    <a:cubicBezTo>
                      <a:pt x="18711" y="87445"/>
                      <a:pt x="23776" y="81502"/>
                      <a:pt x="28631" y="77567"/>
                    </a:cubicBezTo>
                    <a:cubicBezTo>
                      <a:pt x="33487" y="73632"/>
                      <a:pt x="39221" y="71665"/>
                      <a:pt x="45835" y="71665"/>
                    </a:cubicBezTo>
                    <a:close/>
                    <a:moveTo>
                      <a:pt x="619884" y="31105"/>
                    </a:moveTo>
                    <a:cubicBezTo>
                      <a:pt x="614107" y="31105"/>
                      <a:pt x="609273" y="32821"/>
                      <a:pt x="605380" y="36253"/>
                    </a:cubicBezTo>
                    <a:cubicBezTo>
                      <a:pt x="601487" y="39686"/>
                      <a:pt x="598348" y="44625"/>
                      <a:pt x="595962" y="51071"/>
                    </a:cubicBezTo>
                    <a:cubicBezTo>
                      <a:pt x="593576" y="57517"/>
                      <a:pt x="591881" y="65365"/>
                      <a:pt x="590876" y="74616"/>
                    </a:cubicBezTo>
                    <a:cubicBezTo>
                      <a:pt x="589871" y="83867"/>
                      <a:pt x="589369" y="94310"/>
                      <a:pt x="589369" y="105947"/>
                    </a:cubicBezTo>
                    <a:cubicBezTo>
                      <a:pt x="589369" y="133238"/>
                      <a:pt x="591902" y="153267"/>
                      <a:pt x="596966" y="166034"/>
                    </a:cubicBezTo>
                    <a:cubicBezTo>
                      <a:pt x="602031" y="178800"/>
                      <a:pt x="609879" y="185184"/>
                      <a:pt x="620511" y="185184"/>
                    </a:cubicBezTo>
                    <a:cubicBezTo>
                      <a:pt x="630641" y="185184"/>
                      <a:pt x="638155" y="179177"/>
                      <a:pt x="643052" y="167164"/>
                    </a:cubicBezTo>
                    <a:cubicBezTo>
                      <a:pt x="647949" y="155151"/>
                      <a:pt x="650398" y="136545"/>
                      <a:pt x="650398" y="111346"/>
                    </a:cubicBezTo>
                    <a:cubicBezTo>
                      <a:pt x="650398" y="92092"/>
                      <a:pt x="649142" y="76500"/>
                      <a:pt x="646631" y="64570"/>
                    </a:cubicBezTo>
                    <a:cubicBezTo>
                      <a:pt x="644119" y="52641"/>
                      <a:pt x="640624" y="44081"/>
                      <a:pt x="636145" y="38890"/>
                    </a:cubicBezTo>
                    <a:cubicBezTo>
                      <a:pt x="631667" y="33700"/>
                      <a:pt x="626246" y="31105"/>
                      <a:pt x="619884" y="31105"/>
                    </a:cubicBezTo>
                    <a:close/>
                    <a:moveTo>
                      <a:pt x="620511" y="20431"/>
                    </a:moveTo>
                    <a:cubicBezTo>
                      <a:pt x="638845" y="20431"/>
                      <a:pt x="652491" y="27505"/>
                      <a:pt x="661448" y="41653"/>
                    </a:cubicBezTo>
                    <a:cubicBezTo>
                      <a:pt x="670406" y="55801"/>
                      <a:pt x="674885" y="77190"/>
                      <a:pt x="674885" y="105821"/>
                    </a:cubicBezTo>
                    <a:cubicBezTo>
                      <a:pt x="674885" y="135456"/>
                      <a:pt x="670092" y="157871"/>
                      <a:pt x="660507" y="173066"/>
                    </a:cubicBezTo>
                    <a:cubicBezTo>
                      <a:pt x="650921" y="188260"/>
                      <a:pt x="636920" y="195857"/>
                      <a:pt x="618502" y="195857"/>
                    </a:cubicBezTo>
                    <a:cubicBezTo>
                      <a:pt x="600420" y="195857"/>
                      <a:pt x="586962" y="188742"/>
                      <a:pt x="578130" y="174510"/>
                    </a:cubicBezTo>
                    <a:cubicBezTo>
                      <a:pt x="569298" y="160278"/>
                      <a:pt x="564882" y="138680"/>
                      <a:pt x="564882" y="109714"/>
                    </a:cubicBezTo>
                    <a:cubicBezTo>
                      <a:pt x="564882" y="94310"/>
                      <a:pt x="566243" y="80999"/>
                      <a:pt x="568963" y="69781"/>
                    </a:cubicBezTo>
                    <a:cubicBezTo>
                      <a:pt x="571684" y="58563"/>
                      <a:pt x="575493" y="49292"/>
                      <a:pt x="580391" y="41967"/>
                    </a:cubicBezTo>
                    <a:cubicBezTo>
                      <a:pt x="585288" y="34642"/>
                      <a:pt x="591169" y="29221"/>
                      <a:pt x="598034" y="25705"/>
                    </a:cubicBezTo>
                    <a:cubicBezTo>
                      <a:pt x="604898" y="22189"/>
                      <a:pt x="612391" y="20431"/>
                      <a:pt x="620511" y="20431"/>
                    </a:cubicBezTo>
                    <a:close/>
                    <a:moveTo>
                      <a:pt x="180352" y="0"/>
                    </a:moveTo>
                    <a:lnTo>
                      <a:pt x="204351" y="0"/>
                    </a:lnTo>
                    <a:lnTo>
                      <a:pt x="204351" y="7255"/>
                    </a:lnTo>
                    <a:lnTo>
                      <a:pt x="173376" y="81762"/>
                    </a:lnTo>
                    <a:lnTo>
                      <a:pt x="162493" y="7850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EA52C561-6CF2-45E9-AAA5-96D90255CBD4}"/>
                  </a:ext>
                </a:extLst>
              </p:cNvPr>
              <p:cNvSpPr txBox="1"/>
              <p:nvPr/>
            </p:nvSpPr>
            <p:spPr>
              <a:xfrm>
                <a:off x="6966926" y="4929302"/>
                <a:ext cx="941047" cy="280202"/>
              </a:xfrm>
              <a:custGeom>
                <a:avLst/>
                <a:gdLst/>
                <a:ahLst/>
                <a:cxnLst/>
                <a:rect l="l" t="t" r="r" b="b"/>
                <a:pathLst>
                  <a:path w="589160" h="175426">
                    <a:moveTo>
                      <a:pt x="224494" y="117663"/>
                    </a:moveTo>
                    <a:lnTo>
                      <a:pt x="379201" y="117663"/>
                    </a:lnTo>
                    <a:lnTo>
                      <a:pt x="379201" y="134364"/>
                    </a:lnTo>
                    <a:lnTo>
                      <a:pt x="224494" y="134364"/>
                    </a:lnTo>
                    <a:close/>
                    <a:moveTo>
                      <a:pt x="224494" y="65549"/>
                    </a:moveTo>
                    <a:lnTo>
                      <a:pt x="379201" y="65549"/>
                    </a:lnTo>
                    <a:lnTo>
                      <a:pt x="379201" y="82251"/>
                    </a:lnTo>
                    <a:lnTo>
                      <a:pt x="224494" y="82251"/>
                    </a:lnTo>
                    <a:close/>
                    <a:moveTo>
                      <a:pt x="45835" y="51234"/>
                    </a:moveTo>
                    <a:cubicBezTo>
                      <a:pt x="48430" y="51234"/>
                      <a:pt x="50711" y="51527"/>
                      <a:pt x="52679" y="52113"/>
                    </a:cubicBezTo>
                    <a:cubicBezTo>
                      <a:pt x="54646" y="52699"/>
                      <a:pt x="56383" y="53599"/>
                      <a:pt x="57890" y="54813"/>
                    </a:cubicBezTo>
                    <a:cubicBezTo>
                      <a:pt x="59397" y="56027"/>
                      <a:pt x="60736" y="57596"/>
                      <a:pt x="61908" y="59522"/>
                    </a:cubicBezTo>
                    <a:cubicBezTo>
                      <a:pt x="63080" y="61447"/>
                      <a:pt x="64210" y="64063"/>
                      <a:pt x="65299" y="67370"/>
                    </a:cubicBezTo>
                    <a:cubicBezTo>
                      <a:pt x="66387" y="70677"/>
                      <a:pt x="67413" y="74779"/>
                      <a:pt x="68375" y="79676"/>
                    </a:cubicBezTo>
                    <a:cubicBezTo>
                      <a:pt x="69338" y="84574"/>
                      <a:pt x="70196" y="89660"/>
                      <a:pt x="70950" y="94934"/>
                    </a:cubicBezTo>
                    <a:lnTo>
                      <a:pt x="72205" y="94934"/>
                    </a:lnTo>
                    <a:cubicBezTo>
                      <a:pt x="80242" y="83632"/>
                      <a:pt x="86332" y="75365"/>
                      <a:pt x="90476" y="70133"/>
                    </a:cubicBezTo>
                    <a:cubicBezTo>
                      <a:pt x="94620" y="64901"/>
                      <a:pt x="98115" y="61008"/>
                      <a:pt x="100962" y="58454"/>
                    </a:cubicBezTo>
                    <a:cubicBezTo>
                      <a:pt x="103808" y="55901"/>
                      <a:pt x="106550" y="54101"/>
                      <a:pt x="109187" y="53055"/>
                    </a:cubicBezTo>
                    <a:cubicBezTo>
                      <a:pt x="111824" y="52008"/>
                      <a:pt x="115319" y="51485"/>
                      <a:pt x="119672" y="51485"/>
                    </a:cubicBezTo>
                    <a:cubicBezTo>
                      <a:pt x="123607" y="51485"/>
                      <a:pt x="126830" y="51987"/>
                      <a:pt x="129341" y="52992"/>
                    </a:cubicBezTo>
                    <a:lnTo>
                      <a:pt x="124318" y="75721"/>
                    </a:lnTo>
                    <a:lnTo>
                      <a:pt x="115528" y="75721"/>
                    </a:lnTo>
                    <a:cubicBezTo>
                      <a:pt x="115026" y="72205"/>
                      <a:pt x="113561" y="70447"/>
                      <a:pt x="111133" y="70447"/>
                    </a:cubicBezTo>
                    <a:cubicBezTo>
                      <a:pt x="110380" y="70447"/>
                      <a:pt x="109584" y="70572"/>
                      <a:pt x="108747" y="70824"/>
                    </a:cubicBezTo>
                    <a:cubicBezTo>
                      <a:pt x="107910" y="71075"/>
                      <a:pt x="106885" y="71619"/>
                      <a:pt x="105671" y="72456"/>
                    </a:cubicBezTo>
                    <a:cubicBezTo>
                      <a:pt x="104457" y="73293"/>
                      <a:pt x="102678" y="74926"/>
                      <a:pt x="100334" y="77353"/>
                    </a:cubicBezTo>
                    <a:cubicBezTo>
                      <a:pt x="97990" y="79781"/>
                      <a:pt x="95353" y="82753"/>
                      <a:pt x="92423" y="86269"/>
                    </a:cubicBezTo>
                    <a:cubicBezTo>
                      <a:pt x="89493" y="89785"/>
                      <a:pt x="86479" y="93469"/>
                      <a:pt x="83381" y="97320"/>
                    </a:cubicBezTo>
                    <a:lnTo>
                      <a:pt x="74842" y="107993"/>
                    </a:lnTo>
                    <a:cubicBezTo>
                      <a:pt x="76349" y="116030"/>
                      <a:pt x="77772" y="122978"/>
                      <a:pt x="79112" y="128839"/>
                    </a:cubicBezTo>
                    <a:cubicBezTo>
                      <a:pt x="80451" y="134699"/>
                      <a:pt x="81644" y="139575"/>
                      <a:pt x="82691" y="143468"/>
                    </a:cubicBezTo>
                    <a:cubicBezTo>
                      <a:pt x="83737" y="147361"/>
                      <a:pt x="84658" y="150437"/>
                      <a:pt x="85453" y="152698"/>
                    </a:cubicBezTo>
                    <a:cubicBezTo>
                      <a:pt x="86249" y="154958"/>
                      <a:pt x="87107" y="156653"/>
                      <a:pt x="88028" y="157783"/>
                    </a:cubicBezTo>
                    <a:cubicBezTo>
                      <a:pt x="88949" y="158913"/>
                      <a:pt x="89890" y="159709"/>
                      <a:pt x="90853" y="160169"/>
                    </a:cubicBezTo>
                    <a:cubicBezTo>
                      <a:pt x="91816" y="160630"/>
                      <a:pt x="92925" y="160860"/>
                      <a:pt x="94181" y="160860"/>
                    </a:cubicBezTo>
                    <a:cubicBezTo>
                      <a:pt x="96441" y="160860"/>
                      <a:pt x="98639" y="159981"/>
                      <a:pt x="100773" y="158223"/>
                    </a:cubicBezTo>
                    <a:cubicBezTo>
                      <a:pt x="102908" y="156465"/>
                      <a:pt x="105985" y="152488"/>
                      <a:pt x="110003" y="146293"/>
                    </a:cubicBezTo>
                    <a:lnTo>
                      <a:pt x="118165" y="151693"/>
                    </a:lnTo>
                    <a:cubicBezTo>
                      <a:pt x="112305" y="160399"/>
                      <a:pt x="107010" y="166532"/>
                      <a:pt x="102280" y="170090"/>
                    </a:cubicBezTo>
                    <a:cubicBezTo>
                      <a:pt x="97550" y="173647"/>
                      <a:pt x="91920" y="175426"/>
                      <a:pt x="85391" y="175426"/>
                    </a:cubicBezTo>
                    <a:cubicBezTo>
                      <a:pt x="81791" y="175426"/>
                      <a:pt x="78735" y="174778"/>
                      <a:pt x="76224" y="173480"/>
                    </a:cubicBezTo>
                    <a:cubicBezTo>
                      <a:pt x="73712" y="172182"/>
                      <a:pt x="71536" y="170110"/>
                      <a:pt x="69694" y="167264"/>
                    </a:cubicBezTo>
                    <a:cubicBezTo>
                      <a:pt x="67852" y="164418"/>
                      <a:pt x="66220" y="159981"/>
                      <a:pt x="64797" y="153953"/>
                    </a:cubicBezTo>
                    <a:cubicBezTo>
                      <a:pt x="62201" y="143238"/>
                      <a:pt x="60611" y="135034"/>
                      <a:pt x="60025" y="129341"/>
                    </a:cubicBezTo>
                    <a:lnTo>
                      <a:pt x="58769" y="129341"/>
                    </a:lnTo>
                    <a:cubicBezTo>
                      <a:pt x="49895" y="141815"/>
                      <a:pt x="43302" y="150772"/>
                      <a:pt x="38991" y="156214"/>
                    </a:cubicBezTo>
                    <a:cubicBezTo>
                      <a:pt x="34680" y="161655"/>
                      <a:pt x="31122" y="165674"/>
                      <a:pt x="28317" y="168269"/>
                    </a:cubicBezTo>
                    <a:cubicBezTo>
                      <a:pt x="25513" y="170864"/>
                      <a:pt x="22792" y="172685"/>
                      <a:pt x="20155" y="173731"/>
                    </a:cubicBezTo>
                    <a:cubicBezTo>
                      <a:pt x="17518" y="174778"/>
                      <a:pt x="14023" y="175301"/>
                      <a:pt x="9670" y="175301"/>
                    </a:cubicBezTo>
                    <a:cubicBezTo>
                      <a:pt x="5735" y="175301"/>
                      <a:pt x="2512" y="174799"/>
                      <a:pt x="0" y="173794"/>
                    </a:cubicBezTo>
                    <a:lnTo>
                      <a:pt x="5023" y="151065"/>
                    </a:lnTo>
                    <a:lnTo>
                      <a:pt x="13814" y="151065"/>
                    </a:lnTo>
                    <a:cubicBezTo>
                      <a:pt x="14316" y="154581"/>
                      <a:pt x="15781" y="156339"/>
                      <a:pt x="18209" y="156339"/>
                    </a:cubicBezTo>
                    <a:cubicBezTo>
                      <a:pt x="19381" y="156339"/>
                      <a:pt x="20615" y="156025"/>
                      <a:pt x="21913" y="155397"/>
                    </a:cubicBezTo>
                    <a:cubicBezTo>
                      <a:pt x="23211" y="154770"/>
                      <a:pt x="25073" y="153263"/>
                      <a:pt x="27501" y="150877"/>
                    </a:cubicBezTo>
                    <a:cubicBezTo>
                      <a:pt x="29929" y="148491"/>
                      <a:pt x="33277" y="144745"/>
                      <a:pt x="37547" y="139638"/>
                    </a:cubicBezTo>
                    <a:cubicBezTo>
                      <a:pt x="41817" y="134531"/>
                      <a:pt x="48011" y="126871"/>
                      <a:pt x="56132" y="116658"/>
                    </a:cubicBezTo>
                    <a:cubicBezTo>
                      <a:pt x="54876" y="110044"/>
                      <a:pt x="53579" y="103682"/>
                      <a:pt x="52239" y="97571"/>
                    </a:cubicBezTo>
                    <a:cubicBezTo>
                      <a:pt x="50900" y="91459"/>
                      <a:pt x="49518" y="85767"/>
                      <a:pt x="48095" y="80493"/>
                    </a:cubicBezTo>
                    <a:cubicBezTo>
                      <a:pt x="46672" y="75219"/>
                      <a:pt x="45500" y="71765"/>
                      <a:pt x="44579" y="70133"/>
                    </a:cubicBezTo>
                    <a:cubicBezTo>
                      <a:pt x="43658" y="68500"/>
                      <a:pt x="42675" y="67370"/>
                      <a:pt x="41628" y="66742"/>
                    </a:cubicBezTo>
                    <a:cubicBezTo>
                      <a:pt x="40582" y="66114"/>
                      <a:pt x="39263" y="65801"/>
                      <a:pt x="37673" y="65801"/>
                    </a:cubicBezTo>
                    <a:cubicBezTo>
                      <a:pt x="35915" y="65801"/>
                      <a:pt x="34324" y="66198"/>
                      <a:pt x="32901" y="66994"/>
                    </a:cubicBezTo>
                    <a:cubicBezTo>
                      <a:pt x="31478" y="67789"/>
                      <a:pt x="29929" y="69170"/>
                      <a:pt x="28255" y="71137"/>
                    </a:cubicBezTo>
                    <a:cubicBezTo>
                      <a:pt x="26580" y="73105"/>
                      <a:pt x="24362" y="76181"/>
                      <a:pt x="21599" y="80367"/>
                    </a:cubicBezTo>
                    <a:lnTo>
                      <a:pt x="13437" y="74967"/>
                    </a:lnTo>
                    <a:cubicBezTo>
                      <a:pt x="18711" y="67014"/>
                      <a:pt x="23776" y="61071"/>
                      <a:pt x="28631" y="57136"/>
                    </a:cubicBezTo>
                    <a:cubicBezTo>
                      <a:pt x="33487" y="53201"/>
                      <a:pt x="39221" y="51234"/>
                      <a:pt x="45835" y="51234"/>
                    </a:cubicBezTo>
                    <a:close/>
                    <a:moveTo>
                      <a:pt x="534159" y="10674"/>
                    </a:moveTo>
                    <a:cubicBezTo>
                      <a:pt x="528382" y="10674"/>
                      <a:pt x="523548" y="12390"/>
                      <a:pt x="519655" y="15822"/>
                    </a:cubicBezTo>
                    <a:cubicBezTo>
                      <a:pt x="515762" y="19255"/>
                      <a:pt x="512623" y="24194"/>
                      <a:pt x="510237" y="30640"/>
                    </a:cubicBezTo>
                    <a:cubicBezTo>
                      <a:pt x="507851" y="37086"/>
                      <a:pt x="506156" y="44934"/>
                      <a:pt x="505151" y="54185"/>
                    </a:cubicBezTo>
                    <a:cubicBezTo>
                      <a:pt x="504146" y="63436"/>
                      <a:pt x="503644" y="73879"/>
                      <a:pt x="503644" y="85516"/>
                    </a:cubicBezTo>
                    <a:cubicBezTo>
                      <a:pt x="503644" y="112807"/>
                      <a:pt x="506177" y="132836"/>
                      <a:pt x="511241" y="145603"/>
                    </a:cubicBezTo>
                    <a:cubicBezTo>
                      <a:pt x="516306" y="158369"/>
                      <a:pt x="524154" y="164753"/>
                      <a:pt x="534786" y="164753"/>
                    </a:cubicBezTo>
                    <a:cubicBezTo>
                      <a:pt x="544916" y="164753"/>
                      <a:pt x="552430" y="158746"/>
                      <a:pt x="557327" y="146733"/>
                    </a:cubicBezTo>
                    <a:cubicBezTo>
                      <a:pt x="562224" y="134720"/>
                      <a:pt x="564673" y="116114"/>
                      <a:pt x="564673" y="90915"/>
                    </a:cubicBezTo>
                    <a:cubicBezTo>
                      <a:pt x="564673" y="71661"/>
                      <a:pt x="563417" y="56069"/>
                      <a:pt x="560906" y="44139"/>
                    </a:cubicBezTo>
                    <a:cubicBezTo>
                      <a:pt x="558394" y="32210"/>
                      <a:pt x="554899" y="23650"/>
                      <a:pt x="550420" y="18459"/>
                    </a:cubicBezTo>
                    <a:cubicBezTo>
                      <a:pt x="545942" y="13269"/>
                      <a:pt x="540521" y="10674"/>
                      <a:pt x="534159" y="10674"/>
                    </a:cubicBezTo>
                    <a:close/>
                    <a:moveTo>
                      <a:pt x="534786" y="0"/>
                    </a:moveTo>
                    <a:cubicBezTo>
                      <a:pt x="553120" y="0"/>
                      <a:pt x="566766" y="7074"/>
                      <a:pt x="575723" y="21222"/>
                    </a:cubicBezTo>
                    <a:cubicBezTo>
                      <a:pt x="584681" y="35370"/>
                      <a:pt x="589160" y="56759"/>
                      <a:pt x="589160" y="85390"/>
                    </a:cubicBezTo>
                    <a:cubicBezTo>
                      <a:pt x="589160" y="115025"/>
                      <a:pt x="584367" y="137440"/>
                      <a:pt x="574782" y="152635"/>
                    </a:cubicBezTo>
                    <a:cubicBezTo>
                      <a:pt x="565196" y="167829"/>
                      <a:pt x="551195" y="175426"/>
                      <a:pt x="532777" y="175426"/>
                    </a:cubicBezTo>
                    <a:cubicBezTo>
                      <a:pt x="514695" y="175426"/>
                      <a:pt x="501237" y="168311"/>
                      <a:pt x="492405" y="154079"/>
                    </a:cubicBezTo>
                    <a:cubicBezTo>
                      <a:pt x="483573" y="139847"/>
                      <a:pt x="479157" y="118249"/>
                      <a:pt x="479157" y="89283"/>
                    </a:cubicBezTo>
                    <a:cubicBezTo>
                      <a:pt x="479157" y="73879"/>
                      <a:pt x="480518" y="60568"/>
                      <a:pt x="483238" y="49350"/>
                    </a:cubicBezTo>
                    <a:cubicBezTo>
                      <a:pt x="485959" y="38132"/>
                      <a:pt x="489768" y="28861"/>
                      <a:pt x="494666" y="21536"/>
                    </a:cubicBezTo>
                    <a:cubicBezTo>
                      <a:pt x="499563" y="14211"/>
                      <a:pt x="505444" y="8790"/>
                      <a:pt x="512309" y="5274"/>
                    </a:cubicBezTo>
                    <a:cubicBezTo>
                      <a:pt x="519173" y="1758"/>
                      <a:pt x="526666" y="0"/>
                      <a:pt x="5347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83D7CA3D-BB4D-4690-B4A4-6153B8767EEC}"/>
                  </a:ext>
                </a:extLst>
              </p:cNvPr>
              <p:cNvSpPr txBox="1"/>
              <p:nvPr/>
            </p:nvSpPr>
            <p:spPr>
              <a:xfrm>
                <a:off x="455540" y="4880741"/>
                <a:ext cx="326403" cy="312836"/>
              </a:xfrm>
              <a:custGeom>
                <a:avLst/>
                <a:gdLst/>
                <a:ahLst/>
                <a:cxnLst/>
                <a:rect l="l" t="t" r="r" b="b"/>
                <a:pathLst>
                  <a:path w="204351" h="195857">
                    <a:moveTo>
                      <a:pt x="45835" y="71665"/>
                    </a:moveTo>
                    <a:cubicBezTo>
                      <a:pt x="48430" y="71665"/>
                      <a:pt x="50711" y="71958"/>
                      <a:pt x="52679" y="72544"/>
                    </a:cubicBezTo>
                    <a:cubicBezTo>
                      <a:pt x="54646" y="73130"/>
                      <a:pt x="56383" y="74030"/>
                      <a:pt x="57890" y="75244"/>
                    </a:cubicBezTo>
                    <a:cubicBezTo>
                      <a:pt x="59397" y="76458"/>
                      <a:pt x="60736" y="78027"/>
                      <a:pt x="61908" y="79953"/>
                    </a:cubicBezTo>
                    <a:cubicBezTo>
                      <a:pt x="63080" y="81878"/>
                      <a:pt x="64210" y="84494"/>
                      <a:pt x="65299" y="87801"/>
                    </a:cubicBezTo>
                    <a:cubicBezTo>
                      <a:pt x="66387" y="91108"/>
                      <a:pt x="67413" y="95210"/>
                      <a:pt x="68375" y="100107"/>
                    </a:cubicBezTo>
                    <a:cubicBezTo>
                      <a:pt x="69338" y="105005"/>
                      <a:pt x="70196" y="110091"/>
                      <a:pt x="70950" y="115365"/>
                    </a:cubicBezTo>
                    <a:lnTo>
                      <a:pt x="72205" y="115365"/>
                    </a:lnTo>
                    <a:cubicBezTo>
                      <a:pt x="80242" y="104063"/>
                      <a:pt x="86332" y="95796"/>
                      <a:pt x="90476" y="90564"/>
                    </a:cubicBezTo>
                    <a:cubicBezTo>
                      <a:pt x="94620" y="85332"/>
                      <a:pt x="98115" y="81439"/>
                      <a:pt x="100962" y="78885"/>
                    </a:cubicBezTo>
                    <a:cubicBezTo>
                      <a:pt x="103808" y="76332"/>
                      <a:pt x="106550" y="74532"/>
                      <a:pt x="109187" y="73486"/>
                    </a:cubicBezTo>
                    <a:cubicBezTo>
                      <a:pt x="111824" y="72439"/>
                      <a:pt x="115319" y="71916"/>
                      <a:pt x="119672" y="71916"/>
                    </a:cubicBezTo>
                    <a:cubicBezTo>
                      <a:pt x="123607" y="71916"/>
                      <a:pt x="126830" y="72418"/>
                      <a:pt x="129341" y="73423"/>
                    </a:cubicBezTo>
                    <a:lnTo>
                      <a:pt x="124318" y="96152"/>
                    </a:lnTo>
                    <a:lnTo>
                      <a:pt x="115528" y="96152"/>
                    </a:lnTo>
                    <a:cubicBezTo>
                      <a:pt x="115026" y="92636"/>
                      <a:pt x="113561" y="90878"/>
                      <a:pt x="111133" y="90878"/>
                    </a:cubicBezTo>
                    <a:cubicBezTo>
                      <a:pt x="110380" y="90878"/>
                      <a:pt x="109584" y="91003"/>
                      <a:pt x="108747" y="91254"/>
                    </a:cubicBezTo>
                    <a:cubicBezTo>
                      <a:pt x="107910" y="91506"/>
                      <a:pt x="106885" y="92050"/>
                      <a:pt x="105671" y="92887"/>
                    </a:cubicBezTo>
                    <a:cubicBezTo>
                      <a:pt x="104457" y="93724"/>
                      <a:pt x="102678" y="95357"/>
                      <a:pt x="100334" y="97784"/>
                    </a:cubicBezTo>
                    <a:cubicBezTo>
                      <a:pt x="97990" y="100212"/>
                      <a:pt x="95353" y="103184"/>
                      <a:pt x="92423" y="106700"/>
                    </a:cubicBezTo>
                    <a:cubicBezTo>
                      <a:pt x="89493" y="110216"/>
                      <a:pt x="86479" y="113900"/>
                      <a:pt x="83381" y="117751"/>
                    </a:cubicBezTo>
                    <a:lnTo>
                      <a:pt x="74842" y="128424"/>
                    </a:lnTo>
                    <a:cubicBezTo>
                      <a:pt x="76349" y="136461"/>
                      <a:pt x="77772" y="143409"/>
                      <a:pt x="79112" y="149270"/>
                    </a:cubicBezTo>
                    <a:cubicBezTo>
                      <a:pt x="80451" y="155130"/>
                      <a:pt x="81644" y="160006"/>
                      <a:pt x="82691" y="163899"/>
                    </a:cubicBezTo>
                    <a:cubicBezTo>
                      <a:pt x="83737" y="167792"/>
                      <a:pt x="84658" y="170868"/>
                      <a:pt x="85453" y="173129"/>
                    </a:cubicBezTo>
                    <a:cubicBezTo>
                      <a:pt x="86249" y="175389"/>
                      <a:pt x="87107" y="177084"/>
                      <a:pt x="88028" y="178214"/>
                    </a:cubicBezTo>
                    <a:cubicBezTo>
                      <a:pt x="88948" y="179344"/>
                      <a:pt x="89890" y="180140"/>
                      <a:pt x="90853" y="180600"/>
                    </a:cubicBezTo>
                    <a:cubicBezTo>
                      <a:pt x="91816" y="181061"/>
                      <a:pt x="92925" y="181291"/>
                      <a:pt x="94181" y="181291"/>
                    </a:cubicBezTo>
                    <a:cubicBezTo>
                      <a:pt x="96441" y="181291"/>
                      <a:pt x="98639" y="180412"/>
                      <a:pt x="100773" y="178654"/>
                    </a:cubicBezTo>
                    <a:cubicBezTo>
                      <a:pt x="102908" y="176896"/>
                      <a:pt x="105985" y="172919"/>
                      <a:pt x="110003" y="166724"/>
                    </a:cubicBezTo>
                    <a:lnTo>
                      <a:pt x="118165" y="172124"/>
                    </a:lnTo>
                    <a:cubicBezTo>
                      <a:pt x="112305" y="180830"/>
                      <a:pt x="107010" y="186963"/>
                      <a:pt x="102280" y="190521"/>
                    </a:cubicBezTo>
                    <a:cubicBezTo>
                      <a:pt x="97550" y="194078"/>
                      <a:pt x="91920" y="195857"/>
                      <a:pt x="85390" y="195857"/>
                    </a:cubicBezTo>
                    <a:cubicBezTo>
                      <a:pt x="81791" y="195857"/>
                      <a:pt x="78735" y="195209"/>
                      <a:pt x="76224" y="193911"/>
                    </a:cubicBezTo>
                    <a:cubicBezTo>
                      <a:pt x="73712" y="192613"/>
                      <a:pt x="71536" y="190541"/>
                      <a:pt x="69694" y="187695"/>
                    </a:cubicBezTo>
                    <a:cubicBezTo>
                      <a:pt x="67852" y="184849"/>
                      <a:pt x="66220" y="180412"/>
                      <a:pt x="64796" y="174384"/>
                    </a:cubicBezTo>
                    <a:cubicBezTo>
                      <a:pt x="62201" y="163669"/>
                      <a:pt x="60611" y="155465"/>
                      <a:pt x="60025" y="149772"/>
                    </a:cubicBezTo>
                    <a:lnTo>
                      <a:pt x="58769" y="149772"/>
                    </a:lnTo>
                    <a:cubicBezTo>
                      <a:pt x="49895" y="162246"/>
                      <a:pt x="43302" y="171203"/>
                      <a:pt x="38991" y="176645"/>
                    </a:cubicBezTo>
                    <a:cubicBezTo>
                      <a:pt x="34680" y="182086"/>
                      <a:pt x="31122" y="186105"/>
                      <a:pt x="28317" y="188700"/>
                    </a:cubicBezTo>
                    <a:cubicBezTo>
                      <a:pt x="25513" y="191295"/>
                      <a:pt x="22792" y="193116"/>
                      <a:pt x="20155" y="194162"/>
                    </a:cubicBezTo>
                    <a:cubicBezTo>
                      <a:pt x="17518" y="195209"/>
                      <a:pt x="14023" y="195732"/>
                      <a:pt x="9670" y="195732"/>
                    </a:cubicBezTo>
                    <a:cubicBezTo>
                      <a:pt x="5735" y="195732"/>
                      <a:pt x="2512" y="195230"/>
                      <a:pt x="0" y="194225"/>
                    </a:cubicBezTo>
                    <a:lnTo>
                      <a:pt x="5023" y="171496"/>
                    </a:lnTo>
                    <a:lnTo>
                      <a:pt x="13813" y="171496"/>
                    </a:lnTo>
                    <a:cubicBezTo>
                      <a:pt x="14316" y="175012"/>
                      <a:pt x="15781" y="176770"/>
                      <a:pt x="18209" y="176770"/>
                    </a:cubicBezTo>
                    <a:cubicBezTo>
                      <a:pt x="19381" y="176770"/>
                      <a:pt x="20615" y="176456"/>
                      <a:pt x="21913" y="175828"/>
                    </a:cubicBezTo>
                    <a:cubicBezTo>
                      <a:pt x="23211" y="175201"/>
                      <a:pt x="25073" y="173694"/>
                      <a:pt x="27501" y="171308"/>
                    </a:cubicBezTo>
                    <a:cubicBezTo>
                      <a:pt x="29929" y="168922"/>
                      <a:pt x="33277" y="165176"/>
                      <a:pt x="37547" y="160069"/>
                    </a:cubicBezTo>
                    <a:cubicBezTo>
                      <a:pt x="41816" y="154962"/>
                      <a:pt x="48011" y="147302"/>
                      <a:pt x="56132" y="137089"/>
                    </a:cubicBezTo>
                    <a:cubicBezTo>
                      <a:pt x="54876" y="130475"/>
                      <a:pt x="53578" y="124113"/>
                      <a:pt x="52239" y="118002"/>
                    </a:cubicBezTo>
                    <a:cubicBezTo>
                      <a:pt x="50900" y="111890"/>
                      <a:pt x="49518" y="106198"/>
                      <a:pt x="48095" y="100924"/>
                    </a:cubicBezTo>
                    <a:cubicBezTo>
                      <a:pt x="46672" y="95650"/>
                      <a:pt x="45500" y="92196"/>
                      <a:pt x="44579" y="90564"/>
                    </a:cubicBezTo>
                    <a:cubicBezTo>
                      <a:pt x="43658" y="88931"/>
                      <a:pt x="42674" y="87801"/>
                      <a:pt x="41628" y="87173"/>
                    </a:cubicBezTo>
                    <a:cubicBezTo>
                      <a:pt x="40582" y="86545"/>
                      <a:pt x="39263" y="86232"/>
                      <a:pt x="37672" y="86232"/>
                    </a:cubicBezTo>
                    <a:cubicBezTo>
                      <a:pt x="35914" y="86232"/>
                      <a:pt x="34324" y="86629"/>
                      <a:pt x="32901" y="87424"/>
                    </a:cubicBezTo>
                    <a:cubicBezTo>
                      <a:pt x="31477" y="88220"/>
                      <a:pt x="29929" y="89601"/>
                      <a:pt x="28254" y="91568"/>
                    </a:cubicBezTo>
                    <a:cubicBezTo>
                      <a:pt x="26580" y="93536"/>
                      <a:pt x="24362" y="96612"/>
                      <a:pt x="21599" y="100798"/>
                    </a:cubicBezTo>
                    <a:lnTo>
                      <a:pt x="13437" y="95398"/>
                    </a:lnTo>
                    <a:cubicBezTo>
                      <a:pt x="18711" y="87445"/>
                      <a:pt x="23776" y="81502"/>
                      <a:pt x="28631" y="77567"/>
                    </a:cubicBezTo>
                    <a:cubicBezTo>
                      <a:pt x="33487" y="73632"/>
                      <a:pt x="39221" y="71665"/>
                      <a:pt x="45835" y="71665"/>
                    </a:cubicBezTo>
                    <a:close/>
                    <a:moveTo>
                      <a:pt x="180352" y="0"/>
                    </a:moveTo>
                    <a:lnTo>
                      <a:pt x="204351" y="0"/>
                    </a:lnTo>
                    <a:lnTo>
                      <a:pt x="204351" y="7255"/>
                    </a:lnTo>
                    <a:lnTo>
                      <a:pt x="173376" y="81762"/>
                    </a:lnTo>
                    <a:lnTo>
                      <a:pt x="162493" y="7850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7C8A62D3-83D0-4F8E-A47C-3EE391B909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314864" y="5056532"/>
                <a:ext cx="1420764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箭头连接符 180">
                <a:extLst>
                  <a:ext uri="{FF2B5EF4-FFF2-40B4-BE49-F238E27FC236}">
                    <a16:creationId xmlns:a16="http://schemas.microsoft.com/office/drawing/2014/main" id="{51F561AC-2C3A-495B-897F-98439F5089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5535" y="5056532"/>
                <a:ext cx="143808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FC3B0DD6-7C12-4E17-9143-C2A18EC8548E}"/>
                  </a:ext>
                </a:extLst>
              </p:cNvPr>
              <p:cNvSpPr txBox="1"/>
              <p:nvPr/>
            </p:nvSpPr>
            <p:spPr>
              <a:xfrm>
                <a:off x="12135870" y="5011136"/>
                <a:ext cx="206592" cy="198368"/>
              </a:xfrm>
              <a:custGeom>
                <a:avLst/>
                <a:gdLst/>
                <a:ahLst/>
                <a:cxnLst/>
                <a:rect l="l" t="t" r="r" b="b"/>
                <a:pathLst>
                  <a:path w="129341" h="124192">
                    <a:moveTo>
                      <a:pt x="45835" y="0"/>
                    </a:moveTo>
                    <a:cubicBezTo>
                      <a:pt x="48430" y="0"/>
                      <a:pt x="50711" y="293"/>
                      <a:pt x="52678" y="879"/>
                    </a:cubicBezTo>
                    <a:cubicBezTo>
                      <a:pt x="54646" y="1465"/>
                      <a:pt x="56383" y="2365"/>
                      <a:pt x="57890" y="3579"/>
                    </a:cubicBezTo>
                    <a:cubicBezTo>
                      <a:pt x="59397" y="4793"/>
                      <a:pt x="60736" y="6362"/>
                      <a:pt x="61908" y="8288"/>
                    </a:cubicBezTo>
                    <a:cubicBezTo>
                      <a:pt x="63080" y="10213"/>
                      <a:pt x="64210" y="12829"/>
                      <a:pt x="65299" y="16136"/>
                    </a:cubicBezTo>
                    <a:cubicBezTo>
                      <a:pt x="66387" y="19443"/>
                      <a:pt x="67412" y="23545"/>
                      <a:pt x="68375" y="28442"/>
                    </a:cubicBezTo>
                    <a:cubicBezTo>
                      <a:pt x="69338" y="33340"/>
                      <a:pt x="70196" y="38426"/>
                      <a:pt x="70949" y="43700"/>
                    </a:cubicBezTo>
                    <a:lnTo>
                      <a:pt x="72205" y="43700"/>
                    </a:lnTo>
                    <a:cubicBezTo>
                      <a:pt x="80242" y="32398"/>
                      <a:pt x="86332" y="24131"/>
                      <a:pt x="90476" y="18899"/>
                    </a:cubicBezTo>
                    <a:cubicBezTo>
                      <a:pt x="94620" y="13667"/>
                      <a:pt x="98115" y="9774"/>
                      <a:pt x="100961" y="7220"/>
                    </a:cubicBezTo>
                    <a:cubicBezTo>
                      <a:pt x="103808" y="4667"/>
                      <a:pt x="106550" y="2867"/>
                      <a:pt x="109187" y="1821"/>
                    </a:cubicBezTo>
                    <a:cubicBezTo>
                      <a:pt x="111824" y="774"/>
                      <a:pt x="115319" y="251"/>
                      <a:pt x="119672" y="251"/>
                    </a:cubicBezTo>
                    <a:cubicBezTo>
                      <a:pt x="123607" y="251"/>
                      <a:pt x="126830" y="753"/>
                      <a:pt x="129341" y="1758"/>
                    </a:cubicBezTo>
                    <a:lnTo>
                      <a:pt x="124318" y="24487"/>
                    </a:lnTo>
                    <a:lnTo>
                      <a:pt x="115528" y="24487"/>
                    </a:lnTo>
                    <a:cubicBezTo>
                      <a:pt x="115026" y="20971"/>
                      <a:pt x="113561" y="19213"/>
                      <a:pt x="111133" y="19213"/>
                    </a:cubicBezTo>
                    <a:cubicBezTo>
                      <a:pt x="110380" y="19213"/>
                      <a:pt x="109584" y="19338"/>
                      <a:pt x="108747" y="19590"/>
                    </a:cubicBezTo>
                    <a:cubicBezTo>
                      <a:pt x="107910" y="19841"/>
                      <a:pt x="106884" y="20385"/>
                      <a:pt x="105670" y="21222"/>
                    </a:cubicBezTo>
                    <a:cubicBezTo>
                      <a:pt x="104457" y="22059"/>
                      <a:pt x="102678" y="23692"/>
                      <a:pt x="100334" y="26119"/>
                    </a:cubicBezTo>
                    <a:cubicBezTo>
                      <a:pt x="97990" y="28547"/>
                      <a:pt x="95353" y="31519"/>
                      <a:pt x="92422" y="35035"/>
                    </a:cubicBezTo>
                    <a:cubicBezTo>
                      <a:pt x="89492" y="38551"/>
                      <a:pt x="86479" y="42235"/>
                      <a:pt x="83381" y="46086"/>
                    </a:cubicBezTo>
                    <a:lnTo>
                      <a:pt x="74842" y="56759"/>
                    </a:lnTo>
                    <a:cubicBezTo>
                      <a:pt x="76349" y="64796"/>
                      <a:pt x="77772" y="71744"/>
                      <a:pt x="79112" y="77605"/>
                    </a:cubicBezTo>
                    <a:cubicBezTo>
                      <a:pt x="80451" y="83465"/>
                      <a:pt x="81644" y="88341"/>
                      <a:pt x="82691" y="92234"/>
                    </a:cubicBezTo>
                    <a:cubicBezTo>
                      <a:pt x="83737" y="96127"/>
                      <a:pt x="84658" y="99203"/>
                      <a:pt x="85453" y="101464"/>
                    </a:cubicBezTo>
                    <a:cubicBezTo>
                      <a:pt x="86248" y="103724"/>
                      <a:pt x="87107" y="105419"/>
                      <a:pt x="88027" y="106549"/>
                    </a:cubicBezTo>
                    <a:cubicBezTo>
                      <a:pt x="88948" y="107679"/>
                      <a:pt x="89890" y="108475"/>
                      <a:pt x="90853" y="108935"/>
                    </a:cubicBezTo>
                    <a:cubicBezTo>
                      <a:pt x="91816" y="109396"/>
                      <a:pt x="92925" y="109626"/>
                      <a:pt x="94181" y="109626"/>
                    </a:cubicBezTo>
                    <a:cubicBezTo>
                      <a:pt x="96441" y="109626"/>
                      <a:pt x="98638" y="108747"/>
                      <a:pt x="100773" y="106989"/>
                    </a:cubicBezTo>
                    <a:cubicBezTo>
                      <a:pt x="102908" y="105231"/>
                      <a:pt x="105984" y="101254"/>
                      <a:pt x="110003" y="95059"/>
                    </a:cubicBezTo>
                    <a:lnTo>
                      <a:pt x="118165" y="100459"/>
                    </a:lnTo>
                    <a:cubicBezTo>
                      <a:pt x="112305" y="109165"/>
                      <a:pt x="107010" y="115298"/>
                      <a:pt x="102280" y="118856"/>
                    </a:cubicBezTo>
                    <a:cubicBezTo>
                      <a:pt x="97550" y="122413"/>
                      <a:pt x="91920" y="124192"/>
                      <a:pt x="85390" y="124192"/>
                    </a:cubicBezTo>
                    <a:cubicBezTo>
                      <a:pt x="81791" y="124192"/>
                      <a:pt x="78735" y="123544"/>
                      <a:pt x="76223" y="122246"/>
                    </a:cubicBezTo>
                    <a:cubicBezTo>
                      <a:pt x="73712" y="120948"/>
                      <a:pt x="71535" y="118876"/>
                      <a:pt x="69694" y="116030"/>
                    </a:cubicBezTo>
                    <a:cubicBezTo>
                      <a:pt x="67852" y="113184"/>
                      <a:pt x="66219" y="108747"/>
                      <a:pt x="64796" y="102719"/>
                    </a:cubicBezTo>
                    <a:cubicBezTo>
                      <a:pt x="62201" y="92004"/>
                      <a:pt x="60610" y="83800"/>
                      <a:pt x="60024" y="78107"/>
                    </a:cubicBezTo>
                    <a:lnTo>
                      <a:pt x="58769" y="78107"/>
                    </a:lnTo>
                    <a:cubicBezTo>
                      <a:pt x="49895" y="90581"/>
                      <a:pt x="43302" y="99538"/>
                      <a:pt x="38991" y="104980"/>
                    </a:cubicBezTo>
                    <a:cubicBezTo>
                      <a:pt x="34679" y="110421"/>
                      <a:pt x="31122" y="114440"/>
                      <a:pt x="28317" y="117035"/>
                    </a:cubicBezTo>
                    <a:cubicBezTo>
                      <a:pt x="25513" y="119630"/>
                      <a:pt x="22792" y="121451"/>
                      <a:pt x="20155" y="122497"/>
                    </a:cubicBezTo>
                    <a:cubicBezTo>
                      <a:pt x="17518" y="123544"/>
                      <a:pt x="14023" y="124067"/>
                      <a:pt x="9669" y="124067"/>
                    </a:cubicBezTo>
                    <a:cubicBezTo>
                      <a:pt x="5735" y="124067"/>
                      <a:pt x="2512" y="123565"/>
                      <a:pt x="0" y="122560"/>
                    </a:cubicBezTo>
                    <a:lnTo>
                      <a:pt x="5023" y="99831"/>
                    </a:lnTo>
                    <a:lnTo>
                      <a:pt x="13813" y="99831"/>
                    </a:lnTo>
                    <a:cubicBezTo>
                      <a:pt x="14316" y="103347"/>
                      <a:pt x="15781" y="105105"/>
                      <a:pt x="18208" y="105105"/>
                    </a:cubicBezTo>
                    <a:cubicBezTo>
                      <a:pt x="19380" y="105105"/>
                      <a:pt x="20615" y="104791"/>
                      <a:pt x="21913" y="104163"/>
                    </a:cubicBezTo>
                    <a:cubicBezTo>
                      <a:pt x="23210" y="103536"/>
                      <a:pt x="25073" y="102029"/>
                      <a:pt x="27501" y="99643"/>
                    </a:cubicBezTo>
                    <a:cubicBezTo>
                      <a:pt x="29929" y="97257"/>
                      <a:pt x="33277" y="93511"/>
                      <a:pt x="37547" y="88404"/>
                    </a:cubicBezTo>
                    <a:cubicBezTo>
                      <a:pt x="41816" y="83297"/>
                      <a:pt x="48011" y="75637"/>
                      <a:pt x="56132" y="65424"/>
                    </a:cubicBezTo>
                    <a:cubicBezTo>
                      <a:pt x="54876" y="58810"/>
                      <a:pt x="53578" y="52448"/>
                      <a:pt x="52239" y="46337"/>
                    </a:cubicBezTo>
                    <a:cubicBezTo>
                      <a:pt x="50899" y="40225"/>
                      <a:pt x="49518" y="34533"/>
                      <a:pt x="48095" y="29259"/>
                    </a:cubicBezTo>
                    <a:cubicBezTo>
                      <a:pt x="46672" y="23985"/>
                      <a:pt x="45500" y="20531"/>
                      <a:pt x="44579" y="18899"/>
                    </a:cubicBezTo>
                    <a:cubicBezTo>
                      <a:pt x="43658" y="17266"/>
                      <a:pt x="42674" y="16136"/>
                      <a:pt x="41628" y="15508"/>
                    </a:cubicBezTo>
                    <a:cubicBezTo>
                      <a:pt x="40581" y="14880"/>
                      <a:pt x="39263" y="14567"/>
                      <a:pt x="37672" y="14567"/>
                    </a:cubicBezTo>
                    <a:cubicBezTo>
                      <a:pt x="35914" y="14567"/>
                      <a:pt x="34324" y="14964"/>
                      <a:pt x="32901" y="15760"/>
                    </a:cubicBezTo>
                    <a:cubicBezTo>
                      <a:pt x="31477" y="16555"/>
                      <a:pt x="29929" y="17936"/>
                      <a:pt x="28254" y="19903"/>
                    </a:cubicBezTo>
                    <a:cubicBezTo>
                      <a:pt x="26580" y="21871"/>
                      <a:pt x="24362" y="24947"/>
                      <a:pt x="21599" y="29133"/>
                    </a:cubicBezTo>
                    <a:lnTo>
                      <a:pt x="13437" y="23733"/>
                    </a:lnTo>
                    <a:cubicBezTo>
                      <a:pt x="18711" y="15780"/>
                      <a:pt x="23776" y="9837"/>
                      <a:pt x="28631" y="5902"/>
                    </a:cubicBezTo>
                    <a:cubicBezTo>
                      <a:pt x="33487" y="1967"/>
                      <a:pt x="39221" y="0"/>
                      <a:pt x="458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6D6AFBA2-86C0-4738-8463-874D30A14E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39657" y="3544236"/>
                <a:ext cx="328912" cy="2876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EF8A61DE-D4F9-45CA-BC94-C0C8798B915E}"/>
                  </a:ext>
                </a:extLst>
              </p:cNvPr>
              <p:cNvGrpSpPr/>
              <p:nvPr/>
            </p:nvGrpSpPr>
            <p:grpSpPr>
              <a:xfrm>
                <a:off x="-904148" y="2994071"/>
                <a:ext cx="4142038" cy="387491"/>
                <a:chOff x="-977360" y="9816143"/>
                <a:chExt cx="4142038" cy="387491"/>
              </a:xfrm>
            </p:grpSpPr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86DEBE08-E5AE-4ABD-A66A-5078BF4DEAF3}"/>
                    </a:ext>
                  </a:extLst>
                </p:cNvPr>
                <p:cNvSpPr txBox="1"/>
                <p:nvPr/>
              </p:nvSpPr>
              <p:spPr>
                <a:xfrm>
                  <a:off x="-977360" y="9856131"/>
                  <a:ext cx="639474" cy="340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355" h="213199">
                      <a:moveTo>
                        <a:pt x="358436" y="34205"/>
                      </a:moveTo>
                      <a:cubicBezTo>
                        <a:pt x="363579" y="39520"/>
                        <a:pt x="368637" y="43034"/>
                        <a:pt x="373609" y="44749"/>
                      </a:cubicBezTo>
                      <a:cubicBezTo>
                        <a:pt x="375667" y="45606"/>
                        <a:pt x="376695" y="46463"/>
                        <a:pt x="376695" y="47321"/>
                      </a:cubicBezTo>
                      <a:cubicBezTo>
                        <a:pt x="376695" y="48178"/>
                        <a:pt x="375024" y="49378"/>
                        <a:pt x="371680" y="50921"/>
                      </a:cubicBezTo>
                      <a:cubicBezTo>
                        <a:pt x="368337" y="52464"/>
                        <a:pt x="363236" y="57865"/>
                        <a:pt x="356378" y="67123"/>
                      </a:cubicBezTo>
                      <a:cubicBezTo>
                        <a:pt x="344034" y="83754"/>
                        <a:pt x="332033" y="98498"/>
                        <a:pt x="320374" y="111357"/>
                      </a:cubicBezTo>
                      <a:lnTo>
                        <a:pt x="376695" y="171022"/>
                      </a:lnTo>
                      <a:lnTo>
                        <a:pt x="363579" y="182080"/>
                      </a:lnTo>
                      <a:cubicBezTo>
                        <a:pt x="344891" y="159963"/>
                        <a:pt x="327232" y="139989"/>
                        <a:pt x="310601" y="122159"/>
                      </a:cubicBezTo>
                      <a:cubicBezTo>
                        <a:pt x="290199" y="143761"/>
                        <a:pt x="267739" y="163650"/>
                        <a:pt x="243221" y="181823"/>
                      </a:cubicBezTo>
                      <a:cubicBezTo>
                        <a:pt x="242021" y="175994"/>
                        <a:pt x="237735" y="171365"/>
                        <a:pt x="230363" y="167936"/>
                      </a:cubicBezTo>
                      <a:cubicBezTo>
                        <a:pt x="253508" y="154906"/>
                        <a:pt x="276997" y="136218"/>
                        <a:pt x="300829" y="111872"/>
                      </a:cubicBezTo>
                      <a:cubicBezTo>
                        <a:pt x="280083" y="89926"/>
                        <a:pt x="260195" y="70209"/>
                        <a:pt x="241164" y="52721"/>
                      </a:cubicBezTo>
                      <a:lnTo>
                        <a:pt x="251708" y="43720"/>
                      </a:lnTo>
                      <a:cubicBezTo>
                        <a:pt x="276226" y="67037"/>
                        <a:pt x="295942" y="86240"/>
                        <a:pt x="310858" y="101327"/>
                      </a:cubicBezTo>
                      <a:cubicBezTo>
                        <a:pt x="332290" y="77324"/>
                        <a:pt x="348149" y="54950"/>
                        <a:pt x="358436" y="34205"/>
                      </a:cubicBezTo>
                      <a:close/>
                      <a:moveTo>
                        <a:pt x="201559" y="9773"/>
                      </a:moveTo>
                      <a:cubicBezTo>
                        <a:pt x="210817" y="11488"/>
                        <a:pt x="242964" y="12345"/>
                        <a:pt x="298000" y="12345"/>
                      </a:cubicBezTo>
                      <a:cubicBezTo>
                        <a:pt x="353035" y="12345"/>
                        <a:pt x="384153" y="11488"/>
                        <a:pt x="391354" y="9773"/>
                      </a:cubicBezTo>
                      <a:lnTo>
                        <a:pt x="391354" y="28547"/>
                      </a:lnTo>
                      <a:cubicBezTo>
                        <a:pt x="379010" y="26661"/>
                        <a:pt x="348577" y="25718"/>
                        <a:pt x="300057" y="25718"/>
                      </a:cubicBezTo>
                      <a:lnTo>
                        <a:pt x="218275" y="25718"/>
                      </a:lnTo>
                      <a:lnTo>
                        <a:pt x="218275" y="197254"/>
                      </a:lnTo>
                      <a:lnTo>
                        <a:pt x="311116" y="197254"/>
                      </a:lnTo>
                      <a:cubicBezTo>
                        <a:pt x="357921" y="197254"/>
                        <a:pt x="387668" y="196311"/>
                        <a:pt x="400355" y="194425"/>
                      </a:cubicBezTo>
                      <a:lnTo>
                        <a:pt x="400355" y="213199"/>
                      </a:lnTo>
                      <a:cubicBezTo>
                        <a:pt x="390926" y="211313"/>
                        <a:pt x="357750" y="210370"/>
                        <a:pt x="300829" y="210370"/>
                      </a:cubicBezTo>
                      <a:cubicBezTo>
                        <a:pt x="243907" y="210370"/>
                        <a:pt x="210817" y="211313"/>
                        <a:pt x="201559" y="213199"/>
                      </a:cubicBezTo>
                      <a:cubicBezTo>
                        <a:pt x="202416" y="199654"/>
                        <a:pt x="202845" y="185852"/>
                        <a:pt x="202845" y="171793"/>
                      </a:cubicBezTo>
                      <a:lnTo>
                        <a:pt x="202845" y="51435"/>
                      </a:lnTo>
                      <a:cubicBezTo>
                        <a:pt x="202845" y="34805"/>
                        <a:pt x="202416" y="20917"/>
                        <a:pt x="201559" y="9773"/>
                      </a:cubicBezTo>
                      <a:close/>
                      <a:moveTo>
                        <a:pt x="0" y="0"/>
                      </a:moveTo>
                      <a:lnTo>
                        <a:pt x="4115" y="0"/>
                      </a:lnTo>
                      <a:lnTo>
                        <a:pt x="126788" y="141447"/>
                      </a:lnTo>
                      <a:lnTo>
                        <a:pt x="126788" y="0"/>
                      </a:lnTo>
                      <a:lnTo>
                        <a:pt x="145047" y="0"/>
                      </a:lnTo>
                      <a:lnTo>
                        <a:pt x="145047" y="184652"/>
                      </a:lnTo>
                      <a:lnTo>
                        <a:pt x="140932" y="184652"/>
                      </a:lnTo>
                      <a:lnTo>
                        <a:pt x="19031" y="45006"/>
                      </a:lnTo>
                      <a:lnTo>
                        <a:pt x="19031" y="184652"/>
                      </a:lnTo>
                      <a:lnTo>
                        <a:pt x="0" y="18465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20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C0C847FF-01FD-45E2-8762-1337DEC8826F}"/>
                    </a:ext>
                  </a:extLst>
                </p:cNvPr>
                <p:cNvSpPr txBox="1"/>
                <p:nvPr/>
              </p:nvSpPr>
              <p:spPr>
                <a:xfrm>
                  <a:off x="-260355" y="9816143"/>
                  <a:ext cx="1775413" cy="3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531" h="238509">
                      <a:moveTo>
                        <a:pt x="660502" y="126397"/>
                      </a:moveTo>
                      <a:cubicBezTo>
                        <a:pt x="683444" y="127913"/>
                        <a:pt x="710668" y="128672"/>
                        <a:pt x="742173" y="128672"/>
                      </a:cubicBezTo>
                      <a:cubicBezTo>
                        <a:pt x="773679" y="128672"/>
                        <a:pt x="798627" y="127913"/>
                        <a:pt x="817017" y="126397"/>
                      </a:cubicBezTo>
                      <a:lnTo>
                        <a:pt x="817017" y="148189"/>
                      </a:lnTo>
                      <a:cubicBezTo>
                        <a:pt x="800186" y="146844"/>
                        <a:pt x="777481" y="146171"/>
                        <a:pt x="748902" y="146171"/>
                      </a:cubicBezTo>
                      <a:lnTo>
                        <a:pt x="748902" y="208898"/>
                      </a:lnTo>
                      <a:cubicBezTo>
                        <a:pt x="795338" y="208898"/>
                        <a:pt x="829060" y="208140"/>
                        <a:pt x="850068" y="206624"/>
                      </a:cubicBezTo>
                      <a:lnTo>
                        <a:pt x="850068" y="228419"/>
                      </a:lnTo>
                      <a:cubicBezTo>
                        <a:pt x="828219" y="227074"/>
                        <a:pt x="794380" y="226402"/>
                        <a:pt x="748551" y="226402"/>
                      </a:cubicBezTo>
                      <a:cubicBezTo>
                        <a:pt x="702721" y="226402"/>
                        <a:pt x="662691" y="227074"/>
                        <a:pt x="628460" y="228419"/>
                      </a:cubicBezTo>
                      <a:lnTo>
                        <a:pt x="628460" y="206624"/>
                      </a:lnTo>
                      <a:cubicBezTo>
                        <a:pt x="654885" y="208140"/>
                        <a:pt x="688019" y="208898"/>
                        <a:pt x="727862" y="208898"/>
                      </a:cubicBezTo>
                      <a:lnTo>
                        <a:pt x="727862" y="146171"/>
                      </a:lnTo>
                      <a:cubicBezTo>
                        <a:pt x="697727" y="146509"/>
                        <a:pt x="675274" y="147181"/>
                        <a:pt x="660502" y="148189"/>
                      </a:cubicBezTo>
                      <a:close/>
                      <a:moveTo>
                        <a:pt x="531383" y="119590"/>
                      </a:moveTo>
                      <a:lnTo>
                        <a:pt x="604139" y="119590"/>
                      </a:lnTo>
                      <a:lnTo>
                        <a:pt x="604139" y="139613"/>
                      </a:lnTo>
                      <a:lnTo>
                        <a:pt x="531383" y="139613"/>
                      </a:lnTo>
                      <a:close/>
                      <a:moveTo>
                        <a:pt x="183816" y="116303"/>
                      </a:moveTo>
                      <a:cubicBezTo>
                        <a:pt x="191170" y="121366"/>
                        <a:pt x="197607" y="124768"/>
                        <a:pt x="203128" y="126510"/>
                      </a:cubicBezTo>
                      <a:cubicBezTo>
                        <a:pt x="206533" y="127560"/>
                        <a:pt x="208236" y="129270"/>
                        <a:pt x="208236" y="131639"/>
                      </a:cubicBezTo>
                      <a:cubicBezTo>
                        <a:pt x="208236" y="134009"/>
                        <a:pt x="207210" y="135655"/>
                        <a:pt x="205158" y="136578"/>
                      </a:cubicBezTo>
                      <a:cubicBezTo>
                        <a:pt x="203106" y="137501"/>
                        <a:pt x="201102" y="138902"/>
                        <a:pt x="199146" y="140781"/>
                      </a:cubicBezTo>
                      <a:cubicBezTo>
                        <a:pt x="197191" y="142660"/>
                        <a:pt x="195471" y="144753"/>
                        <a:pt x="193987" y="147060"/>
                      </a:cubicBezTo>
                      <a:cubicBezTo>
                        <a:pt x="186017" y="158421"/>
                        <a:pt x="173392" y="170783"/>
                        <a:pt x="156111" y="184147"/>
                      </a:cubicBezTo>
                      <a:cubicBezTo>
                        <a:pt x="138831" y="197511"/>
                        <a:pt x="116970" y="208939"/>
                        <a:pt x="90528" y="218432"/>
                      </a:cubicBezTo>
                      <a:cubicBezTo>
                        <a:pt x="64086" y="227924"/>
                        <a:pt x="36771" y="234617"/>
                        <a:pt x="8583" y="238509"/>
                      </a:cubicBezTo>
                      <a:cubicBezTo>
                        <a:pt x="7785" y="230416"/>
                        <a:pt x="4924" y="222202"/>
                        <a:pt x="0" y="213865"/>
                      </a:cubicBezTo>
                      <a:cubicBezTo>
                        <a:pt x="25763" y="213109"/>
                        <a:pt x="49062" y="209690"/>
                        <a:pt x="69898" y="203606"/>
                      </a:cubicBezTo>
                      <a:cubicBezTo>
                        <a:pt x="90733" y="197522"/>
                        <a:pt x="108657" y="190001"/>
                        <a:pt x="123671" y="181043"/>
                      </a:cubicBezTo>
                      <a:cubicBezTo>
                        <a:pt x="138685" y="172085"/>
                        <a:pt x="151298" y="162787"/>
                        <a:pt x="161510" y="153151"/>
                      </a:cubicBezTo>
                      <a:cubicBezTo>
                        <a:pt x="171722" y="143515"/>
                        <a:pt x="179157" y="131233"/>
                        <a:pt x="183816" y="116303"/>
                      </a:cubicBezTo>
                      <a:close/>
                      <a:moveTo>
                        <a:pt x="950998" y="91582"/>
                      </a:moveTo>
                      <a:cubicBezTo>
                        <a:pt x="959720" y="94818"/>
                        <a:pt x="966712" y="96515"/>
                        <a:pt x="971973" y="96673"/>
                      </a:cubicBezTo>
                      <a:cubicBezTo>
                        <a:pt x="975871" y="96952"/>
                        <a:pt x="977820" y="98180"/>
                        <a:pt x="977820" y="100356"/>
                      </a:cubicBezTo>
                      <a:cubicBezTo>
                        <a:pt x="977820" y="102533"/>
                        <a:pt x="976675" y="104383"/>
                        <a:pt x="974384" y="105908"/>
                      </a:cubicBezTo>
                      <a:cubicBezTo>
                        <a:pt x="971430" y="107876"/>
                        <a:pt x="968964" y="113557"/>
                        <a:pt x="966987" y="122949"/>
                      </a:cubicBezTo>
                      <a:cubicBezTo>
                        <a:pt x="961648" y="149653"/>
                        <a:pt x="954109" y="171034"/>
                        <a:pt x="944371" y="187092"/>
                      </a:cubicBezTo>
                      <a:cubicBezTo>
                        <a:pt x="934633" y="203151"/>
                        <a:pt x="919532" y="219113"/>
                        <a:pt x="899068" y="234977"/>
                      </a:cubicBezTo>
                      <a:cubicBezTo>
                        <a:pt x="894289" y="229172"/>
                        <a:pt x="888213" y="224733"/>
                        <a:pt x="880841" y="221660"/>
                      </a:cubicBezTo>
                      <a:cubicBezTo>
                        <a:pt x="905069" y="204617"/>
                        <a:pt x="922191" y="186535"/>
                        <a:pt x="932206" y="167415"/>
                      </a:cubicBezTo>
                      <a:cubicBezTo>
                        <a:pt x="942221" y="148294"/>
                        <a:pt x="948485" y="123016"/>
                        <a:pt x="950998" y="91582"/>
                      </a:cubicBezTo>
                      <a:close/>
                      <a:moveTo>
                        <a:pt x="1039144" y="88805"/>
                      </a:moveTo>
                      <a:cubicBezTo>
                        <a:pt x="1043586" y="154122"/>
                        <a:pt x="1067715" y="196955"/>
                        <a:pt x="1111531" y="217304"/>
                      </a:cubicBezTo>
                      <a:cubicBezTo>
                        <a:pt x="1103143" y="223587"/>
                        <a:pt x="1096906" y="229646"/>
                        <a:pt x="1092818" y="235484"/>
                      </a:cubicBezTo>
                      <a:cubicBezTo>
                        <a:pt x="1071306" y="222025"/>
                        <a:pt x="1054703" y="204284"/>
                        <a:pt x="1043010" y="182262"/>
                      </a:cubicBezTo>
                      <a:cubicBezTo>
                        <a:pt x="1031317" y="160240"/>
                        <a:pt x="1023094" y="130729"/>
                        <a:pt x="1018341" y="93728"/>
                      </a:cubicBezTo>
                      <a:close/>
                      <a:moveTo>
                        <a:pt x="766499" y="65595"/>
                      </a:moveTo>
                      <a:cubicBezTo>
                        <a:pt x="796197" y="83362"/>
                        <a:pt x="820690" y="99887"/>
                        <a:pt x="839978" y="115170"/>
                      </a:cubicBezTo>
                      <a:lnTo>
                        <a:pt x="826368" y="130026"/>
                      </a:lnTo>
                      <a:cubicBezTo>
                        <a:pt x="819103" y="123553"/>
                        <a:pt x="808482" y="115451"/>
                        <a:pt x="794507" y="105719"/>
                      </a:cubicBezTo>
                      <a:cubicBezTo>
                        <a:pt x="780531" y="95986"/>
                        <a:pt x="767651" y="87920"/>
                        <a:pt x="755866" y="81520"/>
                      </a:cubicBezTo>
                      <a:close/>
                      <a:moveTo>
                        <a:pt x="704535" y="63578"/>
                      </a:moveTo>
                      <a:cubicBezTo>
                        <a:pt x="708902" y="68732"/>
                        <a:pt x="713337" y="72735"/>
                        <a:pt x="717840" y="75585"/>
                      </a:cubicBezTo>
                      <a:cubicBezTo>
                        <a:pt x="720383" y="77278"/>
                        <a:pt x="721654" y="79003"/>
                        <a:pt x="721654" y="80761"/>
                      </a:cubicBezTo>
                      <a:cubicBezTo>
                        <a:pt x="721654" y="82518"/>
                        <a:pt x="719616" y="84054"/>
                        <a:pt x="715542" y="85370"/>
                      </a:cubicBezTo>
                      <a:cubicBezTo>
                        <a:pt x="711915" y="86532"/>
                        <a:pt x="708682" y="88532"/>
                        <a:pt x="705846" y="91369"/>
                      </a:cubicBezTo>
                      <a:cubicBezTo>
                        <a:pt x="687428" y="106773"/>
                        <a:pt x="667154" y="121256"/>
                        <a:pt x="645024" y="134820"/>
                      </a:cubicBezTo>
                      <a:cubicBezTo>
                        <a:pt x="641777" y="128331"/>
                        <a:pt x="637265" y="123077"/>
                        <a:pt x="631490" y="119056"/>
                      </a:cubicBezTo>
                      <a:cubicBezTo>
                        <a:pt x="645222" y="112409"/>
                        <a:pt x="658436" y="104315"/>
                        <a:pt x="671131" y="94773"/>
                      </a:cubicBezTo>
                      <a:cubicBezTo>
                        <a:pt x="683826" y="85230"/>
                        <a:pt x="694961" y="74832"/>
                        <a:pt x="704535" y="63578"/>
                      </a:cubicBezTo>
                      <a:close/>
                      <a:moveTo>
                        <a:pt x="59183" y="43141"/>
                      </a:moveTo>
                      <a:cubicBezTo>
                        <a:pt x="66274" y="47598"/>
                        <a:pt x="72246" y="50738"/>
                        <a:pt x="77101" y="52560"/>
                      </a:cubicBezTo>
                      <a:cubicBezTo>
                        <a:pt x="80428" y="53669"/>
                        <a:pt x="82091" y="55218"/>
                        <a:pt x="82091" y="57207"/>
                      </a:cubicBezTo>
                      <a:cubicBezTo>
                        <a:pt x="82091" y="59196"/>
                        <a:pt x="80388" y="61356"/>
                        <a:pt x="76982" y="63687"/>
                      </a:cubicBezTo>
                      <a:cubicBezTo>
                        <a:pt x="73576" y="66017"/>
                        <a:pt x="69640" y="71024"/>
                        <a:pt x="65174" y="78707"/>
                      </a:cubicBezTo>
                      <a:cubicBezTo>
                        <a:pt x="52420" y="101435"/>
                        <a:pt x="38187" y="121401"/>
                        <a:pt x="22475" y="138605"/>
                      </a:cubicBezTo>
                      <a:cubicBezTo>
                        <a:pt x="19094" y="133427"/>
                        <a:pt x="13537" y="129293"/>
                        <a:pt x="5803" y="126204"/>
                      </a:cubicBezTo>
                      <a:cubicBezTo>
                        <a:pt x="17263" y="115794"/>
                        <a:pt x="27635" y="103543"/>
                        <a:pt x="36919" y="89452"/>
                      </a:cubicBezTo>
                      <a:cubicBezTo>
                        <a:pt x="46203" y="75361"/>
                        <a:pt x="53624" y="59924"/>
                        <a:pt x="59183" y="43141"/>
                      </a:cubicBezTo>
                      <a:close/>
                      <a:moveTo>
                        <a:pt x="164219" y="41879"/>
                      </a:moveTo>
                      <a:cubicBezTo>
                        <a:pt x="190710" y="61711"/>
                        <a:pt x="214634" y="83253"/>
                        <a:pt x="235990" y="106506"/>
                      </a:cubicBezTo>
                      <a:lnTo>
                        <a:pt x="220166" y="120691"/>
                      </a:lnTo>
                      <a:cubicBezTo>
                        <a:pt x="204602" y="100090"/>
                        <a:pt x="181587" y="78617"/>
                        <a:pt x="151123" y="56273"/>
                      </a:cubicBezTo>
                      <a:close/>
                      <a:moveTo>
                        <a:pt x="299498" y="21192"/>
                      </a:moveTo>
                      <a:cubicBezTo>
                        <a:pt x="310241" y="22036"/>
                        <a:pt x="339457" y="22458"/>
                        <a:pt x="387147" y="22458"/>
                      </a:cubicBezTo>
                      <a:cubicBezTo>
                        <a:pt x="434836" y="22458"/>
                        <a:pt x="463511" y="22036"/>
                        <a:pt x="473172" y="21192"/>
                      </a:cubicBezTo>
                      <a:lnTo>
                        <a:pt x="473172" y="41598"/>
                      </a:lnTo>
                      <a:cubicBezTo>
                        <a:pt x="466426" y="42792"/>
                        <a:pt x="460120" y="45688"/>
                        <a:pt x="454253" y="50285"/>
                      </a:cubicBezTo>
                      <a:lnTo>
                        <a:pt x="398997" y="93398"/>
                      </a:lnTo>
                      <a:lnTo>
                        <a:pt x="398997" y="107226"/>
                      </a:lnTo>
                      <a:cubicBezTo>
                        <a:pt x="445532" y="107226"/>
                        <a:pt x="480264" y="106300"/>
                        <a:pt x="503193" y="104449"/>
                      </a:cubicBezTo>
                      <a:lnTo>
                        <a:pt x="503193" y="128511"/>
                      </a:lnTo>
                      <a:cubicBezTo>
                        <a:pt x="479948" y="126831"/>
                        <a:pt x="445216" y="125991"/>
                        <a:pt x="398997" y="125991"/>
                      </a:cubicBezTo>
                      <a:lnTo>
                        <a:pt x="398997" y="213736"/>
                      </a:lnTo>
                      <a:cubicBezTo>
                        <a:pt x="398997" y="219383"/>
                        <a:pt x="397673" y="223873"/>
                        <a:pt x="395024" y="227206"/>
                      </a:cubicBezTo>
                      <a:cubicBezTo>
                        <a:pt x="392376" y="230538"/>
                        <a:pt x="387349" y="233087"/>
                        <a:pt x="379942" y="234851"/>
                      </a:cubicBezTo>
                      <a:cubicBezTo>
                        <a:pt x="372534" y="236615"/>
                        <a:pt x="360774" y="237582"/>
                        <a:pt x="344660" y="237754"/>
                      </a:cubicBezTo>
                      <a:cubicBezTo>
                        <a:pt x="345333" y="228096"/>
                        <a:pt x="342809" y="219066"/>
                        <a:pt x="337090" y="210662"/>
                      </a:cubicBezTo>
                      <a:cubicBezTo>
                        <a:pt x="350190" y="212682"/>
                        <a:pt x="359291" y="213692"/>
                        <a:pt x="364393" y="213692"/>
                      </a:cubicBezTo>
                      <a:cubicBezTo>
                        <a:pt x="369495" y="213692"/>
                        <a:pt x="372948" y="213048"/>
                        <a:pt x="374752" y="211761"/>
                      </a:cubicBezTo>
                      <a:cubicBezTo>
                        <a:pt x="376556" y="210474"/>
                        <a:pt x="377458" y="207348"/>
                        <a:pt x="377458" y="202384"/>
                      </a:cubicBezTo>
                      <a:lnTo>
                        <a:pt x="377458" y="125991"/>
                      </a:lnTo>
                      <a:cubicBezTo>
                        <a:pt x="324978" y="125991"/>
                        <a:pt x="288649" y="126831"/>
                        <a:pt x="268468" y="128511"/>
                      </a:cubicBezTo>
                      <a:lnTo>
                        <a:pt x="268468" y="104449"/>
                      </a:lnTo>
                      <a:cubicBezTo>
                        <a:pt x="288397" y="106300"/>
                        <a:pt x="324727" y="107226"/>
                        <a:pt x="377458" y="107226"/>
                      </a:cubicBezTo>
                      <a:lnTo>
                        <a:pt x="377458" y="84763"/>
                      </a:lnTo>
                      <a:lnTo>
                        <a:pt x="439016" y="40967"/>
                      </a:lnTo>
                      <a:lnTo>
                        <a:pt x="356314" y="40967"/>
                      </a:lnTo>
                      <a:cubicBezTo>
                        <a:pt x="331863" y="40967"/>
                        <a:pt x="312925" y="41387"/>
                        <a:pt x="299498" y="42229"/>
                      </a:cubicBezTo>
                      <a:close/>
                      <a:moveTo>
                        <a:pt x="979898" y="5296"/>
                      </a:moveTo>
                      <a:cubicBezTo>
                        <a:pt x="992847" y="15221"/>
                        <a:pt x="1004517" y="26924"/>
                        <a:pt x="1014906" y="40404"/>
                      </a:cubicBezTo>
                      <a:lnTo>
                        <a:pt x="1001757" y="50176"/>
                      </a:lnTo>
                      <a:lnTo>
                        <a:pt x="1027585" y="50098"/>
                      </a:lnTo>
                      <a:cubicBezTo>
                        <a:pt x="1061003" y="49877"/>
                        <a:pt x="1084192" y="49323"/>
                        <a:pt x="1097153" y="48437"/>
                      </a:cubicBezTo>
                      <a:lnTo>
                        <a:pt x="1097153" y="106309"/>
                      </a:lnTo>
                      <a:lnTo>
                        <a:pt x="1076366" y="106309"/>
                      </a:lnTo>
                      <a:lnTo>
                        <a:pt x="1076366" y="67460"/>
                      </a:lnTo>
                      <a:lnTo>
                        <a:pt x="911971" y="67460"/>
                      </a:lnTo>
                      <a:lnTo>
                        <a:pt x="911971" y="109841"/>
                      </a:lnTo>
                      <a:lnTo>
                        <a:pt x="891944" y="109841"/>
                      </a:lnTo>
                      <a:lnTo>
                        <a:pt x="891944" y="48437"/>
                      </a:lnTo>
                      <a:cubicBezTo>
                        <a:pt x="904170" y="49618"/>
                        <a:pt x="937108" y="50209"/>
                        <a:pt x="990757" y="50209"/>
                      </a:cubicBezTo>
                      <a:lnTo>
                        <a:pt x="996785" y="50191"/>
                      </a:lnTo>
                      <a:lnTo>
                        <a:pt x="966115" y="18810"/>
                      </a:lnTo>
                      <a:close/>
                      <a:moveTo>
                        <a:pt x="106214" y="3532"/>
                      </a:moveTo>
                      <a:cubicBezTo>
                        <a:pt x="114189" y="5217"/>
                        <a:pt x="119979" y="6059"/>
                        <a:pt x="123585" y="6059"/>
                      </a:cubicBezTo>
                      <a:lnTo>
                        <a:pt x="129162" y="5806"/>
                      </a:lnTo>
                      <a:cubicBezTo>
                        <a:pt x="132093" y="5806"/>
                        <a:pt x="133558" y="6779"/>
                        <a:pt x="133558" y="8725"/>
                      </a:cubicBezTo>
                      <a:cubicBezTo>
                        <a:pt x="133558" y="10672"/>
                        <a:pt x="132844" y="12402"/>
                        <a:pt x="131415" y="13915"/>
                      </a:cubicBezTo>
                      <a:cubicBezTo>
                        <a:pt x="129985" y="15429"/>
                        <a:pt x="129271" y="17955"/>
                        <a:pt x="129271" y="21494"/>
                      </a:cubicBezTo>
                      <a:lnTo>
                        <a:pt x="129271" y="129977"/>
                      </a:lnTo>
                      <a:cubicBezTo>
                        <a:pt x="129271" y="140838"/>
                        <a:pt x="129860" y="150861"/>
                        <a:pt x="131039" y="160047"/>
                      </a:cubicBezTo>
                      <a:lnTo>
                        <a:pt x="105964" y="160047"/>
                      </a:lnTo>
                      <a:cubicBezTo>
                        <a:pt x="107140" y="151201"/>
                        <a:pt x="107728" y="141262"/>
                        <a:pt x="107728" y="130231"/>
                      </a:cubicBezTo>
                      <a:lnTo>
                        <a:pt x="107728" y="30069"/>
                      </a:lnTo>
                      <a:cubicBezTo>
                        <a:pt x="107728" y="19653"/>
                        <a:pt x="107223" y="10808"/>
                        <a:pt x="106214" y="3532"/>
                      </a:cubicBezTo>
                      <a:close/>
                      <a:moveTo>
                        <a:pt x="727906" y="0"/>
                      </a:moveTo>
                      <a:cubicBezTo>
                        <a:pt x="736806" y="12599"/>
                        <a:pt x="743997" y="24542"/>
                        <a:pt x="749481" y="35831"/>
                      </a:cubicBezTo>
                      <a:cubicBezTo>
                        <a:pt x="792847" y="35831"/>
                        <a:pt x="823013" y="34987"/>
                        <a:pt x="839978" y="33300"/>
                      </a:cubicBezTo>
                      <a:cubicBezTo>
                        <a:pt x="838631" y="41824"/>
                        <a:pt x="837957" y="50974"/>
                        <a:pt x="837957" y="60749"/>
                      </a:cubicBezTo>
                      <a:cubicBezTo>
                        <a:pt x="837957" y="70524"/>
                        <a:pt x="838462" y="79488"/>
                        <a:pt x="839472" y="87640"/>
                      </a:cubicBezTo>
                      <a:lnTo>
                        <a:pt x="817676" y="87640"/>
                      </a:lnTo>
                      <a:lnTo>
                        <a:pt x="817676" y="53078"/>
                      </a:lnTo>
                      <a:lnTo>
                        <a:pt x="658835" y="53078"/>
                      </a:lnTo>
                      <a:lnTo>
                        <a:pt x="658835" y="90417"/>
                      </a:lnTo>
                      <a:lnTo>
                        <a:pt x="637292" y="90417"/>
                      </a:lnTo>
                      <a:cubicBezTo>
                        <a:pt x="638302" y="81105"/>
                        <a:pt x="638807" y="71800"/>
                        <a:pt x="638807" y="62503"/>
                      </a:cubicBezTo>
                      <a:cubicBezTo>
                        <a:pt x="638807" y="53206"/>
                        <a:pt x="638302" y="43472"/>
                        <a:pt x="637292" y="33300"/>
                      </a:cubicBezTo>
                      <a:cubicBezTo>
                        <a:pt x="654153" y="34819"/>
                        <a:pt x="685017" y="35577"/>
                        <a:pt x="729883" y="35574"/>
                      </a:cubicBezTo>
                      <a:cubicBezTo>
                        <a:pt x="723676" y="26948"/>
                        <a:pt x="717284" y="18688"/>
                        <a:pt x="710708" y="1079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2000" b="1" dirty="0"/>
                </a:p>
              </p:txBody>
            </p:sp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34D3727A-5454-4B80-833A-E16C68671EEF}"/>
                    </a:ext>
                  </a:extLst>
                </p:cNvPr>
                <p:cNvSpPr txBox="1"/>
                <p:nvPr/>
              </p:nvSpPr>
              <p:spPr>
                <a:xfrm>
                  <a:off x="1555663" y="9825719"/>
                  <a:ext cx="1609015" cy="377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354" h="236601">
                      <a:moveTo>
                        <a:pt x="623649" y="158163"/>
                      </a:moveTo>
                      <a:lnTo>
                        <a:pt x="623649" y="177965"/>
                      </a:lnTo>
                      <a:lnTo>
                        <a:pt x="705174" y="177965"/>
                      </a:lnTo>
                      <a:lnTo>
                        <a:pt x="705174" y="158163"/>
                      </a:lnTo>
                      <a:close/>
                      <a:moveTo>
                        <a:pt x="623649" y="125759"/>
                      </a:moveTo>
                      <a:lnTo>
                        <a:pt x="623649" y="146590"/>
                      </a:lnTo>
                      <a:lnTo>
                        <a:pt x="705174" y="146590"/>
                      </a:lnTo>
                      <a:lnTo>
                        <a:pt x="705174" y="125759"/>
                      </a:lnTo>
                      <a:close/>
                      <a:moveTo>
                        <a:pt x="825789" y="113671"/>
                      </a:moveTo>
                      <a:cubicBezTo>
                        <a:pt x="829732" y="119158"/>
                        <a:pt x="834533" y="123444"/>
                        <a:pt x="840191" y="126530"/>
                      </a:cubicBezTo>
                      <a:cubicBezTo>
                        <a:pt x="816702" y="156705"/>
                        <a:pt x="798100" y="181737"/>
                        <a:pt x="784384" y="201625"/>
                      </a:cubicBezTo>
                      <a:cubicBezTo>
                        <a:pt x="780269" y="196310"/>
                        <a:pt x="775554" y="192110"/>
                        <a:pt x="770239" y="189024"/>
                      </a:cubicBezTo>
                      <a:cubicBezTo>
                        <a:pt x="777268" y="182851"/>
                        <a:pt x="786655" y="171921"/>
                        <a:pt x="798400" y="156234"/>
                      </a:cubicBezTo>
                      <a:cubicBezTo>
                        <a:pt x="810144" y="140546"/>
                        <a:pt x="819274" y="126359"/>
                        <a:pt x="825789" y="113671"/>
                      </a:cubicBezTo>
                      <a:close/>
                      <a:moveTo>
                        <a:pt x="606418" y="112643"/>
                      </a:moveTo>
                      <a:cubicBezTo>
                        <a:pt x="624935" y="113843"/>
                        <a:pt x="644780" y="114443"/>
                        <a:pt x="665954" y="114443"/>
                      </a:cubicBezTo>
                      <a:cubicBezTo>
                        <a:pt x="687129" y="114443"/>
                        <a:pt x="705688" y="113843"/>
                        <a:pt x="721633" y="112643"/>
                      </a:cubicBezTo>
                      <a:cubicBezTo>
                        <a:pt x="720947" y="122415"/>
                        <a:pt x="720604" y="132274"/>
                        <a:pt x="720604" y="142218"/>
                      </a:cubicBezTo>
                      <a:lnTo>
                        <a:pt x="720604" y="208569"/>
                      </a:lnTo>
                      <a:cubicBezTo>
                        <a:pt x="720604" y="214741"/>
                        <a:pt x="719876" y="219327"/>
                        <a:pt x="718418" y="222328"/>
                      </a:cubicBezTo>
                      <a:cubicBezTo>
                        <a:pt x="716961" y="225328"/>
                        <a:pt x="713789" y="227643"/>
                        <a:pt x="708903" y="229272"/>
                      </a:cubicBezTo>
                      <a:cubicBezTo>
                        <a:pt x="704016" y="230900"/>
                        <a:pt x="696344" y="232229"/>
                        <a:pt x="685886" y="233258"/>
                      </a:cubicBezTo>
                      <a:cubicBezTo>
                        <a:pt x="686400" y="226571"/>
                        <a:pt x="684257" y="220399"/>
                        <a:pt x="679456" y="214741"/>
                      </a:cubicBezTo>
                      <a:cubicBezTo>
                        <a:pt x="685800" y="215598"/>
                        <a:pt x="690772" y="216027"/>
                        <a:pt x="694372" y="216027"/>
                      </a:cubicBezTo>
                      <a:cubicBezTo>
                        <a:pt x="697973" y="216027"/>
                        <a:pt x="700673" y="215470"/>
                        <a:pt x="702473" y="214355"/>
                      </a:cubicBezTo>
                      <a:cubicBezTo>
                        <a:pt x="704274" y="213241"/>
                        <a:pt x="705174" y="210455"/>
                        <a:pt x="705174" y="205997"/>
                      </a:cubicBezTo>
                      <a:lnTo>
                        <a:pt x="705174" y="189538"/>
                      </a:lnTo>
                      <a:lnTo>
                        <a:pt x="623649" y="189538"/>
                      </a:lnTo>
                      <a:lnTo>
                        <a:pt x="623649" y="233258"/>
                      </a:lnTo>
                      <a:lnTo>
                        <a:pt x="605904" y="233258"/>
                      </a:lnTo>
                      <a:cubicBezTo>
                        <a:pt x="607447" y="221942"/>
                        <a:pt x="608219" y="211055"/>
                        <a:pt x="608219" y="200597"/>
                      </a:cubicBezTo>
                      <a:lnTo>
                        <a:pt x="608219" y="141961"/>
                      </a:lnTo>
                      <a:cubicBezTo>
                        <a:pt x="608219" y="129102"/>
                        <a:pt x="607619" y="119329"/>
                        <a:pt x="606418" y="112643"/>
                      </a:cubicBezTo>
                      <a:close/>
                      <a:moveTo>
                        <a:pt x="45005" y="103384"/>
                      </a:moveTo>
                      <a:cubicBezTo>
                        <a:pt x="55464" y="104756"/>
                        <a:pt x="78310" y="105442"/>
                        <a:pt x="113543" y="105442"/>
                      </a:cubicBezTo>
                      <a:cubicBezTo>
                        <a:pt x="148776" y="105442"/>
                        <a:pt x="173421" y="104756"/>
                        <a:pt x="187480" y="103384"/>
                      </a:cubicBezTo>
                      <a:lnTo>
                        <a:pt x="178994" y="197253"/>
                      </a:lnTo>
                      <a:cubicBezTo>
                        <a:pt x="178479" y="203254"/>
                        <a:pt x="176808" y="207926"/>
                        <a:pt x="173979" y="211269"/>
                      </a:cubicBezTo>
                      <a:cubicBezTo>
                        <a:pt x="171150" y="214613"/>
                        <a:pt x="165749" y="217313"/>
                        <a:pt x="157777" y="219370"/>
                      </a:cubicBezTo>
                      <a:cubicBezTo>
                        <a:pt x="149804" y="221428"/>
                        <a:pt x="137931" y="222714"/>
                        <a:pt x="122158" y="223228"/>
                      </a:cubicBezTo>
                      <a:cubicBezTo>
                        <a:pt x="121986" y="216198"/>
                        <a:pt x="118900" y="209941"/>
                        <a:pt x="112900" y="204454"/>
                      </a:cubicBezTo>
                      <a:cubicBezTo>
                        <a:pt x="121472" y="204968"/>
                        <a:pt x="129316" y="205226"/>
                        <a:pt x="136431" y="205226"/>
                      </a:cubicBezTo>
                      <a:cubicBezTo>
                        <a:pt x="143546" y="205226"/>
                        <a:pt x="149118" y="204583"/>
                        <a:pt x="153147" y="203297"/>
                      </a:cubicBezTo>
                      <a:cubicBezTo>
                        <a:pt x="157177" y="202011"/>
                        <a:pt x="159877" y="200082"/>
                        <a:pt x="161249" y="197510"/>
                      </a:cubicBezTo>
                      <a:cubicBezTo>
                        <a:pt x="162620" y="194939"/>
                        <a:pt x="163563" y="190995"/>
                        <a:pt x="164077" y="185680"/>
                      </a:cubicBezTo>
                      <a:lnTo>
                        <a:pt x="170507" y="118558"/>
                      </a:lnTo>
                      <a:lnTo>
                        <a:pt x="97726" y="118558"/>
                      </a:lnTo>
                      <a:cubicBezTo>
                        <a:pt x="97383" y="145304"/>
                        <a:pt x="91468" y="167249"/>
                        <a:pt x="79981" y="184394"/>
                      </a:cubicBezTo>
                      <a:cubicBezTo>
                        <a:pt x="68494" y="201539"/>
                        <a:pt x="49977" y="216884"/>
                        <a:pt x="24431" y="230429"/>
                      </a:cubicBezTo>
                      <a:cubicBezTo>
                        <a:pt x="21345" y="224771"/>
                        <a:pt x="16030" y="220656"/>
                        <a:pt x="8487" y="218084"/>
                      </a:cubicBezTo>
                      <a:cubicBezTo>
                        <a:pt x="32832" y="207455"/>
                        <a:pt x="51263" y="195453"/>
                        <a:pt x="63779" y="182080"/>
                      </a:cubicBezTo>
                      <a:cubicBezTo>
                        <a:pt x="76295" y="168707"/>
                        <a:pt x="82553" y="147533"/>
                        <a:pt x="82553" y="118558"/>
                      </a:cubicBezTo>
                      <a:cubicBezTo>
                        <a:pt x="68151" y="118558"/>
                        <a:pt x="55635" y="119158"/>
                        <a:pt x="45005" y="120358"/>
                      </a:cubicBezTo>
                      <a:close/>
                      <a:moveTo>
                        <a:pt x="521036" y="52721"/>
                      </a:moveTo>
                      <a:lnTo>
                        <a:pt x="536467" y="55293"/>
                      </a:lnTo>
                      <a:cubicBezTo>
                        <a:pt x="534067" y="78267"/>
                        <a:pt x="530380" y="99527"/>
                        <a:pt x="525408" y="119072"/>
                      </a:cubicBezTo>
                      <a:lnTo>
                        <a:pt x="509978" y="115729"/>
                      </a:lnTo>
                      <a:cubicBezTo>
                        <a:pt x="517693" y="94469"/>
                        <a:pt x="521379" y="73466"/>
                        <a:pt x="521036" y="52721"/>
                      </a:cubicBezTo>
                      <a:close/>
                      <a:moveTo>
                        <a:pt x="576586" y="41405"/>
                      </a:moveTo>
                      <a:cubicBezTo>
                        <a:pt x="584130" y="53921"/>
                        <a:pt x="590216" y="66008"/>
                        <a:pt x="594846" y="77667"/>
                      </a:cubicBezTo>
                      <a:lnTo>
                        <a:pt x="581730" y="83839"/>
                      </a:lnTo>
                      <a:cubicBezTo>
                        <a:pt x="577615" y="70123"/>
                        <a:pt x="572214" y="57950"/>
                        <a:pt x="565528" y="47320"/>
                      </a:cubicBezTo>
                      <a:close/>
                      <a:moveTo>
                        <a:pt x="869251" y="27261"/>
                      </a:moveTo>
                      <a:lnTo>
                        <a:pt x="869251" y="102870"/>
                      </a:lnTo>
                      <a:lnTo>
                        <a:pt x="957462" y="102870"/>
                      </a:lnTo>
                      <a:lnTo>
                        <a:pt x="957462" y="27261"/>
                      </a:lnTo>
                      <a:close/>
                      <a:moveTo>
                        <a:pt x="785927" y="15945"/>
                      </a:moveTo>
                      <a:cubicBezTo>
                        <a:pt x="801700" y="27432"/>
                        <a:pt x="816959" y="40462"/>
                        <a:pt x="831704" y="55035"/>
                      </a:cubicBezTo>
                      <a:lnTo>
                        <a:pt x="819359" y="66608"/>
                      </a:lnTo>
                      <a:cubicBezTo>
                        <a:pt x="802900" y="48778"/>
                        <a:pt x="788670" y="35833"/>
                        <a:pt x="776668" y="27775"/>
                      </a:cubicBezTo>
                      <a:close/>
                      <a:moveTo>
                        <a:pt x="851249" y="13116"/>
                      </a:moveTo>
                      <a:cubicBezTo>
                        <a:pt x="864279" y="13973"/>
                        <a:pt x="884853" y="14402"/>
                        <a:pt x="912971" y="14402"/>
                      </a:cubicBezTo>
                      <a:cubicBezTo>
                        <a:pt x="941089" y="14402"/>
                        <a:pt x="961663" y="13973"/>
                        <a:pt x="974693" y="13116"/>
                      </a:cubicBezTo>
                      <a:cubicBezTo>
                        <a:pt x="974179" y="38662"/>
                        <a:pt x="973922" y="57307"/>
                        <a:pt x="973922" y="69051"/>
                      </a:cubicBezTo>
                      <a:cubicBezTo>
                        <a:pt x="973922" y="80796"/>
                        <a:pt x="974179" y="96526"/>
                        <a:pt x="974693" y="116243"/>
                      </a:cubicBezTo>
                      <a:lnTo>
                        <a:pt x="941775" y="115472"/>
                      </a:lnTo>
                      <a:lnTo>
                        <a:pt x="941775" y="198539"/>
                      </a:lnTo>
                      <a:cubicBezTo>
                        <a:pt x="941775" y="204368"/>
                        <a:pt x="942975" y="208355"/>
                        <a:pt x="945375" y="210498"/>
                      </a:cubicBezTo>
                      <a:cubicBezTo>
                        <a:pt x="947775" y="212641"/>
                        <a:pt x="952405" y="213712"/>
                        <a:pt x="959263" y="213712"/>
                      </a:cubicBezTo>
                      <a:cubicBezTo>
                        <a:pt x="971778" y="213712"/>
                        <a:pt x="979922" y="212169"/>
                        <a:pt x="983694" y="209083"/>
                      </a:cubicBezTo>
                      <a:cubicBezTo>
                        <a:pt x="987466" y="205997"/>
                        <a:pt x="989952" y="199139"/>
                        <a:pt x="991152" y="188509"/>
                      </a:cubicBezTo>
                      <a:cubicBezTo>
                        <a:pt x="995953" y="193310"/>
                        <a:pt x="1001354" y="196053"/>
                        <a:pt x="1007354" y="196739"/>
                      </a:cubicBezTo>
                      <a:cubicBezTo>
                        <a:pt x="1004268" y="207883"/>
                        <a:pt x="1000196" y="215984"/>
                        <a:pt x="995138" y="221042"/>
                      </a:cubicBezTo>
                      <a:cubicBezTo>
                        <a:pt x="990081" y="226100"/>
                        <a:pt x="979451" y="228629"/>
                        <a:pt x="963249" y="228629"/>
                      </a:cubicBezTo>
                      <a:cubicBezTo>
                        <a:pt x="947047" y="228629"/>
                        <a:pt x="936803" y="227043"/>
                        <a:pt x="932516" y="223871"/>
                      </a:cubicBezTo>
                      <a:cubicBezTo>
                        <a:pt x="928230" y="220699"/>
                        <a:pt x="926087" y="213198"/>
                        <a:pt x="926087" y="201368"/>
                      </a:cubicBezTo>
                      <a:lnTo>
                        <a:pt x="926087" y="115472"/>
                      </a:lnTo>
                      <a:lnTo>
                        <a:pt x="898569" y="115472"/>
                      </a:lnTo>
                      <a:cubicBezTo>
                        <a:pt x="898398" y="138274"/>
                        <a:pt x="896255" y="156534"/>
                        <a:pt x="892140" y="170250"/>
                      </a:cubicBezTo>
                      <a:cubicBezTo>
                        <a:pt x="888025" y="183966"/>
                        <a:pt x="880524" y="195882"/>
                        <a:pt x="869637" y="205997"/>
                      </a:cubicBezTo>
                      <a:cubicBezTo>
                        <a:pt x="858750" y="216113"/>
                        <a:pt x="842419" y="226314"/>
                        <a:pt x="820645" y="236601"/>
                      </a:cubicBezTo>
                      <a:cubicBezTo>
                        <a:pt x="816016" y="228886"/>
                        <a:pt x="811473" y="224171"/>
                        <a:pt x="807015" y="222456"/>
                      </a:cubicBezTo>
                      <a:cubicBezTo>
                        <a:pt x="824331" y="216627"/>
                        <a:pt x="838476" y="209941"/>
                        <a:pt x="849449" y="202397"/>
                      </a:cubicBezTo>
                      <a:cubicBezTo>
                        <a:pt x="860422" y="194853"/>
                        <a:pt x="868608" y="184780"/>
                        <a:pt x="874009" y="172179"/>
                      </a:cubicBezTo>
                      <a:cubicBezTo>
                        <a:pt x="879410" y="159577"/>
                        <a:pt x="882110" y="140760"/>
                        <a:pt x="882110" y="115729"/>
                      </a:cubicBezTo>
                      <a:cubicBezTo>
                        <a:pt x="872337" y="115729"/>
                        <a:pt x="862050" y="115986"/>
                        <a:pt x="851249" y="116500"/>
                      </a:cubicBezTo>
                      <a:cubicBezTo>
                        <a:pt x="852278" y="96441"/>
                        <a:pt x="852792" y="79210"/>
                        <a:pt x="852792" y="64808"/>
                      </a:cubicBezTo>
                      <a:cubicBezTo>
                        <a:pt x="852792" y="50406"/>
                        <a:pt x="852278" y="33176"/>
                        <a:pt x="851249" y="13116"/>
                      </a:cubicBezTo>
                      <a:close/>
                      <a:moveTo>
                        <a:pt x="82039" y="4372"/>
                      </a:moveTo>
                      <a:cubicBezTo>
                        <a:pt x="88554" y="9515"/>
                        <a:pt x="95069" y="12516"/>
                        <a:pt x="101584" y="13373"/>
                      </a:cubicBezTo>
                      <a:cubicBezTo>
                        <a:pt x="103813" y="13716"/>
                        <a:pt x="104927" y="14573"/>
                        <a:pt x="104927" y="15945"/>
                      </a:cubicBezTo>
                      <a:cubicBezTo>
                        <a:pt x="104927" y="17316"/>
                        <a:pt x="103898" y="18431"/>
                        <a:pt x="101841" y="19288"/>
                      </a:cubicBezTo>
                      <a:cubicBezTo>
                        <a:pt x="97383" y="21174"/>
                        <a:pt x="92240" y="27261"/>
                        <a:pt x="86411" y="37548"/>
                      </a:cubicBezTo>
                      <a:cubicBezTo>
                        <a:pt x="66351" y="73552"/>
                        <a:pt x="43377" y="104927"/>
                        <a:pt x="17488" y="131674"/>
                      </a:cubicBezTo>
                      <a:cubicBezTo>
                        <a:pt x="13201" y="124987"/>
                        <a:pt x="7372" y="121044"/>
                        <a:pt x="0" y="119844"/>
                      </a:cubicBezTo>
                      <a:cubicBezTo>
                        <a:pt x="41148" y="88468"/>
                        <a:pt x="68494" y="49978"/>
                        <a:pt x="82039" y="4372"/>
                      </a:cubicBezTo>
                      <a:close/>
                      <a:moveTo>
                        <a:pt x="150447" y="3600"/>
                      </a:moveTo>
                      <a:cubicBezTo>
                        <a:pt x="161591" y="31718"/>
                        <a:pt x="173293" y="54092"/>
                        <a:pt x="185552" y="70723"/>
                      </a:cubicBezTo>
                      <a:cubicBezTo>
                        <a:pt x="197810" y="87354"/>
                        <a:pt x="213112" y="99955"/>
                        <a:pt x="231457" y="108528"/>
                      </a:cubicBezTo>
                      <a:cubicBezTo>
                        <a:pt x="226314" y="111957"/>
                        <a:pt x="221770" y="117443"/>
                        <a:pt x="217827" y="124987"/>
                      </a:cubicBezTo>
                      <a:cubicBezTo>
                        <a:pt x="199482" y="111100"/>
                        <a:pt x="184351" y="95712"/>
                        <a:pt x="172436" y="78824"/>
                      </a:cubicBezTo>
                      <a:cubicBezTo>
                        <a:pt x="160520" y="61936"/>
                        <a:pt x="148475" y="38662"/>
                        <a:pt x="136303" y="9001"/>
                      </a:cubicBezTo>
                      <a:close/>
                      <a:moveTo>
                        <a:pt x="654510" y="514"/>
                      </a:moveTo>
                      <a:cubicBezTo>
                        <a:pt x="661368" y="1372"/>
                        <a:pt x="666940" y="1800"/>
                        <a:pt x="671227" y="1800"/>
                      </a:cubicBezTo>
                      <a:cubicBezTo>
                        <a:pt x="675513" y="1800"/>
                        <a:pt x="677656" y="2315"/>
                        <a:pt x="677656" y="3343"/>
                      </a:cubicBezTo>
                      <a:cubicBezTo>
                        <a:pt x="677656" y="4372"/>
                        <a:pt x="676970" y="5401"/>
                        <a:pt x="675599" y="6429"/>
                      </a:cubicBezTo>
                      <a:cubicBezTo>
                        <a:pt x="673198" y="8487"/>
                        <a:pt x="671998" y="11830"/>
                        <a:pt x="671998" y="16459"/>
                      </a:cubicBezTo>
                      <a:lnTo>
                        <a:pt x="671998" y="25203"/>
                      </a:lnTo>
                      <a:cubicBezTo>
                        <a:pt x="696344" y="25203"/>
                        <a:pt x="715118" y="24603"/>
                        <a:pt x="728319" y="23403"/>
                      </a:cubicBezTo>
                      <a:lnTo>
                        <a:pt x="728319" y="38319"/>
                      </a:lnTo>
                      <a:cubicBezTo>
                        <a:pt x="715118" y="37119"/>
                        <a:pt x="696344" y="36519"/>
                        <a:pt x="671998" y="36519"/>
                      </a:cubicBezTo>
                      <a:lnTo>
                        <a:pt x="671998" y="55550"/>
                      </a:lnTo>
                      <a:cubicBezTo>
                        <a:pt x="692915" y="55550"/>
                        <a:pt x="708946" y="55121"/>
                        <a:pt x="720090" y="54264"/>
                      </a:cubicBezTo>
                      <a:lnTo>
                        <a:pt x="720090" y="68409"/>
                      </a:lnTo>
                      <a:cubicBezTo>
                        <a:pt x="708946" y="67551"/>
                        <a:pt x="692915" y="67123"/>
                        <a:pt x="671998" y="67123"/>
                      </a:cubicBezTo>
                      <a:lnTo>
                        <a:pt x="671998" y="86411"/>
                      </a:lnTo>
                      <a:cubicBezTo>
                        <a:pt x="705945" y="86411"/>
                        <a:pt x="729777" y="85896"/>
                        <a:pt x="743493" y="84868"/>
                      </a:cubicBezTo>
                      <a:lnTo>
                        <a:pt x="743493" y="99012"/>
                      </a:lnTo>
                      <a:cubicBezTo>
                        <a:pt x="729262" y="97984"/>
                        <a:pt x="703502" y="97469"/>
                        <a:pt x="666212" y="97469"/>
                      </a:cubicBezTo>
                      <a:cubicBezTo>
                        <a:pt x="628921" y="97469"/>
                        <a:pt x="603504" y="97984"/>
                        <a:pt x="589959" y="99012"/>
                      </a:cubicBezTo>
                      <a:lnTo>
                        <a:pt x="589959" y="84868"/>
                      </a:lnTo>
                      <a:cubicBezTo>
                        <a:pt x="602989" y="85896"/>
                        <a:pt x="625192" y="86411"/>
                        <a:pt x="656568" y="86411"/>
                      </a:cubicBezTo>
                      <a:lnTo>
                        <a:pt x="656568" y="67123"/>
                      </a:lnTo>
                      <a:cubicBezTo>
                        <a:pt x="634965" y="67294"/>
                        <a:pt x="619020" y="67723"/>
                        <a:pt x="608733" y="68409"/>
                      </a:cubicBezTo>
                      <a:lnTo>
                        <a:pt x="608733" y="54264"/>
                      </a:lnTo>
                      <a:cubicBezTo>
                        <a:pt x="619191" y="54950"/>
                        <a:pt x="635136" y="55378"/>
                        <a:pt x="656568" y="55550"/>
                      </a:cubicBezTo>
                      <a:lnTo>
                        <a:pt x="656568" y="36519"/>
                      </a:lnTo>
                      <a:cubicBezTo>
                        <a:pt x="631193" y="36519"/>
                        <a:pt x="611648" y="37119"/>
                        <a:pt x="597932" y="38319"/>
                      </a:cubicBezTo>
                      <a:lnTo>
                        <a:pt x="597932" y="23403"/>
                      </a:lnTo>
                      <a:cubicBezTo>
                        <a:pt x="611648" y="24603"/>
                        <a:pt x="631193" y="25203"/>
                        <a:pt x="656568" y="25203"/>
                      </a:cubicBezTo>
                      <a:cubicBezTo>
                        <a:pt x="656568" y="18345"/>
                        <a:pt x="655882" y="10116"/>
                        <a:pt x="654510" y="514"/>
                      </a:cubicBezTo>
                      <a:close/>
                      <a:moveTo>
                        <a:pt x="359016" y="514"/>
                      </a:moveTo>
                      <a:cubicBezTo>
                        <a:pt x="368960" y="3943"/>
                        <a:pt x="376504" y="5658"/>
                        <a:pt x="381647" y="5658"/>
                      </a:cubicBezTo>
                      <a:cubicBezTo>
                        <a:pt x="383533" y="5658"/>
                        <a:pt x="384476" y="6258"/>
                        <a:pt x="384476" y="7458"/>
                      </a:cubicBezTo>
                      <a:cubicBezTo>
                        <a:pt x="384476" y="8658"/>
                        <a:pt x="383791" y="9687"/>
                        <a:pt x="382419" y="10544"/>
                      </a:cubicBezTo>
                      <a:cubicBezTo>
                        <a:pt x="377961" y="12944"/>
                        <a:pt x="371789" y="23746"/>
                        <a:pt x="363902" y="42948"/>
                      </a:cubicBezTo>
                      <a:lnTo>
                        <a:pt x="411994" y="42948"/>
                      </a:lnTo>
                      <a:cubicBezTo>
                        <a:pt x="444741" y="42948"/>
                        <a:pt x="470630" y="42262"/>
                        <a:pt x="489661" y="40891"/>
                      </a:cubicBezTo>
                      <a:lnTo>
                        <a:pt x="489661" y="58636"/>
                      </a:lnTo>
                      <a:cubicBezTo>
                        <a:pt x="470630" y="57093"/>
                        <a:pt x="444741" y="56321"/>
                        <a:pt x="411994" y="56321"/>
                      </a:cubicBezTo>
                      <a:lnTo>
                        <a:pt x="358245" y="56321"/>
                      </a:lnTo>
                      <a:cubicBezTo>
                        <a:pt x="350358" y="73295"/>
                        <a:pt x="338699" y="89926"/>
                        <a:pt x="323269" y="106213"/>
                      </a:cubicBezTo>
                      <a:lnTo>
                        <a:pt x="375475" y="106213"/>
                      </a:lnTo>
                      <a:cubicBezTo>
                        <a:pt x="375132" y="87697"/>
                        <a:pt x="374532" y="75009"/>
                        <a:pt x="373675" y="68151"/>
                      </a:cubicBezTo>
                      <a:cubicBezTo>
                        <a:pt x="378133" y="69352"/>
                        <a:pt x="384991" y="69952"/>
                        <a:pt x="394249" y="69952"/>
                      </a:cubicBezTo>
                      <a:cubicBezTo>
                        <a:pt x="396821" y="69952"/>
                        <a:pt x="398107" y="70466"/>
                        <a:pt x="398107" y="71495"/>
                      </a:cubicBezTo>
                      <a:cubicBezTo>
                        <a:pt x="398107" y="72523"/>
                        <a:pt x="396992" y="74066"/>
                        <a:pt x="394763" y="76124"/>
                      </a:cubicBezTo>
                      <a:cubicBezTo>
                        <a:pt x="392535" y="78181"/>
                        <a:pt x="391420" y="82810"/>
                        <a:pt x="391420" y="90011"/>
                      </a:cubicBezTo>
                      <a:lnTo>
                        <a:pt x="391420" y="106213"/>
                      </a:lnTo>
                      <a:cubicBezTo>
                        <a:pt x="417995" y="106213"/>
                        <a:pt x="443284" y="105527"/>
                        <a:pt x="467287" y="104156"/>
                      </a:cubicBezTo>
                      <a:cubicBezTo>
                        <a:pt x="466430" y="110842"/>
                        <a:pt x="466001" y="117958"/>
                        <a:pt x="466001" y="125501"/>
                      </a:cubicBezTo>
                      <a:lnTo>
                        <a:pt x="466001" y="186195"/>
                      </a:lnTo>
                      <a:cubicBezTo>
                        <a:pt x="466001" y="192538"/>
                        <a:pt x="464844" y="197468"/>
                        <a:pt x="462529" y="200982"/>
                      </a:cubicBezTo>
                      <a:cubicBezTo>
                        <a:pt x="460214" y="204497"/>
                        <a:pt x="455928" y="207197"/>
                        <a:pt x="449670" y="209083"/>
                      </a:cubicBezTo>
                      <a:cubicBezTo>
                        <a:pt x="443412" y="210969"/>
                        <a:pt x="433854" y="212427"/>
                        <a:pt x="420995" y="213455"/>
                      </a:cubicBezTo>
                      <a:cubicBezTo>
                        <a:pt x="420481" y="205054"/>
                        <a:pt x="417652" y="197853"/>
                        <a:pt x="412508" y="191853"/>
                      </a:cubicBezTo>
                      <a:cubicBezTo>
                        <a:pt x="422110" y="193224"/>
                        <a:pt x="429525" y="193910"/>
                        <a:pt x="434754" y="193910"/>
                      </a:cubicBezTo>
                      <a:cubicBezTo>
                        <a:pt x="439983" y="193910"/>
                        <a:pt x="443798" y="193138"/>
                        <a:pt x="446198" y="191595"/>
                      </a:cubicBezTo>
                      <a:cubicBezTo>
                        <a:pt x="448599" y="190052"/>
                        <a:pt x="449799" y="186966"/>
                        <a:pt x="449799" y="182337"/>
                      </a:cubicBezTo>
                      <a:lnTo>
                        <a:pt x="449799" y="119329"/>
                      </a:lnTo>
                      <a:lnTo>
                        <a:pt x="391420" y="119329"/>
                      </a:lnTo>
                      <a:lnTo>
                        <a:pt x="391420" y="211398"/>
                      </a:lnTo>
                      <a:cubicBezTo>
                        <a:pt x="391420" y="218599"/>
                        <a:pt x="391849" y="226657"/>
                        <a:pt x="392706" y="235572"/>
                      </a:cubicBezTo>
                      <a:lnTo>
                        <a:pt x="373932" y="235572"/>
                      </a:lnTo>
                      <a:cubicBezTo>
                        <a:pt x="374961" y="227343"/>
                        <a:pt x="375475" y="219285"/>
                        <a:pt x="375475" y="211398"/>
                      </a:cubicBezTo>
                      <a:lnTo>
                        <a:pt x="375475" y="119329"/>
                      </a:lnTo>
                      <a:lnTo>
                        <a:pt x="324812" y="119329"/>
                      </a:lnTo>
                      <a:lnTo>
                        <a:pt x="324812" y="212169"/>
                      </a:lnTo>
                      <a:lnTo>
                        <a:pt x="307581" y="212169"/>
                      </a:lnTo>
                      <a:cubicBezTo>
                        <a:pt x="308781" y="204283"/>
                        <a:pt x="309381" y="195882"/>
                        <a:pt x="309381" y="186966"/>
                      </a:cubicBezTo>
                      <a:lnTo>
                        <a:pt x="309381" y="120358"/>
                      </a:lnTo>
                      <a:cubicBezTo>
                        <a:pt x="295837" y="133045"/>
                        <a:pt x="281092" y="145047"/>
                        <a:pt x="265147" y="156362"/>
                      </a:cubicBezTo>
                      <a:cubicBezTo>
                        <a:pt x="261718" y="150876"/>
                        <a:pt x="256746" y="146418"/>
                        <a:pt x="250231" y="142989"/>
                      </a:cubicBezTo>
                      <a:cubicBezTo>
                        <a:pt x="271662" y="131331"/>
                        <a:pt x="289450" y="118815"/>
                        <a:pt x="303595" y="105442"/>
                      </a:cubicBezTo>
                      <a:cubicBezTo>
                        <a:pt x="317739" y="92069"/>
                        <a:pt x="330127" y="75695"/>
                        <a:pt x="340757" y="56321"/>
                      </a:cubicBezTo>
                      <a:cubicBezTo>
                        <a:pt x="301837" y="56493"/>
                        <a:pt x="274406" y="57264"/>
                        <a:pt x="258461" y="58636"/>
                      </a:cubicBezTo>
                      <a:lnTo>
                        <a:pt x="258461" y="40891"/>
                      </a:lnTo>
                      <a:cubicBezTo>
                        <a:pt x="272520" y="42262"/>
                        <a:pt x="302180" y="42948"/>
                        <a:pt x="347443" y="42948"/>
                      </a:cubicBezTo>
                      <a:cubicBezTo>
                        <a:pt x="353787" y="28718"/>
                        <a:pt x="357644" y="14573"/>
                        <a:pt x="359016" y="514"/>
                      </a:cubicBezTo>
                      <a:close/>
                      <a:moveTo>
                        <a:pt x="543668" y="0"/>
                      </a:moveTo>
                      <a:cubicBezTo>
                        <a:pt x="548640" y="1200"/>
                        <a:pt x="553912" y="1800"/>
                        <a:pt x="559484" y="1800"/>
                      </a:cubicBezTo>
                      <a:cubicBezTo>
                        <a:pt x="565056" y="1800"/>
                        <a:pt x="567842" y="2486"/>
                        <a:pt x="567842" y="3858"/>
                      </a:cubicBezTo>
                      <a:cubicBezTo>
                        <a:pt x="567842" y="5229"/>
                        <a:pt x="566728" y="6644"/>
                        <a:pt x="564499" y="8101"/>
                      </a:cubicBezTo>
                      <a:cubicBezTo>
                        <a:pt x="562270" y="9558"/>
                        <a:pt x="561156" y="13887"/>
                        <a:pt x="561156" y="21088"/>
                      </a:cubicBezTo>
                      <a:lnTo>
                        <a:pt x="561156" y="192110"/>
                      </a:lnTo>
                      <a:cubicBezTo>
                        <a:pt x="561156" y="203940"/>
                        <a:pt x="562013" y="218170"/>
                        <a:pt x="563727" y="234801"/>
                      </a:cubicBezTo>
                      <a:lnTo>
                        <a:pt x="543668" y="234801"/>
                      </a:lnTo>
                      <a:cubicBezTo>
                        <a:pt x="545382" y="217999"/>
                        <a:pt x="546239" y="203683"/>
                        <a:pt x="546239" y="191853"/>
                      </a:cubicBezTo>
                      <a:lnTo>
                        <a:pt x="546239" y="33947"/>
                      </a:lnTo>
                      <a:cubicBezTo>
                        <a:pt x="546239" y="20403"/>
                        <a:pt x="545382" y="9087"/>
                        <a:pt x="543668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2000" dirty="0"/>
                </a:p>
              </p:txBody>
            </p:sp>
          </p:grpSp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24D57700-961F-4ADC-97A9-F7E8FEA1384A}"/>
                  </a:ext>
                </a:extLst>
              </p:cNvPr>
              <p:cNvGrpSpPr/>
              <p:nvPr/>
            </p:nvGrpSpPr>
            <p:grpSpPr>
              <a:xfrm>
                <a:off x="9696601" y="3015369"/>
                <a:ext cx="3894511" cy="377915"/>
                <a:chOff x="9448769" y="10265395"/>
                <a:chExt cx="3894511" cy="377915"/>
              </a:xfrm>
            </p:grpSpPr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8A3849D1-3D94-4072-B0EA-AD082D59F86A}"/>
                    </a:ext>
                  </a:extLst>
                </p:cNvPr>
                <p:cNvSpPr txBox="1"/>
                <p:nvPr/>
              </p:nvSpPr>
              <p:spPr>
                <a:xfrm>
                  <a:off x="9448769" y="10284084"/>
                  <a:ext cx="579029" cy="340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512" h="213199">
                      <a:moveTo>
                        <a:pt x="320593" y="34205"/>
                      </a:moveTo>
                      <a:cubicBezTo>
                        <a:pt x="325736" y="39520"/>
                        <a:pt x="330794" y="43034"/>
                        <a:pt x="335766" y="44749"/>
                      </a:cubicBezTo>
                      <a:cubicBezTo>
                        <a:pt x="337824" y="45606"/>
                        <a:pt x="338852" y="46463"/>
                        <a:pt x="338852" y="47321"/>
                      </a:cubicBezTo>
                      <a:cubicBezTo>
                        <a:pt x="338852" y="48178"/>
                        <a:pt x="337181" y="49378"/>
                        <a:pt x="333837" y="50921"/>
                      </a:cubicBezTo>
                      <a:cubicBezTo>
                        <a:pt x="330494" y="52464"/>
                        <a:pt x="325394" y="57865"/>
                        <a:pt x="318535" y="67123"/>
                      </a:cubicBezTo>
                      <a:cubicBezTo>
                        <a:pt x="306191" y="83754"/>
                        <a:pt x="294190" y="98498"/>
                        <a:pt x="282531" y="111357"/>
                      </a:cubicBezTo>
                      <a:lnTo>
                        <a:pt x="338852" y="171022"/>
                      </a:lnTo>
                      <a:lnTo>
                        <a:pt x="325736" y="182080"/>
                      </a:lnTo>
                      <a:cubicBezTo>
                        <a:pt x="307048" y="159963"/>
                        <a:pt x="289389" y="139989"/>
                        <a:pt x="272758" y="122159"/>
                      </a:cubicBezTo>
                      <a:cubicBezTo>
                        <a:pt x="252356" y="143761"/>
                        <a:pt x="229896" y="163650"/>
                        <a:pt x="205379" y="181823"/>
                      </a:cubicBezTo>
                      <a:cubicBezTo>
                        <a:pt x="204178" y="175994"/>
                        <a:pt x="199892" y="171365"/>
                        <a:pt x="192520" y="167936"/>
                      </a:cubicBezTo>
                      <a:cubicBezTo>
                        <a:pt x="215666" y="154906"/>
                        <a:pt x="239154" y="136218"/>
                        <a:pt x="262986" y="111872"/>
                      </a:cubicBezTo>
                      <a:cubicBezTo>
                        <a:pt x="242240" y="89926"/>
                        <a:pt x="222352" y="70209"/>
                        <a:pt x="203321" y="52721"/>
                      </a:cubicBezTo>
                      <a:lnTo>
                        <a:pt x="213865" y="43720"/>
                      </a:lnTo>
                      <a:cubicBezTo>
                        <a:pt x="238383" y="67037"/>
                        <a:pt x="258099" y="86240"/>
                        <a:pt x="273016" y="101327"/>
                      </a:cubicBezTo>
                      <a:cubicBezTo>
                        <a:pt x="294447" y="77324"/>
                        <a:pt x="310306" y="54950"/>
                        <a:pt x="320593" y="34205"/>
                      </a:cubicBezTo>
                      <a:close/>
                      <a:moveTo>
                        <a:pt x="18517" y="18003"/>
                      </a:moveTo>
                      <a:lnTo>
                        <a:pt x="18517" y="81011"/>
                      </a:lnTo>
                      <a:lnTo>
                        <a:pt x="49635" y="81011"/>
                      </a:lnTo>
                      <a:cubicBezTo>
                        <a:pt x="68323" y="81354"/>
                        <a:pt x="80753" y="78310"/>
                        <a:pt x="86926" y="71881"/>
                      </a:cubicBezTo>
                      <a:cubicBezTo>
                        <a:pt x="93098" y="65452"/>
                        <a:pt x="96184" y="57865"/>
                        <a:pt x="96184" y="49121"/>
                      </a:cubicBezTo>
                      <a:cubicBezTo>
                        <a:pt x="96184" y="28375"/>
                        <a:pt x="81182" y="18003"/>
                        <a:pt x="51178" y="18003"/>
                      </a:cubicBezTo>
                      <a:close/>
                      <a:moveTo>
                        <a:pt x="163716" y="9773"/>
                      </a:moveTo>
                      <a:cubicBezTo>
                        <a:pt x="172974" y="11488"/>
                        <a:pt x="205121" y="12345"/>
                        <a:pt x="260157" y="12345"/>
                      </a:cubicBezTo>
                      <a:cubicBezTo>
                        <a:pt x="315192" y="12345"/>
                        <a:pt x="346310" y="11488"/>
                        <a:pt x="353511" y="9773"/>
                      </a:cubicBezTo>
                      <a:lnTo>
                        <a:pt x="353511" y="28547"/>
                      </a:lnTo>
                      <a:cubicBezTo>
                        <a:pt x="341167" y="26661"/>
                        <a:pt x="310735" y="25718"/>
                        <a:pt x="262214" y="25718"/>
                      </a:cubicBezTo>
                      <a:lnTo>
                        <a:pt x="180433" y="25718"/>
                      </a:lnTo>
                      <a:lnTo>
                        <a:pt x="180433" y="197254"/>
                      </a:lnTo>
                      <a:lnTo>
                        <a:pt x="273273" y="197254"/>
                      </a:lnTo>
                      <a:cubicBezTo>
                        <a:pt x="320079" y="197254"/>
                        <a:pt x="349825" y="196311"/>
                        <a:pt x="362512" y="194425"/>
                      </a:cubicBezTo>
                      <a:lnTo>
                        <a:pt x="362512" y="213199"/>
                      </a:lnTo>
                      <a:cubicBezTo>
                        <a:pt x="353083" y="211313"/>
                        <a:pt x="319907" y="210370"/>
                        <a:pt x="262986" y="210370"/>
                      </a:cubicBezTo>
                      <a:cubicBezTo>
                        <a:pt x="206064" y="210370"/>
                        <a:pt x="172974" y="211313"/>
                        <a:pt x="163716" y="213199"/>
                      </a:cubicBezTo>
                      <a:cubicBezTo>
                        <a:pt x="164573" y="199654"/>
                        <a:pt x="165002" y="185852"/>
                        <a:pt x="165002" y="171793"/>
                      </a:cubicBezTo>
                      <a:lnTo>
                        <a:pt x="165002" y="51435"/>
                      </a:lnTo>
                      <a:cubicBezTo>
                        <a:pt x="165002" y="34805"/>
                        <a:pt x="164573" y="20917"/>
                        <a:pt x="163716" y="9773"/>
                      </a:cubicBezTo>
                      <a:close/>
                      <a:moveTo>
                        <a:pt x="0" y="0"/>
                      </a:moveTo>
                      <a:lnTo>
                        <a:pt x="36776" y="0"/>
                      </a:lnTo>
                      <a:cubicBezTo>
                        <a:pt x="58551" y="0"/>
                        <a:pt x="72781" y="858"/>
                        <a:pt x="79468" y="2572"/>
                      </a:cubicBezTo>
                      <a:cubicBezTo>
                        <a:pt x="86154" y="4287"/>
                        <a:pt x="92283" y="7287"/>
                        <a:pt x="97856" y="11573"/>
                      </a:cubicBezTo>
                      <a:cubicBezTo>
                        <a:pt x="103428" y="15860"/>
                        <a:pt x="107757" y="21217"/>
                        <a:pt x="110843" y="27647"/>
                      </a:cubicBezTo>
                      <a:cubicBezTo>
                        <a:pt x="113929" y="34076"/>
                        <a:pt x="115472" y="41234"/>
                        <a:pt x="115472" y="49121"/>
                      </a:cubicBezTo>
                      <a:cubicBezTo>
                        <a:pt x="115472" y="61808"/>
                        <a:pt x="112043" y="72181"/>
                        <a:pt x="105185" y="80239"/>
                      </a:cubicBezTo>
                      <a:cubicBezTo>
                        <a:pt x="98327" y="88297"/>
                        <a:pt x="89712" y="93398"/>
                        <a:pt x="79339" y="95541"/>
                      </a:cubicBezTo>
                      <a:cubicBezTo>
                        <a:pt x="68966" y="97684"/>
                        <a:pt x="53064" y="98756"/>
                        <a:pt x="31633" y="98756"/>
                      </a:cubicBezTo>
                      <a:lnTo>
                        <a:pt x="18517" y="98756"/>
                      </a:lnTo>
                      <a:lnTo>
                        <a:pt x="18517" y="184652"/>
                      </a:lnTo>
                      <a:lnTo>
                        <a:pt x="0" y="18465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20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F880F104-5BC2-4E36-ABA0-27AFD2EB2CDB}"/>
                    </a:ext>
                  </a:extLst>
                </p:cNvPr>
                <p:cNvSpPr txBox="1"/>
                <p:nvPr/>
              </p:nvSpPr>
              <p:spPr>
                <a:xfrm>
                  <a:off x="10102272" y="10287542"/>
                  <a:ext cx="1598532" cy="333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791" h="208869">
                      <a:moveTo>
                        <a:pt x="474457" y="103162"/>
                      </a:moveTo>
                      <a:lnTo>
                        <a:pt x="539129" y="103162"/>
                      </a:lnTo>
                      <a:lnTo>
                        <a:pt x="539129" y="120961"/>
                      </a:lnTo>
                      <a:lnTo>
                        <a:pt x="474457" y="120961"/>
                      </a:lnTo>
                      <a:close/>
                      <a:moveTo>
                        <a:pt x="672621" y="100330"/>
                      </a:moveTo>
                      <a:lnTo>
                        <a:pt x="672621" y="130298"/>
                      </a:lnTo>
                      <a:lnTo>
                        <a:pt x="722545" y="130298"/>
                      </a:lnTo>
                      <a:lnTo>
                        <a:pt x="722545" y="100330"/>
                      </a:lnTo>
                      <a:close/>
                      <a:moveTo>
                        <a:pt x="602655" y="100330"/>
                      </a:moveTo>
                      <a:lnTo>
                        <a:pt x="602655" y="130298"/>
                      </a:lnTo>
                      <a:lnTo>
                        <a:pt x="653922" y="130298"/>
                      </a:lnTo>
                      <a:lnTo>
                        <a:pt x="653922" y="100330"/>
                      </a:lnTo>
                      <a:close/>
                      <a:moveTo>
                        <a:pt x="163392" y="100241"/>
                      </a:moveTo>
                      <a:cubicBezTo>
                        <a:pt x="169928" y="104741"/>
                        <a:pt x="175651" y="107765"/>
                        <a:pt x="180558" y="109313"/>
                      </a:cubicBezTo>
                      <a:cubicBezTo>
                        <a:pt x="183585" y="110247"/>
                        <a:pt x="185098" y="111767"/>
                        <a:pt x="185098" y="113873"/>
                      </a:cubicBezTo>
                      <a:cubicBezTo>
                        <a:pt x="185098" y="115979"/>
                        <a:pt x="184186" y="117442"/>
                        <a:pt x="182362" y="118263"/>
                      </a:cubicBezTo>
                      <a:cubicBezTo>
                        <a:pt x="180538" y="119083"/>
                        <a:pt x="178757" y="120328"/>
                        <a:pt x="177019" y="121999"/>
                      </a:cubicBezTo>
                      <a:cubicBezTo>
                        <a:pt x="175280" y="123669"/>
                        <a:pt x="173751" y="125530"/>
                        <a:pt x="172432" y="127580"/>
                      </a:cubicBezTo>
                      <a:cubicBezTo>
                        <a:pt x="165348" y="137679"/>
                        <a:pt x="154126" y="148668"/>
                        <a:pt x="138766" y="160546"/>
                      </a:cubicBezTo>
                      <a:cubicBezTo>
                        <a:pt x="123406" y="172425"/>
                        <a:pt x="103973" y="182584"/>
                        <a:pt x="80469" y="191022"/>
                      </a:cubicBezTo>
                      <a:cubicBezTo>
                        <a:pt x="56965" y="199460"/>
                        <a:pt x="32685" y="205409"/>
                        <a:pt x="7630" y="208869"/>
                      </a:cubicBezTo>
                      <a:cubicBezTo>
                        <a:pt x="6920" y="201675"/>
                        <a:pt x="4377" y="194373"/>
                        <a:pt x="0" y="186962"/>
                      </a:cubicBezTo>
                      <a:cubicBezTo>
                        <a:pt x="22901" y="186291"/>
                        <a:pt x="43611" y="183251"/>
                        <a:pt x="62131" y="177843"/>
                      </a:cubicBezTo>
                      <a:cubicBezTo>
                        <a:pt x="80651" y="172435"/>
                        <a:pt x="96584" y="165750"/>
                        <a:pt x="109930" y="157787"/>
                      </a:cubicBezTo>
                      <a:cubicBezTo>
                        <a:pt x="123276" y="149824"/>
                        <a:pt x="134487" y="141560"/>
                        <a:pt x="143564" y="132995"/>
                      </a:cubicBezTo>
                      <a:cubicBezTo>
                        <a:pt x="152642" y="124429"/>
                        <a:pt x="159251" y="113511"/>
                        <a:pt x="163392" y="100241"/>
                      </a:cubicBezTo>
                      <a:close/>
                      <a:moveTo>
                        <a:pt x="672621" y="52563"/>
                      </a:moveTo>
                      <a:lnTo>
                        <a:pt x="672621" y="84996"/>
                      </a:lnTo>
                      <a:lnTo>
                        <a:pt x="722545" y="84996"/>
                      </a:lnTo>
                      <a:lnTo>
                        <a:pt x="722545" y="52563"/>
                      </a:lnTo>
                      <a:close/>
                      <a:moveTo>
                        <a:pt x="602655" y="52563"/>
                      </a:moveTo>
                      <a:lnTo>
                        <a:pt x="602655" y="84996"/>
                      </a:lnTo>
                      <a:lnTo>
                        <a:pt x="653922" y="84996"/>
                      </a:lnTo>
                      <a:lnTo>
                        <a:pt x="653922" y="52563"/>
                      </a:lnTo>
                      <a:close/>
                      <a:moveTo>
                        <a:pt x="52607" y="35208"/>
                      </a:moveTo>
                      <a:cubicBezTo>
                        <a:pt x="58910" y="39170"/>
                        <a:pt x="64219" y="41961"/>
                        <a:pt x="68534" y="43580"/>
                      </a:cubicBezTo>
                      <a:cubicBezTo>
                        <a:pt x="71491" y="44566"/>
                        <a:pt x="72970" y="45943"/>
                        <a:pt x="72970" y="47711"/>
                      </a:cubicBezTo>
                      <a:cubicBezTo>
                        <a:pt x="72970" y="49479"/>
                        <a:pt x="71456" y="51399"/>
                        <a:pt x="68428" y="53471"/>
                      </a:cubicBezTo>
                      <a:cubicBezTo>
                        <a:pt x="65401" y="55542"/>
                        <a:pt x="61902" y="59993"/>
                        <a:pt x="57932" y="66822"/>
                      </a:cubicBezTo>
                      <a:cubicBezTo>
                        <a:pt x="46595" y="87025"/>
                        <a:pt x="33944" y="104772"/>
                        <a:pt x="19978" y="120065"/>
                      </a:cubicBezTo>
                      <a:cubicBezTo>
                        <a:pt x="16973" y="115462"/>
                        <a:pt x="12033" y="111787"/>
                        <a:pt x="5158" y="109042"/>
                      </a:cubicBezTo>
                      <a:cubicBezTo>
                        <a:pt x="15345" y="99788"/>
                        <a:pt x="24565" y="88899"/>
                        <a:pt x="32817" y="76373"/>
                      </a:cubicBezTo>
                      <a:cubicBezTo>
                        <a:pt x="41069" y="63848"/>
                        <a:pt x="47666" y="50126"/>
                        <a:pt x="52607" y="35208"/>
                      </a:cubicBezTo>
                      <a:close/>
                      <a:moveTo>
                        <a:pt x="145972" y="34086"/>
                      </a:moveTo>
                      <a:cubicBezTo>
                        <a:pt x="169520" y="51714"/>
                        <a:pt x="190786" y="70863"/>
                        <a:pt x="209769" y="91532"/>
                      </a:cubicBezTo>
                      <a:lnTo>
                        <a:pt x="195703" y="104141"/>
                      </a:lnTo>
                      <a:cubicBezTo>
                        <a:pt x="181868" y="85829"/>
                        <a:pt x="161411" y="66742"/>
                        <a:pt x="134331" y="46880"/>
                      </a:cubicBezTo>
                      <a:close/>
                      <a:moveTo>
                        <a:pt x="819729" y="15698"/>
                      </a:moveTo>
                      <a:cubicBezTo>
                        <a:pt x="829277" y="16448"/>
                        <a:pt x="855247" y="16823"/>
                        <a:pt x="897638" y="16823"/>
                      </a:cubicBezTo>
                      <a:cubicBezTo>
                        <a:pt x="940029" y="16823"/>
                        <a:pt x="965518" y="16448"/>
                        <a:pt x="974105" y="15698"/>
                      </a:cubicBezTo>
                      <a:lnTo>
                        <a:pt x="974105" y="33836"/>
                      </a:lnTo>
                      <a:cubicBezTo>
                        <a:pt x="968109" y="34898"/>
                        <a:pt x="962504" y="37472"/>
                        <a:pt x="957289" y="41558"/>
                      </a:cubicBezTo>
                      <a:lnTo>
                        <a:pt x="908172" y="79881"/>
                      </a:lnTo>
                      <a:lnTo>
                        <a:pt x="908172" y="92172"/>
                      </a:lnTo>
                      <a:cubicBezTo>
                        <a:pt x="949537" y="92172"/>
                        <a:pt x="980409" y="91349"/>
                        <a:pt x="1000791" y="89704"/>
                      </a:cubicBezTo>
                      <a:lnTo>
                        <a:pt x="1000791" y="111092"/>
                      </a:lnTo>
                      <a:cubicBezTo>
                        <a:pt x="980128" y="109599"/>
                        <a:pt x="949256" y="108852"/>
                        <a:pt x="908172" y="108852"/>
                      </a:cubicBezTo>
                      <a:lnTo>
                        <a:pt x="908172" y="186848"/>
                      </a:lnTo>
                      <a:cubicBezTo>
                        <a:pt x="908172" y="191868"/>
                        <a:pt x="906995" y="195859"/>
                        <a:pt x="904641" y="198821"/>
                      </a:cubicBezTo>
                      <a:cubicBezTo>
                        <a:pt x="902287" y="201783"/>
                        <a:pt x="897818" y="204048"/>
                        <a:pt x="891234" y="205616"/>
                      </a:cubicBezTo>
                      <a:cubicBezTo>
                        <a:pt x="884650" y="207184"/>
                        <a:pt x="874196" y="208045"/>
                        <a:pt x="859873" y="208197"/>
                      </a:cubicBezTo>
                      <a:cubicBezTo>
                        <a:pt x="860471" y="199613"/>
                        <a:pt x="858227" y="191585"/>
                        <a:pt x="853143" y="184115"/>
                      </a:cubicBezTo>
                      <a:cubicBezTo>
                        <a:pt x="864788" y="185911"/>
                        <a:pt x="872877" y="186809"/>
                        <a:pt x="877413" y="186809"/>
                      </a:cubicBezTo>
                      <a:cubicBezTo>
                        <a:pt x="881948" y="186809"/>
                        <a:pt x="885017" y="186237"/>
                        <a:pt x="886621" y="185092"/>
                      </a:cubicBezTo>
                      <a:cubicBezTo>
                        <a:pt x="888225" y="183948"/>
                        <a:pt x="889027" y="181170"/>
                        <a:pt x="889027" y="176757"/>
                      </a:cubicBezTo>
                      <a:lnTo>
                        <a:pt x="889027" y="108852"/>
                      </a:lnTo>
                      <a:cubicBezTo>
                        <a:pt x="842378" y="108852"/>
                        <a:pt x="810085" y="109599"/>
                        <a:pt x="792147" y="111092"/>
                      </a:cubicBezTo>
                      <a:lnTo>
                        <a:pt x="792147" y="89704"/>
                      </a:lnTo>
                      <a:cubicBezTo>
                        <a:pt x="809861" y="91349"/>
                        <a:pt x="842154" y="92172"/>
                        <a:pt x="889027" y="92172"/>
                      </a:cubicBezTo>
                      <a:lnTo>
                        <a:pt x="889027" y="72205"/>
                      </a:lnTo>
                      <a:lnTo>
                        <a:pt x="943744" y="33275"/>
                      </a:lnTo>
                      <a:lnTo>
                        <a:pt x="870231" y="33275"/>
                      </a:lnTo>
                      <a:cubicBezTo>
                        <a:pt x="848498" y="33275"/>
                        <a:pt x="831663" y="33649"/>
                        <a:pt x="819729" y="34397"/>
                      </a:cubicBezTo>
                      <a:close/>
                      <a:moveTo>
                        <a:pt x="267279" y="15698"/>
                      </a:moveTo>
                      <a:cubicBezTo>
                        <a:pt x="276827" y="16448"/>
                        <a:pt x="302797" y="16823"/>
                        <a:pt x="345188" y="16823"/>
                      </a:cubicBezTo>
                      <a:cubicBezTo>
                        <a:pt x="387579" y="16823"/>
                        <a:pt x="413068" y="16448"/>
                        <a:pt x="421655" y="15698"/>
                      </a:cubicBezTo>
                      <a:lnTo>
                        <a:pt x="421655" y="33836"/>
                      </a:lnTo>
                      <a:cubicBezTo>
                        <a:pt x="415659" y="34898"/>
                        <a:pt x="410054" y="37472"/>
                        <a:pt x="404839" y="41558"/>
                      </a:cubicBezTo>
                      <a:lnTo>
                        <a:pt x="355722" y="79881"/>
                      </a:lnTo>
                      <a:lnTo>
                        <a:pt x="355722" y="92172"/>
                      </a:lnTo>
                      <a:cubicBezTo>
                        <a:pt x="397087" y="92172"/>
                        <a:pt x="427959" y="91349"/>
                        <a:pt x="448341" y="89704"/>
                      </a:cubicBezTo>
                      <a:lnTo>
                        <a:pt x="448341" y="111092"/>
                      </a:lnTo>
                      <a:cubicBezTo>
                        <a:pt x="427678" y="109599"/>
                        <a:pt x="396805" y="108852"/>
                        <a:pt x="355722" y="108852"/>
                      </a:cubicBezTo>
                      <a:lnTo>
                        <a:pt x="355722" y="186848"/>
                      </a:lnTo>
                      <a:cubicBezTo>
                        <a:pt x="355722" y="191868"/>
                        <a:pt x="354545" y="195859"/>
                        <a:pt x="352191" y="198821"/>
                      </a:cubicBezTo>
                      <a:cubicBezTo>
                        <a:pt x="349837" y="201783"/>
                        <a:pt x="345368" y="204048"/>
                        <a:pt x="338784" y="205616"/>
                      </a:cubicBezTo>
                      <a:cubicBezTo>
                        <a:pt x="332200" y="207184"/>
                        <a:pt x="321746" y="208045"/>
                        <a:pt x="307423" y="208197"/>
                      </a:cubicBezTo>
                      <a:cubicBezTo>
                        <a:pt x="308021" y="199613"/>
                        <a:pt x="305777" y="191585"/>
                        <a:pt x="300693" y="184115"/>
                      </a:cubicBezTo>
                      <a:cubicBezTo>
                        <a:pt x="312338" y="185911"/>
                        <a:pt x="320428" y="186809"/>
                        <a:pt x="324963" y="186809"/>
                      </a:cubicBezTo>
                      <a:cubicBezTo>
                        <a:pt x="329498" y="186809"/>
                        <a:pt x="332567" y="186237"/>
                        <a:pt x="334171" y="185092"/>
                      </a:cubicBezTo>
                      <a:cubicBezTo>
                        <a:pt x="335775" y="183948"/>
                        <a:pt x="336577" y="181170"/>
                        <a:pt x="336577" y="176757"/>
                      </a:cubicBezTo>
                      <a:lnTo>
                        <a:pt x="336577" y="108852"/>
                      </a:lnTo>
                      <a:cubicBezTo>
                        <a:pt x="289928" y="108852"/>
                        <a:pt x="257635" y="109599"/>
                        <a:pt x="239697" y="111092"/>
                      </a:cubicBezTo>
                      <a:lnTo>
                        <a:pt x="239697" y="89704"/>
                      </a:lnTo>
                      <a:cubicBezTo>
                        <a:pt x="257411" y="91349"/>
                        <a:pt x="289704" y="92172"/>
                        <a:pt x="336577" y="92172"/>
                      </a:cubicBezTo>
                      <a:lnTo>
                        <a:pt x="336577" y="72205"/>
                      </a:lnTo>
                      <a:lnTo>
                        <a:pt x="391294" y="33275"/>
                      </a:lnTo>
                      <a:lnTo>
                        <a:pt x="317781" y="33275"/>
                      </a:lnTo>
                      <a:cubicBezTo>
                        <a:pt x="296048" y="33275"/>
                        <a:pt x="279213" y="33649"/>
                        <a:pt x="267279" y="34397"/>
                      </a:cubicBezTo>
                      <a:close/>
                      <a:moveTo>
                        <a:pt x="651454" y="225"/>
                      </a:moveTo>
                      <a:cubicBezTo>
                        <a:pt x="659741" y="1272"/>
                        <a:pt x="667081" y="1796"/>
                        <a:pt x="673475" y="1796"/>
                      </a:cubicBezTo>
                      <a:cubicBezTo>
                        <a:pt x="677689" y="1796"/>
                        <a:pt x="679797" y="3034"/>
                        <a:pt x="679797" y="5511"/>
                      </a:cubicBezTo>
                      <a:cubicBezTo>
                        <a:pt x="679797" y="7987"/>
                        <a:pt x="678937" y="9570"/>
                        <a:pt x="677216" y="10258"/>
                      </a:cubicBezTo>
                      <a:cubicBezTo>
                        <a:pt x="675496" y="10946"/>
                        <a:pt x="674300" y="11905"/>
                        <a:pt x="673628" y="13133"/>
                      </a:cubicBezTo>
                      <a:cubicBezTo>
                        <a:pt x="672957" y="14362"/>
                        <a:pt x="672621" y="15455"/>
                        <a:pt x="672621" y="16412"/>
                      </a:cubicBezTo>
                      <a:lnTo>
                        <a:pt x="672621" y="36779"/>
                      </a:lnTo>
                      <a:cubicBezTo>
                        <a:pt x="703399" y="36782"/>
                        <a:pt x="726797" y="35884"/>
                        <a:pt x="742815" y="34086"/>
                      </a:cubicBezTo>
                      <a:cubicBezTo>
                        <a:pt x="741768" y="41866"/>
                        <a:pt x="741244" y="51075"/>
                        <a:pt x="741244" y="61714"/>
                      </a:cubicBezTo>
                      <a:lnTo>
                        <a:pt x="741244" y="127869"/>
                      </a:lnTo>
                      <a:cubicBezTo>
                        <a:pt x="741244" y="138485"/>
                        <a:pt x="741992" y="149936"/>
                        <a:pt x="743487" y="162223"/>
                      </a:cubicBezTo>
                      <a:lnTo>
                        <a:pt x="722545" y="162223"/>
                      </a:lnTo>
                      <a:lnTo>
                        <a:pt x="722545" y="146079"/>
                      </a:lnTo>
                      <a:lnTo>
                        <a:pt x="672621" y="146079"/>
                      </a:lnTo>
                      <a:lnTo>
                        <a:pt x="672621" y="175186"/>
                      </a:lnTo>
                      <a:cubicBezTo>
                        <a:pt x="672621" y="179915"/>
                        <a:pt x="673010" y="183178"/>
                        <a:pt x="673789" y="184974"/>
                      </a:cubicBezTo>
                      <a:cubicBezTo>
                        <a:pt x="674568" y="186771"/>
                        <a:pt x="676370" y="188087"/>
                        <a:pt x="679195" y="188921"/>
                      </a:cubicBezTo>
                      <a:cubicBezTo>
                        <a:pt x="682020" y="189756"/>
                        <a:pt x="686979" y="190173"/>
                        <a:pt x="694070" y="190173"/>
                      </a:cubicBezTo>
                      <a:lnTo>
                        <a:pt x="729539" y="189948"/>
                      </a:lnTo>
                      <a:cubicBezTo>
                        <a:pt x="737578" y="189948"/>
                        <a:pt x="742989" y="187506"/>
                        <a:pt x="745771" y="182621"/>
                      </a:cubicBezTo>
                      <a:cubicBezTo>
                        <a:pt x="748554" y="177735"/>
                        <a:pt x="750812" y="169264"/>
                        <a:pt x="752545" y="157205"/>
                      </a:cubicBezTo>
                      <a:cubicBezTo>
                        <a:pt x="757986" y="161596"/>
                        <a:pt x="764386" y="164976"/>
                        <a:pt x="771744" y="167345"/>
                      </a:cubicBezTo>
                      <a:cubicBezTo>
                        <a:pt x="767977" y="182945"/>
                        <a:pt x="763257" y="193541"/>
                        <a:pt x="757583" y="199133"/>
                      </a:cubicBezTo>
                      <a:cubicBezTo>
                        <a:pt x="751910" y="204726"/>
                        <a:pt x="742625" y="207522"/>
                        <a:pt x="729728" y="207522"/>
                      </a:cubicBezTo>
                      <a:lnTo>
                        <a:pt x="694331" y="207300"/>
                      </a:lnTo>
                      <a:cubicBezTo>
                        <a:pt x="682196" y="207300"/>
                        <a:pt x="673304" y="206412"/>
                        <a:pt x="667654" y="204636"/>
                      </a:cubicBezTo>
                      <a:cubicBezTo>
                        <a:pt x="662005" y="202859"/>
                        <a:pt x="658304" y="199675"/>
                        <a:pt x="656551" y="195083"/>
                      </a:cubicBezTo>
                      <a:cubicBezTo>
                        <a:pt x="654798" y="190491"/>
                        <a:pt x="653922" y="183411"/>
                        <a:pt x="653922" y="173843"/>
                      </a:cubicBezTo>
                      <a:lnTo>
                        <a:pt x="653922" y="146079"/>
                      </a:lnTo>
                      <a:lnTo>
                        <a:pt x="602655" y="146079"/>
                      </a:lnTo>
                      <a:lnTo>
                        <a:pt x="602655" y="166710"/>
                      </a:lnTo>
                      <a:lnTo>
                        <a:pt x="582385" y="166710"/>
                      </a:lnTo>
                      <a:cubicBezTo>
                        <a:pt x="584028" y="154232"/>
                        <a:pt x="584849" y="142033"/>
                        <a:pt x="584849" y="130112"/>
                      </a:cubicBezTo>
                      <a:lnTo>
                        <a:pt x="584849" y="61714"/>
                      </a:lnTo>
                      <a:cubicBezTo>
                        <a:pt x="584849" y="52085"/>
                        <a:pt x="584327" y="42875"/>
                        <a:pt x="583281" y="34086"/>
                      </a:cubicBezTo>
                      <a:cubicBezTo>
                        <a:pt x="599986" y="35884"/>
                        <a:pt x="623533" y="36782"/>
                        <a:pt x="653922" y="36779"/>
                      </a:cubicBezTo>
                      <a:cubicBezTo>
                        <a:pt x="653922" y="21927"/>
                        <a:pt x="653099" y="9742"/>
                        <a:pt x="651454" y="225"/>
                      </a:cubicBezTo>
                      <a:close/>
                      <a:moveTo>
                        <a:pt x="94412" y="0"/>
                      </a:moveTo>
                      <a:cubicBezTo>
                        <a:pt x="101501" y="1497"/>
                        <a:pt x="106648" y="2246"/>
                        <a:pt x="109853" y="2246"/>
                      </a:cubicBezTo>
                      <a:lnTo>
                        <a:pt x="114811" y="2021"/>
                      </a:lnTo>
                      <a:cubicBezTo>
                        <a:pt x="117416" y="2021"/>
                        <a:pt x="118719" y="2886"/>
                        <a:pt x="118719" y="4616"/>
                      </a:cubicBezTo>
                      <a:cubicBezTo>
                        <a:pt x="118719" y="6346"/>
                        <a:pt x="118083" y="7884"/>
                        <a:pt x="116813" y="9229"/>
                      </a:cubicBezTo>
                      <a:cubicBezTo>
                        <a:pt x="115543" y="10575"/>
                        <a:pt x="114907" y="12820"/>
                        <a:pt x="114907" y="15966"/>
                      </a:cubicBezTo>
                      <a:lnTo>
                        <a:pt x="114907" y="112396"/>
                      </a:lnTo>
                      <a:cubicBezTo>
                        <a:pt x="114907" y="122049"/>
                        <a:pt x="115431" y="130959"/>
                        <a:pt x="116479" y="139124"/>
                      </a:cubicBezTo>
                      <a:lnTo>
                        <a:pt x="94191" y="139124"/>
                      </a:lnTo>
                      <a:cubicBezTo>
                        <a:pt x="95236" y="131261"/>
                        <a:pt x="95759" y="122427"/>
                        <a:pt x="95759" y="112621"/>
                      </a:cubicBezTo>
                      <a:lnTo>
                        <a:pt x="95759" y="23588"/>
                      </a:lnTo>
                      <a:cubicBezTo>
                        <a:pt x="95759" y="14330"/>
                        <a:pt x="95310" y="6467"/>
                        <a:pt x="94412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b="1" dirty="0"/>
                </a:p>
              </p:txBody>
            </p:sp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B9F43C32-37B8-49FE-9AF1-0EDFAB7C0B36}"/>
                    </a:ext>
                  </a:extLst>
                </p:cNvPr>
                <p:cNvSpPr txBox="1"/>
                <p:nvPr/>
              </p:nvSpPr>
              <p:spPr>
                <a:xfrm>
                  <a:off x="11734265" y="10265395"/>
                  <a:ext cx="1609015" cy="377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354" h="236601">
                      <a:moveTo>
                        <a:pt x="623649" y="158163"/>
                      </a:moveTo>
                      <a:lnTo>
                        <a:pt x="623649" y="177965"/>
                      </a:lnTo>
                      <a:lnTo>
                        <a:pt x="705173" y="177965"/>
                      </a:lnTo>
                      <a:lnTo>
                        <a:pt x="705173" y="158163"/>
                      </a:lnTo>
                      <a:close/>
                      <a:moveTo>
                        <a:pt x="623649" y="125759"/>
                      </a:moveTo>
                      <a:lnTo>
                        <a:pt x="623649" y="146590"/>
                      </a:lnTo>
                      <a:lnTo>
                        <a:pt x="705173" y="146590"/>
                      </a:lnTo>
                      <a:lnTo>
                        <a:pt x="705173" y="125759"/>
                      </a:lnTo>
                      <a:close/>
                      <a:moveTo>
                        <a:pt x="825788" y="113671"/>
                      </a:moveTo>
                      <a:cubicBezTo>
                        <a:pt x="829732" y="119158"/>
                        <a:pt x="834532" y="123444"/>
                        <a:pt x="840190" y="126530"/>
                      </a:cubicBezTo>
                      <a:cubicBezTo>
                        <a:pt x="816702" y="156705"/>
                        <a:pt x="798099" y="181737"/>
                        <a:pt x="784383" y="201625"/>
                      </a:cubicBezTo>
                      <a:cubicBezTo>
                        <a:pt x="780269" y="196310"/>
                        <a:pt x="775554" y="192110"/>
                        <a:pt x="770239" y="189024"/>
                      </a:cubicBezTo>
                      <a:cubicBezTo>
                        <a:pt x="777268" y="182851"/>
                        <a:pt x="786655" y="171921"/>
                        <a:pt x="798399" y="156234"/>
                      </a:cubicBezTo>
                      <a:cubicBezTo>
                        <a:pt x="810144" y="140546"/>
                        <a:pt x="819273" y="126359"/>
                        <a:pt x="825788" y="113671"/>
                      </a:cubicBezTo>
                      <a:close/>
                      <a:moveTo>
                        <a:pt x="606418" y="112643"/>
                      </a:moveTo>
                      <a:cubicBezTo>
                        <a:pt x="624935" y="113843"/>
                        <a:pt x="644780" y="114443"/>
                        <a:pt x="665954" y="114443"/>
                      </a:cubicBezTo>
                      <a:cubicBezTo>
                        <a:pt x="687128" y="114443"/>
                        <a:pt x="705688" y="113843"/>
                        <a:pt x="721633" y="112643"/>
                      </a:cubicBezTo>
                      <a:cubicBezTo>
                        <a:pt x="720947" y="122415"/>
                        <a:pt x="720604" y="132274"/>
                        <a:pt x="720604" y="142218"/>
                      </a:cubicBezTo>
                      <a:lnTo>
                        <a:pt x="720604" y="208569"/>
                      </a:lnTo>
                      <a:cubicBezTo>
                        <a:pt x="720604" y="214741"/>
                        <a:pt x="719875" y="219327"/>
                        <a:pt x="718418" y="222328"/>
                      </a:cubicBezTo>
                      <a:cubicBezTo>
                        <a:pt x="716961" y="225328"/>
                        <a:pt x="713789" y="227643"/>
                        <a:pt x="708902" y="229272"/>
                      </a:cubicBezTo>
                      <a:cubicBezTo>
                        <a:pt x="704016" y="230900"/>
                        <a:pt x="696344" y="232229"/>
                        <a:pt x="685885" y="233258"/>
                      </a:cubicBezTo>
                      <a:cubicBezTo>
                        <a:pt x="686400" y="226571"/>
                        <a:pt x="684257" y="220399"/>
                        <a:pt x="679456" y="214741"/>
                      </a:cubicBezTo>
                      <a:cubicBezTo>
                        <a:pt x="685800" y="215598"/>
                        <a:pt x="690772" y="216027"/>
                        <a:pt x="694372" y="216027"/>
                      </a:cubicBezTo>
                      <a:cubicBezTo>
                        <a:pt x="697973" y="216027"/>
                        <a:pt x="700673" y="215470"/>
                        <a:pt x="702473" y="214355"/>
                      </a:cubicBezTo>
                      <a:cubicBezTo>
                        <a:pt x="704273" y="213241"/>
                        <a:pt x="705173" y="210455"/>
                        <a:pt x="705173" y="205997"/>
                      </a:cubicBezTo>
                      <a:lnTo>
                        <a:pt x="705173" y="189538"/>
                      </a:lnTo>
                      <a:lnTo>
                        <a:pt x="623649" y="189538"/>
                      </a:lnTo>
                      <a:lnTo>
                        <a:pt x="623649" y="233258"/>
                      </a:lnTo>
                      <a:lnTo>
                        <a:pt x="605904" y="233258"/>
                      </a:lnTo>
                      <a:cubicBezTo>
                        <a:pt x="607447" y="221942"/>
                        <a:pt x="608218" y="211055"/>
                        <a:pt x="608218" y="200597"/>
                      </a:cubicBezTo>
                      <a:lnTo>
                        <a:pt x="608218" y="141961"/>
                      </a:lnTo>
                      <a:cubicBezTo>
                        <a:pt x="608218" y="129102"/>
                        <a:pt x="607618" y="119329"/>
                        <a:pt x="606418" y="112643"/>
                      </a:cubicBezTo>
                      <a:close/>
                      <a:moveTo>
                        <a:pt x="45005" y="103384"/>
                      </a:moveTo>
                      <a:cubicBezTo>
                        <a:pt x="55464" y="104756"/>
                        <a:pt x="78309" y="105442"/>
                        <a:pt x="113542" y="105442"/>
                      </a:cubicBezTo>
                      <a:cubicBezTo>
                        <a:pt x="148775" y="105442"/>
                        <a:pt x="173421" y="104756"/>
                        <a:pt x="187480" y="103384"/>
                      </a:cubicBezTo>
                      <a:lnTo>
                        <a:pt x="178993" y="197253"/>
                      </a:lnTo>
                      <a:cubicBezTo>
                        <a:pt x="178479" y="203254"/>
                        <a:pt x="176807" y="207926"/>
                        <a:pt x="173979" y="211269"/>
                      </a:cubicBezTo>
                      <a:cubicBezTo>
                        <a:pt x="171150" y="214613"/>
                        <a:pt x="165749" y="217313"/>
                        <a:pt x="157776" y="219370"/>
                      </a:cubicBezTo>
                      <a:cubicBezTo>
                        <a:pt x="149804" y="221428"/>
                        <a:pt x="137931" y="222714"/>
                        <a:pt x="122158" y="223228"/>
                      </a:cubicBezTo>
                      <a:cubicBezTo>
                        <a:pt x="121986" y="216198"/>
                        <a:pt x="118900" y="209941"/>
                        <a:pt x="112899" y="204454"/>
                      </a:cubicBezTo>
                      <a:cubicBezTo>
                        <a:pt x="121472" y="204968"/>
                        <a:pt x="129316" y="205226"/>
                        <a:pt x="136431" y="205226"/>
                      </a:cubicBezTo>
                      <a:cubicBezTo>
                        <a:pt x="143546" y="205226"/>
                        <a:pt x="149118" y="204583"/>
                        <a:pt x="153147" y="203297"/>
                      </a:cubicBezTo>
                      <a:cubicBezTo>
                        <a:pt x="157176" y="202011"/>
                        <a:pt x="159877" y="200082"/>
                        <a:pt x="161248" y="197510"/>
                      </a:cubicBezTo>
                      <a:cubicBezTo>
                        <a:pt x="162620" y="194939"/>
                        <a:pt x="163563" y="190995"/>
                        <a:pt x="164077" y="185680"/>
                      </a:cubicBezTo>
                      <a:lnTo>
                        <a:pt x="170507" y="118558"/>
                      </a:lnTo>
                      <a:lnTo>
                        <a:pt x="97726" y="118558"/>
                      </a:lnTo>
                      <a:cubicBezTo>
                        <a:pt x="97383" y="145304"/>
                        <a:pt x="91468" y="167249"/>
                        <a:pt x="79981" y="184394"/>
                      </a:cubicBezTo>
                      <a:cubicBezTo>
                        <a:pt x="68494" y="201539"/>
                        <a:pt x="49977" y="216884"/>
                        <a:pt x="24431" y="230429"/>
                      </a:cubicBezTo>
                      <a:cubicBezTo>
                        <a:pt x="21345" y="224771"/>
                        <a:pt x="16030" y="220656"/>
                        <a:pt x="8486" y="218084"/>
                      </a:cubicBezTo>
                      <a:cubicBezTo>
                        <a:pt x="32832" y="207455"/>
                        <a:pt x="51263" y="195453"/>
                        <a:pt x="63779" y="182080"/>
                      </a:cubicBezTo>
                      <a:cubicBezTo>
                        <a:pt x="76295" y="168707"/>
                        <a:pt x="82553" y="147533"/>
                        <a:pt x="82553" y="118558"/>
                      </a:cubicBezTo>
                      <a:cubicBezTo>
                        <a:pt x="68151" y="118558"/>
                        <a:pt x="55635" y="119158"/>
                        <a:pt x="45005" y="120358"/>
                      </a:cubicBezTo>
                      <a:close/>
                      <a:moveTo>
                        <a:pt x="521036" y="52721"/>
                      </a:moveTo>
                      <a:lnTo>
                        <a:pt x="536467" y="55293"/>
                      </a:lnTo>
                      <a:cubicBezTo>
                        <a:pt x="534066" y="78267"/>
                        <a:pt x="530380" y="99527"/>
                        <a:pt x="525408" y="119072"/>
                      </a:cubicBezTo>
                      <a:lnTo>
                        <a:pt x="509978" y="115729"/>
                      </a:lnTo>
                      <a:cubicBezTo>
                        <a:pt x="517693" y="94469"/>
                        <a:pt x="521379" y="73466"/>
                        <a:pt x="521036" y="52721"/>
                      </a:cubicBezTo>
                      <a:close/>
                      <a:moveTo>
                        <a:pt x="576586" y="41405"/>
                      </a:moveTo>
                      <a:cubicBezTo>
                        <a:pt x="584130" y="53921"/>
                        <a:pt x="590216" y="66008"/>
                        <a:pt x="594845" y="77667"/>
                      </a:cubicBezTo>
                      <a:lnTo>
                        <a:pt x="581729" y="83839"/>
                      </a:lnTo>
                      <a:cubicBezTo>
                        <a:pt x="577615" y="70123"/>
                        <a:pt x="572214" y="57950"/>
                        <a:pt x="565527" y="47320"/>
                      </a:cubicBezTo>
                      <a:close/>
                      <a:moveTo>
                        <a:pt x="869251" y="27261"/>
                      </a:moveTo>
                      <a:lnTo>
                        <a:pt x="869251" y="102870"/>
                      </a:lnTo>
                      <a:lnTo>
                        <a:pt x="957462" y="102870"/>
                      </a:lnTo>
                      <a:lnTo>
                        <a:pt x="957462" y="27261"/>
                      </a:lnTo>
                      <a:close/>
                      <a:moveTo>
                        <a:pt x="785926" y="15945"/>
                      </a:moveTo>
                      <a:cubicBezTo>
                        <a:pt x="801700" y="27432"/>
                        <a:pt x="816959" y="40462"/>
                        <a:pt x="831704" y="55035"/>
                      </a:cubicBezTo>
                      <a:lnTo>
                        <a:pt x="819359" y="66608"/>
                      </a:lnTo>
                      <a:cubicBezTo>
                        <a:pt x="802900" y="48778"/>
                        <a:pt x="788670" y="35833"/>
                        <a:pt x="776668" y="27775"/>
                      </a:cubicBezTo>
                      <a:close/>
                      <a:moveTo>
                        <a:pt x="851249" y="13116"/>
                      </a:moveTo>
                      <a:cubicBezTo>
                        <a:pt x="864279" y="13973"/>
                        <a:pt x="884853" y="14402"/>
                        <a:pt x="912971" y="14402"/>
                      </a:cubicBezTo>
                      <a:cubicBezTo>
                        <a:pt x="941089" y="14402"/>
                        <a:pt x="961663" y="13973"/>
                        <a:pt x="974693" y="13116"/>
                      </a:cubicBezTo>
                      <a:cubicBezTo>
                        <a:pt x="974178" y="38662"/>
                        <a:pt x="973921" y="57307"/>
                        <a:pt x="973921" y="69051"/>
                      </a:cubicBezTo>
                      <a:cubicBezTo>
                        <a:pt x="973921" y="80796"/>
                        <a:pt x="974178" y="96526"/>
                        <a:pt x="974693" y="116243"/>
                      </a:cubicBezTo>
                      <a:lnTo>
                        <a:pt x="941774" y="115472"/>
                      </a:lnTo>
                      <a:lnTo>
                        <a:pt x="941774" y="198539"/>
                      </a:lnTo>
                      <a:cubicBezTo>
                        <a:pt x="941774" y="204368"/>
                        <a:pt x="942975" y="208355"/>
                        <a:pt x="945375" y="210498"/>
                      </a:cubicBezTo>
                      <a:cubicBezTo>
                        <a:pt x="947775" y="212641"/>
                        <a:pt x="952404" y="213712"/>
                        <a:pt x="959262" y="213712"/>
                      </a:cubicBezTo>
                      <a:cubicBezTo>
                        <a:pt x="971778" y="213712"/>
                        <a:pt x="979922" y="212169"/>
                        <a:pt x="983694" y="209083"/>
                      </a:cubicBezTo>
                      <a:cubicBezTo>
                        <a:pt x="987466" y="205997"/>
                        <a:pt x="989952" y="199139"/>
                        <a:pt x="991152" y="188509"/>
                      </a:cubicBezTo>
                      <a:cubicBezTo>
                        <a:pt x="995953" y="193310"/>
                        <a:pt x="1001353" y="196053"/>
                        <a:pt x="1007354" y="196739"/>
                      </a:cubicBezTo>
                      <a:cubicBezTo>
                        <a:pt x="1004268" y="207883"/>
                        <a:pt x="1000196" y="215984"/>
                        <a:pt x="995138" y="221042"/>
                      </a:cubicBezTo>
                      <a:cubicBezTo>
                        <a:pt x="990080" y="226100"/>
                        <a:pt x="979451" y="228629"/>
                        <a:pt x="963249" y="228629"/>
                      </a:cubicBezTo>
                      <a:cubicBezTo>
                        <a:pt x="947046" y="228629"/>
                        <a:pt x="936802" y="227043"/>
                        <a:pt x="932516" y="223871"/>
                      </a:cubicBezTo>
                      <a:cubicBezTo>
                        <a:pt x="928230" y="220699"/>
                        <a:pt x="926087" y="213198"/>
                        <a:pt x="926087" y="201368"/>
                      </a:cubicBezTo>
                      <a:lnTo>
                        <a:pt x="926087" y="115472"/>
                      </a:lnTo>
                      <a:lnTo>
                        <a:pt x="898569" y="115472"/>
                      </a:lnTo>
                      <a:cubicBezTo>
                        <a:pt x="898398" y="138274"/>
                        <a:pt x="896254" y="156534"/>
                        <a:pt x="892140" y="170250"/>
                      </a:cubicBezTo>
                      <a:cubicBezTo>
                        <a:pt x="888025" y="183966"/>
                        <a:pt x="880524" y="195882"/>
                        <a:pt x="869637" y="205997"/>
                      </a:cubicBezTo>
                      <a:cubicBezTo>
                        <a:pt x="858750" y="216113"/>
                        <a:pt x="842419" y="226314"/>
                        <a:pt x="820645" y="236601"/>
                      </a:cubicBezTo>
                      <a:cubicBezTo>
                        <a:pt x="816016" y="228886"/>
                        <a:pt x="811472" y="224171"/>
                        <a:pt x="807015" y="222456"/>
                      </a:cubicBezTo>
                      <a:cubicBezTo>
                        <a:pt x="824331" y="216627"/>
                        <a:pt x="838476" y="209941"/>
                        <a:pt x="849449" y="202397"/>
                      </a:cubicBezTo>
                      <a:cubicBezTo>
                        <a:pt x="860421" y="194853"/>
                        <a:pt x="868608" y="184780"/>
                        <a:pt x="874009" y="172179"/>
                      </a:cubicBezTo>
                      <a:cubicBezTo>
                        <a:pt x="879410" y="159577"/>
                        <a:pt x="882110" y="140760"/>
                        <a:pt x="882110" y="115729"/>
                      </a:cubicBezTo>
                      <a:cubicBezTo>
                        <a:pt x="872337" y="115729"/>
                        <a:pt x="862050" y="115986"/>
                        <a:pt x="851249" y="116500"/>
                      </a:cubicBezTo>
                      <a:cubicBezTo>
                        <a:pt x="852278" y="96441"/>
                        <a:pt x="852792" y="79210"/>
                        <a:pt x="852792" y="64808"/>
                      </a:cubicBezTo>
                      <a:cubicBezTo>
                        <a:pt x="852792" y="50406"/>
                        <a:pt x="852278" y="33176"/>
                        <a:pt x="851249" y="13116"/>
                      </a:cubicBezTo>
                      <a:close/>
                      <a:moveTo>
                        <a:pt x="82038" y="4372"/>
                      </a:moveTo>
                      <a:cubicBezTo>
                        <a:pt x="88554" y="9515"/>
                        <a:pt x="95069" y="12516"/>
                        <a:pt x="101584" y="13373"/>
                      </a:cubicBezTo>
                      <a:cubicBezTo>
                        <a:pt x="103813" y="13716"/>
                        <a:pt x="104927" y="14573"/>
                        <a:pt x="104927" y="15945"/>
                      </a:cubicBezTo>
                      <a:cubicBezTo>
                        <a:pt x="104927" y="17316"/>
                        <a:pt x="103898" y="18431"/>
                        <a:pt x="101841" y="19288"/>
                      </a:cubicBezTo>
                      <a:cubicBezTo>
                        <a:pt x="97383" y="21174"/>
                        <a:pt x="92240" y="27261"/>
                        <a:pt x="86410" y="37548"/>
                      </a:cubicBezTo>
                      <a:cubicBezTo>
                        <a:pt x="66351" y="73552"/>
                        <a:pt x="43376" y="104927"/>
                        <a:pt x="17488" y="131674"/>
                      </a:cubicBezTo>
                      <a:cubicBezTo>
                        <a:pt x="13201" y="124987"/>
                        <a:pt x="7372" y="121044"/>
                        <a:pt x="0" y="119844"/>
                      </a:cubicBezTo>
                      <a:cubicBezTo>
                        <a:pt x="41148" y="88468"/>
                        <a:pt x="68494" y="49978"/>
                        <a:pt x="82038" y="4372"/>
                      </a:cubicBezTo>
                      <a:close/>
                      <a:moveTo>
                        <a:pt x="150447" y="3600"/>
                      </a:moveTo>
                      <a:cubicBezTo>
                        <a:pt x="161591" y="31718"/>
                        <a:pt x="173293" y="54092"/>
                        <a:pt x="185551" y="70723"/>
                      </a:cubicBezTo>
                      <a:cubicBezTo>
                        <a:pt x="197810" y="87354"/>
                        <a:pt x="213112" y="99955"/>
                        <a:pt x="231457" y="108528"/>
                      </a:cubicBezTo>
                      <a:cubicBezTo>
                        <a:pt x="226314" y="111957"/>
                        <a:pt x="221770" y="117443"/>
                        <a:pt x="217827" y="124987"/>
                      </a:cubicBezTo>
                      <a:cubicBezTo>
                        <a:pt x="199482" y="111100"/>
                        <a:pt x="184351" y="95712"/>
                        <a:pt x="172435" y="78824"/>
                      </a:cubicBezTo>
                      <a:cubicBezTo>
                        <a:pt x="160520" y="61936"/>
                        <a:pt x="148475" y="38662"/>
                        <a:pt x="136302" y="9001"/>
                      </a:cubicBezTo>
                      <a:close/>
                      <a:moveTo>
                        <a:pt x="654510" y="514"/>
                      </a:moveTo>
                      <a:cubicBezTo>
                        <a:pt x="661368" y="1372"/>
                        <a:pt x="666940" y="1800"/>
                        <a:pt x="671226" y="1800"/>
                      </a:cubicBezTo>
                      <a:cubicBezTo>
                        <a:pt x="675513" y="1800"/>
                        <a:pt x="677656" y="2315"/>
                        <a:pt x="677656" y="3343"/>
                      </a:cubicBezTo>
                      <a:cubicBezTo>
                        <a:pt x="677656" y="4372"/>
                        <a:pt x="676970" y="5401"/>
                        <a:pt x="675598" y="6429"/>
                      </a:cubicBezTo>
                      <a:cubicBezTo>
                        <a:pt x="673198" y="8487"/>
                        <a:pt x="671998" y="11830"/>
                        <a:pt x="671998" y="16459"/>
                      </a:cubicBezTo>
                      <a:lnTo>
                        <a:pt x="671998" y="25203"/>
                      </a:lnTo>
                      <a:cubicBezTo>
                        <a:pt x="696344" y="25203"/>
                        <a:pt x="715118" y="24603"/>
                        <a:pt x="728319" y="23403"/>
                      </a:cubicBezTo>
                      <a:lnTo>
                        <a:pt x="728319" y="38319"/>
                      </a:lnTo>
                      <a:cubicBezTo>
                        <a:pt x="715118" y="37119"/>
                        <a:pt x="696344" y="36519"/>
                        <a:pt x="671998" y="36519"/>
                      </a:cubicBezTo>
                      <a:lnTo>
                        <a:pt x="671998" y="55550"/>
                      </a:lnTo>
                      <a:cubicBezTo>
                        <a:pt x="692915" y="55550"/>
                        <a:pt x="708945" y="55121"/>
                        <a:pt x="720090" y="54264"/>
                      </a:cubicBezTo>
                      <a:lnTo>
                        <a:pt x="720090" y="68409"/>
                      </a:lnTo>
                      <a:cubicBezTo>
                        <a:pt x="708945" y="67551"/>
                        <a:pt x="692915" y="67123"/>
                        <a:pt x="671998" y="67123"/>
                      </a:cubicBezTo>
                      <a:lnTo>
                        <a:pt x="671998" y="86411"/>
                      </a:lnTo>
                      <a:cubicBezTo>
                        <a:pt x="705945" y="86411"/>
                        <a:pt x="729777" y="85896"/>
                        <a:pt x="743493" y="84868"/>
                      </a:cubicBezTo>
                      <a:lnTo>
                        <a:pt x="743493" y="99012"/>
                      </a:lnTo>
                      <a:cubicBezTo>
                        <a:pt x="729262" y="97984"/>
                        <a:pt x="703502" y="97469"/>
                        <a:pt x="666211" y="97469"/>
                      </a:cubicBezTo>
                      <a:cubicBezTo>
                        <a:pt x="628921" y="97469"/>
                        <a:pt x="603504" y="97984"/>
                        <a:pt x="589959" y="99012"/>
                      </a:cubicBezTo>
                      <a:lnTo>
                        <a:pt x="589959" y="84868"/>
                      </a:lnTo>
                      <a:cubicBezTo>
                        <a:pt x="602989" y="85896"/>
                        <a:pt x="625192" y="86411"/>
                        <a:pt x="656567" y="86411"/>
                      </a:cubicBezTo>
                      <a:lnTo>
                        <a:pt x="656567" y="67123"/>
                      </a:lnTo>
                      <a:cubicBezTo>
                        <a:pt x="634965" y="67294"/>
                        <a:pt x="619020" y="67723"/>
                        <a:pt x="608733" y="68409"/>
                      </a:cubicBezTo>
                      <a:lnTo>
                        <a:pt x="608733" y="54264"/>
                      </a:lnTo>
                      <a:cubicBezTo>
                        <a:pt x="619191" y="54950"/>
                        <a:pt x="635136" y="55378"/>
                        <a:pt x="656567" y="55550"/>
                      </a:cubicBezTo>
                      <a:lnTo>
                        <a:pt x="656567" y="36519"/>
                      </a:lnTo>
                      <a:cubicBezTo>
                        <a:pt x="631193" y="36519"/>
                        <a:pt x="611647" y="37119"/>
                        <a:pt x="597932" y="38319"/>
                      </a:cubicBezTo>
                      <a:lnTo>
                        <a:pt x="597932" y="23403"/>
                      </a:lnTo>
                      <a:cubicBezTo>
                        <a:pt x="611647" y="24603"/>
                        <a:pt x="631193" y="25203"/>
                        <a:pt x="656567" y="25203"/>
                      </a:cubicBezTo>
                      <a:cubicBezTo>
                        <a:pt x="656567" y="18345"/>
                        <a:pt x="655882" y="10116"/>
                        <a:pt x="654510" y="514"/>
                      </a:cubicBezTo>
                      <a:close/>
                      <a:moveTo>
                        <a:pt x="359016" y="514"/>
                      </a:moveTo>
                      <a:cubicBezTo>
                        <a:pt x="368960" y="3943"/>
                        <a:pt x="376504" y="5658"/>
                        <a:pt x="381647" y="5658"/>
                      </a:cubicBezTo>
                      <a:cubicBezTo>
                        <a:pt x="383533" y="5658"/>
                        <a:pt x="384476" y="6258"/>
                        <a:pt x="384476" y="7458"/>
                      </a:cubicBezTo>
                      <a:cubicBezTo>
                        <a:pt x="384476" y="8658"/>
                        <a:pt x="383790" y="9687"/>
                        <a:pt x="382419" y="10544"/>
                      </a:cubicBezTo>
                      <a:cubicBezTo>
                        <a:pt x="377961" y="12944"/>
                        <a:pt x="371789" y="23746"/>
                        <a:pt x="363902" y="42948"/>
                      </a:cubicBezTo>
                      <a:lnTo>
                        <a:pt x="411994" y="42948"/>
                      </a:lnTo>
                      <a:cubicBezTo>
                        <a:pt x="444741" y="42948"/>
                        <a:pt x="470630" y="42262"/>
                        <a:pt x="489661" y="40891"/>
                      </a:cubicBezTo>
                      <a:lnTo>
                        <a:pt x="489661" y="58636"/>
                      </a:lnTo>
                      <a:cubicBezTo>
                        <a:pt x="470630" y="57093"/>
                        <a:pt x="444741" y="56321"/>
                        <a:pt x="411994" y="56321"/>
                      </a:cubicBezTo>
                      <a:lnTo>
                        <a:pt x="358244" y="56321"/>
                      </a:lnTo>
                      <a:cubicBezTo>
                        <a:pt x="350358" y="73295"/>
                        <a:pt x="338699" y="89926"/>
                        <a:pt x="323269" y="106213"/>
                      </a:cubicBezTo>
                      <a:lnTo>
                        <a:pt x="375475" y="106213"/>
                      </a:lnTo>
                      <a:cubicBezTo>
                        <a:pt x="375132" y="87697"/>
                        <a:pt x="374532" y="75009"/>
                        <a:pt x="373675" y="68151"/>
                      </a:cubicBezTo>
                      <a:cubicBezTo>
                        <a:pt x="378133" y="69352"/>
                        <a:pt x="384991" y="69952"/>
                        <a:pt x="394249" y="69952"/>
                      </a:cubicBezTo>
                      <a:cubicBezTo>
                        <a:pt x="396821" y="69952"/>
                        <a:pt x="398106" y="70466"/>
                        <a:pt x="398106" y="71495"/>
                      </a:cubicBezTo>
                      <a:cubicBezTo>
                        <a:pt x="398106" y="72523"/>
                        <a:pt x="396992" y="74066"/>
                        <a:pt x="394763" y="76124"/>
                      </a:cubicBezTo>
                      <a:cubicBezTo>
                        <a:pt x="392534" y="78181"/>
                        <a:pt x="391420" y="82810"/>
                        <a:pt x="391420" y="90011"/>
                      </a:cubicBezTo>
                      <a:lnTo>
                        <a:pt x="391420" y="106213"/>
                      </a:lnTo>
                      <a:cubicBezTo>
                        <a:pt x="417995" y="106213"/>
                        <a:pt x="443284" y="105527"/>
                        <a:pt x="467287" y="104156"/>
                      </a:cubicBezTo>
                      <a:cubicBezTo>
                        <a:pt x="466429" y="110842"/>
                        <a:pt x="466001" y="117958"/>
                        <a:pt x="466001" y="125501"/>
                      </a:cubicBezTo>
                      <a:lnTo>
                        <a:pt x="466001" y="186195"/>
                      </a:lnTo>
                      <a:cubicBezTo>
                        <a:pt x="466001" y="192538"/>
                        <a:pt x="464843" y="197468"/>
                        <a:pt x="462529" y="200982"/>
                      </a:cubicBezTo>
                      <a:cubicBezTo>
                        <a:pt x="460214" y="204497"/>
                        <a:pt x="455928" y="207197"/>
                        <a:pt x="449670" y="209083"/>
                      </a:cubicBezTo>
                      <a:cubicBezTo>
                        <a:pt x="443412" y="210969"/>
                        <a:pt x="433854" y="212427"/>
                        <a:pt x="420995" y="213455"/>
                      </a:cubicBezTo>
                      <a:cubicBezTo>
                        <a:pt x="420481" y="205054"/>
                        <a:pt x="417652" y="197853"/>
                        <a:pt x="412508" y="191853"/>
                      </a:cubicBezTo>
                      <a:cubicBezTo>
                        <a:pt x="422110" y="193224"/>
                        <a:pt x="429525" y="193910"/>
                        <a:pt x="434754" y="193910"/>
                      </a:cubicBezTo>
                      <a:cubicBezTo>
                        <a:pt x="439983" y="193910"/>
                        <a:pt x="443798" y="193138"/>
                        <a:pt x="446198" y="191595"/>
                      </a:cubicBezTo>
                      <a:cubicBezTo>
                        <a:pt x="448598" y="190052"/>
                        <a:pt x="449799" y="186966"/>
                        <a:pt x="449799" y="182337"/>
                      </a:cubicBezTo>
                      <a:lnTo>
                        <a:pt x="449799" y="119329"/>
                      </a:lnTo>
                      <a:lnTo>
                        <a:pt x="391420" y="119329"/>
                      </a:lnTo>
                      <a:lnTo>
                        <a:pt x="391420" y="211398"/>
                      </a:lnTo>
                      <a:cubicBezTo>
                        <a:pt x="391420" y="218599"/>
                        <a:pt x="391849" y="226657"/>
                        <a:pt x="392706" y="235572"/>
                      </a:cubicBezTo>
                      <a:lnTo>
                        <a:pt x="373932" y="235572"/>
                      </a:lnTo>
                      <a:cubicBezTo>
                        <a:pt x="374961" y="227343"/>
                        <a:pt x="375475" y="219285"/>
                        <a:pt x="375475" y="211398"/>
                      </a:cubicBezTo>
                      <a:lnTo>
                        <a:pt x="375475" y="119329"/>
                      </a:lnTo>
                      <a:lnTo>
                        <a:pt x="324812" y="119329"/>
                      </a:lnTo>
                      <a:lnTo>
                        <a:pt x="324812" y="212169"/>
                      </a:lnTo>
                      <a:lnTo>
                        <a:pt x="307581" y="212169"/>
                      </a:lnTo>
                      <a:cubicBezTo>
                        <a:pt x="308781" y="204283"/>
                        <a:pt x="309381" y="195882"/>
                        <a:pt x="309381" y="186966"/>
                      </a:cubicBezTo>
                      <a:lnTo>
                        <a:pt x="309381" y="120358"/>
                      </a:lnTo>
                      <a:cubicBezTo>
                        <a:pt x="295837" y="133045"/>
                        <a:pt x="281092" y="145047"/>
                        <a:pt x="265147" y="156362"/>
                      </a:cubicBezTo>
                      <a:cubicBezTo>
                        <a:pt x="261718" y="150876"/>
                        <a:pt x="256746" y="146418"/>
                        <a:pt x="250231" y="142989"/>
                      </a:cubicBezTo>
                      <a:cubicBezTo>
                        <a:pt x="271662" y="131331"/>
                        <a:pt x="289450" y="118815"/>
                        <a:pt x="303595" y="105442"/>
                      </a:cubicBezTo>
                      <a:cubicBezTo>
                        <a:pt x="317739" y="92069"/>
                        <a:pt x="330127" y="75695"/>
                        <a:pt x="340756" y="56321"/>
                      </a:cubicBezTo>
                      <a:cubicBezTo>
                        <a:pt x="301837" y="56493"/>
                        <a:pt x="274405" y="57264"/>
                        <a:pt x="258460" y="58636"/>
                      </a:cubicBezTo>
                      <a:lnTo>
                        <a:pt x="258460" y="40891"/>
                      </a:lnTo>
                      <a:cubicBezTo>
                        <a:pt x="272519" y="42262"/>
                        <a:pt x="302180" y="42948"/>
                        <a:pt x="347443" y="42948"/>
                      </a:cubicBezTo>
                      <a:cubicBezTo>
                        <a:pt x="353787" y="28718"/>
                        <a:pt x="357644" y="14573"/>
                        <a:pt x="359016" y="514"/>
                      </a:cubicBezTo>
                      <a:close/>
                      <a:moveTo>
                        <a:pt x="543668" y="0"/>
                      </a:moveTo>
                      <a:cubicBezTo>
                        <a:pt x="548640" y="1200"/>
                        <a:pt x="553912" y="1800"/>
                        <a:pt x="559484" y="1800"/>
                      </a:cubicBezTo>
                      <a:cubicBezTo>
                        <a:pt x="565056" y="1800"/>
                        <a:pt x="567842" y="2486"/>
                        <a:pt x="567842" y="3858"/>
                      </a:cubicBezTo>
                      <a:cubicBezTo>
                        <a:pt x="567842" y="5229"/>
                        <a:pt x="566728" y="6644"/>
                        <a:pt x="564499" y="8101"/>
                      </a:cubicBezTo>
                      <a:cubicBezTo>
                        <a:pt x="562270" y="9558"/>
                        <a:pt x="561156" y="13887"/>
                        <a:pt x="561156" y="21088"/>
                      </a:cubicBezTo>
                      <a:lnTo>
                        <a:pt x="561156" y="192110"/>
                      </a:lnTo>
                      <a:cubicBezTo>
                        <a:pt x="561156" y="203940"/>
                        <a:pt x="562013" y="218170"/>
                        <a:pt x="563727" y="234801"/>
                      </a:cubicBezTo>
                      <a:lnTo>
                        <a:pt x="543668" y="234801"/>
                      </a:lnTo>
                      <a:cubicBezTo>
                        <a:pt x="545382" y="217999"/>
                        <a:pt x="546239" y="203683"/>
                        <a:pt x="546239" y="191853"/>
                      </a:cubicBezTo>
                      <a:lnTo>
                        <a:pt x="546239" y="33947"/>
                      </a:lnTo>
                      <a:cubicBezTo>
                        <a:pt x="546239" y="20403"/>
                        <a:pt x="545382" y="9087"/>
                        <a:pt x="543668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2000" dirty="0"/>
                </a:p>
              </p:txBody>
            </p:sp>
          </p:grp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9E12257D-D8CF-4A40-94F5-891DDB117B19}"/>
                  </a:ext>
                </a:extLst>
              </p:cNvPr>
              <p:cNvSpPr/>
              <p:nvPr/>
            </p:nvSpPr>
            <p:spPr>
              <a:xfrm>
                <a:off x="-1187291" y="2615535"/>
                <a:ext cx="6654595" cy="1975844"/>
              </a:xfrm>
              <a:custGeom>
                <a:avLst/>
                <a:gdLst>
                  <a:gd name="connsiteX0" fmla="*/ 2095500 w 2095500"/>
                  <a:gd name="connsiteY0" fmla="*/ 0 h 1676400"/>
                  <a:gd name="connsiteX1" fmla="*/ 1638300 w 2095500"/>
                  <a:gd name="connsiteY1" fmla="*/ 695325 h 1676400"/>
                  <a:gd name="connsiteX2" fmla="*/ 904875 w 2095500"/>
                  <a:gd name="connsiteY2" fmla="*/ 1343025 h 1676400"/>
                  <a:gd name="connsiteX3" fmla="*/ 457200 w 2095500"/>
                  <a:gd name="connsiteY3" fmla="*/ 1619250 h 1676400"/>
                  <a:gd name="connsiteX4" fmla="*/ 0 w 2095500"/>
                  <a:gd name="connsiteY4" fmla="*/ 1676400 h 1676400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54755 w 4181475"/>
                  <a:gd name="connsiteY1" fmla="*/ 71818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43175 w 4166235"/>
                  <a:gd name="connsiteY3" fmla="*/ 1619250 h 1685925"/>
                  <a:gd name="connsiteX4" fmla="*/ 0 w 416623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14600 w 4166235"/>
                  <a:gd name="connsiteY3" fmla="*/ 1590675 h 1685925"/>
                  <a:gd name="connsiteX4" fmla="*/ 0 w 4166235"/>
                  <a:gd name="connsiteY4" fmla="*/ 1685925 h 1685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6235" h="1685925">
                    <a:moveTo>
                      <a:pt x="4166235" y="0"/>
                    </a:moveTo>
                    <a:cubicBezTo>
                      <a:pt x="4036853" y="235744"/>
                      <a:pt x="3940492" y="490538"/>
                      <a:pt x="3754755" y="718185"/>
                    </a:cubicBezTo>
                    <a:cubicBezTo>
                      <a:pt x="3569018" y="945832"/>
                      <a:pt x="3258502" y="1220470"/>
                      <a:pt x="3051810" y="1365885"/>
                    </a:cubicBezTo>
                    <a:cubicBezTo>
                      <a:pt x="2845118" y="1511300"/>
                      <a:pt x="2665412" y="1535113"/>
                      <a:pt x="2514600" y="1590675"/>
                    </a:cubicBezTo>
                    <a:cubicBezTo>
                      <a:pt x="2363788" y="1646237"/>
                      <a:pt x="153194" y="1685131"/>
                      <a:pt x="0" y="1685925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E7772B58-93E7-41FD-BE47-5BE0FAEAE87D}"/>
                  </a:ext>
                </a:extLst>
              </p:cNvPr>
              <p:cNvSpPr/>
              <p:nvPr/>
            </p:nvSpPr>
            <p:spPr>
              <a:xfrm>
                <a:off x="7423824" y="2577712"/>
                <a:ext cx="6739794" cy="2014422"/>
              </a:xfrm>
              <a:custGeom>
                <a:avLst/>
                <a:gdLst>
                  <a:gd name="connsiteX0" fmla="*/ 0 w 2238375"/>
                  <a:gd name="connsiteY0" fmla="*/ 0 h 1724498"/>
                  <a:gd name="connsiteX1" fmla="*/ 438150 w 2238375"/>
                  <a:gd name="connsiteY1" fmla="*/ 704850 h 1724498"/>
                  <a:gd name="connsiteX2" fmla="*/ 1066800 w 2238375"/>
                  <a:gd name="connsiteY2" fmla="*/ 1304925 h 1724498"/>
                  <a:gd name="connsiteX3" fmla="*/ 1781175 w 2238375"/>
                  <a:gd name="connsiteY3" fmla="*/ 1657350 h 1724498"/>
                  <a:gd name="connsiteX4" fmla="*/ 2238375 w 2238375"/>
                  <a:gd name="connsiteY4" fmla="*/ 1724025 h 1724498"/>
                  <a:gd name="connsiteX0" fmla="*/ 0 w 4219575"/>
                  <a:gd name="connsiteY0" fmla="*/ 0 h 1724498"/>
                  <a:gd name="connsiteX1" fmla="*/ 438150 w 4219575"/>
                  <a:gd name="connsiteY1" fmla="*/ 704850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57275 w 4219575"/>
                  <a:gd name="connsiteY2" fmla="*/ 1333500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9575" h="1724498">
                    <a:moveTo>
                      <a:pt x="0" y="0"/>
                    </a:moveTo>
                    <a:cubicBezTo>
                      <a:pt x="130175" y="243681"/>
                      <a:pt x="242888" y="492125"/>
                      <a:pt x="419100" y="714375"/>
                    </a:cubicBezTo>
                    <a:cubicBezTo>
                      <a:pt x="595313" y="936625"/>
                      <a:pt x="830263" y="1176338"/>
                      <a:pt x="1057275" y="1333500"/>
                    </a:cubicBezTo>
                    <a:cubicBezTo>
                      <a:pt x="1284288" y="1490663"/>
                      <a:pt x="1585913" y="1587500"/>
                      <a:pt x="1781175" y="1657350"/>
                    </a:cubicBezTo>
                    <a:cubicBezTo>
                      <a:pt x="1976437" y="1727200"/>
                      <a:pt x="4088606" y="1725612"/>
                      <a:pt x="4219575" y="1724025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F267DCDD-0BEE-4F25-9BBE-AC791DEA60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49680" y="5518627"/>
              <a:ext cx="182228" cy="159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51B26B78-DBBF-4B00-8F45-8AE0A85E56DF}"/>
                </a:ext>
              </a:extLst>
            </p:cNvPr>
            <p:cNvSpPr txBox="1"/>
            <p:nvPr/>
          </p:nvSpPr>
          <p:spPr>
            <a:xfrm>
              <a:off x="5171607" y="3924881"/>
              <a:ext cx="1544530" cy="357201"/>
            </a:xfrm>
            <a:custGeom>
              <a:avLst/>
              <a:gdLst/>
              <a:ahLst/>
              <a:cxnLst/>
              <a:rect l="l" t="t" r="r" b="b"/>
              <a:pathLst>
                <a:path w="1823743" h="421774">
                  <a:moveTo>
                    <a:pt x="1136347" y="284979"/>
                  </a:moveTo>
                  <a:lnTo>
                    <a:pt x="1136347" y="310832"/>
                  </a:lnTo>
                  <a:lnTo>
                    <a:pt x="1269385" y="310832"/>
                  </a:lnTo>
                  <a:lnTo>
                    <a:pt x="1269385" y="284979"/>
                  </a:lnTo>
                  <a:close/>
                  <a:moveTo>
                    <a:pt x="647648" y="265698"/>
                  </a:moveTo>
                  <a:cubicBezTo>
                    <a:pt x="663340" y="288329"/>
                    <a:pt x="683326" y="308153"/>
                    <a:pt x="707606" y="325169"/>
                  </a:cubicBezTo>
                  <a:cubicBezTo>
                    <a:pt x="726860" y="311420"/>
                    <a:pt x="746884" y="291596"/>
                    <a:pt x="767677" y="265698"/>
                  </a:cubicBezTo>
                  <a:close/>
                  <a:moveTo>
                    <a:pt x="570331" y="232329"/>
                  </a:moveTo>
                  <a:cubicBezTo>
                    <a:pt x="593372" y="235025"/>
                    <a:pt x="632915" y="236373"/>
                    <a:pt x="688960" y="236373"/>
                  </a:cubicBezTo>
                  <a:cubicBezTo>
                    <a:pt x="745005" y="236373"/>
                    <a:pt x="788644" y="235025"/>
                    <a:pt x="819877" y="232329"/>
                  </a:cubicBezTo>
                  <a:cubicBezTo>
                    <a:pt x="796836" y="281312"/>
                    <a:pt x="768280" y="318069"/>
                    <a:pt x="734209" y="342600"/>
                  </a:cubicBezTo>
                  <a:cubicBezTo>
                    <a:pt x="763170" y="355597"/>
                    <a:pt x="810264" y="364200"/>
                    <a:pt x="875491" y="368411"/>
                  </a:cubicBezTo>
                  <a:cubicBezTo>
                    <a:pt x="868628" y="379721"/>
                    <a:pt x="863323" y="393025"/>
                    <a:pt x="859575" y="408323"/>
                  </a:cubicBezTo>
                  <a:cubicBezTo>
                    <a:pt x="789837" y="398969"/>
                    <a:pt x="738595" y="384167"/>
                    <a:pt x="705848" y="363917"/>
                  </a:cubicBezTo>
                  <a:cubicBezTo>
                    <a:pt x="672344" y="384382"/>
                    <a:pt x="620642" y="400976"/>
                    <a:pt x="550743" y="413702"/>
                  </a:cubicBezTo>
                  <a:cubicBezTo>
                    <a:pt x="545876" y="400229"/>
                    <a:pt x="539546" y="387263"/>
                    <a:pt x="531755" y="374804"/>
                  </a:cubicBezTo>
                  <a:cubicBezTo>
                    <a:pt x="595453" y="369627"/>
                    <a:pt x="644343" y="358924"/>
                    <a:pt x="678423" y="342693"/>
                  </a:cubicBezTo>
                  <a:cubicBezTo>
                    <a:pt x="654568" y="325953"/>
                    <a:pt x="632468" y="300288"/>
                    <a:pt x="612122" y="265698"/>
                  </a:cubicBezTo>
                  <a:cubicBezTo>
                    <a:pt x="598549" y="265698"/>
                    <a:pt x="584619" y="266593"/>
                    <a:pt x="570331" y="268384"/>
                  </a:cubicBezTo>
                  <a:close/>
                  <a:moveTo>
                    <a:pt x="1136347" y="228464"/>
                  </a:moveTo>
                  <a:lnTo>
                    <a:pt x="1136347" y="256111"/>
                  </a:lnTo>
                  <a:lnTo>
                    <a:pt x="1269385" y="256111"/>
                  </a:lnTo>
                  <a:lnTo>
                    <a:pt x="1269385" y="228464"/>
                  </a:lnTo>
                  <a:close/>
                  <a:moveTo>
                    <a:pt x="93062" y="223364"/>
                  </a:moveTo>
                  <a:cubicBezTo>
                    <a:pt x="105925" y="231274"/>
                    <a:pt x="116822" y="237466"/>
                    <a:pt x="125752" y="241938"/>
                  </a:cubicBezTo>
                  <a:cubicBezTo>
                    <a:pt x="99120" y="287186"/>
                    <a:pt x="68316" y="341302"/>
                    <a:pt x="33340" y="404286"/>
                  </a:cubicBezTo>
                  <a:cubicBezTo>
                    <a:pt x="23406" y="392937"/>
                    <a:pt x="12292" y="385837"/>
                    <a:pt x="0" y="382984"/>
                  </a:cubicBezTo>
                  <a:cubicBezTo>
                    <a:pt x="32895" y="344698"/>
                    <a:pt x="63915" y="291491"/>
                    <a:pt x="93062" y="223364"/>
                  </a:cubicBezTo>
                  <a:close/>
                  <a:moveTo>
                    <a:pt x="1501824" y="198246"/>
                  </a:moveTo>
                  <a:cubicBezTo>
                    <a:pt x="1511277" y="208833"/>
                    <a:pt x="1521405" y="217456"/>
                    <a:pt x="1532206" y="224114"/>
                  </a:cubicBezTo>
                  <a:cubicBezTo>
                    <a:pt x="1490563" y="279416"/>
                    <a:pt x="1456652" y="324972"/>
                    <a:pt x="1430472" y="360781"/>
                  </a:cubicBezTo>
                  <a:cubicBezTo>
                    <a:pt x="1421133" y="350846"/>
                    <a:pt x="1411332" y="342305"/>
                    <a:pt x="1401068" y="335156"/>
                  </a:cubicBezTo>
                  <a:cubicBezTo>
                    <a:pt x="1414013" y="321993"/>
                    <a:pt x="1430667" y="301811"/>
                    <a:pt x="1451032" y="274610"/>
                  </a:cubicBezTo>
                  <a:cubicBezTo>
                    <a:pt x="1471396" y="247409"/>
                    <a:pt x="1488327" y="221954"/>
                    <a:pt x="1501824" y="198246"/>
                  </a:cubicBezTo>
                  <a:close/>
                  <a:moveTo>
                    <a:pt x="1097157" y="196446"/>
                  </a:moveTo>
                  <a:cubicBezTo>
                    <a:pt x="1132056" y="198846"/>
                    <a:pt x="1168162" y="200047"/>
                    <a:pt x="1205474" y="200047"/>
                  </a:cubicBezTo>
                  <a:cubicBezTo>
                    <a:pt x="1242786" y="200047"/>
                    <a:pt x="1276705" y="198846"/>
                    <a:pt x="1307233" y="196446"/>
                  </a:cubicBezTo>
                  <a:cubicBezTo>
                    <a:pt x="1306037" y="216130"/>
                    <a:pt x="1305440" y="234849"/>
                    <a:pt x="1305440" y="252603"/>
                  </a:cubicBezTo>
                  <a:lnTo>
                    <a:pt x="1305440" y="368318"/>
                  </a:lnTo>
                  <a:cubicBezTo>
                    <a:pt x="1305440" y="379729"/>
                    <a:pt x="1303944" y="388517"/>
                    <a:pt x="1300954" y="394682"/>
                  </a:cubicBezTo>
                  <a:cubicBezTo>
                    <a:pt x="1297963" y="400847"/>
                    <a:pt x="1291826" y="405475"/>
                    <a:pt x="1282544" y="408566"/>
                  </a:cubicBezTo>
                  <a:cubicBezTo>
                    <a:pt x="1273262" y="411656"/>
                    <a:pt x="1257663" y="414116"/>
                    <a:pt x="1235745" y="415945"/>
                  </a:cubicBezTo>
                  <a:cubicBezTo>
                    <a:pt x="1236641" y="402286"/>
                    <a:pt x="1232902" y="388475"/>
                    <a:pt x="1224530" y="374511"/>
                  </a:cubicBezTo>
                  <a:cubicBezTo>
                    <a:pt x="1238713" y="376312"/>
                    <a:pt x="1248693" y="377212"/>
                    <a:pt x="1254473" y="377212"/>
                  </a:cubicBezTo>
                  <a:cubicBezTo>
                    <a:pt x="1260252" y="377212"/>
                    <a:pt x="1264182" y="376567"/>
                    <a:pt x="1266264" y="375279"/>
                  </a:cubicBezTo>
                  <a:cubicBezTo>
                    <a:pt x="1268345" y="373991"/>
                    <a:pt x="1269385" y="370175"/>
                    <a:pt x="1269385" y="363831"/>
                  </a:cubicBezTo>
                  <a:lnTo>
                    <a:pt x="1269385" y="339700"/>
                  </a:lnTo>
                  <a:lnTo>
                    <a:pt x="1136347" y="339700"/>
                  </a:lnTo>
                  <a:lnTo>
                    <a:pt x="1136347" y="415945"/>
                  </a:lnTo>
                  <a:lnTo>
                    <a:pt x="1096257" y="415945"/>
                  </a:lnTo>
                  <a:cubicBezTo>
                    <a:pt x="1098947" y="392814"/>
                    <a:pt x="1100293" y="372304"/>
                    <a:pt x="1100293" y="354416"/>
                  </a:cubicBezTo>
                  <a:lnTo>
                    <a:pt x="1100293" y="252153"/>
                  </a:lnTo>
                  <a:cubicBezTo>
                    <a:pt x="1100293" y="230031"/>
                    <a:pt x="1099247" y="211462"/>
                    <a:pt x="1097157" y="196446"/>
                  </a:cubicBezTo>
                  <a:close/>
                  <a:moveTo>
                    <a:pt x="650341" y="155805"/>
                  </a:moveTo>
                  <a:lnTo>
                    <a:pt x="650341" y="187938"/>
                  </a:lnTo>
                  <a:lnTo>
                    <a:pt x="750182" y="187938"/>
                  </a:lnTo>
                  <a:lnTo>
                    <a:pt x="750182" y="155805"/>
                  </a:lnTo>
                  <a:close/>
                  <a:moveTo>
                    <a:pt x="288622" y="146661"/>
                  </a:moveTo>
                  <a:cubicBezTo>
                    <a:pt x="296566" y="192096"/>
                    <a:pt x="305360" y="227379"/>
                    <a:pt x="315004" y="252510"/>
                  </a:cubicBezTo>
                  <a:cubicBezTo>
                    <a:pt x="340298" y="229088"/>
                    <a:pt x="360076" y="206664"/>
                    <a:pt x="374340" y="185238"/>
                  </a:cubicBezTo>
                  <a:cubicBezTo>
                    <a:pt x="384594" y="195177"/>
                    <a:pt x="392446" y="201552"/>
                    <a:pt x="397897" y="204361"/>
                  </a:cubicBezTo>
                  <a:cubicBezTo>
                    <a:pt x="403347" y="207171"/>
                    <a:pt x="406073" y="210784"/>
                    <a:pt x="406073" y="215199"/>
                  </a:cubicBezTo>
                  <a:cubicBezTo>
                    <a:pt x="406073" y="219613"/>
                    <a:pt x="402594" y="222518"/>
                    <a:pt x="395636" y="223914"/>
                  </a:cubicBezTo>
                  <a:cubicBezTo>
                    <a:pt x="389025" y="225238"/>
                    <a:pt x="365894" y="242990"/>
                    <a:pt x="326241" y="277171"/>
                  </a:cubicBezTo>
                  <a:cubicBezTo>
                    <a:pt x="346172" y="316547"/>
                    <a:pt x="377569" y="347925"/>
                    <a:pt x="420431" y="371304"/>
                  </a:cubicBezTo>
                  <a:cubicBezTo>
                    <a:pt x="409516" y="379857"/>
                    <a:pt x="400886" y="389356"/>
                    <a:pt x="394543" y="399800"/>
                  </a:cubicBezTo>
                  <a:cubicBezTo>
                    <a:pt x="354114" y="372606"/>
                    <a:pt x="323717" y="340621"/>
                    <a:pt x="303353" y="303845"/>
                  </a:cubicBezTo>
                  <a:cubicBezTo>
                    <a:pt x="282988" y="267069"/>
                    <a:pt x="267536" y="216987"/>
                    <a:pt x="256997" y="153598"/>
                  </a:cubicBezTo>
                  <a:close/>
                  <a:moveTo>
                    <a:pt x="24568" y="110335"/>
                  </a:moveTo>
                  <a:cubicBezTo>
                    <a:pt x="51747" y="128052"/>
                    <a:pt x="78301" y="149569"/>
                    <a:pt x="104228" y="174886"/>
                  </a:cubicBezTo>
                  <a:lnTo>
                    <a:pt x="81775" y="200661"/>
                  </a:lnTo>
                  <a:cubicBezTo>
                    <a:pt x="60167" y="178644"/>
                    <a:pt x="34852" y="157010"/>
                    <a:pt x="5830" y="135760"/>
                  </a:cubicBezTo>
                  <a:close/>
                  <a:moveTo>
                    <a:pt x="948252" y="91947"/>
                  </a:moveTo>
                  <a:lnTo>
                    <a:pt x="984307" y="97648"/>
                  </a:lnTo>
                  <a:cubicBezTo>
                    <a:pt x="980035" y="140682"/>
                    <a:pt x="973193" y="180401"/>
                    <a:pt x="963783" y="216806"/>
                  </a:cubicBezTo>
                  <a:lnTo>
                    <a:pt x="928964" y="209805"/>
                  </a:lnTo>
                  <a:cubicBezTo>
                    <a:pt x="942418" y="169981"/>
                    <a:pt x="948848" y="130695"/>
                    <a:pt x="948252" y="91947"/>
                  </a:cubicBezTo>
                  <a:close/>
                  <a:moveTo>
                    <a:pt x="746596" y="81632"/>
                  </a:moveTo>
                  <a:cubicBezTo>
                    <a:pt x="758240" y="83727"/>
                    <a:pt x="770230" y="84775"/>
                    <a:pt x="782565" y="84775"/>
                  </a:cubicBezTo>
                  <a:cubicBezTo>
                    <a:pt x="788604" y="84775"/>
                    <a:pt x="791623" y="86671"/>
                    <a:pt x="791623" y="90462"/>
                  </a:cubicBezTo>
                  <a:cubicBezTo>
                    <a:pt x="791623" y="94252"/>
                    <a:pt x="790427" y="97046"/>
                    <a:pt x="788033" y="98841"/>
                  </a:cubicBezTo>
                  <a:cubicBezTo>
                    <a:pt x="785640" y="100637"/>
                    <a:pt x="784444" y="105394"/>
                    <a:pt x="784444" y="113114"/>
                  </a:cubicBezTo>
                  <a:lnTo>
                    <a:pt x="784444" y="126938"/>
                  </a:lnTo>
                  <a:cubicBezTo>
                    <a:pt x="800727" y="126938"/>
                    <a:pt x="823751" y="125590"/>
                    <a:pt x="853517" y="122894"/>
                  </a:cubicBezTo>
                  <a:lnTo>
                    <a:pt x="853517" y="159399"/>
                  </a:lnTo>
                  <a:cubicBezTo>
                    <a:pt x="828252" y="157298"/>
                    <a:pt x="805227" y="156101"/>
                    <a:pt x="784444" y="155805"/>
                  </a:cubicBezTo>
                  <a:lnTo>
                    <a:pt x="784444" y="217256"/>
                  </a:lnTo>
                  <a:cubicBezTo>
                    <a:pt x="765294" y="216061"/>
                    <a:pt x="736654" y="215463"/>
                    <a:pt x="698526" y="215463"/>
                  </a:cubicBezTo>
                  <a:cubicBezTo>
                    <a:pt x="660397" y="215463"/>
                    <a:pt x="633213" y="216211"/>
                    <a:pt x="616973" y="217706"/>
                  </a:cubicBezTo>
                  <a:lnTo>
                    <a:pt x="616973" y="155805"/>
                  </a:lnTo>
                  <a:cubicBezTo>
                    <a:pt x="599399" y="156101"/>
                    <a:pt x="576227" y="157298"/>
                    <a:pt x="547457" y="159399"/>
                  </a:cubicBezTo>
                  <a:lnTo>
                    <a:pt x="547457" y="122894"/>
                  </a:lnTo>
                  <a:cubicBezTo>
                    <a:pt x="576199" y="125337"/>
                    <a:pt x="599371" y="126685"/>
                    <a:pt x="616973" y="126938"/>
                  </a:cubicBezTo>
                  <a:cubicBezTo>
                    <a:pt x="616677" y="110416"/>
                    <a:pt x="615482" y="96510"/>
                    <a:pt x="613387" y="85218"/>
                  </a:cubicBezTo>
                  <a:cubicBezTo>
                    <a:pt x="622388" y="87018"/>
                    <a:pt x="634377" y="87918"/>
                    <a:pt x="649355" y="87918"/>
                  </a:cubicBezTo>
                  <a:cubicBezTo>
                    <a:pt x="655694" y="87918"/>
                    <a:pt x="658864" y="89960"/>
                    <a:pt x="658864" y="94044"/>
                  </a:cubicBezTo>
                  <a:cubicBezTo>
                    <a:pt x="658864" y="98128"/>
                    <a:pt x="657443" y="100918"/>
                    <a:pt x="654603" y="102413"/>
                  </a:cubicBezTo>
                  <a:cubicBezTo>
                    <a:pt x="651762" y="103908"/>
                    <a:pt x="650341" y="107025"/>
                    <a:pt x="650341" y="111764"/>
                  </a:cubicBezTo>
                  <a:lnTo>
                    <a:pt x="650341" y="126938"/>
                  </a:lnTo>
                  <a:lnTo>
                    <a:pt x="750182" y="126938"/>
                  </a:lnTo>
                  <a:cubicBezTo>
                    <a:pt x="749606" y="111478"/>
                    <a:pt x="748411" y="96377"/>
                    <a:pt x="746596" y="81632"/>
                  </a:cubicBezTo>
                  <a:close/>
                  <a:moveTo>
                    <a:pt x="1582891" y="56686"/>
                  </a:moveTo>
                  <a:lnTo>
                    <a:pt x="1582891" y="179866"/>
                  </a:lnTo>
                  <a:lnTo>
                    <a:pt x="1727588" y="179866"/>
                  </a:lnTo>
                  <a:lnTo>
                    <a:pt x="1727588" y="56686"/>
                  </a:lnTo>
                  <a:close/>
                  <a:moveTo>
                    <a:pt x="1432030" y="27811"/>
                  </a:moveTo>
                  <a:cubicBezTo>
                    <a:pt x="1462224" y="48909"/>
                    <a:pt x="1490684" y="73250"/>
                    <a:pt x="1517412" y="100834"/>
                  </a:cubicBezTo>
                  <a:lnTo>
                    <a:pt x="1491001" y="125309"/>
                  </a:lnTo>
                  <a:cubicBezTo>
                    <a:pt x="1460435" y="93505"/>
                    <a:pt x="1434196" y="69804"/>
                    <a:pt x="1412284" y="54207"/>
                  </a:cubicBezTo>
                  <a:close/>
                  <a:moveTo>
                    <a:pt x="1542350" y="22874"/>
                  </a:moveTo>
                  <a:cubicBezTo>
                    <a:pt x="1567692" y="24675"/>
                    <a:pt x="1605093" y="25575"/>
                    <a:pt x="1654554" y="25575"/>
                  </a:cubicBezTo>
                  <a:cubicBezTo>
                    <a:pt x="1704015" y="25575"/>
                    <a:pt x="1741423" y="24675"/>
                    <a:pt x="1766778" y="22874"/>
                  </a:cubicBezTo>
                  <a:cubicBezTo>
                    <a:pt x="1765883" y="68109"/>
                    <a:pt x="1765435" y="102005"/>
                    <a:pt x="1765435" y="124562"/>
                  </a:cubicBezTo>
                  <a:cubicBezTo>
                    <a:pt x="1765435" y="147120"/>
                    <a:pt x="1765883" y="176222"/>
                    <a:pt x="1766778" y="211870"/>
                  </a:cubicBezTo>
                  <a:lnTo>
                    <a:pt x="1709371" y="210526"/>
                  </a:lnTo>
                  <a:lnTo>
                    <a:pt x="1709371" y="350823"/>
                  </a:lnTo>
                  <a:cubicBezTo>
                    <a:pt x="1709371" y="359909"/>
                    <a:pt x="1710999" y="365907"/>
                    <a:pt x="1714254" y="368814"/>
                  </a:cubicBezTo>
                  <a:cubicBezTo>
                    <a:pt x="1717509" y="371722"/>
                    <a:pt x="1724523" y="373175"/>
                    <a:pt x="1735296" y="373175"/>
                  </a:cubicBezTo>
                  <a:cubicBezTo>
                    <a:pt x="1755960" y="373175"/>
                    <a:pt x="1769139" y="370845"/>
                    <a:pt x="1774833" y="366185"/>
                  </a:cubicBezTo>
                  <a:cubicBezTo>
                    <a:pt x="1780527" y="361525"/>
                    <a:pt x="1784712" y="349051"/>
                    <a:pt x="1787388" y="328763"/>
                  </a:cubicBezTo>
                  <a:cubicBezTo>
                    <a:pt x="1799618" y="337616"/>
                    <a:pt x="1811736" y="342772"/>
                    <a:pt x="1823743" y="344229"/>
                  </a:cubicBezTo>
                  <a:cubicBezTo>
                    <a:pt x="1817994" y="367622"/>
                    <a:pt x="1810361" y="384078"/>
                    <a:pt x="1800843" y="393596"/>
                  </a:cubicBezTo>
                  <a:cubicBezTo>
                    <a:pt x="1791326" y="403114"/>
                    <a:pt x="1771846" y="407873"/>
                    <a:pt x="1742404" y="407873"/>
                  </a:cubicBezTo>
                  <a:cubicBezTo>
                    <a:pt x="1712962" y="407873"/>
                    <a:pt x="1694012" y="404744"/>
                    <a:pt x="1685554" y="398486"/>
                  </a:cubicBezTo>
                  <a:cubicBezTo>
                    <a:pt x="1677096" y="392228"/>
                    <a:pt x="1672867" y="377986"/>
                    <a:pt x="1672867" y="355759"/>
                  </a:cubicBezTo>
                  <a:lnTo>
                    <a:pt x="1672867" y="210526"/>
                  </a:lnTo>
                  <a:lnTo>
                    <a:pt x="1633983" y="210526"/>
                  </a:lnTo>
                  <a:cubicBezTo>
                    <a:pt x="1633712" y="247679"/>
                    <a:pt x="1629896" y="278520"/>
                    <a:pt x="1622535" y="303049"/>
                  </a:cubicBezTo>
                  <a:cubicBezTo>
                    <a:pt x="1615175" y="327578"/>
                    <a:pt x="1601753" y="348894"/>
                    <a:pt x="1582270" y="366996"/>
                  </a:cubicBezTo>
                  <a:cubicBezTo>
                    <a:pt x="1562786" y="385098"/>
                    <a:pt x="1532613" y="403358"/>
                    <a:pt x="1491751" y="421774"/>
                  </a:cubicBezTo>
                  <a:cubicBezTo>
                    <a:pt x="1482807" y="407754"/>
                    <a:pt x="1473958" y="397998"/>
                    <a:pt x="1465205" y="392506"/>
                  </a:cubicBezTo>
                  <a:cubicBezTo>
                    <a:pt x="1496933" y="379967"/>
                    <a:pt x="1522110" y="367295"/>
                    <a:pt x="1540736" y="354491"/>
                  </a:cubicBezTo>
                  <a:cubicBezTo>
                    <a:pt x="1559362" y="341687"/>
                    <a:pt x="1573258" y="324591"/>
                    <a:pt x="1582423" y="303202"/>
                  </a:cubicBezTo>
                  <a:cubicBezTo>
                    <a:pt x="1591589" y="281814"/>
                    <a:pt x="1596171" y="251072"/>
                    <a:pt x="1596171" y="210977"/>
                  </a:cubicBezTo>
                  <a:cubicBezTo>
                    <a:pt x="1582322" y="210977"/>
                    <a:pt x="1564382" y="211424"/>
                    <a:pt x="1542350" y="212320"/>
                  </a:cubicBezTo>
                  <a:cubicBezTo>
                    <a:pt x="1544146" y="174201"/>
                    <a:pt x="1545044" y="142653"/>
                    <a:pt x="1545044" y="117676"/>
                  </a:cubicBezTo>
                  <a:cubicBezTo>
                    <a:pt x="1545044" y="92699"/>
                    <a:pt x="1544146" y="61098"/>
                    <a:pt x="1542350" y="22874"/>
                  </a:cubicBezTo>
                  <a:close/>
                  <a:moveTo>
                    <a:pt x="47385" y="17495"/>
                  </a:moveTo>
                  <a:cubicBezTo>
                    <a:pt x="73031" y="34774"/>
                    <a:pt x="97360" y="55943"/>
                    <a:pt x="120373" y="81003"/>
                  </a:cubicBezTo>
                  <a:lnTo>
                    <a:pt x="96762" y="105128"/>
                  </a:lnTo>
                  <a:cubicBezTo>
                    <a:pt x="75993" y="82268"/>
                    <a:pt x="52409" y="61167"/>
                    <a:pt x="26011" y="41827"/>
                  </a:cubicBezTo>
                  <a:close/>
                  <a:moveTo>
                    <a:pt x="255068" y="1343"/>
                  </a:moveTo>
                  <a:cubicBezTo>
                    <a:pt x="271260" y="6230"/>
                    <a:pt x="283433" y="9281"/>
                    <a:pt x="291587" y="10498"/>
                  </a:cubicBezTo>
                  <a:cubicBezTo>
                    <a:pt x="299740" y="11715"/>
                    <a:pt x="303817" y="14135"/>
                    <a:pt x="303817" y="17760"/>
                  </a:cubicBezTo>
                  <a:cubicBezTo>
                    <a:pt x="303817" y="21384"/>
                    <a:pt x="301102" y="25003"/>
                    <a:pt x="295673" y="28618"/>
                  </a:cubicBezTo>
                  <a:cubicBezTo>
                    <a:pt x="290287" y="32366"/>
                    <a:pt x="284779" y="45854"/>
                    <a:pt x="279150" y="69080"/>
                  </a:cubicBezTo>
                  <a:cubicBezTo>
                    <a:pt x="330061" y="69080"/>
                    <a:pt x="371023" y="68030"/>
                    <a:pt x="402036" y="65930"/>
                  </a:cubicBezTo>
                  <a:lnTo>
                    <a:pt x="402036" y="164328"/>
                  </a:lnTo>
                  <a:lnTo>
                    <a:pt x="365982" y="164328"/>
                  </a:lnTo>
                  <a:lnTo>
                    <a:pt x="365982" y="101091"/>
                  </a:lnTo>
                  <a:lnTo>
                    <a:pt x="271249" y="101091"/>
                  </a:lnTo>
                  <a:cubicBezTo>
                    <a:pt x="261905" y="132514"/>
                    <a:pt x="248241" y="163406"/>
                    <a:pt x="230258" y="193767"/>
                  </a:cubicBezTo>
                  <a:lnTo>
                    <a:pt x="230258" y="357016"/>
                  </a:lnTo>
                  <a:cubicBezTo>
                    <a:pt x="243159" y="345434"/>
                    <a:pt x="260588" y="331680"/>
                    <a:pt x="282543" y="315754"/>
                  </a:cubicBezTo>
                  <a:cubicBezTo>
                    <a:pt x="285148" y="327260"/>
                    <a:pt x="289398" y="337335"/>
                    <a:pt x="295294" y="345979"/>
                  </a:cubicBezTo>
                  <a:lnTo>
                    <a:pt x="223807" y="394421"/>
                  </a:lnTo>
                  <a:cubicBezTo>
                    <a:pt x="219444" y="400407"/>
                    <a:pt x="211160" y="407882"/>
                    <a:pt x="198954" y="416845"/>
                  </a:cubicBezTo>
                  <a:cubicBezTo>
                    <a:pt x="191720" y="406358"/>
                    <a:pt x="183857" y="397493"/>
                    <a:pt x="175365" y="390249"/>
                  </a:cubicBezTo>
                  <a:cubicBezTo>
                    <a:pt x="183304" y="382710"/>
                    <a:pt x="188653" y="375769"/>
                    <a:pt x="191410" y="369425"/>
                  </a:cubicBezTo>
                  <a:cubicBezTo>
                    <a:pt x="194167" y="363081"/>
                    <a:pt x="195546" y="350601"/>
                    <a:pt x="195546" y="331985"/>
                  </a:cubicBezTo>
                  <a:lnTo>
                    <a:pt x="195546" y="236544"/>
                  </a:lnTo>
                  <a:cubicBezTo>
                    <a:pt x="178035" y="266762"/>
                    <a:pt x="155082" y="292625"/>
                    <a:pt x="126688" y="314132"/>
                  </a:cubicBezTo>
                  <a:cubicBezTo>
                    <a:pt x="120249" y="305069"/>
                    <a:pt x="111357" y="297121"/>
                    <a:pt x="100013" y="290286"/>
                  </a:cubicBezTo>
                  <a:cubicBezTo>
                    <a:pt x="166488" y="241438"/>
                    <a:pt x="212536" y="178373"/>
                    <a:pt x="238159" y="101091"/>
                  </a:cubicBezTo>
                  <a:lnTo>
                    <a:pt x="175094" y="101091"/>
                  </a:lnTo>
                  <a:lnTo>
                    <a:pt x="175094" y="172850"/>
                  </a:lnTo>
                  <a:lnTo>
                    <a:pt x="139039" y="172850"/>
                  </a:lnTo>
                  <a:lnTo>
                    <a:pt x="139039" y="65930"/>
                  </a:lnTo>
                  <a:cubicBezTo>
                    <a:pt x="170338" y="67425"/>
                    <a:pt x="205898" y="68323"/>
                    <a:pt x="245717" y="68623"/>
                  </a:cubicBezTo>
                  <a:cubicBezTo>
                    <a:pt x="250565" y="48173"/>
                    <a:pt x="253682" y="25746"/>
                    <a:pt x="255068" y="1343"/>
                  </a:cubicBezTo>
                  <a:close/>
                  <a:moveTo>
                    <a:pt x="678759" y="900"/>
                  </a:moveTo>
                  <a:cubicBezTo>
                    <a:pt x="691041" y="14450"/>
                    <a:pt x="701791" y="30299"/>
                    <a:pt x="711006" y="48449"/>
                  </a:cubicBezTo>
                  <a:cubicBezTo>
                    <a:pt x="791425" y="48449"/>
                    <a:pt x="842665" y="46951"/>
                    <a:pt x="864725" y="43956"/>
                  </a:cubicBezTo>
                  <a:lnTo>
                    <a:pt x="864725" y="81803"/>
                  </a:lnTo>
                  <a:cubicBezTo>
                    <a:pt x="846947" y="80008"/>
                    <a:pt x="806404" y="79110"/>
                    <a:pt x="743096" y="79110"/>
                  </a:cubicBezTo>
                  <a:lnTo>
                    <a:pt x="544042" y="79110"/>
                  </a:lnTo>
                  <a:cubicBezTo>
                    <a:pt x="544938" y="122039"/>
                    <a:pt x="545385" y="156248"/>
                    <a:pt x="545385" y="181737"/>
                  </a:cubicBezTo>
                  <a:cubicBezTo>
                    <a:pt x="545385" y="242359"/>
                    <a:pt x="542893" y="288303"/>
                    <a:pt x="537909" y="319569"/>
                  </a:cubicBezTo>
                  <a:cubicBezTo>
                    <a:pt x="532925" y="350835"/>
                    <a:pt x="522978" y="383260"/>
                    <a:pt x="508066" y="416845"/>
                  </a:cubicBezTo>
                  <a:cubicBezTo>
                    <a:pt x="497317" y="409692"/>
                    <a:pt x="484882" y="403682"/>
                    <a:pt x="470762" y="398814"/>
                  </a:cubicBezTo>
                  <a:cubicBezTo>
                    <a:pt x="484344" y="375183"/>
                    <a:pt x="494243" y="347756"/>
                    <a:pt x="500458" y="316533"/>
                  </a:cubicBezTo>
                  <a:cubicBezTo>
                    <a:pt x="506673" y="285310"/>
                    <a:pt x="509781" y="247461"/>
                    <a:pt x="509781" y="202986"/>
                  </a:cubicBezTo>
                  <a:cubicBezTo>
                    <a:pt x="509781" y="158512"/>
                    <a:pt x="507985" y="105501"/>
                    <a:pt x="504394" y="43956"/>
                  </a:cubicBezTo>
                  <a:cubicBezTo>
                    <a:pt x="522149" y="46951"/>
                    <a:pt x="578363" y="48449"/>
                    <a:pt x="673037" y="48449"/>
                  </a:cubicBezTo>
                  <a:cubicBezTo>
                    <a:pt x="666165" y="42025"/>
                    <a:pt x="656897" y="32199"/>
                    <a:pt x="645233" y="18974"/>
                  </a:cubicBezTo>
                  <a:close/>
                  <a:moveTo>
                    <a:pt x="987714" y="0"/>
                  </a:moveTo>
                  <a:cubicBezTo>
                    <a:pt x="999792" y="2401"/>
                    <a:pt x="1011363" y="3601"/>
                    <a:pt x="1022426" y="3601"/>
                  </a:cubicBezTo>
                  <a:cubicBezTo>
                    <a:pt x="1033489" y="3601"/>
                    <a:pt x="1039021" y="5899"/>
                    <a:pt x="1039021" y="10494"/>
                  </a:cubicBezTo>
                  <a:cubicBezTo>
                    <a:pt x="1039021" y="15090"/>
                    <a:pt x="1037078" y="18658"/>
                    <a:pt x="1033191" y="21199"/>
                  </a:cubicBezTo>
                  <a:cubicBezTo>
                    <a:pt x="1029305" y="23740"/>
                    <a:pt x="1027362" y="30456"/>
                    <a:pt x="1027362" y="41348"/>
                  </a:cubicBezTo>
                  <a:lnTo>
                    <a:pt x="1027362" y="84914"/>
                  </a:lnTo>
                  <a:lnTo>
                    <a:pt x="1051401" y="72209"/>
                  </a:lnTo>
                  <a:cubicBezTo>
                    <a:pt x="1066193" y="96012"/>
                    <a:pt x="1077766" y="119401"/>
                    <a:pt x="1086120" y="142375"/>
                  </a:cubicBezTo>
                  <a:lnTo>
                    <a:pt x="1072484" y="148209"/>
                  </a:lnTo>
                  <a:lnTo>
                    <a:pt x="1116597" y="150374"/>
                  </a:lnTo>
                  <a:cubicBezTo>
                    <a:pt x="1135957" y="150899"/>
                    <a:pt x="1158631" y="151162"/>
                    <a:pt x="1184618" y="151162"/>
                  </a:cubicBezTo>
                  <a:lnTo>
                    <a:pt x="1184618" y="126209"/>
                  </a:lnTo>
                  <a:cubicBezTo>
                    <a:pt x="1150180" y="126504"/>
                    <a:pt x="1122372" y="127252"/>
                    <a:pt x="1101193" y="128452"/>
                  </a:cubicBezTo>
                  <a:lnTo>
                    <a:pt x="1101193" y="94641"/>
                  </a:lnTo>
                  <a:cubicBezTo>
                    <a:pt x="1122729" y="96184"/>
                    <a:pt x="1150537" y="97091"/>
                    <a:pt x="1184618" y="97362"/>
                  </a:cubicBezTo>
                  <a:lnTo>
                    <a:pt x="1184618" y="72831"/>
                  </a:lnTo>
                  <a:cubicBezTo>
                    <a:pt x="1143651" y="72831"/>
                    <a:pt x="1109563" y="73878"/>
                    <a:pt x="1082355" y="75974"/>
                  </a:cubicBezTo>
                  <a:lnTo>
                    <a:pt x="1082355" y="40812"/>
                  </a:lnTo>
                  <a:cubicBezTo>
                    <a:pt x="1109053" y="43213"/>
                    <a:pt x="1143141" y="44413"/>
                    <a:pt x="1184618" y="44413"/>
                  </a:cubicBezTo>
                  <a:cubicBezTo>
                    <a:pt x="1184618" y="35674"/>
                    <a:pt x="1183420" y="21169"/>
                    <a:pt x="1181024" y="900"/>
                  </a:cubicBezTo>
                  <a:cubicBezTo>
                    <a:pt x="1196036" y="2701"/>
                    <a:pt x="1208041" y="3601"/>
                    <a:pt x="1217040" y="3601"/>
                  </a:cubicBezTo>
                  <a:cubicBezTo>
                    <a:pt x="1226038" y="3601"/>
                    <a:pt x="1230538" y="5570"/>
                    <a:pt x="1230538" y="9509"/>
                  </a:cubicBezTo>
                  <a:cubicBezTo>
                    <a:pt x="1230538" y="13447"/>
                    <a:pt x="1228637" y="16843"/>
                    <a:pt x="1224837" y="19696"/>
                  </a:cubicBezTo>
                  <a:cubicBezTo>
                    <a:pt x="1222060" y="22072"/>
                    <a:pt x="1220672" y="26599"/>
                    <a:pt x="1220672" y="33276"/>
                  </a:cubicBezTo>
                  <a:lnTo>
                    <a:pt x="1220672" y="44413"/>
                  </a:lnTo>
                  <a:cubicBezTo>
                    <a:pt x="1260267" y="44413"/>
                    <a:pt x="1293007" y="43213"/>
                    <a:pt x="1318892" y="40812"/>
                  </a:cubicBezTo>
                  <a:lnTo>
                    <a:pt x="1318892" y="75974"/>
                  </a:lnTo>
                  <a:cubicBezTo>
                    <a:pt x="1292560" y="73878"/>
                    <a:pt x="1259820" y="72831"/>
                    <a:pt x="1220672" y="72831"/>
                  </a:cubicBezTo>
                  <a:lnTo>
                    <a:pt x="1220672" y="97334"/>
                  </a:lnTo>
                  <a:cubicBezTo>
                    <a:pt x="1254419" y="97334"/>
                    <a:pt x="1282375" y="96436"/>
                    <a:pt x="1304540" y="94641"/>
                  </a:cubicBezTo>
                  <a:lnTo>
                    <a:pt x="1304540" y="128452"/>
                  </a:lnTo>
                  <a:cubicBezTo>
                    <a:pt x="1281808" y="126957"/>
                    <a:pt x="1253852" y="126209"/>
                    <a:pt x="1220672" y="126209"/>
                  </a:cubicBezTo>
                  <a:lnTo>
                    <a:pt x="1220672" y="151162"/>
                  </a:lnTo>
                  <a:cubicBezTo>
                    <a:pt x="1277160" y="151162"/>
                    <a:pt x="1318722" y="150112"/>
                    <a:pt x="1345359" y="148012"/>
                  </a:cubicBezTo>
                  <a:lnTo>
                    <a:pt x="1345359" y="181823"/>
                  </a:lnTo>
                  <a:cubicBezTo>
                    <a:pt x="1317232" y="180027"/>
                    <a:pt x="1270764" y="179130"/>
                    <a:pt x="1205956" y="179130"/>
                  </a:cubicBezTo>
                  <a:cubicBezTo>
                    <a:pt x="1141148" y="179130"/>
                    <a:pt x="1095314" y="180027"/>
                    <a:pt x="1068453" y="181823"/>
                  </a:cubicBezTo>
                  <a:lnTo>
                    <a:pt x="1068453" y="149934"/>
                  </a:lnTo>
                  <a:lnTo>
                    <a:pt x="1055766" y="155362"/>
                  </a:lnTo>
                  <a:cubicBezTo>
                    <a:pt x="1051737" y="142551"/>
                    <a:pt x="1047228" y="130342"/>
                    <a:pt x="1042241" y="118735"/>
                  </a:cubicBezTo>
                  <a:lnTo>
                    <a:pt x="1027362" y="88781"/>
                  </a:lnTo>
                  <a:lnTo>
                    <a:pt x="1027362" y="339614"/>
                  </a:lnTo>
                  <a:cubicBezTo>
                    <a:pt x="1027362" y="360450"/>
                    <a:pt x="1028858" y="386791"/>
                    <a:pt x="1031848" y="418638"/>
                  </a:cubicBezTo>
                  <a:lnTo>
                    <a:pt x="987714" y="418638"/>
                  </a:lnTo>
                  <a:cubicBezTo>
                    <a:pt x="990705" y="386006"/>
                    <a:pt x="992201" y="359514"/>
                    <a:pt x="992201" y="339164"/>
                  </a:cubicBezTo>
                  <a:lnTo>
                    <a:pt x="992201" y="63780"/>
                  </a:lnTo>
                  <a:cubicBezTo>
                    <a:pt x="992201" y="40477"/>
                    <a:pt x="990705" y="19217"/>
                    <a:pt x="98771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1F1ADDB-6854-48F0-80AE-BE8BE7D1C2E5}"/>
                </a:ext>
              </a:extLst>
            </p:cNvPr>
            <p:cNvSpPr txBox="1"/>
            <p:nvPr/>
          </p:nvSpPr>
          <p:spPr>
            <a:xfrm>
              <a:off x="5353903" y="1116291"/>
              <a:ext cx="1307739" cy="216923"/>
            </a:xfrm>
            <a:custGeom>
              <a:avLst/>
              <a:gdLst/>
              <a:ahLst/>
              <a:cxnLst/>
              <a:rect l="l" t="t" r="r" b="b"/>
              <a:pathLst>
                <a:path w="2518372" h="417738">
                  <a:moveTo>
                    <a:pt x="1102714" y="333863"/>
                  </a:moveTo>
                  <a:lnTo>
                    <a:pt x="1102714" y="364646"/>
                  </a:lnTo>
                  <a:lnTo>
                    <a:pt x="1242474" y="364646"/>
                  </a:lnTo>
                  <a:lnTo>
                    <a:pt x="1242474" y="333863"/>
                  </a:lnTo>
                  <a:close/>
                  <a:moveTo>
                    <a:pt x="1102714" y="275113"/>
                  </a:moveTo>
                  <a:lnTo>
                    <a:pt x="1102714" y="304995"/>
                  </a:lnTo>
                  <a:lnTo>
                    <a:pt x="1242474" y="304995"/>
                  </a:lnTo>
                  <a:lnTo>
                    <a:pt x="1242474" y="275113"/>
                  </a:lnTo>
                  <a:close/>
                  <a:moveTo>
                    <a:pt x="1063966" y="242195"/>
                  </a:moveTo>
                  <a:cubicBezTo>
                    <a:pt x="1087602" y="244890"/>
                    <a:pt x="1125095" y="246238"/>
                    <a:pt x="1176444" y="246238"/>
                  </a:cubicBezTo>
                  <a:cubicBezTo>
                    <a:pt x="1227793" y="246238"/>
                    <a:pt x="1262719" y="244890"/>
                    <a:pt x="1281222" y="242195"/>
                  </a:cubicBezTo>
                  <a:cubicBezTo>
                    <a:pt x="1279426" y="257058"/>
                    <a:pt x="1278528" y="275027"/>
                    <a:pt x="1278528" y="296101"/>
                  </a:cubicBezTo>
                  <a:lnTo>
                    <a:pt x="1278528" y="363381"/>
                  </a:lnTo>
                  <a:cubicBezTo>
                    <a:pt x="1278528" y="376473"/>
                    <a:pt x="1279426" y="393694"/>
                    <a:pt x="1281222" y="415045"/>
                  </a:cubicBezTo>
                  <a:lnTo>
                    <a:pt x="1242474" y="415045"/>
                  </a:lnTo>
                  <a:lnTo>
                    <a:pt x="1242474" y="393521"/>
                  </a:lnTo>
                  <a:lnTo>
                    <a:pt x="1102714" y="393521"/>
                  </a:lnTo>
                  <a:lnTo>
                    <a:pt x="1102714" y="417738"/>
                  </a:lnTo>
                  <a:lnTo>
                    <a:pt x="1063966" y="417738"/>
                  </a:lnTo>
                  <a:cubicBezTo>
                    <a:pt x="1066056" y="400250"/>
                    <a:pt x="1067102" y="384224"/>
                    <a:pt x="1067102" y="369661"/>
                  </a:cubicBezTo>
                  <a:lnTo>
                    <a:pt x="1067102" y="296101"/>
                  </a:lnTo>
                  <a:cubicBezTo>
                    <a:pt x="1067102" y="273765"/>
                    <a:pt x="1066056" y="255796"/>
                    <a:pt x="1063966" y="242195"/>
                  </a:cubicBezTo>
                  <a:close/>
                  <a:moveTo>
                    <a:pt x="728807" y="236815"/>
                  </a:moveTo>
                  <a:cubicBezTo>
                    <a:pt x="757335" y="266519"/>
                    <a:pt x="780066" y="294946"/>
                    <a:pt x="797001" y="322097"/>
                  </a:cubicBezTo>
                  <a:lnTo>
                    <a:pt x="768126" y="341043"/>
                  </a:lnTo>
                  <a:cubicBezTo>
                    <a:pt x="750224" y="312401"/>
                    <a:pt x="728545" y="284328"/>
                    <a:pt x="703090" y="256825"/>
                  </a:cubicBezTo>
                  <a:close/>
                  <a:moveTo>
                    <a:pt x="180472" y="200211"/>
                  </a:moveTo>
                  <a:lnTo>
                    <a:pt x="180472" y="260147"/>
                  </a:lnTo>
                  <a:lnTo>
                    <a:pt x="280320" y="260147"/>
                  </a:lnTo>
                  <a:lnTo>
                    <a:pt x="280320" y="200211"/>
                  </a:lnTo>
                  <a:close/>
                  <a:moveTo>
                    <a:pt x="40540" y="200211"/>
                  </a:moveTo>
                  <a:lnTo>
                    <a:pt x="40540" y="260147"/>
                  </a:lnTo>
                  <a:lnTo>
                    <a:pt x="143075" y="260147"/>
                  </a:lnTo>
                  <a:lnTo>
                    <a:pt x="143075" y="200211"/>
                  </a:lnTo>
                  <a:close/>
                  <a:moveTo>
                    <a:pt x="1264005" y="125603"/>
                  </a:moveTo>
                  <a:lnTo>
                    <a:pt x="1256004" y="134367"/>
                  </a:lnTo>
                  <a:cubicBezTo>
                    <a:pt x="1250627" y="136672"/>
                    <a:pt x="1236525" y="155329"/>
                    <a:pt x="1213699" y="190338"/>
                  </a:cubicBezTo>
                  <a:lnTo>
                    <a:pt x="1187931" y="177304"/>
                  </a:lnTo>
                  <a:lnTo>
                    <a:pt x="1187931" y="193767"/>
                  </a:lnTo>
                  <a:lnTo>
                    <a:pt x="1264005" y="193767"/>
                  </a:lnTo>
                  <a:close/>
                  <a:moveTo>
                    <a:pt x="1103514" y="107192"/>
                  </a:moveTo>
                  <a:cubicBezTo>
                    <a:pt x="1122263" y="126480"/>
                    <a:pt x="1137992" y="147652"/>
                    <a:pt x="1150698" y="170707"/>
                  </a:cubicBezTo>
                  <a:lnTo>
                    <a:pt x="1123152" y="187202"/>
                  </a:lnTo>
                  <a:cubicBezTo>
                    <a:pt x="1110526" y="162980"/>
                    <a:pt x="1096029" y="142756"/>
                    <a:pt x="1079660" y="126530"/>
                  </a:cubicBezTo>
                  <a:close/>
                  <a:moveTo>
                    <a:pt x="180472" y="104677"/>
                  </a:moveTo>
                  <a:lnTo>
                    <a:pt x="180472" y="169543"/>
                  </a:lnTo>
                  <a:lnTo>
                    <a:pt x="280320" y="169543"/>
                  </a:lnTo>
                  <a:lnTo>
                    <a:pt x="280320" y="104677"/>
                  </a:lnTo>
                  <a:close/>
                  <a:moveTo>
                    <a:pt x="40540" y="104677"/>
                  </a:moveTo>
                  <a:lnTo>
                    <a:pt x="40540" y="169543"/>
                  </a:lnTo>
                  <a:lnTo>
                    <a:pt x="143075" y="169543"/>
                  </a:lnTo>
                  <a:lnTo>
                    <a:pt x="143075" y="104677"/>
                  </a:lnTo>
                  <a:close/>
                  <a:moveTo>
                    <a:pt x="1187931" y="101534"/>
                  </a:moveTo>
                  <a:lnTo>
                    <a:pt x="1187931" y="176042"/>
                  </a:lnTo>
                  <a:lnTo>
                    <a:pt x="1210652" y="141903"/>
                  </a:lnTo>
                  <a:cubicBezTo>
                    <a:pt x="1217400" y="129673"/>
                    <a:pt x="1223114" y="116907"/>
                    <a:pt x="1227793" y="103606"/>
                  </a:cubicBezTo>
                  <a:cubicBezTo>
                    <a:pt x="1237704" y="110473"/>
                    <a:pt x="1246394" y="114654"/>
                    <a:pt x="1253864" y="116147"/>
                  </a:cubicBezTo>
                  <a:cubicBezTo>
                    <a:pt x="1257600" y="116893"/>
                    <a:pt x="1260401" y="117957"/>
                    <a:pt x="1262268" y="119339"/>
                  </a:cubicBezTo>
                  <a:lnTo>
                    <a:pt x="1264005" y="122500"/>
                  </a:lnTo>
                  <a:lnTo>
                    <a:pt x="1264005" y="101534"/>
                  </a:lnTo>
                  <a:close/>
                  <a:moveTo>
                    <a:pt x="1078039" y="101534"/>
                  </a:moveTo>
                  <a:lnTo>
                    <a:pt x="1078039" y="193767"/>
                  </a:lnTo>
                  <a:lnTo>
                    <a:pt x="1153670" y="193767"/>
                  </a:lnTo>
                  <a:lnTo>
                    <a:pt x="1153670" y="101534"/>
                  </a:lnTo>
                  <a:close/>
                  <a:moveTo>
                    <a:pt x="2023931" y="85839"/>
                  </a:moveTo>
                  <a:lnTo>
                    <a:pt x="1894772" y="323833"/>
                  </a:lnTo>
                  <a:lnTo>
                    <a:pt x="2159219" y="323833"/>
                  </a:lnTo>
                  <a:close/>
                  <a:moveTo>
                    <a:pt x="638953" y="82525"/>
                  </a:moveTo>
                  <a:cubicBezTo>
                    <a:pt x="652436" y="84625"/>
                    <a:pt x="665621" y="85675"/>
                    <a:pt x="678508" y="85675"/>
                  </a:cubicBezTo>
                  <a:cubicBezTo>
                    <a:pt x="686638" y="85675"/>
                    <a:pt x="690702" y="87786"/>
                    <a:pt x="690702" y="92008"/>
                  </a:cubicBezTo>
                  <a:cubicBezTo>
                    <a:pt x="690702" y="96230"/>
                    <a:pt x="688759" y="99835"/>
                    <a:pt x="684873" y="102824"/>
                  </a:cubicBezTo>
                  <a:cubicBezTo>
                    <a:pt x="680987" y="105812"/>
                    <a:pt x="679044" y="110288"/>
                    <a:pt x="679044" y="116250"/>
                  </a:cubicBezTo>
                  <a:lnTo>
                    <a:pt x="679044" y="188824"/>
                  </a:lnTo>
                  <a:cubicBezTo>
                    <a:pt x="718363" y="188524"/>
                    <a:pt x="755439" y="186878"/>
                    <a:pt x="790272" y="183887"/>
                  </a:cubicBezTo>
                  <a:lnTo>
                    <a:pt x="790272" y="223978"/>
                  </a:lnTo>
                  <a:cubicBezTo>
                    <a:pt x="754906" y="220987"/>
                    <a:pt x="717830" y="219344"/>
                    <a:pt x="679044" y="219049"/>
                  </a:cubicBezTo>
                  <a:lnTo>
                    <a:pt x="679044" y="357909"/>
                  </a:lnTo>
                  <a:cubicBezTo>
                    <a:pt x="736060" y="357614"/>
                    <a:pt x="787491" y="355671"/>
                    <a:pt x="833335" y="352080"/>
                  </a:cubicBezTo>
                  <a:lnTo>
                    <a:pt x="833335" y="394414"/>
                  </a:lnTo>
                  <a:cubicBezTo>
                    <a:pt x="785762" y="390527"/>
                    <a:pt x="731293" y="388584"/>
                    <a:pt x="669928" y="388584"/>
                  </a:cubicBezTo>
                  <a:cubicBezTo>
                    <a:pt x="608564" y="388584"/>
                    <a:pt x="551442" y="390527"/>
                    <a:pt x="498564" y="394414"/>
                  </a:cubicBezTo>
                  <a:lnTo>
                    <a:pt x="498564" y="352080"/>
                  </a:lnTo>
                  <a:cubicBezTo>
                    <a:pt x="544065" y="355975"/>
                    <a:pt x="591907" y="357919"/>
                    <a:pt x="642089" y="357909"/>
                  </a:cubicBezTo>
                  <a:lnTo>
                    <a:pt x="642089" y="219049"/>
                  </a:lnTo>
                  <a:cubicBezTo>
                    <a:pt x="601170" y="219344"/>
                    <a:pt x="565289" y="220987"/>
                    <a:pt x="534447" y="223978"/>
                  </a:cubicBezTo>
                  <a:lnTo>
                    <a:pt x="534447" y="183887"/>
                  </a:lnTo>
                  <a:cubicBezTo>
                    <a:pt x="564908" y="187183"/>
                    <a:pt x="600789" y="188828"/>
                    <a:pt x="642089" y="188824"/>
                  </a:cubicBezTo>
                  <a:lnTo>
                    <a:pt x="642089" y="152576"/>
                  </a:lnTo>
                  <a:cubicBezTo>
                    <a:pt x="642089" y="119767"/>
                    <a:pt x="641044" y="96417"/>
                    <a:pt x="638953" y="82525"/>
                  </a:cubicBezTo>
                  <a:close/>
                  <a:moveTo>
                    <a:pt x="472104" y="34083"/>
                  </a:moveTo>
                  <a:cubicBezTo>
                    <a:pt x="483905" y="36483"/>
                    <a:pt x="543582" y="37683"/>
                    <a:pt x="651133" y="37683"/>
                  </a:cubicBezTo>
                  <a:cubicBezTo>
                    <a:pt x="758685" y="37683"/>
                    <a:pt x="817923" y="36483"/>
                    <a:pt x="828848" y="34083"/>
                  </a:cubicBezTo>
                  <a:lnTo>
                    <a:pt x="828848" y="72380"/>
                  </a:lnTo>
                  <a:cubicBezTo>
                    <a:pt x="807188" y="70290"/>
                    <a:pt x="764102" y="69244"/>
                    <a:pt x="699589" y="69244"/>
                  </a:cubicBezTo>
                  <a:lnTo>
                    <a:pt x="509487" y="69244"/>
                  </a:lnTo>
                  <a:cubicBezTo>
                    <a:pt x="509797" y="95857"/>
                    <a:pt x="509951" y="117655"/>
                    <a:pt x="509951" y="134638"/>
                  </a:cubicBezTo>
                  <a:cubicBezTo>
                    <a:pt x="509951" y="208624"/>
                    <a:pt x="506537" y="263220"/>
                    <a:pt x="499707" y="298427"/>
                  </a:cubicBezTo>
                  <a:cubicBezTo>
                    <a:pt x="492878" y="333633"/>
                    <a:pt x="479876" y="369815"/>
                    <a:pt x="460702" y="406972"/>
                  </a:cubicBezTo>
                  <a:cubicBezTo>
                    <a:pt x="445305" y="403386"/>
                    <a:pt x="432661" y="400600"/>
                    <a:pt x="422769" y="398614"/>
                  </a:cubicBezTo>
                  <a:cubicBezTo>
                    <a:pt x="442943" y="367844"/>
                    <a:pt x="456433" y="335225"/>
                    <a:pt x="463238" y="300759"/>
                  </a:cubicBezTo>
                  <a:cubicBezTo>
                    <a:pt x="470044" y="266293"/>
                    <a:pt x="473447" y="212862"/>
                    <a:pt x="473447" y="140468"/>
                  </a:cubicBezTo>
                  <a:cubicBezTo>
                    <a:pt x="473447" y="112159"/>
                    <a:pt x="472999" y="76698"/>
                    <a:pt x="472104" y="34083"/>
                  </a:cubicBezTo>
                  <a:close/>
                  <a:moveTo>
                    <a:pt x="2024188" y="27361"/>
                  </a:moveTo>
                  <a:lnTo>
                    <a:pt x="2210076" y="356295"/>
                  </a:lnTo>
                  <a:lnTo>
                    <a:pt x="1844816" y="356295"/>
                  </a:lnTo>
                  <a:close/>
                  <a:moveTo>
                    <a:pt x="2296186" y="18395"/>
                  </a:moveTo>
                  <a:lnTo>
                    <a:pt x="2337620" y="18395"/>
                  </a:lnTo>
                  <a:lnTo>
                    <a:pt x="2337620" y="216720"/>
                  </a:lnTo>
                  <a:cubicBezTo>
                    <a:pt x="2337620" y="236956"/>
                    <a:pt x="2338117" y="251902"/>
                    <a:pt x="2339110" y="261558"/>
                  </a:cubicBezTo>
                  <a:cubicBezTo>
                    <a:pt x="2340102" y="271214"/>
                    <a:pt x="2343465" y="280446"/>
                    <a:pt x="2349196" y="289254"/>
                  </a:cubicBezTo>
                  <a:cubicBezTo>
                    <a:pt x="2354928" y="298062"/>
                    <a:pt x="2362973" y="305056"/>
                    <a:pt x="2373332" y="310235"/>
                  </a:cubicBezTo>
                  <a:cubicBezTo>
                    <a:pt x="2383690" y="315414"/>
                    <a:pt x="2395530" y="318004"/>
                    <a:pt x="2408850" y="318004"/>
                  </a:cubicBezTo>
                  <a:cubicBezTo>
                    <a:pt x="2419494" y="318004"/>
                    <a:pt x="2429250" y="315856"/>
                    <a:pt x="2438115" y="311560"/>
                  </a:cubicBezTo>
                  <a:cubicBezTo>
                    <a:pt x="2446980" y="307265"/>
                    <a:pt x="2454511" y="301175"/>
                    <a:pt x="2460707" y="293290"/>
                  </a:cubicBezTo>
                  <a:cubicBezTo>
                    <a:pt x="2466903" y="285406"/>
                    <a:pt x="2471231" y="276614"/>
                    <a:pt x="2473691" y="266916"/>
                  </a:cubicBezTo>
                  <a:cubicBezTo>
                    <a:pt x="2476150" y="257217"/>
                    <a:pt x="2477380" y="240485"/>
                    <a:pt x="2477380" y="216720"/>
                  </a:cubicBezTo>
                  <a:lnTo>
                    <a:pt x="2477380" y="18395"/>
                  </a:lnTo>
                  <a:lnTo>
                    <a:pt x="2518372" y="18395"/>
                  </a:lnTo>
                  <a:lnTo>
                    <a:pt x="2518372" y="216720"/>
                  </a:lnTo>
                  <a:cubicBezTo>
                    <a:pt x="2518372" y="249776"/>
                    <a:pt x="2514936" y="275358"/>
                    <a:pt x="2508066" y="293465"/>
                  </a:cubicBezTo>
                  <a:cubicBezTo>
                    <a:pt x="2501196" y="311572"/>
                    <a:pt x="2489090" y="326719"/>
                    <a:pt x="2471748" y="338907"/>
                  </a:cubicBezTo>
                  <a:cubicBezTo>
                    <a:pt x="2454405" y="351094"/>
                    <a:pt x="2434037" y="357188"/>
                    <a:pt x="2410643" y="357188"/>
                  </a:cubicBezTo>
                  <a:cubicBezTo>
                    <a:pt x="2391980" y="357188"/>
                    <a:pt x="2375195" y="354162"/>
                    <a:pt x="2360291" y="348111"/>
                  </a:cubicBezTo>
                  <a:cubicBezTo>
                    <a:pt x="2345386" y="342061"/>
                    <a:pt x="2332923" y="333552"/>
                    <a:pt x="2322900" y="322587"/>
                  </a:cubicBezTo>
                  <a:cubicBezTo>
                    <a:pt x="2312878" y="311621"/>
                    <a:pt x="2305920" y="299439"/>
                    <a:pt x="2302026" y="286039"/>
                  </a:cubicBezTo>
                  <a:cubicBezTo>
                    <a:pt x="2298133" y="272640"/>
                    <a:pt x="2296186" y="249534"/>
                    <a:pt x="2296186" y="216720"/>
                  </a:cubicBezTo>
                  <a:close/>
                  <a:moveTo>
                    <a:pt x="955424" y="6279"/>
                  </a:moveTo>
                  <a:cubicBezTo>
                    <a:pt x="967963" y="8975"/>
                    <a:pt x="980850" y="10323"/>
                    <a:pt x="994086" y="10323"/>
                  </a:cubicBezTo>
                  <a:cubicBezTo>
                    <a:pt x="1002215" y="10323"/>
                    <a:pt x="1006280" y="12558"/>
                    <a:pt x="1006280" y="17027"/>
                  </a:cubicBezTo>
                  <a:cubicBezTo>
                    <a:pt x="1006280" y="21497"/>
                    <a:pt x="1004337" y="24927"/>
                    <a:pt x="1000451" y="27318"/>
                  </a:cubicBezTo>
                  <a:cubicBezTo>
                    <a:pt x="996564" y="29708"/>
                    <a:pt x="994621" y="32890"/>
                    <a:pt x="994621" y="36862"/>
                  </a:cubicBezTo>
                  <a:lnTo>
                    <a:pt x="994621" y="137246"/>
                  </a:lnTo>
                  <a:cubicBezTo>
                    <a:pt x="1010033" y="137003"/>
                    <a:pt x="1025282" y="135657"/>
                    <a:pt x="1040370" y="133210"/>
                  </a:cubicBezTo>
                  <a:lnTo>
                    <a:pt x="1040370" y="172850"/>
                  </a:lnTo>
                  <a:cubicBezTo>
                    <a:pt x="1025235" y="170455"/>
                    <a:pt x="1009985" y="169109"/>
                    <a:pt x="994621" y="168814"/>
                  </a:cubicBezTo>
                  <a:lnTo>
                    <a:pt x="994621" y="305438"/>
                  </a:lnTo>
                  <a:cubicBezTo>
                    <a:pt x="1008028" y="299995"/>
                    <a:pt x="1025818" y="293118"/>
                    <a:pt x="1047992" y="284807"/>
                  </a:cubicBezTo>
                  <a:cubicBezTo>
                    <a:pt x="1047392" y="290779"/>
                    <a:pt x="1047092" y="296138"/>
                    <a:pt x="1047092" y="300884"/>
                  </a:cubicBezTo>
                  <a:cubicBezTo>
                    <a:pt x="1047092" y="305630"/>
                    <a:pt x="1047990" y="312611"/>
                    <a:pt x="1049786" y="321826"/>
                  </a:cubicBezTo>
                  <a:cubicBezTo>
                    <a:pt x="1003613" y="333832"/>
                    <a:pt x="955478" y="349208"/>
                    <a:pt x="905382" y="367953"/>
                  </a:cubicBezTo>
                  <a:cubicBezTo>
                    <a:pt x="903858" y="354842"/>
                    <a:pt x="898562" y="341564"/>
                    <a:pt x="889494" y="328120"/>
                  </a:cubicBezTo>
                  <a:cubicBezTo>
                    <a:pt x="916512" y="324129"/>
                    <a:pt x="939684" y="319616"/>
                    <a:pt x="959010" y="314582"/>
                  </a:cubicBezTo>
                  <a:lnTo>
                    <a:pt x="959010" y="168364"/>
                  </a:lnTo>
                  <a:cubicBezTo>
                    <a:pt x="936445" y="168364"/>
                    <a:pt x="916562" y="169859"/>
                    <a:pt x="899359" y="172850"/>
                  </a:cubicBezTo>
                  <a:lnTo>
                    <a:pt x="899359" y="133210"/>
                  </a:lnTo>
                  <a:cubicBezTo>
                    <a:pt x="916380" y="136500"/>
                    <a:pt x="936264" y="138146"/>
                    <a:pt x="959010" y="138146"/>
                  </a:cubicBezTo>
                  <a:cubicBezTo>
                    <a:pt x="959010" y="73995"/>
                    <a:pt x="957814" y="30039"/>
                    <a:pt x="955424" y="6279"/>
                  </a:cubicBezTo>
                  <a:close/>
                  <a:moveTo>
                    <a:pt x="1549529" y="4486"/>
                  </a:moveTo>
                  <a:cubicBezTo>
                    <a:pt x="1562354" y="8077"/>
                    <a:pt x="1572712" y="9873"/>
                    <a:pt x="1580604" y="9873"/>
                  </a:cubicBezTo>
                  <a:lnTo>
                    <a:pt x="1591863" y="9423"/>
                  </a:lnTo>
                  <a:cubicBezTo>
                    <a:pt x="1598140" y="9423"/>
                    <a:pt x="1601278" y="11707"/>
                    <a:pt x="1601278" y="16277"/>
                  </a:cubicBezTo>
                  <a:cubicBezTo>
                    <a:pt x="1601278" y="20847"/>
                    <a:pt x="1599710" y="24205"/>
                    <a:pt x="1596574" y="26353"/>
                  </a:cubicBezTo>
                  <a:cubicBezTo>
                    <a:pt x="1593438" y="28501"/>
                    <a:pt x="1591252" y="31182"/>
                    <a:pt x="1590016" y="34397"/>
                  </a:cubicBezTo>
                  <a:cubicBezTo>
                    <a:pt x="1588780" y="37612"/>
                    <a:pt x="1588106" y="40161"/>
                    <a:pt x="1587994" y="42045"/>
                  </a:cubicBezTo>
                  <a:cubicBezTo>
                    <a:pt x="1587882" y="43928"/>
                    <a:pt x="1587826" y="53717"/>
                    <a:pt x="1587826" y="71413"/>
                  </a:cubicBezTo>
                  <a:cubicBezTo>
                    <a:pt x="1587826" y="89108"/>
                    <a:pt x="1586929" y="106568"/>
                    <a:pt x="1585133" y="123794"/>
                  </a:cubicBezTo>
                  <a:cubicBezTo>
                    <a:pt x="1659428" y="123794"/>
                    <a:pt x="1719379" y="122296"/>
                    <a:pt x="1764984" y="119301"/>
                  </a:cubicBezTo>
                  <a:lnTo>
                    <a:pt x="1764984" y="161192"/>
                  </a:lnTo>
                  <a:cubicBezTo>
                    <a:pt x="1714168" y="158201"/>
                    <a:pt x="1654368" y="156705"/>
                    <a:pt x="1585583" y="156705"/>
                  </a:cubicBezTo>
                  <a:cubicBezTo>
                    <a:pt x="1599661" y="200001"/>
                    <a:pt x="1622850" y="239790"/>
                    <a:pt x="1655149" y="276070"/>
                  </a:cubicBezTo>
                  <a:cubicBezTo>
                    <a:pt x="1687448" y="312351"/>
                    <a:pt x="1727949" y="342276"/>
                    <a:pt x="1776650" y="365846"/>
                  </a:cubicBezTo>
                  <a:cubicBezTo>
                    <a:pt x="1763910" y="375085"/>
                    <a:pt x="1753090" y="387298"/>
                    <a:pt x="1744189" y="402486"/>
                  </a:cubicBezTo>
                  <a:cubicBezTo>
                    <a:pt x="1661336" y="353704"/>
                    <a:pt x="1603748" y="285531"/>
                    <a:pt x="1571424" y="197968"/>
                  </a:cubicBezTo>
                  <a:cubicBezTo>
                    <a:pt x="1563271" y="240868"/>
                    <a:pt x="1545826" y="278346"/>
                    <a:pt x="1519089" y="310400"/>
                  </a:cubicBezTo>
                  <a:cubicBezTo>
                    <a:pt x="1492353" y="342454"/>
                    <a:pt x="1450040" y="373299"/>
                    <a:pt x="1392152" y="402936"/>
                  </a:cubicBezTo>
                  <a:cubicBezTo>
                    <a:pt x="1382694" y="390973"/>
                    <a:pt x="1372061" y="381036"/>
                    <a:pt x="1360255" y="373125"/>
                  </a:cubicBezTo>
                  <a:cubicBezTo>
                    <a:pt x="1474050" y="324133"/>
                    <a:pt x="1536544" y="251993"/>
                    <a:pt x="1547736" y="156705"/>
                  </a:cubicBezTo>
                  <a:cubicBezTo>
                    <a:pt x="1485490" y="156705"/>
                    <a:pt x="1430771" y="158201"/>
                    <a:pt x="1383580" y="161192"/>
                  </a:cubicBezTo>
                  <a:lnTo>
                    <a:pt x="1383580" y="119301"/>
                  </a:lnTo>
                  <a:cubicBezTo>
                    <a:pt x="1435943" y="122296"/>
                    <a:pt x="1491284" y="123794"/>
                    <a:pt x="1549600" y="123794"/>
                  </a:cubicBezTo>
                  <a:cubicBezTo>
                    <a:pt x="1549853" y="108897"/>
                    <a:pt x="1550053" y="88788"/>
                    <a:pt x="1550200" y="63469"/>
                  </a:cubicBezTo>
                  <a:cubicBezTo>
                    <a:pt x="1550348" y="38149"/>
                    <a:pt x="1550124" y="18488"/>
                    <a:pt x="1549529" y="4486"/>
                  </a:cubicBezTo>
                  <a:close/>
                  <a:moveTo>
                    <a:pt x="1234137" y="893"/>
                  </a:moveTo>
                  <a:cubicBezTo>
                    <a:pt x="1243995" y="8599"/>
                    <a:pt x="1254354" y="14540"/>
                    <a:pt x="1265212" y="18717"/>
                  </a:cubicBezTo>
                  <a:cubicBezTo>
                    <a:pt x="1271099" y="20984"/>
                    <a:pt x="1274042" y="24288"/>
                    <a:pt x="1274042" y="28629"/>
                  </a:cubicBezTo>
                  <a:cubicBezTo>
                    <a:pt x="1274042" y="32970"/>
                    <a:pt x="1271464" y="35760"/>
                    <a:pt x="1266309" y="37001"/>
                  </a:cubicBezTo>
                  <a:cubicBezTo>
                    <a:pt x="1261154" y="38242"/>
                    <a:pt x="1255709" y="41519"/>
                    <a:pt x="1249975" y="46834"/>
                  </a:cubicBezTo>
                  <a:cubicBezTo>
                    <a:pt x="1244241" y="52149"/>
                    <a:pt x="1235220" y="60908"/>
                    <a:pt x="1222914" y="73109"/>
                  </a:cubicBezTo>
                  <a:cubicBezTo>
                    <a:pt x="1248932" y="73157"/>
                    <a:pt x="1275094" y="72109"/>
                    <a:pt x="1301403" y="69966"/>
                  </a:cubicBezTo>
                  <a:cubicBezTo>
                    <a:pt x="1299307" y="90059"/>
                    <a:pt x="1298259" y="116400"/>
                    <a:pt x="1298259" y="148990"/>
                  </a:cubicBezTo>
                  <a:cubicBezTo>
                    <a:pt x="1298259" y="181580"/>
                    <a:pt x="1299307" y="206876"/>
                    <a:pt x="1301403" y="224878"/>
                  </a:cubicBezTo>
                  <a:cubicBezTo>
                    <a:pt x="1276438" y="222487"/>
                    <a:pt x="1235843" y="221292"/>
                    <a:pt x="1179620" y="221292"/>
                  </a:cubicBezTo>
                  <a:cubicBezTo>
                    <a:pt x="1123396" y="221292"/>
                    <a:pt x="1077070" y="222487"/>
                    <a:pt x="1040641" y="224878"/>
                  </a:cubicBezTo>
                  <a:cubicBezTo>
                    <a:pt x="1042737" y="200661"/>
                    <a:pt x="1043785" y="175090"/>
                    <a:pt x="1043785" y="148165"/>
                  </a:cubicBezTo>
                  <a:cubicBezTo>
                    <a:pt x="1043785" y="121240"/>
                    <a:pt x="1042737" y="95174"/>
                    <a:pt x="1040641" y="69966"/>
                  </a:cubicBezTo>
                  <a:cubicBezTo>
                    <a:pt x="1056229" y="71314"/>
                    <a:pt x="1071393" y="72325"/>
                    <a:pt x="1086134" y="72998"/>
                  </a:cubicBezTo>
                  <a:lnTo>
                    <a:pt x="1122010" y="73843"/>
                  </a:lnTo>
                  <a:lnTo>
                    <a:pt x="1100452" y="51094"/>
                  </a:lnTo>
                  <a:cubicBezTo>
                    <a:pt x="1090918" y="42530"/>
                    <a:pt x="1080699" y="34740"/>
                    <a:pt x="1069795" y="27725"/>
                  </a:cubicBezTo>
                  <a:lnTo>
                    <a:pt x="1090626" y="3136"/>
                  </a:lnTo>
                  <a:cubicBezTo>
                    <a:pt x="1112424" y="17090"/>
                    <a:pt x="1132898" y="35221"/>
                    <a:pt x="1152048" y="57529"/>
                  </a:cubicBezTo>
                  <a:lnTo>
                    <a:pt x="1132922" y="74009"/>
                  </a:lnTo>
                  <a:lnTo>
                    <a:pt x="1190753" y="74009"/>
                  </a:lnTo>
                  <a:cubicBezTo>
                    <a:pt x="1209303" y="48154"/>
                    <a:pt x="1223764" y="23782"/>
                    <a:pt x="1234137" y="893"/>
                  </a:cubicBezTo>
                  <a:close/>
                  <a:moveTo>
                    <a:pt x="138138" y="0"/>
                  </a:moveTo>
                  <a:cubicBezTo>
                    <a:pt x="154712" y="2095"/>
                    <a:pt x="169392" y="3143"/>
                    <a:pt x="182180" y="3143"/>
                  </a:cubicBezTo>
                  <a:cubicBezTo>
                    <a:pt x="190609" y="3143"/>
                    <a:pt x="194824" y="5620"/>
                    <a:pt x="194824" y="10573"/>
                  </a:cubicBezTo>
                  <a:cubicBezTo>
                    <a:pt x="194824" y="15526"/>
                    <a:pt x="193104" y="18690"/>
                    <a:pt x="189663" y="20067"/>
                  </a:cubicBezTo>
                  <a:cubicBezTo>
                    <a:pt x="186222" y="21443"/>
                    <a:pt x="183830" y="23360"/>
                    <a:pt x="182487" y="25818"/>
                  </a:cubicBezTo>
                  <a:cubicBezTo>
                    <a:pt x="181144" y="28275"/>
                    <a:pt x="180472" y="30461"/>
                    <a:pt x="180472" y="32375"/>
                  </a:cubicBezTo>
                  <a:lnTo>
                    <a:pt x="180472" y="73109"/>
                  </a:lnTo>
                  <a:cubicBezTo>
                    <a:pt x="242027" y="73114"/>
                    <a:pt x="288824" y="71318"/>
                    <a:pt x="320861" y="67723"/>
                  </a:cubicBezTo>
                  <a:cubicBezTo>
                    <a:pt x="318766" y="83282"/>
                    <a:pt x="317718" y="101701"/>
                    <a:pt x="317718" y="122980"/>
                  </a:cubicBezTo>
                  <a:lnTo>
                    <a:pt x="317718" y="255289"/>
                  </a:lnTo>
                  <a:cubicBezTo>
                    <a:pt x="317718" y="276520"/>
                    <a:pt x="319213" y="299423"/>
                    <a:pt x="322204" y="323998"/>
                  </a:cubicBezTo>
                  <a:lnTo>
                    <a:pt x="280320" y="323998"/>
                  </a:lnTo>
                  <a:lnTo>
                    <a:pt x="280320" y="291708"/>
                  </a:lnTo>
                  <a:lnTo>
                    <a:pt x="180472" y="291708"/>
                  </a:lnTo>
                  <a:lnTo>
                    <a:pt x="180472" y="349922"/>
                  </a:lnTo>
                  <a:cubicBezTo>
                    <a:pt x="180472" y="359381"/>
                    <a:pt x="181251" y="365906"/>
                    <a:pt x="182808" y="369500"/>
                  </a:cubicBezTo>
                  <a:cubicBezTo>
                    <a:pt x="184365" y="373093"/>
                    <a:pt x="187970" y="375724"/>
                    <a:pt x="193620" y="377394"/>
                  </a:cubicBezTo>
                  <a:cubicBezTo>
                    <a:pt x="199271" y="379063"/>
                    <a:pt x="209188" y="379897"/>
                    <a:pt x="223370" y="379897"/>
                  </a:cubicBezTo>
                  <a:lnTo>
                    <a:pt x="294308" y="379447"/>
                  </a:lnTo>
                  <a:cubicBezTo>
                    <a:pt x="310386" y="379447"/>
                    <a:pt x="321208" y="374562"/>
                    <a:pt x="326773" y="364792"/>
                  </a:cubicBezTo>
                  <a:cubicBezTo>
                    <a:pt x="332338" y="355022"/>
                    <a:pt x="336854" y="338078"/>
                    <a:pt x="340321" y="313961"/>
                  </a:cubicBezTo>
                  <a:cubicBezTo>
                    <a:pt x="351203" y="322743"/>
                    <a:pt x="364002" y="329503"/>
                    <a:pt x="378718" y="334242"/>
                  </a:cubicBezTo>
                  <a:cubicBezTo>
                    <a:pt x="371184" y="365441"/>
                    <a:pt x="361744" y="386633"/>
                    <a:pt x="350397" y="397818"/>
                  </a:cubicBezTo>
                  <a:cubicBezTo>
                    <a:pt x="339050" y="409002"/>
                    <a:pt x="320480" y="414595"/>
                    <a:pt x="294686" y="414595"/>
                  </a:cubicBezTo>
                  <a:lnTo>
                    <a:pt x="223892" y="414152"/>
                  </a:lnTo>
                  <a:cubicBezTo>
                    <a:pt x="199622" y="414152"/>
                    <a:pt x="181838" y="412375"/>
                    <a:pt x="170539" y="408823"/>
                  </a:cubicBezTo>
                  <a:cubicBezTo>
                    <a:pt x="159240" y="405270"/>
                    <a:pt x="151838" y="398901"/>
                    <a:pt x="148332" y="389717"/>
                  </a:cubicBezTo>
                  <a:cubicBezTo>
                    <a:pt x="144827" y="380532"/>
                    <a:pt x="143075" y="366372"/>
                    <a:pt x="143075" y="347236"/>
                  </a:cubicBezTo>
                  <a:lnTo>
                    <a:pt x="143075" y="291708"/>
                  </a:lnTo>
                  <a:lnTo>
                    <a:pt x="40540" y="291708"/>
                  </a:lnTo>
                  <a:lnTo>
                    <a:pt x="40540" y="332970"/>
                  </a:lnTo>
                  <a:lnTo>
                    <a:pt x="0" y="332970"/>
                  </a:lnTo>
                  <a:cubicBezTo>
                    <a:pt x="3286" y="308015"/>
                    <a:pt x="4929" y="283616"/>
                    <a:pt x="4929" y="259775"/>
                  </a:cubicBezTo>
                  <a:lnTo>
                    <a:pt x="4929" y="122980"/>
                  </a:lnTo>
                  <a:cubicBezTo>
                    <a:pt x="4929" y="103720"/>
                    <a:pt x="3883" y="85301"/>
                    <a:pt x="1793" y="67723"/>
                  </a:cubicBezTo>
                  <a:cubicBezTo>
                    <a:pt x="35202" y="71318"/>
                    <a:pt x="82296" y="73114"/>
                    <a:pt x="143075" y="73109"/>
                  </a:cubicBezTo>
                  <a:cubicBezTo>
                    <a:pt x="143075" y="43405"/>
                    <a:pt x="141429" y="19036"/>
                    <a:pt x="138138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2701574-FA1D-4799-8498-6516903F8B4E}"/>
                </a:ext>
              </a:extLst>
            </p:cNvPr>
            <p:cNvGrpSpPr/>
            <p:nvPr/>
          </p:nvGrpSpPr>
          <p:grpSpPr>
            <a:xfrm>
              <a:off x="1719156" y="4365990"/>
              <a:ext cx="8504395" cy="1650097"/>
              <a:chOff x="1719156" y="4365990"/>
              <a:chExt cx="8504395" cy="1650097"/>
            </a:xfrm>
          </p:grpSpPr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5A5638BB-9957-4FE5-9580-02F96BA7CB31}"/>
                  </a:ext>
                </a:extLst>
              </p:cNvPr>
              <p:cNvSpPr/>
              <p:nvPr/>
            </p:nvSpPr>
            <p:spPr>
              <a:xfrm>
                <a:off x="6489484" y="4376405"/>
                <a:ext cx="3734067" cy="1639682"/>
              </a:xfrm>
              <a:custGeom>
                <a:avLst/>
                <a:gdLst>
                  <a:gd name="connsiteX0" fmla="*/ 6410322 w 6739794"/>
                  <a:gd name="connsiteY0" fmla="*/ 2959497 h 2959540"/>
                  <a:gd name="connsiteX1" fmla="*/ 6476560 w 6739794"/>
                  <a:gd name="connsiteY1" fmla="*/ 2959510 h 2959540"/>
                  <a:gd name="connsiteX2" fmla="*/ 6445870 w 6739794"/>
                  <a:gd name="connsiteY2" fmla="*/ 2959540 h 2959540"/>
                  <a:gd name="connsiteX3" fmla="*/ 6739794 w 6739794"/>
                  <a:gd name="connsiteY3" fmla="*/ 2958728 h 2959540"/>
                  <a:gd name="connsiteX4" fmla="*/ 6739794 w 6739794"/>
                  <a:gd name="connsiteY4" fmla="*/ 2958988 h 2959540"/>
                  <a:gd name="connsiteX5" fmla="*/ 6525170 w 6739794"/>
                  <a:gd name="connsiteY5" fmla="*/ 2959520 h 2959540"/>
                  <a:gd name="connsiteX6" fmla="*/ 6476560 w 6739794"/>
                  <a:gd name="connsiteY6" fmla="*/ 2959510 h 2959540"/>
                  <a:gd name="connsiteX7" fmla="*/ 6607002 w 6739794"/>
                  <a:gd name="connsiteY7" fmla="*/ 2959384 h 2959540"/>
                  <a:gd name="connsiteX8" fmla="*/ 6711102 w 6739794"/>
                  <a:gd name="connsiteY8" fmla="*/ 2958980 h 2959540"/>
                  <a:gd name="connsiteX9" fmla="*/ 6738948 w 6739794"/>
                  <a:gd name="connsiteY9" fmla="*/ 2958735 h 2959540"/>
                  <a:gd name="connsiteX10" fmla="*/ 0 w 6739794"/>
                  <a:gd name="connsiteY10" fmla="*/ 0 h 2959540"/>
                  <a:gd name="connsiteX11" fmla="*/ 152733 w 6739794"/>
                  <a:gd name="connsiteY11" fmla="*/ 314350 h 2959540"/>
                  <a:gd name="connsiteX12" fmla="*/ 568370 w 6739794"/>
                  <a:gd name="connsiteY12" fmla="*/ 1080955 h 2959540"/>
                  <a:gd name="connsiteX13" fmla="*/ 598278 w 6739794"/>
                  <a:gd name="connsiteY13" fmla="*/ 1123886 h 2959540"/>
                  <a:gd name="connsiteX14" fmla="*/ 669414 w 6739794"/>
                  <a:gd name="connsiteY14" fmla="*/ 1225991 h 2959540"/>
                  <a:gd name="connsiteX15" fmla="*/ 1688750 w 6739794"/>
                  <a:gd name="connsiteY15" fmla="*/ 2288519 h 2959540"/>
                  <a:gd name="connsiteX16" fmla="*/ 2845014 w 6739794"/>
                  <a:gd name="connsiteY16" fmla="*/ 2844302 h 2959540"/>
                  <a:gd name="connsiteX17" fmla="*/ 6235996 w 6739794"/>
                  <a:gd name="connsiteY17" fmla="*/ 2959285 h 2959540"/>
                  <a:gd name="connsiteX18" fmla="*/ 6410322 w 6739794"/>
                  <a:gd name="connsiteY18" fmla="*/ 2959497 h 2959540"/>
                  <a:gd name="connsiteX19" fmla="*/ 6329408 w 6739794"/>
                  <a:gd name="connsiteY19" fmla="*/ 2959480 h 2959540"/>
                  <a:gd name="connsiteX20" fmla="*/ 2845014 w 6739794"/>
                  <a:gd name="connsiteY20" fmla="*/ 2881103 h 2959540"/>
                  <a:gd name="connsiteX21" fmla="*/ 1688750 w 6739794"/>
                  <a:gd name="connsiteY21" fmla="*/ 2502807 h 2959540"/>
                  <a:gd name="connsiteX22" fmla="*/ 669414 w 6739794"/>
                  <a:gd name="connsiteY22" fmla="*/ 1779594 h 2959540"/>
                  <a:gd name="connsiteX23" fmla="*/ 152733 w 6739794"/>
                  <a:gd name="connsiteY23" fmla="*/ 1159083 h 2959540"/>
                  <a:gd name="connsiteX24" fmla="*/ 0 w 6739794"/>
                  <a:gd name="connsiteY24" fmla="*/ 945119 h 2959540"/>
                  <a:gd name="connsiteX25" fmla="*/ 0 w 6739794"/>
                  <a:gd name="connsiteY25" fmla="*/ 945118 h 2959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739794" h="2959540">
                    <a:moveTo>
                      <a:pt x="6410322" y="2959497"/>
                    </a:moveTo>
                    <a:lnTo>
                      <a:pt x="6476560" y="2959510"/>
                    </a:lnTo>
                    <a:lnTo>
                      <a:pt x="6445870" y="2959540"/>
                    </a:lnTo>
                    <a:close/>
                    <a:moveTo>
                      <a:pt x="6739794" y="2958728"/>
                    </a:moveTo>
                    <a:lnTo>
                      <a:pt x="6739794" y="2958988"/>
                    </a:lnTo>
                    <a:cubicBezTo>
                      <a:pt x="6713644" y="2959220"/>
                      <a:pt x="6638050" y="2959451"/>
                      <a:pt x="6525170" y="2959520"/>
                    </a:cubicBezTo>
                    <a:lnTo>
                      <a:pt x="6476560" y="2959510"/>
                    </a:lnTo>
                    <a:lnTo>
                      <a:pt x="6607002" y="2959384"/>
                    </a:lnTo>
                    <a:cubicBezTo>
                      <a:pt x="6651668" y="2959281"/>
                      <a:pt x="6686828" y="2959138"/>
                      <a:pt x="6711102" y="2958980"/>
                    </a:cubicBezTo>
                    <a:lnTo>
                      <a:pt x="6738948" y="2958735"/>
                    </a:lnTo>
                    <a:close/>
                    <a:moveTo>
                      <a:pt x="0" y="0"/>
                    </a:moveTo>
                    <a:lnTo>
                      <a:pt x="152733" y="314350"/>
                    </a:lnTo>
                    <a:cubicBezTo>
                      <a:pt x="279021" y="576204"/>
                      <a:pt x="407043" y="836062"/>
                      <a:pt x="568370" y="1080955"/>
                    </a:cubicBezTo>
                    <a:lnTo>
                      <a:pt x="598278" y="1123886"/>
                    </a:lnTo>
                    <a:lnTo>
                      <a:pt x="669414" y="1225991"/>
                    </a:lnTo>
                    <a:cubicBezTo>
                      <a:pt x="950874" y="1607411"/>
                      <a:pt x="1326152" y="2018801"/>
                      <a:pt x="1688750" y="2288519"/>
                    </a:cubicBezTo>
                    <a:cubicBezTo>
                      <a:pt x="2051352" y="2558238"/>
                      <a:pt x="2533128" y="2724427"/>
                      <a:pt x="2845014" y="2844302"/>
                    </a:cubicBezTo>
                    <a:cubicBezTo>
                      <a:pt x="3090502" y="2938657"/>
                      <a:pt x="5232910" y="2957056"/>
                      <a:pt x="6235996" y="2959285"/>
                    </a:cubicBezTo>
                    <a:lnTo>
                      <a:pt x="6410322" y="2959497"/>
                    </a:lnTo>
                    <a:lnTo>
                      <a:pt x="6329408" y="2959480"/>
                    </a:lnTo>
                    <a:cubicBezTo>
                      <a:pt x="5373104" y="2958603"/>
                      <a:pt x="3098422" y="2947397"/>
                      <a:pt x="2845014" y="2881103"/>
                    </a:cubicBezTo>
                    <a:cubicBezTo>
                      <a:pt x="2533128" y="2799510"/>
                      <a:pt x="2051352" y="2686392"/>
                      <a:pt x="1688750" y="2502807"/>
                    </a:cubicBezTo>
                    <a:cubicBezTo>
                      <a:pt x="1326152" y="2319223"/>
                      <a:pt x="950874" y="2039209"/>
                      <a:pt x="669414" y="1779594"/>
                    </a:cubicBezTo>
                    <a:cubicBezTo>
                      <a:pt x="458320" y="1584883"/>
                      <a:pt x="304279" y="1372961"/>
                      <a:pt x="152733" y="1159083"/>
                    </a:cubicBezTo>
                    <a:lnTo>
                      <a:pt x="0" y="945119"/>
                    </a:lnTo>
                    <a:lnTo>
                      <a:pt x="0" y="945118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2048EDDA-C6A2-40F9-942A-E5B14BB82EA2}"/>
                  </a:ext>
                </a:extLst>
              </p:cNvPr>
              <p:cNvSpPr/>
              <p:nvPr/>
            </p:nvSpPr>
            <p:spPr>
              <a:xfrm>
                <a:off x="1719156" y="4365990"/>
                <a:ext cx="3686694" cy="1638032"/>
              </a:xfrm>
              <a:custGeom>
                <a:avLst/>
                <a:gdLst>
                  <a:gd name="connsiteX0" fmla="*/ 6654289 w 6654289"/>
                  <a:gd name="connsiteY0" fmla="*/ 0 h 2956563"/>
                  <a:gd name="connsiteX1" fmla="*/ 6654289 w 6654289"/>
                  <a:gd name="connsiteY1" fmla="*/ 980723 h 2956563"/>
                  <a:gd name="connsiteX2" fmla="*/ 6654289 w 6654289"/>
                  <a:gd name="connsiteY2" fmla="*/ 980724 h 2956563"/>
                  <a:gd name="connsiteX3" fmla="*/ 6654289 w 6654289"/>
                  <a:gd name="connsiteY3" fmla="*/ 980730 h 2956563"/>
                  <a:gd name="connsiteX4" fmla="*/ 6506135 w 6654289"/>
                  <a:gd name="connsiteY4" fmla="*/ 1191274 h 2956563"/>
                  <a:gd name="connsiteX5" fmla="*/ 5997051 w 6654289"/>
                  <a:gd name="connsiteY5" fmla="*/ 1822408 h 2956563"/>
                  <a:gd name="connsiteX6" fmla="*/ 4874259 w 6654289"/>
                  <a:gd name="connsiteY6" fmla="*/ 2581489 h 2956563"/>
                  <a:gd name="connsiteX7" fmla="*/ 4016189 w 6654289"/>
                  <a:gd name="connsiteY7" fmla="*/ 2844935 h 2956563"/>
                  <a:gd name="connsiteX8" fmla="*/ 32066 w 6654289"/>
                  <a:gd name="connsiteY8" fmla="*/ 2956348 h 2956563"/>
                  <a:gd name="connsiteX9" fmla="*/ 0 w 6654289"/>
                  <a:gd name="connsiteY9" fmla="*/ 2956563 h 2956563"/>
                  <a:gd name="connsiteX10" fmla="*/ 32066 w 6654289"/>
                  <a:gd name="connsiteY10" fmla="*/ 2956241 h 2956563"/>
                  <a:gd name="connsiteX11" fmla="*/ 4016189 w 6654289"/>
                  <a:gd name="connsiteY11" fmla="*/ 2789527 h 2956563"/>
                  <a:gd name="connsiteX12" fmla="*/ 4874259 w 6654289"/>
                  <a:gd name="connsiteY12" fmla="*/ 2395317 h 2956563"/>
                  <a:gd name="connsiteX13" fmla="*/ 5997051 w 6654289"/>
                  <a:gd name="connsiteY13" fmla="*/ 1259456 h 2956563"/>
                  <a:gd name="connsiteX14" fmla="*/ 6071395 w 6654289"/>
                  <a:gd name="connsiteY14" fmla="*/ 1153792 h 2956563"/>
                  <a:gd name="connsiteX15" fmla="*/ 6071395 w 6654289"/>
                  <a:gd name="connsiteY15" fmla="*/ 1153792 h 2956563"/>
                  <a:gd name="connsiteX16" fmla="*/ 6076887 w 6654289"/>
                  <a:gd name="connsiteY16" fmla="*/ 1145988 h 2956563"/>
                  <a:gd name="connsiteX17" fmla="*/ 6506135 w 6654289"/>
                  <a:gd name="connsiteY17" fmla="*/ 315051 h 295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654289" h="2956563">
                    <a:moveTo>
                      <a:pt x="6654289" y="0"/>
                    </a:moveTo>
                    <a:lnTo>
                      <a:pt x="6654289" y="980723"/>
                    </a:lnTo>
                    <a:lnTo>
                      <a:pt x="6654289" y="980724"/>
                    </a:lnTo>
                    <a:lnTo>
                      <a:pt x="6654289" y="980730"/>
                    </a:lnTo>
                    <a:lnTo>
                      <a:pt x="6506135" y="1191274"/>
                    </a:lnTo>
                    <a:cubicBezTo>
                      <a:pt x="6361757" y="1404321"/>
                      <a:pt x="6219555" y="1622313"/>
                      <a:pt x="5997051" y="1822408"/>
                    </a:cubicBezTo>
                    <a:cubicBezTo>
                      <a:pt x="5700379" y="2089202"/>
                      <a:pt x="5204401" y="2411068"/>
                      <a:pt x="4874259" y="2581489"/>
                    </a:cubicBezTo>
                    <a:cubicBezTo>
                      <a:pt x="4544115" y="2751911"/>
                      <a:pt x="4257077" y="2779819"/>
                      <a:pt x="4016189" y="2844935"/>
                    </a:cubicBezTo>
                    <a:cubicBezTo>
                      <a:pt x="3782831" y="2908017"/>
                      <a:pt x="461860" y="2952767"/>
                      <a:pt x="32066" y="2956348"/>
                    </a:cubicBezTo>
                    <a:lnTo>
                      <a:pt x="0" y="2956563"/>
                    </a:lnTo>
                    <a:lnTo>
                      <a:pt x="32066" y="2956241"/>
                    </a:lnTo>
                    <a:cubicBezTo>
                      <a:pt x="461860" y="2950882"/>
                      <a:pt x="3782831" y="2883921"/>
                      <a:pt x="4016189" y="2789527"/>
                    </a:cubicBezTo>
                    <a:cubicBezTo>
                      <a:pt x="4257077" y="2692089"/>
                      <a:pt x="4544115" y="2650329"/>
                      <a:pt x="4874259" y="2395317"/>
                    </a:cubicBezTo>
                    <a:cubicBezTo>
                      <a:pt x="5204401" y="2140305"/>
                      <a:pt x="5700379" y="1658677"/>
                      <a:pt x="5997051" y="1259456"/>
                    </a:cubicBezTo>
                    <a:lnTo>
                      <a:pt x="6071395" y="1153792"/>
                    </a:lnTo>
                    <a:lnTo>
                      <a:pt x="6071395" y="1153792"/>
                    </a:lnTo>
                    <a:lnTo>
                      <a:pt x="6076887" y="1145988"/>
                    </a:lnTo>
                    <a:cubicBezTo>
                      <a:pt x="6255139" y="878608"/>
                      <a:pt x="6379805" y="593998"/>
                      <a:pt x="6506135" y="315051"/>
                    </a:cubicBezTo>
                    <a:close/>
                  </a:path>
                </a:pathLst>
              </a:custGeom>
              <a:solidFill>
                <a:srgbClr val="F4B18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7390FD6-AB3E-4F53-8F43-9C64392157AB}"/>
                </a:ext>
              </a:extLst>
            </p:cNvPr>
            <p:cNvGrpSpPr/>
            <p:nvPr/>
          </p:nvGrpSpPr>
          <p:grpSpPr>
            <a:xfrm>
              <a:off x="4092074" y="4581388"/>
              <a:ext cx="3525469" cy="411130"/>
              <a:chOff x="4092074" y="4581388"/>
              <a:chExt cx="3525469" cy="411130"/>
            </a:xfrm>
          </p:grpSpPr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0BD141FD-1531-4ADB-A5A2-CFCCDC058C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72720" y="4851552"/>
                <a:ext cx="397752" cy="140966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3872E620-4678-4D88-86B3-57ECE9156B22}"/>
                  </a:ext>
                </a:extLst>
              </p:cNvPr>
              <p:cNvSpPr txBox="1"/>
              <p:nvPr/>
            </p:nvSpPr>
            <p:spPr>
              <a:xfrm>
                <a:off x="4092074" y="4644541"/>
                <a:ext cx="596441" cy="268024"/>
              </a:xfrm>
              <a:custGeom>
                <a:avLst/>
                <a:gdLst/>
                <a:ahLst/>
                <a:cxnLst/>
                <a:rect l="l" t="t" r="r" b="b"/>
                <a:pathLst>
                  <a:path w="1076544" h="483770">
                    <a:moveTo>
                      <a:pt x="545325" y="60643"/>
                    </a:moveTo>
                    <a:lnTo>
                      <a:pt x="440778" y="335045"/>
                    </a:lnTo>
                    <a:lnTo>
                      <a:pt x="631761" y="335045"/>
                    </a:lnTo>
                    <a:close/>
                    <a:moveTo>
                      <a:pt x="149549" y="41984"/>
                    </a:moveTo>
                    <a:lnTo>
                      <a:pt x="188514" y="41984"/>
                    </a:lnTo>
                    <a:lnTo>
                      <a:pt x="188514" y="200039"/>
                    </a:lnTo>
                    <a:lnTo>
                      <a:pt x="338063" y="200039"/>
                    </a:lnTo>
                    <a:lnTo>
                      <a:pt x="338063" y="236534"/>
                    </a:lnTo>
                    <a:lnTo>
                      <a:pt x="188514" y="236534"/>
                    </a:lnTo>
                    <a:lnTo>
                      <a:pt x="188514" y="394590"/>
                    </a:lnTo>
                    <a:lnTo>
                      <a:pt x="149549" y="394590"/>
                    </a:lnTo>
                    <a:lnTo>
                      <a:pt x="149549" y="236534"/>
                    </a:lnTo>
                    <a:lnTo>
                      <a:pt x="0" y="236534"/>
                    </a:lnTo>
                    <a:lnTo>
                      <a:pt x="0" y="200039"/>
                    </a:lnTo>
                    <a:lnTo>
                      <a:pt x="149549" y="200039"/>
                    </a:lnTo>
                    <a:close/>
                    <a:moveTo>
                      <a:pt x="894890" y="24147"/>
                    </a:moveTo>
                    <a:cubicBezTo>
                      <a:pt x="878426" y="24147"/>
                      <a:pt x="864294" y="27989"/>
                      <a:pt x="852495" y="35672"/>
                    </a:cubicBezTo>
                    <a:cubicBezTo>
                      <a:pt x="840695" y="43356"/>
                      <a:pt x="830908" y="54286"/>
                      <a:pt x="823134" y="68463"/>
                    </a:cubicBezTo>
                    <a:cubicBezTo>
                      <a:pt x="815359" y="82641"/>
                      <a:pt x="809688" y="99791"/>
                      <a:pt x="806121" y="119914"/>
                    </a:cubicBezTo>
                    <a:cubicBezTo>
                      <a:pt x="802553" y="140036"/>
                      <a:pt x="800770" y="162446"/>
                      <a:pt x="800770" y="187142"/>
                    </a:cubicBezTo>
                    <a:cubicBezTo>
                      <a:pt x="800770" y="243303"/>
                      <a:pt x="808956" y="286018"/>
                      <a:pt x="825329" y="315288"/>
                    </a:cubicBezTo>
                    <a:cubicBezTo>
                      <a:pt x="841701" y="344557"/>
                      <a:pt x="865620" y="359192"/>
                      <a:pt x="897085" y="359192"/>
                    </a:cubicBezTo>
                    <a:cubicBezTo>
                      <a:pt x="917025" y="359192"/>
                      <a:pt x="933946" y="352835"/>
                      <a:pt x="947849" y="340121"/>
                    </a:cubicBezTo>
                    <a:cubicBezTo>
                      <a:pt x="961752" y="327407"/>
                      <a:pt x="972180" y="308794"/>
                      <a:pt x="979131" y="284280"/>
                    </a:cubicBezTo>
                    <a:cubicBezTo>
                      <a:pt x="986082" y="259767"/>
                      <a:pt x="989558" y="231138"/>
                      <a:pt x="989558" y="198393"/>
                    </a:cubicBezTo>
                    <a:cubicBezTo>
                      <a:pt x="989558" y="158513"/>
                      <a:pt x="985488" y="125447"/>
                      <a:pt x="977347" y="99196"/>
                    </a:cubicBezTo>
                    <a:cubicBezTo>
                      <a:pt x="969207" y="72945"/>
                      <a:pt x="958093" y="53874"/>
                      <a:pt x="944008" y="41984"/>
                    </a:cubicBezTo>
                    <a:cubicBezTo>
                      <a:pt x="929922" y="30093"/>
                      <a:pt x="913549" y="24147"/>
                      <a:pt x="894890" y="24147"/>
                    </a:cubicBezTo>
                    <a:close/>
                    <a:moveTo>
                      <a:pt x="896810" y="0"/>
                    </a:moveTo>
                    <a:cubicBezTo>
                      <a:pt x="929373" y="0"/>
                      <a:pt x="956767" y="7180"/>
                      <a:pt x="978994" y="21541"/>
                    </a:cubicBezTo>
                    <a:cubicBezTo>
                      <a:pt x="1001220" y="35901"/>
                      <a:pt x="1017959" y="57030"/>
                      <a:pt x="1029209" y="84927"/>
                    </a:cubicBezTo>
                    <a:cubicBezTo>
                      <a:pt x="1040460" y="112825"/>
                      <a:pt x="1046085" y="146805"/>
                      <a:pt x="1046085" y="186868"/>
                    </a:cubicBezTo>
                    <a:cubicBezTo>
                      <a:pt x="1046085" y="237724"/>
                      <a:pt x="1037030" y="279387"/>
                      <a:pt x="1018919" y="311858"/>
                    </a:cubicBezTo>
                    <a:cubicBezTo>
                      <a:pt x="1000809" y="344329"/>
                      <a:pt x="974466" y="365869"/>
                      <a:pt x="939892" y="376479"/>
                    </a:cubicBezTo>
                    <a:lnTo>
                      <a:pt x="949496" y="390474"/>
                    </a:lnTo>
                    <a:cubicBezTo>
                      <a:pt x="954435" y="397608"/>
                      <a:pt x="959100" y="404057"/>
                      <a:pt x="963490" y="409819"/>
                    </a:cubicBezTo>
                    <a:cubicBezTo>
                      <a:pt x="967881" y="415582"/>
                      <a:pt x="972591" y="421070"/>
                      <a:pt x="977622" y="426283"/>
                    </a:cubicBezTo>
                    <a:cubicBezTo>
                      <a:pt x="982652" y="431497"/>
                      <a:pt x="987409" y="435704"/>
                      <a:pt x="991891" y="438906"/>
                    </a:cubicBezTo>
                    <a:cubicBezTo>
                      <a:pt x="996373" y="442107"/>
                      <a:pt x="1000626" y="444394"/>
                      <a:pt x="1004650" y="445766"/>
                    </a:cubicBezTo>
                    <a:cubicBezTo>
                      <a:pt x="1008675" y="447138"/>
                      <a:pt x="1012517" y="447824"/>
                      <a:pt x="1016175" y="447824"/>
                    </a:cubicBezTo>
                    <a:cubicBezTo>
                      <a:pt x="1026237" y="447824"/>
                      <a:pt x="1034926" y="445949"/>
                      <a:pt x="1042243" y="442199"/>
                    </a:cubicBezTo>
                    <a:cubicBezTo>
                      <a:pt x="1049561" y="438448"/>
                      <a:pt x="1056604" y="433281"/>
                      <a:pt x="1063372" y="426695"/>
                    </a:cubicBezTo>
                    <a:lnTo>
                      <a:pt x="1076544" y="443708"/>
                    </a:lnTo>
                    <a:cubicBezTo>
                      <a:pt x="1062275" y="457977"/>
                      <a:pt x="1049012" y="468221"/>
                      <a:pt x="1036755" y="474441"/>
                    </a:cubicBezTo>
                    <a:cubicBezTo>
                      <a:pt x="1024499" y="480661"/>
                      <a:pt x="1011876" y="483770"/>
                      <a:pt x="998888" y="483770"/>
                    </a:cubicBezTo>
                    <a:cubicBezTo>
                      <a:pt x="988461" y="483770"/>
                      <a:pt x="979863" y="482764"/>
                      <a:pt x="973094" y="480752"/>
                    </a:cubicBezTo>
                    <a:cubicBezTo>
                      <a:pt x="966326" y="478740"/>
                      <a:pt x="959603" y="475447"/>
                      <a:pt x="952926" y="470874"/>
                    </a:cubicBezTo>
                    <a:cubicBezTo>
                      <a:pt x="946249" y="466300"/>
                      <a:pt x="938794" y="459349"/>
                      <a:pt x="930562" y="450019"/>
                    </a:cubicBezTo>
                    <a:cubicBezTo>
                      <a:pt x="922330" y="440689"/>
                      <a:pt x="912817" y="427976"/>
                      <a:pt x="902024" y="411877"/>
                    </a:cubicBezTo>
                    <a:lnTo>
                      <a:pt x="882542" y="383065"/>
                    </a:lnTo>
                    <a:cubicBezTo>
                      <a:pt x="836991" y="380870"/>
                      <a:pt x="802553" y="363765"/>
                      <a:pt x="779229" y="331752"/>
                    </a:cubicBezTo>
                    <a:cubicBezTo>
                      <a:pt x="755905" y="299738"/>
                      <a:pt x="744243" y="254096"/>
                      <a:pt x="744243" y="194825"/>
                    </a:cubicBezTo>
                    <a:cubicBezTo>
                      <a:pt x="744243" y="154031"/>
                      <a:pt x="750463" y="118999"/>
                      <a:pt x="762902" y="89729"/>
                    </a:cubicBezTo>
                    <a:cubicBezTo>
                      <a:pt x="775342" y="60460"/>
                      <a:pt x="793132" y="38188"/>
                      <a:pt x="816274" y="22913"/>
                    </a:cubicBezTo>
                    <a:cubicBezTo>
                      <a:pt x="839415" y="7638"/>
                      <a:pt x="866260" y="0"/>
                      <a:pt x="896810" y="0"/>
                    </a:cubicBezTo>
                    <a:close/>
                    <a:moveTo>
                      <a:pt x="535721" y="0"/>
                    </a:moveTo>
                    <a:lnTo>
                      <a:pt x="576332" y="0"/>
                    </a:lnTo>
                    <a:lnTo>
                      <a:pt x="692130" y="361387"/>
                    </a:lnTo>
                    <a:lnTo>
                      <a:pt x="692130" y="378949"/>
                    </a:lnTo>
                    <a:lnTo>
                      <a:pt x="392209" y="378949"/>
                    </a:lnTo>
                    <a:lnTo>
                      <a:pt x="392209" y="36138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4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09CCC0D7-0BA9-4915-8B1B-5A24E9232DC3}"/>
                  </a:ext>
                </a:extLst>
              </p:cNvPr>
              <p:cNvSpPr txBox="1"/>
              <p:nvPr/>
            </p:nvSpPr>
            <p:spPr>
              <a:xfrm>
                <a:off x="7021103" y="4581388"/>
                <a:ext cx="596440" cy="268024"/>
              </a:xfrm>
              <a:custGeom>
                <a:avLst/>
                <a:gdLst/>
                <a:ahLst/>
                <a:cxnLst/>
                <a:rect l="l" t="t" r="r" b="b"/>
                <a:pathLst>
                  <a:path w="1076543" h="483770">
                    <a:moveTo>
                      <a:pt x="0" y="200039"/>
                    </a:moveTo>
                    <a:lnTo>
                      <a:pt x="338063" y="200039"/>
                    </a:lnTo>
                    <a:lnTo>
                      <a:pt x="338063" y="236534"/>
                    </a:lnTo>
                    <a:lnTo>
                      <a:pt x="0" y="236534"/>
                    </a:lnTo>
                    <a:close/>
                    <a:moveTo>
                      <a:pt x="545325" y="60643"/>
                    </a:moveTo>
                    <a:lnTo>
                      <a:pt x="440778" y="335045"/>
                    </a:lnTo>
                    <a:lnTo>
                      <a:pt x="631761" y="335045"/>
                    </a:lnTo>
                    <a:close/>
                    <a:moveTo>
                      <a:pt x="894889" y="24147"/>
                    </a:moveTo>
                    <a:cubicBezTo>
                      <a:pt x="878425" y="24147"/>
                      <a:pt x="864294" y="27989"/>
                      <a:pt x="852494" y="35672"/>
                    </a:cubicBezTo>
                    <a:cubicBezTo>
                      <a:pt x="840695" y="43356"/>
                      <a:pt x="830908" y="54286"/>
                      <a:pt x="823133" y="68463"/>
                    </a:cubicBezTo>
                    <a:cubicBezTo>
                      <a:pt x="815359" y="82641"/>
                      <a:pt x="809688" y="99791"/>
                      <a:pt x="806120" y="119914"/>
                    </a:cubicBezTo>
                    <a:cubicBezTo>
                      <a:pt x="802553" y="140036"/>
                      <a:pt x="800770" y="162446"/>
                      <a:pt x="800770" y="187142"/>
                    </a:cubicBezTo>
                    <a:cubicBezTo>
                      <a:pt x="800770" y="243303"/>
                      <a:pt x="808956" y="286018"/>
                      <a:pt x="825329" y="315288"/>
                    </a:cubicBezTo>
                    <a:cubicBezTo>
                      <a:pt x="841701" y="344557"/>
                      <a:pt x="865620" y="359192"/>
                      <a:pt x="897085" y="359192"/>
                    </a:cubicBezTo>
                    <a:cubicBezTo>
                      <a:pt x="917025" y="359192"/>
                      <a:pt x="933946" y="352835"/>
                      <a:pt x="947849" y="340121"/>
                    </a:cubicBezTo>
                    <a:cubicBezTo>
                      <a:pt x="961752" y="327407"/>
                      <a:pt x="972179" y="308794"/>
                      <a:pt x="979131" y="284280"/>
                    </a:cubicBezTo>
                    <a:cubicBezTo>
                      <a:pt x="986082" y="259767"/>
                      <a:pt x="989558" y="231138"/>
                      <a:pt x="989558" y="198393"/>
                    </a:cubicBezTo>
                    <a:cubicBezTo>
                      <a:pt x="989558" y="158513"/>
                      <a:pt x="985488" y="125447"/>
                      <a:pt x="977347" y="99196"/>
                    </a:cubicBezTo>
                    <a:cubicBezTo>
                      <a:pt x="969207" y="72945"/>
                      <a:pt x="958093" y="53874"/>
                      <a:pt x="944007" y="41984"/>
                    </a:cubicBezTo>
                    <a:cubicBezTo>
                      <a:pt x="929921" y="30093"/>
                      <a:pt x="913549" y="24147"/>
                      <a:pt x="894889" y="24147"/>
                    </a:cubicBezTo>
                    <a:close/>
                    <a:moveTo>
                      <a:pt x="896810" y="0"/>
                    </a:moveTo>
                    <a:cubicBezTo>
                      <a:pt x="929373" y="0"/>
                      <a:pt x="956767" y="7180"/>
                      <a:pt x="978994" y="21541"/>
                    </a:cubicBezTo>
                    <a:cubicBezTo>
                      <a:pt x="1001220" y="35901"/>
                      <a:pt x="1017959" y="57030"/>
                      <a:pt x="1029209" y="84927"/>
                    </a:cubicBezTo>
                    <a:cubicBezTo>
                      <a:pt x="1040460" y="112825"/>
                      <a:pt x="1046085" y="146805"/>
                      <a:pt x="1046085" y="186868"/>
                    </a:cubicBezTo>
                    <a:cubicBezTo>
                      <a:pt x="1046085" y="237724"/>
                      <a:pt x="1037030" y="279387"/>
                      <a:pt x="1018919" y="311858"/>
                    </a:cubicBezTo>
                    <a:cubicBezTo>
                      <a:pt x="1000809" y="344329"/>
                      <a:pt x="974466" y="365869"/>
                      <a:pt x="939891" y="376479"/>
                    </a:cubicBezTo>
                    <a:lnTo>
                      <a:pt x="949495" y="390474"/>
                    </a:lnTo>
                    <a:cubicBezTo>
                      <a:pt x="954435" y="397608"/>
                      <a:pt x="959099" y="404057"/>
                      <a:pt x="963490" y="409819"/>
                    </a:cubicBezTo>
                    <a:cubicBezTo>
                      <a:pt x="967880" y="415582"/>
                      <a:pt x="972591" y="421070"/>
                      <a:pt x="977622" y="426283"/>
                    </a:cubicBezTo>
                    <a:cubicBezTo>
                      <a:pt x="982652" y="431497"/>
                      <a:pt x="987409" y="435704"/>
                      <a:pt x="991891" y="438906"/>
                    </a:cubicBezTo>
                    <a:cubicBezTo>
                      <a:pt x="996372" y="442107"/>
                      <a:pt x="1000626" y="444394"/>
                      <a:pt x="1004650" y="445766"/>
                    </a:cubicBezTo>
                    <a:cubicBezTo>
                      <a:pt x="1008675" y="447138"/>
                      <a:pt x="1012516" y="447824"/>
                      <a:pt x="1016175" y="447824"/>
                    </a:cubicBezTo>
                    <a:cubicBezTo>
                      <a:pt x="1026236" y="447824"/>
                      <a:pt x="1034926" y="445949"/>
                      <a:pt x="1042243" y="442199"/>
                    </a:cubicBezTo>
                    <a:cubicBezTo>
                      <a:pt x="1049561" y="438448"/>
                      <a:pt x="1056604" y="433281"/>
                      <a:pt x="1063372" y="426695"/>
                    </a:cubicBezTo>
                    <a:lnTo>
                      <a:pt x="1076543" y="443708"/>
                    </a:lnTo>
                    <a:cubicBezTo>
                      <a:pt x="1062275" y="457977"/>
                      <a:pt x="1049012" y="468221"/>
                      <a:pt x="1036755" y="474441"/>
                    </a:cubicBezTo>
                    <a:cubicBezTo>
                      <a:pt x="1024499" y="480661"/>
                      <a:pt x="1011876" y="483770"/>
                      <a:pt x="998888" y="483770"/>
                    </a:cubicBezTo>
                    <a:cubicBezTo>
                      <a:pt x="988461" y="483770"/>
                      <a:pt x="979863" y="482764"/>
                      <a:pt x="973094" y="480752"/>
                    </a:cubicBezTo>
                    <a:cubicBezTo>
                      <a:pt x="966325" y="478740"/>
                      <a:pt x="959603" y="475447"/>
                      <a:pt x="952925" y="470874"/>
                    </a:cubicBezTo>
                    <a:cubicBezTo>
                      <a:pt x="946248" y="466300"/>
                      <a:pt x="938794" y="459349"/>
                      <a:pt x="930562" y="450019"/>
                    </a:cubicBezTo>
                    <a:cubicBezTo>
                      <a:pt x="922330" y="440689"/>
                      <a:pt x="912817" y="427976"/>
                      <a:pt x="902024" y="411877"/>
                    </a:cubicBezTo>
                    <a:lnTo>
                      <a:pt x="882541" y="383065"/>
                    </a:lnTo>
                    <a:cubicBezTo>
                      <a:pt x="836991" y="380870"/>
                      <a:pt x="802553" y="363765"/>
                      <a:pt x="779229" y="331752"/>
                    </a:cubicBezTo>
                    <a:cubicBezTo>
                      <a:pt x="755905" y="299738"/>
                      <a:pt x="744243" y="254096"/>
                      <a:pt x="744243" y="194825"/>
                    </a:cubicBezTo>
                    <a:cubicBezTo>
                      <a:pt x="744243" y="154031"/>
                      <a:pt x="750463" y="118999"/>
                      <a:pt x="762902" y="89729"/>
                    </a:cubicBezTo>
                    <a:cubicBezTo>
                      <a:pt x="775342" y="60460"/>
                      <a:pt x="793132" y="38188"/>
                      <a:pt x="816273" y="22913"/>
                    </a:cubicBezTo>
                    <a:cubicBezTo>
                      <a:pt x="839415" y="7638"/>
                      <a:pt x="866260" y="0"/>
                      <a:pt x="896810" y="0"/>
                    </a:cubicBezTo>
                    <a:close/>
                    <a:moveTo>
                      <a:pt x="535721" y="0"/>
                    </a:moveTo>
                    <a:lnTo>
                      <a:pt x="576332" y="0"/>
                    </a:lnTo>
                    <a:lnTo>
                      <a:pt x="692130" y="361387"/>
                    </a:lnTo>
                    <a:lnTo>
                      <a:pt x="692130" y="378949"/>
                    </a:lnTo>
                    <a:lnTo>
                      <a:pt x="392209" y="378949"/>
                    </a:lnTo>
                    <a:lnTo>
                      <a:pt x="392209" y="36138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4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866F7802-6EC1-424C-9D00-388A5716D4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81111" y="4814574"/>
                <a:ext cx="397752" cy="140966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DA407DB-02D3-4C46-A2AE-9DED068373CB}"/>
                </a:ext>
              </a:extLst>
            </p:cNvPr>
            <p:cNvGrpSpPr/>
            <p:nvPr/>
          </p:nvGrpSpPr>
          <p:grpSpPr>
            <a:xfrm>
              <a:off x="1718645" y="4365165"/>
              <a:ext cx="8504906" cy="1639683"/>
              <a:chOff x="1718645" y="4365165"/>
              <a:chExt cx="8504906" cy="1639683"/>
            </a:xfrm>
          </p:grpSpPr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153F9C27-8607-4640-8A42-04B5DC87B79E}"/>
                  </a:ext>
                </a:extLst>
              </p:cNvPr>
              <p:cNvSpPr/>
              <p:nvPr/>
            </p:nvSpPr>
            <p:spPr>
              <a:xfrm>
                <a:off x="1718645" y="4366388"/>
                <a:ext cx="3686864" cy="1638042"/>
              </a:xfrm>
              <a:custGeom>
                <a:avLst/>
                <a:gdLst>
                  <a:gd name="connsiteX0" fmla="*/ 2095500 w 2095500"/>
                  <a:gd name="connsiteY0" fmla="*/ 0 h 1676400"/>
                  <a:gd name="connsiteX1" fmla="*/ 1638300 w 2095500"/>
                  <a:gd name="connsiteY1" fmla="*/ 695325 h 1676400"/>
                  <a:gd name="connsiteX2" fmla="*/ 904875 w 2095500"/>
                  <a:gd name="connsiteY2" fmla="*/ 1343025 h 1676400"/>
                  <a:gd name="connsiteX3" fmla="*/ 457200 w 2095500"/>
                  <a:gd name="connsiteY3" fmla="*/ 1619250 h 1676400"/>
                  <a:gd name="connsiteX4" fmla="*/ 0 w 2095500"/>
                  <a:gd name="connsiteY4" fmla="*/ 1676400 h 1676400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2990850 w 4181475"/>
                  <a:gd name="connsiteY2" fmla="*/ 134302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24275 w 4181475"/>
                  <a:gd name="connsiteY1" fmla="*/ 69532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81475 w 4181475"/>
                  <a:gd name="connsiteY0" fmla="*/ 0 h 1685925"/>
                  <a:gd name="connsiteX1" fmla="*/ 3754755 w 4181475"/>
                  <a:gd name="connsiteY1" fmla="*/ 718185 h 1685925"/>
                  <a:gd name="connsiteX2" fmla="*/ 3051810 w 4181475"/>
                  <a:gd name="connsiteY2" fmla="*/ 1365885 h 1685925"/>
                  <a:gd name="connsiteX3" fmla="*/ 2543175 w 4181475"/>
                  <a:gd name="connsiteY3" fmla="*/ 1619250 h 1685925"/>
                  <a:gd name="connsiteX4" fmla="*/ 0 w 418147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43175 w 4166235"/>
                  <a:gd name="connsiteY3" fmla="*/ 1619250 h 1685925"/>
                  <a:gd name="connsiteX4" fmla="*/ 0 w 4166235"/>
                  <a:gd name="connsiteY4" fmla="*/ 1685925 h 1685925"/>
                  <a:gd name="connsiteX0" fmla="*/ 4166235 w 4166235"/>
                  <a:gd name="connsiteY0" fmla="*/ 0 h 1685925"/>
                  <a:gd name="connsiteX1" fmla="*/ 3754755 w 4166235"/>
                  <a:gd name="connsiteY1" fmla="*/ 718185 h 1685925"/>
                  <a:gd name="connsiteX2" fmla="*/ 3051810 w 4166235"/>
                  <a:gd name="connsiteY2" fmla="*/ 1365885 h 1685925"/>
                  <a:gd name="connsiteX3" fmla="*/ 2514600 w 4166235"/>
                  <a:gd name="connsiteY3" fmla="*/ 1590675 h 1685925"/>
                  <a:gd name="connsiteX4" fmla="*/ 0 w 4166235"/>
                  <a:gd name="connsiteY4" fmla="*/ 1685925 h 1685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6235" h="1685925">
                    <a:moveTo>
                      <a:pt x="4166235" y="0"/>
                    </a:moveTo>
                    <a:cubicBezTo>
                      <a:pt x="4036853" y="235744"/>
                      <a:pt x="3940492" y="490538"/>
                      <a:pt x="3754755" y="718185"/>
                    </a:cubicBezTo>
                    <a:cubicBezTo>
                      <a:pt x="3569018" y="945832"/>
                      <a:pt x="3258502" y="1220470"/>
                      <a:pt x="3051810" y="1365885"/>
                    </a:cubicBezTo>
                    <a:cubicBezTo>
                      <a:pt x="2845118" y="1511300"/>
                      <a:pt x="2665412" y="1535113"/>
                      <a:pt x="2514600" y="1590675"/>
                    </a:cubicBezTo>
                    <a:cubicBezTo>
                      <a:pt x="2363788" y="1646237"/>
                      <a:pt x="153194" y="1685131"/>
                      <a:pt x="0" y="1685925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74E0CA20-BD40-4190-91E7-7A5D2467E34C}"/>
                  </a:ext>
                </a:extLst>
              </p:cNvPr>
              <p:cNvSpPr/>
              <p:nvPr/>
            </p:nvSpPr>
            <p:spPr>
              <a:xfrm>
                <a:off x="6489484" y="4365165"/>
                <a:ext cx="3734067" cy="1639683"/>
              </a:xfrm>
              <a:custGeom>
                <a:avLst/>
                <a:gdLst>
                  <a:gd name="connsiteX0" fmla="*/ 0 w 2238375"/>
                  <a:gd name="connsiteY0" fmla="*/ 0 h 1724498"/>
                  <a:gd name="connsiteX1" fmla="*/ 438150 w 2238375"/>
                  <a:gd name="connsiteY1" fmla="*/ 704850 h 1724498"/>
                  <a:gd name="connsiteX2" fmla="*/ 1066800 w 2238375"/>
                  <a:gd name="connsiteY2" fmla="*/ 1304925 h 1724498"/>
                  <a:gd name="connsiteX3" fmla="*/ 1781175 w 2238375"/>
                  <a:gd name="connsiteY3" fmla="*/ 1657350 h 1724498"/>
                  <a:gd name="connsiteX4" fmla="*/ 2238375 w 2238375"/>
                  <a:gd name="connsiteY4" fmla="*/ 1724025 h 1724498"/>
                  <a:gd name="connsiteX0" fmla="*/ 0 w 4219575"/>
                  <a:gd name="connsiteY0" fmla="*/ 0 h 1724498"/>
                  <a:gd name="connsiteX1" fmla="*/ 438150 w 4219575"/>
                  <a:gd name="connsiteY1" fmla="*/ 704850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66800 w 4219575"/>
                  <a:gd name="connsiteY2" fmla="*/ 1304925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  <a:gd name="connsiteX0" fmla="*/ 0 w 4219575"/>
                  <a:gd name="connsiteY0" fmla="*/ 0 h 1724498"/>
                  <a:gd name="connsiteX1" fmla="*/ 419100 w 4219575"/>
                  <a:gd name="connsiteY1" fmla="*/ 714375 h 1724498"/>
                  <a:gd name="connsiteX2" fmla="*/ 1057275 w 4219575"/>
                  <a:gd name="connsiteY2" fmla="*/ 1333500 h 1724498"/>
                  <a:gd name="connsiteX3" fmla="*/ 1781175 w 4219575"/>
                  <a:gd name="connsiteY3" fmla="*/ 1657350 h 1724498"/>
                  <a:gd name="connsiteX4" fmla="*/ 4219575 w 4219575"/>
                  <a:gd name="connsiteY4" fmla="*/ 1724025 h 172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9575" h="1724498">
                    <a:moveTo>
                      <a:pt x="0" y="0"/>
                    </a:moveTo>
                    <a:cubicBezTo>
                      <a:pt x="130175" y="243681"/>
                      <a:pt x="242888" y="492125"/>
                      <a:pt x="419100" y="714375"/>
                    </a:cubicBezTo>
                    <a:cubicBezTo>
                      <a:pt x="595313" y="936625"/>
                      <a:pt x="830263" y="1176338"/>
                      <a:pt x="1057275" y="1333500"/>
                    </a:cubicBezTo>
                    <a:cubicBezTo>
                      <a:pt x="1284288" y="1490663"/>
                      <a:pt x="1585913" y="1587500"/>
                      <a:pt x="1781175" y="1657350"/>
                    </a:cubicBezTo>
                    <a:cubicBezTo>
                      <a:pt x="1976437" y="1727200"/>
                      <a:pt x="4088606" y="1725612"/>
                      <a:pt x="4219575" y="1724025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51A768C-50E0-452C-8F3C-098FB7643D8B}"/>
                </a:ext>
              </a:extLst>
            </p:cNvPr>
            <p:cNvGrpSpPr/>
            <p:nvPr/>
          </p:nvGrpSpPr>
          <p:grpSpPr>
            <a:xfrm>
              <a:off x="4943575" y="2310377"/>
              <a:ext cx="75798" cy="1330041"/>
              <a:chOff x="4933686" y="2424878"/>
              <a:chExt cx="75798" cy="1330041"/>
            </a:xfrm>
          </p:grpSpPr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1D060F1C-B478-4357-AFED-5DFBDCF20D8D}"/>
                  </a:ext>
                </a:extLst>
              </p:cNvPr>
              <p:cNvSpPr/>
              <p:nvPr/>
            </p:nvSpPr>
            <p:spPr>
              <a:xfrm>
                <a:off x="4933686" y="3679121"/>
                <a:ext cx="75798" cy="7579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4A771501-9954-4BE6-AA94-AE8B43743805}"/>
                  </a:ext>
                </a:extLst>
              </p:cNvPr>
              <p:cNvSpPr/>
              <p:nvPr/>
            </p:nvSpPr>
            <p:spPr>
              <a:xfrm>
                <a:off x="4933686" y="2424878"/>
                <a:ext cx="75798" cy="7579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67ECBFB7-089B-4543-9879-B58F41E2BE10}"/>
                  </a:ext>
                </a:extLst>
              </p:cNvPr>
              <p:cNvSpPr/>
              <p:nvPr/>
            </p:nvSpPr>
            <p:spPr>
              <a:xfrm>
                <a:off x="4933686" y="3052000"/>
                <a:ext cx="75798" cy="7579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E2015ADD-6473-4B41-9D97-84DCF3611575}"/>
                </a:ext>
              </a:extLst>
            </p:cNvPr>
            <p:cNvGrpSpPr/>
            <p:nvPr/>
          </p:nvGrpSpPr>
          <p:grpSpPr>
            <a:xfrm>
              <a:off x="6944132" y="2282127"/>
              <a:ext cx="75798" cy="1330041"/>
              <a:chOff x="4933686" y="2424878"/>
              <a:chExt cx="75798" cy="1330041"/>
            </a:xfrm>
            <a:solidFill>
              <a:srgbClr val="FF0000"/>
            </a:solidFill>
          </p:grpSpPr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C2F9865E-7B81-4487-9304-4D1AC7E36209}"/>
                  </a:ext>
                </a:extLst>
              </p:cNvPr>
              <p:cNvSpPr/>
              <p:nvPr/>
            </p:nvSpPr>
            <p:spPr>
              <a:xfrm>
                <a:off x="4933686" y="3679121"/>
                <a:ext cx="75798" cy="75798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12C8DC10-12AE-45D4-B649-634AEF590A38}"/>
                  </a:ext>
                </a:extLst>
              </p:cNvPr>
              <p:cNvSpPr/>
              <p:nvPr/>
            </p:nvSpPr>
            <p:spPr>
              <a:xfrm>
                <a:off x="4933686" y="2424878"/>
                <a:ext cx="75798" cy="75798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1BE384DD-2860-48D4-ABA0-F7A07485FD51}"/>
                  </a:ext>
                </a:extLst>
              </p:cNvPr>
              <p:cNvSpPr/>
              <p:nvPr/>
            </p:nvSpPr>
            <p:spPr>
              <a:xfrm>
                <a:off x="4933686" y="3052000"/>
                <a:ext cx="75798" cy="75798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C8D66E2-C545-4D24-9CE8-50677E33BC0D}"/>
                </a:ext>
              </a:extLst>
            </p:cNvPr>
            <p:cNvGrpSpPr/>
            <p:nvPr/>
          </p:nvGrpSpPr>
          <p:grpSpPr>
            <a:xfrm>
              <a:off x="7617543" y="1207719"/>
              <a:ext cx="1165490" cy="188218"/>
              <a:chOff x="7617543" y="1207719"/>
              <a:chExt cx="1165490" cy="188218"/>
            </a:xfrm>
          </p:grpSpPr>
          <p:sp>
            <p:nvSpPr>
              <p:cNvPr id="10" name="箭头: 右 9">
                <a:extLst>
                  <a:ext uri="{FF2B5EF4-FFF2-40B4-BE49-F238E27FC236}">
                    <a16:creationId xmlns:a16="http://schemas.microsoft.com/office/drawing/2014/main" id="{63FD2674-CB71-4D93-9B3C-625C75203134}"/>
                  </a:ext>
                </a:extLst>
              </p:cNvPr>
              <p:cNvSpPr/>
              <p:nvPr/>
            </p:nvSpPr>
            <p:spPr>
              <a:xfrm>
                <a:off x="8537383" y="1245986"/>
                <a:ext cx="245650" cy="130566"/>
              </a:xfrm>
              <a:prstGeom prst="righ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345B94EC-9ACF-43BF-96C6-7D1947DAE7CE}"/>
                  </a:ext>
                </a:extLst>
              </p:cNvPr>
              <p:cNvSpPr txBox="1"/>
              <p:nvPr/>
            </p:nvSpPr>
            <p:spPr>
              <a:xfrm>
                <a:off x="7617543" y="1207719"/>
                <a:ext cx="782852" cy="188218"/>
              </a:xfrm>
              <a:custGeom>
                <a:avLst/>
                <a:gdLst/>
                <a:ahLst/>
                <a:cxnLst/>
                <a:rect l="l" t="t" r="r" b="b"/>
                <a:pathLst>
                  <a:path w="1776650" h="427153">
                    <a:moveTo>
                      <a:pt x="1102713" y="339692"/>
                    </a:moveTo>
                    <a:lnTo>
                      <a:pt x="1102713" y="370475"/>
                    </a:lnTo>
                    <a:lnTo>
                      <a:pt x="1242474" y="370475"/>
                    </a:lnTo>
                    <a:lnTo>
                      <a:pt x="1242474" y="339692"/>
                    </a:lnTo>
                    <a:close/>
                    <a:moveTo>
                      <a:pt x="1102713" y="280942"/>
                    </a:moveTo>
                    <a:lnTo>
                      <a:pt x="1102713" y="310824"/>
                    </a:lnTo>
                    <a:lnTo>
                      <a:pt x="1242474" y="310824"/>
                    </a:lnTo>
                    <a:lnTo>
                      <a:pt x="1242474" y="280942"/>
                    </a:lnTo>
                    <a:close/>
                    <a:moveTo>
                      <a:pt x="1063966" y="248024"/>
                    </a:moveTo>
                    <a:cubicBezTo>
                      <a:pt x="1087602" y="250719"/>
                      <a:pt x="1125095" y="252067"/>
                      <a:pt x="1176444" y="252067"/>
                    </a:cubicBezTo>
                    <a:cubicBezTo>
                      <a:pt x="1227793" y="252067"/>
                      <a:pt x="1262719" y="250719"/>
                      <a:pt x="1281221" y="248024"/>
                    </a:cubicBezTo>
                    <a:cubicBezTo>
                      <a:pt x="1279426" y="262887"/>
                      <a:pt x="1278528" y="280856"/>
                      <a:pt x="1278528" y="301930"/>
                    </a:cubicBezTo>
                    <a:lnTo>
                      <a:pt x="1278528" y="369210"/>
                    </a:lnTo>
                    <a:cubicBezTo>
                      <a:pt x="1278528" y="382302"/>
                      <a:pt x="1279426" y="399523"/>
                      <a:pt x="1281221" y="420874"/>
                    </a:cubicBezTo>
                    <a:lnTo>
                      <a:pt x="1242474" y="420874"/>
                    </a:lnTo>
                    <a:lnTo>
                      <a:pt x="1242474" y="399350"/>
                    </a:lnTo>
                    <a:lnTo>
                      <a:pt x="1102713" y="399350"/>
                    </a:lnTo>
                    <a:lnTo>
                      <a:pt x="1102713" y="423567"/>
                    </a:lnTo>
                    <a:lnTo>
                      <a:pt x="1063966" y="423567"/>
                    </a:lnTo>
                    <a:cubicBezTo>
                      <a:pt x="1066056" y="406079"/>
                      <a:pt x="1067102" y="390053"/>
                      <a:pt x="1067102" y="375490"/>
                    </a:cubicBezTo>
                    <a:lnTo>
                      <a:pt x="1067102" y="301930"/>
                    </a:lnTo>
                    <a:cubicBezTo>
                      <a:pt x="1067102" y="279594"/>
                      <a:pt x="1066056" y="261625"/>
                      <a:pt x="1063966" y="248024"/>
                    </a:cubicBezTo>
                    <a:close/>
                    <a:moveTo>
                      <a:pt x="520003" y="233672"/>
                    </a:moveTo>
                    <a:cubicBezTo>
                      <a:pt x="529485" y="242530"/>
                      <a:pt x="539741" y="249021"/>
                      <a:pt x="550771" y="253146"/>
                    </a:cubicBezTo>
                    <a:cubicBezTo>
                      <a:pt x="527977" y="294308"/>
                      <a:pt x="500648" y="349172"/>
                      <a:pt x="468782" y="417738"/>
                    </a:cubicBezTo>
                    <a:cubicBezTo>
                      <a:pt x="456247" y="408070"/>
                      <a:pt x="444048" y="400535"/>
                      <a:pt x="432185" y="395135"/>
                    </a:cubicBezTo>
                    <a:cubicBezTo>
                      <a:pt x="468951" y="342566"/>
                      <a:pt x="498224" y="288745"/>
                      <a:pt x="520003" y="233672"/>
                    </a:cubicBezTo>
                    <a:close/>
                    <a:moveTo>
                      <a:pt x="591412" y="225599"/>
                    </a:moveTo>
                    <a:cubicBezTo>
                      <a:pt x="600079" y="227100"/>
                      <a:pt x="611769" y="227850"/>
                      <a:pt x="626480" y="227850"/>
                    </a:cubicBezTo>
                    <a:cubicBezTo>
                      <a:pt x="634015" y="227850"/>
                      <a:pt x="637782" y="229981"/>
                      <a:pt x="637782" y="234243"/>
                    </a:cubicBezTo>
                    <a:cubicBezTo>
                      <a:pt x="637782" y="238506"/>
                      <a:pt x="636410" y="241932"/>
                      <a:pt x="633667" y="244523"/>
                    </a:cubicBezTo>
                    <a:cubicBezTo>
                      <a:pt x="630924" y="247114"/>
                      <a:pt x="628963" y="260395"/>
                      <a:pt x="627784" y="284367"/>
                    </a:cubicBezTo>
                    <a:cubicBezTo>
                      <a:pt x="626605" y="308339"/>
                      <a:pt x="623707" y="328254"/>
                      <a:pt x="619090" y="344111"/>
                    </a:cubicBezTo>
                    <a:cubicBezTo>
                      <a:pt x="614473" y="359967"/>
                      <a:pt x="606596" y="374158"/>
                      <a:pt x="595459" y="386684"/>
                    </a:cubicBezTo>
                    <a:cubicBezTo>
                      <a:pt x="584321" y="399209"/>
                      <a:pt x="566597" y="412699"/>
                      <a:pt x="542284" y="427153"/>
                    </a:cubicBezTo>
                    <a:cubicBezTo>
                      <a:pt x="534312" y="417138"/>
                      <a:pt x="523477" y="408934"/>
                      <a:pt x="509780" y="402543"/>
                    </a:cubicBezTo>
                    <a:cubicBezTo>
                      <a:pt x="539450" y="388627"/>
                      <a:pt x="560772" y="373020"/>
                      <a:pt x="573745" y="355723"/>
                    </a:cubicBezTo>
                    <a:cubicBezTo>
                      <a:pt x="586718" y="338425"/>
                      <a:pt x="593205" y="310927"/>
                      <a:pt x="593205" y="273227"/>
                    </a:cubicBezTo>
                    <a:cubicBezTo>
                      <a:pt x="593205" y="261206"/>
                      <a:pt x="592607" y="245330"/>
                      <a:pt x="591412" y="225599"/>
                    </a:cubicBezTo>
                    <a:close/>
                    <a:moveTo>
                      <a:pt x="658684" y="223356"/>
                    </a:moveTo>
                    <a:cubicBezTo>
                      <a:pt x="670329" y="225456"/>
                      <a:pt x="679168" y="226507"/>
                      <a:pt x="685202" y="226507"/>
                    </a:cubicBezTo>
                    <a:lnTo>
                      <a:pt x="693296" y="226057"/>
                    </a:lnTo>
                    <a:cubicBezTo>
                      <a:pt x="699044" y="226057"/>
                      <a:pt x="701918" y="228924"/>
                      <a:pt x="701918" y="234658"/>
                    </a:cubicBezTo>
                    <a:cubicBezTo>
                      <a:pt x="701918" y="238177"/>
                      <a:pt x="701125" y="240570"/>
                      <a:pt x="699539" y="241837"/>
                    </a:cubicBezTo>
                    <a:cubicBezTo>
                      <a:pt x="697954" y="243104"/>
                      <a:pt x="697056" y="244680"/>
                      <a:pt x="696846" y="246566"/>
                    </a:cubicBezTo>
                    <a:cubicBezTo>
                      <a:pt x="696637" y="248452"/>
                      <a:pt x="696532" y="253303"/>
                      <a:pt x="696532" y="261118"/>
                    </a:cubicBezTo>
                    <a:lnTo>
                      <a:pt x="696532" y="362931"/>
                    </a:lnTo>
                    <a:cubicBezTo>
                      <a:pt x="696532" y="376299"/>
                      <a:pt x="697877" y="393073"/>
                      <a:pt x="700568" y="413251"/>
                    </a:cubicBezTo>
                    <a:lnTo>
                      <a:pt x="659584" y="413251"/>
                    </a:lnTo>
                    <a:cubicBezTo>
                      <a:pt x="661380" y="393192"/>
                      <a:pt x="662278" y="376418"/>
                      <a:pt x="662278" y="362931"/>
                    </a:cubicBezTo>
                    <a:lnTo>
                      <a:pt x="662278" y="266947"/>
                    </a:lnTo>
                    <a:cubicBezTo>
                      <a:pt x="662278" y="248450"/>
                      <a:pt x="661080" y="233919"/>
                      <a:pt x="658684" y="223356"/>
                    </a:cubicBezTo>
                    <a:close/>
                    <a:moveTo>
                      <a:pt x="729100" y="222456"/>
                    </a:moveTo>
                    <a:cubicBezTo>
                      <a:pt x="739463" y="224856"/>
                      <a:pt x="748326" y="226057"/>
                      <a:pt x="755689" y="226057"/>
                    </a:cubicBezTo>
                    <a:lnTo>
                      <a:pt x="766934" y="225606"/>
                    </a:lnTo>
                    <a:cubicBezTo>
                      <a:pt x="773525" y="225606"/>
                      <a:pt x="776820" y="227790"/>
                      <a:pt x="776820" y="232157"/>
                    </a:cubicBezTo>
                    <a:cubicBezTo>
                      <a:pt x="776820" y="236525"/>
                      <a:pt x="774834" y="240251"/>
                      <a:pt x="770863" y="243337"/>
                    </a:cubicBezTo>
                    <a:cubicBezTo>
                      <a:pt x="767957" y="246038"/>
                      <a:pt x="766505" y="255253"/>
                      <a:pt x="766505" y="270984"/>
                    </a:cubicBezTo>
                    <a:lnTo>
                      <a:pt x="766505" y="368760"/>
                    </a:lnTo>
                    <a:cubicBezTo>
                      <a:pt x="766505" y="378876"/>
                      <a:pt x="771933" y="383933"/>
                      <a:pt x="782789" y="383933"/>
                    </a:cubicBezTo>
                    <a:cubicBezTo>
                      <a:pt x="793645" y="383933"/>
                      <a:pt x="800496" y="380509"/>
                      <a:pt x="803341" y="373661"/>
                    </a:cubicBezTo>
                    <a:cubicBezTo>
                      <a:pt x="806187" y="366812"/>
                      <a:pt x="807822" y="352891"/>
                      <a:pt x="808246" y="331898"/>
                    </a:cubicBezTo>
                    <a:cubicBezTo>
                      <a:pt x="818523" y="340114"/>
                      <a:pt x="831220" y="344726"/>
                      <a:pt x="846336" y="345736"/>
                    </a:cubicBezTo>
                    <a:cubicBezTo>
                      <a:pt x="843531" y="368010"/>
                      <a:pt x="839767" y="383868"/>
                      <a:pt x="835045" y="393310"/>
                    </a:cubicBezTo>
                    <a:cubicBezTo>
                      <a:pt x="830323" y="402751"/>
                      <a:pt x="823837" y="408958"/>
                      <a:pt x="815586" y="411930"/>
                    </a:cubicBezTo>
                    <a:cubicBezTo>
                      <a:pt x="807335" y="414902"/>
                      <a:pt x="794908" y="416388"/>
                      <a:pt x="778306" y="416388"/>
                    </a:cubicBezTo>
                    <a:cubicBezTo>
                      <a:pt x="761704" y="416388"/>
                      <a:pt x="750025" y="413357"/>
                      <a:pt x="743270" y="407297"/>
                    </a:cubicBezTo>
                    <a:cubicBezTo>
                      <a:pt x="736514" y="401237"/>
                      <a:pt x="733136" y="387643"/>
                      <a:pt x="733136" y="366517"/>
                    </a:cubicBezTo>
                    <a:lnTo>
                      <a:pt x="733136" y="264704"/>
                    </a:lnTo>
                    <a:cubicBezTo>
                      <a:pt x="733136" y="248859"/>
                      <a:pt x="731791" y="234777"/>
                      <a:pt x="729100" y="222456"/>
                    </a:cubicBezTo>
                    <a:close/>
                    <a:moveTo>
                      <a:pt x="180472" y="206040"/>
                    </a:moveTo>
                    <a:lnTo>
                      <a:pt x="180472" y="265976"/>
                    </a:lnTo>
                    <a:lnTo>
                      <a:pt x="280320" y="265976"/>
                    </a:lnTo>
                    <a:lnTo>
                      <a:pt x="280320" y="206040"/>
                    </a:lnTo>
                    <a:close/>
                    <a:moveTo>
                      <a:pt x="40540" y="206040"/>
                    </a:moveTo>
                    <a:lnTo>
                      <a:pt x="40540" y="265976"/>
                    </a:lnTo>
                    <a:lnTo>
                      <a:pt x="143075" y="265976"/>
                    </a:lnTo>
                    <a:lnTo>
                      <a:pt x="143075" y="206040"/>
                    </a:lnTo>
                    <a:close/>
                    <a:moveTo>
                      <a:pt x="452137" y="133652"/>
                    </a:moveTo>
                    <a:cubicBezTo>
                      <a:pt x="484193" y="149340"/>
                      <a:pt x="513633" y="168045"/>
                      <a:pt x="540455" y="189766"/>
                    </a:cubicBezTo>
                    <a:lnTo>
                      <a:pt x="517902" y="217248"/>
                    </a:lnTo>
                    <a:cubicBezTo>
                      <a:pt x="491985" y="194364"/>
                      <a:pt x="464160" y="176367"/>
                      <a:pt x="434428" y="163256"/>
                    </a:cubicBezTo>
                    <a:close/>
                    <a:moveTo>
                      <a:pt x="1264005" y="131432"/>
                    </a:moveTo>
                    <a:lnTo>
                      <a:pt x="1256004" y="140196"/>
                    </a:lnTo>
                    <a:cubicBezTo>
                      <a:pt x="1250627" y="142501"/>
                      <a:pt x="1236525" y="161158"/>
                      <a:pt x="1213699" y="196167"/>
                    </a:cubicBezTo>
                    <a:lnTo>
                      <a:pt x="1187931" y="183133"/>
                    </a:lnTo>
                    <a:lnTo>
                      <a:pt x="1187931" y="199596"/>
                    </a:lnTo>
                    <a:lnTo>
                      <a:pt x="1264005" y="199596"/>
                    </a:lnTo>
                    <a:close/>
                    <a:moveTo>
                      <a:pt x="1103513" y="113021"/>
                    </a:moveTo>
                    <a:cubicBezTo>
                      <a:pt x="1122263" y="132309"/>
                      <a:pt x="1137991" y="153481"/>
                      <a:pt x="1150698" y="176536"/>
                    </a:cubicBezTo>
                    <a:lnTo>
                      <a:pt x="1123152" y="193031"/>
                    </a:lnTo>
                    <a:cubicBezTo>
                      <a:pt x="1110526" y="168809"/>
                      <a:pt x="1096029" y="148585"/>
                      <a:pt x="1079661" y="132359"/>
                    </a:cubicBezTo>
                    <a:close/>
                    <a:moveTo>
                      <a:pt x="180472" y="110506"/>
                    </a:moveTo>
                    <a:lnTo>
                      <a:pt x="180472" y="175372"/>
                    </a:lnTo>
                    <a:lnTo>
                      <a:pt x="280320" y="175372"/>
                    </a:lnTo>
                    <a:lnTo>
                      <a:pt x="280320" y="110506"/>
                    </a:lnTo>
                    <a:close/>
                    <a:moveTo>
                      <a:pt x="40540" y="110506"/>
                    </a:moveTo>
                    <a:lnTo>
                      <a:pt x="40540" y="175372"/>
                    </a:lnTo>
                    <a:lnTo>
                      <a:pt x="143075" y="175372"/>
                    </a:lnTo>
                    <a:lnTo>
                      <a:pt x="143075" y="110506"/>
                    </a:lnTo>
                    <a:close/>
                    <a:moveTo>
                      <a:pt x="1187931" y="107363"/>
                    </a:moveTo>
                    <a:lnTo>
                      <a:pt x="1187931" y="181871"/>
                    </a:lnTo>
                    <a:lnTo>
                      <a:pt x="1210652" y="147732"/>
                    </a:lnTo>
                    <a:cubicBezTo>
                      <a:pt x="1217400" y="135502"/>
                      <a:pt x="1223114" y="122736"/>
                      <a:pt x="1227793" y="109435"/>
                    </a:cubicBezTo>
                    <a:cubicBezTo>
                      <a:pt x="1237704" y="116302"/>
                      <a:pt x="1246395" y="120483"/>
                      <a:pt x="1253865" y="121976"/>
                    </a:cubicBezTo>
                    <a:cubicBezTo>
                      <a:pt x="1257599" y="122722"/>
                      <a:pt x="1260401" y="123786"/>
                      <a:pt x="1262268" y="125168"/>
                    </a:cubicBezTo>
                    <a:lnTo>
                      <a:pt x="1264005" y="128329"/>
                    </a:lnTo>
                    <a:lnTo>
                      <a:pt x="1264005" y="107363"/>
                    </a:lnTo>
                    <a:close/>
                    <a:moveTo>
                      <a:pt x="1078039" y="107363"/>
                    </a:moveTo>
                    <a:lnTo>
                      <a:pt x="1078039" y="199596"/>
                    </a:lnTo>
                    <a:lnTo>
                      <a:pt x="1153670" y="199596"/>
                    </a:lnTo>
                    <a:lnTo>
                      <a:pt x="1153670" y="107363"/>
                    </a:lnTo>
                    <a:close/>
                    <a:moveTo>
                      <a:pt x="955423" y="12108"/>
                    </a:moveTo>
                    <a:cubicBezTo>
                      <a:pt x="967963" y="14804"/>
                      <a:pt x="980851" y="16152"/>
                      <a:pt x="994085" y="16152"/>
                    </a:cubicBezTo>
                    <a:cubicBezTo>
                      <a:pt x="1002215" y="16152"/>
                      <a:pt x="1006280" y="18386"/>
                      <a:pt x="1006280" y="22856"/>
                    </a:cubicBezTo>
                    <a:cubicBezTo>
                      <a:pt x="1006280" y="27326"/>
                      <a:pt x="1004337" y="30756"/>
                      <a:pt x="1000451" y="33147"/>
                    </a:cubicBezTo>
                    <a:cubicBezTo>
                      <a:pt x="996564" y="35537"/>
                      <a:pt x="994621" y="38719"/>
                      <a:pt x="994621" y="42691"/>
                    </a:cubicBezTo>
                    <a:lnTo>
                      <a:pt x="994621" y="143075"/>
                    </a:lnTo>
                    <a:cubicBezTo>
                      <a:pt x="1010033" y="142832"/>
                      <a:pt x="1025282" y="141486"/>
                      <a:pt x="1040370" y="139038"/>
                    </a:cubicBezTo>
                    <a:lnTo>
                      <a:pt x="1040370" y="178679"/>
                    </a:lnTo>
                    <a:cubicBezTo>
                      <a:pt x="1025235" y="176284"/>
                      <a:pt x="1009985" y="174938"/>
                      <a:pt x="994621" y="174643"/>
                    </a:cubicBezTo>
                    <a:lnTo>
                      <a:pt x="994621" y="311267"/>
                    </a:lnTo>
                    <a:cubicBezTo>
                      <a:pt x="1008028" y="305824"/>
                      <a:pt x="1025818" y="298947"/>
                      <a:pt x="1047992" y="290636"/>
                    </a:cubicBezTo>
                    <a:cubicBezTo>
                      <a:pt x="1047392" y="296608"/>
                      <a:pt x="1047092" y="301967"/>
                      <a:pt x="1047092" y="306713"/>
                    </a:cubicBezTo>
                    <a:cubicBezTo>
                      <a:pt x="1047092" y="311459"/>
                      <a:pt x="1047990" y="318440"/>
                      <a:pt x="1049785" y="327655"/>
                    </a:cubicBezTo>
                    <a:cubicBezTo>
                      <a:pt x="1003613" y="339661"/>
                      <a:pt x="955478" y="355037"/>
                      <a:pt x="905381" y="373782"/>
                    </a:cubicBezTo>
                    <a:cubicBezTo>
                      <a:pt x="903857" y="360671"/>
                      <a:pt x="898562" y="347393"/>
                      <a:pt x="889494" y="333949"/>
                    </a:cubicBezTo>
                    <a:cubicBezTo>
                      <a:pt x="916511" y="329958"/>
                      <a:pt x="939683" y="325445"/>
                      <a:pt x="959010" y="320411"/>
                    </a:cubicBezTo>
                    <a:lnTo>
                      <a:pt x="959010" y="174193"/>
                    </a:lnTo>
                    <a:cubicBezTo>
                      <a:pt x="936445" y="174193"/>
                      <a:pt x="916561" y="175688"/>
                      <a:pt x="899359" y="178679"/>
                    </a:cubicBezTo>
                    <a:lnTo>
                      <a:pt x="899359" y="139038"/>
                    </a:lnTo>
                    <a:cubicBezTo>
                      <a:pt x="916381" y="142329"/>
                      <a:pt x="936264" y="143975"/>
                      <a:pt x="959010" y="143975"/>
                    </a:cubicBezTo>
                    <a:cubicBezTo>
                      <a:pt x="959010" y="79824"/>
                      <a:pt x="957814" y="35868"/>
                      <a:pt x="955423" y="12108"/>
                    </a:cubicBezTo>
                    <a:close/>
                    <a:moveTo>
                      <a:pt x="1549529" y="10315"/>
                    </a:moveTo>
                    <a:cubicBezTo>
                      <a:pt x="1562354" y="13906"/>
                      <a:pt x="1572713" y="15702"/>
                      <a:pt x="1580604" y="15702"/>
                    </a:cubicBezTo>
                    <a:lnTo>
                      <a:pt x="1591863" y="15252"/>
                    </a:lnTo>
                    <a:cubicBezTo>
                      <a:pt x="1598140" y="15252"/>
                      <a:pt x="1601278" y="17536"/>
                      <a:pt x="1601278" y="22106"/>
                    </a:cubicBezTo>
                    <a:cubicBezTo>
                      <a:pt x="1601278" y="26676"/>
                      <a:pt x="1599710" y="30034"/>
                      <a:pt x="1596574" y="32182"/>
                    </a:cubicBezTo>
                    <a:cubicBezTo>
                      <a:pt x="1593438" y="34330"/>
                      <a:pt x="1591252" y="37011"/>
                      <a:pt x="1590016" y="40226"/>
                    </a:cubicBezTo>
                    <a:cubicBezTo>
                      <a:pt x="1588780" y="43441"/>
                      <a:pt x="1588106" y="45990"/>
                      <a:pt x="1587994" y="47873"/>
                    </a:cubicBezTo>
                    <a:cubicBezTo>
                      <a:pt x="1587882" y="49757"/>
                      <a:pt x="1587826" y="59546"/>
                      <a:pt x="1587826" y="77241"/>
                    </a:cubicBezTo>
                    <a:cubicBezTo>
                      <a:pt x="1587826" y="94937"/>
                      <a:pt x="1586929" y="112397"/>
                      <a:pt x="1585133" y="129623"/>
                    </a:cubicBezTo>
                    <a:cubicBezTo>
                      <a:pt x="1659428" y="129623"/>
                      <a:pt x="1719379" y="128125"/>
                      <a:pt x="1764984" y="125130"/>
                    </a:cubicBezTo>
                    <a:lnTo>
                      <a:pt x="1764984" y="167021"/>
                    </a:lnTo>
                    <a:cubicBezTo>
                      <a:pt x="1714168" y="164030"/>
                      <a:pt x="1654368" y="162534"/>
                      <a:pt x="1585583" y="162534"/>
                    </a:cubicBezTo>
                    <a:cubicBezTo>
                      <a:pt x="1599661" y="205830"/>
                      <a:pt x="1622850" y="245619"/>
                      <a:pt x="1655149" y="281899"/>
                    </a:cubicBezTo>
                    <a:cubicBezTo>
                      <a:pt x="1687448" y="318180"/>
                      <a:pt x="1727949" y="348105"/>
                      <a:pt x="1776650" y="371675"/>
                    </a:cubicBezTo>
                    <a:cubicBezTo>
                      <a:pt x="1763910" y="380914"/>
                      <a:pt x="1753090" y="393127"/>
                      <a:pt x="1744189" y="408315"/>
                    </a:cubicBezTo>
                    <a:cubicBezTo>
                      <a:pt x="1661336" y="359533"/>
                      <a:pt x="1603747" y="291360"/>
                      <a:pt x="1571424" y="203797"/>
                    </a:cubicBezTo>
                    <a:cubicBezTo>
                      <a:pt x="1563271" y="246697"/>
                      <a:pt x="1545826" y="284175"/>
                      <a:pt x="1519089" y="316229"/>
                    </a:cubicBezTo>
                    <a:cubicBezTo>
                      <a:pt x="1492353" y="348283"/>
                      <a:pt x="1450040" y="379128"/>
                      <a:pt x="1392152" y="408765"/>
                    </a:cubicBezTo>
                    <a:cubicBezTo>
                      <a:pt x="1382694" y="396802"/>
                      <a:pt x="1372061" y="386865"/>
                      <a:pt x="1360255" y="378954"/>
                    </a:cubicBezTo>
                    <a:cubicBezTo>
                      <a:pt x="1474050" y="329962"/>
                      <a:pt x="1536544" y="257822"/>
                      <a:pt x="1547736" y="162534"/>
                    </a:cubicBezTo>
                    <a:cubicBezTo>
                      <a:pt x="1485490" y="162534"/>
                      <a:pt x="1430771" y="164030"/>
                      <a:pt x="1383579" y="167021"/>
                    </a:cubicBezTo>
                    <a:lnTo>
                      <a:pt x="1383579" y="125130"/>
                    </a:lnTo>
                    <a:cubicBezTo>
                      <a:pt x="1435943" y="128125"/>
                      <a:pt x="1491283" y="129623"/>
                      <a:pt x="1549600" y="129623"/>
                    </a:cubicBezTo>
                    <a:cubicBezTo>
                      <a:pt x="1549853" y="114726"/>
                      <a:pt x="1550053" y="94617"/>
                      <a:pt x="1550200" y="69298"/>
                    </a:cubicBezTo>
                    <a:cubicBezTo>
                      <a:pt x="1550348" y="43978"/>
                      <a:pt x="1550124" y="24317"/>
                      <a:pt x="1549529" y="10315"/>
                    </a:cubicBezTo>
                    <a:close/>
                    <a:moveTo>
                      <a:pt x="1234137" y="6722"/>
                    </a:moveTo>
                    <a:cubicBezTo>
                      <a:pt x="1243995" y="14428"/>
                      <a:pt x="1254354" y="20369"/>
                      <a:pt x="1265212" y="24546"/>
                    </a:cubicBezTo>
                    <a:cubicBezTo>
                      <a:pt x="1271099" y="26813"/>
                      <a:pt x="1274042" y="30117"/>
                      <a:pt x="1274042" y="34458"/>
                    </a:cubicBezTo>
                    <a:cubicBezTo>
                      <a:pt x="1274042" y="38799"/>
                      <a:pt x="1271464" y="41589"/>
                      <a:pt x="1266309" y="42830"/>
                    </a:cubicBezTo>
                    <a:cubicBezTo>
                      <a:pt x="1261153" y="44071"/>
                      <a:pt x="1255709" y="47348"/>
                      <a:pt x="1249975" y="52663"/>
                    </a:cubicBezTo>
                    <a:cubicBezTo>
                      <a:pt x="1244241" y="57978"/>
                      <a:pt x="1235220" y="66737"/>
                      <a:pt x="1222914" y="78938"/>
                    </a:cubicBezTo>
                    <a:cubicBezTo>
                      <a:pt x="1248932" y="78986"/>
                      <a:pt x="1275095" y="77938"/>
                      <a:pt x="1301403" y="75795"/>
                    </a:cubicBezTo>
                    <a:cubicBezTo>
                      <a:pt x="1299307" y="95888"/>
                      <a:pt x="1298259" y="122229"/>
                      <a:pt x="1298259" y="154819"/>
                    </a:cubicBezTo>
                    <a:cubicBezTo>
                      <a:pt x="1298259" y="187409"/>
                      <a:pt x="1299307" y="212705"/>
                      <a:pt x="1301403" y="230707"/>
                    </a:cubicBezTo>
                    <a:cubicBezTo>
                      <a:pt x="1276437" y="228316"/>
                      <a:pt x="1235843" y="227121"/>
                      <a:pt x="1179619" y="227121"/>
                    </a:cubicBezTo>
                    <a:cubicBezTo>
                      <a:pt x="1123396" y="227121"/>
                      <a:pt x="1077070" y="228316"/>
                      <a:pt x="1040641" y="230707"/>
                    </a:cubicBezTo>
                    <a:cubicBezTo>
                      <a:pt x="1042737" y="206490"/>
                      <a:pt x="1043785" y="180919"/>
                      <a:pt x="1043785" y="153994"/>
                    </a:cubicBezTo>
                    <a:cubicBezTo>
                      <a:pt x="1043785" y="127069"/>
                      <a:pt x="1042737" y="101003"/>
                      <a:pt x="1040641" y="75795"/>
                    </a:cubicBezTo>
                    <a:cubicBezTo>
                      <a:pt x="1056229" y="77143"/>
                      <a:pt x="1071393" y="78153"/>
                      <a:pt x="1086135" y="78827"/>
                    </a:cubicBezTo>
                    <a:lnTo>
                      <a:pt x="1122011" y="79672"/>
                    </a:lnTo>
                    <a:lnTo>
                      <a:pt x="1100452" y="56923"/>
                    </a:lnTo>
                    <a:cubicBezTo>
                      <a:pt x="1090918" y="48359"/>
                      <a:pt x="1080699" y="40569"/>
                      <a:pt x="1069795" y="33554"/>
                    </a:cubicBezTo>
                    <a:lnTo>
                      <a:pt x="1090626" y="8965"/>
                    </a:lnTo>
                    <a:cubicBezTo>
                      <a:pt x="1112424" y="22919"/>
                      <a:pt x="1132898" y="41050"/>
                      <a:pt x="1152048" y="63358"/>
                    </a:cubicBezTo>
                    <a:lnTo>
                      <a:pt x="1132922" y="79838"/>
                    </a:lnTo>
                    <a:lnTo>
                      <a:pt x="1190753" y="79838"/>
                    </a:lnTo>
                    <a:cubicBezTo>
                      <a:pt x="1209303" y="53983"/>
                      <a:pt x="1223764" y="29611"/>
                      <a:pt x="1234137" y="6722"/>
                    </a:cubicBezTo>
                    <a:close/>
                    <a:moveTo>
                      <a:pt x="138138" y="5829"/>
                    </a:moveTo>
                    <a:cubicBezTo>
                      <a:pt x="154712" y="7924"/>
                      <a:pt x="169392" y="8972"/>
                      <a:pt x="182180" y="8972"/>
                    </a:cubicBezTo>
                    <a:cubicBezTo>
                      <a:pt x="190609" y="8972"/>
                      <a:pt x="194824" y="11449"/>
                      <a:pt x="194824" y="16402"/>
                    </a:cubicBezTo>
                    <a:cubicBezTo>
                      <a:pt x="194824" y="21355"/>
                      <a:pt x="193103" y="24519"/>
                      <a:pt x="189663" y="25896"/>
                    </a:cubicBezTo>
                    <a:cubicBezTo>
                      <a:pt x="186222" y="27272"/>
                      <a:pt x="183830" y="29189"/>
                      <a:pt x="182487" y="31646"/>
                    </a:cubicBezTo>
                    <a:cubicBezTo>
                      <a:pt x="181144" y="34104"/>
                      <a:pt x="180472" y="36290"/>
                      <a:pt x="180472" y="38204"/>
                    </a:cubicBezTo>
                    <a:lnTo>
                      <a:pt x="180472" y="78938"/>
                    </a:lnTo>
                    <a:cubicBezTo>
                      <a:pt x="242027" y="78943"/>
                      <a:pt x="288824" y="77147"/>
                      <a:pt x="320861" y="73552"/>
                    </a:cubicBezTo>
                    <a:cubicBezTo>
                      <a:pt x="318766" y="89111"/>
                      <a:pt x="317718" y="107530"/>
                      <a:pt x="317718" y="128809"/>
                    </a:cubicBezTo>
                    <a:lnTo>
                      <a:pt x="317718" y="261118"/>
                    </a:lnTo>
                    <a:cubicBezTo>
                      <a:pt x="317718" y="282349"/>
                      <a:pt x="319213" y="305252"/>
                      <a:pt x="322204" y="329827"/>
                    </a:cubicBezTo>
                    <a:lnTo>
                      <a:pt x="280320" y="329827"/>
                    </a:lnTo>
                    <a:lnTo>
                      <a:pt x="280320" y="297537"/>
                    </a:lnTo>
                    <a:lnTo>
                      <a:pt x="180472" y="297537"/>
                    </a:lnTo>
                    <a:lnTo>
                      <a:pt x="180472" y="355751"/>
                    </a:lnTo>
                    <a:cubicBezTo>
                      <a:pt x="180472" y="365210"/>
                      <a:pt x="181251" y="371735"/>
                      <a:pt x="182808" y="375329"/>
                    </a:cubicBezTo>
                    <a:cubicBezTo>
                      <a:pt x="184365" y="378922"/>
                      <a:pt x="187970" y="381553"/>
                      <a:pt x="193620" y="383223"/>
                    </a:cubicBezTo>
                    <a:cubicBezTo>
                      <a:pt x="199271" y="384892"/>
                      <a:pt x="209188" y="385726"/>
                      <a:pt x="223370" y="385726"/>
                    </a:cubicBezTo>
                    <a:lnTo>
                      <a:pt x="294308" y="385276"/>
                    </a:lnTo>
                    <a:cubicBezTo>
                      <a:pt x="310386" y="385276"/>
                      <a:pt x="321208" y="380391"/>
                      <a:pt x="326773" y="370621"/>
                    </a:cubicBezTo>
                    <a:cubicBezTo>
                      <a:pt x="332338" y="360851"/>
                      <a:pt x="336854" y="343907"/>
                      <a:pt x="340321" y="319790"/>
                    </a:cubicBezTo>
                    <a:cubicBezTo>
                      <a:pt x="351203" y="328572"/>
                      <a:pt x="364002" y="335332"/>
                      <a:pt x="378718" y="340071"/>
                    </a:cubicBezTo>
                    <a:cubicBezTo>
                      <a:pt x="371184" y="371270"/>
                      <a:pt x="361744" y="392462"/>
                      <a:pt x="350397" y="403647"/>
                    </a:cubicBezTo>
                    <a:cubicBezTo>
                      <a:pt x="339050" y="414831"/>
                      <a:pt x="320480" y="420424"/>
                      <a:pt x="294686" y="420424"/>
                    </a:cubicBezTo>
                    <a:lnTo>
                      <a:pt x="223892" y="419981"/>
                    </a:lnTo>
                    <a:cubicBezTo>
                      <a:pt x="199622" y="419981"/>
                      <a:pt x="181838" y="418204"/>
                      <a:pt x="170539" y="414652"/>
                    </a:cubicBezTo>
                    <a:cubicBezTo>
                      <a:pt x="159240" y="411099"/>
                      <a:pt x="151838" y="404730"/>
                      <a:pt x="148332" y="395546"/>
                    </a:cubicBezTo>
                    <a:cubicBezTo>
                      <a:pt x="144827" y="386361"/>
                      <a:pt x="143075" y="372201"/>
                      <a:pt x="143075" y="353065"/>
                    </a:cubicBezTo>
                    <a:lnTo>
                      <a:pt x="143075" y="297537"/>
                    </a:lnTo>
                    <a:lnTo>
                      <a:pt x="40540" y="297537"/>
                    </a:lnTo>
                    <a:lnTo>
                      <a:pt x="40540" y="338799"/>
                    </a:lnTo>
                    <a:lnTo>
                      <a:pt x="0" y="338799"/>
                    </a:lnTo>
                    <a:cubicBezTo>
                      <a:pt x="3286" y="313844"/>
                      <a:pt x="4929" y="289445"/>
                      <a:pt x="4929" y="265604"/>
                    </a:cubicBezTo>
                    <a:lnTo>
                      <a:pt x="4929" y="128809"/>
                    </a:lnTo>
                    <a:cubicBezTo>
                      <a:pt x="4929" y="109549"/>
                      <a:pt x="3883" y="91130"/>
                      <a:pt x="1793" y="73552"/>
                    </a:cubicBezTo>
                    <a:cubicBezTo>
                      <a:pt x="35202" y="77147"/>
                      <a:pt x="82296" y="78943"/>
                      <a:pt x="143075" y="78938"/>
                    </a:cubicBezTo>
                    <a:cubicBezTo>
                      <a:pt x="143075" y="49234"/>
                      <a:pt x="141429" y="24865"/>
                      <a:pt x="138138" y="5829"/>
                    </a:cubicBezTo>
                    <a:close/>
                    <a:moveTo>
                      <a:pt x="663456" y="0"/>
                    </a:moveTo>
                    <a:cubicBezTo>
                      <a:pt x="681806" y="24469"/>
                      <a:pt x="695813" y="45403"/>
                      <a:pt x="705476" y="62800"/>
                    </a:cubicBezTo>
                    <a:cubicBezTo>
                      <a:pt x="758902" y="62800"/>
                      <a:pt x="801669" y="61450"/>
                      <a:pt x="833777" y="58750"/>
                    </a:cubicBezTo>
                    <a:lnTo>
                      <a:pt x="833777" y="95704"/>
                    </a:lnTo>
                    <a:cubicBezTo>
                      <a:pt x="805869" y="93314"/>
                      <a:pt x="751944" y="92118"/>
                      <a:pt x="672000" y="92118"/>
                    </a:cubicBezTo>
                    <a:cubicBezTo>
                      <a:pt x="665666" y="99219"/>
                      <a:pt x="644990" y="127416"/>
                      <a:pt x="609971" y="176708"/>
                    </a:cubicBezTo>
                    <a:lnTo>
                      <a:pt x="751082" y="171743"/>
                    </a:lnTo>
                    <a:cubicBezTo>
                      <a:pt x="739456" y="161241"/>
                      <a:pt x="726150" y="148749"/>
                      <a:pt x="711162" y="134266"/>
                    </a:cubicBezTo>
                    <a:lnTo>
                      <a:pt x="735658" y="113921"/>
                    </a:lnTo>
                    <a:cubicBezTo>
                      <a:pt x="764400" y="139362"/>
                      <a:pt x="793070" y="172538"/>
                      <a:pt x="821669" y="213448"/>
                    </a:cubicBezTo>
                    <a:lnTo>
                      <a:pt x="792429" y="233400"/>
                    </a:lnTo>
                    <a:cubicBezTo>
                      <a:pt x="784485" y="221894"/>
                      <a:pt x="776685" y="210681"/>
                      <a:pt x="769027" y="199760"/>
                    </a:cubicBezTo>
                    <a:cubicBezTo>
                      <a:pt x="642906" y="206876"/>
                      <a:pt x="575857" y="212705"/>
                      <a:pt x="567880" y="217248"/>
                    </a:cubicBezTo>
                    <a:cubicBezTo>
                      <a:pt x="564294" y="206304"/>
                      <a:pt x="560327" y="195053"/>
                      <a:pt x="555979" y="183494"/>
                    </a:cubicBezTo>
                    <a:cubicBezTo>
                      <a:pt x="564175" y="180284"/>
                      <a:pt x="571596" y="175426"/>
                      <a:pt x="578242" y="168921"/>
                    </a:cubicBezTo>
                    <a:cubicBezTo>
                      <a:pt x="584888" y="162415"/>
                      <a:pt x="594513" y="150265"/>
                      <a:pt x="607117" y="132470"/>
                    </a:cubicBezTo>
                    <a:cubicBezTo>
                      <a:pt x="619721" y="114675"/>
                      <a:pt x="628988" y="101372"/>
                      <a:pt x="634917" y="92561"/>
                    </a:cubicBezTo>
                    <a:cubicBezTo>
                      <a:pt x="606256" y="92561"/>
                      <a:pt x="579346" y="93609"/>
                      <a:pt x="554186" y="95704"/>
                    </a:cubicBezTo>
                    <a:lnTo>
                      <a:pt x="554186" y="82534"/>
                    </a:lnTo>
                    <a:lnTo>
                      <a:pt x="535490" y="106470"/>
                    </a:lnTo>
                    <a:cubicBezTo>
                      <a:pt x="518050" y="91883"/>
                      <a:pt x="489894" y="73745"/>
                      <a:pt x="451023" y="52056"/>
                    </a:cubicBezTo>
                    <a:lnTo>
                      <a:pt x="468839" y="23767"/>
                    </a:lnTo>
                    <a:cubicBezTo>
                      <a:pt x="489139" y="34842"/>
                      <a:pt x="506640" y="44971"/>
                      <a:pt x="521342" y="54155"/>
                    </a:cubicBezTo>
                    <a:lnTo>
                      <a:pt x="554186" y="76884"/>
                    </a:lnTo>
                    <a:lnTo>
                      <a:pt x="554186" y="58750"/>
                    </a:lnTo>
                    <a:cubicBezTo>
                      <a:pt x="584761" y="61450"/>
                      <a:pt x="623182" y="62800"/>
                      <a:pt x="669450" y="62800"/>
                    </a:cubicBezTo>
                    <a:cubicBezTo>
                      <a:pt x="661297" y="52966"/>
                      <a:pt x="649786" y="38581"/>
                      <a:pt x="634917" y="19645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3600" b="1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5C98101A-61A0-4019-8209-C1385EF849D2}"/>
              </a:ext>
            </a:extLst>
          </p:cNvPr>
          <p:cNvGrpSpPr/>
          <p:nvPr/>
        </p:nvGrpSpPr>
        <p:grpSpPr>
          <a:xfrm>
            <a:off x="9910233" y="1481685"/>
            <a:ext cx="1868267" cy="1582799"/>
            <a:chOff x="8688755" y="2362745"/>
            <a:chExt cx="1868267" cy="1582799"/>
          </a:xfrm>
        </p:grpSpPr>
        <p:grpSp>
          <p:nvGrpSpPr>
            <p:cNvPr id="228" name="组合 227">
              <a:extLst>
                <a:ext uri="{FF2B5EF4-FFF2-40B4-BE49-F238E27FC236}">
                  <a16:creationId xmlns:a16="http://schemas.microsoft.com/office/drawing/2014/main" id="{E8F7070C-F743-40E2-84A2-0EAC52DDCDB1}"/>
                </a:ext>
              </a:extLst>
            </p:cNvPr>
            <p:cNvGrpSpPr/>
            <p:nvPr/>
          </p:nvGrpSpPr>
          <p:grpSpPr>
            <a:xfrm rot="10800000">
              <a:off x="9153303" y="3192749"/>
              <a:ext cx="903583" cy="752795"/>
              <a:chOff x="5612081" y="2321455"/>
              <a:chExt cx="411164" cy="291983"/>
            </a:xfrm>
          </p:grpSpPr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EEEA9231-254F-420F-83D4-EBEDF6B63D30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E22B13A3-18B5-4DA3-AD2F-97DE13C41A71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72A3B7B1-4CEB-422C-8E5A-AD97442828FC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>
                <a:extLst>
                  <a:ext uri="{FF2B5EF4-FFF2-40B4-BE49-F238E27FC236}">
                    <a16:creationId xmlns:a16="http://schemas.microsoft.com/office/drawing/2014/main" id="{99FEFB78-BB39-4C49-8DF1-2FBBCD82E221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D8BD5FA1-DF6B-4E00-A13F-E82741665B8D}"/>
                </a:ext>
              </a:extLst>
            </p:cNvPr>
            <p:cNvGrpSpPr/>
            <p:nvPr/>
          </p:nvGrpSpPr>
          <p:grpSpPr>
            <a:xfrm>
              <a:off x="9341891" y="3199691"/>
              <a:ext cx="122298" cy="716586"/>
              <a:chOff x="2449740" y="3316514"/>
              <a:chExt cx="268062" cy="1570670"/>
            </a:xfrm>
          </p:grpSpPr>
          <p:grpSp>
            <p:nvGrpSpPr>
              <p:cNvPr id="258" name="组合 257">
                <a:extLst>
                  <a:ext uri="{FF2B5EF4-FFF2-40B4-BE49-F238E27FC236}">
                    <a16:creationId xmlns:a16="http://schemas.microsoft.com/office/drawing/2014/main" id="{6B519B64-56ED-4FE3-B9FA-34391C54A3F1}"/>
                  </a:ext>
                </a:extLst>
              </p:cNvPr>
              <p:cNvGrpSpPr/>
              <p:nvPr/>
            </p:nvGrpSpPr>
            <p:grpSpPr>
              <a:xfrm>
                <a:off x="2449740" y="3316514"/>
                <a:ext cx="268062" cy="268062"/>
                <a:chOff x="2297340" y="3316514"/>
                <a:chExt cx="268062" cy="268062"/>
              </a:xfrm>
            </p:grpSpPr>
            <p:sp>
              <p:nvSpPr>
                <p:cNvPr id="275" name="椭圆 274">
                  <a:extLst>
                    <a:ext uri="{FF2B5EF4-FFF2-40B4-BE49-F238E27FC236}">
                      <a16:creationId xmlns:a16="http://schemas.microsoft.com/office/drawing/2014/main" id="{8DE33B01-BD71-480B-A145-B83077E0FF26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76" name="直接连接符 275">
                  <a:extLst>
                    <a:ext uri="{FF2B5EF4-FFF2-40B4-BE49-F238E27FC236}">
                      <a16:creationId xmlns:a16="http://schemas.microsoft.com/office/drawing/2014/main" id="{AA227D77-B034-4699-839E-B10961979D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接连接符 276">
                  <a:extLst>
                    <a:ext uri="{FF2B5EF4-FFF2-40B4-BE49-F238E27FC236}">
                      <a16:creationId xmlns:a16="http://schemas.microsoft.com/office/drawing/2014/main" id="{0CAD43E7-F554-4A99-8498-D81D5D641D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组合 258">
                <a:extLst>
                  <a:ext uri="{FF2B5EF4-FFF2-40B4-BE49-F238E27FC236}">
                    <a16:creationId xmlns:a16="http://schemas.microsoft.com/office/drawing/2014/main" id="{E9BB3F12-24B5-41E9-8CAE-512E8FCBD24C}"/>
                  </a:ext>
                </a:extLst>
              </p:cNvPr>
              <p:cNvGrpSpPr/>
              <p:nvPr/>
            </p:nvGrpSpPr>
            <p:grpSpPr>
              <a:xfrm>
                <a:off x="2449740" y="3642166"/>
                <a:ext cx="268062" cy="268062"/>
                <a:chOff x="2297340" y="3316514"/>
                <a:chExt cx="268062" cy="268062"/>
              </a:xfrm>
            </p:grpSpPr>
            <p:sp>
              <p:nvSpPr>
                <p:cNvPr id="272" name="椭圆 271">
                  <a:extLst>
                    <a:ext uri="{FF2B5EF4-FFF2-40B4-BE49-F238E27FC236}">
                      <a16:creationId xmlns:a16="http://schemas.microsoft.com/office/drawing/2014/main" id="{C5E69EF2-9E4F-47B5-97F9-9B1723925E45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73" name="直接连接符 272">
                  <a:extLst>
                    <a:ext uri="{FF2B5EF4-FFF2-40B4-BE49-F238E27FC236}">
                      <a16:creationId xmlns:a16="http://schemas.microsoft.com/office/drawing/2014/main" id="{40DE28F1-6053-4241-9877-38D1E6F64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连接符 273">
                  <a:extLst>
                    <a:ext uri="{FF2B5EF4-FFF2-40B4-BE49-F238E27FC236}">
                      <a16:creationId xmlns:a16="http://schemas.microsoft.com/office/drawing/2014/main" id="{128FE7A9-C7C8-461F-83B2-F816AF3FB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组合 259">
                <a:extLst>
                  <a:ext uri="{FF2B5EF4-FFF2-40B4-BE49-F238E27FC236}">
                    <a16:creationId xmlns:a16="http://schemas.microsoft.com/office/drawing/2014/main" id="{9F11FD80-1240-4AFA-8C72-043AC9F0A0AC}"/>
                  </a:ext>
                </a:extLst>
              </p:cNvPr>
              <p:cNvGrpSpPr/>
              <p:nvPr/>
            </p:nvGrpSpPr>
            <p:grpSpPr>
              <a:xfrm>
                <a:off x="2449740" y="3967818"/>
                <a:ext cx="268062" cy="268062"/>
                <a:chOff x="2297340" y="3316514"/>
                <a:chExt cx="268062" cy="268062"/>
              </a:xfrm>
            </p:grpSpPr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826B95C8-EEB4-4B5F-9147-A856257EB597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70" name="直接连接符 269">
                  <a:extLst>
                    <a:ext uri="{FF2B5EF4-FFF2-40B4-BE49-F238E27FC236}">
                      <a16:creationId xmlns:a16="http://schemas.microsoft.com/office/drawing/2014/main" id="{92DDA4F4-5558-4974-AD21-D91FC469EE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直接连接符 270">
                  <a:extLst>
                    <a:ext uri="{FF2B5EF4-FFF2-40B4-BE49-F238E27FC236}">
                      <a16:creationId xmlns:a16="http://schemas.microsoft.com/office/drawing/2014/main" id="{84F58799-BACF-4836-808D-ED1845998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组合 260">
                <a:extLst>
                  <a:ext uri="{FF2B5EF4-FFF2-40B4-BE49-F238E27FC236}">
                    <a16:creationId xmlns:a16="http://schemas.microsoft.com/office/drawing/2014/main" id="{8B5AABDA-0E4D-4832-AD2C-D8C30DEDA18D}"/>
                  </a:ext>
                </a:extLst>
              </p:cNvPr>
              <p:cNvGrpSpPr/>
              <p:nvPr/>
            </p:nvGrpSpPr>
            <p:grpSpPr>
              <a:xfrm>
                <a:off x="2449740" y="4293470"/>
                <a:ext cx="268062" cy="268062"/>
                <a:chOff x="2297340" y="3316514"/>
                <a:chExt cx="268062" cy="268062"/>
              </a:xfrm>
            </p:grpSpPr>
            <p:sp>
              <p:nvSpPr>
                <p:cNvPr id="266" name="椭圆 265">
                  <a:extLst>
                    <a:ext uri="{FF2B5EF4-FFF2-40B4-BE49-F238E27FC236}">
                      <a16:creationId xmlns:a16="http://schemas.microsoft.com/office/drawing/2014/main" id="{D5B22095-767F-422F-BDC7-06EEFEE32263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67" name="直接连接符 266">
                  <a:extLst>
                    <a:ext uri="{FF2B5EF4-FFF2-40B4-BE49-F238E27FC236}">
                      <a16:creationId xmlns:a16="http://schemas.microsoft.com/office/drawing/2014/main" id="{099A5323-A160-4E8F-B065-F05121FF1C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直接连接符 267">
                  <a:extLst>
                    <a:ext uri="{FF2B5EF4-FFF2-40B4-BE49-F238E27FC236}">
                      <a16:creationId xmlns:a16="http://schemas.microsoft.com/office/drawing/2014/main" id="{333FC6CA-8CCD-4511-B17E-DACD645CE7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6AE1DEF3-47F0-4B9A-873D-B684D7B697DB}"/>
                  </a:ext>
                </a:extLst>
              </p:cNvPr>
              <p:cNvGrpSpPr/>
              <p:nvPr/>
            </p:nvGrpSpPr>
            <p:grpSpPr>
              <a:xfrm>
                <a:off x="2449740" y="4619122"/>
                <a:ext cx="268062" cy="268062"/>
                <a:chOff x="2297340" y="3316514"/>
                <a:chExt cx="268062" cy="268062"/>
              </a:xfrm>
            </p:grpSpPr>
            <p:sp>
              <p:nvSpPr>
                <p:cNvPr id="263" name="椭圆 262">
                  <a:extLst>
                    <a:ext uri="{FF2B5EF4-FFF2-40B4-BE49-F238E27FC236}">
                      <a16:creationId xmlns:a16="http://schemas.microsoft.com/office/drawing/2014/main" id="{CBBEC453-C5F0-43F5-9480-ED6D6CC4E110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64" name="直接连接符 263">
                  <a:extLst>
                    <a:ext uri="{FF2B5EF4-FFF2-40B4-BE49-F238E27FC236}">
                      <a16:creationId xmlns:a16="http://schemas.microsoft.com/office/drawing/2014/main" id="{00D208CE-E978-44AA-87D4-5DF6AF3A2B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直接连接符 264">
                  <a:extLst>
                    <a:ext uri="{FF2B5EF4-FFF2-40B4-BE49-F238E27FC236}">
                      <a16:creationId xmlns:a16="http://schemas.microsoft.com/office/drawing/2014/main" id="{7F541EA1-1F41-46A9-8FCC-20BBE7E7E7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1ED30A89-5D7A-46AC-81AA-75EB23CDFBFD}"/>
                </a:ext>
              </a:extLst>
            </p:cNvPr>
            <p:cNvGrpSpPr/>
            <p:nvPr/>
          </p:nvGrpSpPr>
          <p:grpSpPr>
            <a:xfrm>
              <a:off x="9760676" y="3191067"/>
              <a:ext cx="122298" cy="716586"/>
              <a:chOff x="3581288" y="3316514"/>
              <a:chExt cx="268062" cy="1570670"/>
            </a:xfrm>
          </p:grpSpPr>
          <p:grpSp>
            <p:nvGrpSpPr>
              <p:cNvPr id="243" name="组合 242">
                <a:extLst>
                  <a:ext uri="{FF2B5EF4-FFF2-40B4-BE49-F238E27FC236}">
                    <a16:creationId xmlns:a16="http://schemas.microsoft.com/office/drawing/2014/main" id="{DA429080-6B7C-4A9F-BAB5-EA76E06EC0E7}"/>
                  </a:ext>
                </a:extLst>
              </p:cNvPr>
              <p:cNvGrpSpPr/>
              <p:nvPr/>
            </p:nvGrpSpPr>
            <p:grpSpPr>
              <a:xfrm>
                <a:off x="3581288" y="3316514"/>
                <a:ext cx="268062" cy="268062"/>
                <a:chOff x="2745015" y="3316514"/>
                <a:chExt cx="268062" cy="268062"/>
              </a:xfrm>
            </p:grpSpPr>
            <p:sp>
              <p:nvSpPr>
                <p:cNvPr id="256" name="椭圆 255">
                  <a:extLst>
                    <a:ext uri="{FF2B5EF4-FFF2-40B4-BE49-F238E27FC236}">
                      <a16:creationId xmlns:a16="http://schemas.microsoft.com/office/drawing/2014/main" id="{BDD15D29-43BD-495D-8B7B-84DBDF1109D2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57" name="直接连接符 256">
                  <a:extLst>
                    <a:ext uri="{FF2B5EF4-FFF2-40B4-BE49-F238E27FC236}">
                      <a16:creationId xmlns:a16="http://schemas.microsoft.com/office/drawing/2014/main" id="{583B78B9-6417-4199-B5ED-D49180C3DF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CB15E8CA-8A06-451A-9BD1-1720C1D36BA9}"/>
                  </a:ext>
                </a:extLst>
              </p:cNvPr>
              <p:cNvGrpSpPr/>
              <p:nvPr/>
            </p:nvGrpSpPr>
            <p:grpSpPr>
              <a:xfrm>
                <a:off x="3581288" y="3642166"/>
                <a:ext cx="268062" cy="268062"/>
                <a:chOff x="2745015" y="3316514"/>
                <a:chExt cx="268062" cy="268062"/>
              </a:xfrm>
            </p:grpSpPr>
            <p:sp>
              <p:nvSpPr>
                <p:cNvPr id="254" name="椭圆 253">
                  <a:extLst>
                    <a:ext uri="{FF2B5EF4-FFF2-40B4-BE49-F238E27FC236}">
                      <a16:creationId xmlns:a16="http://schemas.microsoft.com/office/drawing/2014/main" id="{D7FFBD33-B92A-45D1-96A8-7492B3450F1F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55" name="直接连接符 254">
                  <a:extLst>
                    <a:ext uri="{FF2B5EF4-FFF2-40B4-BE49-F238E27FC236}">
                      <a16:creationId xmlns:a16="http://schemas.microsoft.com/office/drawing/2014/main" id="{A1E16F38-9CE4-4F8C-80C4-F7057702D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5FFD142F-A706-4D61-B79D-282C25A920F4}"/>
                  </a:ext>
                </a:extLst>
              </p:cNvPr>
              <p:cNvGrpSpPr/>
              <p:nvPr/>
            </p:nvGrpSpPr>
            <p:grpSpPr>
              <a:xfrm>
                <a:off x="3581288" y="3967818"/>
                <a:ext cx="268062" cy="268062"/>
                <a:chOff x="2745015" y="3316514"/>
                <a:chExt cx="268062" cy="268062"/>
              </a:xfrm>
            </p:grpSpPr>
            <p:sp>
              <p:nvSpPr>
                <p:cNvPr id="252" name="椭圆 251">
                  <a:extLst>
                    <a:ext uri="{FF2B5EF4-FFF2-40B4-BE49-F238E27FC236}">
                      <a16:creationId xmlns:a16="http://schemas.microsoft.com/office/drawing/2014/main" id="{56F7777E-F3DD-4D96-8A4D-4C55A6D27977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53" name="直接连接符 252">
                  <a:extLst>
                    <a:ext uri="{FF2B5EF4-FFF2-40B4-BE49-F238E27FC236}">
                      <a16:creationId xmlns:a16="http://schemas.microsoft.com/office/drawing/2014/main" id="{C184AD44-6A43-4DD5-80AB-1FAA4618C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686B4BC6-50D7-42B5-BAD8-A00A0F7AE8D2}"/>
                  </a:ext>
                </a:extLst>
              </p:cNvPr>
              <p:cNvGrpSpPr/>
              <p:nvPr/>
            </p:nvGrpSpPr>
            <p:grpSpPr>
              <a:xfrm>
                <a:off x="3581288" y="4293470"/>
                <a:ext cx="268062" cy="268062"/>
                <a:chOff x="2745015" y="3316514"/>
                <a:chExt cx="268062" cy="268062"/>
              </a:xfrm>
            </p:grpSpPr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D213AB21-2C25-40F3-B0FF-CFF2B2896F56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51" name="直接连接符 250">
                  <a:extLst>
                    <a:ext uri="{FF2B5EF4-FFF2-40B4-BE49-F238E27FC236}">
                      <a16:creationId xmlns:a16="http://schemas.microsoft.com/office/drawing/2014/main" id="{D0435D30-43D4-411D-86C4-2F86D097D7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组合 246">
                <a:extLst>
                  <a:ext uri="{FF2B5EF4-FFF2-40B4-BE49-F238E27FC236}">
                    <a16:creationId xmlns:a16="http://schemas.microsoft.com/office/drawing/2014/main" id="{8FAF2C6C-113E-4750-B6C5-BF483C0CE762}"/>
                  </a:ext>
                </a:extLst>
              </p:cNvPr>
              <p:cNvGrpSpPr/>
              <p:nvPr/>
            </p:nvGrpSpPr>
            <p:grpSpPr>
              <a:xfrm>
                <a:off x="3581288" y="4619122"/>
                <a:ext cx="268062" cy="268062"/>
                <a:chOff x="2745015" y="3316514"/>
                <a:chExt cx="268062" cy="268062"/>
              </a:xfrm>
            </p:grpSpPr>
            <p:sp>
              <p:nvSpPr>
                <p:cNvPr id="248" name="椭圆 247">
                  <a:extLst>
                    <a:ext uri="{FF2B5EF4-FFF2-40B4-BE49-F238E27FC236}">
                      <a16:creationId xmlns:a16="http://schemas.microsoft.com/office/drawing/2014/main" id="{47F90D26-F9FE-4964-AAFF-9553ABAF7065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49" name="直接连接符 248">
                  <a:extLst>
                    <a:ext uri="{FF2B5EF4-FFF2-40B4-BE49-F238E27FC236}">
                      <a16:creationId xmlns:a16="http://schemas.microsoft.com/office/drawing/2014/main" id="{3D73143A-0E70-4EC3-B809-F145A0166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1" name="任意多边形: 形状 230">
              <a:extLst>
                <a:ext uri="{FF2B5EF4-FFF2-40B4-BE49-F238E27FC236}">
                  <a16:creationId xmlns:a16="http://schemas.microsoft.com/office/drawing/2014/main" id="{4DE9DD1E-3733-409E-9E4A-BF0EAB2CAAC3}"/>
                </a:ext>
              </a:extLst>
            </p:cNvPr>
            <p:cNvSpPr/>
            <p:nvPr/>
          </p:nvSpPr>
          <p:spPr>
            <a:xfrm rot="10800000" flipH="1">
              <a:off x="9882974" y="2526420"/>
              <a:ext cx="674048" cy="1054996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322056 h 2370522"/>
                <a:gd name="connsiteX1" fmla="*/ 1495425 w 3112544"/>
                <a:gd name="connsiteY1" fmla="*/ 2350631 h 2370522"/>
                <a:gd name="connsiteX2" fmla="*/ 2952750 w 3112544"/>
                <a:gd name="connsiteY2" fmla="*/ 2026781 h 2370522"/>
                <a:gd name="connsiteX3" fmla="*/ 3048000 w 3112544"/>
                <a:gd name="connsiteY3" fmla="*/ 226556 h 2370522"/>
                <a:gd name="connsiteX4" fmla="*/ 779350 w 3112544"/>
                <a:gd name="connsiteY4" fmla="*/ 34723 h 2370522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757361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914921" y="7320"/>
                    <a:pt x="757361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2" name="任意多边形: 形状 231">
              <a:extLst>
                <a:ext uri="{FF2B5EF4-FFF2-40B4-BE49-F238E27FC236}">
                  <a16:creationId xmlns:a16="http://schemas.microsoft.com/office/drawing/2014/main" id="{9E607A75-B532-4D97-AC58-3875BA86B51C}"/>
                </a:ext>
              </a:extLst>
            </p:cNvPr>
            <p:cNvSpPr/>
            <p:nvPr/>
          </p:nvSpPr>
          <p:spPr>
            <a:xfrm rot="10800000">
              <a:off x="8688755" y="2531798"/>
              <a:ext cx="524564" cy="1051129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400842 h 2449308"/>
                <a:gd name="connsiteX1" fmla="*/ 1495425 w 3112544"/>
                <a:gd name="connsiteY1" fmla="*/ 2429417 h 2449308"/>
                <a:gd name="connsiteX2" fmla="*/ 2952750 w 3112544"/>
                <a:gd name="connsiteY2" fmla="*/ 2105567 h 2449308"/>
                <a:gd name="connsiteX3" fmla="*/ 3048000 w 3112544"/>
                <a:gd name="connsiteY3" fmla="*/ 305342 h 2449308"/>
                <a:gd name="connsiteX4" fmla="*/ 453931 w 3112544"/>
                <a:gd name="connsiteY4" fmla="*/ 3004 h 2449308"/>
                <a:gd name="connsiteX0" fmla="*/ 0 w 3112544"/>
                <a:gd name="connsiteY0" fmla="*/ 2477111 h 2525577"/>
                <a:gd name="connsiteX1" fmla="*/ 1495425 w 3112544"/>
                <a:gd name="connsiteY1" fmla="*/ 2505686 h 2525577"/>
                <a:gd name="connsiteX2" fmla="*/ 2952750 w 3112544"/>
                <a:gd name="connsiteY2" fmla="*/ 2181836 h 2525577"/>
                <a:gd name="connsiteX3" fmla="*/ 3048000 w 3112544"/>
                <a:gd name="connsiteY3" fmla="*/ 381611 h 2525577"/>
                <a:gd name="connsiteX4" fmla="*/ 199600 w 3112544"/>
                <a:gd name="connsiteY4" fmla="*/ 238 h 2525577"/>
                <a:gd name="connsiteX0" fmla="*/ 0 w 3112544"/>
                <a:gd name="connsiteY0" fmla="*/ 2443548 h 2492014"/>
                <a:gd name="connsiteX1" fmla="*/ 1495425 w 3112544"/>
                <a:gd name="connsiteY1" fmla="*/ 2472123 h 2492014"/>
                <a:gd name="connsiteX2" fmla="*/ 2952750 w 3112544"/>
                <a:gd name="connsiteY2" fmla="*/ 2148273 h 2492014"/>
                <a:gd name="connsiteX3" fmla="*/ 3048000 w 3112544"/>
                <a:gd name="connsiteY3" fmla="*/ 348048 h 2492014"/>
                <a:gd name="connsiteX4" fmla="*/ 86565 w 3112544"/>
                <a:gd name="connsiteY4" fmla="*/ 548 h 2492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92014">
                  <a:moveTo>
                    <a:pt x="0" y="2443548"/>
                  </a:moveTo>
                  <a:cubicBezTo>
                    <a:pt x="457994" y="2466566"/>
                    <a:pt x="1003300" y="2521335"/>
                    <a:pt x="1495425" y="2472123"/>
                  </a:cubicBezTo>
                  <a:cubicBezTo>
                    <a:pt x="1987550" y="2422911"/>
                    <a:pt x="2693988" y="2502285"/>
                    <a:pt x="2952750" y="2148273"/>
                  </a:cubicBezTo>
                  <a:cubicBezTo>
                    <a:pt x="3211512" y="1794261"/>
                    <a:pt x="3087688" y="690948"/>
                    <a:pt x="3048000" y="348048"/>
                  </a:cubicBezTo>
                  <a:cubicBezTo>
                    <a:pt x="3008313" y="5148"/>
                    <a:pt x="244125" y="-3421"/>
                    <a:pt x="86565" y="54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CF6CE0CB-882A-4A14-8639-16F199B638F6}"/>
                </a:ext>
              </a:extLst>
            </p:cNvPr>
            <p:cNvGrpSpPr/>
            <p:nvPr/>
          </p:nvGrpSpPr>
          <p:grpSpPr>
            <a:xfrm rot="10800000" flipH="1" flipV="1">
              <a:off x="9191191" y="2362745"/>
              <a:ext cx="715431" cy="322947"/>
              <a:chOff x="2915443" y="4344145"/>
              <a:chExt cx="509929" cy="230183"/>
            </a:xfrm>
          </p:grpSpPr>
          <p:grpSp>
            <p:nvGrpSpPr>
              <p:cNvPr id="234" name="组合 233">
                <a:extLst>
                  <a:ext uri="{FF2B5EF4-FFF2-40B4-BE49-F238E27FC236}">
                    <a16:creationId xmlns:a16="http://schemas.microsoft.com/office/drawing/2014/main" id="{B6F72DB4-A6B8-4BB8-94BD-B61CDFC22C6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37" name="直接连接符 236">
                  <a:extLst>
                    <a:ext uri="{FF2B5EF4-FFF2-40B4-BE49-F238E27FC236}">
                      <a16:creationId xmlns:a16="http://schemas.microsoft.com/office/drawing/2014/main" id="{BFB99120-3B03-4B4D-BB75-3AB9A6170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接连接符 237">
                  <a:extLst>
                    <a:ext uri="{FF2B5EF4-FFF2-40B4-BE49-F238E27FC236}">
                      <a16:creationId xmlns:a16="http://schemas.microsoft.com/office/drawing/2014/main" id="{21187684-5988-45AB-A3DE-D1B1927161F9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直接连接符 238">
                  <a:extLst>
                    <a:ext uri="{FF2B5EF4-FFF2-40B4-BE49-F238E27FC236}">
                      <a16:creationId xmlns:a16="http://schemas.microsoft.com/office/drawing/2014/main" id="{AE58AB2A-E502-4491-8CB7-F5302D0CF97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直接连接符 239">
                  <a:extLst>
                    <a:ext uri="{FF2B5EF4-FFF2-40B4-BE49-F238E27FC236}">
                      <a16:creationId xmlns:a16="http://schemas.microsoft.com/office/drawing/2014/main" id="{A68A8F9A-B986-40A2-9549-B87F653171B8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直接连接符 240">
                  <a:extLst>
                    <a:ext uri="{FF2B5EF4-FFF2-40B4-BE49-F238E27FC236}">
                      <a16:creationId xmlns:a16="http://schemas.microsoft.com/office/drawing/2014/main" id="{59A6115C-5290-4DB7-B29F-B04549D20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接连接符 241">
                  <a:extLst>
                    <a:ext uri="{FF2B5EF4-FFF2-40B4-BE49-F238E27FC236}">
                      <a16:creationId xmlns:a16="http://schemas.microsoft.com/office/drawing/2014/main" id="{4F20926B-C7E9-46AA-9D23-8C0112F81A6F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81138AB8-7087-4471-AF69-271CE57C6BA8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BC51974A-F1E3-430E-AD08-4E66A03A536D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sp>
        <p:nvSpPr>
          <p:cNvPr id="282" name="箭头: 左 281">
            <a:extLst>
              <a:ext uri="{FF2B5EF4-FFF2-40B4-BE49-F238E27FC236}">
                <a16:creationId xmlns:a16="http://schemas.microsoft.com/office/drawing/2014/main" id="{9F1B1B24-FFEB-44F8-947A-27C86B7755CE}"/>
              </a:ext>
            </a:extLst>
          </p:cNvPr>
          <p:cNvSpPr/>
          <p:nvPr/>
        </p:nvSpPr>
        <p:spPr>
          <a:xfrm flipH="1">
            <a:off x="8830279" y="2141540"/>
            <a:ext cx="517536" cy="325663"/>
          </a:xfrm>
          <a:prstGeom prst="leftArrow">
            <a:avLst/>
          </a:prstGeom>
          <a:solidFill>
            <a:srgbClr val="2DC8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35BCE7DC-629E-44F2-A7CC-96EDCB261BA5}"/>
              </a:ext>
            </a:extLst>
          </p:cNvPr>
          <p:cNvSpPr txBox="1"/>
          <p:nvPr/>
        </p:nvSpPr>
        <p:spPr>
          <a:xfrm>
            <a:off x="10215652" y="3304702"/>
            <a:ext cx="1225824" cy="286424"/>
          </a:xfrm>
          <a:custGeom>
            <a:avLst/>
            <a:gdLst/>
            <a:ahLst/>
            <a:cxnLst/>
            <a:rect l="l" t="t" r="r" b="b"/>
            <a:pathLst>
              <a:path w="1808941" h="422674">
                <a:moveTo>
                  <a:pt x="1526377" y="290808"/>
                </a:moveTo>
                <a:lnTo>
                  <a:pt x="1526377" y="358366"/>
                </a:lnTo>
                <a:lnTo>
                  <a:pt x="1683189" y="358366"/>
                </a:lnTo>
                <a:lnTo>
                  <a:pt x="1683189" y="290808"/>
                </a:lnTo>
                <a:close/>
                <a:moveTo>
                  <a:pt x="534177" y="276906"/>
                </a:moveTo>
                <a:lnTo>
                  <a:pt x="534177" y="300509"/>
                </a:lnTo>
                <a:lnTo>
                  <a:pt x="635368" y="300509"/>
                </a:lnTo>
                <a:lnTo>
                  <a:pt x="635368" y="276906"/>
                </a:lnTo>
                <a:close/>
                <a:moveTo>
                  <a:pt x="534177" y="221292"/>
                </a:moveTo>
                <a:lnTo>
                  <a:pt x="534177" y="249381"/>
                </a:lnTo>
                <a:lnTo>
                  <a:pt x="635368" y="249381"/>
                </a:lnTo>
                <a:lnTo>
                  <a:pt x="635368" y="221292"/>
                </a:lnTo>
                <a:close/>
                <a:moveTo>
                  <a:pt x="1151599" y="204247"/>
                </a:moveTo>
                <a:lnTo>
                  <a:pt x="1151599" y="264183"/>
                </a:lnTo>
                <a:lnTo>
                  <a:pt x="1251447" y="264183"/>
                </a:lnTo>
                <a:lnTo>
                  <a:pt x="1251447" y="204247"/>
                </a:lnTo>
                <a:close/>
                <a:moveTo>
                  <a:pt x="1011667" y="204247"/>
                </a:moveTo>
                <a:lnTo>
                  <a:pt x="1011667" y="264183"/>
                </a:lnTo>
                <a:lnTo>
                  <a:pt x="1114202" y="264183"/>
                </a:lnTo>
                <a:lnTo>
                  <a:pt x="1114202" y="204247"/>
                </a:lnTo>
                <a:close/>
                <a:moveTo>
                  <a:pt x="1606837" y="182716"/>
                </a:moveTo>
                <a:cubicBezTo>
                  <a:pt x="1567594" y="221263"/>
                  <a:pt x="1533749" y="246845"/>
                  <a:pt x="1505303" y="259461"/>
                </a:cubicBezTo>
                <a:cubicBezTo>
                  <a:pt x="1518014" y="259918"/>
                  <a:pt x="1549179" y="260147"/>
                  <a:pt x="1598797" y="260147"/>
                </a:cubicBezTo>
                <a:cubicBezTo>
                  <a:pt x="1648415" y="260147"/>
                  <a:pt x="1684170" y="259806"/>
                  <a:pt x="1706064" y="259125"/>
                </a:cubicBezTo>
                <a:cubicBezTo>
                  <a:pt x="1674536" y="245523"/>
                  <a:pt x="1641460" y="220054"/>
                  <a:pt x="1606837" y="182716"/>
                </a:cubicBezTo>
                <a:close/>
                <a:moveTo>
                  <a:pt x="1600136" y="131409"/>
                </a:moveTo>
                <a:cubicBezTo>
                  <a:pt x="1612085" y="139048"/>
                  <a:pt x="1623027" y="145139"/>
                  <a:pt x="1632962" y="149683"/>
                </a:cubicBezTo>
                <a:cubicBezTo>
                  <a:pt x="1638453" y="151974"/>
                  <a:pt x="1641198" y="155031"/>
                  <a:pt x="1641198" y="158855"/>
                </a:cubicBezTo>
                <a:cubicBezTo>
                  <a:pt x="1641198" y="163999"/>
                  <a:pt x="1638959" y="166571"/>
                  <a:pt x="1634480" y="166571"/>
                </a:cubicBezTo>
                <a:cubicBezTo>
                  <a:pt x="1630001" y="166571"/>
                  <a:pt x="1627306" y="166409"/>
                  <a:pt x="1626397" y="166085"/>
                </a:cubicBezTo>
                <a:cubicBezTo>
                  <a:pt x="1672860" y="216539"/>
                  <a:pt x="1733708" y="249219"/>
                  <a:pt x="1808941" y="264126"/>
                </a:cubicBezTo>
                <a:cubicBezTo>
                  <a:pt x="1799902" y="275437"/>
                  <a:pt x="1793398" y="287469"/>
                  <a:pt x="1789431" y="300223"/>
                </a:cubicBezTo>
                <a:cubicBezTo>
                  <a:pt x="1758956" y="290436"/>
                  <a:pt x="1736396" y="280721"/>
                  <a:pt x="1721751" y="271077"/>
                </a:cubicBezTo>
                <a:cubicBezTo>
                  <a:pt x="1721275" y="278797"/>
                  <a:pt x="1721037" y="287138"/>
                  <a:pt x="1721037" y="296101"/>
                </a:cubicBezTo>
                <a:lnTo>
                  <a:pt x="1721037" y="384012"/>
                </a:lnTo>
                <a:cubicBezTo>
                  <a:pt x="1721037" y="392332"/>
                  <a:pt x="1721785" y="403274"/>
                  <a:pt x="1723280" y="416838"/>
                </a:cubicBezTo>
                <a:lnTo>
                  <a:pt x="1683189" y="416838"/>
                </a:lnTo>
                <a:lnTo>
                  <a:pt x="1683189" y="387684"/>
                </a:lnTo>
                <a:lnTo>
                  <a:pt x="1526377" y="387684"/>
                </a:lnTo>
                <a:lnTo>
                  <a:pt x="1526377" y="421324"/>
                </a:lnTo>
                <a:lnTo>
                  <a:pt x="1486286" y="421324"/>
                </a:lnTo>
                <a:cubicBezTo>
                  <a:pt x="1488382" y="403536"/>
                  <a:pt x="1489430" y="390949"/>
                  <a:pt x="1489430" y="383562"/>
                </a:cubicBezTo>
                <a:lnTo>
                  <a:pt x="1489430" y="293858"/>
                </a:lnTo>
                <a:cubicBezTo>
                  <a:pt x="1489430" y="285366"/>
                  <a:pt x="1489144" y="278220"/>
                  <a:pt x="1488572" y="272420"/>
                </a:cubicBezTo>
                <a:cubicBezTo>
                  <a:pt x="1472694" y="282992"/>
                  <a:pt x="1451006" y="294056"/>
                  <a:pt x="1423507" y="305609"/>
                </a:cubicBezTo>
                <a:cubicBezTo>
                  <a:pt x="1419521" y="294460"/>
                  <a:pt x="1412041" y="284152"/>
                  <a:pt x="1401068" y="274684"/>
                </a:cubicBezTo>
                <a:cubicBezTo>
                  <a:pt x="1445722" y="260806"/>
                  <a:pt x="1481443" y="244152"/>
                  <a:pt x="1508232" y="224721"/>
                </a:cubicBezTo>
                <a:cubicBezTo>
                  <a:pt x="1535021" y="205290"/>
                  <a:pt x="1555565" y="189015"/>
                  <a:pt x="1569865" y="175897"/>
                </a:cubicBezTo>
                <a:cubicBezTo>
                  <a:pt x="1584164" y="162779"/>
                  <a:pt x="1594255" y="147949"/>
                  <a:pt x="1600136" y="131409"/>
                </a:cubicBezTo>
                <a:close/>
                <a:moveTo>
                  <a:pt x="737774" y="123515"/>
                </a:moveTo>
                <a:cubicBezTo>
                  <a:pt x="734240" y="133305"/>
                  <a:pt x="729916" y="143693"/>
                  <a:pt x="724801" y="154682"/>
                </a:cubicBezTo>
                <a:lnTo>
                  <a:pt x="717924" y="168175"/>
                </a:lnTo>
                <a:lnTo>
                  <a:pt x="742553" y="164156"/>
                </a:lnTo>
                <a:cubicBezTo>
                  <a:pt x="743805" y="220873"/>
                  <a:pt x="753092" y="265423"/>
                  <a:pt x="770413" y="297809"/>
                </a:cubicBezTo>
                <a:cubicBezTo>
                  <a:pt x="790149" y="261199"/>
                  <a:pt x="802244" y="203101"/>
                  <a:pt x="806697" y="123515"/>
                </a:cubicBezTo>
                <a:close/>
                <a:moveTo>
                  <a:pt x="1151599" y="108713"/>
                </a:moveTo>
                <a:lnTo>
                  <a:pt x="1151599" y="173579"/>
                </a:lnTo>
                <a:lnTo>
                  <a:pt x="1251447" y="173579"/>
                </a:lnTo>
                <a:lnTo>
                  <a:pt x="1251447" y="108713"/>
                </a:lnTo>
                <a:close/>
                <a:moveTo>
                  <a:pt x="1011667" y="108713"/>
                </a:moveTo>
                <a:lnTo>
                  <a:pt x="1011667" y="173579"/>
                </a:lnTo>
                <a:lnTo>
                  <a:pt x="1114202" y="173579"/>
                </a:lnTo>
                <a:lnTo>
                  <a:pt x="1114202" y="108713"/>
                </a:lnTo>
                <a:close/>
                <a:moveTo>
                  <a:pt x="559737" y="98398"/>
                </a:moveTo>
                <a:lnTo>
                  <a:pt x="559737" y="142632"/>
                </a:lnTo>
                <a:lnTo>
                  <a:pt x="611594" y="142632"/>
                </a:lnTo>
                <a:lnTo>
                  <a:pt x="611594" y="98398"/>
                </a:lnTo>
                <a:close/>
                <a:moveTo>
                  <a:pt x="1657050" y="95976"/>
                </a:moveTo>
                <a:cubicBezTo>
                  <a:pt x="1703032" y="119898"/>
                  <a:pt x="1741404" y="145230"/>
                  <a:pt x="1772165" y="171971"/>
                </a:cubicBezTo>
                <a:lnTo>
                  <a:pt x="1749919" y="197967"/>
                </a:lnTo>
                <a:cubicBezTo>
                  <a:pt x="1720973" y="171417"/>
                  <a:pt x="1684525" y="146109"/>
                  <a:pt x="1640577" y="122044"/>
                </a:cubicBezTo>
                <a:close/>
                <a:moveTo>
                  <a:pt x="1546601" y="91940"/>
                </a:moveTo>
                <a:cubicBezTo>
                  <a:pt x="1555754" y="101313"/>
                  <a:pt x="1564017" y="107906"/>
                  <a:pt x="1571390" y="111721"/>
                </a:cubicBezTo>
                <a:cubicBezTo>
                  <a:pt x="1576067" y="114050"/>
                  <a:pt x="1578405" y="117207"/>
                  <a:pt x="1578405" y="121194"/>
                </a:cubicBezTo>
                <a:cubicBezTo>
                  <a:pt x="1578405" y="125180"/>
                  <a:pt x="1575438" y="127440"/>
                  <a:pt x="1569504" y="127973"/>
                </a:cubicBezTo>
                <a:cubicBezTo>
                  <a:pt x="1564589" y="128235"/>
                  <a:pt x="1556669" y="132964"/>
                  <a:pt x="1545744" y="142160"/>
                </a:cubicBezTo>
                <a:cubicBezTo>
                  <a:pt x="1516045" y="166221"/>
                  <a:pt x="1486965" y="187364"/>
                  <a:pt x="1458504" y="205590"/>
                </a:cubicBezTo>
                <a:cubicBezTo>
                  <a:pt x="1453970" y="194884"/>
                  <a:pt x="1446338" y="185966"/>
                  <a:pt x="1435608" y="178836"/>
                </a:cubicBezTo>
                <a:cubicBezTo>
                  <a:pt x="1486720" y="151505"/>
                  <a:pt x="1523717" y="122539"/>
                  <a:pt x="1546601" y="91940"/>
                </a:cubicBezTo>
                <a:close/>
                <a:moveTo>
                  <a:pt x="75796" y="6722"/>
                </a:moveTo>
                <a:cubicBezTo>
                  <a:pt x="87678" y="8822"/>
                  <a:pt x="101013" y="9873"/>
                  <a:pt x="115801" y="9873"/>
                </a:cubicBezTo>
                <a:cubicBezTo>
                  <a:pt x="126026" y="9873"/>
                  <a:pt x="131138" y="11962"/>
                  <a:pt x="131138" y="16141"/>
                </a:cubicBezTo>
                <a:cubicBezTo>
                  <a:pt x="131138" y="20320"/>
                  <a:pt x="128896" y="24204"/>
                  <a:pt x="124412" y="27793"/>
                </a:cubicBezTo>
                <a:cubicBezTo>
                  <a:pt x="119928" y="31381"/>
                  <a:pt x="117687" y="36347"/>
                  <a:pt x="117687" y="42691"/>
                </a:cubicBezTo>
                <a:lnTo>
                  <a:pt x="117687" y="100920"/>
                </a:lnTo>
                <a:cubicBezTo>
                  <a:pt x="140156" y="100920"/>
                  <a:pt x="160787" y="99572"/>
                  <a:pt x="179580" y="96876"/>
                </a:cubicBezTo>
                <a:lnTo>
                  <a:pt x="179580" y="136517"/>
                </a:lnTo>
                <a:cubicBezTo>
                  <a:pt x="160516" y="134126"/>
                  <a:pt x="139885" y="132931"/>
                  <a:pt x="117687" y="132931"/>
                </a:cubicBezTo>
                <a:lnTo>
                  <a:pt x="117687" y="209455"/>
                </a:lnTo>
                <a:cubicBezTo>
                  <a:pt x="133350" y="201058"/>
                  <a:pt x="151588" y="191938"/>
                  <a:pt x="172400" y="182094"/>
                </a:cubicBezTo>
                <a:cubicBezTo>
                  <a:pt x="171205" y="194019"/>
                  <a:pt x="173148" y="205980"/>
                  <a:pt x="178230" y="217977"/>
                </a:cubicBezTo>
                <a:cubicBezTo>
                  <a:pt x="156356" y="226464"/>
                  <a:pt x="136175" y="234810"/>
                  <a:pt x="117687" y="243016"/>
                </a:cubicBezTo>
                <a:lnTo>
                  <a:pt x="117687" y="367417"/>
                </a:lnTo>
                <a:cubicBezTo>
                  <a:pt x="117687" y="379266"/>
                  <a:pt x="115803" y="388614"/>
                  <a:pt x="112036" y="395460"/>
                </a:cubicBezTo>
                <a:cubicBezTo>
                  <a:pt x="108269" y="402306"/>
                  <a:pt x="100708" y="407648"/>
                  <a:pt x="89354" y="411487"/>
                </a:cubicBezTo>
                <a:cubicBezTo>
                  <a:pt x="78001" y="415326"/>
                  <a:pt x="59577" y="418007"/>
                  <a:pt x="34083" y="419531"/>
                </a:cubicBezTo>
                <a:cubicBezTo>
                  <a:pt x="34083" y="403948"/>
                  <a:pt x="30945" y="389239"/>
                  <a:pt x="24668" y="375404"/>
                </a:cubicBezTo>
                <a:cubicBezTo>
                  <a:pt x="38646" y="376904"/>
                  <a:pt x="49140" y="377654"/>
                  <a:pt x="56150" y="377654"/>
                </a:cubicBezTo>
                <a:cubicBezTo>
                  <a:pt x="67295" y="377654"/>
                  <a:pt x="74328" y="376136"/>
                  <a:pt x="77249" y="373100"/>
                </a:cubicBezTo>
                <a:cubicBezTo>
                  <a:pt x="80171" y="370064"/>
                  <a:pt x="81632" y="363833"/>
                  <a:pt x="81632" y="354408"/>
                </a:cubicBezTo>
                <a:lnTo>
                  <a:pt x="81632" y="256275"/>
                </a:lnTo>
                <a:cubicBezTo>
                  <a:pt x="56834" y="268905"/>
                  <a:pt x="34902" y="279070"/>
                  <a:pt x="15838" y="286771"/>
                </a:cubicBezTo>
                <a:cubicBezTo>
                  <a:pt x="13157" y="272951"/>
                  <a:pt x="7878" y="259530"/>
                  <a:pt x="0" y="246509"/>
                </a:cubicBezTo>
                <a:cubicBezTo>
                  <a:pt x="31533" y="238965"/>
                  <a:pt x="58743" y="230833"/>
                  <a:pt x="81632" y="222113"/>
                </a:cubicBezTo>
                <a:lnTo>
                  <a:pt x="81632" y="132481"/>
                </a:lnTo>
                <a:cubicBezTo>
                  <a:pt x="57253" y="132481"/>
                  <a:pt x="33631" y="133826"/>
                  <a:pt x="10766" y="136517"/>
                </a:cubicBezTo>
                <a:lnTo>
                  <a:pt x="10766" y="96876"/>
                </a:lnTo>
                <a:cubicBezTo>
                  <a:pt x="30921" y="99572"/>
                  <a:pt x="54543" y="100920"/>
                  <a:pt x="81632" y="100920"/>
                </a:cubicBezTo>
                <a:cubicBezTo>
                  <a:pt x="81037" y="56900"/>
                  <a:pt x="79091" y="25501"/>
                  <a:pt x="75796" y="6722"/>
                </a:cubicBezTo>
                <a:close/>
                <a:moveTo>
                  <a:pt x="278585" y="4929"/>
                </a:moveTo>
                <a:cubicBezTo>
                  <a:pt x="298788" y="26856"/>
                  <a:pt x="315868" y="50918"/>
                  <a:pt x="329827" y="77117"/>
                </a:cubicBezTo>
                <a:lnTo>
                  <a:pt x="306438" y="90593"/>
                </a:lnTo>
                <a:lnTo>
                  <a:pt x="307160" y="90604"/>
                </a:lnTo>
                <a:cubicBezTo>
                  <a:pt x="362410" y="90604"/>
                  <a:pt x="398672" y="89106"/>
                  <a:pt x="415945" y="86111"/>
                </a:cubicBezTo>
                <a:lnTo>
                  <a:pt x="415945" y="125308"/>
                </a:lnTo>
                <a:cubicBezTo>
                  <a:pt x="399872" y="123513"/>
                  <a:pt x="378464" y="122615"/>
                  <a:pt x="351723" y="122615"/>
                </a:cubicBezTo>
                <a:lnTo>
                  <a:pt x="225329" y="122615"/>
                </a:lnTo>
                <a:lnTo>
                  <a:pt x="225329" y="235108"/>
                </a:lnTo>
                <a:cubicBezTo>
                  <a:pt x="225329" y="281166"/>
                  <a:pt x="219831" y="317631"/>
                  <a:pt x="208837" y="344504"/>
                </a:cubicBezTo>
                <a:cubicBezTo>
                  <a:pt x="197843" y="371376"/>
                  <a:pt x="178720" y="396833"/>
                  <a:pt x="151469" y="420874"/>
                </a:cubicBezTo>
                <a:cubicBezTo>
                  <a:pt x="142763" y="410782"/>
                  <a:pt x="131893" y="402507"/>
                  <a:pt x="118858" y="396049"/>
                </a:cubicBezTo>
                <a:cubicBezTo>
                  <a:pt x="144228" y="376142"/>
                  <a:pt x="162530" y="354443"/>
                  <a:pt x="173765" y="330952"/>
                </a:cubicBezTo>
                <a:cubicBezTo>
                  <a:pt x="185000" y="307461"/>
                  <a:pt x="190617" y="272143"/>
                  <a:pt x="190617" y="224999"/>
                </a:cubicBezTo>
                <a:cubicBezTo>
                  <a:pt x="190617" y="177855"/>
                  <a:pt x="189122" y="131559"/>
                  <a:pt x="186131" y="86111"/>
                </a:cubicBezTo>
                <a:cubicBezTo>
                  <a:pt x="198849" y="87608"/>
                  <a:pt x="215294" y="88732"/>
                  <a:pt x="235465" y="89481"/>
                </a:cubicBezTo>
                <a:lnTo>
                  <a:pt x="294513" y="90406"/>
                </a:lnTo>
                <a:lnTo>
                  <a:pt x="277123" y="60222"/>
                </a:lnTo>
                <a:cubicBezTo>
                  <a:pt x="268865" y="48289"/>
                  <a:pt x="259166" y="36252"/>
                  <a:pt x="248024" y="24110"/>
                </a:cubicBezTo>
                <a:close/>
                <a:moveTo>
                  <a:pt x="1109265" y="4036"/>
                </a:moveTo>
                <a:cubicBezTo>
                  <a:pt x="1125839" y="6132"/>
                  <a:pt x="1140519" y="7179"/>
                  <a:pt x="1153307" y="7179"/>
                </a:cubicBezTo>
                <a:cubicBezTo>
                  <a:pt x="1161736" y="7179"/>
                  <a:pt x="1165951" y="9656"/>
                  <a:pt x="1165951" y="14609"/>
                </a:cubicBezTo>
                <a:cubicBezTo>
                  <a:pt x="1165951" y="19562"/>
                  <a:pt x="1164230" y="22726"/>
                  <a:pt x="1160790" y="24103"/>
                </a:cubicBezTo>
                <a:cubicBezTo>
                  <a:pt x="1157349" y="25479"/>
                  <a:pt x="1154957" y="27396"/>
                  <a:pt x="1153614" y="29854"/>
                </a:cubicBezTo>
                <a:cubicBezTo>
                  <a:pt x="1152271" y="32311"/>
                  <a:pt x="1151599" y="34497"/>
                  <a:pt x="1151599" y="36412"/>
                </a:cubicBezTo>
                <a:lnTo>
                  <a:pt x="1151599" y="77145"/>
                </a:lnTo>
                <a:cubicBezTo>
                  <a:pt x="1213154" y="77150"/>
                  <a:pt x="1259951" y="75354"/>
                  <a:pt x="1291988" y="71759"/>
                </a:cubicBezTo>
                <a:cubicBezTo>
                  <a:pt x="1289893" y="87318"/>
                  <a:pt x="1288845" y="105737"/>
                  <a:pt x="1288845" y="127016"/>
                </a:cubicBezTo>
                <a:lnTo>
                  <a:pt x="1288845" y="259325"/>
                </a:lnTo>
                <a:cubicBezTo>
                  <a:pt x="1288845" y="280556"/>
                  <a:pt x="1290340" y="303459"/>
                  <a:pt x="1293331" y="328034"/>
                </a:cubicBezTo>
                <a:lnTo>
                  <a:pt x="1251447" y="328034"/>
                </a:lnTo>
                <a:lnTo>
                  <a:pt x="1251447" y="295744"/>
                </a:lnTo>
                <a:lnTo>
                  <a:pt x="1151599" y="295744"/>
                </a:lnTo>
                <a:lnTo>
                  <a:pt x="1151599" y="353958"/>
                </a:lnTo>
                <a:cubicBezTo>
                  <a:pt x="1151599" y="363417"/>
                  <a:pt x="1152378" y="369943"/>
                  <a:pt x="1153935" y="373536"/>
                </a:cubicBezTo>
                <a:cubicBezTo>
                  <a:pt x="1155492" y="377129"/>
                  <a:pt x="1159096" y="379760"/>
                  <a:pt x="1164747" y="381430"/>
                </a:cubicBezTo>
                <a:cubicBezTo>
                  <a:pt x="1170398" y="383099"/>
                  <a:pt x="1180315" y="383934"/>
                  <a:pt x="1194497" y="383934"/>
                </a:cubicBezTo>
                <a:lnTo>
                  <a:pt x="1265435" y="383484"/>
                </a:lnTo>
                <a:cubicBezTo>
                  <a:pt x="1281513" y="383484"/>
                  <a:pt x="1292335" y="378598"/>
                  <a:pt x="1297900" y="368828"/>
                </a:cubicBezTo>
                <a:cubicBezTo>
                  <a:pt x="1303465" y="359058"/>
                  <a:pt x="1307981" y="342114"/>
                  <a:pt x="1311448" y="317997"/>
                </a:cubicBezTo>
                <a:cubicBezTo>
                  <a:pt x="1322330" y="326779"/>
                  <a:pt x="1335129" y="333539"/>
                  <a:pt x="1349845" y="338278"/>
                </a:cubicBezTo>
                <a:cubicBezTo>
                  <a:pt x="1342311" y="369477"/>
                  <a:pt x="1332871" y="390669"/>
                  <a:pt x="1321524" y="401854"/>
                </a:cubicBezTo>
                <a:cubicBezTo>
                  <a:pt x="1310177" y="413038"/>
                  <a:pt x="1291607" y="418631"/>
                  <a:pt x="1265814" y="418631"/>
                </a:cubicBezTo>
                <a:lnTo>
                  <a:pt x="1195019" y="418188"/>
                </a:lnTo>
                <a:cubicBezTo>
                  <a:pt x="1170749" y="418188"/>
                  <a:pt x="1152965" y="416411"/>
                  <a:pt x="1141666" y="412859"/>
                </a:cubicBezTo>
                <a:cubicBezTo>
                  <a:pt x="1130367" y="409306"/>
                  <a:pt x="1122965" y="402937"/>
                  <a:pt x="1119459" y="393753"/>
                </a:cubicBezTo>
                <a:cubicBezTo>
                  <a:pt x="1115954" y="384568"/>
                  <a:pt x="1114202" y="370408"/>
                  <a:pt x="1114202" y="351272"/>
                </a:cubicBezTo>
                <a:lnTo>
                  <a:pt x="1114202" y="295744"/>
                </a:lnTo>
                <a:lnTo>
                  <a:pt x="1011667" y="295744"/>
                </a:lnTo>
                <a:lnTo>
                  <a:pt x="1011667" y="337006"/>
                </a:lnTo>
                <a:lnTo>
                  <a:pt x="971127" y="337006"/>
                </a:lnTo>
                <a:cubicBezTo>
                  <a:pt x="974413" y="312051"/>
                  <a:pt x="976056" y="287652"/>
                  <a:pt x="976056" y="263811"/>
                </a:cubicBezTo>
                <a:lnTo>
                  <a:pt x="976056" y="127016"/>
                </a:lnTo>
                <a:cubicBezTo>
                  <a:pt x="976056" y="107756"/>
                  <a:pt x="975010" y="89337"/>
                  <a:pt x="972920" y="71759"/>
                </a:cubicBezTo>
                <a:cubicBezTo>
                  <a:pt x="1006328" y="75354"/>
                  <a:pt x="1053423" y="77150"/>
                  <a:pt x="1114202" y="77145"/>
                </a:cubicBezTo>
                <a:cubicBezTo>
                  <a:pt x="1114202" y="47441"/>
                  <a:pt x="1112556" y="23072"/>
                  <a:pt x="1109265" y="4036"/>
                </a:cubicBezTo>
                <a:close/>
                <a:moveTo>
                  <a:pt x="730558" y="4036"/>
                </a:moveTo>
                <a:cubicBezTo>
                  <a:pt x="744493" y="8908"/>
                  <a:pt x="756852" y="11773"/>
                  <a:pt x="767634" y="12630"/>
                </a:cubicBezTo>
                <a:cubicBezTo>
                  <a:pt x="774954" y="13121"/>
                  <a:pt x="778615" y="15499"/>
                  <a:pt x="778615" y="19767"/>
                </a:cubicBezTo>
                <a:cubicBezTo>
                  <a:pt x="778615" y="24034"/>
                  <a:pt x="776339" y="27815"/>
                  <a:pt x="771789" y="31111"/>
                </a:cubicBezTo>
                <a:cubicBezTo>
                  <a:pt x="767238" y="34407"/>
                  <a:pt x="762983" y="43315"/>
                  <a:pt x="759023" y="57836"/>
                </a:cubicBezTo>
                <a:cubicBezTo>
                  <a:pt x="755063" y="72357"/>
                  <a:pt x="750978" y="84027"/>
                  <a:pt x="746768" y="92847"/>
                </a:cubicBezTo>
                <a:lnTo>
                  <a:pt x="817098" y="92847"/>
                </a:lnTo>
                <a:cubicBezTo>
                  <a:pt x="849573" y="92847"/>
                  <a:pt x="870533" y="92097"/>
                  <a:pt x="879977" y="90597"/>
                </a:cubicBezTo>
                <a:lnTo>
                  <a:pt x="879977" y="125308"/>
                </a:lnTo>
                <a:cubicBezTo>
                  <a:pt x="867842" y="124113"/>
                  <a:pt x="855003" y="123515"/>
                  <a:pt x="841458" y="123515"/>
                </a:cubicBezTo>
                <a:cubicBezTo>
                  <a:pt x="833838" y="219027"/>
                  <a:pt x="816926" y="286248"/>
                  <a:pt x="790723" y="325176"/>
                </a:cubicBezTo>
                <a:cubicBezTo>
                  <a:pt x="812888" y="351670"/>
                  <a:pt x="845630" y="373113"/>
                  <a:pt x="888950" y="389506"/>
                </a:cubicBezTo>
                <a:cubicBezTo>
                  <a:pt x="878648" y="397911"/>
                  <a:pt x="870047" y="408668"/>
                  <a:pt x="863146" y="421774"/>
                </a:cubicBezTo>
                <a:cubicBezTo>
                  <a:pt x="822146" y="402957"/>
                  <a:pt x="791273" y="379635"/>
                  <a:pt x="770528" y="351808"/>
                </a:cubicBezTo>
                <a:cubicBezTo>
                  <a:pt x="754635" y="374359"/>
                  <a:pt x="724770" y="397981"/>
                  <a:pt x="680931" y="422674"/>
                </a:cubicBezTo>
                <a:cubicBezTo>
                  <a:pt x="678766" y="417281"/>
                  <a:pt x="675569" y="412532"/>
                  <a:pt x="671339" y="408428"/>
                </a:cubicBezTo>
                <a:lnTo>
                  <a:pt x="657663" y="399439"/>
                </a:lnTo>
                <a:lnTo>
                  <a:pt x="656045" y="400936"/>
                </a:lnTo>
                <a:cubicBezTo>
                  <a:pt x="652194" y="403298"/>
                  <a:pt x="647384" y="405348"/>
                  <a:pt x="641615" y="407086"/>
                </a:cubicBezTo>
                <a:cubicBezTo>
                  <a:pt x="630078" y="410563"/>
                  <a:pt x="611101" y="413216"/>
                  <a:pt x="584683" y="415045"/>
                </a:cubicBezTo>
                <a:cubicBezTo>
                  <a:pt x="585283" y="400976"/>
                  <a:pt x="581544" y="387836"/>
                  <a:pt x="573467" y="375625"/>
                </a:cubicBezTo>
                <a:cubicBezTo>
                  <a:pt x="596080" y="375230"/>
                  <a:pt x="611197" y="374548"/>
                  <a:pt x="618820" y="373579"/>
                </a:cubicBezTo>
                <a:cubicBezTo>
                  <a:pt x="626442" y="372610"/>
                  <a:pt x="631105" y="371113"/>
                  <a:pt x="632810" y="369089"/>
                </a:cubicBezTo>
                <a:cubicBezTo>
                  <a:pt x="634515" y="367065"/>
                  <a:pt x="635368" y="363069"/>
                  <a:pt x="635368" y="357102"/>
                </a:cubicBezTo>
                <a:lnTo>
                  <a:pt x="635368" y="329377"/>
                </a:lnTo>
                <a:lnTo>
                  <a:pt x="534177" y="329377"/>
                </a:lnTo>
                <a:lnTo>
                  <a:pt x="534177" y="413702"/>
                </a:lnTo>
                <a:lnTo>
                  <a:pt x="494979" y="413702"/>
                </a:lnTo>
                <a:cubicBezTo>
                  <a:pt x="496774" y="391013"/>
                  <a:pt x="497672" y="372894"/>
                  <a:pt x="497672" y="359345"/>
                </a:cubicBezTo>
                <a:lnTo>
                  <a:pt x="497672" y="243180"/>
                </a:lnTo>
                <a:cubicBezTo>
                  <a:pt x="497672" y="221039"/>
                  <a:pt x="497224" y="203368"/>
                  <a:pt x="496329" y="190166"/>
                </a:cubicBezTo>
                <a:cubicBezTo>
                  <a:pt x="510064" y="192267"/>
                  <a:pt x="539833" y="193317"/>
                  <a:pt x="585637" y="193317"/>
                </a:cubicBezTo>
                <a:cubicBezTo>
                  <a:pt x="631440" y="193317"/>
                  <a:pt x="660183" y="192267"/>
                  <a:pt x="671865" y="190166"/>
                </a:cubicBezTo>
                <a:cubicBezTo>
                  <a:pt x="670970" y="206959"/>
                  <a:pt x="670522" y="224033"/>
                  <a:pt x="670522" y="241387"/>
                </a:cubicBezTo>
                <a:lnTo>
                  <a:pt x="670522" y="369210"/>
                </a:lnTo>
                <a:cubicBezTo>
                  <a:pt x="670522" y="374125"/>
                  <a:pt x="670039" y="378558"/>
                  <a:pt x="669072" y="382508"/>
                </a:cubicBezTo>
                <a:lnTo>
                  <a:pt x="665108" y="391989"/>
                </a:lnTo>
                <a:lnTo>
                  <a:pt x="712270" y="362086"/>
                </a:lnTo>
                <a:cubicBezTo>
                  <a:pt x="728118" y="349936"/>
                  <a:pt x="740905" y="337623"/>
                  <a:pt x="750632" y="325148"/>
                </a:cubicBezTo>
                <a:cubicBezTo>
                  <a:pt x="733187" y="297266"/>
                  <a:pt x="720753" y="261179"/>
                  <a:pt x="713330" y="216889"/>
                </a:cubicBezTo>
                <a:lnTo>
                  <a:pt x="709413" y="184874"/>
                </a:lnTo>
                <a:lnTo>
                  <a:pt x="707084" y="189445"/>
                </a:lnTo>
                <a:cubicBezTo>
                  <a:pt x="696268" y="183735"/>
                  <a:pt x="684919" y="180670"/>
                  <a:pt x="673037" y="180251"/>
                </a:cubicBezTo>
                <a:cubicBezTo>
                  <a:pt x="673918" y="174965"/>
                  <a:pt x="675413" y="172610"/>
                  <a:pt x="677523" y="173186"/>
                </a:cubicBezTo>
                <a:cubicBezTo>
                  <a:pt x="663983" y="171767"/>
                  <a:pt x="630745" y="171057"/>
                  <a:pt x="577807" y="171057"/>
                </a:cubicBezTo>
                <a:cubicBezTo>
                  <a:pt x="524870" y="171057"/>
                  <a:pt x="487842" y="172402"/>
                  <a:pt x="466725" y="175093"/>
                </a:cubicBezTo>
                <a:lnTo>
                  <a:pt x="466725" y="138589"/>
                </a:lnTo>
                <a:cubicBezTo>
                  <a:pt x="489262" y="141032"/>
                  <a:pt x="508697" y="142227"/>
                  <a:pt x="525033" y="142175"/>
                </a:cubicBezTo>
                <a:lnTo>
                  <a:pt x="525033" y="98841"/>
                </a:lnTo>
                <a:cubicBezTo>
                  <a:pt x="509712" y="99427"/>
                  <a:pt x="493714" y="100624"/>
                  <a:pt x="477041" y="102434"/>
                </a:cubicBezTo>
                <a:lnTo>
                  <a:pt x="477041" y="65930"/>
                </a:lnTo>
                <a:cubicBezTo>
                  <a:pt x="493700" y="68082"/>
                  <a:pt x="509697" y="69278"/>
                  <a:pt x="525033" y="69516"/>
                </a:cubicBezTo>
                <a:cubicBezTo>
                  <a:pt x="524742" y="45298"/>
                  <a:pt x="523397" y="26313"/>
                  <a:pt x="520997" y="12559"/>
                </a:cubicBezTo>
                <a:cubicBezTo>
                  <a:pt x="532284" y="13759"/>
                  <a:pt x="545916" y="14359"/>
                  <a:pt x="561894" y="14359"/>
                </a:cubicBezTo>
                <a:cubicBezTo>
                  <a:pt x="567933" y="14359"/>
                  <a:pt x="570953" y="16092"/>
                  <a:pt x="570953" y="19559"/>
                </a:cubicBezTo>
                <a:cubicBezTo>
                  <a:pt x="570953" y="23027"/>
                  <a:pt x="568891" y="26365"/>
                  <a:pt x="564766" y="29575"/>
                </a:cubicBezTo>
                <a:cubicBezTo>
                  <a:pt x="561413" y="32299"/>
                  <a:pt x="559737" y="35776"/>
                  <a:pt x="559737" y="40005"/>
                </a:cubicBezTo>
                <a:lnTo>
                  <a:pt x="559737" y="70423"/>
                </a:lnTo>
                <a:lnTo>
                  <a:pt x="611594" y="70423"/>
                </a:lnTo>
                <a:cubicBezTo>
                  <a:pt x="611594" y="42939"/>
                  <a:pt x="610248" y="23350"/>
                  <a:pt x="607557" y="11658"/>
                </a:cubicBezTo>
                <a:cubicBezTo>
                  <a:pt x="618844" y="12859"/>
                  <a:pt x="632329" y="13459"/>
                  <a:pt x="648012" y="13459"/>
                </a:cubicBezTo>
                <a:cubicBezTo>
                  <a:pt x="654051" y="13459"/>
                  <a:pt x="657071" y="15170"/>
                  <a:pt x="657071" y="18591"/>
                </a:cubicBezTo>
                <a:cubicBezTo>
                  <a:pt x="657071" y="22013"/>
                  <a:pt x="655201" y="25370"/>
                  <a:pt x="651463" y="28661"/>
                </a:cubicBezTo>
                <a:cubicBezTo>
                  <a:pt x="647724" y="31951"/>
                  <a:pt x="645855" y="35433"/>
                  <a:pt x="645855" y="39105"/>
                </a:cubicBezTo>
                <a:lnTo>
                  <a:pt x="645855" y="69966"/>
                </a:lnTo>
                <a:cubicBezTo>
                  <a:pt x="656042" y="70023"/>
                  <a:pt x="672189" y="68677"/>
                  <a:pt x="694297" y="65930"/>
                </a:cubicBezTo>
                <a:lnTo>
                  <a:pt x="694297" y="102434"/>
                </a:lnTo>
                <a:cubicBezTo>
                  <a:pt x="676642" y="100324"/>
                  <a:pt x="660495" y="98979"/>
                  <a:pt x="645855" y="98398"/>
                </a:cubicBezTo>
                <a:lnTo>
                  <a:pt x="645855" y="142175"/>
                </a:lnTo>
                <a:cubicBezTo>
                  <a:pt x="655870" y="142227"/>
                  <a:pt x="672315" y="141032"/>
                  <a:pt x="695190" y="138589"/>
                </a:cubicBezTo>
                <a:lnTo>
                  <a:pt x="695190" y="151597"/>
                </a:lnTo>
                <a:cubicBezTo>
                  <a:pt x="713063" y="112035"/>
                  <a:pt x="724853" y="62848"/>
                  <a:pt x="730558" y="4036"/>
                </a:cubicBezTo>
                <a:close/>
                <a:moveTo>
                  <a:pt x="1597336" y="0"/>
                </a:moveTo>
                <a:cubicBezTo>
                  <a:pt x="1611800" y="19017"/>
                  <a:pt x="1624015" y="37109"/>
                  <a:pt x="1633983" y="54278"/>
                </a:cubicBezTo>
                <a:cubicBezTo>
                  <a:pt x="1705849" y="54278"/>
                  <a:pt x="1757144" y="53228"/>
                  <a:pt x="1787867" y="51128"/>
                </a:cubicBezTo>
                <a:lnTo>
                  <a:pt x="1787867" y="144589"/>
                </a:lnTo>
                <a:lnTo>
                  <a:pt x="1750912" y="144589"/>
                </a:lnTo>
                <a:lnTo>
                  <a:pt x="1750912" y="86289"/>
                </a:lnTo>
                <a:lnTo>
                  <a:pt x="1464033" y="86289"/>
                </a:lnTo>
                <a:lnTo>
                  <a:pt x="1464033" y="146832"/>
                </a:lnTo>
                <a:lnTo>
                  <a:pt x="1427979" y="146832"/>
                </a:lnTo>
                <a:lnTo>
                  <a:pt x="1427979" y="51128"/>
                </a:lnTo>
                <a:cubicBezTo>
                  <a:pt x="1449720" y="53228"/>
                  <a:pt x="1505784" y="54278"/>
                  <a:pt x="1596171" y="54278"/>
                </a:cubicBezTo>
                <a:cubicBezTo>
                  <a:pt x="1588870" y="45586"/>
                  <a:pt x="1578407" y="32632"/>
                  <a:pt x="1564782" y="15416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0362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animBg="1"/>
      <p:bldP spid="1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874863B-FA97-4D44-B1F8-FE3DCC376DEE}"/>
              </a:ext>
            </a:extLst>
          </p:cNvPr>
          <p:cNvGrpSpPr/>
          <p:nvPr/>
        </p:nvGrpSpPr>
        <p:grpSpPr>
          <a:xfrm>
            <a:off x="774608" y="1264474"/>
            <a:ext cx="10642785" cy="2219896"/>
            <a:chOff x="1886857" y="2248792"/>
            <a:chExt cx="8563429" cy="178617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84E33E-352E-4714-AC7C-D0B8B378C02C}"/>
                </a:ext>
              </a:extLst>
            </p:cNvPr>
            <p:cNvGrpSpPr/>
            <p:nvPr/>
          </p:nvGrpSpPr>
          <p:grpSpPr>
            <a:xfrm>
              <a:off x="2038710" y="2330311"/>
              <a:ext cx="8259722" cy="1623141"/>
              <a:chOff x="2055252" y="2248792"/>
              <a:chExt cx="8259722" cy="1623141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821EC8B-C079-41C1-9490-31BCA9D6DFDC}"/>
                  </a:ext>
                </a:extLst>
              </p:cNvPr>
              <p:cNvSpPr txBox="1"/>
              <p:nvPr/>
            </p:nvSpPr>
            <p:spPr>
              <a:xfrm>
                <a:off x="6499291" y="3035971"/>
                <a:ext cx="2040585" cy="835962"/>
              </a:xfrm>
              <a:custGeom>
                <a:avLst/>
                <a:gdLst/>
                <a:ahLst/>
                <a:cxnLst/>
                <a:rect l="l" t="t" r="r" b="b"/>
                <a:pathLst>
                  <a:path w="2040585" h="835962">
                    <a:moveTo>
                      <a:pt x="662460" y="783479"/>
                    </a:moveTo>
                    <a:cubicBezTo>
                      <a:pt x="664632" y="783479"/>
                      <a:pt x="667950" y="784776"/>
                      <a:pt x="672414" y="787370"/>
                    </a:cubicBezTo>
                    <a:cubicBezTo>
                      <a:pt x="676878" y="789964"/>
                      <a:pt x="679110" y="793433"/>
                      <a:pt x="679110" y="797776"/>
                    </a:cubicBezTo>
                    <a:cubicBezTo>
                      <a:pt x="679110" y="799586"/>
                      <a:pt x="678688" y="801124"/>
                      <a:pt x="677843" y="802391"/>
                    </a:cubicBezTo>
                    <a:cubicBezTo>
                      <a:pt x="676999" y="803658"/>
                      <a:pt x="675973" y="804291"/>
                      <a:pt x="674767" y="804291"/>
                    </a:cubicBezTo>
                    <a:cubicBezTo>
                      <a:pt x="672836" y="804291"/>
                      <a:pt x="670061" y="801546"/>
                      <a:pt x="666442" y="796057"/>
                    </a:cubicBezTo>
                    <a:cubicBezTo>
                      <a:pt x="662822" y="790567"/>
                      <a:pt x="661013" y="786857"/>
                      <a:pt x="661013" y="784927"/>
                    </a:cubicBezTo>
                    <a:cubicBezTo>
                      <a:pt x="661013" y="783962"/>
                      <a:pt x="661495" y="783479"/>
                      <a:pt x="662460" y="783479"/>
                    </a:cubicBezTo>
                    <a:close/>
                    <a:moveTo>
                      <a:pt x="726888" y="782574"/>
                    </a:moveTo>
                    <a:cubicBezTo>
                      <a:pt x="728335" y="782574"/>
                      <a:pt x="731834" y="783720"/>
                      <a:pt x="737384" y="786013"/>
                    </a:cubicBezTo>
                    <a:cubicBezTo>
                      <a:pt x="742934" y="788305"/>
                      <a:pt x="747247" y="791020"/>
                      <a:pt x="750324" y="794157"/>
                    </a:cubicBezTo>
                    <a:cubicBezTo>
                      <a:pt x="753400" y="797293"/>
                      <a:pt x="754939" y="801154"/>
                      <a:pt x="754939" y="805739"/>
                    </a:cubicBezTo>
                    <a:cubicBezTo>
                      <a:pt x="754939" y="810686"/>
                      <a:pt x="753853" y="813159"/>
                      <a:pt x="751681" y="813159"/>
                    </a:cubicBezTo>
                    <a:cubicBezTo>
                      <a:pt x="750475" y="813159"/>
                      <a:pt x="748936" y="812526"/>
                      <a:pt x="747066" y="811259"/>
                    </a:cubicBezTo>
                    <a:cubicBezTo>
                      <a:pt x="745196" y="809992"/>
                      <a:pt x="742783" y="807488"/>
                      <a:pt x="739827" y="803748"/>
                    </a:cubicBezTo>
                    <a:cubicBezTo>
                      <a:pt x="736871" y="800008"/>
                      <a:pt x="733795" y="795846"/>
                      <a:pt x="730597" y="791261"/>
                    </a:cubicBezTo>
                    <a:cubicBezTo>
                      <a:pt x="727400" y="786676"/>
                      <a:pt x="725802" y="784082"/>
                      <a:pt x="725802" y="783479"/>
                    </a:cubicBezTo>
                    <a:cubicBezTo>
                      <a:pt x="725802" y="782876"/>
                      <a:pt x="726164" y="782574"/>
                      <a:pt x="726888" y="782574"/>
                    </a:cubicBezTo>
                    <a:close/>
                    <a:moveTo>
                      <a:pt x="694493" y="781126"/>
                    </a:moveTo>
                    <a:cubicBezTo>
                      <a:pt x="696785" y="781126"/>
                      <a:pt x="700194" y="782363"/>
                      <a:pt x="704718" y="784836"/>
                    </a:cubicBezTo>
                    <a:cubicBezTo>
                      <a:pt x="709242" y="787310"/>
                      <a:pt x="711505" y="790839"/>
                      <a:pt x="711505" y="795423"/>
                    </a:cubicBezTo>
                    <a:cubicBezTo>
                      <a:pt x="711505" y="797112"/>
                      <a:pt x="711203" y="798771"/>
                      <a:pt x="710600" y="800400"/>
                    </a:cubicBezTo>
                    <a:cubicBezTo>
                      <a:pt x="709996" y="802029"/>
                      <a:pt x="709092" y="802843"/>
                      <a:pt x="707885" y="802843"/>
                    </a:cubicBezTo>
                    <a:cubicBezTo>
                      <a:pt x="705713" y="802843"/>
                      <a:pt x="702697" y="799948"/>
                      <a:pt x="698836" y="794157"/>
                    </a:cubicBezTo>
                    <a:cubicBezTo>
                      <a:pt x="694976" y="788365"/>
                      <a:pt x="693045" y="784444"/>
                      <a:pt x="693045" y="782393"/>
                    </a:cubicBezTo>
                    <a:cubicBezTo>
                      <a:pt x="693045" y="781549"/>
                      <a:pt x="693528" y="781126"/>
                      <a:pt x="694493" y="781126"/>
                    </a:cubicBezTo>
                    <a:close/>
                    <a:moveTo>
                      <a:pt x="637848" y="780764"/>
                    </a:moveTo>
                    <a:cubicBezTo>
                      <a:pt x="638692" y="780764"/>
                      <a:pt x="639477" y="781549"/>
                      <a:pt x="640200" y="783117"/>
                    </a:cubicBezTo>
                    <a:cubicBezTo>
                      <a:pt x="640924" y="784686"/>
                      <a:pt x="641286" y="786556"/>
                      <a:pt x="641286" y="788727"/>
                    </a:cubicBezTo>
                    <a:cubicBezTo>
                      <a:pt x="641286" y="795363"/>
                      <a:pt x="638934" y="801758"/>
                      <a:pt x="634228" y="807911"/>
                    </a:cubicBezTo>
                    <a:cubicBezTo>
                      <a:pt x="629523" y="814064"/>
                      <a:pt x="625541" y="817140"/>
                      <a:pt x="622284" y="817140"/>
                    </a:cubicBezTo>
                    <a:cubicBezTo>
                      <a:pt x="620474" y="817140"/>
                      <a:pt x="619569" y="816115"/>
                      <a:pt x="619569" y="814064"/>
                    </a:cubicBezTo>
                    <a:cubicBezTo>
                      <a:pt x="619569" y="812013"/>
                      <a:pt x="619811" y="809871"/>
                      <a:pt x="620293" y="807639"/>
                    </a:cubicBezTo>
                    <a:cubicBezTo>
                      <a:pt x="620776" y="805407"/>
                      <a:pt x="621319" y="803990"/>
                      <a:pt x="621922" y="803386"/>
                    </a:cubicBezTo>
                    <a:cubicBezTo>
                      <a:pt x="628920" y="796992"/>
                      <a:pt x="633263" y="790839"/>
                      <a:pt x="634952" y="784927"/>
                    </a:cubicBezTo>
                    <a:cubicBezTo>
                      <a:pt x="635797" y="782152"/>
                      <a:pt x="636762" y="780764"/>
                      <a:pt x="637848" y="780764"/>
                    </a:cubicBezTo>
                    <a:close/>
                    <a:moveTo>
                      <a:pt x="249475" y="780041"/>
                    </a:moveTo>
                    <a:cubicBezTo>
                      <a:pt x="252130" y="780041"/>
                      <a:pt x="254422" y="781006"/>
                      <a:pt x="256352" y="782936"/>
                    </a:cubicBezTo>
                    <a:cubicBezTo>
                      <a:pt x="258283" y="784867"/>
                      <a:pt x="259248" y="787159"/>
                      <a:pt x="259248" y="789813"/>
                    </a:cubicBezTo>
                    <a:cubicBezTo>
                      <a:pt x="259248" y="792467"/>
                      <a:pt x="258283" y="794760"/>
                      <a:pt x="256352" y="796690"/>
                    </a:cubicBezTo>
                    <a:cubicBezTo>
                      <a:pt x="254422" y="798621"/>
                      <a:pt x="252130" y="799586"/>
                      <a:pt x="249475" y="799586"/>
                    </a:cubicBezTo>
                    <a:cubicBezTo>
                      <a:pt x="246821" y="799586"/>
                      <a:pt x="244529" y="798621"/>
                      <a:pt x="242598" y="796690"/>
                    </a:cubicBezTo>
                    <a:cubicBezTo>
                      <a:pt x="240668" y="794760"/>
                      <a:pt x="239703" y="792467"/>
                      <a:pt x="239703" y="789813"/>
                    </a:cubicBezTo>
                    <a:cubicBezTo>
                      <a:pt x="239703" y="787159"/>
                      <a:pt x="240668" y="784867"/>
                      <a:pt x="242598" y="782936"/>
                    </a:cubicBezTo>
                    <a:cubicBezTo>
                      <a:pt x="244529" y="781006"/>
                      <a:pt x="246821" y="780041"/>
                      <a:pt x="249475" y="780041"/>
                    </a:cubicBezTo>
                    <a:close/>
                    <a:moveTo>
                      <a:pt x="1048661" y="774249"/>
                    </a:moveTo>
                    <a:cubicBezTo>
                      <a:pt x="1050953" y="774249"/>
                      <a:pt x="1054784" y="775456"/>
                      <a:pt x="1060153" y="777869"/>
                    </a:cubicBezTo>
                    <a:cubicBezTo>
                      <a:pt x="1065522" y="780282"/>
                      <a:pt x="1068206" y="783720"/>
                      <a:pt x="1068206" y="788184"/>
                    </a:cubicBezTo>
                    <a:cubicBezTo>
                      <a:pt x="1068206" y="791321"/>
                      <a:pt x="1067000" y="792890"/>
                      <a:pt x="1064587" y="792890"/>
                    </a:cubicBezTo>
                    <a:cubicBezTo>
                      <a:pt x="1063622" y="792890"/>
                      <a:pt x="1062626" y="792618"/>
                      <a:pt x="1061601" y="792075"/>
                    </a:cubicBezTo>
                    <a:cubicBezTo>
                      <a:pt x="1060575" y="791532"/>
                      <a:pt x="1059640" y="790778"/>
                      <a:pt x="1058796" y="789813"/>
                    </a:cubicBezTo>
                    <a:lnTo>
                      <a:pt x="1052642" y="782936"/>
                    </a:lnTo>
                    <a:cubicBezTo>
                      <a:pt x="1049264" y="779196"/>
                      <a:pt x="1047424" y="777085"/>
                      <a:pt x="1047123" y="776602"/>
                    </a:cubicBezTo>
                    <a:cubicBezTo>
                      <a:pt x="1046821" y="776119"/>
                      <a:pt x="1046670" y="775607"/>
                      <a:pt x="1046670" y="775064"/>
                    </a:cubicBezTo>
                    <a:cubicBezTo>
                      <a:pt x="1046670" y="774521"/>
                      <a:pt x="1047334" y="774249"/>
                      <a:pt x="1048661" y="774249"/>
                    </a:cubicBezTo>
                    <a:close/>
                    <a:moveTo>
                      <a:pt x="120100" y="768311"/>
                    </a:moveTo>
                    <a:cubicBezTo>
                      <a:pt x="123312" y="768311"/>
                      <a:pt x="125797" y="769363"/>
                      <a:pt x="127555" y="771469"/>
                    </a:cubicBezTo>
                    <a:cubicBezTo>
                      <a:pt x="129313" y="773574"/>
                      <a:pt x="130192" y="776341"/>
                      <a:pt x="130192" y="779770"/>
                    </a:cubicBezTo>
                    <a:cubicBezTo>
                      <a:pt x="130192" y="780638"/>
                      <a:pt x="130116" y="781550"/>
                      <a:pt x="129965" y="782505"/>
                    </a:cubicBezTo>
                    <a:cubicBezTo>
                      <a:pt x="129813" y="783460"/>
                      <a:pt x="129541" y="784372"/>
                      <a:pt x="129151" y="785240"/>
                    </a:cubicBezTo>
                    <a:lnTo>
                      <a:pt x="130062" y="785565"/>
                    </a:lnTo>
                    <a:cubicBezTo>
                      <a:pt x="134273" y="779792"/>
                      <a:pt x="138429" y="775473"/>
                      <a:pt x="142531" y="772608"/>
                    </a:cubicBezTo>
                    <a:cubicBezTo>
                      <a:pt x="146633" y="769743"/>
                      <a:pt x="150876" y="768311"/>
                      <a:pt x="155261" y="768311"/>
                    </a:cubicBezTo>
                    <a:cubicBezTo>
                      <a:pt x="159862" y="768311"/>
                      <a:pt x="163302" y="769548"/>
                      <a:pt x="165581" y="772022"/>
                    </a:cubicBezTo>
                    <a:cubicBezTo>
                      <a:pt x="167860" y="774496"/>
                      <a:pt x="168999" y="777969"/>
                      <a:pt x="168999" y="782440"/>
                    </a:cubicBezTo>
                    <a:cubicBezTo>
                      <a:pt x="168999" y="783786"/>
                      <a:pt x="168804" y="785652"/>
                      <a:pt x="168413" y="788040"/>
                    </a:cubicBezTo>
                    <a:cubicBezTo>
                      <a:pt x="168023" y="790427"/>
                      <a:pt x="167523" y="793032"/>
                      <a:pt x="166916" y="795853"/>
                    </a:cubicBezTo>
                    <a:cubicBezTo>
                      <a:pt x="166308" y="798675"/>
                      <a:pt x="165657" y="801572"/>
                      <a:pt x="164962" y="804546"/>
                    </a:cubicBezTo>
                    <a:cubicBezTo>
                      <a:pt x="164268" y="807519"/>
                      <a:pt x="163617" y="810265"/>
                      <a:pt x="163009" y="812782"/>
                    </a:cubicBezTo>
                    <a:cubicBezTo>
                      <a:pt x="162401" y="815300"/>
                      <a:pt x="161902" y="817449"/>
                      <a:pt x="161511" y="819228"/>
                    </a:cubicBezTo>
                    <a:cubicBezTo>
                      <a:pt x="161121" y="821008"/>
                      <a:pt x="160925" y="822115"/>
                      <a:pt x="160925" y="822549"/>
                    </a:cubicBezTo>
                    <a:cubicBezTo>
                      <a:pt x="160925" y="824199"/>
                      <a:pt x="161229" y="825392"/>
                      <a:pt x="161837" y="826130"/>
                    </a:cubicBezTo>
                    <a:cubicBezTo>
                      <a:pt x="162445" y="826868"/>
                      <a:pt x="163421" y="827237"/>
                      <a:pt x="164767" y="827237"/>
                    </a:cubicBezTo>
                    <a:cubicBezTo>
                      <a:pt x="165592" y="827237"/>
                      <a:pt x="166406" y="827085"/>
                      <a:pt x="167209" y="826781"/>
                    </a:cubicBezTo>
                    <a:cubicBezTo>
                      <a:pt x="168012" y="826478"/>
                      <a:pt x="168847" y="826000"/>
                      <a:pt x="169716" y="825349"/>
                    </a:cubicBezTo>
                    <a:cubicBezTo>
                      <a:pt x="170584" y="824698"/>
                      <a:pt x="171539" y="823862"/>
                      <a:pt x="172581" y="822842"/>
                    </a:cubicBezTo>
                    <a:cubicBezTo>
                      <a:pt x="173622" y="821822"/>
                      <a:pt x="174794" y="820596"/>
                      <a:pt x="176097" y="819163"/>
                    </a:cubicBezTo>
                    <a:lnTo>
                      <a:pt x="180589" y="823461"/>
                    </a:lnTo>
                    <a:cubicBezTo>
                      <a:pt x="178462" y="825631"/>
                      <a:pt x="176509" y="827498"/>
                      <a:pt x="174729" y="829060"/>
                    </a:cubicBezTo>
                    <a:cubicBezTo>
                      <a:pt x="172950" y="830623"/>
                      <a:pt x="171224" y="831914"/>
                      <a:pt x="169553" y="832935"/>
                    </a:cubicBezTo>
                    <a:cubicBezTo>
                      <a:pt x="167882" y="833955"/>
                      <a:pt x="166221" y="834714"/>
                      <a:pt x="164572" y="835213"/>
                    </a:cubicBezTo>
                    <a:cubicBezTo>
                      <a:pt x="162922" y="835713"/>
                      <a:pt x="161164" y="835962"/>
                      <a:pt x="159298" y="835962"/>
                    </a:cubicBezTo>
                    <a:cubicBezTo>
                      <a:pt x="157735" y="835962"/>
                      <a:pt x="156292" y="835658"/>
                      <a:pt x="154968" y="835051"/>
                    </a:cubicBezTo>
                    <a:cubicBezTo>
                      <a:pt x="153644" y="834443"/>
                      <a:pt x="152504" y="833607"/>
                      <a:pt x="151549" y="832544"/>
                    </a:cubicBezTo>
                    <a:cubicBezTo>
                      <a:pt x="150594" y="831480"/>
                      <a:pt x="149856" y="830221"/>
                      <a:pt x="149335" y="828767"/>
                    </a:cubicBezTo>
                    <a:cubicBezTo>
                      <a:pt x="148815" y="827313"/>
                      <a:pt x="148554" y="825718"/>
                      <a:pt x="148554" y="823982"/>
                    </a:cubicBezTo>
                    <a:cubicBezTo>
                      <a:pt x="148554" y="822245"/>
                      <a:pt x="148739" y="820216"/>
                      <a:pt x="149108" y="817894"/>
                    </a:cubicBezTo>
                    <a:cubicBezTo>
                      <a:pt x="149477" y="815571"/>
                      <a:pt x="150030" y="813021"/>
                      <a:pt x="150768" y="810243"/>
                    </a:cubicBezTo>
                    <a:cubicBezTo>
                      <a:pt x="151549" y="807421"/>
                      <a:pt x="152276" y="804719"/>
                      <a:pt x="152949" y="802136"/>
                    </a:cubicBezTo>
                    <a:cubicBezTo>
                      <a:pt x="153622" y="799554"/>
                      <a:pt x="154208" y="797166"/>
                      <a:pt x="154707" y="794974"/>
                    </a:cubicBezTo>
                    <a:cubicBezTo>
                      <a:pt x="155206" y="792782"/>
                      <a:pt x="155597" y="790829"/>
                      <a:pt x="155879" y="789114"/>
                    </a:cubicBezTo>
                    <a:cubicBezTo>
                      <a:pt x="156161" y="787399"/>
                      <a:pt x="156302" y="785978"/>
                      <a:pt x="156302" y="784849"/>
                    </a:cubicBezTo>
                    <a:cubicBezTo>
                      <a:pt x="156302" y="782158"/>
                      <a:pt x="155792" y="780183"/>
                      <a:pt x="154772" y="778924"/>
                    </a:cubicBezTo>
                    <a:cubicBezTo>
                      <a:pt x="153752" y="777665"/>
                      <a:pt x="152114" y="777036"/>
                      <a:pt x="149856" y="777036"/>
                    </a:cubicBezTo>
                    <a:cubicBezTo>
                      <a:pt x="148554" y="777036"/>
                      <a:pt x="147154" y="777372"/>
                      <a:pt x="145657" y="778045"/>
                    </a:cubicBezTo>
                    <a:cubicBezTo>
                      <a:pt x="144159" y="778718"/>
                      <a:pt x="142651" y="779651"/>
                      <a:pt x="141131" y="780845"/>
                    </a:cubicBezTo>
                    <a:cubicBezTo>
                      <a:pt x="139612" y="782038"/>
                      <a:pt x="138125" y="783449"/>
                      <a:pt x="136671" y="785077"/>
                    </a:cubicBezTo>
                    <a:cubicBezTo>
                      <a:pt x="135217" y="786705"/>
                      <a:pt x="133882" y="788441"/>
                      <a:pt x="132667" y="790286"/>
                    </a:cubicBezTo>
                    <a:cubicBezTo>
                      <a:pt x="131451" y="792131"/>
                      <a:pt x="130377" y="794063"/>
                      <a:pt x="129444" y="796081"/>
                    </a:cubicBezTo>
                    <a:cubicBezTo>
                      <a:pt x="128510" y="798099"/>
                      <a:pt x="127827" y="800107"/>
                      <a:pt x="127393" y="802104"/>
                    </a:cubicBezTo>
                    <a:lnTo>
                      <a:pt x="120100" y="834790"/>
                    </a:lnTo>
                    <a:lnTo>
                      <a:pt x="107338" y="834790"/>
                    </a:lnTo>
                    <a:lnTo>
                      <a:pt x="117105" y="792337"/>
                    </a:lnTo>
                    <a:cubicBezTo>
                      <a:pt x="117669" y="790080"/>
                      <a:pt x="118082" y="788061"/>
                      <a:pt x="118342" y="786282"/>
                    </a:cubicBezTo>
                    <a:cubicBezTo>
                      <a:pt x="118602" y="784502"/>
                      <a:pt x="118733" y="783048"/>
                      <a:pt x="118733" y="781919"/>
                    </a:cubicBezTo>
                    <a:cubicBezTo>
                      <a:pt x="118733" y="778750"/>
                      <a:pt x="117452" y="777166"/>
                      <a:pt x="114891" y="777166"/>
                    </a:cubicBezTo>
                    <a:cubicBezTo>
                      <a:pt x="114110" y="777166"/>
                      <a:pt x="113317" y="777329"/>
                      <a:pt x="112514" y="777654"/>
                    </a:cubicBezTo>
                    <a:cubicBezTo>
                      <a:pt x="111711" y="777980"/>
                      <a:pt x="110865" y="778468"/>
                      <a:pt x="109975" y="779119"/>
                    </a:cubicBezTo>
                    <a:cubicBezTo>
                      <a:pt x="109085" y="779770"/>
                      <a:pt x="108119" y="780595"/>
                      <a:pt x="107078" y="781593"/>
                    </a:cubicBezTo>
                    <a:cubicBezTo>
                      <a:pt x="106036" y="782592"/>
                      <a:pt x="104864" y="783764"/>
                      <a:pt x="103561" y="785110"/>
                    </a:cubicBezTo>
                    <a:lnTo>
                      <a:pt x="99069" y="780877"/>
                    </a:lnTo>
                    <a:cubicBezTo>
                      <a:pt x="101239" y="778663"/>
                      <a:pt x="103225" y="776764"/>
                      <a:pt x="105027" y="775180"/>
                    </a:cubicBezTo>
                    <a:cubicBezTo>
                      <a:pt x="106828" y="773596"/>
                      <a:pt x="108543" y="772293"/>
                      <a:pt x="110170" y="771273"/>
                    </a:cubicBezTo>
                    <a:cubicBezTo>
                      <a:pt x="111798" y="770253"/>
                      <a:pt x="113415" y="769504"/>
                      <a:pt x="115021" y="769027"/>
                    </a:cubicBezTo>
                    <a:cubicBezTo>
                      <a:pt x="116627" y="768549"/>
                      <a:pt x="118320" y="768311"/>
                      <a:pt x="120100" y="768311"/>
                    </a:cubicBezTo>
                    <a:close/>
                    <a:moveTo>
                      <a:pt x="1427442" y="754523"/>
                    </a:moveTo>
                    <a:cubicBezTo>
                      <a:pt x="1430458" y="754523"/>
                      <a:pt x="1433112" y="755006"/>
                      <a:pt x="1435405" y="755971"/>
                    </a:cubicBezTo>
                    <a:cubicBezTo>
                      <a:pt x="1437697" y="756936"/>
                      <a:pt x="1438843" y="758022"/>
                      <a:pt x="1438843" y="759228"/>
                    </a:cubicBezTo>
                    <a:cubicBezTo>
                      <a:pt x="1438843" y="761159"/>
                      <a:pt x="1436400" y="762788"/>
                      <a:pt x="1431514" y="764115"/>
                    </a:cubicBezTo>
                    <a:cubicBezTo>
                      <a:pt x="1426627" y="765442"/>
                      <a:pt x="1418453" y="766709"/>
                      <a:pt x="1406992" y="767915"/>
                    </a:cubicBezTo>
                    <a:cubicBezTo>
                      <a:pt x="1409646" y="769242"/>
                      <a:pt x="1411395" y="770449"/>
                      <a:pt x="1412240" y="771535"/>
                    </a:cubicBezTo>
                    <a:cubicBezTo>
                      <a:pt x="1413084" y="772621"/>
                      <a:pt x="1413326" y="774008"/>
                      <a:pt x="1412964" y="775697"/>
                    </a:cubicBezTo>
                    <a:cubicBezTo>
                      <a:pt x="1411999" y="779920"/>
                      <a:pt x="1411275" y="786978"/>
                      <a:pt x="1410792" y="796871"/>
                    </a:cubicBezTo>
                    <a:cubicBezTo>
                      <a:pt x="1428407" y="794700"/>
                      <a:pt x="1439024" y="793342"/>
                      <a:pt x="1442644" y="792799"/>
                    </a:cubicBezTo>
                    <a:cubicBezTo>
                      <a:pt x="1446263" y="792256"/>
                      <a:pt x="1449400" y="791985"/>
                      <a:pt x="1452054" y="791985"/>
                    </a:cubicBezTo>
                    <a:cubicBezTo>
                      <a:pt x="1458087" y="791985"/>
                      <a:pt x="1462943" y="793433"/>
                      <a:pt x="1466623" y="796328"/>
                    </a:cubicBezTo>
                    <a:cubicBezTo>
                      <a:pt x="1470303" y="799224"/>
                      <a:pt x="1472143" y="801456"/>
                      <a:pt x="1472143" y="803024"/>
                    </a:cubicBezTo>
                    <a:cubicBezTo>
                      <a:pt x="1472143" y="804955"/>
                      <a:pt x="1469488" y="805920"/>
                      <a:pt x="1464180" y="805920"/>
                    </a:cubicBezTo>
                    <a:cubicBezTo>
                      <a:pt x="1460560" y="805920"/>
                      <a:pt x="1456006" y="805498"/>
                      <a:pt x="1450516" y="804653"/>
                    </a:cubicBezTo>
                    <a:cubicBezTo>
                      <a:pt x="1445027" y="803809"/>
                      <a:pt x="1437727" y="803386"/>
                      <a:pt x="1428618" y="803386"/>
                    </a:cubicBezTo>
                    <a:cubicBezTo>
                      <a:pt x="1419509" y="803386"/>
                      <a:pt x="1408138" y="804291"/>
                      <a:pt x="1394504" y="806101"/>
                    </a:cubicBezTo>
                    <a:cubicBezTo>
                      <a:pt x="1380871" y="807911"/>
                      <a:pt x="1369771" y="809962"/>
                      <a:pt x="1361205" y="812254"/>
                    </a:cubicBezTo>
                    <a:cubicBezTo>
                      <a:pt x="1359516" y="812737"/>
                      <a:pt x="1357646" y="812978"/>
                      <a:pt x="1355595" y="812978"/>
                    </a:cubicBezTo>
                    <a:cubicBezTo>
                      <a:pt x="1353544" y="812978"/>
                      <a:pt x="1351191" y="811952"/>
                      <a:pt x="1348537" y="809901"/>
                    </a:cubicBezTo>
                    <a:cubicBezTo>
                      <a:pt x="1345882" y="807850"/>
                      <a:pt x="1344555" y="806342"/>
                      <a:pt x="1344555" y="805377"/>
                    </a:cubicBezTo>
                    <a:cubicBezTo>
                      <a:pt x="1344555" y="804412"/>
                      <a:pt x="1345460" y="803869"/>
                      <a:pt x="1347270" y="803748"/>
                    </a:cubicBezTo>
                    <a:lnTo>
                      <a:pt x="1401381" y="797957"/>
                    </a:lnTo>
                    <a:cubicBezTo>
                      <a:pt x="1401623" y="793855"/>
                      <a:pt x="1401743" y="790235"/>
                      <a:pt x="1401743" y="787099"/>
                    </a:cubicBezTo>
                    <a:cubicBezTo>
                      <a:pt x="1401743" y="778291"/>
                      <a:pt x="1400899" y="772138"/>
                      <a:pt x="1399210" y="768639"/>
                    </a:cubicBezTo>
                    <a:cubicBezTo>
                      <a:pt x="1394022" y="769122"/>
                      <a:pt x="1389648" y="769363"/>
                      <a:pt x="1386089" y="769363"/>
                    </a:cubicBezTo>
                    <a:cubicBezTo>
                      <a:pt x="1382530" y="769363"/>
                      <a:pt x="1379664" y="768669"/>
                      <a:pt x="1377493" y="767282"/>
                    </a:cubicBezTo>
                    <a:cubicBezTo>
                      <a:pt x="1375321" y="765894"/>
                      <a:pt x="1374235" y="764839"/>
                      <a:pt x="1374235" y="764115"/>
                    </a:cubicBezTo>
                    <a:cubicBezTo>
                      <a:pt x="1374235" y="763391"/>
                      <a:pt x="1375894" y="762878"/>
                      <a:pt x="1379212" y="762576"/>
                    </a:cubicBezTo>
                    <a:cubicBezTo>
                      <a:pt x="1382530" y="762275"/>
                      <a:pt x="1388140" y="761491"/>
                      <a:pt x="1396043" y="760224"/>
                    </a:cubicBezTo>
                    <a:cubicBezTo>
                      <a:pt x="1403945" y="758957"/>
                      <a:pt x="1410400" y="757690"/>
                      <a:pt x="1415407" y="756423"/>
                    </a:cubicBezTo>
                    <a:cubicBezTo>
                      <a:pt x="1420414" y="755156"/>
                      <a:pt x="1424426" y="754523"/>
                      <a:pt x="1427442" y="754523"/>
                    </a:cubicBezTo>
                    <a:close/>
                    <a:moveTo>
                      <a:pt x="1728856" y="751989"/>
                    </a:moveTo>
                    <a:cubicBezTo>
                      <a:pt x="1729399" y="751989"/>
                      <a:pt x="1729670" y="752412"/>
                      <a:pt x="1729670" y="753256"/>
                    </a:cubicBezTo>
                    <a:cubicBezTo>
                      <a:pt x="1729670" y="754945"/>
                      <a:pt x="1728494" y="758866"/>
                      <a:pt x="1726141" y="765020"/>
                    </a:cubicBezTo>
                    <a:cubicBezTo>
                      <a:pt x="1723788" y="771173"/>
                      <a:pt x="1721436" y="778472"/>
                      <a:pt x="1719083" y="786918"/>
                    </a:cubicBezTo>
                    <a:cubicBezTo>
                      <a:pt x="1716730" y="795363"/>
                      <a:pt x="1715283" y="801667"/>
                      <a:pt x="1714740" y="805829"/>
                    </a:cubicBezTo>
                    <a:cubicBezTo>
                      <a:pt x="1714197" y="809992"/>
                      <a:pt x="1713171" y="812073"/>
                      <a:pt x="1711663" y="812073"/>
                    </a:cubicBezTo>
                    <a:cubicBezTo>
                      <a:pt x="1710155" y="812073"/>
                      <a:pt x="1708134" y="809479"/>
                      <a:pt x="1705600" y="804291"/>
                    </a:cubicBezTo>
                    <a:cubicBezTo>
                      <a:pt x="1703067" y="799103"/>
                      <a:pt x="1701800" y="795544"/>
                      <a:pt x="1701800" y="793614"/>
                    </a:cubicBezTo>
                    <a:cubicBezTo>
                      <a:pt x="1701800" y="792407"/>
                      <a:pt x="1702403" y="791442"/>
                      <a:pt x="1703610" y="790718"/>
                    </a:cubicBezTo>
                    <a:cubicBezTo>
                      <a:pt x="1705902" y="789391"/>
                      <a:pt x="1707742" y="787672"/>
                      <a:pt x="1709129" y="785560"/>
                    </a:cubicBezTo>
                    <a:cubicBezTo>
                      <a:pt x="1710517" y="783449"/>
                      <a:pt x="1714227" y="776602"/>
                      <a:pt x="1720259" y="765020"/>
                    </a:cubicBezTo>
                    <a:cubicBezTo>
                      <a:pt x="1723276" y="759470"/>
                      <a:pt x="1725327" y="755911"/>
                      <a:pt x="1726413" y="754342"/>
                    </a:cubicBezTo>
                    <a:cubicBezTo>
                      <a:pt x="1727498" y="752774"/>
                      <a:pt x="1728313" y="751989"/>
                      <a:pt x="1728856" y="751989"/>
                    </a:cubicBezTo>
                    <a:close/>
                    <a:moveTo>
                      <a:pt x="1978873" y="750904"/>
                    </a:moveTo>
                    <a:cubicBezTo>
                      <a:pt x="1980079" y="750904"/>
                      <a:pt x="1982552" y="752020"/>
                      <a:pt x="1986293" y="754252"/>
                    </a:cubicBezTo>
                    <a:cubicBezTo>
                      <a:pt x="1990033" y="756484"/>
                      <a:pt x="1991903" y="758143"/>
                      <a:pt x="1991903" y="759228"/>
                    </a:cubicBezTo>
                    <a:cubicBezTo>
                      <a:pt x="1991903" y="760314"/>
                      <a:pt x="1990968" y="761400"/>
                      <a:pt x="1989098" y="762486"/>
                    </a:cubicBezTo>
                    <a:cubicBezTo>
                      <a:pt x="1987228" y="763572"/>
                      <a:pt x="1985870" y="764627"/>
                      <a:pt x="1985026" y="765653"/>
                    </a:cubicBezTo>
                    <a:cubicBezTo>
                      <a:pt x="1984181" y="766679"/>
                      <a:pt x="1982371" y="769182"/>
                      <a:pt x="1979597" y="773163"/>
                    </a:cubicBezTo>
                    <a:cubicBezTo>
                      <a:pt x="1976822" y="777145"/>
                      <a:pt x="1973202" y="781488"/>
                      <a:pt x="1968738" y="786194"/>
                    </a:cubicBezTo>
                    <a:cubicBezTo>
                      <a:pt x="1977666" y="792467"/>
                      <a:pt x="1986474" y="797263"/>
                      <a:pt x="1995160" y="800581"/>
                    </a:cubicBezTo>
                    <a:cubicBezTo>
                      <a:pt x="2003847" y="803899"/>
                      <a:pt x="2017058" y="806704"/>
                      <a:pt x="2034794" y="808997"/>
                    </a:cubicBezTo>
                    <a:cubicBezTo>
                      <a:pt x="2038655" y="809479"/>
                      <a:pt x="2040585" y="810384"/>
                      <a:pt x="2040585" y="811711"/>
                    </a:cubicBezTo>
                    <a:cubicBezTo>
                      <a:pt x="2040585" y="812435"/>
                      <a:pt x="2039891" y="813129"/>
                      <a:pt x="2038504" y="813792"/>
                    </a:cubicBezTo>
                    <a:cubicBezTo>
                      <a:pt x="2037116" y="814456"/>
                      <a:pt x="2032743" y="815451"/>
                      <a:pt x="2025383" y="816778"/>
                    </a:cubicBezTo>
                    <a:cubicBezTo>
                      <a:pt x="2018023" y="818106"/>
                      <a:pt x="2011478" y="818769"/>
                      <a:pt x="2005747" y="818769"/>
                    </a:cubicBezTo>
                    <a:cubicBezTo>
                      <a:pt x="2000016" y="818769"/>
                      <a:pt x="1995160" y="817080"/>
                      <a:pt x="1991179" y="813702"/>
                    </a:cubicBezTo>
                    <a:lnTo>
                      <a:pt x="1964214" y="791804"/>
                    </a:lnTo>
                    <a:cubicBezTo>
                      <a:pt x="1958060" y="797474"/>
                      <a:pt x="1950128" y="802210"/>
                      <a:pt x="1940415" y="806010"/>
                    </a:cubicBezTo>
                    <a:cubicBezTo>
                      <a:pt x="1930703" y="809811"/>
                      <a:pt x="1922348" y="811711"/>
                      <a:pt x="1915350" y="811711"/>
                    </a:cubicBezTo>
                    <a:cubicBezTo>
                      <a:pt x="1913420" y="811711"/>
                      <a:pt x="1911701" y="811560"/>
                      <a:pt x="1910193" y="811259"/>
                    </a:cubicBezTo>
                    <a:cubicBezTo>
                      <a:pt x="1908685" y="810957"/>
                      <a:pt x="1907930" y="810535"/>
                      <a:pt x="1907930" y="809992"/>
                    </a:cubicBezTo>
                    <a:cubicBezTo>
                      <a:pt x="1907930" y="809449"/>
                      <a:pt x="1909318" y="808876"/>
                      <a:pt x="1912093" y="808273"/>
                    </a:cubicBezTo>
                    <a:cubicBezTo>
                      <a:pt x="1932483" y="803205"/>
                      <a:pt x="1947564" y="795966"/>
                      <a:pt x="1957337" y="786556"/>
                    </a:cubicBezTo>
                    <a:cubicBezTo>
                      <a:pt x="1947926" y="779679"/>
                      <a:pt x="1940808" y="775335"/>
                      <a:pt x="1935982" y="773525"/>
                    </a:cubicBezTo>
                    <a:cubicBezTo>
                      <a:pt x="1933569" y="772560"/>
                      <a:pt x="1932362" y="771655"/>
                      <a:pt x="1932362" y="770811"/>
                    </a:cubicBezTo>
                    <a:cubicBezTo>
                      <a:pt x="1932362" y="769966"/>
                      <a:pt x="1932905" y="769544"/>
                      <a:pt x="1933991" y="769544"/>
                    </a:cubicBezTo>
                    <a:cubicBezTo>
                      <a:pt x="1935077" y="769544"/>
                      <a:pt x="1937158" y="769755"/>
                      <a:pt x="1940235" y="770177"/>
                    </a:cubicBezTo>
                    <a:cubicBezTo>
                      <a:pt x="1943311" y="770600"/>
                      <a:pt x="1946267" y="771535"/>
                      <a:pt x="1949102" y="772982"/>
                    </a:cubicBezTo>
                    <a:cubicBezTo>
                      <a:pt x="1951938" y="774430"/>
                      <a:pt x="1956251" y="777266"/>
                      <a:pt x="1962042" y="781488"/>
                    </a:cubicBezTo>
                    <a:cubicBezTo>
                      <a:pt x="1964214" y="779679"/>
                      <a:pt x="1966597" y="776089"/>
                      <a:pt x="1969190" y="770720"/>
                    </a:cubicBezTo>
                    <a:cubicBezTo>
                      <a:pt x="1971784" y="765351"/>
                      <a:pt x="1973081" y="762275"/>
                      <a:pt x="1973081" y="761491"/>
                    </a:cubicBezTo>
                    <a:cubicBezTo>
                      <a:pt x="1973081" y="760706"/>
                      <a:pt x="1972569" y="760314"/>
                      <a:pt x="1971543" y="760314"/>
                    </a:cubicBezTo>
                    <a:cubicBezTo>
                      <a:pt x="1970518" y="760314"/>
                      <a:pt x="1966958" y="761068"/>
                      <a:pt x="1960866" y="762576"/>
                    </a:cubicBezTo>
                    <a:cubicBezTo>
                      <a:pt x="1954773" y="764085"/>
                      <a:pt x="1950067" y="764839"/>
                      <a:pt x="1946750" y="764839"/>
                    </a:cubicBezTo>
                    <a:cubicBezTo>
                      <a:pt x="1943432" y="764839"/>
                      <a:pt x="1940868" y="764416"/>
                      <a:pt x="1939058" y="763572"/>
                    </a:cubicBezTo>
                    <a:cubicBezTo>
                      <a:pt x="1937248" y="762727"/>
                      <a:pt x="1936343" y="762003"/>
                      <a:pt x="1936343" y="761400"/>
                    </a:cubicBezTo>
                    <a:cubicBezTo>
                      <a:pt x="1936343" y="760797"/>
                      <a:pt x="1937731" y="760375"/>
                      <a:pt x="1940506" y="760133"/>
                    </a:cubicBezTo>
                    <a:cubicBezTo>
                      <a:pt x="1947383" y="759651"/>
                      <a:pt x="1954200" y="758535"/>
                      <a:pt x="1960956" y="756785"/>
                    </a:cubicBezTo>
                    <a:cubicBezTo>
                      <a:pt x="1967712" y="755036"/>
                      <a:pt x="1972086" y="753618"/>
                      <a:pt x="1974077" y="752532"/>
                    </a:cubicBezTo>
                    <a:cubicBezTo>
                      <a:pt x="1976068" y="751446"/>
                      <a:pt x="1977666" y="750904"/>
                      <a:pt x="1978873" y="750904"/>
                    </a:cubicBezTo>
                    <a:close/>
                    <a:moveTo>
                      <a:pt x="1043232" y="748370"/>
                    </a:moveTo>
                    <a:cubicBezTo>
                      <a:pt x="1044197" y="748370"/>
                      <a:pt x="1045464" y="748762"/>
                      <a:pt x="1047032" y="749546"/>
                    </a:cubicBezTo>
                    <a:cubicBezTo>
                      <a:pt x="1048601" y="750330"/>
                      <a:pt x="1049385" y="751537"/>
                      <a:pt x="1049385" y="753166"/>
                    </a:cubicBezTo>
                    <a:cubicBezTo>
                      <a:pt x="1049385" y="754794"/>
                      <a:pt x="1049204" y="756695"/>
                      <a:pt x="1048842" y="758866"/>
                    </a:cubicBezTo>
                    <a:cubicBezTo>
                      <a:pt x="1055719" y="757419"/>
                      <a:pt x="1060636" y="756303"/>
                      <a:pt x="1063592" y="755518"/>
                    </a:cubicBezTo>
                    <a:cubicBezTo>
                      <a:pt x="1066547" y="754734"/>
                      <a:pt x="1068930" y="754342"/>
                      <a:pt x="1070740" y="754342"/>
                    </a:cubicBezTo>
                    <a:cubicBezTo>
                      <a:pt x="1072550" y="754342"/>
                      <a:pt x="1074390" y="754855"/>
                      <a:pt x="1076260" y="755880"/>
                    </a:cubicBezTo>
                    <a:cubicBezTo>
                      <a:pt x="1078130" y="756906"/>
                      <a:pt x="1079065" y="758143"/>
                      <a:pt x="1079065" y="759590"/>
                    </a:cubicBezTo>
                    <a:cubicBezTo>
                      <a:pt x="1079065" y="761762"/>
                      <a:pt x="1076953" y="762848"/>
                      <a:pt x="1072731" y="762848"/>
                    </a:cubicBezTo>
                    <a:lnTo>
                      <a:pt x="1068749" y="762667"/>
                    </a:lnTo>
                    <a:cubicBezTo>
                      <a:pt x="1065130" y="762667"/>
                      <a:pt x="1058072" y="763210"/>
                      <a:pt x="1047575" y="764296"/>
                    </a:cubicBezTo>
                    <a:cubicBezTo>
                      <a:pt x="1045524" y="773224"/>
                      <a:pt x="1042387" y="780282"/>
                      <a:pt x="1038165" y="785470"/>
                    </a:cubicBezTo>
                    <a:cubicBezTo>
                      <a:pt x="1033942" y="790658"/>
                      <a:pt x="1029357" y="794579"/>
                      <a:pt x="1024410" y="797233"/>
                    </a:cubicBezTo>
                    <a:cubicBezTo>
                      <a:pt x="1019464" y="799887"/>
                      <a:pt x="1016086" y="801215"/>
                      <a:pt x="1014276" y="801215"/>
                    </a:cubicBezTo>
                    <a:cubicBezTo>
                      <a:pt x="1013431" y="801215"/>
                      <a:pt x="1013009" y="800853"/>
                      <a:pt x="1013009" y="800129"/>
                    </a:cubicBezTo>
                    <a:cubicBezTo>
                      <a:pt x="1013009" y="799405"/>
                      <a:pt x="1014035" y="798379"/>
                      <a:pt x="1016086" y="797052"/>
                    </a:cubicBezTo>
                    <a:cubicBezTo>
                      <a:pt x="1019584" y="794639"/>
                      <a:pt x="1023747" y="790959"/>
                      <a:pt x="1028573" y="786013"/>
                    </a:cubicBezTo>
                    <a:cubicBezTo>
                      <a:pt x="1033399" y="781066"/>
                      <a:pt x="1036837" y="774189"/>
                      <a:pt x="1038888" y="765382"/>
                    </a:cubicBezTo>
                    <a:cubicBezTo>
                      <a:pt x="1033218" y="766226"/>
                      <a:pt x="1028814" y="767191"/>
                      <a:pt x="1025677" y="768277"/>
                    </a:cubicBezTo>
                    <a:cubicBezTo>
                      <a:pt x="1022540" y="769363"/>
                      <a:pt x="1020127" y="769906"/>
                      <a:pt x="1018438" y="769906"/>
                    </a:cubicBezTo>
                    <a:cubicBezTo>
                      <a:pt x="1016749" y="769906"/>
                      <a:pt x="1015151" y="769423"/>
                      <a:pt x="1013642" y="768458"/>
                    </a:cubicBezTo>
                    <a:cubicBezTo>
                      <a:pt x="1012134" y="767493"/>
                      <a:pt x="1011380" y="766648"/>
                      <a:pt x="1011380" y="765924"/>
                    </a:cubicBezTo>
                    <a:cubicBezTo>
                      <a:pt x="1011380" y="764597"/>
                      <a:pt x="1014336" y="763873"/>
                      <a:pt x="1020248" y="763753"/>
                    </a:cubicBezTo>
                    <a:cubicBezTo>
                      <a:pt x="1022058" y="763753"/>
                      <a:pt x="1028633" y="762667"/>
                      <a:pt x="1039974" y="760495"/>
                    </a:cubicBezTo>
                    <a:cubicBezTo>
                      <a:pt x="1040578" y="757600"/>
                      <a:pt x="1040879" y="755488"/>
                      <a:pt x="1040879" y="754161"/>
                    </a:cubicBezTo>
                    <a:lnTo>
                      <a:pt x="1040698" y="751627"/>
                    </a:lnTo>
                    <a:cubicBezTo>
                      <a:pt x="1040698" y="749456"/>
                      <a:pt x="1041543" y="748370"/>
                      <a:pt x="1043232" y="748370"/>
                    </a:cubicBezTo>
                    <a:close/>
                    <a:moveTo>
                      <a:pt x="1561454" y="746560"/>
                    </a:moveTo>
                    <a:cubicBezTo>
                      <a:pt x="1562962" y="746560"/>
                      <a:pt x="1565586" y="747495"/>
                      <a:pt x="1569326" y="749365"/>
                    </a:cubicBezTo>
                    <a:cubicBezTo>
                      <a:pt x="1573066" y="751235"/>
                      <a:pt x="1574936" y="752834"/>
                      <a:pt x="1574936" y="754161"/>
                    </a:cubicBezTo>
                    <a:cubicBezTo>
                      <a:pt x="1574936" y="754885"/>
                      <a:pt x="1574424" y="755911"/>
                      <a:pt x="1573398" y="757238"/>
                    </a:cubicBezTo>
                    <a:cubicBezTo>
                      <a:pt x="1572373" y="758565"/>
                      <a:pt x="1569447" y="763572"/>
                      <a:pt x="1564621" y="772259"/>
                    </a:cubicBezTo>
                    <a:cubicBezTo>
                      <a:pt x="1561001" y="778412"/>
                      <a:pt x="1556417" y="784173"/>
                      <a:pt x="1550867" y="789542"/>
                    </a:cubicBezTo>
                    <a:cubicBezTo>
                      <a:pt x="1545317" y="794911"/>
                      <a:pt x="1540099" y="798862"/>
                      <a:pt x="1535212" y="801396"/>
                    </a:cubicBezTo>
                    <a:cubicBezTo>
                      <a:pt x="1530326" y="803929"/>
                      <a:pt x="1526918" y="805196"/>
                      <a:pt x="1524987" y="805196"/>
                    </a:cubicBezTo>
                    <a:cubicBezTo>
                      <a:pt x="1524022" y="805196"/>
                      <a:pt x="1523539" y="804834"/>
                      <a:pt x="1523539" y="804110"/>
                    </a:cubicBezTo>
                    <a:cubicBezTo>
                      <a:pt x="1523539" y="803386"/>
                      <a:pt x="1524263" y="802481"/>
                      <a:pt x="1525711" y="801396"/>
                    </a:cubicBezTo>
                    <a:cubicBezTo>
                      <a:pt x="1537414" y="792588"/>
                      <a:pt x="1546131" y="783509"/>
                      <a:pt x="1551862" y="774159"/>
                    </a:cubicBezTo>
                    <a:cubicBezTo>
                      <a:pt x="1557593" y="764808"/>
                      <a:pt x="1560157" y="757962"/>
                      <a:pt x="1559554" y="753618"/>
                    </a:cubicBezTo>
                    <a:cubicBezTo>
                      <a:pt x="1559312" y="752050"/>
                      <a:pt x="1559191" y="750843"/>
                      <a:pt x="1559191" y="749999"/>
                    </a:cubicBezTo>
                    <a:cubicBezTo>
                      <a:pt x="1559191" y="747706"/>
                      <a:pt x="1559946" y="746560"/>
                      <a:pt x="1561454" y="746560"/>
                    </a:cubicBezTo>
                    <a:close/>
                    <a:moveTo>
                      <a:pt x="1225112" y="740045"/>
                    </a:moveTo>
                    <a:cubicBezTo>
                      <a:pt x="1227042" y="740045"/>
                      <a:pt x="1230571" y="741372"/>
                      <a:pt x="1235699" y="744027"/>
                    </a:cubicBezTo>
                    <a:cubicBezTo>
                      <a:pt x="1240826" y="746681"/>
                      <a:pt x="1243390" y="750843"/>
                      <a:pt x="1243390" y="756514"/>
                    </a:cubicBezTo>
                    <a:cubicBezTo>
                      <a:pt x="1243390" y="758806"/>
                      <a:pt x="1242968" y="760616"/>
                      <a:pt x="1242123" y="761943"/>
                    </a:cubicBezTo>
                    <a:cubicBezTo>
                      <a:pt x="1241279" y="763270"/>
                      <a:pt x="1240163" y="763934"/>
                      <a:pt x="1238775" y="763934"/>
                    </a:cubicBezTo>
                    <a:cubicBezTo>
                      <a:pt x="1237388" y="763934"/>
                      <a:pt x="1236000" y="763059"/>
                      <a:pt x="1234613" y="761310"/>
                    </a:cubicBezTo>
                    <a:cubicBezTo>
                      <a:pt x="1233225" y="759560"/>
                      <a:pt x="1231084" y="755941"/>
                      <a:pt x="1228188" y="750451"/>
                    </a:cubicBezTo>
                    <a:cubicBezTo>
                      <a:pt x="1225293" y="744962"/>
                      <a:pt x="1223845" y="741855"/>
                      <a:pt x="1223845" y="741131"/>
                    </a:cubicBezTo>
                    <a:cubicBezTo>
                      <a:pt x="1223845" y="740407"/>
                      <a:pt x="1224267" y="740045"/>
                      <a:pt x="1225112" y="740045"/>
                    </a:cubicBezTo>
                    <a:close/>
                    <a:moveTo>
                      <a:pt x="1587605" y="738778"/>
                    </a:moveTo>
                    <a:cubicBezTo>
                      <a:pt x="1591586" y="738778"/>
                      <a:pt x="1594964" y="741071"/>
                      <a:pt x="1597739" y="745655"/>
                    </a:cubicBezTo>
                    <a:cubicBezTo>
                      <a:pt x="1602203" y="753256"/>
                      <a:pt x="1608507" y="761189"/>
                      <a:pt x="1616651" y="769453"/>
                    </a:cubicBezTo>
                    <a:cubicBezTo>
                      <a:pt x="1624795" y="777718"/>
                      <a:pt x="1631732" y="783570"/>
                      <a:pt x="1637463" y="787008"/>
                    </a:cubicBezTo>
                    <a:cubicBezTo>
                      <a:pt x="1643194" y="790447"/>
                      <a:pt x="1652997" y="794277"/>
                      <a:pt x="1666872" y="798500"/>
                    </a:cubicBezTo>
                    <a:cubicBezTo>
                      <a:pt x="1669285" y="799224"/>
                      <a:pt x="1670491" y="799918"/>
                      <a:pt x="1670491" y="800581"/>
                    </a:cubicBezTo>
                    <a:cubicBezTo>
                      <a:pt x="1670491" y="801245"/>
                      <a:pt x="1669978" y="801788"/>
                      <a:pt x="1668953" y="802210"/>
                    </a:cubicBezTo>
                    <a:cubicBezTo>
                      <a:pt x="1667927" y="802632"/>
                      <a:pt x="1663976" y="803115"/>
                      <a:pt x="1657099" y="803658"/>
                    </a:cubicBezTo>
                    <a:cubicBezTo>
                      <a:pt x="1650222" y="804201"/>
                      <a:pt x="1644461" y="804472"/>
                      <a:pt x="1639816" y="804472"/>
                    </a:cubicBezTo>
                    <a:cubicBezTo>
                      <a:pt x="1635171" y="804472"/>
                      <a:pt x="1631340" y="803658"/>
                      <a:pt x="1628324" y="802029"/>
                    </a:cubicBezTo>
                    <a:cubicBezTo>
                      <a:pt x="1625308" y="800400"/>
                      <a:pt x="1620783" y="795212"/>
                      <a:pt x="1614751" y="786465"/>
                    </a:cubicBezTo>
                    <a:cubicBezTo>
                      <a:pt x="1608718" y="777718"/>
                      <a:pt x="1604164" y="770208"/>
                      <a:pt x="1601087" y="763934"/>
                    </a:cubicBezTo>
                    <a:cubicBezTo>
                      <a:pt x="1598011" y="757660"/>
                      <a:pt x="1593637" y="751145"/>
                      <a:pt x="1587967" y="744388"/>
                    </a:cubicBezTo>
                    <a:cubicBezTo>
                      <a:pt x="1586398" y="742458"/>
                      <a:pt x="1585614" y="741040"/>
                      <a:pt x="1585614" y="740136"/>
                    </a:cubicBezTo>
                    <a:cubicBezTo>
                      <a:pt x="1585614" y="739231"/>
                      <a:pt x="1586277" y="738778"/>
                      <a:pt x="1587605" y="738778"/>
                    </a:cubicBezTo>
                    <a:close/>
                    <a:moveTo>
                      <a:pt x="1706143" y="725929"/>
                    </a:moveTo>
                    <a:cubicBezTo>
                      <a:pt x="1711331" y="725929"/>
                      <a:pt x="1715554" y="727105"/>
                      <a:pt x="1718812" y="729458"/>
                    </a:cubicBezTo>
                    <a:cubicBezTo>
                      <a:pt x="1722069" y="731811"/>
                      <a:pt x="1723698" y="734736"/>
                      <a:pt x="1723698" y="738235"/>
                    </a:cubicBezTo>
                    <a:cubicBezTo>
                      <a:pt x="1723698" y="742458"/>
                      <a:pt x="1722371" y="744569"/>
                      <a:pt x="1719716" y="744569"/>
                    </a:cubicBezTo>
                    <a:cubicBezTo>
                      <a:pt x="1718027" y="744569"/>
                      <a:pt x="1716097" y="743604"/>
                      <a:pt x="1713925" y="741674"/>
                    </a:cubicBezTo>
                    <a:cubicBezTo>
                      <a:pt x="1711754" y="739743"/>
                      <a:pt x="1709129" y="737180"/>
                      <a:pt x="1706053" y="733982"/>
                    </a:cubicBezTo>
                    <a:cubicBezTo>
                      <a:pt x="1702976" y="730785"/>
                      <a:pt x="1701438" y="728644"/>
                      <a:pt x="1701438" y="727558"/>
                    </a:cubicBezTo>
                    <a:cubicBezTo>
                      <a:pt x="1701438" y="726472"/>
                      <a:pt x="1703006" y="725929"/>
                      <a:pt x="1706143" y="725929"/>
                    </a:cubicBezTo>
                    <a:close/>
                    <a:moveTo>
                      <a:pt x="1973986" y="724843"/>
                    </a:moveTo>
                    <a:cubicBezTo>
                      <a:pt x="1970005" y="725326"/>
                      <a:pt x="1962585" y="726653"/>
                      <a:pt x="1951726" y="728825"/>
                    </a:cubicBezTo>
                    <a:cubicBezTo>
                      <a:pt x="1951726" y="735219"/>
                      <a:pt x="1951787" y="740347"/>
                      <a:pt x="1951907" y="744207"/>
                    </a:cubicBezTo>
                    <a:cubicBezTo>
                      <a:pt x="1963972" y="742277"/>
                      <a:pt x="1970276" y="740588"/>
                      <a:pt x="1970819" y="739140"/>
                    </a:cubicBezTo>
                    <a:cubicBezTo>
                      <a:pt x="1971362" y="737692"/>
                      <a:pt x="1972418" y="732927"/>
                      <a:pt x="1973986" y="724843"/>
                    </a:cubicBezTo>
                    <a:close/>
                    <a:moveTo>
                      <a:pt x="249475" y="724481"/>
                    </a:moveTo>
                    <a:cubicBezTo>
                      <a:pt x="252130" y="724481"/>
                      <a:pt x="254422" y="725446"/>
                      <a:pt x="256352" y="727377"/>
                    </a:cubicBezTo>
                    <a:cubicBezTo>
                      <a:pt x="258283" y="729307"/>
                      <a:pt x="259248" y="731600"/>
                      <a:pt x="259248" y="734254"/>
                    </a:cubicBezTo>
                    <a:cubicBezTo>
                      <a:pt x="259248" y="736908"/>
                      <a:pt x="258283" y="739201"/>
                      <a:pt x="256352" y="741131"/>
                    </a:cubicBezTo>
                    <a:cubicBezTo>
                      <a:pt x="254422" y="743061"/>
                      <a:pt x="252130" y="744027"/>
                      <a:pt x="249475" y="744027"/>
                    </a:cubicBezTo>
                    <a:cubicBezTo>
                      <a:pt x="246821" y="744027"/>
                      <a:pt x="244529" y="743061"/>
                      <a:pt x="242598" y="741131"/>
                    </a:cubicBezTo>
                    <a:cubicBezTo>
                      <a:pt x="240668" y="739201"/>
                      <a:pt x="239703" y="736908"/>
                      <a:pt x="239703" y="734254"/>
                    </a:cubicBezTo>
                    <a:cubicBezTo>
                      <a:pt x="239703" y="731600"/>
                      <a:pt x="240668" y="729307"/>
                      <a:pt x="242598" y="727377"/>
                    </a:cubicBezTo>
                    <a:cubicBezTo>
                      <a:pt x="244529" y="725446"/>
                      <a:pt x="246821" y="724481"/>
                      <a:pt x="249475" y="724481"/>
                    </a:cubicBezTo>
                    <a:close/>
                    <a:moveTo>
                      <a:pt x="339906" y="721224"/>
                    </a:moveTo>
                    <a:lnTo>
                      <a:pt x="342801" y="721224"/>
                    </a:lnTo>
                    <a:lnTo>
                      <a:pt x="342801" y="737511"/>
                    </a:lnTo>
                    <a:cubicBezTo>
                      <a:pt x="347386" y="733530"/>
                      <a:pt x="352453" y="730363"/>
                      <a:pt x="358003" y="728010"/>
                    </a:cubicBezTo>
                    <a:cubicBezTo>
                      <a:pt x="363553" y="725658"/>
                      <a:pt x="368439" y="724481"/>
                      <a:pt x="372662" y="724481"/>
                    </a:cubicBezTo>
                    <a:cubicBezTo>
                      <a:pt x="386537" y="724481"/>
                      <a:pt x="393474" y="732746"/>
                      <a:pt x="393474" y="749275"/>
                    </a:cubicBezTo>
                    <a:lnTo>
                      <a:pt x="393474" y="785289"/>
                    </a:lnTo>
                    <a:cubicBezTo>
                      <a:pt x="393474" y="787581"/>
                      <a:pt x="393776" y="789331"/>
                      <a:pt x="394379" y="790537"/>
                    </a:cubicBezTo>
                    <a:cubicBezTo>
                      <a:pt x="394982" y="791744"/>
                      <a:pt x="396189" y="792528"/>
                      <a:pt x="397999" y="792890"/>
                    </a:cubicBezTo>
                    <a:lnTo>
                      <a:pt x="405962" y="794338"/>
                    </a:lnTo>
                    <a:lnTo>
                      <a:pt x="405962" y="797233"/>
                    </a:lnTo>
                    <a:cubicBezTo>
                      <a:pt x="399688" y="796871"/>
                      <a:pt x="393414" y="796690"/>
                      <a:pt x="387140" y="796690"/>
                    </a:cubicBezTo>
                    <a:cubicBezTo>
                      <a:pt x="380866" y="796690"/>
                      <a:pt x="374593" y="796871"/>
                      <a:pt x="368319" y="797233"/>
                    </a:cubicBezTo>
                    <a:lnTo>
                      <a:pt x="368319" y="794338"/>
                    </a:lnTo>
                    <a:lnTo>
                      <a:pt x="378272" y="792890"/>
                    </a:lnTo>
                    <a:cubicBezTo>
                      <a:pt x="380927" y="792528"/>
                      <a:pt x="382254" y="790175"/>
                      <a:pt x="382254" y="785832"/>
                    </a:cubicBezTo>
                    <a:lnTo>
                      <a:pt x="382254" y="750180"/>
                    </a:lnTo>
                    <a:cubicBezTo>
                      <a:pt x="382254" y="744871"/>
                      <a:pt x="380746" y="740648"/>
                      <a:pt x="377730" y="737511"/>
                    </a:cubicBezTo>
                    <a:cubicBezTo>
                      <a:pt x="374713" y="734375"/>
                      <a:pt x="370611" y="732806"/>
                      <a:pt x="365423" y="732806"/>
                    </a:cubicBezTo>
                    <a:cubicBezTo>
                      <a:pt x="357702" y="732806"/>
                      <a:pt x="350161" y="736486"/>
                      <a:pt x="342801" y="743846"/>
                    </a:cubicBezTo>
                    <a:lnTo>
                      <a:pt x="342801" y="787822"/>
                    </a:lnTo>
                    <a:cubicBezTo>
                      <a:pt x="342801" y="789753"/>
                      <a:pt x="344249" y="791080"/>
                      <a:pt x="347145" y="791804"/>
                    </a:cubicBezTo>
                    <a:lnTo>
                      <a:pt x="357822" y="794338"/>
                    </a:lnTo>
                    <a:lnTo>
                      <a:pt x="357822" y="797233"/>
                    </a:lnTo>
                    <a:cubicBezTo>
                      <a:pt x="353358" y="796871"/>
                      <a:pt x="346843" y="796690"/>
                      <a:pt x="338277" y="796690"/>
                    </a:cubicBezTo>
                    <a:cubicBezTo>
                      <a:pt x="329711" y="796690"/>
                      <a:pt x="323196" y="796871"/>
                      <a:pt x="318732" y="797233"/>
                    </a:cubicBezTo>
                    <a:lnTo>
                      <a:pt x="318732" y="794338"/>
                    </a:lnTo>
                    <a:lnTo>
                      <a:pt x="328323" y="792528"/>
                    </a:lnTo>
                    <a:cubicBezTo>
                      <a:pt x="330736" y="792166"/>
                      <a:pt x="331943" y="790356"/>
                      <a:pt x="331943" y="787099"/>
                    </a:cubicBezTo>
                    <a:lnTo>
                      <a:pt x="331943" y="751265"/>
                    </a:lnTo>
                    <a:cubicBezTo>
                      <a:pt x="331943" y="747525"/>
                      <a:pt x="331189" y="744992"/>
                      <a:pt x="329681" y="743665"/>
                    </a:cubicBezTo>
                    <a:cubicBezTo>
                      <a:pt x="328173" y="742337"/>
                      <a:pt x="325488" y="741372"/>
                      <a:pt x="321627" y="740769"/>
                    </a:cubicBezTo>
                    <a:lnTo>
                      <a:pt x="321627" y="737511"/>
                    </a:lnTo>
                    <a:cubicBezTo>
                      <a:pt x="329349" y="735702"/>
                      <a:pt x="335442" y="730272"/>
                      <a:pt x="339906" y="721224"/>
                    </a:cubicBezTo>
                    <a:close/>
                    <a:moveTo>
                      <a:pt x="66187" y="721137"/>
                    </a:moveTo>
                    <a:cubicBezTo>
                      <a:pt x="63183" y="721137"/>
                      <a:pt x="60222" y="722153"/>
                      <a:pt x="57306" y="724185"/>
                    </a:cubicBezTo>
                    <a:cubicBezTo>
                      <a:pt x="54390" y="726218"/>
                      <a:pt x="51194" y="729473"/>
                      <a:pt x="47718" y="733950"/>
                    </a:cubicBezTo>
                    <a:cubicBezTo>
                      <a:pt x="44243" y="738427"/>
                      <a:pt x="41533" y="742845"/>
                      <a:pt x="39589" y="747205"/>
                    </a:cubicBezTo>
                    <a:cubicBezTo>
                      <a:pt x="37645" y="751564"/>
                      <a:pt x="36113" y="756572"/>
                      <a:pt x="34994" y="762227"/>
                    </a:cubicBezTo>
                    <a:lnTo>
                      <a:pt x="34287" y="765939"/>
                    </a:lnTo>
                    <a:cubicBezTo>
                      <a:pt x="33697" y="769061"/>
                      <a:pt x="33329" y="771447"/>
                      <a:pt x="33182" y="773096"/>
                    </a:cubicBezTo>
                    <a:cubicBezTo>
                      <a:pt x="33035" y="774746"/>
                      <a:pt x="32961" y="776366"/>
                      <a:pt x="32961" y="777957"/>
                    </a:cubicBezTo>
                    <a:cubicBezTo>
                      <a:pt x="32961" y="782552"/>
                      <a:pt x="33948" y="785895"/>
                      <a:pt x="35921" y="787986"/>
                    </a:cubicBezTo>
                    <a:cubicBezTo>
                      <a:pt x="37895" y="790077"/>
                      <a:pt x="41297" y="791123"/>
                      <a:pt x="46128" y="791123"/>
                    </a:cubicBezTo>
                    <a:cubicBezTo>
                      <a:pt x="49132" y="791123"/>
                      <a:pt x="51901" y="790534"/>
                      <a:pt x="54434" y="789356"/>
                    </a:cubicBezTo>
                    <a:cubicBezTo>
                      <a:pt x="56967" y="788178"/>
                      <a:pt x="59368" y="786469"/>
                      <a:pt x="61636" y="784231"/>
                    </a:cubicBezTo>
                    <a:cubicBezTo>
                      <a:pt x="63904" y="781992"/>
                      <a:pt x="65951" y="779282"/>
                      <a:pt x="67778" y="776101"/>
                    </a:cubicBezTo>
                    <a:cubicBezTo>
                      <a:pt x="69604" y="772920"/>
                      <a:pt x="71239" y="769223"/>
                      <a:pt x="72682" y="765011"/>
                    </a:cubicBezTo>
                    <a:cubicBezTo>
                      <a:pt x="74125" y="760799"/>
                      <a:pt x="75215" y="756469"/>
                      <a:pt x="75952" y="752021"/>
                    </a:cubicBezTo>
                    <a:cubicBezTo>
                      <a:pt x="76688" y="747573"/>
                      <a:pt x="77056" y="743405"/>
                      <a:pt x="77056" y="739517"/>
                    </a:cubicBezTo>
                    <a:cubicBezTo>
                      <a:pt x="77056" y="733331"/>
                      <a:pt x="76187" y="728722"/>
                      <a:pt x="74449" y="725688"/>
                    </a:cubicBezTo>
                    <a:cubicBezTo>
                      <a:pt x="72711" y="722654"/>
                      <a:pt x="69957" y="721137"/>
                      <a:pt x="66187" y="721137"/>
                    </a:cubicBezTo>
                    <a:close/>
                    <a:moveTo>
                      <a:pt x="1418031" y="719233"/>
                    </a:moveTo>
                    <a:cubicBezTo>
                      <a:pt x="1420323" y="719233"/>
                      <a:pt x="1424214" y="720228"/>
                      <a:pt x="1429704" y="722219"/>
                    </a:cubicBezTo>
                    <a:cubicBezTo>
                      <a:pt x="1435194" y="724210"/>
                      <a:pt x="1439296" y="726774"/>
                      <a:pt x="1442010" y="729910"/>
                    </a:cubicBezTo>
                    <a:cubicBezTo>
                      <a:pt x="1444725" y="733047"/>
                      <a:pt x="1446082" y="736064"/>
                      <a:pt x="1446082" y="738959"/>
                    </a:cubicBezTo>
                    <a:cubicBezTo>
                      <a:pt x="1446082" y="742096"/>
                      <a:pt x="1444815" y="743665"/>
                      <a:pt x="1442282" y="743665"/>
                    </a:cubicBezTo>
                    <a:cubicBezTo>
                      <a:pt x="1440955" y="743665"/>
                      <a:pt x="1439175" y="742880"/>
                      <a:pt x="1436943" y="741312"/>
                    </a:cubicBezTo>
                    <a:cubicBezTo>
                      <a:pt x="1434711" y="739743"/>
                      <a:pt x="1431091" y="736697"/>
                      <a:pt x="1426085" y="732173"/>
                    </a:cubicBezTo>
                    <a:cubicBezTo>
                      <a:pt x="1421078" y="727648"/>
                      <a:pt x="1418061" y="724753"/>
                      <a:pt x="1417036" y="723486"/>
                    </a:cubicBezTo>
                    <a:cubicBezTo>
                      <a:pt x="1416010" y="722219"/>
                      <a:pt x="1415497" y="721193"/>
                      <a:pt x="1415497" y="720409"/>
                    </a:cubicBezTo>
                    <a:cubicBezTo>
                      <a:pt x="1415497" y="719625"/>
                      <a:pt x="1416342" y="719233"/>
                      <a:pt x="1418031" y="719233"/>
                    </a:cubicBezTo>
                    <a:close/>
                    <a:moveTo>
                      <a:pt x="1042689" y="717966"/>
                    </a:moveTo>
                    <a:cubicBezTo>
                      <a:pt x="1036536" y="719414"/>
                      <a:pt x="1031468" y="720198"/>
                      <a:pt x="1027487" y="720319"/>
                    </a:cubicBezTo>
                    <a:cubicBezTo>
                      <a:pt x="1029417" y="728040"/>
                      <a:pt x="1030684" y="736667"/>
                      <a:pt x="1031287" y="746198"/>
                    </a:cubicBezTo>
                    <a:cubicBezTo>
                      <a:pt x="1035752" y="745233"/>
                      <a:pt x="1039552" y="744509"/>
                      <a:pt x="1042689" y="744027"/>
                    </a:cubicBezTo>
                    <a:lnTo>
                      <a:pt x="1043232" y="733892"/>
                    </a:lnTo>
                    <a:cubicBezTo>
                      <a:pt x="1040095" y="734133"/>
                      <a:pt x="1037712" y="733952"/>
                      <a:pt x="1036083" y="733349"/>
                    </a:cubicBezTo>
                    <a:cubicBezTo>
                      <a:pt x="1034454" y="732746"/>
                      <a:pt x="1033640" y="732142"/>
                      <a:pt x="1033640" y="731539"/>
                    </a:cubicBezTo>
                    <a:cubicBezTo>
                      <a:pt x="1033640" y="730333"/>
                      <a:pt x="1036958" y="729126"/>
                      <a:pt x="1043594" y="727920"/>
                    </a:cubicBezTo>
                    <a:cubicBezTo>
                      <a:pt x="1043835" y="722249"/>
                      <a:pt x="1043533" y="718931"/>
                      <a:pt x="1042689" y="717966"/>
                    </a:cubicBezTo>
                    <a:close/>
                    <a:moveTo>
                      <a:pt x="1386270" y="717785"/>
                    </a:moveTo>
                    <a:cubicBezTo>
                      <a:pt x="1387295" y="717785"/>
                      <a:pt x="1389618" y="718660"/>
                      <a:pt x="1393238" y="720409"/>
                    </a:cubicBezTo>
                    <a:cubicBezTo>
                      <a:pt x="1396857" y="722159"/>
                      <a:pt x="1398667" y="723697"/>
                      <a:pt x="1398667" y="725024"/>
                    </a:cubicBezTo>
                    <a:cubicBezTo>
                      <a:pt x="1398667" y="725748"/>
                      <a:pt x="1398154" y="726502"/>
                      <a:pt x="1397128" y="727286"/>
                    </a:cubicBezTo>
                    <a:cubicBezTo>
                      <a:pt x="1396103" y="728071"/>
                      <a:pt x="1394444" y="730031"/>
                      <a:pt x="1392152" y="733168"/>
                    </a:cubicBezTo>
                    <a:cubicBezTo>
                      <a:pt x="1385637" y="741855"/>
                      <a:pt x="1378790" y="748792"/>
                      <a:pt x="1371611" y="753980"/>
                    </a:cubicBezTo>
                    <a:cubicBezTo>
                      <a:pt x="1364432" y="759168"/>
                      <a:pt x="1359697" y="761762"/>
                      <a:pt x="1357404" y="761762"/>
                    </a:cubicBezTo>
                    <a:cubicBezTo>
                      <a:pt x="1356560" y="761762"/>
                      <a:pt x="1356138" y="761400"/>
                      <a:pt x="1356138" y="760676"/>
                    </a:cubicBezTo>
                    <a:cubicBezTo>
                      <a:pt x="1356138" y="759952"/>
                      <a:pt x="1356922" y="758927"/>
                      <a:pt x="1358490" y="757600"/>
                    </a:cubicBezTo>
                    <a:cubicBezTo>
                      <a:pt x="1366453" y="750723"/>
                      <a:pt x="1372576" y="744087"/>
                      <a:pt x="1376859" y="737692"/>
                    </a:cubicBezTo>
                    <a:cubicBezTo>
                      <a:pt x="1381142" y="731298"/>
                      <a:pt x="1383344" y="726774"/>
                      <a:pt x="1383465" y="724119"/>
                    </a:cubicBezTo>
                    <a:cubicBezTo>
                      <a:pt x="1383586" y="721465"/>
                      <a:pt x="1383827" y="719746"/>
                      <a:pt x="1384189" y="718961"/>
                    </a:cubicBezTo>
                    <a:cubicBezTo>
                      <a:pt x="1384551" y="718177"/>
                      <a:pt x="1385244" y="717785"/>
                      <a:pt x="1386270" y="717785"/>
                    </a:cubicBezTo>
                    <a:close/>
                    <a:moveTo>
                      <a:pt x="1062053" y="714528"/>
                    </a:moveTo>
                    <a:cubicBezTo>
                      <a:pt x="1058796" y="714528"/>
                      <a:pt x="1054151" y="715251"/>
                      <a:pt x="1048118" y="716699"/>
                    </a:cubicBezTo>
                    <a:cubicBezTo>
                      <a:pt x="1049807" y="718026"/>
                      <a:pt x="1050652" y="719836"/>
                      <a:pt x="1050652" y="722129"/>
                    </a:cubicBezTo>
                    <a:cubicBezTo>
                      <a:pt x="1050652" y="722611"/>
                      <a:pt x="1050561" y="723365"/>
                      <a:pt x="1050380" y="724391"/>
                    </a:cubicBezTo>
                    <a:cubicBezTo>
                      <a:pt x="1050199" y="725416"/>
                      <a:pt x="1050049" y="726170"/>
                      <a:pt x="1049928" y="726653"/>
                    </a:cubicBezTo>
                    <a:cubicBezTo>
                      <a:pt x="1051376" y="726412"/>
                      <a:pt x="1052642" y="726291"/>
                      <a:pt x="1053728" y="726291"/>
                    </a:cubicBezTo>
                    <a:cubicBezTo>
                      <a:pt x="1057348" y="726291"/>
                      <a:pt x="1059158" y="727105"/>
                      <a:pt x="1059158" y="728734"/>
                    </a:cubicBezTo>
                    <a:cubicBezTo>
                      <a:pt x="1059158" y="730363"/>
                      <a:pt x="1055719" y="731841"/>
                      <a:pt x="1048842" y="733168"/>
                    </a:cubicBezTo>
                    <a:lnTo>
                      <a:pt x="1047756" y="743122"/>
                    </a:lnTo>
                    <a:cubicBezTo>
                      <a:pt x="1052703" y="742277"/>
                      <a:pt x="1055870" y="741855"/>
                      <a:pt x="1057257" y="741855"/>
                    </a:cubicBezTo>
                    <a:cubicBezTo>
                      <a:pt x="1058645" y="741855"/>
                      <a:pt x="1059670" y="741493"/>
                      <a:pt x="1060334" y="740769"/>
                    </a:cubicBezTo>
                    <a:cubicBezTo>
                      <a:pt x="1060997" y="740045"/>
                      <a:pt x="1062053" y="736667"/>
                      <a:pt x="1063501" y="730634"/>
                    </a:cubicBezTo>
                    <a:cubicBezTo>
                      <a:pt x="1064949" y="724602"/>
                      <a:pt x="1065673" y="720409"/>
                      <a:pt x="1065673" y="718057"/>
                    </a:cubicBezTo>
                    <a:cubicBezTo>
                      <a:pt x="1065673" y="715704"/>
                      <a:pt x="1064466" y="714528"/>
                      <a:pt x="1062053" y="714528"/>
                    </a:cubicBezTo>
                    <a:close/>
                    <a:moveTo>
                      <a:pt x="28985" y="710709"/>
                    </a:moveTo>
                    <a:cubicBezTo>
                      <a:pt x="32637" y="710709"/>
                      <a:pt x="35538" y="711917"/>
                      <a:pt x="37689" y="714332"/>
                    </a:cubicBezTo>
                    <a:cubicBezTo>
                      <a:pt x="39839" y="716748"/>
                      <a:pt x="40914" y="719958"/>
                      <a:pt x="40914" y="723964"/>
                    </a:cubicBezTo>
                    <a:cubicBezTo>
                      <a:pt x="40914" y="727263"/>
                      <a:pt x="40237" y="730739"/>
                      <a:pt x="38882" y="734392"/>
                    </a:cubicBezTo>
                    <a:lnTo>
                      <a:pt x="39942" y="734745"/>
                    </a:lnTo>
                    <a:cubicBezTo>
                      <a:pt x="50841" y="718780"/>
                      <a:pt x="61680" y="710798"/>
                      <a:pt x="72461" y="710798"/>
                    </a:cubicBezTo>
                    <a:cubicBezTo>
                      <a:pt x="78882" y="710798"/>
                      <a:pt x="83875" y="713243"/>
                      <a:pt x="87439" y="718132"/>
                    </a:cubicBezTo>
                    <a:cubicBezTo>
                      <a:pt x="91003" y="723022"/>
                      <a:pt x="92785" y="729914"/>
                      <a:pt x="92785" y="738810"/>
                    </a:cubicBezTo>
                    <a:cubicBezTo>
                      <a:pt x="92785" y="748530"/>
                      <a:pt x="90827" y="758089"/>
                      <a:pt x="86909" y="767485"/>
                    </a:cubicBezTo>
                    <a:cubicBezTo>
                      <a:pt x="82991" y="776881"/>
                      <a:pt x="77557" y="784334"/>
                      <a:pt x="70605" y="789842"/>
                    </a:cubicBezTo>
                    <a:cubicBezTo>
                      <a:pt x="63654" y="795350"/>
                      <a:pt x="55878" y="798104"/>
                      <a:pt x="47277" y="798104"/>
                    </a:cubicBezTo>
                    <a:cubicBezTo>
                      <a:pt x="39441" y="798104"/>
                      <a:pt x="32932" y="796396"/>
                      <a:pt x="27747" y="792979"/>
                    </a:cubicBezTo>
                    <a:lnTo>
                      <a:pt x="23683" y="812331"/>
                    </a:lnTo>
                    <a:cubicBezTo>
                      <a:pt x="22799" y="816514"/>
                      <a:pt x="22357" y="819960"/>
                      <a:pt x="22357" y="822670"/>
                    </a:cubicBezTo>
                    <a:cubicBezTo>
                      <a:pt x="22357" y="825262"/>
                      <a:pt x="23020" y="827103"/>
                      <a:pt x="24345" y="828193"/>
                    </a:cubicBezTo>
                    <a:cubicBezTo>
                      <a:pt x="25671" y="829283"/>
                      <a:pt x="28248" y="830004"/>
                      <a:pt x="32077" y="830358"/>
                    </a:cubicBezTo>
                    <a:lnTo>
                      <a:pt x="31370" y="834688"/>
                    </a:lnTo>
                    <a:lnTo>
                      <a:pt x="4065" y="834688"/>
                    </a:lnTo>
                    <a:lnTo>
                      <a:pt x="25362" y="740931"/>
                    </a:lnTo>
                    <a:cubicBezTo>
                      <a:pt x="26599" y="735511"/>
                      <a:pt x="27217" y="731063"/>
                      <a:pt x="27217" y="727587"/>
                    </a:cubicBezTo>
                    <a:cubicBezTo>
                      <a:pt x="27217" y="725231"/>
                      <a:pt x="26834" y="723523"/>
                      <a:pt x="26068" y="722462"/>
                    </a:cubicBezTo>
                    <a:cubicBezTo>
                      <a:pt x="25303" y="721402"/>
                      <a:pt x="24095" y="720872"/>
                      <a:pt x="22445" y="720872"/>
                    </a:cubicBezTo>
                    <a:cubicBezTo>
                      <a:pt x="20619" y="720872"/>
                      <a:pt x="18690" y="721623"/>
                      <a:pt x="16657" y="723125"/>
                    </a:cubicBezTo>
                    <a:cubicBezTo>
                      <a:pt x="14625" y="724627"/>
                      <a:pt x="11841" y="727352"/>
                      <a:pt x="8307" y="731299"/>
                    </a:cubicBezTo>
                    <a:lnTo>
                      <a:pt x="3270" y="726350"/>
                    </a:lnTo>
                    <a:cubicBezTo>
                      <a:pt x="8572" y="720813"/>
                      <a:pt x="13064" y="716821"/>
                      <a:pt x="16746" y="714377"/>
                    </a:cubicBezTo>
                    <a:cubicBezTo>
                      <a:pt x="20428" y="711932"/>
                      <a:pt x="24507" y="710709"/>
                      <a:pt x="28985" y="710709"/>
                    </a:cubicBezTo>
                    <a:close/>
                    <a:moveTo>
                      <a:pt x="827600" y="708555"/>
                    </a:moveTo>
                    <a:cubicBezTo>
                      <a:pt x="829108" y="708555"/>
                      <a:pt x="832215" y="710033"/>
                      <a:pt x="836920" y="712989"/>
                    </a:cubicBezTo>
                    <a:cubicBezTo>
                      <a:pt x="841626" y="715945"/>
                      <a:pt x="843978" y="719896"/>
                      <a:pt x="843978" y="724843"/>
                    </a:cubicBezTo>
                    <a:cubicBezTo>
                      <a:pt x="843978" y="727256"/>
                      <a:pt x="843496" y="729247"/>
                      <a:pt x="842531" y="730815"/>
                    </a:cubicBezTo>
                    <a:cubicBezTo>
                      <a:pt x="841565" y="732384"/>
                      <a:pt x="840419" y="733168"/>
                      <a:pt x="839092" y="733168"/>
                    </a:cubicBezTo>
                    <a:cubicBezTo>
                      <a:pt x="836438" y="733168"/>
                      <a:pt x="833482" y="729579"/>
                      <a:pt x="830224" y="722400"/>
                    </a:cubicBezTo>
                    <a:cubicBezTo>
                      <a:pt x="826967" y="715221"/>
                      <a:pt x="825338" y="711119"/>
                      <a:pt x="825338" y="710094"/>
                    </a:cubicBezTo>
                    <a:cubicBezTo>
                      <a:pt x="825338" y="709068"/>
                      <a:pt x="826092" y="708555"/>
                      <a:pt x="827600" y="708555"/>
                    </a:cubicBezTo>
                    <a:close/>
                    <a:moveTo>
                      <a:pt x="1008304" y="708193"/>
                    </a:moveTo>
                    <a:cubicBezTo>
                      <a:pt x="1009390" y="708193"/>
                      <a:pt x="1011018" y="709249"/>
                      <a:pt x="1013190" y="711360"/>
                    </a:cubicBezTo>
                    <a:cubicBezTo>
                      <a:pt x="1015362" y="713472"/>
                      <a:pt x="1016448" y="715251"/>
                      <a:pt x="1016448" y="716699"/>
                    </a:cubicBezTo>
                    <a:cubicBezTo>
                      <a:pt x="1016448" y="718147"/>
                      <a:pt x="1015452" y="719685"/>
                      <a:pt x="1013461" y="721314"/>
                    </a:cubicBezTo>
                    <a:cubicBezTo>
                      <a:pt x="1011471" y="722943"/>
                      <a:pt x="1007640" y="727678"/>
                      <a:pt x="1001970" y="735521"/>
                    </a:cubicBezTo>
                    <a:cubicBezTo>
                      <a:pt x="1004503" y="739623"/>
                      <a:pt x="1005770" y="744690"/>
                      <a:pt x="1005770" y="750723"/>
                    </a:cubicBezTo>
                    <a:lnTo>
                      <a:pt x="1004684" y="779498"/>
                    </a:lnTo>
                    <a:cubicBezTo>
                      <a:pt x="1004322" y="788788"/>
                      <a:pt x="1003629" y="795604"/>
                      <a:pt x="1002603" y="799948"/>
                    </a:cubicBezTo>
                    <a:cubicBezTo>
                      <a:pt x="1001577" y="804291"/>
                      <a:pt x="1000703" y="807006"/>
                      <a:pt x="999979" y="808092"/>
                    </a:cubicBezTo>
                    <a:cubicBezTo>
                      <a:pt x="999255" y="809177"/>
                      <a:pt x="998410" y="809720"/>
                      <a:pt x="997445" y="809720"/>
                    </a:cubicBezTo>
                    <a:cubicBezTo>
                      <a:pt x="996480" y="809720"/>
                      <a:pt x="995394" y="808544"/>
                      <a:pt x="994188" y="806191"/>
                    </a:cubicBezTo>
                    <a:cubicBezTo>
                      <a:pt x="992981" y="803839"/>
                      <a:pt x="992378" y="801305"/>
                      <a:pt x="992378" y="798590"/>
                    </a:cubicBezTo>
                    <a:cubicBezTo>
                      <a:pt x="992378" y="795876"/>
                      <a:pt x="993072" y="792618"/>
                      <a:pt x="994459" y="788818"/>
                    </a:cubicBezTo>
                    <a:cubicBezTo>
                      <a:pt x="995847" y="785017"/>
                      <a:pt x="996872" y="779769"/>
                      <a:pt x="997536" y="773073"/>
                    </a:cubicBezTo>
                    <a:cubicBezTo>
                      <a:pt x="998199" y="766377"/>
                      <a:pt x="998531" y="760043"/>
                      <a:pt x="998531" y="754071"/>
                    </a:cubicBezTo>
                    <a:cubicBezTo>
                      <a:pt x="998531" y="748098"/>
                      <a:pt x="998350" y="743665"/>
                      <a:pt x="997988" y="740769"/>
                    </a:cubicBezTo>
                    <a:cubicBezTo>
                      <a:pt x="991956" y="748129"/>
                      <a:pt x="985501" y="754191"/>
                      <a:pt x="978624" y="758957"/>
                    </a:cubicBezTo>
                    <a:cubicBezTo>
                      <a:pt x="971747" y="763723"/>
                      <a:pt x="967041" y="766105"/>
                      <a:pt x="964508" y="766105"/>
                    </a:cubicBezTo>
                    <a:cubicBezTo>
                      <a:pt x="963663" y="766105"/>
                      <a:pt x="963241" y="765713"/>
                      <a:pt x="963241" y="764929"/>
                    </a:cubicBezTo>
                    <a:cubicBezTo>
                      <a:pt x="963241" y="764145"/>
                      <a:pt x="964387" y="762908"/>
                      <a:pt x="966679" y="761219"/>
                    </a:cubicBezTo>
                    <a:cubicBezTo>
                      <a:pt x="971747" y="757479"/>
                      <a:pt x="977327" y="752382"/>
                      <a:pt x="983420" y="745927"/>
                    </a:cubicBezTo>
                    <a:cubicBezTo>
                      <a:pt x="989512" y="739472"/>
                      <a:pt x="994700" y="732866"/>
                      <a:pt x="998983" y="726110"/>
                    </a:cubicBezTo>
                    <a:cubicBezTo>
                      <a:pt x="1003267" y="719354"/>
                      <a:pt x="1005529" y="715251"/>
                      <a:pt x="1005770" y="713804"/>
                    </a:cubicBezTo>
                    <a:cubicBezTo>
                      <a:pt x="1006373" y="710063"/>
                      <a:pt x="1007218" y="708193"/>
                      <a:pt x="1008304" y="708193"/>
                    </a:cubicBezTo>
                    <a:close/>
                    <a:moveTo>
                      <a:pt x="1631672" y="700231"/>
                    </a:moveTo>
                    <a:cubicBezTo>
                      <a:pt x="1634507" y="700231"/>
                      <a:pt x="1638941" y="702734"/>
                      <a:pt x="1644974" y="707741"/>
                    </a:cubicBezTo>
                    <a:cubicBezTo>
                      <a:pt x="1651006" y="712748"/>
                      <a:pt x="1654022" y="716217"/>
                      <a:pt x="1654022" y="718147"/>
                    </a:cubicBezTo>
                    <a:cubicBezTo>
                      <a:pt x="1654022" y="720077"/>
                      <a:pt x="1652454" y="721043"/>
                      <a:pt x="1649317" y="721043"/>
                    </a:cubicBezTo>
                    <a:cubicBezTo>
                      <a:pt x="1646180" y="721043"/>
                      <a:pt x="1641837" y="721616"/>
                      <a:pt x="1636287" y="722762"/>
                    </a:cubicBezTo>
                    <a:cubicBezTo>
                      <a:pt x="1630737" y="723908"/>
                      <a:pt x="1626605" y="725054"/>
                      <a:pt x="1623890" y="726200"/>
                    </a:cubicBezTo>
                    <a:cubicBezTo>
                      <a:pt x="1621176" y="727347"/>
                      <a:pt x="1619426" y="727920"/>
                      <a:pt x="1618642" y="727920"/>
                    </a:cubicBezTo>
                    <a:cubicBezTo>
                      <a:pt x="1617858" y="727920"/>
                      <a:pt x="1617466" y="727648"/>
                      <a:pt x="1617466" y="727105"/>
                    </a:cubicBezTo>
                    <a:cubicBezTo>
                      <a:pt x="1617466" y="726562"/>
                      <a:pt x="1618310" y="725446"/>
                      <a:pt x="1619999" y="723757"/>
                    </a:cubicBezTo>
                    <a:cubicBezTo>
                      <a:pt x="1624705" y="718690"/>
                      <a:pt x="1627057" y="715191"/>
                      <a:pt x="1627057" y="713261"/>
                    </a:cubicBezTo>
                    <a:cubicBezTo>
                      <a:pt x="1627057" y="711572"/>
                      <a:pt x="1625247" y="710727"/>
                      <a:pt x="1621628" y="710727"/>
                    </a:cubicBezTo>
                    <a:cubicBezTo>
                      <a:pt x="1618008" y="710727"/>
                      <a:pt x="1612217" y="711330"/>
                      <a:pt x="1604254" y="712537"/>
                    </a:cubicBezTo>
                    <a:cubicBezTo>
                      <a:pt x="1581090" y="716277"/>
                      <a:pt x="1564983" y="718147"/>
                      <a:pt x="1555934" y="718147"/>
                    </a:cubicBezTo>
                    <a:cubicBezTo>
                      <a:pt x="1554004" y="718147"/>
                      <a:pt x="1552254" y="718087"/>
                      <a:pt x="1550686" y="717966"/>
                    </a:cubicBezTo>
                    <a:cubicBezTo>
                      <a:pt x="1550203" y="721827"/>
                      <a:pt x="1548785" y="726442"/>
                      <a:pt x="1546433" y="731811"/>
                    </a:cubicBezTo>
                    <a:cubicBezTo>
                      <a:pt x="1544080" y="737180"/>
                      <a:pt x="1541516" y="740980"/>
                      <a:pt x="1538741" y="743212"/>
                    </a:cubicBezTo>
                    <a:cubicBezTo>
                      <a:pt x="1535966" y="745444"/>
                      <a:pt x="1534006" y="746560"/>
                      <a:pt x="1532860" y="746560"/>
                    </a:cubicBezTo>
                    <a:cubicBezTo>
                      <a:pt x="1531714" y="746560"/>
                      <a:pt x="1530869" y="745957"/>
                      <a:pt x="1530326" y="744750"/>
                    </a:cubicBezTo>
                    <a:cubicBezTo>
                      <a:pt x="1529783" y="743544"/>
                      <a:pt x="1529512" y="742036"/>
                      <a:pt x="1529512" y="740226"/>
                    </a:cubicBezTo>
                    <a:cubicBezTo>
                      <a:pt x="1529512" y="738416"/>
                      <a:pt x="1529934" y="736848"/>
                      <a:pt x="1530779" y="735521"/>
                    </a:cubicBezTo>
                    <a:cubicBezTo>
                      <a:pt x="1536449" y="726351"/>
                      <a:pt x="1539948" y="718207"/>
                      <a:pt x="1541275" y="711089"/>
                    </a:cubicBezTo>
                    <a:cubicBezTo>
                      <a:pt x="1541878" y="707952"/>
                      <a:pt x="1542723" y="706384"/>
                      <a:pt x="1543809" y="706384"/>
                    </a:cubicBezTo>
                    <a:cubicBezTo>
                      <a:pt x="1544895" y="706384"/>
                      <a:pt x="1547187" y="708616"/>
                      <a:pt x="1550686" y="713080"/>
                    </a:cubicBezTo>
                    <a:cubicBezTo>
                      <a:pt x="1559614" y="713321"/>
                      <a:pt x="1573428" y="711903"/>
                      <a:pt x="1592129" y="708827"/>
                    </a:cubicBezTo>
                    <a:cubicBezTo>
                      <a:pt x="1610830" y="705750"/>
                      <a:pt x="1621387" y="703548"/>
                      <a:pt x="1623800" y="702221"/>
                    </a:cubicBezTo>
                    <a:cubicBezTo>
                      <a:pt x="1626213" y="700894"/>
                      <a:pt x="1628837" y="700231"/>
                      <a:pt x="1631672" y="700231"/>
                    </a:cubicBezTo>
                    <a:close/>
                    <a:moveTo>
                      <a:pt x="1198146" y="698964"/>
                    </a:moveTo>
                    <a:cubicBezTo>
                      <a:pt x="1196457" y="698964"/>
                      <a:pt x="1193532" y="699446"/>
                      <a:pt x="1189369" y="700412"/>
                    </a:cubicBezTo>
                    <a:cubicBezTo>
                      <a:pt x="1185207" y="701377"/>
                      <a:pt x="1181014" y="701859"/>
                      <a:pt x="1176791" y="701859"/>
                    </a:cubicBezTo>
                    <a:cubicBezTo>
                      <a:pt x="1177033" y="711270"/>
                      <a:pt x="1177153" y="722792"/>
                      <a:pt x="1177153" y="736426"/>
                    </a:cubicBezTo>
                    <a:cubicBezTo>
                      <a:pt x="1184392" y="733892"/>
                      <a:pt x="1188977" y="732625"/>
                      <a:pt x="1190907" y="732625"/>
                    </a:cubicBezTo>
                    <a:cubicBezTo>
                      <a:pt x="1192838" y="732625"/>
                      <a:pt x="1194557" y="732957"/>
                      <a:pt x="1196065" y="733620"/>
                    </a:cubicBezTo>
                    <a:cubicBezTo>
                      <a:pt x="1197573" y="734284"/>
                      <a:pt x="1198327" y="735219"/>
                      <a:pt x="1198327" y="736426"/>
                    </a:cubicBezTo>
                    <a:cubicBezTo>
                      <a:pt x="1198327" y="737632"/>
                      <a:pt x="1196307" y="738688"/>
                      <a:pt x="1192265" y="739593"/>
                    </a:cubicBezTo>
                    <a:cubicBezTo>
                      <a:pt x="1188223" y="740497"/>
                      <a:pt x="1185116" y="740950"/>
                      <a:pt x="1182945" y="740950"/>
                    </a:cubicBezTo>
                    <a:cubicBezTo>
                      <a:pt x="1180773" y="740950"/>
                      <a:pt x="1178842" y="740709"/>
                      <a:pt x="1177153" y="740226"/>
                    </a:cubicBezTo>
                    <a:cubicBezTo>
                      <a:pt x="1177274" y="753618"/>
                      <a:pt x="1177214" y="765502"/>
                      <a:pt x="1176972" y="775878"/>
                    </a:cubicBezTo>
                    <a:cubicBezTo>
                      <a:pt x="1183970" y="775034"/>
                      <a:pt x="1189007" y="774611"/>
                      <a:pt x="1192084" y="774611"/>
                    </a:cubicBezTo>
                    <a:cubicBezTo>
                      <a:pt x="1195160" y="774611"/>
                      <a:pt x="1198146" y="775878"/>
                      <a:pt x="1201042" y="778412"/>
                    </a:cubicBezTo>
                    <a:cubicBezTo>
                      <a:pt x="1202611" y="771293"/>
                      <a:pt x="1203395" y="755911"/>
                      <a:pt x="1203395" y="732263"/>
                    </a:cubicBezTo>
                    <a:cubicBezTo>
                      <a:pt x="1203395" y="722008"/>
                      <a:pt x="1203274" y="714437"/>
                      <a:pt x="1203033" y="709551"/>
                    </a:cubicBezTo>
                    <a:cubicBezTo>
                      <a:pt x="1202791" y="704664"/>
                      <a:pt x="1202339" y="701678"/>
                      <a:pt x="1201675" y="700592"/>
                    </a:cubicBezTo>
                    <a:cubicBezTo>
                      <a:pt x="1201012" y="699507"/>
                      <a:pt x="1199836" y="698964"/>
                      <a:pt x="1198146" y="698964"/>
                    </a:cubicBezTo>
                    <a:close/>
                    <a:moveTo>
                      <a:pt x="899809" y="698602"/>
                    </a:moveTo>
                    <a:cubicBezTo>
                      <a:pt x="901800" y="698602"/>
                      <a:pt x="904635" y="699748"/>
                      <a:pt x="908315" y="702040"/>
                    </a:cubicBezTo>
                    <a:cubicBezTo>
                      <a:pt x="911995" y="704333"/>
                      <a:pt x="913835" y="705961"/>
                      <a:pt x="913835" y="706927"/>
                    </a:cubicBezTo>
                    <a:cubicBezTo>
                      <a:pt x="913835" y="707530"/>
                      <a:pt x="913081" y="708344"/>
                      <a:pt x="911572" y="709370"/>
                    </a:cubicBezTo>
                    <a:cubicBezTo>
                      <a:pt x="910064" y="710395"/>
                      <a:pt x="907863" y="712386"/>
                      <a:pt x="904967" y="715342"/>
                    </a:cubicBezTo>
                    <a:cubicBezTo>
                      <a:pt x="902071" y="718298"/>
                      <a:pt x="897969" y="721917"/>
                      <a:pt x="892661" y="726200"/>
                    </a:cubicBezTo>
                    <a:cubicBezTo>
                      <a:pt x="887352" y="730484"/>
                      <a:pt x="884155" y="732625"/>
                      <a:pt x="883069" y="732625"/>
                    </a:cubicBezTo>
                    <a:cubicBezTo>
                      <a:pt x="882586" y="732625"/>
                      <a:pt x="882345" y="732323"/>
                      <a:pt x="882345" y="731720"/>
                    </a:cubicBezTo>
                    <a:cubicBezTo>
                      <a:pt x="882345" y="731117"/>
                      <a:pt x="882888" y="730091"/>
                      <a:pt x="883974" y="728644"/>
                    </a:cubicBezTo>
                    <a:cubicBezTo>
                      <a:pt x="888438" y="722611"/>
                      <a:pt x="891726" y="717725"/>
                      <a:pt x="893837" y="713985"/>
                    </a:cubicBezTo>
                    <a:cubicBezTo>
                      <a:pt x="895948" y="710245"/>
                      <a:pt x="897004" y="706987"/>
                      <a:pt x="897004" y="704212"/>
                    </a:cubicBezTo>
                    <a:lnTo>
                      <a:pt x="896823" y="701678"/>
                    </a:lnTo>
                    <a:cubicBezTo>
                      <a:pt x="896823" y="699627"/>
                      <a:pt x="897818" y="698602"/>
                      <a:pt x="899809" y="698602"/>
                    </a:cubicBezTo>
                    <a:close/>
                    <a:moveTo>
                      <a:pt x="1974620" y="698059"/>
                    </a:moveTo>
                    <a:cubicBezTo>
                      <a:pt x="1976007" y="698059"/>
                      <a:pt x="1978571" y="699024"/>
                      <a:pt x="1982311" y="700954"/>
                    </a:cubicBezTo>
                    <a:cubicBezTo>
                      <a:pt x="1986051" y="702885"/>
                      <a:pt x="1987921" y="704876"/>
                      <a:pt x="1987921" y="706927"/>
                    </a:cubicBezTo>
                    <a:cubicBezTo>
                      <a:pt x="1987921" y="707892"/>
                      <a:pt x="1987559" y="709098"/>
                      <a:pt x="1986835" y="710546"/>
                    </a:cubicBezTo>
                    <a:cubicBezTo>
                      <a:pt x="1986112" y="711994"/>
                      <a:pt x="1985267" y="714347"/>
                      <a:pt x="1984302" y="717604"/>
                    </a:cubicBezTo>
                    <a:lnTo>
                      <a:pt x="1993351" y="715975"/>
                    </a:lnTo>
                    <a:cubicBezTo>
                      <a:pt x="1997211" y="714889"/>
                      <a:pt x="2000469" y="714347"/>
                      <a:pt x="2003123" y="714347"/>
                    </a:cubicBezTo>
                    <a:cubicBezTo>
                      <a:pt x="2005778" y="714347"/>
                      <a:pt x="2008160" y="715040"/>
                      <a:pt x="2010272" y="716428"/>
                    </a:cubicBezTo>
                    <a:cubicBezTo>
                      <a:pt x="2012383" y="717815"/>
                      <a:pt x="2013439" y="718931"/>
                      <a:pt x="2013439" y="719776"/>
                    </a:cubicBezTo>
                    <a:cubicBezTo>
                      <a:pt x="2013439" y="720620"/>
                      <a:pt x="2012745" y="721284"/>
                      <a:pt x="2011358" y="721767"/>
                    </a:cubicBezTo>
                    <a:cubicBezTo>
                      <a:pt x="2009970" y="722249"/>
                      <a:pt x="2006652" y="722490"/>
                      <a:pt x="2001404" y="722490"/>
                    </a:cubicBezTo>
                    <a:cubicBezTo>
                      <a:pt x="1996156" y="722490"/>
                      <a:pt x="1989731" y="722852"/>
                      <a:pt x="1982130" y="723576"/>
                    </a:cubicBezTo>
                    <a:cubicBezTo>
                      <a:pt x="1980441" y="729971"/>
                      <a:pt x="1979597" y="733711"/>
                      <a:pt x="1979597" y="734797"/>
                    </a:cubicBezTo>
                    <a:cubicBezTo>
                      <a:pt x="1979597" y="735883"/>
                      <a:pt x="1980411" y="737029"/>
                      <a:pt x="1982040" y="738235"/>
                    </a:cubicBezTo>
                    <a:cubicBezTo>
                      <a:pt x="1983668" y="739442"/>
                      <a:pt x="1984483" y="740467"/>
                      <a:pt x="1984483" y="741312"/>
                    </a:cubicBezTo>
                    <a:cubicBezTo>
                      <a:pt x="1984483" y="742639"/>
                      <a:pt x="1982733" y="743514"/>
                      <a:pt x="1979235" y="743936"/>
                    </a:cubicBezTo>
                    <a:cubicBezTo>
                      <a:pt x="1975736" y="744358"/>
                      <a:pt x="1966265" y="746017"/>
                      <a:pt x="1950822" y="748913"/>
                    </a:cubicBezTo>
                    <a:cubicBezTo>
                      <a:pt x="1950098" y="750843"/>
                      <a:pt x="1949193" y="751808"/>
                      <a:pt x="1948107" y="751808"/>
                    </a:cubicBezTo>
                    <a:cubicBezTo>
                      <a:pt x="1945935" y="751808"/>
                      <a:pt x="1944849" y="748430"/>
                      <a:pt x="1944849" y="741674"/>
                    </a:cubicBezTo>
                    <a:lnTo>
                      <a:pt x="1945030" y="729910"/>
                    </a:lnTo>
                    <a:cubicBezTo>
                      <a:pt x="1936343" y="731841"/>
                      <a:pt x="1931186" y="732806"/>
                      <a:pt x="1929557" y="732806"/>
                    </a:cubicBezTo>
                    <a:cubicBezTo>
                      <a:pt x="1927928" y="732806"/>
                      <a:pt x="1926209" y="732414"/>
                      <a:pt x="1924399" y="731630"/>
                    </a:cubicBezTo>
                    <a:cubicBezTo>
                      <a:pt x="1922589" y="730846"/>
                      <a:pt x="1921684" y="730091"/>
                      <a:pt x="1921684" y="729368"/>
                    </a:cubicBezTo>
                    <a:cubicBezTo>
                      <a:pt x="1921684" y="728644"/>
                      <a:pt x="1922740" y="728191"/>
                      <a:pt x="1924852" y="728010"/>
                    </a:cubicBezTo>
                    <a:cubicBezTo>
                      <a:pt x="1926963" y="727829"/>
                      <a:pt x="1933750" y="726774"/>
                      <a:pt x="1945211" y="724843"/>
                    </a:cubicBezTo>
                    <a:cubicBezTo>
                      <a:pt x="1944729" y="719535"/>
                      <a:pt x="1943341" y="715131"/>
                      <a:pt x="1941049" y="711632"/>
                    </a:cubicBezTo>
                    <a:cubicBezTo>
                      <a:pt x="1940204" y="710425"/>
                      <a:pt x="1939782" y="709159"/>
                      <a:pt x="1939782" y="707832"/>
                    </a:cubicBezTo>
                    <a:cubicBezTo>
                      <a:pt x="1939782" y="706504"/>
                      <a:pt x="1940596" y="705841"/>
                      <a:pt x="1942225" y="705841"/>
                    </a:cubicBezTo>
                    <a:cubicBezTo>
                      <a:pt x="1943854" y="705841"/>
                      <a:pt x="1945965" y="706655"/>
                      <a:pt x="1948559" y="708284"/>
                    </a:cubicBezTo>
                    <a:cubicBezTo>
                      <a:pt x="1951153" y="709913"/>
                      <a:pt x="1952450" y="711632"/>
                      <a:pt x="1952450" y="713442"/>
                    </a:cubicBezTo>
                    <a:cubicBezTo>
                      <a:pt x="1952450" y="713924"/>
                      <a:pt x="1952390" y="714467"/>
                      <a:pt x="1952269" y="715071"/>
                    </a:cubicBezTo>
                    <a:cubicBezTo>
                      <a:pt x="1952028" y="716518"/>
                      <a:pt x="1951907" y="719414"/>
                      <a:pt x="1951907" y="723757"/>
                    </a:cubicBezTo>
                    <a:cubicBezTo>
                      <a:pt x="1957578" y="722792"/>
                      <a:pt x="1965239" y="721284"/>
                      <a:pt x="1974891" y="719233"/>
                    </a:cubicBezTo>
                    <a:cubicBezTo>
                      <a:pt x="1975253" y="715975"/>
                      <a:pt x="1975434" y="713321"/>
                      <a:pt x="1975434" y="711270"/>
                    </a:cubicBezTo>
                    <a:cubicBezTo>
                      <a:pt x="1975434" y="707651"/>
                      <a:pt x="1974951" y="705147"/>
                      <a:pt x="1973986" y="703760"/>
                    </a:cubicBezTo>
                    <a:cubicBezTo>
                      <a:pt x="1973021" y="702372"/>
                      <a:pt x="1972539" y="701196"/>
                      <a:pt x="1972539" y="700231"/>
                    </a:cubicBezTo>
                    <a:cubicBezTo>
                      <a:pt x="1972539" y="698783"/>
                      <a:pt x="1973232" y="698059"/>
                      <a:pt x="1974620" y="698059"/>
                    </a:cubicBezTo>
                    <a:close/>
                    <a:moveTo>
                      <a:pt x="525553" y="696611"/>
                    </a:moveTo>
                    <a:cubicBezTo>
                      <a:pt x="527423" y="696611"/>
                      <a:pt x="530077" y="697727"/>
                      <a:pt x="533516" y="699959"/>
                    </a:cubicBezTo>
                    <a:cubicBezTo>
                      <a:pt x="536954" y="702191"/>
                      <a:pt x="538674" y="704453"/>
                      <a:pt x="538674" y="706746"/>
                    </a:cubicBezTo>
                    <a:cubicBezTo>
                      <a:pt x="538674" y="708073"/>
                      <a:pt x="538131" y="709189"/>
                      <a:pt x="537045" y="710094"/>
                    </a:cubicBezTo>
                    <a:cubicBezTo>
                      <a:pt x="535959" y="710999"/>
                      <a:pt x="533365" y="715674"/>
                      <a:pt x="529263" y="724119"/>
                    </a:cubicBezTo>
                    <a:cubicBezTo>
                      <a:pt x="527453" y="728342"/>
                      <a:pt x="524799" y="733228"/>
                      <a:pt x="521300" y="738778"/>
                    </a:cubicBezTo>
                    <a:cubicBezTo>
                      <a:pt x="533124" y="749033"/>
                      <a:pt x="540091" y="756212"/>
                      <a:pt x="542203" y="760314"/>
                    </a:cubicBezTo>
                    <a:cubicBezTo>
                      <a:pt x="544314" y="764416"/>
                      <a:pt x="545370" y="768820"/>
                      <a:pt x="545370" y="773525"/>
                    </a:cubicBezTo>
                    <a:cubicBezTo>
                      <a:pt x="545370" y="776662"/>
                      <a:pt x="544495" y="778231"/>
                      <a:pt x="542745" y="778231"/>
                    </a:cubicBezTo>
                    <a:cubicBezTo>
                      <a:pt x="540996" y="778231"/>
                      <a:pt x="538613" y="776240"/>
                      <a:pt x="535597" y="772259"/>
                    </a:cubicBezTo>
                    <a:cubicBezTo>
                      <a:pt x="528117" y="762003"/>
                      <a:pt x="521481" y="753799"/>
                      <a:pt x="515690" y="747646"/>
                    </a:cubicBezTo>
                    <a:cubicBezTo>
                      <a:pt x="508933" y="756936"/>
                      <a:pt x="501242" y="764386"/>
                      <a:pt x="492615" y="769996"/>
                    </a:cubicBezTo>
                    <a:cubicBezTo>
                      <a:pt x="483989" y="775607"/>
                      <a:pt x="478168" y="778412"/>
                      <a:pt x="475151" y="778412"/>
                    </a:cubicBezTo>
                    <a:cubicBezTo>
                      <a:pt x="474186" y="778412"/>
                      <a:pt x="473703" y="778110"/>
                      <a:pt x="473703" y="777507"/>
                    </a:cubicBezTo>
                    <a:cubicBezTo>
                      <a:pt x="473703" y="776904"/>
                      <a:pt x="474307" y="776119"/>
                      <a:pt x="475513" y="775154"/>
                    </a:cubicBezTo>
                    <a:cubicBezTo>
                      <a:pt x="489388" y="764778"/>
                      <a:pt x="500608" y="753437"/>
                      <a:pt x="509175" y="741131"/>
                    </a:cubicBezTo>
                    <a:cubicBezTo>
                      <a:pt x="502539" y="734013"/>
                      <a:pt x="494214" y="726050"/>
                      <a:pt x="484200" y="717242"/>
                    </a:cubicBezTo>
                    <a:cubicBezTo>
                      <a:pt x="482511" y="715674"/>
                      <a:pt x="481666" y="714316"/>
                      <a:pt x="481666" y="713170"/>
                    </a:cubicBezTo>
                    <a:cubicBezTo>
                      <a:pt x="481666" y="712024"/>
                      <a:pt x="482149" y="711451"/>
                      <a:pt x="483114" y="711451"/>
                    </a:cubicBezTo>
                    <a:cubicBezTo>
                      <a:pt x="484079" y="711451"/>
                      <a:pt x="485075" y="711662"/>
                      <a:pt x="486100" y="712084"/>
                    </a:cubicBezTo>
                    <a:cubicBezTo>
                      <a:pt x="487126" y="712507"/>
                      <a:pt x="490715" y="714950"/>
                      <a:pt x="496868" y="719414"/>
                    </a:cubicBezTo>
                    <a:cubicBezTo>
                      <a:pt x="503021" y="723878"/>
                      <a:pt x="508873" y="728402"/>
                      <a:pt x="514423" y="732987"/>
                    </a:cubicBezTo>
                    <a:cubicBezTo>
                      <a:pt x="520455" y="721043"/>
                      <a:pt x="523472" y="711753"/>
                      <a:pt x="523472" y="705117"/>
                    </a:cubicBezTo>
                    <a:cubicBezTo>
                      <a:pt x="523472" y="703790"/>
                      <a:pt x="523351" y="702674"/>
                      <a:pt x="523110" y="701769"/>
                    </a:cubicBezTo>
                    <a:cubicBezTo>
                      <a:pt x="522868" y="700864"/>
                      <a:pt x="522748" y="700050"/>
                      <a:pt x="522748" y="699326"/>
                    </a:cubicBezTo>
                    <a:cubicBezTo>
                      <a:pt x="522748" y="697516"/>
                      <a:pt x="523683" y="696611"/>
                      <a:pt x="525553" y="696611"/>
                    </a:cubicBezTo>
                    <a:close/>
                    <a:moveTo>
                      <a:pt x="1203576" y="690639"/>
                    </a:moveTo>
                    <a:cubicBezTo>
                      <a:pt x="1205144" y="690639"/>
                      <a:pt x="1207889" y="691725"/>
                      <a:pt x="1211810" y="693896"/>
                    </a:cubicBezTo>
                    <a:cubicBezTo>
                      <a:pt x="1215731" y="696068"/>
                      <a:pt x="1217692" y="697818"/>
                      <a:pt x="1217692" y="699145"/>
                    </a:cubicBezTo>
                    <a:cubicBezTo>
                      <a:pt x="1217692" y="700472"/>
                      <a:pt x="1216727" y="702040"/>
                      <a:pt x="1214796" y="703850"/>
                    </a:cubicBezTo>
                    <a:cubicBezTo>
                      <a:pt x="1212383" y="706142"/>
                      <a:pt x="1211177" y="718147"/>
                      <a:pt x="1211177" y="739864"/>
                    </a:cubicBezTo>
                    <a:lnTo>
                      <a:pt x="1211720" y="772802"/>
                    </a:lnTo>
                    <a:cubicBezTo>
                      <a:pt x="1211720" y="781006"/>
                      <a:pt x="1210905" y="787159"/>
                      <a:pt x="1209276" y="791261"/>
                    </a:cubicBezTo>
                    <a:cubicBezTo>
                      <a:pt x="1207648" y="795363"/>
                      <a:pt x="1206260" y="797414"/>
                      <a:pt x="1205114" y="797414"/>
                    </a:cubicBezTo>
                    <a:cubicBezTo>
                      <a:pt x="1203968" y="797414"/>
                      <a:pt x="1202731" y="795725"/>
                      <a:pt x="1201404" y="792347"/>
                    </a:cubicBezTo>
                    <a:cubicBezTo>
                      <a:pt x="1200077" y="788969"/>
                      <a:pt x="1199413" y="786495"/>
                      <a:pt x="1199413" y="784927"/>
                    </a:cubicBezTo>
                    <a:cubicBezTo>
                      <a:pt x="1198689" y="783238"/>
                      <a:pt x="1197815" y="782092"/>
                      <a:pt x="1196789" y="781488"/>
                    </a:cubicBezTo>
                    <a:cubicBezTo>
                      <a:pt x="1195764" y="780885"/>
                      <a:pt x="1194044" y="780583"/>
                      <a:pt x="1191631" y="780583"/>
                    </a:cubicBezTo>
                    <a:cubicBezTo>
                      <a:pt x="1189218" y="780583"/>
                      <a:pt x="1184151" y="781066"/>
                      <a:pt x="1176429" y="782031"/>
                    </a:cubicBezTo>
                    <a:cubicBezTo>
                      <a:pt x="1175223" y="789632"/>
                      <a:pt x="1173534" y="793433"/>
                      <a:pt x="1171362" y="793433"/>
                    </a:cubicBezTo>
                    <a:cubicBezTo>
                      <a:pt x="1170156" y="793433"/>
                      <a:pt x="1169130" y="791864"/>
                      <a:pt x="1168286" y="788727"/>
                    </a:cubicBezTo>
                    <a:cubicBezTo>
                      <a:pt x="1167441" y="785590"/>
                      <a:pt x="1167019" y="783117"/>
                      <a:pt x="1167019" y="781307"/>
                    </a:cubicBezTo>
                    <a:cubicBezTo>
                      <a:pt x="1167019" y="779498"/>
                      <a:pt x="1167441" y="777326"/>
                      <a:pt x="1168286" y="774792"/>
                    </a:cubicBezTo>
                    <a:cubicBezTo>
                      <a:pt x="1169492" y="771293"/>
                      <a:pt x="1170095" y="760736"/>
                      <a:pt x="1170095" y="743122"/>
                    </a:cubicBezTo>
                    <a:cubicBezTo>
                      <a:pt x="1170095" y="725507"/>
                      <a:pt x="1169673" y="714256"/>
                      <a:pt x="1168829" y="709370"/>
                    </a:cubicBezTo>
                    <a:cubicBezTo>
                      <a:pt x="1167984" y="704483"/>
                      <a:pt x="1167139" y="701407"/>
                      <a:pt x="1166295" y="700140"/>
                    </a:cubicBezTo>
                    <a:cubicBezTo>
                      <a:pt x="1165450" y="698873"/>
                      <a:pt x="1165028" y="697727"/>
                      <a:pt x="1165028" y="696702"/>
                    </a:cubicBezTo>
                    <a:cubicBezTo>
                      <a:pt x="1165028" y="695676"/>
                      <a:pt x="1165842" y="695163"/>
                      <a:pt x="1167471" y="695163"/>
                    </a:cubicBezTo>
                    <a:cubicBezTo>
                      <a:pt x="1169100" y="695163"/>
                      <a:pt x="1171784" y="695947"/>
                      <a:pt x="1175525" y="697516"/>
                    </a:cubicBezTo>
                    <a:cubicBezTo>
                      <a:pt x="1176972" y="697637"/>
                      <a:pt x="1178360" y="697697"/>
                      <a:pt x="1179687" y="697697"/>
                    </a:cubicBezTo>
                    <a:cubicBezTo>
                      <a:pt x="1186081" y="697697"/>
                      <a:pt x="1192476" y="695766"/>
                      <a:pt x="1198870" y="691906"/>
                    </a:cubicBezTo>
                    <a:cubicBezTo>
                      <a:pt x="1200439" y="691061"/>
                      <a:pt x="1202007" y="690639"/>
                      <a:pt x="1203576" y="690639"/>
                    </a:cubicBezTo>
                    <a:close/>
                    <a:moveTo>
                      <a:pt x="1453321" y="689734"/>
                    </a:moveTo>
                    <a:cubicBezTo>
                      <a:pt x="1456579" y="689734"/>
                      <a:pt x="1461284" y="691845"/>
                      <a:pt x="1467437" y="696068"/>
                    </a:cubicBezTo>
                    <a:cubicBezTo>
                      <a:pt x="1473590" y="700291"/>
                      <a:pt x="1476667" y="703277"/>
                      <a:pt x="1476667" y="705026"/>
                    </a:cubicBezTo>
                    <a:cubicBezTo>
                      <a:pt x="1476667" y="706776"/>
                      <a:pt x="1475219" y="707952"/>
                      <a:pt x="1472324" y="708555"/>
                    </a:cubicBezTo>
                    <a:cubicBezTo>
                      <a:pt x="1464602" y="710124"/>
                      <a:pt x="1457785" y="712718"/>
                      <a:pt x="1451873" y="716337"/>
                    </a:cubicBezTo>
                    <a:cubicBezTo>
                      <a:pt x="1449340" y="717906"/>
                      <a:pt x="1447801" y="718690"/>
                      <a:pt x="1447259" y="718690"/>
                    </a:cubicBezTo>
                    <a:cubicBezTo>
                      <a:pt x="1446716" y="718690"/>
                      <a:pt x="1446444" y="718418"/>
                      <a:pt x="1446444" y="717876"/>
                    </a:cubicBezTo>
                    <a:cubicBezTo>
                      <a:pt x="1446444" y="717333"/>
                      <a:pt x="1446927" y="715975"/>
                      <a:pt x="1447892" y="713804"/>
                    </a:cubicBezTo>
                    <a:cubicBezTo>
                      <a:pt x="1450546" y="708254"/>
                      <a:pt x="1451873" y="704725"/>
                      <a:pt x="1451873" y="703217"/>
                    </a:cubicBezTo>
                    <a:cubicBezTo>
                      <a:pt x="1451873" y="701708"/>
                      <a:pt x="1451270" y="700743"/>
                      <a:pt x="1450064" y="700321"/>
                    </a:cubicBezTo>
                    <a:cubicBezTo>
                      <a:pt x="1448857" y="699899"/>
                      <a:pt x="1447168" y="699688"/>
                      <a:pt x="1444996" y="699688"/>
                    </a:cubicBezTo>
                    <a:cubicBezTo>
                      <a:pt x="1439929" y="699688"/>
                      <a:pt x="1430941" y="700381"/>
                      <a:pt x="1418031" y="701769"/>
                    </a:cubicBezTo>
                    <a:cubicBezTo>
                      <a:pt x="1405122" y="703156"/>
                      <a:pt x="1394836" y="704664"/>
                      <a:pt x="1387175" y="706293"/>
                    </a:cubicBezTo>
                    <a:cubicBezTo>
                      <a:pt x="1379514" y="707922"/>
                      <a:pt x="1374205" y="708736"/>
                      <a:pt x="1371249" y="708736"/>
                    </a:cubicBezTo>
                    <a:cubicBezTo>
                      <a:pt x="1368293" y="708736"/>
                      <a:pt x="1365609" y="708374"/>
                      <a:pt x="1363196" y="707651"/>
                    </a:cubicBezTo>
                    <a:cubicBezTo>
                      <a:pt x="1361506" y="714648"/>
                      <a:pt x="1359124" y="720590"/>
                      <a:pt x="1356047" y="725477"/>
                    </a:cubicBezTo>
                    <a:cubicBezTo>
                      <a:pt x="1352971" y="730363"/>
                      <a:pt x="1350467" y="732806"/>
                      <a:pt x="1348537" y="732806"/>
                    </a:cubicBezTo>
                    <a:cubicBezTo>
                      <a:pt x="1346606" y="732806"/>
                      <a:pt x="1345279" y="731539"/>
                      <a:pt x="1344555" y="729006"/>
                    </a:cubicBezTo>
                    <a:cubicBezTo>
                      <a:pt x="1343831" y="726472"/>
                      <a:pt x="1343469" y="724481"/>
                      <a:pt x="1343469" y="723033"/>
                    </a:cubicBezTo>
                    <a:cubicBezTo>
                      <a:pt x="1343469" y="721586"/>
                      <a:pt x="1344012" y="720319"/>
                      <a:pt x="1345098" y="719233"/>
                    </a:cubicBezTo>
                    <a:cubicBezTo>
                      <a:pt x="1347149" y="716941"/>
                      <a:pt x="1349170" y="713743"/>
                      <a:pt x="1351161" y="709641"/>
                    </a:cubicBezTo>
                    <a:cubicBezTo>
                      <a:pt x="1353151" y="705539"/>
                      <a:pt x="1354569" y="702131"/>
                      <a:pt x="1355414" y="699416"/>
                    </a:cubicBezTo>
                    <a:cubicBezTo>
                      <a:pt x="1356258" y="696702"/>
                      <a:pt x="1357163" y="695344"/>
                      <a:pt x="1358128" y="695344"/>
                    </a:cubicBezTo>
                    <a:cubicBezTo>
                      <a:pt x="1359938" y="695344"/>
                      <a:pt x="1361687" y="698059"/>
                      <a:pt x="1363377" y="703488"/>
                    </a:cubicBezTo>
                    <a:cubicBezTo>
                      <a:pt x="1416342" y="696128"/>
                      <a:pt x="1444242" y="691996"/>
                      <a:pt x="1447078" y="691091"/>
                    </a:cubicBezTo>
                    <a:cubicBezTo>
                      <a:pt x="1449913" y="690186"/>
                      <a:pt x="1451994" y="689734"/>
                      <a:pt x="1453321" y="689734"/>
                    </a:cubicBezTo>
                    <a:close/>
                    <a:moveTo>
                      <a:pt x="1106573" y="688286"/>
                    </a:moveTo>
                    <a:cubicBezTo>
                      <a:pt x="1108383" y="688286"/>
                      <a:pt x="1110615" y="688769"/>
                      <a:pt x="1113269" y="689734"/>
                    </a:cubicBezTo>
                    <a:cubicBezTo>
                      <a:pt x="1115923" y="690699"/>
                      <a:pt x="1117251" y="691966"/>
                      <a:pt x="1117251" y="693534"/>
                    </a:cubicBezTo>
                    <a:cubicBezTo>
                      <a:pt x="1117251" y="694500"/>
                      <a:pt x="1116587" y="695344"/>
                      <a:pt x="1115260" y="696068"/>
                    </a:cubicBezTo>
                    <a:cubicBezTo>
                      <a:pt x="1113933" y="696792"/>
                      <a:pt x="1110102" y="697787"/>
                      <a:pt x="1103768" y="699054"/>
                    </a:cubicBezTo>
                    <a:cubicBezTo>
                      <a:pt x="1097434" y="700321"/>
                      <a:pt x="1092759" y="700954"/>
                      <a:pt x="1089742" y="700954"/>
                    </a:cubicBezTo>
                    <a:cubicBezTo>
                      <a:pt x="1086726" y="700954"/>
                      <a:pt x="1084283" y="700562"/>
                      <a:pt x="1082413" y="699778"/>
                    </a:cubicBezTo>
                    <a:cubicBezTo>
                      <a:pt x="1080543" y="698994"/>
                      <a:pt x="1079608" y="698149"/>
                      <a:pt x="1079608" y="697244"/>
                    </a:cubicBezTo>
                    <a:cubicBezTo>
                      <a:pt x="1079608" y="696340"/>
                      <a:pt x="1081176" y="695525"/>
                      <a:pt x="1084313" y="694801"/>
                    </a:cubicBezTo>
                    <a:cubicBezTo>
                      <a:pt x="1087450" y="694077"/>
                      <a:pt x="1092638" y="692388"/>
                      <a:pt x="1099877" y="689734"/>
                    </a:cubicBezTo>
                    <a:cubicBezTo>
                      <a:pt x="1102531" y="688769"/>
                      <a:pt x="1104763" y="688286"/>
                      <a:pt x="1106573" y="688286"/>
                    </a:cubicBezTo>
                    <a:close/>
                    <a:moveTo>
                      <a:pt x="1718088" y="684848"/>
                    </a:moveTo>
                    <a:cubicBezTo>
                      <a:pt x="1723879" y="684848"/>
                      <a:pt x="1728524" y="686054"/>
                      <a:pt x="1732023" y="688467"/>
                    </a:cubicBezTo>
                    <a:cubicBezTo>
                      <a:pt x="1735522" y="690880"/>
                      <a:pt x="1737271" y="694017"/>
                      <a:pt x="1737271" y="697878"/>
                    </a:cubicBezTo>
                    <a:cubicBezTo>
                      <a:pt x="1737271" y="699688"/>
                      <a:pt x="1736788" y="701226"/>
                      <a:pt x="1735823" y="702493"/>
                    </a:cubicBezTo>
                    <a:cubicBezTo>
                      <a:pt x="1734858" y="703760"/>
                      <a:pt x="1733772" y="704393"/>
                      <a:pt x="1732566" y="704393"/>
                    </a:cubicBezTo>
                    <a:cubicBezTo>
                      <a:pt x="1731359" y="704393"/>
                      <a:pt x="1730092" y="703971"/>
                      <a:pt x="1728765" y="703126"/>
                    </a:cubicBezTo>
                    <a:cubicBezTo>
                      <a:pt x="1727438" y="702282"/>
                      <a:pt x="1725659" y="700713"/>
                      <a:pt x="1723426" y="698421"/>
                    </a:cubicBezTo>
                    <a:cubicBezTo>
                      <a:pt x="1721194" y="696128"/>
                      <a:pt x="1719053" y="693746"/>
                      <a:pt x="1717002" y="691272"/>
                    </a:cubicBezTo>
                    <a:cubicBezTo>
                      <a:pt x="1714951" y="688799"/>
                      <a:pt x="1713925" y="687261"/>
                      <a:pt x="1713925" y="686657"/>
                    </a:cubicBezTo>
                    <a:cubicBezTo>
                      <a:pt x="1713925" y="685451"/>
                      <a:pt x="1715313" y="684848"/>
                      <a:pt x="1718088" y="684848"/>
                    </a:cubicBezTo>
                    <a:close/>
                    <a:moveTo>
                      <a:pt x="1993170" y="684124"/>
                    </a:moveTo>
                    <a:cubicBezTo>
                      <a:pt x="1995583" y="684124"/>
                      <a:pt x="1997815" y="684787"/>
                      <a:pt x="1999866" y="686115"/>
                    </a:cubicBezTo>
                    <a:cubicBezTo>
                      <a:pt x="2001917" y="687442"/>
                      <a:pt x="2002942" y="688407"/>
                      <a:pt x="2002942" y="689010"/>
                    </a:cubicBezTo>
                    <a:cubicBezTo>
                      <a:pt x="2002942" y="690217"/>
                      <a:pt x="2000016" y="691242"/>
                      <a:pt x="1994165" y="692087"/>
                    </a:cubicBezTo>
                    <a:cubicBezTo>
                      <a:pt x="1988314" y="692931"/>
                      <a:pt x="1978058" y="694681"/>
                      <a:pt x="1963399" y="697335"/>
                    </a:cubicBezTo>
                    <a:cubicBezTo>
                      <a:pt x="1948740" y="699989"/>
                      <a:pt x="1938968" y="701316"/>
                      <a:pt x="1934081" y="701316"/>
                    </a:cubicBezTo>
                    <a:cubicBezTo>
                      <a:pt x="1929195" y="701316"/>
                      <a:pt x="1925425" y="701075"/>
                      <a:pt x="1922770" y="700592"/>
                    </a:cubicBezTo>
                    <a:cubicBezTo>
                      <a:pt x="1923012" y="709400"/>
                      <a:pt x="1922077" y="720741"/>
                      <a:pt x="1919965" y="734616"/>
                    </a:cubicBezTo>
                    <a:cubicBezTo>
                      <a:pt x="1917854" y="748491"/>
                      <a:pt x="1914657" y="760797"/>
                      <a:pt x="1910374" y="771535"/>
                    </a:cubicBezTo>
                    <a:cubicBezTo>
                      <a:pt x="1906090" y="782273"/>
                      <a:pt x="1901627" y="790205"/>
                      <a:pt x="1896981" y="795333"/>
                    </a:cubicBezTo>
                    <a:cubicBezTo>
                      <a:pt x="1892336" y="800461"/>
                      <a:pt x="1888083" y="804713"/>
                      <a:pt x="1884223" y="808092"/>
                    </a:cubicBezTo>
                    <a:cubicBezTo>
                      <a:pt x="1880362" y="811470"/>
                      <a:pt x="1877828" y="813159"/>
                      <a:pt x="1876622" y="813159"/>
                    </a:cubicBezTo>
                    <a:cubicBezTo>
                      <a:pt x="1876139" y="813159"/>
                      <a:pt x="1875898" y="812978"/>
                      <a:pt x="1875898" y="812616"/>
                    </a:cubicBezTo>
                    <a:cubicBezTo>
                      <a:pt x="1875898" y="811289"/>
                      <a:pt x="1877527" y="808695"/>
                      <a:pt x="1880784" y="804834"/>
                    </a:cubicBezTo>
                    <a:cubicBezTo>
                      <a:pt x="1892246" y="791804"/>
                      <a:pt x="1900360" y="775727"/>
                      <a:pt x="1905125" y="756604"/>
                    </a:cubicBezTo>
                    <a:cubicBezTo>
                      <a:pt x="1909891" y="737481"/>
                      <a:pt x="1912274" y="721163"/>
                      <a:pt x="1912274" y="707651"/>
                    </a:cubicBezTo>
                    <a:cubicBezTo>
                      <a:pt x="1912274" y="704393"/>
                      <a:pt x="1912033" y="701950"/>
                      <a:pt x="1911550" y="700321"/>
                    </a:cubicBezTo>
                    <a:cubicBezTo>
                      <a:pt x="1911067" y="698692"/>
                      <a:pt x="1910826" y="697184"/>
                      <a:pt x="1910826" y="695797"/>
                    </a:cubicBezTo>
                    <a:cubicBezTo>
                      <a:pt x="1910826" y="694409"/>
                      <a:pt x="1911459" y="693715"/>
                      <a:pt x="1912726" y="693715"/>
                    </a:cubicBezTo>
                    <a:cubicBezTo>
                      <a:pt x="1913993" y="693715"/>
                      <a:pt x="1915833" y="694319"/>
                      <a:pt x="1918246" y="695525"/>
                    </a:cubicBezTo>
                    <a:cubicBezTo>
                      <a:pt x="1930794" y="696370"/>
                      <a:pt x="1951364" y="693233"/>
                      <a:pt x="1979958" y="686115"/>
                    </a:cubicBezTo>
                    <a:cubicBezTo>
                      <a:pt x="1985026" y="684787"/>
                      <a:pt x="1989429" y="684124"/>
                      <a:pt x="1993170" y="684124"/>
                    </a:cubicBezTo>
                    <a:close/>
                    <a:moveTo>
                      <a:pt x="888046" y="674894"/>
                    </a:moveTo>
                    <a:cubicBezTo>
                      <a:pt x="892087" y="674894"/>
                      <a:pt x="895405" y="675256"/>
                      <a:pt x="897999" y="675980"/>
                    </a:cubicBezTo>
                    <a:cubicBezTo>
                      <a:pt x="900593" y="676704"/>
                      <a:pt x="901890" y="677609"/>
                      <a:pt x="901890" y="678695"/>
                    </a:cubicBezTo>
                    <a:cubicBezTo>
                      <a:pt x="901890" y="679780"/>
                      <a:pt x="901378" y="680655"/>
                      <a:pt x="900352" y="681319"/>
                    </a:cubicBezTo>
                    <a:cubicBezTo>
                      <a:pt x="899327" y="681982"/>
                      <a:pt x="895556" y="683128"/>
                      <a:pt x="889041" y="684757"/>
                    </a:cubicBezTo>
                    <a:cubicBezTo>
                      <a:pt x="882526" y="686386"/>
                      <a:pt x="873839" y="687924"/>
                      <a:pt x="862981" y="689372"/>
                    </a:cubicBezTo>
                    <a:cubicBezTo>
                      <a:pt x="868048" y="691302"/>
                      <a:pt x="871426" y="692841"/>
                      <a:pt x="873115" y="693987"/>
                    </a:cubicBezTo>
                    <a:cubicBezTo>
                      <a:pt x="874804" y="695133"/>
                      <a:pt x="875649" y="696400"/>
                      <a:pt x="875649" y="697787"/>
                    </a:cubicBezTo>
                    <a:cubicBezTo>
                      <a:pt x="875649" y="699175"/>
                      <a:pt x="875347" y="701135"/>
                      <a:pt x="874744" y="703669"/>
                    </a:cubicBezTo>
                    <a:cubicBezTo>
                      <a:pt x="873055" y="709822"/>
                      <a:pt x="872210" y="722611"/>
                      <a:pt x="872210" y="742036"/>
                    </a:cubicBezTo>
                    <a:cubicBezTo>
                      <a:pt x="893324" y="739864"/>
                      <a:pt x="906354" y="738326"/>
                      <a:pt x="911301" y="737421"/>
                    </a:cubicBezTo>
                    <a:cubicBezTo>
                      <a:pt x="916248" y="736516"/>
                      <a:pt x="921074" y="736064"/>
                      <a:pt x="925779" y="736064"/>
                    </a:cubicBezTo>
                    <a:cubicBezTo>
                      <a:pt x="930484" y="736064"/>
                      <a:pt x="934798" y="737029"/>
                      <a:pt x="938719" y="738959"/>
                    </a:cubicBezTo>
                    <a:cubicBezTo>
                      <a:pt x="942640" y="740890"/>
                      <a:pt x="944600" y="742699"/>
                      <a:pt x="944600" y="744388"/>
                    </a:cubicBezTo>
                    <a:cubicBezTo>
                      <a:pt x="944600" y="746078"/>
                      <a:pt x="943665" y="747314"/>
                      <a:pt x="941795" y="748098"/>
                    </a:cubicBezTo>
                    <a:cubicBezTo>
                      <a:pt x="939925" y="748883"/>
                      <a:pt x="936668" y="749064"/>
                      <a:pt x="932023" y="748641"/>
                    </a:cubicBezTo>
                    <a:cubicBezTo>
                      <a:pt x="927378" y="748219"/>
                      <a:pt x="919173" y="748008"/>
                      <a:pt x="907410" y="748008"/>
                    </a:cubicBezTo>
                    <a:cubicBezTo>
                      <a:pt x="895647" y="748008"/>
                      <a:pt x="883853" y="748370"/>
                      <a:pt x="872029" y="749094"/>
                    </a:cubicBezTo>
                    <a:cubicBezTo>
                      <a:pt x="872150" y="757901"/>
                      <a:pt x="872210" y="765985"/>
                      <a:pt x="872210" y="773344"/>
                    </a:cubicBezTo>
                    <a:cubicBezTo>
                      <a:pt x="872210" y="780704"/>
                      <a:pt x="871788" y="790356"/>
                      <a:pt x="870944" y="802300"/>
                    </a:cubicBezTo>
                    <a:cubicBezTo>
                      <a:pt x="870099" y="814245"/>
                      <a:pt x="869164" y="821514"/>
                      <a:pt x="868139" y="824108"/>
                    </a:cubicBezTo>
                    <a:cubicBezTo>
                      <a:pt x="867113" y="826702"/>
                      <a:pt x="866178" y="827999"/>
                      <a:pt x="865333" y="827999"/>
                    </a:cubicBezTo>
                    <a:cubicBezTo>
                      <a:pt x="864489" y="827999"/>
                      <a:pt x="863705" y="826581"/>
                      <a:pt x="862981" y="823746"/>
                    </a:cubicBezTo>
                    <a:cubicBezTo>
                      <a:pt x="862257" y="820911"/>
                      <a:pt x="861895" y="815723"/>
                      <a:pt x="861895" y="808182"/>
                    </a:cubicBezTo>
                    <a:cubicBezTo>
                      <a:pt x="861895" y="800642"/>
                      <a:pt x="862016" y="793644"/>
                      <a:pt x="862257" y="787189"/>
                    </a:cubicBezTo>
                    <a:cubicBezTo>
                      <a:pt x="862498" y="780734"/>
                      <a:pt x="862619" y="768277"/>
                      <a:pt x="862619" y="749818"/>
                    </a:cubicBezTo>
                    <a:cubicBezTo>
                      <a:pt x="841384" y="751507"/>
                      <a:pt x="825157" y="753678"/>
                      <a:pt x="813937" y="756333"/>
                    </a:cubicBezTo>
                    <a:cubicBezTo>
                      <a:pt x="809955" y="757177"/>
                      <a:pt x="806728" y="757600"/>
                      <a:pt x="804254" y="757600"/>
                    </a:cubicBezTo>
                    <a:cubicBezTo>
                      <a:pt x="801781" y="757600"/>
                      <a:pt x="798795" y="756574"/>
                      <a:pt x="795296" y="754523"/>
                    </a:cubicBezTo>
                    <a:cubicBezTo>
                      <a:pt x="791797" y="752472"/>
                      <a:pt x="790048" y="750934"/>
                      <a:pt x="790048" y="749908"/>
                    </a:cubicBezTo>
                    <a:cubicBezTo>
                      <a:pt x="790048" y="748883"/>
                      <a:pt x="792340" y="748310"/>
                      <a:pt x="796925" y="748189"/>
                    </a:cubicBezTo>
                    <a:cubicBezTo>
                      <a:pt x="803681" y="748068"/>
                      <a:pt x="814751" y="747254"/>
                      <a:pt x="830134" y="745746"/>
                    </a:cubicBezTo>
                    <a:cubicBezTo>
                      <a:pt x="845517" y="744238"/>
                      <a:pt x="856405" y="743242"/>
                      <a:pt x="862800" y="742760"/>
                    </a:cubicBezTo>
                    <a:cubicBezTo>
                      <a:pt x="862800" y="724421"/>
                      <a:pt x="862619" y="711964"/>
                      <a:pt x="862257" y="705388"/>
                    </a:cubicBezTo>
                    <a:cubicBezTo>
                      <a:pt x="861895" y="698813"/>
                      <a:pt x="860869" y="693595"/>
                      <a:pt x="859180" y="689734"/>
                    </a:cubicBezTo>
                    <a:cubicBezTo>
                      <a:pt x="853751" y="690337"/>
                      <a:pt x="849046" y="690639"/>
                      <a:pt x="845064" y="690639"/>
                    </a:cubicBezTo>
                    <a:cubicBezTo>
                      <a:pt x="841083" y="690639"/>
                      <a:pt x="838006" y="690005"/>
                      <a:pt x="835834" y="688739"/>
                    </a:cubicBezTo>
                    <a:cubicBezTo>
                      <a:pt x="833663" y="687472"/>
                      <a:pt x="832577" y="686507"/>
                      <a:pt x="832577" y="685843"/>
                    </a:cubicBezTo>
                    <a:cubicBezTo>
                      <a:pt x="832577" y="685179"/>
                      <a:pt x="833844" y="684727"/>
                      <a:pt x="836377" y="684486"/>
                    </a:cubicBezTo>
                    <a:cubicBezTo>
                      <a:pt x="846633" y="683400"/>
                      <a:pt x="856466" y="681650"/>
                      <a:pt x="865876" y="679237"/>
                    </a:cubicBezTo>
                    <a:cubicBezTo>
                      <a:pt x="876614" y="676342"/>
                      <a:pt x="884004" y="674894"/>
                      <a:pt x="888046" y="674894"/>
                    </a:cubicBezTo>
                    <a:close/>
                    <a:moveTo>
                      <a:pt x="1575298" y="674351"/>
                    </a:moveTo>
                    <a:cubicBezTo>
                      <a:pt x="1578315" y="674351"/>
                      <a:pt x="1583020" y="675678"/>
                      <a:pt x="1589414" y="678333"/>
                    </a:cubicBezTo>
                    <a:cubicBezTo>
                      <a:pt x="1595809" y="680987"/>
                      <a:pt x="1599006" y="684546"/>
                      <a:pt x="1599006" y="689010"/>
                    </a:cubicBezTo>
                    <a:cubicBezTo>
                      <a:pt x="1599006" y="691061"/>
                      <a:pt x="1598342" y="693353"/>
                      <a:pt x="1597015" y="695887"/>
                    </a:cubicBezTo>
                    <a:cubicBezTo>
                      <a:pt x="1595688" y="698421"/>
                      <a:pt x="1594120" y="699688"/>
                      <a:pt x="1592310" y="699688"/>
                    </a:cubicBezTo>
                    <a:cubicBezTo>
                      <a:pt x="1590500" y="699688"/>
                      <a:pt x="1588690" y="698481"/>
                      <a:pt x="1586881" y="696068"/>
                    </a:cubicBezTo>
                    <a:lnTo>
                      <a:pt x="1578556" y="685029"/>
                    </a:lnTo>
                    <a:cubicBezTo>
                      <a:pt x="1574816" y="680082"/>
                      <a:pt x="1572946" y="677066"/>
                      <a:pt x="1572946" y="675980"/>
                    </a:cubicBezTo>
                    <a:cubicBezTo>
                      <a:pt x="1572946" y="674894"/>
                      <a:pt x="1573730" y="674351"/>
                      <a:pt x="1575298" y="674351"/>
                    </a:cubicBezTo>
                    <a:close/>
                    <a:moveTo>
                      <a:pt x="541660" y="674351"/>
                    </a:moveTo>
                    <a:cubicBezTo>
                      <a:pt x="546787" y="674351"/>
                      <a:pt x="550467" y="675135"/>
                      <a:pt x="552699" y="676704"/>
                    </a:cubicBezTo>
                    <a:cubicBezTo>
                      <a:pt x="554931" y="678272"/>
                      <a:pt x="556047" y="679720"/>
                      <a:pt x="556047" y="681047"/>
                    </a:cubicBezTo>
                    <a:cubicBezTo>
                      <a:pt x="556047" y="682254"/>
                      <a:pt x="555142" y="683249"/>
                      <a:pt x="553333" y="684033"/>
                    </a:cubicBezTo>
                    <a:cubicBezTo>
                      <a:pt x="551523" y="684817"/>
                      <a:pt x="539428" y="686145"/>
                      <a:pt x="517047" y="688015"/>
                    </a:cubicBezTo>
                    <a:cubicBezTo>
                      <a:pt x="494666" y="689885"/>
                      <a:pt x="479736" y="690820"/>
                      <a:pt x="472256" y="690820"/>
                    </a:cubicBezTo>
                    <a:cubicBezTo>
                      <a:pt x="469963" y="690820"/>
                      <a:pt x="467973" y="690760"/>
                      <a:pt x="466284" y="690639"/>
                    </a:cubicBezTo>
                    <a:cubicBezTo>
                      <a:pt x="466284" y="705961"/>
                      <a:pt x="465077" y="741131"/>
                      <a:pt x="462664" y="796147"/>
                    </a:cubicBezTo>
                    <a:cubicBezTo>
                      <a:pt x="500427" y="793010"/>
                      <a:pt x="526669" y="790235"/>
                      <a:pt x="541388" y="787822"/>
                    </a:cubicBezTo>
                    <a:cubicBezTo>
                      <a:pt x="543560" y="787461"/>
                      <a:pt x="545732" y="787279"/>
                      <a:pt x="547903" y="787279"/>
                    </a:cubicBezTo>
                    <a:cubicBezTo>
                      <a:pt x="554660" y="787279"/>
                      <a:pt x="560029" y="788637"/>
                      <a:pt x="564010" y="791351"/>
                    </a:cubicBezTo>
                    <a:cubicBezTo>
                      <a:pt x="567991" y="794066"/>
                      <a:pt x="569982" y="796449"/>
                      <a:pt x="569982" y="798500"/>
                    </a:cubicBezTo>
                    <a:cubicBezTo>
                      <a:pt x="569982" y="800551"/>
                      <a:pt x="567690" y="801577"/>
                      <a:pt x="563105" y="801577"/>
                    </a:cubicBezTo>
                    <a:cubicBezTo>
                      <a:pt x="561537" y="801577"/>
                      <a:pt x="559787" y="801456"/>
                      <a:pt x="557857" y="801215"/>
                    </a:cubicBezTo>
                    <a:cubicBezTo>
                      <a:pt x="550738" y="800249"/>
                      <a:pt x="542203" y="799767"/>
                      <a:pt x="532249" y="799767"/>
                    </a:cubicBezTo>
                    <a:cubicBezTo>
                      <a:pt x="522295" y="799767"/>
                      <a:pt x="511195" y="800189"/>
                      <a:pt x="498949" y="801034"/>
                    </a:cubicBezTo>
                    <a:cubicBezTo>
                      <a:pt x="486704" y="801878"/>
                      <a:pt x="477926" y="802783"/>
                      <a:pt x="472618" y="803748"/>
                    </a:cubicBezTo>
                    <a:cubicBezTo>
                      <a:pt x="467309" y="804713"/>
                      <a:pt x="462845" y="806463"/>
                      <a:pt x="459226" y="808997"/>
                    </a:cubicBezTo>
                    <a:cubicBezTo>
                      <a:pt x="456933" y="810565"/>
                      <a:pt x="455063" y="811349"/>
                      <a:pt x="453615" y="811349"/>
                    </a:cubicBezTo>
                    <a:cubicBezTo>
                      <a:pt x="452167" y="811349"/>
                      <a:pt x="450629" y="809901"/>
                      <a:pt x="449000" y="807006"/>
                    </a:cubicBezTo>
                    <a:cubicBezTo>
                      <a:pt x="447372" y="804110"/>
                      <a:pt x="446557" y="801878"/>
                      <a:pt x="446557" y="800310"/>
                    </a:cubicBezTo>
                    <a:cubicBezTo>
                      <a:pt x="446557" y="798741"/>
                      <a:pt x="447402" y="796962"/>
                      <a:pt x="449091" y="794971"/>
                    </a:cubicBezTo>
                    <a:cubicBezTo>
                      <a:pt x="450780" y="792980"/>
                      <a:pt x="452107" y="788878"/>
                      <a:pt x="453072" y="782665"/>
                    </a:cubicBezTo>
                    <a:cubicBezTo>
                      <a:pt x="454038" y="776451"/>
                      <a:pt x="454852" y="765291"/>
                      <a:pt x="455515" y="749184"/>
                    </a:cubicBezTo>
                    <a:cubicBezTo>
                      <a:pt x="456179" y="733077"/>
                      <a:pt x="456511" y="721163"/>
                      <a:pt x="456511" y="713442"/>
                    </a:cubicBezTo>
                    <a:cubicBezTo>
                      <a:pt x="456511" y="700170"/>
                      <a:pt x="455606" y="692117"/>
                      <a:pt x="453796" y="689282"/>
                    </a:cubicBezTo>
                    <a:cubicBezTo>
                      <a:pt x="451986" y="686446"/>
                      <a:pt x="451082" y="684305"/>
                      <a:pt x="451082" y="682857"/>
                    </a:cubicBezTo>
                    <a:cubicBezTo>
                      <a:pt x="451082" y="681409"/>
                      <a:pt x="452348" y="680685"/>
                      <a:pt x="454882" y="680685"/>
                    </a:cubicBezTo>
                    <a:cubicBezTo>
                      <a:pt x="457416" y="680685"/>
                      <a:pt x="462121" y="682073"/>
                      <a:pt x="468998" y="684848"/>
                    </a:cubicBezTo>
                    <a:cubicBezTo>
                      <a:pt x="478168" y="684365"/>
                      <a:pt x="488302" y="683219"/>
                      <a:pt x="499402" y="681409"/>
                    </a:cubicBezTo>
                    <a:cubicBezTo>
                      <a:pt x="510502" y="679599"/>
                      <a:pt x="520033" y="677669"/>
                      <a:pt x="527996" y="675618"/>
                    </a:cubicBezTo>
                    <a:cubicBezTo>
                      <a:pt x="531977" y="674773"/>
                      <a:pt x="536532" y="674351"/>
                      <a:pt x="541660" y="674351"/>
                    </a:cubicBezTo>
                    <a:close/>
                    <a:moveTo>
                      <a:pt x="649340" y="671636"/>
                    </a:moveTo>
                    <a:cubicBezTo>
                      <a:pt x="650848" y="671636"/>
                      <a:pt x="653683" y="672360"/>
                      <a:pt x="657846" y="673808"/>
                    </a:cubicBezTo>
                    <a:cubicBezTo>
                      <a:pt x="662008" y="675256"/>
                      <a:pt x="664089" y="677247"/>
                      <a:pt x="664089" y="679780"/>
                    </a:cubicBezTo>
                    <a:cubicBezTo>
                      <a:pt x="664089" y="680746"/>
                      <a:pt x="663848" y="681952"/>
                      <a:pt x="663365" y="683400"/>
                    </a:cubicBezTo>
                    <a:cubicBezTo>
                      <a:pt x="662521" y="686416"/>
                      <a:pt x="661797" y="693233"/>
                      <a:pt x="661194" y="703850"/>
                    </a:cubicBezTo>
                    <a:cubicBezTo>
                      <a:pt x="667709" y="702161"/>
                      <a:pt x="671750" y="701316"/>
                      <a:pt x="673319" y="701316"/>
                    </a:cubicBezTo>
                    <a:cubicBezTo>
                      <a:pt x="674887" y="701316"/>
                      <a:pt x="676275" y="701588"/>
                      <a:pt x="677481" y="702131"/>
                    </a:cubicBezTo>
                    <a:cubicBezTo>
                      <a:pt x="678688" y="702674"/>
                      <a:pt x="679291" y="703367"/>
                      <a:pt x="679291" y="704212"/>
                    </a:cubicBezTo>
                    <a:cubicBezTo>
                      <a:pt x="679291" y="706625"/>
                      <a:pt x="673138" y="709279"/>
                      <a:pt x="660832" y="712175"/>
                    </a:cubicBezTo>
                    <a:lnTo>
                      <a:pt x="660289" y="729910"/>
                    </a:lnTo>
                    <a:cubicBezTo>
                      <a:pt x="667045" y="726774"/>
                      <a:pt x="671268" y="725205"/>
                      <a:pt x="672957" y="725205"/>
                    </a:cubicBezTo>
                    <a:cubicBezTo>
                      <a:pt x="674646" y="725205"/>
                      <a:pt x="675491" y="725567"/>
                      <a:pt x="675491" y="726291"/>
                    </a:cubicBezTo>
                    <a:cubicBezTo>
                      <a:pt x="675491" y="727256"/>
                      <a:pt x="670423" y="730634"/>
                      <a:pt x="660289" y="736426"/>
                    </a:cubicBezTo>
                    <a:cubicBezTo>
                      <a:pt x="660168" y="742941"/>
                      <a:pt x="660168" y="748430"/>
                      <a:pt x="660289" y="752894"/>
                    </a:cubicBezTo>
                    <a:lnTo>
                      <a:pt x="660470" y="763391"/>
                    </a:lnTo>
                    <a:cubicBezTo>
                      <a:pt x="660470" y="768337"/>
                      <a:pt x="659625" y="772440"/>
                      <a:pt x="657936" y="775697"/>
                    </a:cubicBezTo>
                    <a:cubicBezTo>
                      <a:pt x="656247" y="778955"/>
                      <a:pt x="654859" y="780583"/>
                      <a:pt x="653774" y="780583"/>
                    </a:cubicBezTo>
                    <a:cubicBezTo>
                      <a:pt x="652688" y="780583"/>
                      <a:pt x="651662" y="779920"/>
                      <a:pt x="650697" y="778593"/>
                    </a:cubicBezTo>
                    <a:cubicBezTo>
                      <a:pt x="646836" y="773525"/>
                      <a:pt x="643096" y="769725"/>
                      <a:pt x="639477" y="767191"/>
                    </a:cubicBezTo>
                    <a:cubicBezTo>
                      <a:pt x="638029" y="766105"/>
                      <a:pt x="637305" y="765261"/>
                      <a:pt x="637305" y="764658"/>
                    </a:cubicBezTo>
                    <a:cubicBezTo>
                      <a:pt x="637305" y="764054"/>
                      <a:pt x="637727" y="763753"/>
                      <a:pt x="638572" y="763753"/>
                    </a:cubicBezTo>
                    <a:cubicBezTo>
                      <a:pt x="639416" y="763753"/>
                      <a:pt x="640653" y="763904"/>
                      <a:pt x="642282" y="764205"/>
                    </a:cubicBezTo>
                    <a:cubicBezTo>
                      <a:pt x="643910" y="764507"/>
                      <a:pt x="645690" y="764658"/>
                      <a:pt x="647620" y="764658"/>
                    </a:cubicBezTo>
                    <a:cubicBezTo>
                      <a:pt x="649551" y="764658"/>
                      <a:pt x="650788" y="763904"/>
                      <a:pt x="651330" y="762395"/>
                    </a:cubicBezTo>
                    <a:cubicBezTo>
                      <a:pt x="651873" y="760887"/>
                      <a:pt x="652627" y="753498"/>
                      <a:pt x="653593" y="740226"/>
                    </a:cubicBezTo>
                    <a:cubicBezTo>
                      <a:pt x="640924" y="747224"/>
                      <a:pt x="632600" y="752110"/>
                      <a:pt x="628618" y="754885"/>
                    </a:cubicBezTo>
                    <a:cubicBezTo>
                      <a:pt x="626929" y="755971"/>
                      <a:pt x="625240" y="756514"/>
                      <a:pt x="623551" y="756514"/>
                    </a:cubicBezTo>
                    <a:cubicBezTo>
                      <a:pt x="621862" y="756514"/>
                      <a:pt x="619690" y="755368"/>
                      <a:pt x="617036" y="753075"/>
                    </a:cubicBezTo>
                    <a:cubicBezTo>
                      <a:pt x="614381" y="750783"/>
                      <a:pt x="613054" y="749094"/>
                      <a:pt x="613054" y="748008"/>
                    </a:cubicBezTo>
                    <a:cubicBezTo>
                      <a:pt x="613054" y="746922"/>
                      <a:pt x="614653" y="746379"/>
                      <a:pt x="617850" y="746379"/>
                    </a:cubicBezTo>
                    <a:cubicBezTo>
                      <a:pt x="621047" y="746379"/>
                      <a:pt x="624999" y="745504"/>
                      <a:pt x="629704" y="743755"/>
                    </a:cubicBezTo>
                    <a:cubicBezTo>
                      <a:pt x="634409" y="742006"/>
                      <a:pt x="642433" y="738416"/>
                      <a:pt x="653774" y="732987"/>
                    </a:cubicBezTo>
                    <a:cubicBezTo>
                      <a:pt x="654136" y="726351"/>
                      <a:pt x="654256" y="719957"/>
                      <a:pt x="654136" y="713804"/>
                    </a:cubicBezTo>
                    <a:cubicBezTo>
                      <a:pt x="647862" y="715493"/>
                      <a:pt x="643458" y="716337"/>
                      <a:pt x="640924" y="716337"/>
                    </a:cubicBezTo>
                    <a:cubicBezTo>
                      <a:pt x="636581" y="716337"/>
                      <a:pt x="633414" y="715825"/>
                      <a:pt x="631423" y="714799"/>
                    </a:cubicBezTo>
                    <a:cubicBezTo>
                      <a:pt x="629432" y="713774"/>
                      <a:pt x="628437" y="712869"/>
                      <a:pt x="628437" y="712084"/>
                    </a:cubicBezTo>
                    <a:cubicBezTo>
                      <a:pt x="628437" y="711300"/>
                      <a:pt x="629221" y="710787"/>
                      <a:pt x="630790" y="710546"/>
                    </a:cubicBezTo>
                    <a:cubicBezTo>
                      <a:pt x="638149" y="709340"/>
                      <a:pt x="645931" y="707711"/>
                      <a:pt x="654136" y="705660"/>
                    </a:cubicBezTo>
                    <a:cubicBezTo>
                      <a:pt x="654015" y="696370"/>
                      <a:pt x="653562" y="689915"/>
                      <a:pt x="652778" y="686295"/>
                    </a:cubicBezTo>
                    <a:cubicBezTo>
                      <a:pt x="651994" y="682676"/>
                      <a:pt x="650456" y="679117"/>
                      <a:pt x="648163" y="675618"/>
                    </a:cubicBezTo>
                    <a:cubicBezTo>
                      <a:pt x="647439" y="674532"/>
                      <a:pt x="647078" y="673597"/>
                      <a:pt x="647078" y="672813"/>
                    </a:cubicBezTo>
                    <a:cubicBezTo>
                      <a:pt x="647078" y="672029"/>
                      <a:pt x="647832" y="671636"/>
                      <a:pt x="649340" y="671636"/>
                    </a:cubicBezTo>
                    <a:close/>
                    <a:moveTo>
                      <a:pt x="1007942" y="671094"/>
                    </a:moveTo>
                    <a:cubicBezTo>
                      <a:pt x="1009269" y="671094"/>
                      <a:pt x="1011441" y="672421"/>
                      <a:pt x="1014457" y="675075"/>
                    </a:cubicBezTo>
                    <a:cubicBezTo>
                      <a:pt x="1017473" y="677729"/>
                      <a:pt x="1018981" y="679780"/>
                      <a:pt x="1018981" y="681228"/>
                    </a:cubicBezTo>
                    <a:cubicBezTo>
                      <a:pt x="1018981" y="682555"/>
                      <a:pt x="1017895" y="684154"/>
                      <a:pt x="1015724" y="686024"/>
                    </a:cubicBezTo>
                    <a:cubicBezTo>
                      <a:pt x="1013552" y="687894"/>
                      <a:pt x="1010325" y="691423"/>
                      <a:pt x="1006041" y="696611"/>
                    </a:cubicBezTo>
                    <a:cubicBezTo>
                      <a:pt x="1001758" y="701799"/>
                      <a:pt x="996842" y="706414"/>
                      <a:pt x="991292" y="710456"/>
                    </a:cubicBezTo>
                    <a:cubicBezTo>
                      <a:pt x="985742" y="714497"/>
                      <a:pt x="982183" y="716518"/>
                      <a:pt x="980614" y="716518"/>
                    </a:cubicBezTo>
                    <a:cubicBezTo>
                      <a:pt x="980132" y="716518"/>
                      <a:pt x="979891" y="716277"/>
                      <a:pt x="979891" y="715794"/>
                    </a:cubicBezTo>
                    <a:cubicBezTo>
                      <a:pt x="979891" y="714467"/>
                      <a:pt x="981731" y="712205"/>
                      <a:pt x="985410" y="709008"/>
                    </a:cubicBezTo>
                    <a:cubicBezTo>
                      <a:pt x="989090" y="705811"/>
                      <a:pt x="993434" y="700472"/>
                      <a:pt x="998441" y="692992"/>
                    </a:cubicBezTo>
                    <a:cubicBezTo>
                      <a:pt x="1003448" y="685511"/>
                      <a:pt x="1005951" y="679479"/>
                      <a:pt x="1005951" y="674894"/>
                    </a:cubicBezTo>
                    <a:cubicBezTo>
                      <a:pt x="1005951" y="672360"/>
                      <a:pt x="1006615" y="671094"/>
                      <a:pt x="1007942" y="671094"/>
                    </a:cubicBezTo>
                    <a:close/>
                    <a:moveTo>
                      <a:pt x="1042055" y="668560"/>
                    </a:moveTo>
                    <a:cubicBezTo>
                      <a:pt x="1043684" y="668560"/>
                      <a:pt x="1045765" y="669223"/>
                      <a:pt x="1048299" y="670551"/>
                    </a:cubicBezTo>
                    <a:cubicBezTo>
                      <a:pt x="1050833" y="671878"/>
                      <a:pt x="1052100" y="673235"/>
                      <a:pt x="1052100" y="674623"/>
                    </a:cubicBezTo>
                    <a:cubicBezTo>
                      <a:pt x="1052100" y="676010"/>
                      <a:pt x="1051466" y="677277"/>
                      <a:pt x="1050199" y="678423"/>
                    </a:cubicBezTo>
                    <a:cubicBezTo>
                      <a:pt x="1048933" y="679569"/>
                      <a:pt x="1046731" y="682314"/>
                      <a:pt x="1043594" y="686657"/>
                    </a:cubicBezTo>
                    <a:cubicBezTo>
                      <a:pt x="1044921" y="686899"/>
                      <a:pt x="1046188" y="687019"/>
                      <a:pt x="1047394" y="687019"/>
                    </a:cubicBezTo>
                    <a:cubicBezTo>
                      <a:pt x="1050652" y="687019"/>
                      <a:pt x="1053457" y="686235"/>
                      <a:pt x="1055810" y="684667"/>
                    </a:cubicBezTo>
                    <a:cubicBezTo>
                      <a:pt x="1058162" y="683098"/>
                      <a:pt x="1060002" y="682314"/>
                      <a:pt x="1061329" y="682314"/>
                    </a:cubicBezTo>
                    <a:cubicBezTo>
                      <a:pt x="1062656" y="682314"/>
                      <a:pt x="1064828" y="683008"/>
                      <a:pt x="1067844" y="684395"/>
                    </a:cubicBezTo>
                    <a:cubicBezTo>
                      <a:pt x="1070861" y="685783"/>
                      <a:pt x="1072369" y="687110"/>
                      <a:pt x="1072369" y="688377"/>
                    </a:cubicBezTo>
                    <a:cubicBezTo>
                      <a:pt x="1072369" y="689644"/>
                      <a:pt x="1070861" y="690941"/>
                      <a:pt x="1067844" y="692268"/>
                    </a:cubicBezTo>
                    <a:cubicBezTo>
                      <a:pt x="1063501" y="694439"/>
                      <a:pt x="1056383" y="701437"/>
                      <a:pt x="1046489" y="713261"/>
                    </a:cubicBezTo>
                    <a:cubicBezTo>
                      <a:pt x="1054090" y="711692"/>
                      <a:pt x="1058615" y="710606"/>
                      <a:pt x="1060062" y="710003"/>
                    </a:cubicBezTo>
                    <a:cubicBezTo>
                      <a:pt x="1062475" y="708676"/>
                      <a:pt x="1064436" y="708012"/>
                      <a:pt x="1065944" y="708012"/>
                    </a:cubicBezTo>
                    <a:cubicBezTo>
                      <a:pt x="1067452" y="708012"/>
                      <a:pt x="1070137" y="708917"/>
                      <a:pt x="1073998" y="710727"/>
                    </a:cubicBezTo>
                    <a:cubicBezTo>
                      <a:pt x="1077858" y="712537"/>
                      <a:pt x="1079789" y="714226"/>
                      <a:pt x="1079789" y="715794"/>
                    </a:cubicBezTo>
                    <a:cubicBezTo>
                      <a:pt x="1079789" y="717363"/>
                      <a:pt x="1079005" y="718630"/>
                      <a:pt x="1077436" y="719595"/>
                    </a:cubicBezTo>
                    <a:cubicBezTo>
                      <a:pt x="1075747" y="720922"/>
                      <a:pt x="1073937" y="724059"/>
                      <a:pt x="1072007" y="729006"/>
                    </a:cubicBezTo>
                    <a:cubicBezTo>
                      <a:pt x="1077557" y="728402"/>
                      <a:pt x="1084223" y="727286"/>
                      <a:pt x="1092005" y="725658"/>
                    </a:cubicBezTo>
                    <a:cubicBezTo>
                      <a:pt x="1099786" y="724029"/>
                      <a:pt x="1105970" y="722460"/>
                      <a:pt x="1110554" y="720952"/>
                    </a:cubicBezTo>
                    <a:cubicBezTo>
                      <a:pt x="1115139" y="719444"/>
                      <a:pt x="1118940" y="718690"/>
                      <a:pt x="1121956" y="718690"/>
                    </a:cubicBezTo>
                    <a:cubicBezTo>
                      <a:pt x="1124972" y="718690"/>
                      <a:pt x="1127988" y="719504"/>
                      <a:pt x="1131005" y="721133"/>
                    </a:cubicBezTo>
                    <a:cubicBezTo>
                      <a:pt x="1134021" y="722762"/>
                      <a:pt x="1135529" y="724421"/>
                      <a:pt x="1135529" y="726110"/>
                    </a:cubicBezTo>
                    <a:cubicBezTo>
                      <a:pt x="1135529" y="728644"/>
                      <a:pt x="1132814" y="729609"/>
                      <a:pt x="1127385" y="729006"/>
                    </a:cubicBezTo>
                    <a:cubicBezTo>
                      <a:pt x="1126179" y="728885"/>
                      <a:pt x="1124731" y="728825"/>
                      <a:pt x="1123042" y="728825"/>
                    </a:cubicBezTo>
                    <a:cubicBezTo>
                      <a:pt x="1115682" y="728825"/>
                      <a:pt x="1106633" y="729609"/>
                      <a:pt x="1095896" y="731177"/>
                    </a:cubicBezTo>
                    <a:cubicBezTo>
                      <a:pt x="1098309" y="732866"/>
                      <a:pt x="1100028" y="734284"/>
                      <a:pt x="1101053" y="735430"/>
                    </a:cubicBezTo>
                    <a:cubicBezTo>
                      <a:pt x="1102079" y="736576"/>
                      <a:pt x="1102592" y="737904"/>
                      <a:pt x="1102592" y="739412"/>
                    </a:cubicBezTo>
                    <a:cubicBezTo>
                      <a:pt x="1102592" y="740920"/>
                      <a:pt x="1102411" y="742609"/>
                      <a:pt x="1102049" y="744479"/>
                    </a:cubicBezTo>
                    <a:cubicBezTo>
                      <a:pt x="1101687" y="746349"/>
                      <a:pt x="1101506" y="748430"/>
                      <a:pt x="1101506" y="750723"/>
                    </a:cubicBezTo>
                    <a:cubicBezTo>
                      <a:pt x="1101506" y="753015"/>
                      <a:pt x="1101838" y="760344"/>
                      <a:pt x="1102501" y="772711"/>
                    </a:cubicBezTo>
                    <a:cubicBezTo>
                      <a:pt x="1103165" y="785078"/>
                      <a:pt x="1103496" y="794126"/>
                      <a:pt x="1103496" y="799857"/>
                    </a:cubicBezTo>
                    <a:cubicBezTo>
                      <a:pt x="1103496" y="805588"/>
                      <a:pt x="1102139" y="810867"/>
                      <a:pt x="1099425" y="815693"/>
                    </a:cubicBezTo>
                    <a:cubicBezTo>
                      <a:pt x="1096710" y="820519"/>
                      <a:pt x="1094508" y="822932"/>
                      <a:pt x="1092819" y="822932"/>
                    </a:cubicBezTo>
                    <a:cubicBezTo>
                      <a:pt x="1091130" y="822932"/>
                      <a:pt x="1089712" y="821816"/>
                      <a:pt x="1088566" y="819584"/>
                    </a:cubicBezTo>
                    <a:cubicBezTo>
                      <a:pt x="1087420" y="817352"/>
                      <a:pt x="1085851" y="814878"/>
                      <a:pt x="1083861" y="812164"/>
                    </a:cubicBezTo>
                    <a:cubicBezTo>
                      <a:pt x="1081870" y="809449"/>
                      <a:pt x="1079879" y="807187"/>
                      <a:pt x="1077889" y="805377"/>
                    </a:cubicBezTo>
                    <a:cubicBezTo>
                      <a:pt x="1075898" y="803567"/>
                      <a:pt x="1074902" y="802391"/>
                      <a:pt x="1074902" y="801848"/>
                    </a:cubicBezTo>
                    <a:cubicBezTo>
                      <a:pt x="1074902" y="801305"/>
                      <a:pt x="1075385" y="801034"/>
                      <a:pt x="1076350" y="801034"/>
                    </a:cubicBezTo>
                    <a:cubicBezTo>
                      <a:pt x="1077315" y="801034"/>
                      <a:pt x="1079216" y="801305"/>
                      <a:pt x="1082051" y="801848"/>
                    </a:cubicBezTo>
                    <a:cubicBezTo>
                      <a:pt x="1084886" y="802391"/>
                      <a:pt x="1087088" y="802662"/>
                      <a:pt x="1088657" y="802662"/>
                    </a:cubicBezTo>
                    <a:cubicBezTo>
                      <a:pt x="1090225" y="802662"/>
                      <a:pt x="1091341" y="801999"/>
                      <a:pt x="1092005" y="800672"/>
                    </a:cubicBezTo>
                    <a:cubicBezTo>
                      <a:pt x="1092668" y="799345"/>
                      <a:pt x="1093181" y="796208"/>
                      <a:pt x="1093543" y="791261"/>
                    </a:cubicBezTo>
                    <a:cubicBezTo>
                      <a:pt x="1093905" y="786314"/>
                      <a:pt x="1094086" y="780101"/>
                      <a:pt x="1094086" y="772621"/>
                    </a:cubicBezTo>
                    <a:cubicBezTo>
                      <a:pt x="1094086" y="765140"/>
                      <a:pt x="1093754" y="757298"/>
                      <a:pt x="1093090" y="749094"/>
                    </a:cubicBezTo>
                    <a:cubicBezTo>
                      <a:pt x="1092427" y="740890"/>
                      <a:pt x="1091431" y="735279"/>
                      <a:pt x="1090104" y="732263"/>
                    </a:cubicBezTo>
                    <a:cubicBezTo>
                      <a:pt x="1085037" y="733349"/>
                      <a:pt x="1081297" y="733892"/>
                      <a:pt x="1078884" y="733892"/>
                    </a:cubicBezTo>
                    <a:cubicBezTo>
                      <a:pt x="1076471" y="733892"/>
                      <a:pt x="1073817" y="733228"/>
                      <a:pt x="1070921" y="731901"/>
                    </a:cubicBezTo>
                    <a:cubicBezTo>
                      <a:pt x="1067543" y="740347"/>
                      <a:pt x="1065612" y="744962"/>
                      <a:pt x="1065130" y="745746"/>
                    </a:cubicBezTo>
                    <a:cubicBezTo>
                      <a:pt x="1064647" y="746530"/>
                      <a:pt x="1063984" y="746922"/>
                      <a:pt x="1063139" y="746922"/>
                    </a:cubicBezTo>
                    <a:cubicBezTo>
                      <a:pt x="1062295" y="746922"/>
                      <a:pt x="1061571" y="746711"/>
                      <a:pt x="1060967" y="746289"/>
                    </a:cubicBezTo>
                    <a:cubicBezTo>
                      <a:pt x="1060364" y="745866"/>
                      <a:pt x="1059701" y="745655"/>
                      <a:pt x="1058977" y="745655"/>
                    </a:cubicBezTo>
                    <a:cubicBezTo>
                      <a:pt x="1054392" y="745655"/>
                      <a:pt x="1045102" y="747224"/>
                      <a:pt x="1031107" y="750361"/>
                    </a:cubicBezTo>
                    <a:cubicBezTo>
                      <a:pt x="1030624" y="751688"/>
                      <a:pt x="1029840" y="752351"/>
                      <a:pt x="1028754" y="752351"/>
                    </a:cubicBezTo>
                    <a:cubicBezTo>
                      <a:pt x="1027668" y="752351"/>
                      <a:pt x="1026914" y="751899"/>
                      <a:pt x="1026492" y="750994"/>
                    </a:cubicBezTo>
                    <a:cubicBezTo>
                      <a:pt x="1026069" y="750089"/>
                      <a:pt x="1025587" y="747375"/>
                      <a:pt x="1025044" y="742850"/>
                    </a:cubicBezTo>
                    <a:cubicBezTo>
                      <a:pt x="1024501" y="738326"/>
                      <a:pt x="1023717" y="733832"/>
                      <a:pt x="1022691" y="729368"/>
                    </a:cubicBezTo>
                    <a:cubicBezTo>
                      <a:pt x="1021666" y="724903"/>
                      <a:pt x="1020821" y="721978"/>
                      <a:pt x="1020157" y="720590"/>
                    </a:cubicBezTo>
                    <a:cubicBezTo>
                      <a:pt x="1019494" y="719203"/>
                      <a:pt x="1019162" y="718087"/>
                      <a:pt x="1019162" y="717242"/>
                    </a:cubicBezTo>
                    <a:cubicBezTo>
                      <a:pt x="1019162" y="716398"/>
                      <a:pt x="1019916" y="715975"/>
                      <a:pt x="1021424" y="715975"/>
                    </a:cubicBezTo>
                    <a:cubicBezTo>
                      <a:pt x="1022932" y="715975"/>
                      <a:pt x="1024169" y="716277"/>
                      <a:pt x="1025134" y="716880"/>
                    </a:cubicBezTo>
                    <a:cubicBezTo>
                      <a:pt x="1030925" y="716036"/>
                      <a:pt x="1036234" y="715131"/>
                      <a:pt x="1041060" y="714166"/>
                    </a:cubicBezTo>
                    <a:cubicBezTo>
                      <a:pt x="1049988" y="701618"/>
                      <a:pt x="1054452" y="694319"/>
                      <a:pt x="1054452" y="692268"/>
                    </a:cubicBezTo>
                    <a:cubicBezTo>
                      <a:pt x="1054452" y="691544"/>
                      <a:pt x="1054151" y="691182"/>
                      <a:pt x="1053547" y="691182"/>
                    </a:cubicBezTo>
                    <a:cubicBezTo>
                      <a:pt x="1052944" y="691182"/>
                      <a:pt x="1052281" y="691242"/>
                      <a:pt x="1051557" y="691363"/>
                    </a:cubicBezTo>
                    <a:cubicBezTo>
                      <a:pt x="1050833" y="691483"/>
                      <a:pt x="1050109" y="691544"/>
                      <a:pt x="1049385" y="691544"/>
                    </a:cubicBezTo>
                    <a:cubicBezTo>
                      <a:pt x="1047093" y="691544"/>
                      <a:pt x="1044378" y="690941"/>
                      <a:pt x="1041241" y="689734"/>
                    </a:cubicBezTo>
                    <a:cubicBezTo>
                      <a:pt x="1039069" y="692630"/>
                      <a:pt x="1036083" y="696038"/>
                      <a:pt x="1032283" y="699959"/>
                    </a:cubicBezTo>
                    <a:cubicBezTo>
                      <a:pt x="1028482" y="703880"/>
                      <a:pt x="1025919" y="705841"/>
                      <a:pt x="1024591" y="705841"/>
                    </a:cubicBezTo>
                    <a:cubicBezTo>
                      <a:pt x="1024229" y="705841"/>
                      <a:pt x="1024048" y="705509"/>
                      <a:pt x="1024048" y="704845"/>
                    </a:cubicBezTo>
                    <a:cubicBezTo>
                      <a:pt x="1024048" y="704182"/>
                      <a:pt x="1024591" y="703126"/>
                      <a:pt x="1025677" y="701678"/>
                    </a:cubicBezTo>
                    <a:cubicBezTo>
                      <a:pt x="1030021" y="695887"/>
                      <a:pt x="1033550" y="690066"/>
                      <a:pt x="1036264" y="684214"/>
                    </a:cubicBezTo>
                    <a:cubicBezTo>
                      <a:pt x="1038979" y="678363"/>
                      <a:pt x="1040155" y="674653"/>
                      <a:pt x="1039793" y="673084"/>
                    </a:cubicBezTo>
                    <a:cubicBezTo>
                      <a:pt x="1039673" y="672360"/>
                      <a:pt x="1039612" y="671757"/>
                      <a:pt x="1039612" y="671275"/>
                    </a:cubicBezTo>
                    <a:cubicBezTo>
                      <a:pt x="1039612" y="669465"/>
                      <a:pt x="1040427" y="668560"/>
                      <a:pt x="1042055" y="668560"/>
                    </a:cubicBezTo>
                    <a:close/>
                    <a:moveTo>
                      <a:pt x="1259316" y="668017"/>
                    </a:moveTo>
                    <a:cubicBezTo>
                      <a:pt x="1260764" y="668017"/>
                      <a:pt x="1263961" y="669103"/>
                      <a:pt x="1268908" y="671275"/>
                    </a:cubicBezTo>
                    <a:cubicBezTo>
                      <a:pt x="1273854" y="673446"/>
                      <a:pt x="1276328" y="675799"/>
                      <a:pt x="1276328" y="678333"/>
                    </a:cubicBezTo>
                    <a:cubicBezTo>
                      <a:pt x="1276328" y="679539"/>
                      <a:pt x="1275845" y="681349"/>
                      <a:pt x="1274880" y="683762"/>
                    </a:cubicBezTo>
                    <a:cubicBezTo>
                      <a:pt x="1272708" y="688588"/>
                      <a:pt x="1271683" y="699265"/>
                      <a:pt x="1271803" y="715794"/>
                    </a:cubicBezTo>
                    <a:cubicBezTo>
                      <a:pt x="1277594" y="714709"/>
                      <a:pt x="1282722" y="713502"/>
                      <a:pt x="1287186" y="712175"/>
                    </a:cubicBezTo>
                    <a:cubicBezTo>
                      <a:pt x="1290564" y="711330"/>
                      <a:pt x="1293762" y="710908"/>
                      <a:pt x="1296778" y="710908"/>
                    </a:cubicBezTo>
                    <a:cubicBezTo>
                      <a:pt x="1299794" y="710908"/>
                      <a:pt x="1302780" y="711813"/>
                      <a:pt x="1305736" y="713623"/>
                    </a:cubicBezTo>
                    <a:cubicBezTo>
                      <a:pt x="1308692" y="715432"/>
                      <a:pt x="1310170" y="717242"/>
                      <a:pt x="1310170" y="719052"/>
                    </a:cubicBezTo>
                    <a:cubicBezTo>
                      <a:pt x="1310170" y="721344"/>
                      <a:pt x="1307516" y="722490"/>
                      <a:pt x="1302207" y="722490"/>
                    </a:cubicBezTo>
                    <a:cubicBezTo>
                      <a:pt x="1300759" y="722490"/>
                      <a:pt x="1299251" y="722400"/>
                      <a:pt x="1297683" y="722219"/>
                    </a:cubicBezTo>
                    <a:cubicBezTo>
                      <a:pt x="1296114" y="722038"/>
                      <a:pt x="1293641" y="721948"/>
                      <a:pt x="1290263" y="721948"/>
                    </a:cubicBezTo>
                    <a:cubicBezTo>
                      <a:pt x="1286885" y="721948"/>
                      <a:pt x="1280731" y="722309"/>
                      <a:pt x="1271803" y="723033"/>
                    </a:cubicBezTo>
                    <a:cubicBezTo>
                      <a:pt x="1271924" y="735943"/>
                      <a:pt x="1272286" y="749516"/>
                      <a:pt x="1272889" y="763753"/>
                    </a:cubicBezTo>
                    <a:lnTo>
                      <a:pt x="1274156" y="794700"/>
                    </a:lnTo>
                    <a:cubicBezTo>
                      <a:pt x="1274156" y="801697"/>
                      <a:pt x="1272587" y="808062"/>
                      <a:pt x="1269451" y="813792"/>
                    </a:cubicBezTo>
                    <a:cubicBezTo>
                      <a:pt x="1266314" y="819523"/>
                      <a:pt x="1264021" y="822389"/>
                      <a:pt x="1262574" y="822389"/>
                    </a:cubicBezTo>
                    <a:cubicBezTo>
                      <a:pt x="1261126" y="822389"/>
                      <a:pt x="1259618" y="821243"/>
                      <a:pt x="1258049" y="818950"/>
                    </a:cubicBezTo>
                    <a:cubicBezTo>
                      <a:pt x="1253223" y="812556"/>
                      <a:pt x="1248940" y="807428"/>
                      <a:pt x="1245200" y="803567"/>
                    </a:cubicBezTo>
                    <a:cubicBezTo>
                      <a:pt x="1241460" y="799706"/>
                      <a:pt x="1239590" y="797625"/>
                      <a:pt x="1239590" y="797324"/>
                    </a:cubicBezTo>
                    <a:cubicBezTo>
                      <a:pt x="1239590" y="797022"/>
                      <a:pt x="1239891" y="796871"/>
                      <a:pt x="1240495" y="796871"/>
                    </a:cubicBezTo>
                    <a:cubicBezTo>
                      <a:pt x="1241098" y="796871"/>
                      <a:pt x="1243481" y="797474"/>
                      <a:pt x="1247643" y="798681"/>
                    </a:cubicBezTo>
                    <a:cubicBezTo>
                      <a:pt x="1251805" y="799887"/>
                      <a:pt x="1255093" y="800491"/>
                      <a:pt x="1257506" y="800491"/>
                    </a:cubicBezTo>
                    <a:cubicBezTo>
                      <a:pt x="1259919" y="800491"/>
                      <a:pt x="1261397" y="799737"/>
                      <a:pt x="1261940" y="798229"/>
                    </a:cubicBezTo>
                    <a:cubicBezTo>
                      <a:pt x="1262483" y="796720"/>
                      <a:pt x="1262996" y="790688"/>
                      <a:pt x="1263478" y="780131"/>
                    </a:cubicBezTo>
                    <a:cubicBezTo>
                      <a:pt x="1263961" y="769574"/>
                      <a:pt x="1264202" y="758957"/>
                      <a:pt x="1264202" y="748279"/>
                    </a:cubicBezTo>
                    <a:cubicBezTo>
                      <a:pt x="1264202" y="737602"/>
                      <a:pt x="1264142" y="729488"/>
                      <a:pt x="1264021" y="723938"/>
                    </a:cubicBezTo>
                    <a:cubicBezTo>
                      <a:pt x="1250388" y="725627"/>
                      <a:pt x="1241611" y="727015"/>
                      <a:pt x="1237689" y="728101"/>
                    </a:cubicBezTo>
                    <a:cubicBezTo>
                      <a:pt x="1233768" y="729187"/>
                      <a:pt x="1230631" y="729729"/>
                      <a:pt x="1228279" y="729729"/>
                    </a:cubicBezTo>
                    <a:cubicBezTo>
                      <a:pt x="1225926" y="729729"/>
                      <a:pt x="1223242" y="729156"/>
                      <a:pt x="1220225" y="728010"/>
                    </a:cubicBezTo>
                    <a:cubicBezTo>
                      <a:pt x="1217209" y="726864"/>
                      <a:pt x="1215701" y="725869"/>
                      <a:pt x="1215701" y="725024"/>
                    </a:cubicBezTo>
                    <a:cubicBezTo>
                      <a:pt x="1215701" y="724180"/>
                      <a:pt x="1218567" y="723606"/>
                      <a:pt x="1224297" y="723305"/>
                    </a:cubicBezTo>
                    <a:cubicBezTo>
                      <a:pt x="1230028" y="723003"/>
                      <a:pt x="1243209" y="720982"/>
                      <a:pt x="1263840" y="717242"/>
                    </a:cubicBezTo>
                    <a:cubicBezTo>
                      <a:pt x="1263720" y="707832"/>
                      <a:pt x="1263388" y="699235"/>
                      <a:pt x="1262845" y="691453"/>
                    </a:cubicBezTo>
                    <a:cubicBezTo>
                      <a:pt x="1262302" y="683671"/>
                      <a:pt x="1261216" y="678423"/>
                      <a:pt x="1259587" y="675708"/>
                    </a:cubicBezTo>
                    <a:cubicBezTo>
                      <a:pt x="1257959" y="672994"/>
                      <a:pt x="1257144" y="671033"/>
                      <a:pt x="1257144" y="669827"/>
                    </a:cubicBezTo>
                    <a:cubicBezTo>
                      <a:pt x="1257144" y="668620"/>
                      <a:pt x="1257868" y="668017"/>
                      <a:pt x="1259316" y="668017"/>
                    </a:cubicBezTo>
                    <a:close/>
                    <a:moveTo>
                      <a:pt x="1397219" y="666750"/>
                    </a:moveTo>
                    <a:cubicBezTo>
                      <a:pt x="1400597" y="666750"/>
                      <a:pt x="1404156" y="667233"/>
                      <a:pt x="1407897" y="668198"/>
                    </a:cubicBezTo>
                    <a:cubicBezTo>
                      <a:pt x="1411637" y="669163"/>
                      <a:pt x="1414351" y="671033"/>
                      <a:pt x="1416040" y="673808"/>
                    </a:cubicBezTo>
                    <a:cubicBezTo>
                      <a:pt x="1417729" y="676583"/>
                      <a:pt x="1418574" y="679026"/>
                      <a:pt x="1418574" y="681138"/>
                    </a:cubicBezTo>
                    <a:cubicBezTo>
                      <a:pt x="1418574" y="683249"/>
                      <a:pt x="1418001" y="685119"/>
                      <a:pt x="1416855" y="686748"/>
                    </a:cubicBezTo>
                    <a:cubicBezTo>
                      <a:pt x="1415709" y="688377"/>
                      <a:pt x="1414200" y="689191"/>
                      <a:pt x="1412330" y="689191"/>
                    </a:cubicBezTo>
                    <a:cubicBezTo>
                      <a:pt x="1410460" y="689191"/>
                      <a:pt x="1406931" y="686084"/>
                      <a:pt x="1401743" y="679871"/>
                    </a:cubicBezTo>
                    <a:cubicBezTo>
                      <a:pt x="1396555" y="673657"/>
                      <a:pt x="1393961" y="669917"/>
                      <a:pt x="1393961" y="668650"/>
                    </a:cubicBezTo>
                    <a:cubicBezTo>
                      <a:pt x="1393961" y="667384"/>
                      <a:pt x="1395047" y="666750"/>
                      <a:pt x="1397219" y="666750"/>
                    </a:cubicBezTo>
                    <a:close/>
                    <a:moveTo>
                      <a:pt x="698112" y="666569"/>
                    </a:moveTo>
                    <a:cubicBezTo>
                      <a:pt x="699681" y="666569"/>
                      <a:pt x="702546" y="667414"/>
                      <a:pt x="706709" y="669103"/>
                    </a:cubicBezTo>
                    <a:cubicBezTo>
                      <a:pt x="710871" y="670792"/>
                      <a:pt x="712952" y="672179"/>
                      <a:pt x="712952" y="673265"/>
                    </a:cubicBezTo>
                    <a:cubicBezTo>
                      <a:pt x="712952" y="674351"/>
                      <a:pt x="712560" y="675648"/>
                      <a:pt x="711776" y="677156"/>
                    </a:cubicBezTo>
                    <a:cubicBezTo>
                      <a:pt x="710992" y="678664"/>
                      <a:pt x="710298" y="681077"/>
                      <a:pt x="709695" y="684395"/>
                    </a:cubicBezTo>
                    <a:cubicBezTo>
                      <a:pt x="709092" y="687713"/>
                      <a:pt x="708066" y="694620"/>
                      <a:pt x="706618" y="705117"/>
                    </a:cubicBezTo>
                    <a:cubicBezTo>
                      <a:pt x="716270" y="701497"/>
                      <a:pt x="721760" y="698964"/>
                      <a:pt x="723087" y="697516"/>
                    </a:cubicBezTo>
                    <a:cubicBezTo>
                      <a:pt x="724414" y="696068"/>
                      <a:pt x="725651" y="695344"/>
                      <a:pt x="726797" y="695344"/>
                    </a:cubicBezTo>
                    <a:cubicBezTo>
                      <a:pt x="727943" y="695344"/>
                      <a:pt x="730145" y="696309"/>
                      <a:pt x="733403" y="698240"/>
                    </a:cubicBezTo>
                    <a:cubicBezTo>
                      <a:pt x="736660" y="700170"/>
                      <a:pt x="738289" y="701739"/>
                      <a:pt x="738289" y="702945"/>
                    </a:cubicBezTo>
                    <a:cubicBezTo>
                      <a:pt x="738289" y="704152"/>
                      <a:pt x="737203" y="705479"/>
                      <a:pt x="735031" y="706927"/>
                    </a:cubicBezTo>
                    <a:cubicBezTo>
                      <a:pt x="728637" y="711270"/>
                      <a:pt x="725440" y="719625"/>
                      <a:pt x="725440" y="731992"/>
                    </a:cubicBezTo>
                    <a:cubicBezTo>
                      <a:pt x="725440" y="744358"/>
                      <a:pt x="727883" y="752894"/>
                      <a:pt x="732769" y="757600"/>
                    </a:cubicBezTo>
                    <a:cubicBezTo>
                      <a:pt x="737655" y="762305"/>
                      <a:pt x="741124" y="764658"/>
                      <a:pt x="743175" y="764658"/>
                    </a:cubicBezTo>
                    <a:cubicBezTo>
                      <a:pt x="744623" y="764658"/>
                      <a:pt x="745920" y="763632"/>
                      <a:pt x="747066" y="761581"/>
                    </a:cubicBezTo>
                    <a:cubicBezTo>
                      <a:pt x="748212" y="759530"/>
                      <a:pt x="749570" y="756212"/>
                      <a:pt x="751138" y="751627"/>
                    </a:cubicBezTo>
                    <a:cubicBezTo>
                      <a:pt x="751983" y="749214"/>
                      <a:pt x="752707" y="748008"/>
                      <a:pt x="753310" y="748008"/>
                    </a:cubicBezTo>
                    <a:cubicBezTo>
                      <a:pt x="753913" y="748008"/>
                      <a:pt x="754215" y="749576"/>
                      <a:pt x="754215" y="752713"/>
                    </a:cubicBezTo>
                    <a:cubicBezTo>
                      <a:pt x="754215" y="755850"/>
                      <a:pt x="754426" y="759530"/>
                      <a:pt x="754848" y="763753"/>
                    </a:cubicBezTo>
                    <a:cubicBezTo>
                      <a:pt x="755270" y="767976"/>
                      <a:pt x="755663" y="770539"/>
                      <a:pt x="756025" y="771444"/>
                    </a:cubicBezTo>
                    <a:cubicBezTo>
                      <a:pt x="756386" y="772349"/>
                      <a:pt x="756567" y="773284"/>
                      <a:pt x="756567" y="774249"/>
                    </a:cubicBezTo>
                    <a:cubicBezTo>
                      <a:pt x="756567" y="776542"/>
                      <a:pt x="755120" y="777688"/>
                      <a:pt x="752224" y="777688"/>
                    </a:cubicBezTo>
                    <a:cubicBezTo>
                      <a:pt x="749328" y="777688"/>
                      <a:pt x="744683" y="776210"/>
                      <a:pt x="738289" y="773254"/>
                    </a:cubicBezTo>
                    <a:cubicBezTo>
                      <a:pt x="731895" y="770298"/>
                      <a:pt x="727068" y="765442"/>
                      <a:pt x="723811" y="758685"/>
                    </a:cubicBezTo>
                    <a:cubicBezTo>
                      <a:pt x="720553" y="751929"/>
                      <a:pt x="718925" y="744569"/>
                      <a:pt x="718925" y="736606"/>
                    </a:cubicBezTo>
                    <a:cubicBezTo>
                      <a:pt x="718925" y="727075"/>
                      <a:pt x="719950" y="718207"/>
                      <a:pt x="722001" y="710003"/>
                    </a:cubicBezTo>
                    <a:cubicBezTo>
                      <a:pt x="722242" y="709159"/>
                      <a:pt x="722363" y="708495"/>
                      <a:pt x="722363" y="708012"/>
                    </a:cubicBezTo>
                    <a:cubicBezTo>
                      <a:pt x="722363" y="706685"/>
                      <a:pt x="721971" y="706022"/>
                      <a:pt x="721187" y="706022"/>
                    </a:cubicBezTo>
                    <a:cubicBezTo>
                      <a:pt x="720403" y="706022"/>
                      <a:pt x="717990" y="706685"/>
                      <a:pt x="713948" y="708012"/>
                    </a:cubicBezTo>
                    <a:cubicBezTo>
                      <a:pt x="709906" y="709340"/>
                      <a:pt x="707222" y="710184"/>
                      <a:pt x="705894" y="710546"/>
                    </a:cubicBezTo>
                    <a:cubicBezTo>
                      <a:pt x="704326" y="721284"/>
                      <a:pt x="702275" y="730333"/>
                      <a:pt x="699741" y="737692"/>
                    </a:cubicBezTo>
                    <a:cubicBezTo>
                      <a:pt x="702396" y="739502"/>
                      <a:pt x="704658" y="741221"/>
                      <a:pt x="706528" y="742850"/>
                    </a:cubicBezTo>
                    <a:cubicBezTo>
                      <a:pt x="708398" y="744479"/>
                      <a:pt x="709665" y="745836"/>
                      <a:pt x="710328" y="746922"/>
                    </a:cubicBezTo>
                    <a:cubicBezTo>
                      <a:pt x="710992" y="748008"/>
                      <a:pt x="711324" y="749818"/>
                      <a:pt x="711324" y="752351"/>
                    </a:cubicBezTo>
                    <a:cubicBezTo>
                      <a:pt x="711324" y="754885"/>
                      <a:pt x="710479" y="756152"/>
                      <a:pt x="708790" y="756152"/>
                    </a:cubicBezTo>
                    <a:cubicBezTo>
                      <a:pt x="707101" y="756152"/>
                      <a:pt x="703059" y="752713"/>
                      <a:pt x="696665" y="745836"/>
                    </a:cubicBezTo>
                    <a:cubicBezTo>
                      <a:pt x="691718" y="756936"/>
                      <a:pt x="686047" y="764778"/>
                      <a:pt x="679653" y="769363"/>
                    </a:cubicBezTo>
                    <a:cubicBezTo>
                      <a:pt x="673259" y="773948"/>
                      <a:pt x="668915" y="776240"/>
                      <a:pt x="666623" y="776240"/>
                    </a:cubicBezTo>
                    <a:cubicBezTo>
                      <a:pt x="666140" y="776240"/>
                      <a:pt x="665899" y="775938"/>
                      <a:pt x="665899" y="775335"/>
                    </a:cubicBezTo>
                    <a:cubicBezTo>
                      <a:pt x="665899" y="774732"/>
                      <a:pt x="666864" y="773586"/>
                      <a:pt x="668795" y="771897"/>
                    </a:cubicBezTo>
                    <a:cubicBezTo>
                      <a:pt x="679532" y="762245"/>
                      <a:pt x="687073" y="751688"/>
                      <a:pt x="691416" y="740226"/>
                    </a:cubicBezTo>
                    <a:cubicBezTo>
                      <a:pt x="686832" y="735159"/>
                      <a:pt x="684539" y="732233"/>
                      <a:pt x="684539" y="731449"/>
                    </a:cubicBezTo>
                    <a:cubicBezTo>
                      <a:pt x="684539" y="730664"/>
                      <a:pt x="684841" y="730272"/>
                      <a:pt x="685444" y="730272"/>
                    </a:cubicBezTo>
                    <a:cubicBezTo>
                      <a:pt x="686771" y="730272"/>
                      <a:pt x="689426" y="731539"/>
                      <a:pt x="693407" y="734073"/>
                    </a:cubicBezTo>
                    <a:cubicBezTo>
                      <a:pt x="695458" y="726955"/>
                      <a:pt x="696906" y="719957"/>
                      <a:pt x="697751" y="713080"/>
                    </a:cubicBezTo>
                    <a:cubicBezTo>
                      <a:pt x="690150" y="715372"/>
                      <a:pt x="685474" y="716518"/>
                      <a:pt x="683725" y="716518"/>
                    </a:cubicBezTo>
                    <a:cubicBezTo>
                      <a:pt x="681976" y="716518"/>
                      <a:pt x="680618" y="716277"/>
                      <a:pt x="679653" y="715794"/>
                    </a:cubicBezTo>
                    <a:cubicBezTo>
                      <a:pt x="678688" y="715312"/>
                      <a:pt x="678205" y="714769"/>
                      <a:pt x="678205" y="714166"/>
                    </a:cubicBezTo>
                    <a:cubicBezTo>
                      <a:pt x="678205" y="713080"/>
                      <a:pt x="679110" y="712356"/>
                      <a:pt x="680920" y="711994"/>
                    </a:cubicBezTo>
                    <a:cubicBezTo>
                      <a:pt x="685143" y="711391"/>
                      <a:pt x="690994" y="709943"/>
                      <a:pt x="698474" y="707651"/>
                    </a:cubicBezTo>
                    <a:cubicBezTo>
                      <a:pt x="699319" y="699205"/>
                      <a:pt x="699741" y="692147"/>
                      <a:pt x="699741" y="686476"/>
                    </a:cubicBezTo>
                    <a:cubicBezTo>
                      <a:pt x="699741" y="678875"/>
                      <a:pt x="699078" y="674170"/>
                      <a:pt x="697751" y="672360"/>
                    </a:cubicBezTo>
                    <a:cubicBezTo>
                      <a:pt x="696423" y="670551"/>
                      <a:pt x="695760" y="669133"/>
                      <a:pt x="695760" y="668107"/>
                    </a:cubicBezTo>
                    <a:cubicBezTo>
                      <a:pt x="695760" y="667082"/>
                      <a:pt x="696544" y="666569"/>
                      <a:pt x="698112" y="666569"/>
                    </a:cubicBezTo>
                    <a:close/>
                    <a:moveTo>
                      <a:pt x="1950279" y="665664"/>
                    </a:moveTo>
                    <a:cubicBezTo>
                      <a:pt x="1955587" y="665664"/>
                      <a:pt x="1960081" y="666871"/>
                      <a:pt x="1963761" y="669284"/>
                    </a:cubicBezTo>
                    <a:cubicBezTo>
                      <a:pt x="1967441" y="671697"/>
                      <a:pt x="1969281" y="674954"/>
                      <a:pt x="1969281" y="679056"/>
                    </a:cubicBezTo>
                    <a:cubicBezTo>
                      <a:pt x="1969281" y="680866"/>
                      <a:pt x="1968859" y="682314"/>
                      <a:pt x="1968014" y="683400"/>
                    </a:cubicBezTo>
                    <a:cubicBezTo>
                      <a:pt x="1967170" y="684486"/>
                      <a:pt x="1966144" y="685029"/>
                      <a:pt x="1964938" y="685029"/>
                    </a:cubicBezTo>
                    <a:cubicBezTo>
                      <a:pt x="1963731" y="685029"/>
                      <a:pt x="1962494" y="684606"/>
                      <a:pt x="1961228" y="683762"/>
                    </a:cubicBezTo>
                    <a:cubicBezTo>
                      <a:pt x="1959961" y="682917"/>
                      <a:pt x="1957095" y="680203"/>
                      <a:pt x="1952631" y="675618"/>
                    </a:cubicBezTo>
                    <a:cubicBezTo>
                      <a:pt x="1948167" y="671033"/>
                      <a:pt x="1945935" y="668228"/>
                      <a:pt x="1945935" y="667203"/>
                    </a:cubicBezTo>
                    <a:cubicBezTo>
                      <a:pt x="1945935" y="666177"/>
                      <a:pt x="1947383" y="665664"/>
                      <a:pt x="1950279" y="665664"/>
                    </a:cubicBezTo>
                    <a:close/>
                    <a:moveTo>
                      <a:pt x="1777085" y="664940"/>
                    </a:moveTo>
                    <a:cubicBezTo>
                      <a:pt x="1779016" y="664940"/>
                      <a:pt x="1782062" y="665875"/>
                      <a:pt x="1786225" y="667746"/>
                    </a:cubicBezTo>
                    <a:cubicBezTo>
                      <a:pt x="1790387" y="669616"/>
                      <a:pt x="1792468" y="671456"/>
                      <a:pt x="1792468" y="673265"/>
                    </a:cubicBezTo>
                    <a:cubicBezTo>
                      <a:pt x="1792468" y="674110"/>
                      <a:pt x="1791865" y="675497"/>
                      <a:pt x="1790659" y="677428"/>
                    </a:cubicBezTo>
                    <a:cubicBezTo>
                      <a:pt x="1788728" y="680685"/>
                      <a:pt x="1786979" y="684968"/>
                      <a:pt x="1785410" y="690277"/>
                    </a:cubicBezTo>
                    <a:cubicBezTo>
                      <a:pt x="1784686" y="692931"/>
                      <a:pt x="1783782" y="695827"/>
                      <a:pt x="1782696" y="698964"/>
                    </a:cubicBezTo>
                    <a:cubicBezTo>
                      <a:pt x="1793313" y="696671"/>
                      <a:pt x="1801155" y="694138"/>
                      <a:pt x="1806222" y="691363"/>
                    </a:cubicBezTo>
                    <a:cubicBezTo>
                      <a:pt x="1807912" y="690518"/>
                      <a:pt x="1809118" y="690096"/>
                      <a:pt x="1809842" y="690096"/>
                    </a:cubicBezTo>
                    <a:cubicBezTo>
                      <a:pt x="1811290" y="690096"/>
                      <a:pt x="1814578" y="691785"/>
                      <a:pt x="1819705" y="695163"/>
                    </a:cubicBezTo>
                    <a:cubicBezTo>
                      <a:pt x="1824833" y="698541"/>
                      <a:pt x="1827396" y="700954"/>
                      <a:pt x="1827396" y="702402"/>
                    </a:cubicBezTo>
                    <a:cubicBezTo>
                      <a:pt x="1827396" y="703850"/>
                      <a:pt x="1825587" y="705147"/>
                      <a:pt x="1821967" y="706293"/>
                    </a:cubicBezTo>
                    <a:cubicBezTo>
                      <a:pt x="1818348" y="707439"/>
                      <a:pt x="1815301" y="708736"/>
                      <a:pt x="1812828" y="710184"/>
                    </a:cubicBezTo>
                    <a:cubicBezTo>
                      <a:pt x="1810355" y="711632"/>
                      <a:pt x="1807067" y="714045"/>
                      <a:pt x="1802965" y="717423"/>
                    </a:cubicBezTo>
                    <a:cubicBezTo>
                      <a:pt x="1802000" y="718147"/>
                      <a:pt x="1801185" y="718509"/>
                      <a:pt x="1800522" y="718509"/>
                    </a:cubicBezTo>
                    <a:cubicBezTo>
                      <a:pt x="1799858" y="718509"/>
                      <a:pt x="1799526" y="718177"/>
                      <a:pt x="1799526" y="717514"/>
                    </a:cubicBezTo>
                    <a:cubicBezTo>
                      <a:pt x="1799526" y="716850"/>
                      <a:pt x="1799707" y="716217"/>
                      <a:pt x="1800069" y="715613"/>
                    </a:cubicBezTo>
                    <a:cubicBezTo>
                      <a:pt x="1803568" y="708012"/>
                      <a:pt x="1805318" y="703518"/>
                      <a:pt x="1805318" y="702131"/>
                    </a:cubicBezTo>
                    <a:cubicBezTo>
                      <a:pt x="1805318" y="700743"/>
                      <a:pt x="1804413" y="700050"/>
                      <a:pt x="1802603" y="700050"/>
                    </a:cubicBezTo>
                    <a:cubicBezTo>
                      <a:pt x="1800793" y="700050"/>
                      <a:pt x="1793615" y="701316"/>
                      <a:pt x="1781067" y="703850"/>
                    </a:cubicBezTo>
                    <a:cubicBezTo>
                      <a:pt x="1777085" y="715191"/>
                      <a:pt x="1774069" y="723214"/>
                      <a:pt x="1772018" y="727920"/>
                    </a:cubicBezTo>
                    <a:cubicBezTo>
                      <a:pt x="1779619" y="737934"/>
                      <a:pt x="1786134" y="746078"/>
                      <a:pt x="1791564" y="752351"/>
                    </a:cubicBezTo>
                    <a:cubicBezTo>
                      <a:pt x="1799285" y="743544"/>
                      <a:pt x="1803628" y="737089"/>
                      <a:pt x="1804594" y="732987"/>
                    </a:cubicBezTo>
                    <a:cubicBezTo>
                      <a:pt x="1805076" y="731177"/>
                      <a:pt x="1805529" y="730031"/>
                      <a:pt x="1805951" y="729548"/>
                    </a:cubicBezTo>
                    <a:cubicBezTo>
                      <a:pt x="1806373" y="729066"/>
                      <a:pt x="1807097" y="728825"/>
                      <a:pt x="1808123" y="728825"/>
                    </a:cubicBezTo>
                    <a:cubicBezTo>
                      <a:pt x="1809148" y="728825"/>
                      <a:pt x="1811380" y="729729"/>
                      <a:pt x="1814819" y="731539"/>
                    </a:cubicBezTo>
                    <a:cubicBezTo>
                      <a:pt x="1818257" y="733349"/>
                      <a:pt x="1819977" y="734948"/>
                      <a:pt x="1819977" y="736335"/>
                    </a:cubicBezTo>
                    <a:cubicBezTo>
                      <a:pt x="1819977" y="737723"/>
                      <a:pt x="1819132" y="738899"/>
                      <a:pt x="1817443" y="739864"/>
                    </a:cubicBezTo>
                    <a:cubicBezTo>
                      <a:pt x="1814668" y="741433"/>
                      <a:pt x="1806946" y="746681"/>
                      <a:pt x="1794278" y="755609"/>
                    </a:cubicBezTo>
                    <a:cubicBezTo>
                      <a:pt x="1801035" y="763210"/>
                      <a:pt x="1807188" y="769182"/>
                      <a:pt x="1812738" y="773525"/>
                    </a:cubicBezTo>
                    <a:cubicBezTo>
                      <a:pt x="1818287" y="777869"/>
                      <a:pt x="1823928" y="781277"/>
                      <a:pt x="1829659" y="783750"/>
                    </a:cubicBezTo>
                    <a:cubicBezTo>
                      <a:pt x="1835390" y="786224"/>
                      <a:pt x="1842840" y="788788"/>
                      <a:pt x="1852009" y="791442"/>
                    </a:cubicBezTo>
                    <a:cubicBezTo>
                      <a:pt x="1855025" y="792287"/>
                      <a:pt x="1856534" y="793312"/>
                      <a:pt x="1856534" y="794519"/>
                    </a:cubicBezTo>
                    <a:cubicBezTo>
                      <a:pt x="1856534" y="795122"/>
                      <a:pt x="1856051" y="795604"/>
                      <a:pt x="1855086" y="795966"/>
                    </a:cubicBezTo>
                    <a:cubicBezTo>
                      <a:pt x="1854120" y="796328"/>
                      <a:pt x="1850018" y="796751"/>
                      <a:pt x="1842779" y="797233"/>
                    </a:cubicBezTo>
                    <a:cubicBezTo>
                      <a:pt x="1835540" y="797716"/>
                      <a:pt x="1829870" y="797957"/>
                      <a:pt x="1825768" y="797957"/>
                    </a:cubicBezTo>
                    <a:cubicBezTo>
                      <a:pt x="1821666" y="797957"/>
                      <a:pt x="1818559" y="797293"/>
                      <a:pt x="1816448" y="795966"/>
                    </a:cubicBezTo>
                    <a:cubicBezTo>
                      <a:pt x="1814336" y="794639"/>
                      <a:pt x="1808937" y="788124"/>
                      <a:pt x="1800250" y="776421"/>
                    </a:cubicBezTo>
                    <a:cubicBezTo>
                      <a:pt x="1791564" y="764718"/>
                      <a:pt x="1781550" y="749999"/>
                      <a:pt x="1770208" y="732263"/>
                    </a:cubicBezTo>
                    <a:cubicBezTo>
                      <a:pt x="1767072" y="739381"/>
                      <a:pt x="1764236" y="745293"/>
                      <a:pt x="1761703" y="749999"/>
                    </a:cubicBezTo>
                    <a:cubicBezTo>
                      <a:pt x="1767011" y="752774"/>
                      <a:pt x="1769666" y="755669"/>
                      <a:pt x="1769666" y="758685"/>
                    </a:cubicBezTo>
                    <a:cubicBezTo>
                      <a:pt x="1769666" y="759651"/>
                      <a:pt x="1769364" y="760978"/>
                      <a:pt x="1768761" y="762667"/>
                    </a:cubicBezTo>
                    <a:cubicBezTo>
                      <a:pt x="1768157" y="764356"/>
                      <a:pt x="1767614" y="768850"/>
                      <a:pt x="1767132" y="776150"/>
                    </a:cubicBezTo>
                    <a:cubicBezTo>
                      <a:pt x="1766649" y="783449"/>
                      <a:pt x="1766468" y="790477"/>
                      <a:pt x="1766589" y="797233"/>
                    </a:cubicBezTo>
                    <a:cubicBezTo>
                      <a:pt x="1777085" y="789874"/>
                      <a:pt x="1783148" y="785711"/>
                      <a:pt x="1784777" y="784746"/>
                    </a:cubicBezTo>
                    <a:cubicBezTo>
                      <a:pt x="1786406" y="783781"/>
                      <a:pt x="1787522" y="783298"/>
                      <a:pt x="1788125" y="783298"/>
                    </a:cubicBezTo>
                    <a:cubicBezTo>
                      <a:pt x="1788728" y="783298"/>
                      <a:pt x="1789030" y="783660"/>
                      <a:pt x="1789030" y="784384"/>
                    </a:cubicBezTo>
                    <a:cubicBezTo>
                      <a:pt x="1789030" y="785108"/>
                      <a:pt x="1787642" y="787038"/>
                      <a:pt x="1784867" y="790175"/>
                    </a:cubicBezTo>
                    <a:cubicBezTo>
                      <a:pt x="1779197" y="796328"/>
                      <a:pt x="1771294" y="805498"/>
                      <a:pt x="1761160" y="817683"/>
                    </a:cubicBezTo>
                    <a:cubicBezTo>
                      <a:pt x="1760074" y="819010"/>
                      <a:pt x="1758897" y="819674"/>
                      <a:pt x="1757631" y="819674"/>
                    </a:cubicBezTo>
                    <a:cubicBezTo>
                      <a:pt x="1756364" y="819674"/>
                      <a:pt x="1754916" y="818136"/>
                      <a:pt x="1753287" y="815059"/>
                    </a:cubicBezTo>
                    <a:cubicBezTo>
                      <a:pt x="1751659" y="811983"/>
                      <a:pt x="1750844" y="809841"/>
                      <a:pt x="1750844" y="808635"/>
                    </a:cubicBezTo>
                    <a:cubicBezTo>
                      <a:pt x="1750844" y="807428"/>
                      <a:pt x="1751628" y="806041"/>
                      <a:pt x="1753197" y="804472"/>
                    </a:cubicBezTo>
                    <a:cubicBezTo>
                      <a:pt x="1755610" y="802300"/>
                      <a:pt x="1757299" y="799073"/>
                      <a:pt x="1758264" y="794790"/>
                    </a:cubicBezTo>
                    <a:cubicBezTo>
                      <a:pt x="1759229" y="790507"/>
                      <a:pt x="1759712" y="785017"/>
                      <a:pt x="1759712" y="778321"/>
                    </a:cubicBezTo>
                    <a:cubicBezTo>
                      <a:pt x="1759712" y="771625"/>
                      <a:pt x="1759410" y="763692"/>
                      <a:pt x="1758807" y="754523"/>
                    </a:cubicBezTo>
                    <a:cubicBezTo>
                      <a:pt x="1753257" y="764054"/>
                      <a:pt x="1746531" y="772409"/>
                      <a:pt x="1738628" y="779588"/>
                    </a:cubicBezTo>
                    <a:cubicBezTo>
                      <a:pt x="1730726" y="786767"/>
                      <a:pt x="1725870" y="790356"/>
                      <a:pt x="1724060" y="790356"/>
                    </a:cubicBezTo>
                    <a:cubicBezTo>
                      <a:pt x="1723577" y="790356"/>
                      <a:pt x="1723336" y="789994"/>
                      <a:pt x="1723336" y="789270"/>
                    </a:cubicBezTo>
                    <a:cubicBezTo>
                      <a:pt x="1723336" y="788546"/>
                      <a:pt x="1724361" y="787099"/>
                      <a:pt x="1726413" y="784927"/>
                    </a:cubicBezTo>
                    <a:cubicBezTo>
                      <a:pt x="1746440" y="763331"/>
                      <a:pt x="1761280" y="737029"/>
                      <a:pt x="1770932" y="706022"/>
                    </a:cubicBezTo>
                    <a:cubicBezTo>
                      <a:pt x="1761160" y="708073"/>
                      <a:pt x="1754826" y="709098"/>
                      <a:pt x="1751930" y="709098"/>
                    </a:cubicBezTo>
                    <a:cubicBezTo>
                      <a:pt x="1750965" y="715734"/>
                      <a:pt x="1749819" y="720681"/>
                      <a:pt x="1748491" y="723938"/>
                    </a:cubicBezTo>
                    <a:cubicBezTo>
                      <a:pt x="1747164" y="727196"/>
                      <a:pt x="1746109" y="729337"/>
                      <a:pt x="1745324" y="730363"/>
                    </a:cubicBezTo>
                    <a:cubicBezTo>
                      <a:pt x="1744540" y="731388"/>
                      <a:pt x="1743515" y="731901"/>
                      <a:pt x="1742248" y="731901"/>
                    </a:cubicBezTo>
                    <a:cubicBezTo>
                      <a:pt x="1740981" y="731901"/>
                      <a:pt x="1739895" y="730996"/>
                      <a:pt x="1738990" y="729187"/>
                    </a:cubicBezTo>
                    <a:cubicBezTo>
                      <a:pt x="1738085" y="727377"/>
                      <a:pt x="1737633" y="725597"/>
                      <a:pt x="1737633" y="723848"/>
                    </a:cubicBezTo>
                    <a:cubicBezTo>
                      <a:pt x="1737633" y="722098"/>
                      <a:pt x="1738478" y="719595"/>
                      <a:pt x="1740167" y="716337"/>
                    </a:cubicBezTo>
                    <a:cubicBezTo>
                      <a:pt x="1742942" y="711149"/>
                      <a:pt x="1744691" y="706022"/>
                      <a:pt x="1745415" y="700954"/>
                    </a:cubicBezTo>
                    <a:cubicBezTo>
                      <a:pt x="1745897" y="697938"/>
                      <a:pt x="1746652" y="696430"/>
                      <a:pt x="1747677" y="696430"/>
                    </a:cubicBezTo>
                    <a:cubicBezTo>
                      <a:pt x="1748703" y="696430"/>
                      <a:pt x="1750120" y="699326"/>
                      <a:pt x="1751930" y="705117"/>
                    </a:cubicBezTo>
                    <a:cubicBezTo>
                      <a:pt x="1757842" y="704152"/>
                      <a:pt x="1764659" y="702885"/>
                      <a:pt x="1772380" y="701316"/>
                    </a:cubicBezTo>
                    <a:cubicBezTo>
                      <a:pt x="1774914" y="692268"/>
                      <a:pt x="1776181" y="684365"/>
                      <a:pt x="1776181" y="677609"/>
                    </a:cubicBezTo>
                    <a:cubicBezTo>
                      <a:pt x="1776181" y="674230"/>
                      <a:pt x="1775849" y="671878"/>
                      <a:pt x="1775185" y="670551"/>
                    </a:cubicBezTo>
                    <a:cubicBezTo>
                      <a:pt x="1774522" y="669223"/>
                      <a:pt x="1774190" y="668138"/>
                      <a:pt x="1774190" y="667293"/>
                    </a:cubicBezTo>
                    <a:cubicBezTo>
                      <a:pt x="1774190" y="665725"/>
                      <a:pt x="1775155" y="664940"/>
                      <a:pt x="1777085" y="664940"/>
                    </a:cubicBezTo>
                    <a:close/>
                    <a:moveTo>
                      <a:pt x="144536" y="652011"/>
                    </a:moveTo>
                    <a:cubicBezTo>
                      <a:pt x="141497" y="652011"/>
                      <a:pt x="138958" y="652803"/>
                      <a:pt x="136918" y="654387"/>
                    </a:cubicBezTo>
                    <a:cubicBezTo>
                      <a:pt x="134877" y="655972"/>
                      <a:pt x="133260" y="658294"/>
                      <a:pt x="132067" y="661354"/>
                    </a:cubicBezTo>
                    <a:cubicBezTo>
                      <a:pt x="130873" y="664415"/>
                      <a:pt x="130027" y="668148"/>
                      <a:pt x="129527" y="672554"/>
                    </a:cubicBezTo>
                    <a:cubicBezTo>
                      <a:pt x="129028" y="676960"/>
                      <a:pt x="128779" y="681962"/>
                      <a:pt x="128779" y="687562"/>
                    </a:cubicBezTo>
                    <a:cubicBezTo>
                      <a:pt x="128779" y="694030"/>
                      <a:pt x="129093" y="699619"/>
                      <a:pt x="129723" y="704328"/>
                    </a:cubicBezTo>
                    <a:cubicBezTo>
                      <a:pt x="130352" y="709038"/>
                      <a:pt x="131329" y="712912"/>
                      <a:pt x="132653" y="715951"/>
                    </a:cubicBezTo>
                    <a:cubicBezTo>
                      <a:pt x="133977" y="718990"/>
                      <a:pt x="135637" y="721225"/>
                      <a:pt x="137634" y="722658"/>
                    </a:cubicBezTo>
                    <a:cubicBezTo>
                      <a:pt x="139631" y="724090"/>
                      <a:pt x="142018" y="724806"/>
                      <a:pt x="144796" y="724806"/>
                    </a:cubicBezTo>
                    <a:cubicBezTo>
                      <a:pt x="147401" y="724806"/>
                      <a:pt x="149680" y="724133"/>
                      <a:pt x="151633" y="722788"/>
                    </a:cubicBezTo>
                    <a:cubicBezTo>
                      <a:pt x="153586" y="721442"/>
                      <a:pt x="155203" y="719348"/>
                      <a:pt x="156484" y="716504"/>
                    </a:cubicBezTo>
                    <a:cubicBezTo>
                      <a:pt x="157764" y="713661"/>
                      <a:pt x="158730" y="710058"/>
                      <a:pt x="159381" y="705696"/>
                    </a:cubicBezTo>
                    <a:cubicBezTo>
                      <a:pt x="160032" y="701333"/>
                      <a:pt x="160358" y="696179"/>
                      <a:pt x="160358" y="690232"/>
                    </a:cubicBezTo>
                    <a:cubicBezTo>
                      <a:pt x="160358" y="683547"/>
                      <a:pt x="160000" y="677795"/>
                      <a:pt x="159284" y="672977"/>
                    </a:cubicBezTo>
                    <a:cubicBezTo>
                      <a:pt x="158567" y="668159"/>
                      <a:pt x="157558" y="664198"/>
                      <a:pt x="156256" y="661094"/>
                    </a:cubicBezTo>
                    <a:cubicBezTo>
                      <a:pt x="154954" y="657990"/>
                      <a:pt x="153315" y="655700"/>
                      <a:pt x="151340" y="654225"/>
                    </a:cubicBezTo>
                    <a:cubicBezTo>
                      <a:pt x="149365" y="652749"/>
                      <a:pt x="147097" y="652011"/>
                      <a:pt x="144536" y="652011"/>
                    </a:cubicBezTo>
                    <a:close/>
                    <a:moveTo>
                      <a:pt x="144796" y="645695"/>
                    </a:moveTo>
                    <a:cubicBezTo>
                      <a:pt x="149962" y="645695"/>
                      <a:pt x="154379" y="646661"/>
                      <a:pt x="158047" y="648592"/>
                    </a:cubicBezTo>
                    <a:cubicBezTo>
                      <a:pt x="161715" y="650524"/>
                      <a:pt x="164710" y="653280"/>
                      <a:pt x="167032" y="656862"/>
                    </a:cubicBezTo>
                    <a:cubicBezTo>
                      <a:pt x="169354" y="660443"/>
                      <a:pt x="171058" y="664816"/>
                      <a:pt x="172143" y="669982"/>
                    </a:cubicBezTo>
                    <a:cubicBezTo>
                      <a:pt x="173229" y="675147"/>
                      <a:pt x="173771" y="680986"/>
                      <a:pt x="173771" y="687497"/>
                    </a:cubicBezTo>
                    <a:cubicBezTo>
                      <a:pt x="173771" y="701952"/>
                      <a:pt x="171210" y="712880"/>
                      <a:pt x="166088" y="720281"/>
                    </a:cubicBezTo>
                    <a:cubicBezTo>
                      <a:pt x="160966" y="727682"/>
                      <a:pt x="153543" y="731383"/>
                      <a:pt x="143819" y="731383"/>
                    </a:cubicBezTo>
                    <a:cubicBezTo>
                      <a:pt x="134183" y="731383"/>
                      <a:pt x="127021" y="727888"/>
                      <a:pt x="122332" y="720900"/>
                    </a:cubicBezTo>
                    <a:cubicBezTo>
                      <a:pt x="117644" y="713911"/>
                      <a:pt x="115300" y="703319"/>
                      <a:pt x="115300" y="689125"/>
                    </a:cubicBezTo>
                    <a:cubicBezTo>
                      <a:pt x="115300" y="681702"/>
                      <a:pt x="116027" y="675277"/>
                      <a:pt x="117482" y="669851"/>
                    </a:cubicBezTo>
                    <a:cubicBezTo>
                      <a:pt x="118936" y="664425"/>
                      <a:pt x="120976" y="659922"/>
                      <a:pt x="123602" y="656341"/>
                    </a:cubicBezTo>
                    <a:cubicBezTo>
                      <a:pt x="126228" y="652759"/>
                      <a:pt x="129343" y="650090"/>
                      <a:pt x="132946" y="648332"/>
                    </a:cubicBezTo>
                    <a:cubicBezTo>
                      <a:pt x="136549" y="646574"/>
                      <a:pt x="140499" y="645695"/>
                      <a:pt x="144796" y="645695"/>
                    </a:cubicBezTo>
                    <a:close/>
                    <a:moveTo>
                      <a:pt x="662460" y="554879"/>
                    </a:moveTo>
                    <a:cubicBezTo>
                      <a:pt x="664632" y="554879"/>
                      <a:pt x="667950" y="556176"/>
                      <a:pt x="672414" y="558770"/>
                    </a:cubicBezTo>
                    <a:cubicBezTo>
                      <a:pt x="676878" y="561364"/>
                      <a:pt x="679110" y="564833"/>
                      <a:pt x="679110" y="569176"/>
                    </a:cubicBezTo>
                    <a:cubicBezTo>
                      <a:pt x="679110" y="570986"/>
                      <a:pt x="678688" y="572524"/>
                      <a:pt x="677843" y="573791"/>
                    </a:cubicBezTo>
                    <a:cubicBezTo>
                      <a:pt x="676999" y="575058"/>
                      <a:pt x="675973" y="575691"/>
                      <a:pt x="674767" y="575691"/>
                    </a:cubicBezTo>
                    <a:cubicBezTo>
                      <a:pt x="672836" y="575691"/>
                      <a:pt x="670061" y="572946"/>
                      <a:pt x="666442" y="567457"/>
                    </a:cubicBezTo>
                    <a:cubicBezTo>
                      <a:pt x="662822" y="561967"/>
                      <a:pt x="661013" y="558257"/>
                      <a:pt x="661013" y="556327"/>
                    </a:cubicBezTo>
                    <a:cubicBezTo>
                      <a:pt x="661013" y="555362"/>
                      <a:pt x="661495" y="554879"/>
                      <a:pt x="662460" y="554879"/>
                    </a:cubicBezTo>
                    <a:close/>
                    <a:moveTo>
                      <a:pt x="726888" y="553974"/>
                    </a:moveTo>
                    <a:cubicBezTo>
                      <a:pt x="728335" y="553974"/>
                      <a:pt x="731834" y="555120"/>
                      <a:pt x="737384" y="557413"/>
                    </a:cubicBezTo>
                    <a:cubicBezTo>
                      <a:pt x="742934" y="559705"/>
                      <a:pt x="747247" y="562420"/>
                      <a:pt x="750324" y="565557"/>
                    </a:cubicBezTo>
                    <a:cubicBezTo>
                      <a:pt x="753400" y="568693"/>
                      <a:pt x="754939" y="572554"/>
                      <a:pt x="754939" y="577139"/>
                    </a:cubicBezTo>
                    <a:cubicBezTo>
                      <a:pt x="754939" y="582086"/>
                      <a:pt x="753853" y="584559"/>
                      <a:pt x="751681" y="584559"/>
                    </a:cubicBezTo>
                    <a:cubicBezTo>
                      <a:pt x="750475" y="584559"/>
                      <a:pt x="748936" y="583926"/>
                      <a:pt x="747066" y="582659"/>
                    </a:cubicBezTo>
                    <a:cubicBezTo>
                      <a:pt x="745196" y="581392"/>
                      <a:pt x="742783" y="578888"/>
                      <a:pt x="739827" y="575148"/>
                    </a:cubicBezTo>
                    <a:cubicBezTo>
                      <a:pt x="736871" y="571408"/>
                      <a:pt x="733795" y="567246"/>
                      <a:pt x="730597" y="562661"/>
                    </a:cubicBezTo>
                    <a:cubicBezTo>
                      <a:pt x="727400" y="558076"/>
                      <a:pt x="725802" y="555482"/>
                      <a:pt x="725802" y="554879"/>
                    </a:cubicBezTo>
                    <a:cubicBezTo>
                      <a:pt x="725802" y="554276"/>
                      <a:pt x="726164" y="553974"/>
                      <a:pt x="726888" y="553974"/>
                    </a:cubicBezTo>
                    <a:close/>
                    <a:moveTo>
                      <a:pt x="694493" y="552526"/>
                    </a:moveTo>
                    <a:cubicBezTo>
                      <a:pt x="696785" y="552526"/>
                      <a:pt x="700194" y="553763"/>
                      <a:pt x="704718" y="556236"/>
                    </a:cubicBezTo>
                    <a:cubicBezTo>
                      <a:pt x="709242" y="558710"/>
                      <a:pt x="711505" y="562239"/>
                      <a:pt x="711505" y="566823"/>
                    </a:cubicBezTo>
                    <a:cubicBezTo>
                      <a:pt x="711505" y="568512"/>
                      <a:pt x="711203" y="570171"/>
                      <a:pt x="710600" y="571800"/>
                    </a:cubicBezTo>
                    <a:cubicBezTo>
                      <a:pt x="709996" y="573429"/>
                      <a:pt x="709092" y="574243"/>
                      <a:pt x="707885" y="574243"/>
                    </a:cubicBezTo>
                    <a:cubicBezTo>
                      <a:pt x="705713" y="574243"/>
                      <a:pt x="702697" y="571348"/>
                      <a:pt x="698836" y="565557"/>
                    </a:cubicBezTo>
                    <a:cubicBezTo>
                      <a:pt x="694976" y="559765"/>
                      <a:pt x="693045" y="555844"/>
                      <a:pt x="693045" y="553793"/>
                    </a:cubicBezTo>
                    <a:cubicBezTo>
                      <a:pt x="693045" y="552949"/>
                      <a:pt x="693528" y="552526"/>
                      <a:pt x="694493" y="552526"/>
                    </a:cubicBezTo>
                    <a:close/>
                    <a:moveTo>
                      <a:pt x="637848" y="552164"/>
                    </a:moveTo>
                    <a:cubicBezTo>
                      <a:pt x="638692" y="552164"/>
                      <a:pt x="639477" y="552949"/>
                      <a:pt x="640200" y="554517"/>
                    </a:cubicBezTo>
                    <a:cubicBezTo>
                      <a:pt x="640924" y="556086"/>
                      <a:pt x="641286" y="557956"/>
                      <a:pt x="641286" y="560127"/>
                    </a:cubicBezTo>
                    <a:cubicBezTo>
                      <a:pt x="641286" y="566763"/>
                      <a:pt x="638934" y="573158"/>
                      <a:pt x="634228" y="579311"/>
                    </a:cubicBezTo>
                    <a:cubicBezTo>
                      <a:pt x="629523" y="585464"/>
                      <a:pt x="625541" y="588540"/>
                      <a:pt x="622284" y="588540"/>
                    </a:cubicBezTo>
                    <a:cubicBezTo>
                      <a:pt x="620474" y="588540"/>
                      <a:pt x="619569" y="587515"/>
                      <a:pt x="619569" y="585464"/>
                    </a:cubicBezTo>
                    <a:cubicBezTo>
                      <a:pt x="619569" y="583413"/>
                      <a:pt x="619811" y="581271"/>
                      <a:pt x="620293" y="579039"/>
                    </a:cubicBezTo>
                    <a:cubicBezTo>
                      <a:pt x="620776" y="576807"/>
                      <a:pt x="621319" y="575390"/>
                      <a:pt x="621922" y="574786"/>
                    </a:cubicBezTo>
                    <a:cubicBezTo>
                      <a:pt x="628920" y="568392"/>
                      <a:pt x="633263" y="562239"/>
                      <a:pt x="634952" y="556327"/>
                    </a:cubicBezTo>
                    <a:cubicBezTo>
                      <a:pt x="635797" y="553552"/>
                      <a:pt x="636762" y="552164"/>
                      <a:pt x="637848" y="552164"/>
                    </a:cubicBezTo>
                    <a:close/>
                    <a:moveTo>
                      <a:pt x="249475" y="551441"/>
                    </a:moveTo>
                    <a:cubicBezTo>
                      <a:pt x="252130" y="551441"/>
                      <a:pt x="254422" y="552406"/>
                      <a:pt x="256352" y="554336"/>
                    </a:cubicBezTo>
                    <a:cubicBezTo>
                      <a:pt x="258283" y="556267"/>
                      <a:pt x="259248" y="558559"/>
                      <a:pt x="259248" y="561213"/>
                    </a:cubicBezTo>
                    <a:cubicBezTo>
                      <a:pt x="259248" y="563867"/>
                      <a:pt x="258283" y="566160"/>
                      <a:pt x="256352" y="568090"/>
                    </a:cubicBezTo>
                    <a:cubicBezTo>
                      <a:pt x="254422" y="570021"/>
                      <a:pt x="252130" y="570986"/>
                      <a:pt x="249475" y="570986"/>
                    </a:cubicBezTo>
                    <a:cubicBezTo>
                      <a:pt x="246821" y="570986"/>
                      <a:pt x="244529" y="570021"/>
                      <a:pt x="242598" y="568090"/>
                    </a:cubicBezTo>
                    <a:cubicBezTo>
                      <a:pt x="240668" y="566160"/>
                      <a:pt x="239703" y="563867"/>
                      <a:pt x="239703" y="561213"/>
                    </a:cubicBezTo>
                    <a:cubicBezTo>
                      <a:pt x="239703" y="558559"/>
                      <a:pt x="240668" y="556267"/>
                      <a:pt x="242598" y="554336"/>
                    </a:cubicBezTo>
                    <a:cubicBezTo>
                      <a:pt x="244529" y="552406"/>
                      <a:pt x="246821" y="551441"/>
                      <a:pt x="249475" y="551441"/>
                    </a:cubicBezTo>
                    <a:close/>
                    <a:moveTo>
                      <a:pt x="160163" y="548436"/>
                    </a:moveTo>
                    <a:cubicBezTo>
                      <a:pt x="157515" y="548436"/>
                      <a:pt x="155073" y="549228"/>
                      <a:pt x="152838" y="550812"/>
                    </a:cubicBezTo>
                    <a:cubicBezTo>
                      <a:pt x="150602" y="552397"/>
                      <a:pt x="148204" y="554665"/>
                      <a:pt x="145643" y="557616"/>
                    </a:cubicBezTo>
                    <a:cubicBezTo>
                      <a:pt x="144471" y="559005"/>
                      <a:pt x="143385" y="560373"/>
                      <a:pt x="142387" y="561719"/>
                    </a:cubicBezTo>
                    <a:cubicBezTo>
                      <a:pt x="141389" y="563064"/>
                      <a:pt x="140488" y="564529"/>
                      <a:pt x="139685" y="566114"/>
                    </a:cubicBezTo>
                    <a:cubicBezTo>
                      <a:pt x="138882" y="567698"/>
                      <a:pt x="138166" y="569456"/>
                      <a:pt x="137536" y="571388"/>
                    </a:cubicBezTo>
                    <a:cubicBezTo>
                      <a:pt x="136907" y="573319"/>
                      <a:pt x="136353" y="575544"/>
                      <a:pt x="135876" y="578062"/>
                    </a:cubicBezTo>
                    <a:cubicBezTo>
                      <a:pt x="135268" y="581057"/>
                      <a:pt x="134791" y="583575"/>
                      <a:pt x="134443" y="585615"/>
                    </a:cubicBezTo>
                    <a:cubicBezTo>
                      <a:pt x="134096" y="587655"/>
                      <a:pt x="133922" y="589587"/>
                      <a:pt x="133922" y="591410"/>
                    </a:cubicBezTo>
                    <a:cubicBezTo>
                      <a:pt x="133922" y="594926"/>
                      <a:pt x="134736" y="597411"/>
                      <a:pt x="136364" y="598865"/>
                    </a:cubicBezTo>
                    <a:cubicBezTo>
                      <a:pt x="137992" y="600319"/>
                      <a:pt x="140607" y="601046"/>
                      <a:pt x="144210" y="601046"/>
                    </a:cubicBezTo>
                    <a:cubicBezTo>
                      <a:pt x="146728" y="601046"/>
                      <a:pt x="149083" y="600493"/>
                      <a:pt x="151275" y="599386"/>
                    </a:cubicBezTo>
                    <a:cubicBezTo>
                      <a:pt x="153467" y="598279"/>
                      <a:pt x="155453" y="596771"/>
                      <a:pt x="157233" y="594861"/>
                    </a:cubicBezTo>
                    <a:cubicBezTo>
                      <a:pt x="159012" y="592951"/>
                      <a:pt x="160597" y="590726"/>
                      <a:pt x="161986" y="588187"/>
                    </a:cubicBezTo>
                    <a:cubicBezTo>
                      <a:pt x="163375" y="585647"/>
                      <a:pt x="164536" y="582934"/>
                      <a:pt x="165469" y="580048"/>
                    </a:cubicBezTo>
                    <a:cubicBezTo>
                      <a:pt x="166403" y="577161"/>
                      <a:pt x="167119" y="574198"/>
                      <a:pt x="167618" y="571160"/>
                    </a:cubicBezTo>
                    <a:cubicBezTo>
                      <a:pt x="168117" y="568121"/>
                      <a:pt x="168367" y="565169"/>
                      <a:pt x="168367" y="562305"/>
                    </a:cubicBezTo>
                    <a:cubicBezTo>
                      <a:pt x="168367" y="557660"/>
                      <a:pt x="167727" y="554187"/>
                      <a:pt x="166446" y="551887"/>
                    </a:cubicBezTo>
                    <a:cubicBezTo>
                      <a:pt x="165165" y="549586"/>
                      <a:pt x="163071" y="548436"/>
                      <a:pt x="160163" y="548436"/>
                    </a:cubicBezTo>
                    <a:close/>
                    <a:moveTo>
                      <a:pt x="1048661" y="545649"/>
                    </a:moveTo>
                    <a:cubicBezTo>
                      <a:pt x="1050953" y="545649"/>
                      <a:pt x="1054784" y="546856"/>
                      <a:pt x="1060153" y="549269"/>
                    </a:cubicBezTo>
                    <a:cubicBezTo>
                      <a:pt x="1065522" y="551682"/>
                      <a:pt x="1068206" y="555120"/>
                      <a:pt x="1068206" y="559584"/>
                    </a:cubicBezTo>
                    <a:cubicBezTo>
                      <a:pt x="1068206" y="562721"/>
                      <a:pt x="1067000" y="564290"/>
                      <a:pt x="1064587" y="564290"/>
                    </a:cubicBezTo>
                    <a:cubicBezTo>
                      <a:pt x="1063622" y="564290"/>
                      <a:pt x="1062626" y="564018"/>
                      <a:pt x="1061601" y="563475"/>
                    </a:cubicBezTo>
                    <a:cubicBezTo>
                      <a:pt x="1060575" y="562932"/>
                      <a:pt x="1059640" y="562178"/>
                      <a:pt x="1058796" y="561213"/>
                    </a:cubicBezTo>
                    <a:lnTo>
                      <a:pt x="1052642" y="554336"/>
                    </a:lnTo>
                    <a:cubicBezTo>
                      <a:pt x="1049264" y="550596"/>
                      <a:pt x="1047424" y="548485"/>
                      <a:pt x="1047123" y="548002"/>
                    </a:cubicBezTo>
                    <a:cubicBezTo>
                      <a:pt x="1046821" y="547519"/>
                      <a:pt x="1046670" y="547007"/>
                      <a:pt x="1046670" y="546464"/>
                    </a:cubicBezTo>
                    <a:cubicBezTo>
                      <a:pt x="1046670" y="545921"/>
                      <a:pt x="1047334" y="545649"/>
                      <a:pt x="1048661" y="545649"/>
                    </a:cubicBezTo>
                    <a:close/>
                    <a:moveTo>
                      <a:pt x="129951" y="539711"/>
                    </a:moveTo>
                    <a:cubicBezTo>
                      <a:pt x="133119" y="539711"/>
                      <a:pt x="135583" y="540763"/>
                      <a:pt x="137341" y="542869"/>
                    </a:cubicBezTo>
                    <a:cubicBezTo>
                      <a:pt x="139099" y="544974"/>
                      <a:pt x="139978" y="547741"/>
                      <a:pt x="139978" y="551170"/>
                    </a:cubicBezTo>
                    <a:cubicBezTo>
                      <a:pt x="139978" y="552169"/>
                      <a:pt x="139902" y="553124"/>
                      <a:pt x="139750" y="554035"/>
                    </a:cubicBezTo>
                    <a:cubicBezTo>
                      <a:pt x="139598" y="554947"/>
                      <a:pt x="139327" y="555858"/>
                      <a:pt x="138936" y="556770"/>
                    </a:cubicBezTo>
                    <a:lnTo>
                      <a:pt x="139848" y="557226"/>
                    </a:lnTo>
                    <a:cubicBezTo>
                      <a:pt x="144102" y="551279"/>
                      <a:pt x="148280" y="546873"/>
                      <a:pt x="152382" y="544008"/>
                    </a:cubicBezTo>
                    <a:cubicBezTo>
                      <a:pt x="156484" y="541143"/>
                      <a:pt x="160792" y="539711"/>
                      <a:pt x="165307" y="539711"/>
                    </a:cubicBezTo>
                    <a:cubicBezTo>
                      <a:pt x="170472" y="539711"/>
                      <a:pt x="174433" y="541577"/>
                      <a:pt x="177190" y="545310"/>
                    </a:cubicBezTo>
                    <a:cubicBezTo>
                      <a:pt x="179946" y="549043"/>
                      <a:pt x="181324" y="554491"/>
                      <a:pt x="181324" y="561653"/>
                    </a:cubicBezTo>
                    <a:cubicBezTo>
                      <a:pt x="181324" y="567904"/>
                      <a:pt x="180358" y="573797"/>
                      <a:pt x="178427" y="579331"/>
                    </a:cubicBezTo>
                    <a:cubicBezTo>
                      <a:pt x="176495" y="584866"/>
                      <a:pt x="173880" y="589717"/>
                      <a:pt x="170581" y="593884"/>
                    </a:cubicBezTo>
                    <a:cubicBezTo>
                      <a:pt x="167282" y="598051"/>
                      <a:pt x="163451" y="601339"/>
                      <a:pt x="159088" y="603749"/>
                    </a:cubicBezTo>
                    <a:cubicBezTo>
                      <a:pt x="154726" y="606158"/>
                      <a:pt x="150114" y="607362"/>
                      <a:pt x="145252" y="607362"/>
                    </a:cubicBezTo>
                    <a:cubicBezTo>
                      <a:pt x="141866" y="607362"/>
                      <a:pt x="138925" y="607026"/>
                      <a:pt x="136429" y="606353"/>
                    </a:cubicBezTo>
                    <a:cubicBezTo>
                      <a:pt x="133933" y="605680"/>
                      <a:pt x="131861" y="604866"/>
                      <a:pt x="130211" y="603911"/>
                    </a:cubicBezTo>
                    <a:cubicBezTo>
                      <a:pt x="129820" y="605604"/>
                      <a:pt x="129397" y="607362"/>
                      <a:pt x="128941" y="609185"/>
                    </a:cubicBezTo>
                    <a:cubicBezTo>
                      <a:pt x="128486" y="611009"/>
                      <a:pt x="128051" y="612767"/>
                      <a:pt x="127639" y="614460"/>
                    </a:cubicBezTo>
                    <a:cubicBezTo>
                      <a:pt x="127227" y="616152"/>
                      <a:pt x="126890" y="617715"/>
                      <a:pt x="126630" y="619148"/>
                    </a:cubicBezTo>
                    <a:cubicBezTo>
                      <a:pt x="126369" y="620580"/>
                      <a:pt x="126239" y="621730"/>
                      <a:pt x="126239" y="622599"/>
                    </a:cubicBezTo>
                    <a:cubicBezTo>
                      <a:pt x="126239" y="623380"/>
                      <a:pt x="126359" y="624031"/>
                      <a:pt x="126597" y="624552"/>
                    </a:cubicBezTo>
                    <a:cubicBezTo>
                      <a:pt x="126836" y="625073"/>
                      <a:pt x="127270" y="625507"/>
                      <a:pt x="127900" y="625854"/>
                    </a:cubicBezTo>
                    <a:cubicBezTo>
                      <a:pt x="128529" y="626201"/>
                      <a:pt x="129365" y="626473"/>
                      <a:pt x="130406" y="626668"/>
                    </a:cubicBezTo>
                    <a:cubicBezTo>
                      <a:pt x="131448" y="626863"/>
                      <a:pt x="132750" y="627026"/>
                      <a:pt x="134313" y="627156"/>
                    </a:cubicBezTo>
                    <a:lnTo>
                      <a:pt x="134118" y="631454"/>
                    </a:lnTo>
                    <a:lnTo>
                      <a:pt x="111198" y="631454"/>
                    </a:lnTo>
                    <a:lnTo>
                      <a:pt x="127086" y="563607"/>
                    </a:lnTo>
                    <a:cubicBezTo>
                      <a:pt x="127607" y="561219"/>
                      <a:pt x="127975" y="559223"/>
                      <a:pt x="128193" y="557616"/>
                    </a:cubicBezTo>
                    <a:cubicBezTo>
                      <a:pt x="128410" y="556010"/>
                      <a:pt x="128518" y="554578"/>
                      <a:pt x="128518" y="553319"/>
                    </a:cubicBezTo>
                    <a:cubicBezTo>
                      <a:pt x="128518" y="550150"/>
                      <a:pt x="127238" y="548566"/>
                      <a:pt x="124676" y="548566"/>
                    </a:cubicBezTo>
                    <a:cubicBezTo>
                      <a:pt x="123895" y="548566"/>
                      <a:pt x="123114" y="548729"/>
                      <a:pt x="122332" y="549054"/>
                    </a:cubicBezTo>
                    <a:cubicBezTo>
                      <a:pt x="121551" y="549380"/>
                      <a:pt x="120715" y="549868"/>
                      <a:pt x="119826" y="550519"/>
                    </a:cubicBezTo>
                    <a:cubicBezTo>
                      <a:pt x="118936" y="551170"/>
                      <a:pt x="117959" y="551995"/>
                      <a:pt x="116896" y="552993"/>
                    </a:cubicBezTo>
                    <a:cubicBezTo>
                      <a:pt x="115832" y="553992"/>
                      <a:pt x="114649" y="555164"/>
                      <a:pt x="113347" y="556510"/>
                    </a:cubicBezTo>
                    <a:lnTo>
                      <a:pt x="108854" y="552277"/>
                    </a:lnTo>
                    <a:cubicBezTo>
                      <a:pt x="111025" y="550107"/>
                      <a:pt x="113011" y="548229"/>
                      <a:pt x="114812" y="546645"/>
                    </a:cubicBezTo>
                    <a:cubicBezTo>
                      <a:pt x="116613" y="545061"/>
                      <a:pt x="118350" y="543758"/>
                      <a:pt x="120021" y="542738"/>
                    </a:cubicBezTo>
                    <a:cubicBezTo>
                      <a:pt x="121692" y="541718"/>
                      <a:pt x="123320" y="540959"/>
                      <a:pt x="124904" y="540459"/>
                    </a:cubicBezTo>
                    <a:cubicBezTo>
                      <a:pt x="126489" y="539960"/>
                      <a:pt x="128171" y="539711"/>
                      <a:pt x="129951" y="539711"/>
                    </a:cubicBezTo>
                    <a:close/>
                    <a:moveTo>
                      <a:pt x="1547881" y="523389"/>
                    </a:moveTo>
                    <a:cubicBezTo>
                      <a:pt x="1548424" y="523389"/>
                      <a:pt x="1548695" y="523812"/>
                      <a:pt x="1548695" y="524656"/>
                    </a:cubicBezTo>
                    <a:cubicBezTo>
                      <a:pt x="1548695" y="526345"/>
                      <a:pt x="1547519" y="530266"/>
                      <a:pt x="1545166" y="536420"/>
                    </a:cubicBezTo>
                    <a:cubicBezTo>
                      <a:pt x="1542813" y="542573"/>
                      <a:pt x="1540461" y="549872"/>
                      <a:pt x="1538108" y="558318"/>
                    </a:cubicBezTo>
                    <a:cubicBezTo>
                      <a:pt x="1535755" y="566763"/>
                      <a:pt x="1534308" y="573067"/>
                      <a:pt x="1533765" y="577229"/>
                    </a:cubicBezTo>
                    <a:cubicBezTo>
                      <a:pt x="1533222" y="581392"/>
                      <a:pt x="1532196" y="583473"/>
                      <a:pt x="1530688" y="583473"/>
                    </a:cubicBezTo>
                    <a:cubicBezTo>
                      <a:pt x="1529180" y="583473"/>
                      <a:pt x="1527159" y="580879"/>
                      <a:pt x="1524625" y="575691"/>
                    </a:cubicBezTo>
                    <a:cubicBezTo>
                      <a:pt x="1522092" y="570503"/>
                      <a:pt x="1520825" y="566944"/>
                      <a:pt x="1520825" y="565014"/>
                    </a:cubicBezTo>
                    <a:cubicBezTo>
                      <a:pt x="1520825" y="563807"/>
                      <a:pt x="1521428" y="562842"/>
                      <a:pt x="1522635" y="562118"/>
                    </a:cubicBezTo>
                    <a:cubicBezTo>
                      <a:pt x="1524927" y="560791"/>
                      <a:pt x="1526767" y="559072"/>
                      <a:pt x="1528154" y="556960"/>
                    </a:cubicBezTo>
                    <a:cubicBezTo>
                      <a:pt x="1529542" y="554849"/>
                      <a:pt x="1533252" y="548002"/>
                      <a:pt x="1539284" y="536420"/>
                    </a:cubicBezTo>
                    <a:cubicBezTo>
                      <a:pt x="1542301" y="530870"/>
                      <a:pt x="1544352" y="527311"/>
                      <a:pt x="1545437" y="525742"/>
                    </a:cubicBezTo>
                    <a:cubicBezTo>
                      <a:pt x="1546523" y="524174"/>
                      <a:pt x="1547338" y="523389"/>
                      <a:pt x="1547881" y="523389"/>
                    </a:cubicBezTo>
                    <a:close/>
                    <a:moveTo>
                      <a:pt x="1797898" y="522304"/>
                    </a:moveTo>
                    <a:cubicBezTo>
                      <a:pt x="1799104" y="522304"/>
                      <a:pt x="1801577" y="523420"/>
                      <a:pt x="1805318" y="525652"/>
                    </a:cubicBezTo>
                    <a:cubicBezTo>
                      <a:pt x="1809058" y="527884"/>
                      <a:pt x="1810928" y="529543"/>
                      <a:pt x="1810928" y="530628"/>
                    </a:cubicBezTo>
                    <a:cubicBezTo>
                      <a:pt x="1810928" y="531714"/>
                      <a:pt x="1809993" y="532800"/>
                      <a:pt x="1808123" y="533886"/>
                    </a:cubicBezTo>
                    <a:cubicBezTo>
                      <a:pt x="1806253" y="534972"/>
                      <a:pt x="1804895" y="536027"/>
                      <a:pt x="1804051" y="537053"/>
                    </a:cubicBezTo>
                    <a:cubicBezTo>
                      <a:pt x="1803206" y="538079"/>
                      <a:pt x="1801396" y="540582"/>
                      <a:pt x="1798622" y="544563"/>
                    </a:cubicBezTo>
                    <a:cubicBezTo>
                      <a:pt x="1795847" y="548545"/>
                      <a:pt x="1792227" y="552888"/>
                      <a:pt x="1787763" y="557594"/>
                    </a:cubicBezTo>
                    <a:cubicBezTo>
                      <a:pt x="1796691" y="563867"/>
                      <a:pt x="1805499" y="568663"/>
                      <a:pt x="1814185" y="571981"/>
                    </a:cubicBezTo>
                    <a:cubicBezTo>
                      <a:pt x="1822872" y="575299"/>
                      <a:pt x="1836083" y="578104"/>
                      <a:pt x="1853819" y="580397"/>
                    </a:cubicBezTo>
                    <a:cubicBezTo>
                      <a:pt x="1857680" y="580879"/>
                      <a:pt x="1859610" y="581784"/>
                      <a:pt x="1859610" y="583111"/>
                    </a:cubicBezTo>
                    <a:cubicBezTo>
                      <a:pt x="1859610" y="583835"/>
                      <a:pt x="1858916" y="584529"/>
                      <a:pt x="1857529" y="585192"/>
                    </a:cubicBezTo>
                    <a:cubicBezTo>
                      <a:pt x="1856141" y="585856"/>
                      <a:pt x="1851768" y="586851"/>
                      <a:pt x="1844408" y="588178"/>
                    </a:cubicBezTo>
                    <a:cubicBezTo>
                      <a:pt x="1837049" y="589506"/>
                      <a:pt x="1830503" y="590169"/>
                      <a:pt x="1824772" y="590169"/>
                    </a:cubicBezTo>
                    <a:cubicBezTo>
                      <a:pt x="1819042" y="590169"/>
                      <a:pt x="1814185" y="588480"/>
                      <a:pt x="1810204" y="585102"/>
                    </a:cubicBezTo>
                    <a:lnTo>
                      <a:pt x="1783239" y="563204"/>
                    </a:lnTo>
                    <a:cubicBezTo>
                      <a:pt x="1777085" y="568874"/>
                      <a:pt x="1769153" y="573610"/>
                      <a:pt x="1759440" y="577410"/>
                    </a:cubicBezTo>
                    <a:cubicBezTo>
                      <a:pt x="1749728" y="581211"/>
                      <a:pt x="1741373" y="583111"/>
                      <a:pt x="1734375" y="583111"/>
                    </a:cubicBezTo>
                    <a:cubicBezTo>
                      <a:pt x="1732445" y="583111"/>
                      <a:pt x="1730726" y="582960"/>
                      <a:pt x="1729218" y="582659"/>
                    </a:cubicBezTo>
                    <a:cubicBezTo>
                      <a:pt x="1727709" y="582357"/>
                      <a:pt x="1726955" y="581935"/>
                      <a:pt x="1726955" y="581392"/>
                    </a:cubicBezTo>
                    <a:cubicBezTo>
                      <a:pt x="1726955" y="580849"/>
                      <a:pt x="1728343" y="580276"/>
                      <a:pt x="1731118" y="579673"/>
                    </a:cubicBezTo>
                    <a:cubicBezTo>
                      <a:pt x="1751508" y="574605"/>
                      <a:pt x="1766589" y="567366"/>
                      <a:pt x="1776362" y="557956"/>
                    </a:cubicBezTo>
                    <a:cubicBezTo>
                      <a:pt x="1766951" y="551079"/>
                      <a:pt x="1759832" y="546735"/>
                      <a:pt x="1755007" y="544925"/>
                    </a:cubicBezTo>
                    <a:cubicBezTo>
                      <a:pt x="1752594" y="543960"/>
                      <a:pt x="1751387" y="543055"/>
                      <a:pt x="1751387" y="542211"/>
                    </a:cubicBezTo>
                    <a:cubicBezTo>
                      <a:pt x="1751387" y="541366"/>
                      <a:pt x="1751930" y="540944"/>
                      <a:pt x="1753016" y="540944"/>
                    </a:cubicBezTo>
                    <a:cubicBezTo>
                      <a:pt x="1754102" y="540944"/>
                      <a:pt x="1756183" y="541155"/>
                      <a:pt x="1759260" y="541577"/>
                    </a:cubicBezTo>
                    <a:cubicBezTo>
                      <a:pt x="1762336" y="542000"/>
                      <a:pt x="1765292" y="542935"/>
                      <a:pt x="1768127" y="544382"/>
                    </a:cubicBezTo>
                    <a:cubicBezTo>
                      <a:pt x="1770962" y="545830"/>
                      <a:pt x="1775276" y="548666"/>
                      <a:pt x="1781067" y="552888"/>
                    </a:cubicBezTo>
                    <a:cubicBezTo>
                      <a:pt x="1783239" y="551079"/>
                      <a:pt x="1785621" y="547489"/>
                      <a:pt x="1788215" y="542120"/>
                    </a:cubicBezTo>
                    <a:cubicBezTo>
                      <a:pt x="1790809" y="536751"/>
                      <a:pt x="1792106" y="533675"/>
                      <a:pt x="1792106" y="532891"/>
                    </a:cubicBezTo>
                    <a:cubicBezTo>
                      <a:pt x="1792106" y="532106"/>
                      <a:pt x="1791594" y="531714"/>
                      <a:pt x="1790568" y="531714"/>
                    </a:cubicBezTo>
                    <a:cubicBezTo>
                      <a:pt x="1789543" y="531714"/>
                      <a:pt x="1785983" y="532468"/>
                      <a:pt x="1779891" y="533976"/>
                    </a:cubicBezTo>
                    <a:cubicBezTo>
                      <a:pt x="1773798" y="535485"/>
                      <a:pt x="1769092" y="536239"/>
                      <a:pt x="1765775" y="536239"/>
                    </a:cubicBezTo>
                    <a:cubicBezTo>
                      <a:pt x="1762457" y="536239"/>
                      <a:pt x="1759893" y="535816"/>
                      <a:pt x="1758083" y="534972"/>
                    </a:cubicBezTo>
                    <a:cubicBezTo>
                      <a:pt x="1756273" y="534127"/>
                      <a:pt x="1755368" y="533403"/>
                      <a:pt x="1755368" y="532800"/>
                    </a:cubicBezTo>
                    <a:cubicBezTo>
                      <a:pt x="1755368" y="532197"/>
                      <a:pt x="1756756" y="531775"/>
                      <a:pt x="1759531" y="531533"/>
                    </a:cubicBezTo>
                    <a:cubicBezTo>
                      <a:pt x="1766408" y="531051"/>
                      <a:pt x="1773225" y="529935"/>
                      <a:pt x="1779981" y="528185"/>
                    </a:cubicBezTo>
                    <a:cubicBezTo>
                      <a:pt x="1786737" y="526436"/>
                      <a:pt x="1791111" y="525018"/>
                      <a:pt x="1793102" y="523932"/>
                    </a:cubicBezTo>
                    <a:cubicBezTo>
                      <a:pt x="1795093" y="522846"/>
                      <a:pt x="1796691" y="522304"/>
                      <a:pt x="1797898" y="522304"/>
                    </a:cubicBezTo>
                    <a:close/>
                    <a:moveTo>
                      <a:pt x="1043232" y="519770"/>
                    </a:moveTo>
                    <a:cubicBezTo>
                      <a:pt x="1044197" y="519770"/>
                      <a:pt x="1045464" y="520162"/>
                      <a:pt x="1047032" y="520946"/>
                    </a:cubicBezTo>
                    <a:cubicBezTo>
                      <a:pt x="1048601" y="521730"/>
                      <a:pt x="1049385" y="522937"/>
                      <a:pt x="1049385" y="524566"/>
                    </a:cubicBezTo>
                    <a:cubicBezTo>
                      <a:pt x="1049385" y="526195"/>
                      <a:pt x="1049204" y="528095"/>
                      <a:pt x="1048842" y="530266"/>
                    </a:cubicBezTo>
                    <a:cubicBezTo>
                      <a:pt x="1055719" y="528819"/>
                      <a:pt x="1060636" y="527703"/>
                      <a:pt x="1063592" y="526918"/>
                    </a:cubicBezTo>
                    <a:cubicBezTo>
                      <a:pt x="1066547" y="526134"/>
                      <a:pt x="1068930" y="525742"/>
                      <a:pt x="1070740" y="525742"/>
                    </a:cubicBezTo>
                    <a:cubicBezTo>
                      <a:pt x="1072550" y="525742"/>
                      <a:pt x="1074390" y="526255"/>
                      <a:pt x="1076260" y="527280"/>
                    </a:cubicBezTo>
                    <a:cubicBezTo>
                      <a:pt x="1078130" y="528306"/>
                      <a:pt x="1079065" y="529543"/>
                      <a:pt x="1079065" y="530990"/>
                    </a:cubicBezTo>
                    <a:cubicBezTo>
                      <a:pt x="1079065" y="533162"/>
                      <a:pt x="1076953" y="534248"/>
                      <a:pt x="1072731" y="534248"/>
                    </a:cubicBezTo>
                    <a:lnTo>
                      <a:pt x="1068749" y="534067"/>
                    </a:lnTo>
                    <a:cubicBezTo>
                      <a:pt x="1065130" y="534067"/>
                      <a:pt x="1058072" y="534610"/>
                      <a:pt x="1047575" y="535696"/>
                    </a:cubicBezTo>
                    <a:cubicBezTo>
                      <a:pt x="1045524" y="544624"/>
                      <a:pt x="1042387" y="551682"/>
                      <a:pt x="1038165" y="556870"/>
                    </a:cubicBezTo>
                    <a:cubicBezTo>
                      <a:pt x="1033942" y="562058"/>
                      <a:pt x="1029357" y="565979"/>
                      <a:pt x="1024410" y="568633"/>
                    </a:cubicBezTo>
                    <a:cubicBezTo>
                      <a:pt x="1019464" y="571287"/>
                      <a:pt x="1016086" y="572615"/>
                      <a:pt x="1014276" y="572615"/>
                    </a:cubicBezTo>
                    <a:cubicBezTo>
                      <a:pt x="1013431" y="572615"/>
                      <a:pt x="1013009" y="572253"/>
                      <a:pt x="1013009" y="571529"/>
                    </a:cubicBezTo>
                    <a:cubicBezTo>
                      <a:pt x="1013009" y="570805"/>
                      <a:pt x="1014035" y="569779"/>
                      <a:pt x="1016086" y="568452"/>
                    </a:cubicBezTo>
                    <a:cubicBezTo>
                      <a:pt x="1019584" y="566039"/>
                      <a:pt x="1023747" y="562359"/>
                      <a:pt x="1028573" y="557413"/>
                    </a:cubicBezTo>
                    <a:cubicBezTo>
                      <a:pt x="1033399" y="552466"/>
                      <a:pt x="1036837" y="545589"/>
                      <a:pt x="1038888" y="536782"/>
                    </a:cubicBezTo>
                    <a:cubicBezTo>
                      <a:pt x="1033218" y="537626"/>
                      <a:pt x="1028814" y="538591"/>
                      <a:pt x="1025677" y="539677"/>
                    </a:cubicBezTo>
                    <a:cubicBezTo>
                      <a:pt x="1022540" y="540763"/>
                      <a:pt x="1020127" y="541306"/>
                      <a:pt x="1018438" y="541306"/>
                    </a:cubicBezTo>
                    <a:cubicBezTo>
                      <a:pt x="1016749" y="541306"/>
                      <a:pt x="1015151" y="540823"/>
                      <a:pt x="1013642" y="539858"/>
                    </a:cubicBezTo>
                    <a:cubicBezTo>
                      <a:pt x="1012134" y="538893"/>
                      <a:pt x="1011380" y="538048"/>
                      <a:pt x="1011380" y="537324"/>
                    </a:cubicBezTo>
                    <a:cubicBezTo>
                      <a:pt x="1011380" y="535997"/>
                      <a:pt x="1014336" y="535273"/>
                      <a:pt x="1020248" y="535153"/>
                    </a:cubicBezTo>
                    <a:cubicBezTo>
                      <a:pt x="1022058" y="535153"/>
                      <a:pt x="1028633" y="534067"/>
                      <a:pt x="1039974" y="531895"/>
                    </a:cubicBezTo>
                    <a:cubicBezTo>
                      <a:pt x="1040578" y="529000"/>
                      <a:pt x="1040879" y="526888"/>
                      <a:pt x="1040879" y="525561"/>
                    </a:cubicBezTo>
                    <a:lnTo>
                      <a:pt x="1040698" y="523027"/>
                    </a:lnTo>
                    <a:cubicBezTo>
                      <a:pt x="1040698" y="520856"/>
                      <a:pt x="1041543" y="519770"/>
                      <a:pt x="1043232" y="519770"/>
                    </a:cubicBezTo>
                    <a:close/>
                    <a:moveTo>
                      <a:pt x="364156" y="504206"/>
                    </a:moveTo>
                    <a:cubicBezTo>
                      <a:pt x="356797" y="504206"/>
                      <a:pt x="348955" y="506981"/>
                      <a:pt x="340630" y="512531"/>
                    </a:cubicBezTo>
                    <a:lnTo>
                      <a:pt x="340630" y="552164"/>
                    </a:lnTo>
                    <a:cubicBezTo>
                      <a:pt x="340630" y="556508"/>
                      <a:pt x="342620" y="560097"/>
                      <a:pt x="346602" y="562932"/>
                    </a:cubicBezTo>
                    <a:cubicBezTo>
                      <a:pt x="350583" y="565768"/>
                      <a:pt x="355711" y="567185"/>
                      <a:pt x="361985" y="567185"/>
                    </a:cubicBezTo>
                    <a:cubicBezTo>
                      <a:pt x="369706" y="567185"/>
                      <a:pt x="376101" y="564320"/>
                      <a:pt x="381168" y="558589"/>
                    </a:cubicBezTo>
                    <a:cubicBezTo>
                      <a:pt x="386235" y="552858"/>
                      <a:pt x="388769" y="545891"/>
                      <a:pt x="388769" y="537686"/>
                    </a:cubicBezTo>
                    <a:cubicBezTo>
                      <a:pt x="388769" y="527190"/>
                      <a:pt x="386537" y="518986"/>
                      <a:pt x="382073" y="513074"/>
                    </a:cubicBezTo>
                    <a:cubicBezTo>
                      <a:pt x="377609" y="507162"/>
                      <a:pt x="371637" y="504206"/>
                      <a:pt x="364156" y="504206"/>
                    </a:cubicBezTo>
                    <a:close/>
                    <a:moveTo>
                      <a:pt x="1525168" y="497329"/>
                    </a:moveTo>
                    <a:cubicBezTo>
                      <a:pt x="1530356" y="497329"/>
                      <a:pt x="1534579" y="498505"/>
                      <a:pt x="1537837" y="500858"/>
                    </a:cubicBezTo>
                    <a:cubicBezTo>
                      <a:pt x="1541094" y="503211"/>
                      <a:pt x="1542723" y="506136"/>
                      <a:pt x="1542723" y="509635"/>
                    </a:cubicBezTo>
                    <a:cubicBezTo>
                      <a:pt x="1542723" y="513858"/>
                      <a:pt x="1541396" y="515969"/>
                      <a:pt x="1538741" y="515969"/>
                    </a:cubicBezTo>
                    <a:cubicBezTo>
                      <a:pt x="1537052" y="515969"/>
                      <a:pt x="1535122" y="515004"/>
                      <a:pt x="1532950" y="513074"/>
                    </a:cubicBezTo>
                    <a:cubicBezTo>
                      <a:pt x="1530779" y="511143"/>
                      <a:pt x="1528154" y="508580"/>
                      <a:pt x="1525078" y="505382"/>
                    </a:cubicBezTo>
                    <a:cubicBezTo>
                      <a:pt x="1522001" y="502185"/>
                      <a:pt x="1520463" y="500044"/>
                      <a:pt x="1520463" y="498958"/>
                    </a:cubicBezTo>
                    <a:cubicBezTo>
                      <a:pt x="1520463" y="497872"/>
                      <a:pt x="1522031" y="497329"/>
                      <a:pt x="1525168" y="497329"/>
                    </a:cubicBezTo>
                    <a:close/>
                    <a:moveTo>
                      <a:pt x="1793011" y="496243"/>
                    </a:moveTo>
                    <a:cubicBezTo>
                      <a:pt x="1789030" y="496726"/>
                      <a:pt x="1781610" y="498053"/>
                      <a:pt x="1770751" y="500225"/>
                    </a:cubicBezTo>
                    <a:cubicBezTo>
                      <a:pt x="1770751" y="506619"/>
                      <a:pt x="1770812" y="511747"/>
                      <a:pt x="1770932" y="515607"/>
                    </a:cubicBezTo>
                    <a:cubicBezTo>
                      <a:pt x="1782997" y="513677"/>
                      <a:pt x="1789301" y="511988"/>
                      <a:pt x="1789844" y="510540"/>
                    </a:cubicBezTo>
                    <a:cubicBezTo>
                      <a:pt x="1790387" y="509092"/>
                      <a:pt x="1791443" y="504327"/>
                      <a:pt x="1793011" y="496243"/>
                    </a:cubicBezTo>
                    <a:close/>
                    <a:moveTo>
                      <a:pt x="249475" y="495881"/>
                    </a:moveTo>
                    <a:cubicBezTo>
                      <a:pt x="252130" y="495881"/>
                      <a:pt x="254422" y="496846"/>
                      <a:pt x="256352" y="498777"/>
                    </a:cubicBezTo>
                    <a:cubicBezTo>
                      <a:pt x="258283" y="500707"/>
                      <a:pt x="259248" y="503000"/>
                      <a:pt x="259248" y="505654"/>
                    </a:cubicBezTo>
                    <a:cubicBezTo>
                      <a:pt x="259248" y="508308"/>
                      <a:pt x="258283" y="510600"/>
                      <a:pt x="256352" y="512531"/>
                    </a:cubicBezTo>
                    <a:cubicBezTo>
                      <a:pt x="254422" y="514461"/>
                      <a:pt x="252130" y="515426"/>
                      <a:pt x="249475" y="515426"/>
                    </a:cubicBezTo>
                    <a:cubicBezTo>
                      <a:pt x="246821" y="515426"/>
                      <a:pt x="244529" y="514461"/>
                      <a:pt x="242598" y="512531"/>
                    </a:cubicBezTo>
                    <a:cubicBezTo>
                      <a:pt x="240668" y="510600"/>
                      <a:pt x="239703" y="508308"/>
                      <a:pt x="239703" y="505654"/>
                    </a:cubicBezTo>
                    <a:cubicBezTo>
                      <a:pt x="239703" y="503000"/>
                      <a:pt x="240668" y="500707"/>
                      <a:pt x="242598" y="498777"/>
                    </a:cubicBezTo>
                    <a:cubicBezTo>
                      <a:pt x="244529" y="496846"/>
                      <a:pt x="246821" y="495881"/>
                      <a:pt x="249475" y="495881"/>
                    </a:cubicBezTo>
                    <a:close/>
                    <a:moveTo>
                      <a:pt x="1042689" y="489366"/>
                    </a:moveTo>
                    <a:cubicBezTo>
                      <a:pt x="1036536" y="490814"/>
                      <a:pt x="1031468" y="491598"/>
                      <a:pt x="1027487" y="491719"/>
                    </a:cubicBezTo>
                    <a:cubicBezTo>
                      <a:pt x="1029417" y="499440"/>
                      <a:pt x="1030684" y="508067"/>
                      <a:pt x="1031287" y="517598"/>
                    </a:cubicBezTo>
                    <a:cubicBezTo>
                      <a:pt x="1035752" y="516633"/>
                      <a:pt x="1039552" y="515909"/>
                      <a:pt x="1042689" y="515426"/>
                    </a:cubicBezTo>
                    <a:lnTo>
                      <a:pt x="1043232" y="505292"/>
                    </a:lnTo>
                    <a:cubicBezTo>
                      <a:pt x="1040095" y="505533"/>
                      <a:pt x="1037712" y="505352"/>
                      <a:pt x="1036083" y="504749"/>
                    </a:cubicBezTo>
                    <a:cubicBezTo>
                      <a:pt x="1034454" y="504146"/>
                      <a:pt x="1033640" y="503542"/>
                      <a:pt x="1033640" y="502939"/>
                    </a:cubicBezTo>
                    <a:cubicBezTo>
                      <a:pt x="1033640" y="501733"/>
                      <a:pt x="1036958" y="500526"/>
                      <a:pt x="1043594" y="499320"/>
                    </a:cubicBezTo>
                    <a:cubicBezTo>
                      <a:pt x="1043835" y="493649"/>
                      <a:pt x="1043533" y="490331"/>
                      <a:pt x="1042689" y="489366"/>
                    </a:cubicBezTo>
                    <a:close/>
                    <a:moveTo>
                      <a:pt x="337915" y="489366"/>
                    </a:moveTo>
                    <a:lnTo>
                      <a:pt x="340630" y="489366"/>
                    </a:lnTo>
                    <a:lnTo>
                      <a:pt x="340630" y="507102"/>
                    </a:lnTo>
                    <a:cubicBezTo>
                      <a:pt x="351126" y="499621"/>
                      <a:pt x="361261" y="495881"/>
                      <a:pt x="371033" y="495881"/>
                    </a:cubicBezTo>
                    <a:cubicBezTo>
                      <a:pt x="380082" y="495881"/>
                      <a:pt x="387382" y="499109"/>
                      <a:pt x="392931" y="505563"/>
                    </a:cubicBezTo>
                    <a:cubicBezTo>
                      <a:pt x="398481" y="512018"/>
                      <a:pt x="401256" y="520675"/>
                      <a:pt x="401256" y="531533"/>
                    </a:cubicBezTo>
                    <a:cubicBezTo>
                      <a:pt x="401256" y="542512"/>
                      <a:pt x="397576" y="551833"/>
                      <a:pt x="390217" y="559494"/>
                    </a:cubicBezTo>
                    <a:cubicBezTo>
                      <a:pt x="382857" y="567155"/>
                      <a:pt x="373446" y="570986"/>
                      <a:pt x="361985" y="570986"/>
                    </a:cubicBezTo>
                    <a:cubicBezTo>
                      <a:pt x="355108" y="570986"/>
                      <a:pt x="347989" y="569236"/>
                      <a:pt x="340630" y="565738"/>
                    </a:cubicBezTo>
                    <a:lnTo>
                      <a:pt x="340630" y="604104"/>
                    </a:lnTo>
                    <a:cubicBezTo>
                      <a:pt x="340630" y="605673"/>
                      <a:pt x="341142" y="606909"/>
                      <a:pt x="342168" y="607814"/>
                    </a:cubicBezTo>
                    <a:cubicBezTo>
                      <a:pt x="343193" y="608719"/>
                      <a:pt x="345214" y="609413"/>
                      <a:pt x="348231" y="609895"/>
                    </a:cubicBezTo>
                    <a:lnTo>
                      <a:pt x="359089" y="611705"/>
                    </a:lnTo>
                    <a:lnTo>
                      <a:pt x="359089" y="614601"/>
                    </a:lnTo>
                    <a:cubicBezTo>
                      <a:pt x="354384" y="614118"/>
                      <a:pt x="347446" y="613877"/>
                      <a:pt x="338277" y="613877"/>
                    </a:cubicBezTo>
                    <a:cubicBezTo>
                      <a:pt x="330676" y="613877"/>
                      <a:pt x="323799" y="614118"/>
                      <a:pt x="317646" y="614601"/>
                    </a:cubicBezTo>
                    <a:lnTo>
                      <a:pt x="317646" y="611705"/>
                    </a:lnTo>
                    <a:lnTo>
                      <a:pt x="325247" y="610257"/>
                    </a:lnTo>
                    <a:cubicBezTo>
                      <a:pt x="327057" y="609895"/>
                      <a:pt x="328233" y="609322"/>
                      <a:pt x="328776" y="608538"/>
                    </a:cubicBezTo>
                    <a:cubicBezTo>
                      <a:pt x="329319" y="607754"/>
                      <a:pt x="329590" y="606216"/>
                      <a:pt x="329590" y="603923"/>
                    </a:cubicBezTo>
                    <a:lnTo>
                      <a:pt x="329590" y="513255"/>
                    </a:lnTo>
                    <a:cubicBezTo>
                      <a:pt x="329590" y="508911"/>
                      <a:pt x="328806" y="506619"/>
                      <a:pt x="327238" y="506378"/>
                    </a:cubicBezTo>
                    <a:lnTo>
                      <a:pt x="318370" y="504930"/>
                    </a:lnTo>
                    <a:lnTo>
                      <a:pt x="318913" y="502396"/>
                    </a:lnTo>
                    <a:cubicBezTo>
                      <a:pt x="324945" y="499863"/>
                      <a:pt x="329198" y="497751"/>
                      <a:pt x="331671" y="496062"/>
                    </a:cubicBezTo>
                    <a:cubicBezTo>
                      <a:pt x="334145" y="494373"/>
                      <a:pt x="336226" y="492141"/>
                      <a:pt x="337915" y="489366"/>
                    </a:cubicBezTo>
                    <a:close/>
                    <a:moveTo>
                      <a:pt x="1218416" y="486109"/>
                    </a:moveTo>
                    <a:cubicBezTo>
                      <a:pt x="1206592" y="488522"/>
                      <a:pt x="1196819" y="489909"/>
                      <a:pt x="1189098" y="490271"/>
                    </a:cubicBezTo>
                    <a:cubicBezTo>
                      <a:pt x="1192355" y="507645"/>
                      <a:pt x="1194949" y="522605"/>
                      <a:pt x="1196880" y="535153"/>
                    </a:cubicBezTo>
                    <a:cubicBezTo>
                      <a:pt x="1202068" y="534791"/>
                      <a:pt x="1209186" y="533765"/>
                      <a:pt x="1218235" y="532076"/>
                    </a:cubicBezTo>
                    <a:lnTo>
                      <a:pt x="1218416" y="512531"/>
                    </a:lnTo>
                    <a:cubicBezTo>
                      <a:pt x="1214314" y="513134"/>
                      <a:pt x="1211177" y="513436"/>
                      <a:pt x="1209005" y="513436"/>
                    </a:cubicBezTo>
                    <a:cubicBezTo>
                      <a:pt x="1206833" y="513436"/>
                      <a:pt x="1204963" y="513164"/>
                      <a:pt x="1203395" y="512621"/>
                    </a:cubicBezTo>
                    <a:cubicBezTo>
                      <a:pt x="1201826" y="512078"/>
                      <a:pt x="1201042" y="511385"/>
                      <a:pt x="1201042" y="510540"/>
                    </a:cubicBezTo>
                    <a:cubicBezTo>
                      <a:pt x="1201042" y="509696"/>
                      <a:pt x="1202007" y="509153"/>
                      <a:pt x="1203938" y="508911"/>
                    </a:cubicBezTo>
                    <a:cubicBezTo>
                      <a:pt x="1207919" y="508429"/>
                      <a:pt x="1212745" y="507403"/>
                      <a:pt x="1218416" y="505835"/>
                    </a:cubicBezTo>
                    <a:close/>
                    <a:moveTo>
                      <a:pt x="1062053" y="485928"/>
                    </a:moveTo>
                    <a:cubicBezTo>
                      <a:pt x="1058796" y="485928"/>
                      <a:pt x="1054151" y="486651"/>
                      <a:pt x="1048118" y="488099"/>
                    </a:cubicBezTo>
                    <a:cubicBezTo>
                      <a:pt x="1049807" y="489426"/>
                      <a:pt x="1050652" y="491236"/>
                      <a:pt x="1050652" y="493529"/>
                    </a:cubicBezTo>
                    <a:cubicBezTo>
                      <a:pt x="1050652" y="494011"/>
                      <a:pt x="1050561" y="494765"/>
                      <a:pt x="1050380" y="495791"/>
                    </a:cubicBezTo>
                    <a:cubicBezTo>
                      <a:pt x="1050199" y="496816"/>
                      <a:pt x="1050049" y="497570"/>
                      <a:pt x="1049928" y="498053"/>
                    </a:cubicBezTo>
                    <a:cubicBezTo>
                      <a:pt x="1051376" y="497812"/>
                      <a:pt x="1052642" y="497691"/>
                      <a:pt x="1053728" y="497691"/>
                    </a:cubicBezTo>
                    <a:cubicBezTo>
                      <a:pt x="1057348" y="497691"/>
                      <a:pt x="1059158" y="498505"/>
                      <a:pt x="1059158" y="500134"/>
                    </a:cubicBezTo>
                    <a:cubicBezTo>
                      <a:pt x="1059158" y="501763"/>
                      <a:pt x="1055719" y="503241"/>
                      <a:pt x="1048842" y="504568"/>
                    </a:cubicBezTo>
                    <a:lnTo>
                      <a:pt x="1047756" y="514522"/>
                    </a:lnTo>
                    <a:cubicBezTo>
                      <a:pt x="1052703" y="513677"/>
                      <a:pt x="1055870" y="513255"/>
                      <a:pt x="1057257" y="513255"/>
                    </a:cubicBezTo>
                    <a:cubicBezTo>
                      <a:pt x="1058645" y="513255"/>
                      <a:pt x="1059670" y="512893"/>
                      <a:pt x="1060334" y="512169"/>
                    </a:cubicBezTo>
                    <a:cubicBezTo>
                      <a:pt x="1060997" y="511445"/>
                      <a:pt x="1062053" y="508067"/>
                      <a:pt x="1063501" y="502034"/>
                    </a:cubicBezTo>
                    <a:cubicBezTo>
                      <a:pt x="1064949" y="496002"/>
                      <a:pt x="1065673" y="491809"/>
                      <a:pt x="1065673" y="489457"/>
                    </a:cubicBezTo>
                    <a:cubicBezTo>
                      <a:pt x="1065673" y="487104"/>
                      <a:pt x="1064466" y="485928"/>
                      <a:pt x="1062053" y="485928"/>
                    </a:cubicBezTo>
                    <a:close/>
                    <a:moveTo>
                      <a:pt x="28985" y="482109"/>
                    </a:moveTo>
                    <a:cubicBezTo>
                      <a:pt x="32696" y="482109"/>
                      <a:pt x="35627" y="483332"/>
                      <a:pt x="37777" y="485777"/>
                    </a:cubicBezTo>
                    <a:cubicBezTo>
                      <a:pt x="39927" y="488221"/>
                      <a:pt x="41002" y="491417"/>
                      <a:pt x="41002" y="495364"/>
                    </a:cubicBezTo>
                    <a:cubicBezTo>
                      <a:pt x="41002" y="498487"/>
                      <a:pt x="40296" y="501962"/>
                      <a:pt x="38882" y="505792"/>
                    </a:cubicBezTo>
                    <a:lnTo>
                      <a:pt x="39942" y="506145"/>
                    </a:lnTo>
                    <a:cubicBezTo>
                      <a:pt x="45715" y="498015"/>
                      <a:pt x="51209" y="491992"/>
                      <a:pt x="56423" y="488074"/>
                    </a:cubicBezTo>
                    <a:cubicBezTo>
                      <a:pt x="61636" y="484157"/>
                      <a:pt x="67012" y="482198"/>
                      <a:pt x="72549" y="482198"/>
                    </a:cubicBezTo>
                    <a:cubicBezTo>
                      <a:pt x="78028" y="482198"/>
                      <a:pt x="82240" y="483774"/>
                      <a:pt x="85186" y="486925"/>
                    </a:cubicBezTo>
                    <a:cubicBezTo>
                      <a:pt x="88131" y="490077"/>
                      <a:pt x="89604" y="494451"/>
                      <a:pt x="89604" y="500048"/>
                    </a:cubicBezTo>
                    <a:cubicBezTo>
                      <a:pt x="89604" y="503759"/>
                      <a:pt x="88750" y="509032"/>
                      <a:pt x="87042" y="515865"/>
                    </a:cubicBezTo>
                    <a:lnTo>
                      <a:pt x="81298" y="539018"/>
                    </a:lnTo>
                    <a:cubicBezTo>
                      <a:pt x="79707" y="545439"/>
                      <a:pt x="78912" y="549975"/>
                      <a:pt x="78912" y="552626"/>
                    </a:cubicBezTo>
                    <a:cubicBezTo>
                      <a:pt x="78912" y="554982"/>
                      <a:pt x="79295" y="556691"/>
                      <a:pt x="80061" y="557751"/>
                    </a:cubicBezTo>
                    <a:cubicBezTo>
                      <a:pt x="80826" y="558812"/>
                      <a:pt x="82034" y="559342"/>
                      <a:pt x="83684" y="559342"/>
                    </a:cubicBezTo>
                    <a:cubicBezTo>
                      <a:pt x="85451" y="559342"/>
                      <a:pt x="87336" y="558620"/>
                      <a:pt x="89339" y="557177"/>
                    </a:cubicBezTo>
                    <a:cubicBezTo>
                      <a:pt x="91342" y="555734"/>
                      <a:pt x="94170" y="552980"/>
                      <a:pt x="97822" y="548915"/>
                    </a:cubicBezTo>
                    <a:lnTo>
                      <a:pt x="102859" y="553863"/>
                    </a:lnTo>
                    <a:cubicBezTo>
                      <a:pt x="97793" y="559283"/>
                      <a:pt x="93375" y="563245"/>
                      <a:pt x="89604" y="565749"/>
                    </a:cubicBezTo>
                    <a:cubicBezTo>
                      <a:pt x="85834" y="568252"/>
                      <a:pt x="81533" y="569504"/>
                      <a:pt x="76703" y="569504"/>
                    </a:cubicBezTo>
                    <a:cubicBezTo>
                      <a:pt x="72873" y="569504"/>
                      <a:pt x="69810" y="568134"/>
                      <a:pt x="67513" y="565395"/>
                    </a:cubicBezTo>
                    <a:cubicBezTo>
                      <a:pt x="65215" y="562656"/>
                      <a:pt x="64066" y="559165"/>
                      <a:pt x="64066" y="554924"/>
                    </a:cubicBezTo>
                    <a:cubicBezTo>
                      <a:pt x="64066" y="551094"/>
                      <a:pt x="65038" y="545468"/>
                      <a:pt x="66982" y="538046"/>
                    </a:cubicBezTo>
                    <a:lnTo>
                      <a:pt x="70870" y="522758"/>
                    </a:lnTo>
                    <a:cubicBezTo>
                      <a:pt x="72284" y="517220"/>
                      <a:pt x="73212" y="513126"/>
                      <a:pt x="73654" y="510475"/>
                    </a:cubicBezTo>
                    <a:cubicBezTo>
                      <a:pt x="74096" y="507824"/>
                      <a:pt x="74317" y="505674"/>
                      <a:pt x="74317" y="504024"/>
                    </a:cubicBezTo>
                    <a:cubicBezTo>
                      <a:pt x="74317" y="499959"/>
                      <a:pt x="73639" y="497029"/>
                      <a:pt x="72284" y="495232"/>
                    </a:cubicBezTo>
                    <a:cubicBezTo>
                      <a:pt x="70929" y="493435"/>
                      <a:pt x="68720" y="492537"/>
                      <a:pt x="65657" y="492537"/>
                    </a:cubicBezTo>
                    <a:cubicBezTo>
                      <a:pt x="63183" y="492537"/>
                      <a:pt x="60517" y="493523"/>
                      <a:pt x="57660" y="495497"/>
                    </a:cubicBezTo>
                    <a:cubicBezTo>
                      <a:pt x="54802" y="497471"/>
                      <a:pt x="51769" y="500446"/>
                      <a:pt x="48558" y="504422"/>
                    </a:cubicBezTo>
                    <a:cubicBezTo>
                      <a:pt x="45347" y="508399"/>
                      <a:pt x="42770" y="512257"/>
                      <a:pt x="40826" y="515998"/>
                    </a:cubicBezTo>
                    <a:cubicBezTo>
                      <a:pt x="38882" y="519739"/>
                      <a:pt x="37291" y="524349"/>
                      <a:pt x="36054" y="529827"/>
                    </a:cubicBezTo>
                    <a:lnTo>
                      <a:pt x="27659" y="568090"/>
                    </a:lnTo>
                    <a:lnTo>
                      <a:pt x="12372" y="568090"/>
                    </a:lnTo>
                    <a:lnTo>
                      <a:pt x="25273" y="512066"/>
                    </a:lnTo>
                    <a:cubicBezTo>
                      <a:pt x="26569" y="506410"/>
                      <a:pt x="27217" y="502051"/>
                      <a:pt x="27217" y="498987"/>
                    </a:cubicBezTo>
                    <a:cubicBezTo>
                      <a:pt x="27217" y="496631"/>
                      <a:pt x="26834" y="494923"/>
                      <a:pt x="26068" y="493862"/>
                    </a:cubicBezTo>
                    <a:cubicBezTo>
                      <a:pt x="25303" y="492802"/>
                      <a:pt x="24095" y="492272"/>
                      <a:pt x="22445" y="492272"/>
                    </a:cubicBezTo>
                    <a:cubicBezTo>
                      <a:pt x="20619" y="492272"/>
                      <a:pt x="18690" y="493023"/>
                      <a:pt x="16657" y="494525"/>
                    </a:cubicBezTo>
                    <a:cubicBezTo>
                      <a:pt x="14625" y="496027"/>
                      <a:pt x="11841" y="498752"/>
                      <a:pt x="8307" y="502699"/>
                    </a:cubicBezTo>
                    <a:lnTo>
                      <a:pt x="3270" y="497750"/>
                    </a:lnTo>
                    <a:cubicBezTo>
                      <a:pt x="8690" y="492095"/>
                      <a:pt x="13196" y="488074"/>
                      <a:pt x="16790" y="485688"/>
                    </a:cubicBezTo>
                    <a:cubicBezTo>
                      <a:pt x="20384" y="483302"/>
                      <a:pt x="24448" y="482109"/>
                      <a:pt x="28985" y="482109"/>
                    </a:cubicBezTo>
                    <a:close/>
                    <a:moveTo>
                      <a:pt x="1255154" y="481222"/>
                    </a:moveTo>
                    <a:cubicBezTo>
                      <a:pt x="1247673" y="481222"/>
                      <a:pt x="1238383" y="482248"/>
                      <a:pt x="1227283" y="484299"/>
                    </a:cubicBezTo>
                    <a:cubicBezTo>
                      <a:pt x="1227283" y="488522"/>
                      <a:pt x="1227163" y="494856"/>
                      <a:pt x="1226922" y="503301"/>
                    </a:cubicBezTo>
                    <a:cubicBezTo>
                      <a:pt x="1233075" y="501491"/>
                      <a:pt x="1237177" y="500587"/>
                      <a:pt x="1239228" y="500587"/>
                    </a:cubicBezTo>
                    <a:cubicBezTo>
                      <a:pt x="1241279" y="500587"/>
                      <a:pt x="1243089" y="500948"/>
                      <a:pt x="1244657" y="501672"/>
                    </a:cubicBezTo>
                    <a:cubicBezTo>
                      <a:pt x="1246225" y="502396"/>
                      <a:pt x="1247010" y="503361"/>
                      <a:pt x="1247010" y="504568"/>
                    </a:cubicBezTo>
                    <a:cubicBezTo>
                      <a:pt x="1247010" y="505775"/>
                      <a:pt x="1245954" y="506740"/>
                      <a:pt x="1243843" y="507464"/>
                    </a:cubicBezTo>
                    <a:cubicBezTo>
                      <a:pt x="1241731" y="508188"/>
                      <a:pt x="1236031" y="509394"/>
                      <a:pt x="1226740" y="511083"/>
                    </a:cubicBezTo>
                    <a:cubicBezTo>
                      <a:pt x="1226740" y="518081"/>
                      <a:pt x="1226620" y="524656"/>
                      <a:pt x="1226379" y="530809"/>
                    </a:cubicBezTo>
                    <a:cubicBezTo>
                      <a:pt x="1234221" y="529362"/>
                      <a:pt x="1239529" y="528638"/>
                      <a:pt x="1242304" y="528638"/>
                    </a:cubicBezTo>
                    <a:cubicBezTo>
                      <a:pt x="1245079" y="528638"/>
                      <a:pt x="1247010" y="528939"/>
                      <a:pt x="1248096" y="529543"/>
                    </a:cubicBezTo>
                    <a:cubicBezTo>
                      <a:pt x="1249181" y="530146"/>
                      <a:pt x="1249966" y="530447"/>
                      <a:pt x="1250448" y="530447"/>
                    </a:cubicBezTo>
                    <a:cubicBezTo>
                      <a:pt x="1252379" y="530447"/>
                      <a:pt x="1254641" y="524174"/>
                      <a:pt x="1257235" y="511626"/>
                    </a:cubicBezTo>
                    <a:cubicBezTo>
                      <a:pt x="1259829" y="499078"/>
                      <a:pt x="1261126" y="491236"/>
                      <a:pt x="1261126" y="488099"/>
                    </a:cubicBezTo>
                    <a:cubicBezTo>
                      <a:pt x="1261126" y="484962"/>
                      <a:pt x="1260764" y="483032"/>
                      <a:pt x="1260040" y="482308"/>
                    </a:cubicBezTo>
                    <a:cubicBezTo>
                      <a:pt x="1259316" y="481584"/>
                      <a:pt x="1257687" y="481222"/>
                      <a:pt x="1255154" y="481222"/>
                    </a:cubicBezTo>
                    <a:close/>
                    <a:moveTo>
                      <a:pt x="827600" y="479955"/>
                    </a:moveTo>
                    <a:cubicBezTo>
                      <a:pt x="829108" y="479955"/>
                      <a:pt x="832215" y="481433"/>
                      <a:pt x="836920" y="484389"/>
                    </a:cubicBezTo>
                    <a:cubicBezTo>
                      <a:pt x="841626" y="487345"/>
                      <a:pt x="843978" y="491296"/>
                      <a:pt x="843978" y="496243"/>
                    </a:cubicBezTo>
                    <a:cubicBezTo>
                      <a:pt x="843978" y="498656"/>
                      <a:pt x="843496" y="500647"/>
                      <a:pt x="842530" y="502215"/>
                    </a:cubicBezTo>
                    <a:cubicBezTo>
                      <a:pt x="841565" y="503784"/>
                      <a:pt x="840419" y="504568"/>
                      <a:pt x="839092" y="504568"/>
                    </a:cubicBezTo>
                    <a:cubicBezTo>
                      <a:pt x="836438" y="504568"/>
                      <a:pt x="833482" y="500979"/>
                      <a:pt x="830224" y="493800"/>
                    </a:cubicBezTo>
                    <a:cubicBezTo>
                      <a:pt x="826967" y="486621"/>
                      <a:pt x="825338" y="482519"/>
                      <a:pt x="825338" y="481494"/>
                    </a:cubicBezTo>
                    <a:cubicBezTo>
                      <a:pt x="825338" y="480468"/>
                      <a:pt x="826092" y="479955"/>
                      <a:pt x="827600" y="479955"/>
                    </a:cubicBezTo>
                    <a:close/>
                    <a:moveTo>
                      <a:pt x="1008304" y="479593"/>
                    </a:moveTo>
                    <a:cubicBezTo>
                      <a:pt x="1009390" y="479593"/>
                      <a:pt x="1011018" y="480649"/>
                      <a:pt x="1013190" y="482760"/>
                    </a:cubicBezTo>
                    <a:cubicBezTo>
                      <a:pt x="1015362" y="484872"/>
                      <a:pt x="1016448" y="486651"/>
                      <a:pt x="1016448" y="488099"/>
                    </a:cubicBezTo>
                    <a:cubicBezTo>
                      <a:pt x="1016448" y="489547"/>
                      <a:pt x="1015452" y="491085"/>
                      <a:pt x="1013461" y="492714"/>
                    </a:cubicBezTo>
                    <a:cubicBezTo>
                      <a:pt x="1011471" y="494343"/>
                      <a:pt x="1007640" y="499078"/>
                      <a:pt x="1001970" y="506921"/>
                    </a:cubicBezTo>
                    <a:cubicBezTo>
                      <a:pt x="1004503" y="511023"/>
                      <a:pt x="1005770" y="516090"/>
                      <a:pt x="1005770" y="522123"/>
                    </a:cubicBezTo>
                    <a:lnTo>
                      <a:pt x="1004684" y="550898"/>
                    </a:lnTo>
                    <a:cubicBezTo>
                      <a:pt x="1004322" y="560188"/>
                      <a:pt x="1003628" y="567004"/>
                      <a:pt x="1002603" y="571348"/>
                    </a:cubicBezTo>
                    <a:cubicBezTo>
                      <a:pt x="1001577" y="575691"/>
                      <a:pt x="1000703" y="578406"/>
                      <a:pt x="999979" y="579492"/>
                    </a:cubicBezTo>
                    <a:cubicBezTo>
                      <a:pt x="999255" y="580577"/>
                      <a:pt x="998410" y="581120"/>
                      <a:pt x="997445" y="581120"/>
                    </a:cubicBezTo>
                    <a:cubicBezTo>
                      <a:pt x="996480" y="581120"/>
                      <a:pt x="995394" y="579944"/>
                      <a:pt x="994188" y="577591"/>
                    </a:cubicBezTo>
                    <a:cubicBezTo>
                      <a:pt x="992981" y="575239"/>
                      <a:pt x="992378" y="572705"/>
                      <a:pt x="992378" y="569990"/>
                    </a:cubicBezTo>
                    <a:cubicBezTo>
                      <a:pt x="992378" y="567276"/>
                      <a:pt x="993072" y="564018"/>
                      <a:pt x="994459" y="560218"/>
                    </a:cubicBezTo>
                    <a:cubicBezTo>
                      <a:pt x="995847" y="556417"/>
                      <a:pt x="996872" y="551169"/>
                      <a:pt x="997536" y="544473"/>
                    </a:cubicBezTo>
                    <a:cubicBezTo>
                      <a:pt x="998199" y="537777"/>
                      <a:pt x="998531" y="531443"/>
                      <a:pt x="998531" y="525471"/>
                    </a:cubicBezTo>
                    <a:cubicBezTo>
                      <a:pt x="998531" y="519498"/>
                      <a:pt x="998350" y="515065"/>
                      <a:pt x="997988" y="512169"/>
                    </a:cubicBezTo>
                    <a:cubicBezTo>
                      <a:pt x="991956" y="519529"/>
                      <a:pt x="985501" y="525591"/>
                      <a:pt x="978624" y="530357"/>
                    </a:cubicBezTo>
                    <a:cubicBezTo>
                      <a:pt x="971747" y="535123"/>
                      <a:pt x="967041" y="537505"/>
                      <a:pt x="964508" y="537505"/>
                    </a:cubicBezTo>
                    <a:cubicBezTo>
                      <a:pt x="963663" y="537505"/>
                      <a:pt x="963241" y="537113"/>
                      <a:pt x="963241" y="536329"/>
                    </a:cubicBezTo>
                    <a:cubicBezTo>
                      <a:pt x="963241" y="535545"/>
                      <a:pt x="964387" y="534308"/>
                      <a:pt x="966679" y="532619"/>
                    </a:cubicBezTo>
                    <a:cubicBezTo>
                      <a:pt x="971747" y="528879"/>
                      <a:pt x="977327" y="523782"/>
                      <a:pt x="983420" y="517327"/>
                    </a:cubicBezTo>
                    <a:cubicBezTo>
                      <a:pt x="989512" y="510872"/>
                      <a:pt x="994700" y="504266"/>
                      <a:pt x="998983" y="497510"/>
                    </a:cubicBezTo>
                    <a:cubicBezTo>
                      <a:pt x="1003266" y="490754"/>
                      <a:pt x="1005529" y="486651"/>
                      <a:pt x="1005770" y="485204"/>
                    </a:cubicBezTo>
                    <a:cubicBezTo>
                      <a:pt x="1006373" y="481464"/>
                      <a:pt x="1007218" y="479593"/>
                      <a:pt x="1008304" y="479593"/>
                    </a:cubicBezTo>
                    <a:close/>
                    <a:moveTo>
                      <a:pt x="899809" y="470002"/>
                    </a:moveTo>
                    <a:cubicBezTo>
                      <a:pt x="901800" y="470002"/>
                      <a:pt x="904635" y="471148"/>
                      <a:pt x="908315" y="473440"/>
                    </a:cubicBezTo>
                    <a:cubicBezTo>
                      <a:pt x="911995" y="475733"/>
                      <a:pt x="913835" y="477361"/>
                      <a:pt x="913835" y="478327"/>
                    </a:cubicBezTo>
                    <a:cubicBezTo>
                      <a:pt x="913835" y="478930"/>
                      <a:pt x="913081" y="479744"/>
                      <a:pt x="911572" y="480770"/>
                    </a:cubicBezTo>
                    <a:cubicBezTo>
                      <a:pt x="910064" y="481795"/>
                      <a:pt x="907862" y="483786"/>
                      <a:pt x="904967" y="486742"/>
                    </a:cubicBezTo>
                    <a:cubicBezTo>
                      <a:pt x="902071" y="489698"/>
                      <a:pt x="897969" y="493317"/>
                      <a:pt x="892661" y="497600"/>
                    </a:cubicBezTo>
                    <a:cubicBezTo>
                      <a:pt x="887352" y="501884"/>
                      <a:pt x="884155" y="504025"/>
                      <a:pt x="883069" y="504025"/>
                    </a:cubicBezTo>
                    <a:cubicBezTo>
                      <a:pt x="882586" y="504025"/>
                      <a:pt x="882345" y="503723"/>
                      <a:pt x="882345" y="503120"/>
                    </a:cubicBezTo>
                    <a:cubicBezTo>
                      <a:pt x="882345" y="502517"/>
                      <a:pt x="882888" y="501491"/>
                      <a:pt x="883974" y="500044"/>
                    </a:cubicBezTo>
                    <a:cubicBezTo>
                      <a:pt x="888438" y="494011"/>
                      <a:pt x="891726" y="489125"/>
                      <a:pt x="893837" y="485385"/>
                    </a:cubicBezTo>
                    <a:cubicBezTo>
                      <a:pt x="895948" y="481645"/>
                      <a:pt x="897004" y="478387"/>
                      <a:pt x="897004" y="475612"/>
                    </a:cubicBezTo>
                    <a:lnTo>
                      <a:pt x="896823" y="473078"/>
                    </a:lnTo>
                    <a:cubicBezTo>
                      <a:pt x="896823" y="471027"/>
                      <a:pt x="897818" y="470002"/>
                      <a:pt x="899809" y="470002"/>
                    </a:cubicBezTo>
                    <a:close/>
                    <a:moveTo>
                      <a:pt x="1793645" y="469459"/>
                    </a:moveTo>
                    <a:cubicBezTo>
                      <a:pt x="1795032" y="469459"/>
                      <a:pt x="1797596" y="470424"/>
                      <a:pt x="1801336" y="472354"/>
                    </a:cubicBezTo>
                    <a:cubicBezTo>
                      <a:pt x="1805076" y="474285"/>
                      <a:pt x="1806946" y="476276"/>
                      <a:pt x="1806946" y="478327"/>
                    </a:cubicBezTo>
                    <a:cubicBezTo>
                      <a:pt x="1806946" y="479292"/>
                      <a:pt x="1806584" y="480498"/>
                      <a:pt x="1805860" y="481946"/>
                    </a:cubicBezTo>
                    <a:cubicBezTo>
                      <a:pt x="1805137" y="483394"/>
                      <a:pt x="1804292" y="485747"/>
                      <a:pt x="1803327" y="489004"/>
                    </a:cubicBezTo>
                    <a:lnTo>
                      <a:pt x="1812376" y="487375"/>
                    </a:lnTo>
                    <a:cubicBezTo>
                      <a:pt x="1816236" y="486289"/>
                      <a:pt x="1819494" y="485747"/>
                      <a:pt x="1822148" y="485747"/>
                    </a:cubicBezTo>
                    <a:cubicBezTo>
                      <a:pt x="1824803" y="485747"/>
                      <a:pt x="1827185" y="486440"/>
                      <a:pt x="1829297" y="487828"/>
                    </a:cubicBezTo>
                    <a:cubicBezTo>
                      <a:pt x="1831408" y="489215"/>
                      <a:pt x="1832464" y="490331"/>
                      <a:pt x="1832464" y="491176"/>
                    </a:cubicBezTo>
                    <a:cubicBezTo>
                      <a:pt x="1832464" y="492020"/>
                      <a:pt x="1831770" y="492684"/>
                      <a:pt x="1830383" y="493167"/>
                    </a:cubicBezTo>
                    <a:cubicBezTo>
                      <a:pt x="1828995" y="493649"/>
                      <a:pt x="1825677" y="493890"/>
                      <a:pt x="1820429" y="493890"/>
                    </a:cubicBezTo>
                    <a:cubicBezTo>
                      <a:pt x="1815181" y="493890"/>
                      <a:pt x="1808756" y="494252"/>
                      <a:pt x="1801155" y="494976"/>
                    </a:cubicBezTo>
                    <a:cubicBezTo>
                      <a:pt x="1799466" y="501371"/>
                      <a:pt x="1798622" y="505111"/>
                      <a:pt x="1798622" y="506197"/>
                    </a:cubicBezTo>
                    <a:cubicBezTo>
                      <a:pt x="1798622" y="507283"/>
                      <a:pt x="1799436" y="508429"/>
                      <a:pt x="1801065" y="509635"/>
                    </a:cubicBezTo>
                    <a:cubicBezTo>
                      <a:pt x="1802693" y="510842"/>
                      <a:pt x="1803508" y="511867"/>
                      <a:pt x="1803508" y="512712"/>
                    </a:cubicBezTo>
                    <a:cubicBezTo>
                      <a:pt x="1803508" y="514039"/>
                      <a:pt x="1801758" y="514914"/>
                      <a:pt x="1798260" y="515336"/>
                    </a:cubicBezTo>
                    <a:cubicBezTo>
                      <a:pt x="1794761" y="515758"/>
                      <a:pt x="1785290" y="517417"/>
                      <a:pt x="1769847" y="520313"/>
                    </a:cubicBezTo>
                    <a:cubicBezTo>
                      <a:pt x="1769123" y="522243"/>
                      <a:pt x="1768218" y="523208"/>
                      <a:pt x="1767132" y="523208"/>
                    </a:cubicBezTo>
                    <a:cubicBezTo>
                      <a:pt x="1764960" y="523208"/>
                      <a:pt x="1763874" y="519830"/>
                      <a:pt x="1763874" y="513074"/>
                    </a:cubicBezTo>
                    <a:lnTo>
                      <a:pt x="1764055" y="501310"/>
                    </a:lnTo>
                    <a:cubicBezTo>
                      <a:pt x="1755368" y="503241"/>
                      <a:pt x="1750211" y="504206"/>
                      <a:pt x="1748582" y="504206"/>
                    </a:cubicBezTo>
                    <a:cubicBezTo>
                      <a:pt x="1746953" y="504206"/>
                      <a:pt x="1745234" y="503814"/>
                      <a:pt x="1743424" y="503030"/>
                    </a:cubicBezTo>
                    <a:cubicBezTo>
                      <a:pt x="1741614" y="502245"/>
                      <a:pt x="1740709" y="501491"/>
                      <a:pt x="1740709" y="500768"/>
                    </a:cubicBezTo>
                    <a:cubicBezTo>
                      <a:pt x="1740709" y="500044"/>
                      <a:pt x="1741765" y="499591"/>
                      <a:pt x="1743877" y="499410"/>
                    </a:cubicBezTo>
                    <a:cubicBezTo>
                      <a:pt x="1745988" y="499229"/>
                      <a:pt x="1752774" y="498174"/>
                      <a:pt x="1764236" y="496243"/>
                    </a:cubicBezTo>
                    <a:cubicBezTo>
                      <a:pt x="1763754" y="490935"/>
                      <a:pt x="1762366" y="486531"/>
                      <a:pt x="1760074" y="483032"/>
                    </a:cubicBezTo>
                    <a:cubicBezTo>
                      <a:pt x="1759229" y="481825"/>
                      <a:pt x="1758807" y="480559"/>
                      <a:pt x="1758807" y="479232"/>
                    </a:cubicBezTo>
                    <a:cubicBezTo>
                      <a:pt x="1758807" y="477904"/>
                      <a:pt x="1759621" y="477241"/>
                      <a:pt x="1761250" y="477241"/>
                    </a:cubicBezTo>
                    <a:cubicBezTo>
                      <a:pt x="1762879" y="477241"/>
                      <a:pt x="1764990" y="478055"/>
                      <a:pt x="1767584" y="479684"/>
                    </a:cubicBezTo>
                    <a:cubicBezTo>
                      <a:pt x="1770178" y="481313"/>
                      <a:pt x="1771475" y="483032"/>
                      <a:pt x="1771475" y="484842"/>
                    </a:cubicBezTo>
                    <a:cubicBezTo>
                      <a:pt x="1771475" y="485324"/>
                      <a:pt x="1771415" y="485867"/>
                      <a:pt x="1771294" y="486470"/>
                    </a:cubicBezTo>
                    <a:cubicBezTo>
                      <a:pt x="1771053" y="487918"/>
                      <a:pt x="1770932" y="490814"/>
                      <a:pt x="1770932" y="495157"/>
                    </a:cubicBezTo>
                    <a:cubicBezTo>
                      <a:pt x="1776603" y="494192"/>
                      <a:pt x="1784264" y="492684"/>
                      <a:pt x="1793916" y="490633"/>
                    </a:cubicBezTo>
                    <a:cubicBezTo>
                      <a:pt x="1794278" y="487375"/>
                      <a:pt x="1794459" y="484721"/>
                      <a:pt x="1794459" y="482670"/>
                    </a:cubicBezTo>
                    <a:cubicBezTo>
                      <a:pt x="1794459" y="479051"/>
                      <a:pt x="1793977" y="476547"/>
                      <a:pt x="1793011" y="475160"/>
                    </a:cubicBezTo>
                    <a:cubicBezTo>
                      <a:pt x="1792046" y="473772"/>
                      <a:pt x="1791564" y="472596"/>
                      <a:pt x="1791564" y="471631"/>
                    </a:cubicBezTo>
                    <a:cubicBezTo>
                      <a:pt x="1791564" y="470183"/>
                      <a:pt x="1792257" y="469459"/>
                      <a:pt x="1793645" y="469459"/>
                    </a:cubicBezTo>
                    <a:close/>
                    <a:moveTo>
                      <a:pt x="525553" y="468011"/>
                    </a:moveTo>
                    <a:cubicBezTo>
                      <a:pt x="527423" y="468011"/>
                      <a:pt x="530077" y="469127"/>
                      <a:pt x="533516" y="471359"/>
                    </a:cubicBezTo>
                    <a:cubicBezTo>
                      <a:pt x="536954" y="473591"/>
                      <a:pt x="538674" y="475853"/>
                      <a:pt x="538674" y="478146"/>
                    </a:cubicBezTo>
                    <a:cubicBezTo>
                      <a:pt x="538674" y="479473"/>
                      <a:pt x="538131" y="480589"/>
                      <a:pt x="537045" y="481494"/>
                    </a:cubicBezTo>
                    <a:cubicBezTo>
                      <a:pt x="535959" y="482399"/>
                      <a:pt x="533365" y="487074"/>
                      <a:pt x="529263" y="495519"/>
                    </a:cubicBezTo>
                    <a:cubicBezTo>
                      <a:pt x="527453" y="499742"/>
                      <a:pt x="524799" y="504628"/>
                      <a:pt x="521300" y="510178"/>
                    </a:cubicBezTo>
                    <a:cubicBezTo>
                      <a:pt x="533124" y="520433"/>
                      <a:pt x="540091" y="527612"/>
                      <a:pt x="542203" y="531714"/>
                    </a:cubicBezTo>
                    <a:cubicBezTo>
                      <a:pt x="544314" y="535816"/>
                      <a:pt x="545370" y="540220"/>
                      <a:pt x="545370" y="544925"/>
                    </a:cubicBezTo>
                    <a:cubicBezTo>
                      <a:pt x="545370" y="548062"/>
                      <a:pt x="544495" y="549631"/>
                      <a:pt x="542745" y="549631"/>
                    </a:cubicBezTo>
                    <a:cubicBezTo>
                      <a:pt x="540996" y="549631"/>
                      <a:pt x="538613" y="547640"/>
                      <a:pt x="535597" y="543659"/>
                    </a:cubicBezTo>
                    <a:cubicBezTo>
                      <a:pt x="528117" y="533403"/>
                      <a:pt x="521481" y="525199"/>
                      <a:pt x="515690" y="519046"/>
                    </a:cubicBezTo>
                    <a:cubicBezTo>
                      <a:pt x="508933" y="528336"/>
                      <a:pt x="501242" y="535786"/>
                      <a:pt x="492615" y="541396"/>
                    </a:cubicBezTo>
                    <a:cubicBezTo>
                      <a:pt x="483989" y="547007"/>
                      <a:pt x="478168" y="549812"/>
                      <a:pt x="475151" y="549812"/>
                    </a:cubicBezTo>
                    <a:cubicBezTo>
                      <a:pt x="474186" y="549812"/>
                      <a:pt x="473703" y="549510"/>
                      <a:pt x="473703" y="548907"/>
                    </a:cubicBezTo>
                    <a:cubicBezTo>
                      <a:pt x="473703" y="548304"/>
                      <a:pt x="474307" y="547519"/>
                      <a:pt x="475513" y="546554"/>
                    </a:cubicBezTo>
                    <a:cubicBezTo>
                      <a:pt x="489388" y="536178"/>
                      <a:pt x="500608" y="524837"/>
                      <a:pt x="509175" y="512531"/>
                    </a:cubicBezTo>
                    <a:cubicBezTo>
                      <a:pt x="502539" y="505413"/>
                      <a:pt x="494214" y="497450"/>
                      <a:pt x="484200" y="488642"/>
                    </a:cubicBezTo>
                    <a:cubicBezTo>
                      <a:pt x="482511" y="487074"/>
                      <a:pt x="481666" y="485716"/>
                      <a:pt x="481666" y="484570"/>
                    </a:cubicBezTo>
                    <a:cubicBezTo>
                      <a:pt x="481666" y="483424"/>
                      <a:pt x="482149" y="482851"/>
                      <a:pt x="483114" y="482851"/>
                    </a:cubicBezTo>
                    <a:cubicBezTo>
                      <a:pt x="484079" y="482851"/>
                      <a:pt x="485075" y="483062"/>
                      <a:pt x="486100" y="483484"/>
                    </a:cubicBezTo>
                    <a:cubicBezTo>
                      <a:pt x="487126" y="483907"/>
                      <a:pt x="490715" y="486350"/>
                      <a:pt x="496868" y="490814"/>
                    </a:cubicBezTo>
                    <a:cubicBezTo>
                      <a:pt x="503021" y="495278"/>
                      <a:pt x="508873" y="499802"/>
                      <a:pt x="514423" y="504387"/>
                    </a:cubicBezTo>
                    <a:cubicBezTo>
                      <a:pt x="520455" y="492443"/>
                      <a:pt x="523472" y="483153"/>
                      <a:pt x="523472" y="476517"/>
                    </a:cubicBezTo>
                    <a:cubicBezTo>
                      <a:pt x="523472" y="475190"/>
                      <a:pt x="523351" y="474074"/>
                      <a:pt x="523110" y="473169"/>
                    </a:cubicBezTo>
                    <a:cubicBezTo>
                      <a:pt x="522868" y="472264"/>
                      <a:pt x="522748" y="471450"/>
                      <a:pt x="522748" y="470726"/>
                    </a:cubicBezTo>
                    <a:cubicBezTo>
                      <a:pt x="522748" y="468916"/>
                      <a:pt x="523683" y="468011"/>
                      <a:pt x="525553" y="468011"/>
                    </a:cubicBezTo>
                    <a:close/>
                    <a:moveTo>
                      <a:pt x="1106573" y="459686"/>
                    </a:moveTo>
                    <a:cubicBezTo>
                      <a:pt x="1108383" y="459686"/>
                      <a:pt x="1110615" y="460169"/>
                      <a:pt x="1113269" y="461134"/>
                    </a:cubicBezTo>
                    <a:cubicBezTo>
                      <a:pt x="1115923" y="462099"/>
                      <a:pt x="1117251" y="463366"/>
                      <a:pt x="1117251" y="464934"/>
                    </a:cubicBezTo>
                    <a:cubicBezTo>
                      <a:pt x="1117251" y="465900"/>
                      <a:pt x="1116587" y="466744"/>
                      <a:pt x="1115260" y="467468"/>
                    </a:cubicBezTo>
                    <a:cubicBezTo>
                      <a:pt x="1113933" y="468192"/>
                      <a:pt x="1110102" y="469187"/>
                      <a:pt x="1103768" y="470454"/>
                    </a:cubicBezTo>
                    <a:cubicBezTo>
                      <a:pt x="1097434" y="471721"/>
                      <a:pt x="1092759" y="472354"/>
                      <a:pt x="1089742" y="472354"/>
                    </a:cubicBezTo>
                    <a:cubicBezTo>
                      <a:pt x="1086726" y="472354"/>
                      <a:pt x="1084283" y="471962"/>
                      <a:pt x="1082413" y="471178"/>
                    </a:cubicBezTo>
                    <a:cubicBezTo>
                      <a:pt x="1080543" y="470394"/>
                      <a:pt x="1079608" y="469549"/>
                      <a:pt x="1079608" y="468644"/>
                    </a:cubicBezTo>
                    <a:cubicBezTo>
                      <a:pt x="1079608" y="467740"/>
                      <a:pt x="1081176" y="466925"/>
                      <a:pt x="1084313" y="466201"/>
                    </a:cubicBezTo>
                    <a:cubicBezTo>
                      <a:pt x="1087450" y="465477"/>
                      <a:pt x="1092638" y="463788"/>
                      <a:pt x="1099877" y="461134"/>
                    </a:cubicBezTo>
                    <a:cubicBezTo>
                      <a:pt x="1102531" y="460169"/>
                      <a:pt x="1104763" y="459686"/>
                      <a:pt x="1106573" y="459686"/>
                    </a:cubicBezTo>
                    <a:close/>
                    <a:moveTo>
                      <a:pt x="1537113" y="456248"/>
                    </a:moveTo>
                    <a:cubicBezTo>
                      <a:pt x="1542904" y="456248"/>
                      <a:pt x="1547549" y="457454"/>
                      <a:pt x="1551048" y="459867"/>
                    </a:cubicBezTo>
                    <a:cubicBezTo>
                      <a:pt x="1554547" y="462280"/>
                      <a:pt x="1556296" y="465417"/>
                      <a:pt x="1556296" y="469278"/>
                    </a:cubicBezTo>
                    <a:cubicBezTo>
                      <a:pt x="1556296" y="471088"/>
                      <a:pt x="1555813" y="472626"/>
                      <a:pt x="1554848" y="473893"/>
                    </a:cubicBezTo>
                    <a:cubicBezTo>
                      <a:pt x="1553883" y="475160"/>
                      <a:pt x="1552797" y="475793"/>
                      <a:pt x="1551591" y="475793"/>
                    </a:cubicBezTo>
                    <a:cubicBezTo>
                      <a:pt x="1550384" y="475793"/>
                      <a:pt x="1549117" y="475371"/>
                      <a:pt x="1547790" y="474526"/>
                    </a:cubicBezTo>
                    <a:cubicBezTo>
                      <a:pt x="1546463" y="473682"/>
                      <a:pt x="1544683" y="472113"/>
                      <a:pt x="1542451" y="469821"/>
                    </a:cubicBezTo>
                    <a:cubicBezTo>
                      <a:pt x="1540219" y="467528"/>
                      <a:pt x="1538078" y="465146"/>
                      <a:pt x="1536027" y="462672"/>
                    </a:cubicBezTo>
                    <a:cubicBezTo>
                      <a:pt x="1533976" y="460199"/>
                      <a:pt x="1532950" y="458661"/>
                      <a:pt x="1532950" y="458057"/>
                    </a:cubicBezTo>
                    <a:cubicBezTo>
                      <a:pt x="1532950" y="456851"/>
                      <a:pt x="1534338" y="456248"/>
                      <a:pt x="1537113" y="456248"/>
                    </a:cubicBezTo>
                    <a:close/>
                    <a:moveTo>
                      <a:pt x="1812195" y="455524"/>
                    </a:moveTo>
                    <a:cubicBezTo>
                      <a:pt x="1814608" y="455524"/>
                      <a:pt x="1816840" y="456187"/>
                      <a:pt x="1818891" y="457514"/>
                    </a:cubicBezTo>
                    <a:cubicBezTo>
                      <a:pt x="1820942" y="458842"/>
                      <a:pt x="1821967" y="459807"/>
                      <a:pt x="1821967" y="460410"/>
                    </a:cubicBezTo>
                    <a:cubicBezTo>
                      <a:pt x="1821967" y="461617"/>
                      <a:pt x="1819042" y="462642"/>
                      <a:pt x="1813190" y="463487"/>
                    </a:cubicBezTo>
                    <a:cubicBezTo>
                      <a:pt x="1807338" y="464331"/>
                      <a:pt x="1797083" y="466081"/>
                      <a:pt x="1782424" y="468735"/>
                    </a:cubicBezTo>
                    <a:cubicBezTo>
                      <a:pt x="1767765" y="471389"/>
                      <a:pt x="1757993" y="472716"/>
                      <a:pt x="1753106" y="472716"/>
                    </a:cubicBezTo>
                    <a:cubicBezTo>
                      <a:pt x="1748220" y="472716"/>
                      <a:pt x="1744450" y="472475"/>
                      <a:pt x="1741795" y="471992"/>
                    </a:cubicBezTo>
                    <a:cubicBezTo>
                      <a:pt x="1742037" y="480800"/>
                      <a:pt x="1741102" y="492141"/>
                      <a:pt x="1738990" y="506016"/>
                    </a:cubicBezTo>
                    <a:cubicBezTo>
                      <a:pt x="1736879" y="519891"/>
                      <a:pt x="1733682" y="532197"/>
                      <a:pt x="1729399" y="542935"/>
                    </a:cubicBezTo>
                    <a:cubicBezTo>
                      <a:pt x="1725116" y="553673"/>
                      <a:pt x="1720651" y="561605"/>
                      <a:pt x="1716006" y="566733"/>
                    </a:cubicBezTo>
                    <a:cubicBezTo>
                      <a:pt x="1711361" y="571861"/>
                      <a:pt x="1707108" y="576113"/>
                      <a:pt x="1703248" y="579492"/>
                    </a:cubicBezTo>
                    <a:cubicBezTo>
                      <a:pt x="1699387" y="582870"/>
                      <a:pt x="1696853" y="584559"/>
                      <a:pt x="1695647" y="584559"/>
                    </a:cubicBezTo>
                    <a:cubicBezTo>
                      <a:pt x="1695164" y="584559"/>
                      <a:pt x="1694923" y="584378"/>
                      <a:pt x="1694923" y="584016"/>
                    </a:cubicBezTo>
                    <a:cubicBezTo>
                      <a:pt x="1694923" y="582689"/>
                      <a:pt x="1696552" y="580095"/>
                      <a:pt x="1699809" y="576234"/>
                    </a:cubicBezTo>
                    <a:cubicBezTo>
                      <a:pt x="1711271" y="563204"/>
                      <a:pt x="1719385" y="547127"/>
                      <a:pt x="1724150" y="528004"/>
                    </a:cubicBezTo>
                    <a:cubicBezTo>
                      <a:pt x="1728916" y="508881"/>
                      <a:pt x="1731299" y="492563"/>
                      <a:pt x="1731299" y="479051"/>
                    </a:cubicBezTo>
                    <a:cubicBezTo>
                      <a:pt x="1731299" y="475793"/>
                      <a:pt x="1731057" y="473350"/>
                      <a:pt x="1730575" y="471721"/>
                    </a:cubicBezTo>
                    <a:cubicBezTo>
                      <a:pt x="1730092" y="470092"/>
                      <a:pt x="1729851" y="468584"/>
                      <a:pt x="1729851" y="467197"/>
                    </a:cubicBezTo>
                    <a:cubicBezTo>
                      <a:pt x="1729851" y="465809"/>
                      <a:pt x="1730484" y="465115"/>
                      <a:pt x="1731751" y="465115"/>
                    </a:cubicBezTo>
                    <a:cubicBezTo>
                      <a:pt x="1733018" y="465115"/>
                      <a:pt x="1734858" y="465719"/>
                      <a:pt x="1737271" y="466925"/>
                    </a:cubicBezTo>
                    <a:cubicBezTo>
                      <a:pt x="1749819" y="467770"/>
                      <a:pt x="1770389" y="464633"/>
                      <a:pt x="1798983" y="457514"/>
                    </a:cubicBezTo>
                    <a:cubicBezTo>
                      <a:pt x="1804051" y="456187"/>
                      <a:pt x="1808454" y="455524"/>
                      <a:pt x="1812195" y="455524"/>
                    </a:cubicBezTo>
                    <a:close/>
                    <a:moveTo>
                      <a:pt x="1435405" y="446294"/>
                    </a:moveTo>
                    <a:cubicBezTo>
                      <a:pt x="1437456" y="446294"/>
                      <a:pt x="1441015" y="447832"/>
                      <a:pt x="1446082" y="450909"/>
                    </a:cubicBezTo>
                    <a:cubicBezTo>
                      <a:pt x="1451150" y="453985"/>
                      <a:pt x="1453683" y="456308"/>
                      <a:pt x="1453683" y="457876"/>
                    </a:cubicBezTo>
                    <a:cubicBezTo>
                      <a:pt x="1453683" y="459445"/>
                      <a:pt x="1451632" y="460953"/>
                      <a:pt x="1447530" y="462401"/>
                    </a:cubicBezTo>
                    <a:cubicBezTo>
                      <a:pt x="1445358" y="463125"/>
                      <a:pt x="1442372" y="465085"/>
                      <a:pt x="1438572" y="468282"/>
                    </a:cubicBezTo>
                    <a:cubicBezTo>
                      <a:pt x="1434771" y="471480"/>
                      <a:pt x="1427442" y="478266"/>
                      <a:pt x="1416583" y="488642"/>
                    </a:cubicBezTo>
                    <a:cubicBezTo>
                      <a:pt x="1418031" y="490090"/>
                      <a:pt x="1419177" y="494494"/>
                      <a:pt x="1420022" y="501853"/>
                    </a:cubicBezTo>
                    <a:cubicBezTo>
                      <a:pt x="1437878" y="499682"/>
                      <a:pt x="1449340" y="498113"/>
                      <a:pt x="1454407" y="497148"/>
                    </a:cubicBezTo>
                    <a:cubicBezTo>
                      <a:pt x="1459474" y="496183"/>
                      <a:pt x="1464029" y="495700"/>
                      <a:pt x="1468071" y="495700"/>
                    </a:cubicBezTo>
                    <a:cubicBezTo>
                      <a:pt x="1472113" y="495700"/>
                      <a:pt x="1476426" y="496846"/>
                      <a:pt x="1481010" y="499139"/>
                    </a:cubicBezTo>
                    <a:cubicBezTo>
                      <a:pt x="1485595" y="501431"/>
                      <a:pt x="1487887" y="503603"/>
                      <a:pt x="1487887" y="505654"/>
                    </a:cubicBezTo>
                    <a:cubicBezTo>
                      <a:pt x="1487887" y="508308"/>
                      <a:pt x="1484931" y="509635"/>
                      <a:pt x="1479020" y="509635"/>
                    </a:cubicBezTo>
                    <a:cubicBezTo>
                      <a:pt x="1477210" y="509635"/>
                      <a:pt x="1474344" y="509334"/>
                      <a:pt x="1470423" y="508730"/>
                    </a:cubicBezTo>
                    <a:cubicBezTo>
                      <a:pt x="1466502" y="508127"/>
                      <a:pt x="1460409" y="507826"/>
                      <a:pt x="1452145" y="507826"/>
                    </a:cubicBezTo>
                    <a:cubicBezTo>
                      <a:pt x="1443880" y="507826"/>
                      <a:pt x="1433534" y="508248"/>
                      <a:pt x="1421108" y="509092"/>
                    </a:cubicBezTo>
                    <a:cubicBezTo>
                      <a:pt x="1422797" y="524174"/>
                      <a:pt x="1423641" y="536601"/>
                      <a:pt x="1423641" y="546373"/>
                    </a:cubicBezTo>
                    <a:cubicBezTo>
                      <a:pt x="1423641" y="563867"/>
                      <a:pt x="1421228" y="576294"/>
                      <a:pt x="1416402" y="583654"/>
                    </a:cubicBezTo>
                    <a:cubicBezTo>
                      <a:pt x="1411576" y="591014"/>
                      <a:pt x="1407474" y="594694"/>
                      <a:pt x="1404096" y="594694"/>
                    </a:cubicBezTo>
                    <a:cubicBezTo>
                      <a:pt x="1402166" y="594694"/>
                      <a:pt x="1400959" y="593578"/>
                      <a:pt x="1400476" y="591346"/>
                    </a:cubicBezTo>
                    <a:cubicBezTo>
                      <a:pt x="1399994" y="589113"/>
                      <a:pt x="1398546" y="586700"/>
                      <a:pt x="1396133" y="584106"/>
                    </a:cubicBezTo>
                    <a:cubicBezTo>
                      <a:pt x="1393720" y="581513"/>
                      <a:pt x="1390704" y="578707"/>
                      <a:pt x="1387084" y="575691"/>
                    </a:cubicBezTo>
                    <a:cubicBezTo>
                      <a:pt x="1383465" y="572675"/>
                      <a:pt x="1381655" y="570805"/>
                      <a:pt x="1381655" y="570081"/>
                    </a:cubicBezTo>
                    <a:cubicBezTo>
                      <a:pt x="1381655" y="569357"/>
                      <a:pt x="1382108" y="568995"/>
                      <a:pt x="1383012" y="568995"/>
                    </a:cubicBezTo>
                    <a:cubicBezTo>
                      <a:pt x="1383917" y="568995"/>
                      <a:pt x="1386360" y="569448"/>
                      <a:pt x="1390342" y="570352"/>
                    </a:cubicBezTo>
                    <a:cubicBezTo>
                      <a:pt x="1394323" y="571257"/>
                      <a:pt x="1397762" y="571710"/>
                      <a:pt x="1400657" y="571710"/>
                    </a:cubicBezTo>
                    <a:cubicBezTo>
                      <a:pt x="1403553" y="571710"/>
                      <a:pt x="1405634" y="570805"/>
                      <a:pt x="1406901" y="568995"/>
                    </a:cubicBezTo>
                    <a:cubicBezTo>
                      <a:pt x="1408168" y="567185"/>
                      <a:pt x="1409465" y="563355"/>
                      <a:pt x="1410792" y="557503"/>
                    </a:cubicBezTo>
                    <a:cubicBezTo>
                      <a:pt x="1412119" y="551652"/>
                      <a:pt x="1412753" y="544352"/>
                      <a:pt x="1412692" y="535605"/>
                    </a:cubicBezTo>
                    <a:cubicBezTo>
                      <a:pt x="1412632" y="526858"/>
                      <a:pt x="1411938" y="518262"/>
                      <a:pt x="1410611" y="509816"/>
                    </a:cubicBezTo>
                    <a:cubicBezTo>
                      <a:pt x="1400115" y="510661"/>
                      <a:pt x="1389889" y="511837"/>
                      <a:pt x="1379936" y="513345"/>
                    </a:cubicBezTo>
                    <a:cubicBezTo>
                      <a:pt x="1369982" y="514853"/>
                      <a:pt x="1362954" y="516150"/>
                      <a:pt x="1358852" y="517236"/>
                    </a:cubicBezTo>
                    <a:cubicBezTo>
                      <a:pt x="1354750" y="518322"/>
                      <a:pt x="1351402" y="518865"/>
                      <a:pt x="1348808" y="518865"/>
                    </a:cubicBezTo>
                    <a:cubicBezTo>
                      <a:pt x="1346214" y="518865"/>
                      <a:pt x="1343198" y="517990"/>
                      <a:pt x="1339759" y="516241"/>
                    </a:cubicBezTo>
                    <a:cubicBezTo>
                      <a:pt x="1336321" y="514491"/>
                      <a:pt x="1334602" y="513194"/>
                      <a:pt x="1334602" y="512350"/>
                    </a:cubicBezTo>
                    <a:cubicBezTo>
                      <a:pt x="1334602" y="511505"/>
                      <a:pt x="1336411" y="510962"/>
                      <a:pt x="1340031" y="510721"/>
                    </a:cubicBezTo>
                    <a:lnTo>
                      <a:pt x="1409344" y="503120"/>
                    </a:lnTo>
                    <a:cubicBezTo>
                      <a:pt x="1407776" y="496726"/>
                      <a:pt x="1405845" y="492805"/>
                      <a:pt x="1403553" y="491357"/>
                    </a:cubicBezTo>
                    <a:cubicBezTo>
                      <a:pt x="1400296" y="489426"/>
                      <a:pt x="1398667" y="487767"/>
                      <a:pt x="1398667" y="486380"/>
                    </a:cubicBezTo>
                    <a:cubicBezTo>
                      <a:pt x="1398667" y="484993"/>
                      <a:pt x="1399933" y="484299"/>
                      <a:pt x="1402467" y="484299"/>
                    </a:cubicBezTo>
                    <a:cubicBezTo>
                      <a:pt x="1403312" y="484299"/>
                      <a:pt x="1404880" y="484450"/>
                      <a:pt x="1407173" y="484751"/>
                    </a:cubicBezTo>
                    <a:cubicBezTo>
                      <a:pt x="1409465" y="485053"/>
                      <a:pt x="1411275" y="485445"/>
                      <a:pt x="1412602" y="485928"/>
                    </a:cubicBezTo>
                    <a:cubicBezTo>
                      <a:pt x="1416342" y="481825"/>
                      <a:pt x="1420414" y="476517"/>
                      <a:pt x="1424818" y="470002"/>
                    </a:cubicBezTo>
                    <a:cubicBezTo>
                      <a:pt x="1429221" y="463487"/>
                      <a:pt x="1431423" y="459445"/>
                      <a:pt x="1431423" y="457876"/>
                    </a:cubicBezTo>
                    <a:cubicBezTo>
                      <a:pt x="1431423" y="456308"/>
                      <a:pt x="1430187" y="455524"/>
                      <a:pt x="1427713" y="455524"/>
                    </a:cubicBezTo>
                    <a:cubicBezTo>
                      <a:pt x="1425240" y="455524"/>
                      <a:pt x="1419660" y="456760"/>
                      <a:pt x="1410973" y="459234"/>
                    </a:cubicBezTo>
                    <a:cubicBezTo>
                      <a:pt x="1402286" y="461707"/>
                      <a:pt x="1395862" y="463758"/>
                      <a:pt x="1391699" y="465387"/>
                    </a:cubicBezTo>
                    <a:cubicBezTo>
                      <a:pt x="1387537" y="467016"/>
                      <a:pt x="1384370" y="467830"/>
                      <a:pt x="1382198" y="467830"/>
                    </a:cubicBezTo>
                    <a:cubicBezTo>
                      <a:pt x="1380026" y="467830"/>
                      <a:pt x="1377432" y="466654"/>
                      <a:pt x="1374416" y="464301"/>
                    </a:cubicBezTo>
                    <a:cubicBezTo>
                      <a:pt x="1371400" y="461948"/>
                      <a:pt x="1369892" y="460199"/>
                      <a:pt x="1369892" y="459053"/>
                    </a:cubicBezTo>
                    <a:cubicBezTo>
                      <a:pt x="1369892" y="457907"/>
                      <a:pt x="1371098" y="457334"/>
                      <a:pt x="1373511" y="457334"/>
                    </a:cubicBezTo>
                    <a:lnTo>
                      <a:pt x="1378579" y="457514"/>
                    </a:lnTo>
                    <a:cubicBezTo>
                      <a:pt x="1385697" y="457514"/>
                      <a:pt x="1394384" y="456610"/>
                      <a:pt x="1404639" y="454800"/>
                    </a:cubicBezTo>
                    <a:cubicBezTo>
                      <a:pt x="1414894" y="452990"/>
                      <a:pt x="1422435" y="450939"/>
                      <a:pt x="1427261" y="448647"/>
                    </a:cubicBezTo>
                    <a:cubicBezTo>
                      <a:pt x="1430639" y="447078"/>
                      <a:pt x="1433354" y="446294"/>
                      <a:pt x="1435405" y="446294"/>
                    </a:cubicBezTo>
                    <a:close/>
                    <a:moveTo>
                      <a:pt x="888046" y="446294"/>
                    </a:moveTo>
                    <a:cubicBezTo>
                      <a:pt x="892087" y="446294"/>
                      <a:pt x="895405" y="446656"/>
                      <a:pt x="897999" y="447380"/>
                    </a:cubicBezTo>
                    <a:cubicBezTo>
                      <a:pt x="900593" y="448104"/>
                      <a:pt x="901890" y="449009"/>
                      <a:pt x="901890" y="450095"/>
                    </a:cubicBezTo>
                    <a:cubicBezTo>
                      <a:pt x="901890" y="451180"/>
                      <a:pt x="901378" y="452055"/>
                      <a:pt x="900352" y="452719"/>
                    </a:cubicBezTo>
                    <a:cubicBezTo>
                      <a:pt x="899327" y="453382"/>
                      <a:pt x="895556" y="454528"/>
                      <a:pt x="889041" y="456157"/>
                    </a:cubicBezTo>
                    <a:cubicBezTo>
                      <a:pt x="882526" y="457786"/>
                      <a:pt x="873839" y="459324"/>
                      <a:pt x="862981" y="460772"/>
                    </a:cubicBezTo>
                    <a:cubicBezTo>
                      <a:pt x="868048" y="462702"/>
                      <a:pt x="871426" y="464241"/>
                      <a:pt x="873115" y="465387"/>
                    </a:cubicBezTo>
                    <a:cubicBezTo>
                      <a:pt x="874804" y="466533"/>
                      <a:pt x="875649" y="467800"/>
                      <a:pt x="875649" y="469187"/>
                    </a:cubicBezTo>
                    <a:cubicBezTo>
                      <a:pt x="875649" y="470575"/>
                      <a:pt x="875347" y="472535"/>
                      <a:pt x="874744" y="475069"/>
                    </a:cubicBezTo>
                    <a:cubicBezTo>
                      <a:pt x="873055" y="481222"/>
                      <a:pt x="872210" y="494011"/>
                      <a:pt x="872210" y="513436"/>
                    </a:cubicBezTo>
                    <a:cubicBezTo>
                      <a:pt x="893324" y="511264"/>
                      <a:pt x="906354" y="509726"/>
                      <a:pt x="911301" y="508821"/>
                    </a:cubicBezTo>
                    <a:cubicBezTo>
                      <a:pt x="916248" y="507916"/>
                      <a:pt x="921074" y="507464"/>
                      <a:pt x="925779" y="507464"/>
                    </a:cubicBezTo>
                    <a:cubicBezTo>
                      <a:pt x="930484" y="507464"/>
                      <a:pt x="934798" y="508429"/>
                      <a:pt x="938719" y="510359"/>
                    </a:cubicBezTo>
                    <a:cubicBezTo>
                      <a:pt x="942640" y="512290"/>
                      <a:pt x="944600" y="514099"/>
                      <a:pt x="944600" y="515788"/>
                    </a:cubicBezTo>
                    <a:cubicBezTo>
                      <a:pt x="944600" y="517478"/>
                      <a:pt x="943665" y="518714"/>
                      <a:pt x="941795" y="519498"/>
                    </a:cubicBezTo>
                    <a:cubicBezTo>
                      <a:pt x="939925" y="520283"/>
                      <a:pt x="936668" y="520464"/>
                      <a:pt x="932023" y="520041"/>
                    </a:cubicBezTo>
                    <a:cubicBezTo>
                      <a:pt x="927378" y="519619"/>
                      <a:pt x="919173" y="519408"/>
                      <a:pt x="907410" y="519408"/>
                    </a:cubicBezTo>
                    <a:cubicBezTo>
                      <a:pt x="895647" y="519408"/>
                      <a:pt x="883853" y="519770"/>
                      <a:pt x="872029" y="520494"/>
                    </a:cubicBezTo>
                    <a:cubicBezTo>
                      <a:pt x="872150" y="529301"/>
                      <a:pt x="872210" y="537385"/>
                      <a:pt x="872210" y="544744"/>
                    </a:cubicBezTo>
                    <a:cubicBezTo>
                      <a:pt x="872210" y="552104"/>
                      <a:pt x="871788" y="561756"/>
                      <a:pt x="870944" y="573700"/>
                    </a:cubicBezTo>
                    <a:cubicBezTo>
                      <a:pt x="870099" y="585645"/>
                      <a:pt x="869164" y="592914"/>
                      <a:pt x="868138" y="595508"/>
                    </a:cubicBezTo>
                    <a:cubicBezTo>
                      <a:pt x="867113" y="598102"/>
                      <a:pt x="866178" y="599399"/>
                      <a:pt x="865333" y="599399"/>
                    </a:cubicBezTo>
                    <a:cubicBezTo>
                      <a:pt x="864489" y="599399"/>
                      <a:pt x="863705" y="597981"/>
                      <a:pt x="862981" y="595146"/>
                    </a:cubicBezTo>
                    <a:cubicBezTo>
                      <a:pt x="862257" y="592311"/>
                      <a:pt x="861895" y="587123"/>
                      <a:pt x="861895" y="579582"/>
                    </a:cubicBezTo>
                    <a:cubicBezTo>
                      <a:pt x="861895" y="572042"/>
                      <a:pt x="862015" y="565044"/>
                      <a:pt x="862257" y="558589"/>
                    </a:cubicBezTo>
                    <a:cubicBezTo>
                      <a:pt x="862498" y="552134"/>
                      <a:pt x="862619" y="539677"/>
                      <a:pt x="862619" y="521218"/>
                    </a:cubicBezTo>
                    <a:cubicBezTo>
                      <a:pt x="841384" y="522907"/>
                      <a:pt x="825157" y="525078"/>
                      <a:pt x="813937" y="527733"/>
                    </a:cubicBezTo>
                    <a:cubicBezTo>
                      <a:pt x="809955" y="528577"/>
                      <a:pt x="806728" y="529000"/>
                      <a:pt x="804254" y="529000"/>
                    </a:cubicBezTo>
                    <a:cubicBezTo>
                      <a:pt x="801781" y="529000"/>
                      <a:pt x="798795" y="527974"/>
                      <a:pt x="795296" y="525923"/>
                    </a:cubicBezTo>
                    <a:cubicBezTo>
                      <a:pt x="791797" y="523872"/>
                      <a:pt x="790048" y="522334"/>
                      <a:pt x="790048" y="521308"/>
                    </a:cubicBezTo>
                    <a:cubicBezTo>
                      <a:pt x="790048" y="520283"/>
                      <a:pt x="792340" y="519710"/>
                      <a:pt x="796925" y="519589"/>
                    </a:cubicBezTo>
                    <a:cubicBezTo>
                      <a:pt x="803681" y="519468"/>
                      <a:pt x="814751" y="518654"/>
                      <a:pt x="830134" y="517146"/>
                    </a:cubicBezTo>
                    <a:cubicBezTo>
                      <a:pt x="845517" y="515638"/>
                      <a:pt x="856405" y="514642"/>
                      <a:pt x="862800" y="514160"/>
                    </a:cubicBezTo>
                    <a:cubicBezTo>
                      <a:pt x="862800" y="495821"/>
                      <a:pt x="862619" y="483364"/>
                      <a:pt x="862257" y="476788"/>
                    </a:cubicBezTo>
                    <a:cubicBezTo>
                      <a:pt x="861895" y="470213"/>
                      <a:pt x="860869" y="464995"/>
                      <a:pt x="859180" y="461134"/>
                    </a:cubicBezTo>
                    <a:cubicBezTo>
                      <a:pt x="853751" y="461737"/>
                      <a:pt x="849046" y="462039"/>
                      <a:pt x="845064" y="462039"/>
                    </a:cubicBezTo>
                    <a:cubicBezTo>
                      <a:pt x="841083" y="462039"/>
                      <a:pt x="838006" y="461405"/>
                      <a:pt x="835834" y="460139"/>
                    </a:cubicBezTo>
                    <a:cubicBezTo>
                      <a:pt x="833663" y="458872"/>
                      <a:pt x="832577" y="457907"/>
                      <a:pt x="832577" y="457243"/>
                    </a:cubicBezTo>
                    <a:cubicBezTo>
                      <a:pt x="832577" y="456579"/>
                      <a:pt x="833844" y="456127"/>
                      <a:pt x="836377" y="455886"/>
                    </a:cubicBezTo>
                    <a:cubicBezTo>
                      <a:pt x="846633" y="454800"/>
                      <a:pt x="856466" y="453050"/>
                      <a:pt x="865876" y="450637"/>
                    </a:cubicBezTo>
                    <a:cubicBezTo>
                      <a:pt x="876614" y="447742"/>
                      <a:pt x="884004" y="446294"/>
                      <a:pt x="888046" y="446294"/>
                    </a:cubicBezTo>
                    <a:close/>
                    <a:moveTo>
                      <a:pt x="541660" y="445751"/>
                    </a:moveTo>
                    <a:cubicBezTo>
                      <a:pt x="546787" y="445751"/>
                      <a:pt x="550467" y="446535"/>
                      <a:pt x="552699" y="448104"/>
                    </a:cubicBezTo>
                    <a:cubicBezTo>
                      <a:pt x="554931" y="449672"/>
                      <a:pt x="556047" y="451120"/>
                      <a:pt x="556047" y="452447"/>
                    </a:cubicBezTo>
                    <a:cubicBezTo>
                      <a:pt x="556047" y="453654"/>
                      <a:pt x="555142" y="454649"/>
                      <a:pt x="553333" y="455433"/>
                    </a:cubicBezTo>
                    <a:cubicBezTo>
                      <a:pt x="551523" y="456217"/>
                      <a:pt x="539428" y="457545"/>
                      <a:pt x="517047" y="459415"/>
                    </a:cubicBezTo>
                    <a:cubicBezTo>
                      <a:pt x="494666" y="461285"/>
                      <a:pt x="479736" y="462220"/>
                      <a:pt x="472256" y="462220"/>
                    </a:cubicBezTo>
                    <a:cubicBezTo>
                      <a:pt x="469963" y="462220"/>
                      <a:pt x="467973" y="462160"/>
                      <a:pt x="466284" y="462039"/>
                    </a:cubicBezTo>
                    <a:cubicBezTo>
                      <a:pt x="466284" y="477361"/>
                      <a:pt x="465077" y="512531"/>
                      <a:pt x="462664" y="567547"/>
                    </a:cubicBezTo>
                    <a:cubicBezTo>
                      <a:pt x="500427" y="564410"/>
                      <a:pt x="526669" y="561635"/>
                      <a:pt x="541388" y="559222"/>
                    </a:cubicBezTo>
                    <a:cubicBezTo>
                      <a:pt x="543560" y="558861"/>
                      <a:pt x="545732" y="558679"/>
                      <a:pt x="547903" y="558679"/>
                    </a:cubicBezTo>
                    <a:cubicBezTo>
                      <a:pt x="554660" y="558679"/>
                      <a:pt x="560029" y="560037"/>
                      <a:pt x="564010" y="562751"/>
                    </a:cubicBezTo>
                    <a:cubicBezTo>
                      <a:pt x="567991" y="565466"/>
                      <a:pt x="569982" y="567849"/>
                      <a:pt x="569982" y="569900"/>
                    </a:cubicBezTo>
                    <a:cubicBezTo>
                      <a:pt x="569982" y="571951"/>
                      <a:pt x="567690" y="572977"/>
                      <a:pt x="563105" y="572977"/>
                    </a:cubicBezTo>
                    <a:cubicBezTo>
                      <a:pt x="561537" y="572977"/>
                      <a:pt x="559787" y="572856"/>
                      <a:pt x="557857" y="572615"/>
                    </a:cubicBezTo>
                    <a:cubicBezTo>
                      <a:pt x="550738" y="571649"/>
                      <a:pt x="542203" y="571167"/>
                      <a:pt x="532249" y="571167"/>
                    </a:cubicBezTo>
                    <a:cubicBezTo>
                      <a:pt x="522295" y="571167"/>
                      <a:pt x="511195" y="571589"/>
                      <a:pt x="498949" y="572434"/>
                    </a:cubicBezTo>
                    <a:cubicBezTo>
                      <a:pt x="486704" y="573278"/>
                      <a:pt x="477926" y="574183"/>
                      <a:pt x="472618" y="575148"/>
                    </a:cubicBezTo>
                    <a:cubicBezTo>
                      <a:pt x="467309" y="576113"/>
                      <a:pt x="462845" y="577863"/>
                      <a:pt x="459225" y="580397"/>
                    </a:cubicBezTo>
                    <a:cubicBezTo>
                      <a:pt x="456933" y="581965"/>
                      <a:pt x="455063" y="582749"/>
                      <a:pt x="453615" y="582749"/>
                    </a:cubicBezTo>
                    <a:cubicBezTo>
                      <a:pt x="452167" y="582749"/>
                      <a:pt x="450629" y="581301"/>
                      <a:pt x="449000" y="578406"/>
                    </a:cubicBezTo>
                    <a:cubicBezTo>
                      <a:pt x="447372" y="575510"/>
                      <a:pt x="446557" y="573278"/>
                      <a:pt x="446557" y="571710"/>
                    </a:cubicBezTo>
                    <a:cubicBezTo>
                      <a:pt x="446557" y="570141"/>
                      <a:pt x="447402" y="568362"/>
                      <a:pt x="449091" y="566371"/>
                    </a:cubicBezTo>
                    <a:cubicBezTo>
                      <a:pt x="450780" y="564380"/>
                      <a:pt x="452107" y="560278"/>
                      <a:pt x="453072" y="554065"/>
                    </a:cubicBezTo>
                    <a:cubicBezTo>
                      <a:pt x="454038" y="547851"/>
                      <a:pt x="454852" y="536691"/>
                      <a:pt x="455515" y="520584"/>
                    </a:cubicBezTo>
                    <a:cubicBezTo>
                      <a:pt x="456179" y="504478"/>
                      <a:pt x="456511" y="492563"/>
                      <a:pt x="456511" y="484842"/>
                    </a:cubicBezTo>
                    <a:cubicBezTo>
                      <a:pt x="456511" y="471570"/>
                      <a:pt x="455606" y="463517"/>
                      <a:pt x="453796" y="460682"/>
                    </a:cubicBezTo>
                    <a:cubicBezTo>
                      <a:pt x="451986" y="457846"/>
                      <a:pt x="451082" y="455705"/>
                      <a:pt x="451082" y="454257"/>
                    </a:cubicBezTo>
                    <a:cubicBezTo>
                      <a:pt x="451082" y="452809"/>
                      <a:pt x="452348" y="452085"/>
                      <a:pt x="454882" y="452085"/>
                    </a:cubicBezTo>
                    <a:cubicBezTo>
                      <a:pt x="457416" y="452085"/>
                      <a:pt x="462121" y="453473"/>
                      <a:pt x="468998" y="456248"/>
                    </a:cubicBezTo>
                    <a:cubicBezTo>
                      <a:pt x="478168" y="455765"/>
                      <a:pt x="488302" y="454619"/>
                      <a:pt x="499402" y="452809"/>
                    </a:cubicBezTo>
                    <a:cubicBezTo>
                      <a:pt x="510502" y="450999"/>
                      <a:pt x="520033" y="449069"/>
                      <a:pt x="527996" y="447018"/>
                    </a:cubicBezTo>
                    <a:cubicBezTo>
                      <a:pt x="531977" y="446173"/>
                      <a:pt x="536532" y="445751"/>
                      <a:pt x="541660" y="445751"/>
                    </a:cubicBezTo>
                    <a:close/>
                    <a:moveTo>
                      <a:pt x="649340" y="443037"/>
                    </a:moveTo>
                    <a:cubicBezTo>
                      <a:pt x="650848" y="443037"/>
                      <a:pt x="653683" y="443760"/>
                      <a:pt x="657846" y="445208"/>
                    </a:cubicBezTo>
                    <a:cubicBezTo>
                      <a:pt x="662008" y="446656"/>
                      <a:pt x="664089" y="448647"/>
                      <a:pt x="664089" y="451180"/>
                    </a:cubicBezTo>
                    <a:cubicBezTo>
                      <a:pt x="664089" y="452146"/>
                      <a:pt x="663848" y="453352"/>
                      <a:pt x="663365" y="454800"/>
                    </a:cubicBezTo>
                    <a:cubicBezTo>
                      <a:pt x="662521" y="457816"/>
                      <a:pt x="661797" y="464633"/>
                      <a:pt x="661194" y="475250"/>
                    </a:cubicBezTo>
                    <a:cubicBezTo>
                      <a:pt x="667709" y="473561"/>
                      <a:pt x="671750" y="472716"/>
                      <a:pt x="673319" y="472716"/>
                    </a:cubicBezTo>
                    <a:cubicBezTo>
                      <a:pt x="674887" y="472716"/>
                      <a:pt x="676275" y="472988"/>
                      <a:pt x="677481" y="473531"/>
                    </a:cubicBezTo>
                    <a:cubicBezTo>
                      <a:pt x="678688" y="474074"/>
                      <a:pt x="679291" y="474767"/>
                      <a:pt x="679291" y="475612"/>
                    </a:cubicBezTo>
                    <a:cubicBezTo>
                      <a:pt x="679291" y="478025"/>
                      <a:pt x="673138" y="480679"/>
                      <a:pt x="660832" y="483575"/>
                    </a:cubicBezTo>
                    <a:lnTo>
                      <a:pt x="660289" y="501310"/>
                    </a:lnTo>
                    <a:cubicBezTo>
                      <a:pt x="667045" y="498174"/>
                      <a:pt x="671268" y="496605"/>
                      <a:pt x="672957" y="496605"/>
                    </a:cubicBezTo>
                    <a:cubicBezTo>
                      <a:pt x="674646" y="496605"/>
                      <a:pt x="675491" y="496967"/>
                      <a:pt x="675491" y="497691"/>
                    </a:cubicBezTo>
                    <a:cubicBezTo>
                      <a:pt x="675491" y="498656"/>
                      <a:pt x="670423" y="502034"/>
                      <a:pt x="660289" y="507826"/>
                    </a:cubicBezTo>
                    <a:cubicBezTo>
                      <a:pt x="660168" y="514341"/>
                      <a:pt x="660168" y="519830"/>
                      <a:pt x="660289" y="524294"/>
                    </a:cubicBezTo>
                    <a:lnTo>
                      <a:pt x="660470" y="534791"/>
                    </a:lnTo>
                    <a:cubicBezTo>
                      <a:pt x="660470" y="539737"/>
                      <a:pt x="659625" y="543840"/>
                      <a:pt x="657936" y="547097"/>
                    </a:cubicBezTo>
                    <a:cubicBezTo>
                      <a:pt x="656247" y="550355"/>
                      <a:pt x="654859" y="551983"/>
                      <a:pt x="653774" y="551983"/>
                    </a:cubicBezTo>
                    <a:cubicBezTo>
                      <a:pt x="652688" y="551983"/>
                      <a:pt x="651662" y="551320"/>
                      <a:pt x="650697" y="549993"/>
                    </a:cubicBezTo>
                    <a:cubicBezTo>
                      <a:pt x="646836" y="544925"/>
                      <a:pt x="643096" y="541125"/>
                      <a:pt x="639477" y="538591"/>
                    </a:cubicBezTo>
                    <a:cubicBezTo>
                      <a:pt x="638029" y="537505"/>
                      <a:pt x="637305" y="536661"/>
                      <a:pt x="637305" y="536058"/>
                    </a:cubicBezTo>
                    <a:cubicBezTo>
                      <a:pt x="637305" y="535454"/>
                      <a:pt x="637727" y="535153"/>
                      <a:pt x="638572" y="535153"/>
                    </a:cubicBezTo>
                    <a:cubicBezTo>
                      <a:pt x="639416" y="535153"/>
                      <a:pt x="640653" y="535304"/>
                      <a:pt x="642282" y="535605"/>
                    </a:cubicBezTo>
                    <a:cubicBezTo>
                      <a:pt x="643910" y="535907"/>
                      <a:pt x="645690" y="536058"/>
                      <a:pt x="647620" y="536058"/>
                    </a:cubicBezTo>
                    <a:cubicBezTo>
                      <a:pt x="649551" y="536058"/>
                      <a:pt x="650788" y="535304"/>
                      <a:pt x="651330" y="533795"/>
                    </a:cubicBezTo>
                    <a:cubicBezTo>
                      <a:pt x="651873" y="532287"/>
                      <a:pt x="652627" y="524898"/>
                      <a:pt x="653593" y="511626"/>
                    </a:cubicBezTo>
                    <a:cubicBezTo>
                      <a:pt x="640924" y="518624"/>
                      <a:pt x="632600" y="523510"/>
                      <a:pt x="628618" y="526285"/>
                    </a:cubicBezTo>
                    <a:cubicBezTo>
                      <a:pt x="626929" y="527371"/>
                      <a:pt x="625240" y="527914"/>
                      <a:pt x="623551" y="527914"/>
                    </a:cubicBezTo>
                    <a:cubicBezTo>
                      <a:pt x="621862" y="527914"/>
                      <a:pt x="619690" y="526768"/>
                      <a:pt x="617036" y="524475"/>
                    </a:cubicBezTo>
                    <a:cubicBezTo>
                      <a:pt x="614381" y="522183"/>
                      <a:pt x="613054" y="520494"/>
                      <a:pt x="613054" y="519408"/>
                    </a:cubicBezTo>
                    <a:cubicBezTo>
                      <a:pt x="613054" y="518322"/>
                      <a:pt x="614653" y="517779"/>
                      <a:pt x="617850" y="517779"/>
                    </a:cubicBezTo>
                    <a:cubicBezTo>
                      <a:pt x="621047" y="517779"/>
                      <a:pt x="624999" y="516904"/>
                      <a:pt x="629704" y="515155"/>
                    </a:cubicBezTo>
                    <a:cubicBezTo>
                      <a:pt x="634409" y="513406"/>
                      <a:pt x="642433" y="509816"/>
                      <a:pt x="653774" y="504387"/>
                    </a:cubicBezTo>
                    <a:cubicBezTo>
                      <a:pt x="654136" y="497751"/>
                      <a:pt x="654256" y="491357"/>
                      <a:pt x="654136" y="485204"/>
                    </a:cubicBezTo>
                    <a:cubicBezTo>
                      <a:pt x="647862" y="486893"/>
                      <a:pt x="643458" y="487737"/>
                      <a:pt x="640924" y="487737"/>
                    </a:cubicBezTo>
                    <a:cubicBezTo>
                      <a:pt x="636581" y="487737"/>
                      <a:pt x="633414" y="487225"/>
                      <a:pt x="631423" y="486199"/>
                    </a:cubicBezTo>
                    <a:cubicBezTo>
                      <a:pt x="629432" y="485174"/>
                      <a:pt x="628437" y="484269"/>
                      <a:pt x="628437" y="483484"/>
                    </a:cubicBezTo>
                    <a:cubicBezTo>
                      <a:pt x="628437" y="482700"/>
                      <a:pt x="629221" y="482187"/>
                      <a:pt x="630790" y="481946"/>
                    </a:cubicBezTo>
                    <a:cubicBezTo>
                      <a:pt x="638149" y="480740"/>
                      <a:pt x="645931" y="479111"/>
                      <a:pt x="654136" y="477060"/>
                    </a:cubicBezTo>
                    <a:cubicBezTo>
                      <a:pt x="654015" y="467770"/>
                      <a:pt x="653562" y="461315"/>
                      <a:pt x="652778" y="457695"/>
                    </a:cubicBezTo>
                    <a:cubicBezTo>
                      <a:pt x="651994" y="454076"/>
                      <a:pt x="650456" y="450517"/>
                      <a:pt x="648163" y="447018"/>
                    </a:cubicBezTo>
                    <a:cubicBezTo>
                      <a:pt x="647439" y="445932"/>
                      <a:pt x="647078" y="444997"/>
                      <a:pt x="647078" y="444213"/>
                    </a:cubicBezTo>
                    <a:cubicBezTo>
                      <a:pt x="647078" y="443429"/>
                      <a:pt x="647832" y="443037"/>
                      <a:pt x="649340" y="443037"/>
                    </a:cubicBezTo>
                    <a:close/>
                    <a:moveTo>
                      <a:pt x="1007942" y="442494"/>
                    </a:moveTo>
                    <a:cubicBezTo>
                      <a:pt x="1009269" y="442494"/>
                      <a:pt x="1011441" y="443821"/>
                      <a:pt x="1014457" y="446475"/>
                    </a:cubicBezTo>
                    <a:cubicBezTo>
                      <a:pt x="1017473" y="449129"/>
                      <a:pt x="1018981" y="451180"/>
                      <a:pt x="1018981" y="452628"/>
                    </a:cubicBezTo>
                    <a:cubicBezTo>
                      <a:pt x="1018981" y="453955"/>
                      <a:pt x="1017895" y="455554"/>
                      <a:pt x="1015724" y="457424"/>
                    </a:cubicBezTo>
                    <a:cubicBezTo>
                      <a:pt x="1013552" y="459294"/>
                      <a:pt x="1010325" y="462823"/>
                      <a:pt x="1006041" y="468011"/>
                    </a:cubicBezTo>
                    <a:cubicBezTo>
                      <a:pt x="1001758" y="473199"/>
                      <a:pt x="996842" y="477814"/>
                      <a:pt x="991292" y="481856"/>
                    </a:cubicBezTo>
                    <a:cubicBezTo>
                      <a:pt x="985742" y="485897"/>
                      <a:pt x="982183" y="487918"/>
                      <a:pt x="980615" y="487918"/>
                    </a:cubicBezTo>
                    <a:cubicBezTo>
                      <a:pt x="980132" y="487918"/>
                      <a:pt x="979891" y="487677"/>
                      <a:pt x="979891" y="487194"/>
                    </a:cubicBezTo>
                    <a:cubicBezTo>
                      <a:pt x="979891" y="485867"/>
                      <a:pt x="981731" y="483605"/>
                      <a:pt x="985410" y="480408"/>
                    </a:cubicBezTo>
                    <a:cubicBezTo>
                      <a:pt x="989090" y="477211"/>
                      <a:pt x="993434" y="471872"/>
                      <a:pt x="998441" y="464392"/>
                    </a:cubicBezTo>
                    <a:cubicBezTo>
                      <a:pt x="1003448" y="456911"/>
                      <a:pt x="1005951" y="450879"/>
                      <a:pt x="1005951" y="446294"/>
                    </a:cubicBezTo>
                    <a:cubicBezTo>
                      <a:pt x="1005951" y="443760"/>
                      <a:pt x="1006615" y="442494"/>
                      <a:pt x="1007942" y="442494"/>
                    </a:cubicBezTo>
                    <a:close/>
                    <a:moveTo>
                      <a:pt x="1213982" y="440503"/>
                    </a:moveTo>
                    <a:cubicBezTo>
                      <a:pt x="1215611" y="440503"/>
                      <a:pt x="1218838" y="441438"/>
                      <a:pt x="1223664" y="443308"/>
                    </a:cubicBezTo>
                    <a:cubicBezTo>
                      <a:pt x="1228490" y="445178"/>
                      <a:pt x="1230903" y="447682"/>
                      <a:pt x="1230903" y="450818"/>
                    </a:cubicBezTo>
                    <a:cubicBezTo>
                      <a:pt x="1230903" y="452025"/>
                      <a:pt x="1230541" y="453835"/>
                      <a:pt x="1229817" y="456248"/>
                    </a:cubicBezTo>
                    <a:cubicBezTo>
                      <a:pt x="1228490" y="460591"/>
                      <a:pt x="1227645" y="468192"/>
                      <a:pt x="1227283" y="479051"/>
                    </a:cubicBezTo>
                    <a:cubicBezTo>
                      <a:pt x="1243933" y="476276"/>
                      <a:pt x="1253706" y="474405"/>
                      <a:pt x="1256601" y="473440"/>
                    </a:cubicBezTo>
                    <a:cubicBezTo>
                      <a:pt x="1259618" y="472113"/>
                      <a:pt x="1261880" y="471450"/>
                      <a:pt x="1263388" y="471450"/>
                    </a:cubicBezTo>
                    <a:cubicBezTo>
                      <a:pt x="1264896" y="471450"/>
                      <a:pt x="1268395" y="472988"/>
                      <a:pt x="1273884" y="476064"/>
                    </a:cubicBezTo>
                    <a:cubicBezTo>
                      <a:pt x="1279374" y="479141"/>
                      <a:pt x="1282119" y="481645"/>
                      <a:pt x="1282119" y="483575"/>
                    </a:cubicBezTo>
                    <a:cubicBezTo>
                      <a:pt x="1282119" y="484902"/>
                      <a:pt x="1281184" y="486289"/>
                      <a:pt x="1279314" y="487737"/>
                    </a:cubicBezTo>
                    <a:cubicBezTo>
                      <a:pt x="1277444" y="489185"/>
                      <a:pt x="1275815" y="491266"/>
                      <a:pt x="1274427" y="493981"/>
                    </a:cubicBezTo>
                    <a:cubicBezTo>
                      <a:pt x="1273040" y="496696"/>
                      <a:pt x="1271864" y="499953"/>
                      <a:pt x="1270898" y="503754"/>
                    </a:cubicBezTo>
                    <a:cubicBezTo>
                      <a:pt x="1269933" y="507554"/>
                      <a:pt x="1268304" y="512923"/>
                      <a:pt x="1266012" y="519860"/>
                    </a:cubicBezTo>
                    <a:cubicBezTo>
                      <a:pt x="1263720" y="526798"/>
                      <a:pt x="1261427" y="531684"/>
                      <a:pt x="1259135" y="534519"/>
                    </a:cubicBezTo>
                    <a:cubicBezTo>
                      <a:pt x="1256843" y="537355"/>
                      <a:pt x="1255063" y="538772"/>
                      <a:pt x="1253796" y="538772"/>
                    </a:cubicBezTo>
                    <a:cubicBezTo>
                      <a:pt x="1252529" y="538772"/>
                      <a:pt x="1251444" y="538018"/>
                      <a:pt x="1250539" y="536510"/>
                    </a:cubicBezTo>
                    <a:cubicBezTo>
                      <a:pt x="1249634" y="535002"/>
                      <a:pt x="1248156" y="534248"/>
                      <a:pt x="1246105" y="534248"/>
                    </a:cubicBezTo>
                    <a:cubicBezTo>
                      <a:pt x="1244054" y="534248"/>
                      <a:pt x="1237478" y="535032"/>
                      <a:pt x="1226379" y="536601"/>
                    </a:cubicBezTo>
                    <a:cubicBezTo>
                      <a:pt x="1226258" y="544081"/>
                      <a:pt x="1226439" y="549963"/>
                      <a:pt x="1226922" y="554246"/>
                    </a:cubicBezTo>
                    <a:cubicBezTo>
                      <a:pt x="1227404" y="558529"/>
                      <a:pt x="1228369" y="561726"/>
                      <a:pt x="1229817" y="563837"/>
                    </a:cubicBezTo>
                    <a:cubicBezTo>
                      <a:pt x="1231265" y="565949"/>
                      <a:pt x="1234432" y="567638"/>
                      <a:pt x="1239318" y="568905"/>
                    </a:cubicBezTo>
                    <a:cubicBezTo>
                      <a:pt x="1244205" y="570171"/>
                      <a:pt x="1249785" y="570805"/>
                      <a:pt x="1256058" y="570805"/>
                    </a:cubicBezTo>
                    <a:cubicBezTo>
                      <a:pt x="1262332" y="570805"/>
                      <a:pt x="1268395" y="570322"/>
                      <a:pt x="1274246" y="569357"/>
                    </a:cubicBezTo>
                    <a:cubicBezTo>
                      <a:pt x="1280098" y="568392"/>
                      <a:pt x="1283808" y="567155"/>
                      <a:pt x="1285376" y="565647"/>
                    </a:cubicBezTo>
                    <a:cubicBezTo>
                      <a:pt x="1286945" y="564139"/>
                      <a:pt x="1288332" y="562058"/>
                      <a:pt x="1289539" y="559403"/>
                    </a:cubicBezTo>
                    <a:cubicBezTo>
                      <a:pt x="1290745" y="556749"/>
                      <a:pt x="1292314" y="550656"/>
                      <a:pt x="1294244" y="541125"/>
                    </a:cubicBezTo>
                    <a:cubicBezTo>
                      <a:pt x="1294727" y="538712"/>
                      <a:pt x="1295390" y="537505"/>
                      <a:pt x="1296235" y="537505"/>
                    </a:cubicBezTo>
                    <a:cubicBezTo>
                      <a:pt x="1297079" y="537505"/>
                      <a:pt x="1297653" y="539044"/>
                      <a:pt x="1297954" y="542120"/>
                    </a:cubicBezTo>
                    <a:cubicBezTo>
                      <a:pt x="1298256" y="545197"/>
                      <a:pt x="1299040" y="549178"/>
                      <a:pt x="1300307" y="554065"/>
                    </a:cubicBezTo>
                    <a:cubicBezTo>
                      <a:pt x="1301574" y="558951"/>
                      <a:pt x="1302629" y="562148"/>
                      <a:pt x="1303474" y="563656"/>
                    </a:cubicBezTo>
                    <a:cubicBezTo>
                      <a:pt x="1304318" y="565164"/>
                      <a:pt x="1304741" y="566461"/>
                      <a:pt x="1304741" y="567547"/>
                    </a:cubicBezTo>
                    <a:cubicBezTo>
                      <a:pt x="1304741" y="570925"/>
                      <a:pt x="1300307" y="574274"/>
                      <a:pt x="1291439" y="577591"/>
                    </a:cubicBezTo>
                    <a:cubicBezTo>
                      <a:pt x="1282571" y="580909"/>
                      <a:pt x="1272346" y="582568"/>
                      <a:pt x="1260764" y="582568"/>
                    </a:cubicBezTo>
                    <a:cubicBezTo>
                      <a:pt x="1252439" y="582568"/>
                      <a:pt x="1245381" y="581663"/>
                      <a:pt x="1239590" y="579854"/>
                    </a:cubicBezTo>
                    <a:cubicBezTo>
                      <a:pt x="1233799" y="578044"/>
                      <a:pt x="1229274" y="575601"/>
                      <a:pt x="1226017" y="572524"/>
                    </a:cubicBezTo>
                    <a:cubicBezTo>
                      <a:pt x="1222759" y="569448"/>
                      <a:pt x="1220617" y="565376"/>
                      <a:pt x="1219592" y="560308"/>
                    </a:cubicBezTo>
                    <a:cubicBezTo>
                      <a:pt x="1218567" y="555241"/>
                      <a:pt x="1218114" y="547700"/>
                      <a:pt x="1218235" y="537686"/>
                    </a:cubicBezTo>
                    <a:cubicBezTo>
                      <a:pt x="1208703" y="539134"/>
                      <a:pt x="1201645" y="539979"/>
                      <a:pt x="1197061" y="540220"/>
                    </a:cubicBezTo>
                    <a:cubicBezTo>
                      <a:pt x="1196940" y="543357"/>
                      <a:pt x="1196035" y="544925"/>
                      <a:pt x="1194346" y="544925"/>
                    </a:cubicBezTo>
                    <a:cubicBezTo>
                      <a:pt x="1193381" y="544925"/>
                      <a:pt x="1192416" y="544081"/>
                      <a:pt x="1191450" y="542392"/>
                    </a:cubicBezTo>
                    <a:cubicBezTo>
                      <a:pt x="1190485" y="540703"/>
                      <a:pt x="1189761" y="538712"/>
                      <a:pt x="1189279" y="536420"/>
                    </a:cubicBezTo>
                    <a:cubicBezTo>
                      <a:pt x="1186504" y="523631"/>
                      <a:pt x="1183849" y="512893"/>
                      <a:pt x="1181316" y="504206"/>
                    </a:cubicBezTo>
                    <a:cubicBezTo>
                      <a:pt x="1178782" y="495519"/>
                      <a:pt x="1176731" y="490422"/>
                      <a:pt x="1175163" y="488914"/>
                    </a:cubicBezTo>
                    <a:cubicBezTo>
                      <a:pt x="1173594" y="487406"/>
                      <a:pt x="1172810" y="485988"/>
                      <a:pt x="1172810" y="484661"/>
                    </a:cubicBezTo>
                    <a:cubicBezTo>
                      <a:pt x="1172810" y="483334"/>
                      <a:pt x="1173896" y="482670"/>
                      <a:pt x="1176068" y="482670"/>
                    </a:cubicBezTo>
                    <a:cubicBezTo>
                      <a:pt x="1178239" y="482670"/>
                      <a:pt x="1181497" y="483635"/>
                      <a:pt x="1185840" y="485566"/>
                    </a:cubicBezTo>
                    <a:cubicBezTo>
                      <a:pt x="1197784" y="483877"/>
                      <a:pt x="1208643" y="482187"/>
                      <a:pt x="1218416" y="480498"/>
                    </a:cubicBezTo>
                    <a:cubicBezTo>
                      <a:pt x="1218295" y="466020"/>
                      <a:pt x="1217119" y="456519"/>
                      <a:pt x="1214887" y="451995"/>
                    </a:cubicBezTo>
                    <a:cubicBezTo>
                      <a:pt x="1212655" y="447470"/>
                      <a:pt x="1211539" y="444424"/>
                      <a:pt x="1211539" y="442856"/>
                    </a:cubicBezTo>
                    <a:cubicBezTo>
                      <a:pt x="1211539" y="441287"/>
                      <a:pt x="1212353" y="440503"/>
                      <a:pt x="1213982" y="440503"/>
                    </a:cubicBezTo>
                    <a:close/>
                    <a:moveTo>
                      <a:pt x="1042055" y="439960"/>
                    </a:moveTo>
                    <a:cubicBezTo>
                      <a:pt x="1043684" y="439960"/>
                      <a:pt x="1045765" y="440624"/>
                      <a:pt x="1048299" y="441951"/>
                    </a:cubicBezTo>
                    <a:cubicBezTo>
                      <a:pt x="1050833" y="443278"/>
                      <a:pt x="1052100" y="444635"/>
                      <a:pt x="1052100" y="446023"/>
                    </a:cubicBezTo>
                    <a:cubicBezTo>
                      <a:pt x="1052100" y="447410"/>
                      <a:pt x="1051466" y="448677"/>
                      <a:pt x="1050199" y="449823"/>
                    </a:cubicBezTo>
                    <a:cubicBezTo>
                      <a:pt x="1048933" y="450969"/>
                      <a:pt x="1046731" y="453714"/>
                      <a:pt x="1043594" y="458057"/>
                    </a:cubicBezTo>
                    <a:cubicBezTo>
                      <a:pt x="1044921" y="458299"/>
                      <a:pt x="1046188" y="458419"/>
                      <a:pt x="1047394" y="458419"/>
                    </a:cubicBezTo>
                    <a:cubicBezTo>
                      <a:pt x="1050652" y="458419"/>
                      <a:pt x="1053457" y="457635"/>
                      <a:pt x="1055810" y="456067"/>
                    </a:cubicBezTo>
                    <a:cubicBezTo>
                      <a:pt x="1058162" y="454498"/>
                      <a:pt x="1060002" y="453714"/>
                      <a:pt x="1061329" y="453714"/>
                    </a:cubicBezTo>
                    <a:cubicBezTo>
                      <a:pt x="1062656" y="453714"/>
                      <a:pt x="1064828" y="454408"/>
                      <a:pt x="1067844" y="455795"/>
                    </a:cubicBezTo>
                    <a:cubicBezTo>
                      <a:pt x="1070861" y="457183"/>
                      <a:pt x="1072369" y="458510"/>
                      <a:pt x="1072369" y="459777"/>
                    </a:cubicBezTo>
                    <a:cubicBezTo>
                      <a:pt x="1072369" y="461044"/>
                      <a:pt x="1070861" y="462340"/>
                      <a:pt x="1067844" y="463668"/>
                    </a:cubicBezTo>
                    <a:cubicBezTo>
                      <a:pt x="1063501" y="465839"/>
                      <a:pt x="1056383" y="472837"/>
                      <a:pt x="1046489" y="484661"/>
                    </a:cubicBezTo>
                    <a:cubicBezTo>
                      <a:pt x="1054090" y="483092"/>
                      <a:pt x="1058615" y="482006"/>
                      <a:pt x="1060062" y="481403"/>
                    </a:cubicBezTo>
                    <a:cubicBezTo>
                      <a:pt x="1062475" y="480076"/>
                      <a:pt x="1064436" y="479412"/>
                      <a:pt x="1065944" y="479412"/>
                    </a:cubicBezTo>
                    <a:cubicBezTo>
                      <a:pt x="1067452" y="479412"/>
                      <a:pt x="1070137" y="480317"/>
                      <a:pt x="1073998" y="482127"/>
                    </a:cubicBezTo>
                    <a:cubicBezTo>
                      <a:pt x="1077858" y="483937"/>
                      <a:pt x="1079789" y="485626"/>
                      <a:pt x="1079789" y="487194"/>
                    </a:cubicBezTo>
                    <a:cubicBezTo>
                      <a:pt x="1079789" y="488763"/>
                      <a:pt x="1079005" y="490030"/>
                      <a:pt x="1077436" y="490995"/>
                    </a:cubicBezTo>
                    <a:cubicBezTo>
                      <a:pt x="1075747" y="492322"/>
                      <a:pt x="1073937" y="495459"/>
                      <a:pt x="1072007" y="500406"/>
                    </a:cubicBezTo>
                    <a:cubicBezTo>
                      <a:pt x="1077557" y="499802"/>
                      <a:pt x="1084223" y="498686"/>
                      <a:pt x="1092005" y="497058"/>
                    </a:cubicBezTo>
                    <a:cubicBezTo>
                      <a:pt x="1099786" y="495429"/>
                      <a:pt x="1105970" y="493860"/>
                      <a:pt x="1110554" y="492352"/>
                    </a:cubicBezTo>
                    <a:cubicBezTo>
                      <a:pt x="1115139" y="490844"/>
                      <a:pt x="1118940" y="490090"/>
                      <a:pt x="1121956" y="490090"/>
                    </a:cubicBezTo>
                    <a:cubicBezTo>
                      <a:pt x="1124972" y="490090"/>
                      <a:pt x="1127988" y="490904"/>
                      <a:pt x="1131005" y="492533"/>
                    </a:cubicBezTo>
                    <a:cubicBezTo>
                      <a:pt x="1134021" y="494162"/>
                      <a:pt x="1135529" y="495821"/>
                      <a:pt x="1135529" y="497510"/>
                    </a:cubicBezTo>
                    <a:cubicBezTo>
                      <a:pt x="1135529" y="500044"/>
                      <a:pt x="1132814" y="501009"/>
                      <a:pt x="1127385" y="500406"/>
                    </a:cubicBezTo>
                    <a:cubicBezTo>
                      <a:pt x="1126179" y="500285"/>
                      <a:pt x="1124731" y="500225"/>
                      <a:pt x="1123042" y="500225"/>
                    </a:cubicBezTo>
                    <a:cubicBezTo>
                      <a:pt x="1115682" y="500225"/>
                      <a:pt x="1106633" y="501009"/>
                      <a:pt x="1095896" y="502577"/>
                    </a:cubicBezTo>
                    <a:cubicBezTo>
                      <a:pt x="1098309" y="504266"/>
                      <a:pt x="1100028" y="505684"/>
                      <a:pt x="1101053" y="506830"/>
                    </a:cubicBezTo>
                    <a:cubicBezTo>
                      <a:pt x="1102079" y="507976"/>
                      <a:pt x="1102592" y="509304"/>
                      <a:pt x="1102592" y="510812"/>
                    </a:cubicBezTo>
                    <a:cubicBezTo>
                      <a:pt x="1102592" y="512320"/>
                      <a:pt x="1102411" y="514009"/>
                      <a:pt x="1102049" y="515879"/>
                    </a:cubicBezTo>
                    <a:cubicBezTo>
                      <a:pt x="1101687" y="517749"/>
                      <a:pt x="1101506" y="519830"/>
                      <a:pt x="1101506" y="522123"/>
                    </a:cubicBezTo>
                    <a:cubicBezTo>
                      <a:pt x="1101506" y="524415"/>
                      <a:pt x="1101838" y="531744"/>
                      <a:pt x="1102501" y="544111"/>
                    </a:cubicBezTo>
                    <a:cubicBezTo>
                      <a:pt x="1103165" y="556478"/>
                      <a:pt x="1103496" y="565526"/>
                      <a:pt x="1103496" y="571257"/>
                    </a:cubicBezTo>
                    <a:cubicBezTo>
                      <a:pt x="1103496" y="576988"/>
                      <a:pt x="1102139" y="582267"/>
                      <a:pt x="1099425" y="587093"/>
                    </a:cubicBezTo>
                    <a:cubicBezTo>
                      <a:pt x="1096710" y="591919"/>
                      <a:pt x="1094508" y="594332"/>
                      <a:pt x="1092819" y="594332"/>
                    </a:cubicBezTo>
                    <a:cubicBezTo>
                      <a:pt x="1091130" y="594332"/>
                      <a:pt x="1089712" y="593216"/>
                      <a:pt x="1088566" y="590984"/>
                    </a:cubicBezTo>
                    <a:cubicBezTo>
                      <a:pt x="1087420" y="588752"/>
                      <a:pt x="1085851" y="586278"/>
                      <a:pt x="1083861" y="583564"/>
                    </a:cubicBezTo>
                    <a:cubicBezTo>
                      <a:pt x="1081870" y="580849"/>
                      <a:pt x="1079879" y="578587"/>
                      <a:pt x="1077889" y="576777"/>
                    </a:cubicBezTo>
                    <a:cubicBezTo>
                      <a:pt x="1075898" y="574967"/>
                      <a:pt x="1074902" y="573791"/>
                      <a:pt x="1074902" y="573248"/>
                    </a:cubicBezTo>
                    <a:cubicBezTo>
                      <a:pt x="1074902" y="572705"/>
                      <a:pt x="1075385" y="572434"/>
                      <a:pt x="1076350" y="572434"/>
                    </a:cubicBezTo>
                    <a:cubicBezTo>
                      <a:pt x="1077315" y="572434"/>
                      <a:pt x="1079216" y="572705"/>
                      <a:pt x="1082051" y="573248"/>
                    </a:cubicBezTo>
                    <a:cubicBezTo>
                      <a:pt x="1084886" y="573791"/>
                      <a:pt x="1087088" y="574062"/>
                      <a:pt x="1088657" y="574062"/>
                    </a:cubicBezTo>
                    <a:cubicBezTo>
                      <a:pt x="1090225" y="574062"/>
                      <a:pt x="1091341" y="573399"/>
                      <a:pt x="1092005" y="572072"/>
                    </a:cubicBezTo>
                    <a:cubicBezTo>
                      <a:pt x="1092668" y="570745"/>
                      <a:pt x="1093181" y="567608"/>
                      <a:pt x="1093543" y="562661"/>
                    </a:cubicBezTo>
                    <a:cubicBezTo>
                      <a:pt x="1093905" y="557714"/>
                      <a:pt x="1094086" y="551501"/>
                      <a:pt x="1094086" y="544021"/>
                    </a:cubicBezTo>
                    <a:cubicBezTo>
                      <a:pt x="1094086" y="536540"/>
                      <a:pt x="1093754" y="528698"/>
                      <a:pt x="1093090" y="520494"/>
                    </a:cubicBezTo>
                    <a:cubicBezTo>
                      <a:pt x="1092427" y="512290"/>
                      <a:pt x="1091431" y="506679"/>
                      <a:pt x="1090104" y="503663"/>
                    </a:cubicBezTo>
                    <a:cubicBezTo>
                      <a:pt x="1085037" y="504749"/>
                      <a:pt x="1081297" y="505292"/>
                      <a:pt x="1078884" y="505292"/>
                    </a:cubicBezTo>
                    <a:cubicBezTo>
                      <a:pt x="1076471" y="505292"/>
                      <a:pt x="1073817" y="504628"/>
                      <a:pt x="1070921" y="503301"/>
                    </a:cubicBezTo>
                    <a:cubicBezTo>
                      <a:pt x="1067543" y="511747"/>
                      <a:pt x="1065612" y="516362"/>
                      <a:pt x="1065130" y="517146"/>
                    </a:cubicBezTo>
                    <a:cubicBezTo>
                      <a:pt x="1064647" y="517930"/>
                      <a:pt x="1063984" y="518322"/>
                      <a:pt x="1063139" y="518322"/>
                    </a:cubicBezTo>
                    <a:cubicBezTo>
                      <a:pt x="1062295" y="518322"/>
                      <a:pt x="1061571" y="518111"/>
                      <a:pt x="1060967" y="517689"/>
                    </a:cubicBezTo>
                    <a:cubicBezTo>
                      <a:pt x="1060364" y="517266"/>
                      <a:pt x="1059701" y="517055"/>
                      <a:pt x="1058977" y="517055"/>
                    </a:cubicBezTo>
                    <a:cubicBezTo>
                      <a:pt x="1054392" y="517055"/>
                      <a:pt x="1045102" y="518624"/>
                      <a:pt x="1031107" y="521761"/>
                    </a:cubicBezTo>
                    <a:cubicBezTo>
                      <a:pt x="1030624" y="523088"/>
                      <a:pt x="1029840" y="523751"/>
                      <a:pt x="1028754" y="523751"/>
                    </a:cubicBezTo>
                    <a:cubicBezTo>
                      <a:pt x="1027668" y="523751"/>
                      <a:pt x="1026914" y="523299"/>
                      <a:pt x="1026492" y="522394"/>
                    </a:cubicBezTo>
                    <a:cubicBezTo>
                      <a:pt x="1026069" y="521489"/>
                      <a:pt x="1025587" y="518775"/>
                      <a:pt x="1025044" y="514250"/>
                    </a:cubicBezTo>
                    <a:cubicBezTo>
                      <a:pt x="1024501" y="509726"/>
                      <a:pt x="1023717" y="505232"/>
                      <a:pt x="1022691" y="500768"/>
                    </a:cubicBezTo>
                    <a:cubicBezTo>
                      <a:pt x="1021666" y="496303"/>
                      <a:pt x="1020821" y="493378"/>
                      <a:pt x="1020158" y="491990"/>
                    </a:cubicBezTo>
                    <a:cubicBezTo>
                      <a:pt x="1019494" y="490603"/>
                      <a:pt x="1019162" y="489487"/>
                      <a:pt x="1019162" y="488642"/>
                    </a:cubicBezTo>
                    <a:cubicBezTo>
                      <a:pt x="1019162" y="487798"/>
                      <a:pt x="1019916" y="487375"/>
                      <a:pt x="1021424" y="487375"/>
                    </a:cubicBezTo>
                    <a:cubicBezTo>
                      <a:pt x="1022932" y="487375"/>
                      <a:pt x="1024169" y="487677"/>
                      <a:pt x="1025134" y="488280"/>
                    </a:cubicBezTo>
                    <a:cubicBezTo>
                      <a:pt x="1030925" y="487436"/>
                      <a:pt x="1036234" y="486531"/>
                      <a:pt x="1041060" y="485566"/>
                    </a:cubicBezTo>
                    <a:cubicBezTo>
                      <a:pt x="1049988" y="473018"/>
                      <a:pt x="1054452" y="465719"/>
                      <a:pt x="1054452" y="463668"/>
                    </a:cubicBezTo>
                    <a:cubicBezTo>
                      <a:pt x="1054452" y="462944"/>
                      <a:pt x="1054151" y="462582"/>
                      <a:pt x="1053547" y="462582"/>
                    </a:cubicBezTo>
                    <a:cubicBezTo>
                      <a:pt x="1052944" y="462582"/>
                      <a:pt x="1052281" y="462642"/>
                      <a:pt x="1051557" y="462763"/>
                    </a:cubicBezTo>
                    <a:cubicBezTo>
                      <a:pt x="1050833" y="462883"/>
                      <a:pt x="1050109" y="462944"/>
                      <a:pt x="1049385" y="462944"/>
                    </a:cubicBezTo>
                    <a:cubicBezTo>
                      <a:pt x="1047093" y="462944"/>
                      <a:pt x="1044378" y="462340"/>
                      <a:pt x="1041241" y="461134"/>
                    </a:cubicBezTo>
                    <a:cubicBezTo>
                      <a:pt x="1039069" y="464030"/>
                      <a:pt x="1036083" y="467438"/>
                      <a:pt x="1032283" y="471359"/>
                    </a:cubicBezTo>
                    <a:cubicBezTo>
                      <a:pt x="1028482" y="475280"/>
                      <a:pt x="1025919" y="477241"/>
                      <a:pt x="1024591" y="477241"/>
                    </a:cubicBezTo>
                    <a:cubicBezTo>
                      <a:pt x="1024229" y="477241"/>
                      <a:pt x="1024048" y="476909"/>
                      <a:pt x="1024048" y="476245"/>
                    </a:cubicBezTo>
                    <a:cubicBezTo>
                      <a:pt x="1024048" y="475582"/>
                      <a:pt x="1024591" y="474526"/>
                      <a:pt x="1025677" y="473078"/>
                    </a:cubicBezTo>
                    <a:cubicBezTo>
                      <a:pt x="1030021" y="467287"/>
                      <a:pt x="1033550" y="461466"/>
                      <a:pt x="1036264" y="455614"/>
                    </a:cubicBezTo>
                    <a:cubicBezTo>
                      <a:pt x="1038979" y="449763"/>
                      <a:pt x="1040155" y="446053"/>
                      <a:pt x="1039793" y="444484"/>
                    </a:cubicBezTo>
                    <a:cubicBezTo>
                      <a:pt x="1039673" y="443760"/>
                      <a:pt x="1039612" y="443157"/>
                      <a:pt x="1039612" y="442675"/>
                    </a:cubicBezTo>
                    <a:cubicBezTo>
                      <a:pt x="1039612" y="440865"/>
                      <a:pt x="1040427" y="439960"/>
                      <a:pt x="1042055" y="439960"/>
                    </a:cubicBezTo>
                    <a:close/>
                    <a:moveTo>
                      <a:pt x="698112" y="437969"/>
                    </a:moveTo>
                    <a:cubicBezTo>
                      <a:pt x="699681" y="437969"/>
                      <a:pt x="702546" y="438814"/>
                      <a:pt x="706709" y="440503"/>
                    </a:cubicBezTo>
                    <a:cubicBezTo>
                      <a:pt x="710871" y="442192"/>
                      <a:pt x="712952" y="443579"/>
                      <a:pt x="712952" y="444665"/>
                    </a:cubicBezTo>
                    <a:cubicBezTo>
                      <a:pt x="712952" y="445751"/>
                      <a:pt x="712560" y="447048"/>
                      <a:pt x="711776" y="448556"/>
                    </a:cubicBezTo>
                    <a:cubicBezTo>
                      <a:pt x="710992" y="450064"/>
                      <a:pt x="710298" y="452477"/>
                      <a:pt x="709695" y="455795"/>
                    </a:cubicBezTo>
                    <a:cubicBezTo>
                      <a:pt x="709092" y="459113"/>
                      <a:pt x="708066" y="466020"/>
                      <a:pt x="706618" y="476517"/>
                    </a:cubicBezTo>
                    <a:cubicBezTo>
                      <a:pt x="716270" y="472897"/>
                      <a:pt x="721760" y="470364"/>
                      <a:pt x="723087" y="468916"/>
                    </a:cubicBezTo>
                    <a:cubicBezTo>
                      <a:pt x="724414" y="467468"/>
                      <a:pt x="725651" y="466744"/>
                      <a:pt x="726797" y="466744"/>
                    </a:cubicBezTo>
                    <a:cubicBezTo>
                      <a:pt x="727943" y="466744"/>
                      <a:pt x="730145" y="467709"/>
                      <a:pt x="733403" y="469640"/>
                    </a:cubicBezTo>
                    <a:cubicBezTo>
                      <a:pt x="736660" y="471570"/>
                      <a:pt x="738289" y="473139"/>
                      <a:pt x="738289" y="474345"/>
                    </a:cubicBezTo>
                    <a:cubicBezTo>
                      <a:pt x="738289" y="475552"/>
                      <a:pt x="737203" y="476879"/>
                      <a:pt x="735031" y="478327"/>
                    </a:cubicBezTo>
                    <a:cubicBezTo>
                      <a:pt x="728637" y="482670"/>
                      <a:pt x="725440" y="491025"/>
                      <a:pt x="725440" y="503392"/>
                    </a:cubicBezTo>
                    <a:cubicBezTo>
                      <a:pt x="725440" y="515758"/>
                      <a:pt x="727883" y="524294"/>
                      <a:pt x="732769" y="529000"/>
                    </a:cubicBezTo>
                    <a:cubicBezTo>
                      <a:pt x="737656" y="533705"/>
                      <a:pt x="741124" y="536058"/>
                      <a:pt x="743175" y="536058"/>
                    </a:cubicBezTo>
                    <a:cubicBezTo>
                      <a:pt x="744623" y="536058"/>
                      <a:pt x="745920" y="535032"/>
                      <a:pt x="747066" y="532981"/>
                    </a:cubicBezTo>
                    <a:cubicBezTo>
                      <a:pt x="748212" y="530930"/>
                      <a:pt x="749570" y="527612"/>
                      <a:pt x="751138" y="523027"/>
                    </a:cubicBezTo>
                    <a:cubicBezTo>
                      <a:pt x="751983" y="520614"/>
                      <a:pt x="752707" y="519408"/>
                      <a:pt x="753310" y="519408"/>
                    </a:cubicBezTo>
                    <a:cubicBezTo>
                      <a:pt x="753913" y="519408"/>
                      <a:pt x="754215" y="520976"/>
                      <a:pt x="754215" y="524113"/>
                    </a:cubicBezTo>
                    <a:cubicBezTo>
                      <a:pt x="754215" y="527250"/>
                      <a:pt x="754426" y="530930"/>
                      <a:pt x="754848" y="535153"/>
                    </a:cubicBezTo>
                    <a:cubicBezTo>
                      <a:pt x="755270" y="539376"/>
                      <a:pt x="755663" y="541939"/>
                      <a:pt x="756025" y="542844"/>
                    </a:cubicBezTo>
                    <a:cubicBezTo>
                      <a:pt x="756386" y="543749"/>
                      <a:pt x="756567" y="544684"/>
                      <a:pt x="756567" y="545649"/>
                    </a:cubicBezTo>
                    <a:cubicBezTo>
                      <a:pt x="756567" y="547942"/>
                      <a:pt x="755120" y="549088"/>
                      <a:pt x="752224" y="549088"/>
                    </a:cubicBezTo>
                    <a:cubicBezTo>
                      <a:pt x="749328" y="549088"/>
                      <a:pt x="744683" y="547610"/>
                      <a:pt x="738289" y="544654"/>
                    </a:cubicBezTo>
                    <a:cubicBezTo>
                      <a:pt x="731895" y="541698"/>
                      <a:pt x="727068" y="536842"/>
                      <a:pt x="723811" y="530085"/>
                    </a:cubicBezTo>
                    <a:cubicBezTo>
                      <a:pt x="720553" y="523329"/>
                      <a:pt x="718925" y="515969"/>
                      <a:pt x="718925" y="508007"/>
                    </a:cubicBezTo>
                    <a:cubicBezTo>
                      <a:pt x="718925" y="498475"/>
                      <a:pt x="719950" y="489607"/>
                      <a:pt x="722001" y="481403"/>
                    </a:cubicBezTo>
                    <a:cubicBezTo>
                      <a:pt x="722242" y="480559"/>
                      <a:pt x="722363" y="479895"/>
                      <a:pt x="722363" y="479412"/>
                    </a:cubicBezTo>
                    <a:cubicBezTo>
                      <a:pt x="722363" y="478085"/>
                      <a:pt x="721971" y="477422"/>
                      <a:pt x="721187" y="477422"/>
                    </a:cubicBezTo>
                    <a:cubicBezTo>
                      <a:pt x="720403" y="477422"/>
                      <a:pt x="717990" y="478085"/>
                      <a:pt x="713948" y="479412"/>
                    </a:cubicBezTo>
                    <a:cubicBezTo>
                      <a:pt x="709906" y="480740"/>
                      <a:pt x="707222" y="481584"/>
                      <a:pt x="705894" y="481946"/>
                    </a:cubicBezTo>
                    <a:cubicBezTo>
                      <a:pt x="704326" y="492684"/>
                      <a:pt x="702275" y="501733"/>
                      <a:pt x="699741" y="509092"/>
                    </a:cubicBezTo>
                    <a:cubicBezTo>
                      <a:pt x="702396" y="510902"/>
                      <a:pt x="704658" y="512621"/>
                      <a:pt x="706528" y="514250"/>
                    </a:cubicBezTo>
                    <a:cubicBezTo>
                      <a:pt x="708398" y="515879"/>
                      <a:pt x="709665" y="517236"/>
                      <a:pt x="710328" y="518322"/>
                    </a:cubicBezTo>
                    <a:cubicBezTo>
                      <a:pt x="710992" y="519408"/>
                      <a:pt x="711324" y="521218"/>
                      <a:pt x="711324" y="523751"/>
                    </a:cubicBezTo>
                    <a:cubicBezTo>
                      <a:pt x="711324" y="526285"/>
                      <a:pt x="710479" y="527552"/>
                      <a:pt x="708790" y="527552"/>
                    </a:cubicBezTo>
                    <a:cubicBezTo>
                      <a:pt x="707101" y="527552"/>
                      <a:pt x="703059" y="524113"/>
                      <a:pt x="696665" y="517236"/>
                    </a:cubicBezTo>
                    <a:cubicBezTo>
                      <a:pt x="691718" y="528336"/>
                      <a:pt x="686047" y="536178"/>
                      <a:pt x="679653" y="540763"/>
                    </a:cubicBezTo>
                    <a:cubicBezTo>
                      <a:pt x="673259" y="545348"/>
                      <a:pt x="668915" y="547640"/>
                      <a:pt x="666623" y="547640"/>
                    </a:cubicBezTo>
                    <a:cubicBezTo>
                      <a:pt x="666140" y="547640"/>
                      <a:pt x="665899" y="547338"/>
                      <a:pt x="665899" y="546735"/>
                    </a:cubicBezTo>
                    <a:cubicBezTo>
                      <a:pt x="665899" y="546132"/>
                      <a:pt x="666864" y="544986"/>
                      <a:pt x="668795" y="543297"/>
                    </a:cubicBezTo>
                    <a:cubicBezTo>
                      <a:pt x="679532" y="533645"/>
                      <a:pt x="687073" y="523088"/>
                      <a:pt x="691416" y="511626"/>
                    </a:cubicBezTo>
                    <a:cubicBezTo>
                      <a:pt x="686832" y="506559"/>
                      <a:pt x="684539" y="503633"/>
                      <a:pt x="684539" y="502849"/>
                    </a:cubicBezTo>
                    <a:cubicBezTo>
                      <a:pt x="684539" y="502065"/>
                      <a:pt x="684841" y="501672"/>
                      <a:pt x="685444" y="501672"/>
                    </a:cubicBezTo>
                    <a:cubicBezTo>
                      <a:pt x="686771" y="501672"/>
                      <a:pt x="689426" y="502939"/>
                      <a:pt x="693407" y="505473"/>
                    </a:cubicBezTo>
                    <a:cubicBezTo>
                      <a:pt x="695458" y="498355"/>
                      <a:pt x="696906" y="491357"/>
                      <a:pt x="697751" y="484480"/>
                    </a:cubicBezTo>
                    <a:cubicBezTo>
                      <a:pt x="690150" y="486772"/>
                      <a:pt x="685474" y="487918"/>
                      <a:pt x="683725" y="487918"/>
                    </a:cubicBezTo>
                    <a:cubicBezTo>
                      <a:pt x="681976" y="487918"/>
                      <a:pt x="680618" y="487677"/>
                      <a:pt x="679653" y="487194"/>
                    </a:cubicBezTo>
                    <a:cubicBezTo>
                      <a:pt x="678688" y="486712"/>
                      <a:pt x="678205" y="486169"/>
                      <a:pt x="678205" y="485566"/>
                    </a:cubicBezTo>
                    <a:cubicBezTo>
                      <a:pt x="678205" y="484480"/>
                      <a:pt x="679110" y="483756"/>
                      <a:pt x="680920" y="483394"/>
                    </a:cubicBezTo>
                    <a:cubicBezTo>
                      <a:pt x="685143" y="482791"/>
                      <a:pt x="690994" y="481343"/>
                      <a:pt x="698474" y="479051"/>
                    </a:cubicBezTo>
                    <a:cubicBezTo>
                      <a:pt x="699319" y="470605"/>
                      <a:pt x="699741" y="463547"/>
                      <a:pt x="699741" y="457876"/>
                    </a:cubicBezTo>
                    <a:cubicBezTo>
                      <a:pt x="699741" y="450275"/>
                      <a:pt x="699078" y="445570"/>
                      <a:pt x="697751" y="443760"/>
                    </a:cubicBezTo>
                    <a:cubicBezTo>
                      <a:pt x="696423" y="441951"/>
                      <a:pt x="695760" y="440533"/>
                      <a:pt x="695760" y="439507"/>
                    </a:cubicBezTo>
                    <a:cubicBezTo>
                      <a:pt x="695760" y="438482"/>
                      <a:pt x="696544" y="437969"/>
                      <a:pt x="698112" y="437969"/>
                    </a:cubicBezTo>
                    <a:close/>
                    <a:moveTo>
                      <a:pt x="1769304" y="437064"/>
                    </a:moveTo>
                    <a:cubicBezTo>
                      <a:pt x="1774612" y="437064"/>
                      <a:pt x="1779106" y="438271"/>
                      <a:pt x="1782786" y="440684"/>
                    </a:cubicBezTo>
                    <a:cubicBezTo>
                      <a:pt x="1786466" y="443097"/>
                      <a:pt x="1788306" y="446354"/>
                      <a:pt x="1788306" y="450456"/>
                    </a:cubicBezTo>
                    <a:cubicBezTo>
                      <a:pt x="1788306" y="452266"/>
                      <a:pt x="1787884" y="453714"/>
                      <a:pt x="1787039" y="454800"/>
                    </a:cubicBezTo>
                    <a:cubicBezTo>
                      <a:pt x="1786195" y="455886"/>
                      <a:pt x="1785169" y="456429"/>
                      <a:pt x="1783963" y="456429"/>
                    </a:cubicBezTo>
                    <a:cubicBezTo>
                      <a:pt x="1782756" y="456429"/>
                      <a:pt x="1781519" y="456006"/>
                      <a:pt x="1780253" y="455162"/>
                    </a:cubicBezTo>
                    <a:cubicBezTo>
                      <a:pt x="1778986" y="454317"/>
                      <a:pt x="1776120" y="451603"/>
                      <a:pt x="1771656" y="447018"/>
                    </a:cubicBezTo>
                    <a:cubicBezTo>
                      <a:pt x="1767192" y="442433"/>
                      <a:pt x="1764960" y="439628"/>
                      <a:pt x="1764960" y="438603"/>
                    </a:cubicBezTo>
                    <a:cubicBezTo>
                      <a:pt x="1764960" y="437577"/>
                      <a:pt x="1766408" y="437064"/>
                      <a:pt x="1769304" y="437064"/>
                    </a:cubicBezTo>
                    <a:close/>
                    <a:moveTo>
                      <a:pt x="1596110" y="436340"/>
                    </a:moveTo>
                    <a:cubicBezTo>
                      <a:pt x="1598041" y="436340"/>
                      <a:pt x="1601087" y="437275"/>
                      <a:pt x="1605250" y="439146"/>
                    </a:cubicBezTo>
                    <a:cubicBezTo>
                      <a:pt x="1609412" y="441016"/>
                      <a:pt x="1611493" y="442856"/>
                      <a:pt x="1611493" y="444665"/>
                    </a:cubicBezTo>
                    <a:cubicBezTo>
                      <a:pt x="1611493" y="445510"/>
                      <a:pt x="1610890" y="446897"/>
                      <a:pt x="1609684" y="448828"/>
                    </a:cubicBezTo>
                    <a:cubicBezTo>
                      <a:pt x="1607753" y="452085"/>
                      <a:pt x="1606004" y="456368"/>
                      <a:pt x="1604435" y="461677"/>
                    </a:cubicBezTo>
                    <a:cubicBezTo>
                      <a:pt x="1603711" y="464331"/>
                      <a:pt x="1602807" y="467227"/>
                      <a:pt x="1601721" y="470364"/>
                    </a:cubicBezTo>
                    <a:cubicBezTo>
                      <a:pt x="1612338" y="468071"/>
                      <a:pt x="1620180" y="465538"/>
                      <a:pt x="1625247" y="462763"/>
                    </a:cubicBezTo>
                    <a:cubicBezTo>
                      <a:pt x="1626936" y="461918"/>
                      <a:pt x="1628143" y="461496"/>
                      <a:pt x="1628867" y="461496"/>
                    </a:cubicBezTo>
                    <a:cubicBezTo>
                      <a:pt x="1630315" y="461496"/>
                      <a:pt x="1633603" y="463185"/>
                      <a:pt x="1638730" y="466563"/>
                    </a:cubicBezTo>
                    <a:cubicBezTo>
                      <a:pt x="1643858" y="469941"/>
                      <a:pt x="1646421" y="472354"/>
                      <a:pt x="1646421" y="473802"/>
                    </a:cubicBezTo>
                    <a:cubicBezTo>
                      <a:pt x="1646421" y="475250"/>
                      <a:pt x="1644612" y="476547"/>
                      <a:pt x="1640992" y="477693"/>
                    </a:cubicBezTo>
                    <a:cubicBezTo>
                      <a:pt x="1637373" y="478839"/>
                      <a:pt x="1634326" y="480136"/>
                      <a:pt x="1631853" y="481584"/>
                    </a:cubicBezTo>
                    <a:cubicBezTo>
                      <a:pt x="1629380" y="483032"/>
                      <a:pt x="1626092" y="485445"/>
                      <a:pt x="1621990" y="488823"/>
                    </a:cubicBezTo>
                    <a:cubicBezTo>
                      <a:pt x="1621025" y="489547"/>
                      <a:pt x="1620210" y="489909"/>
                      <a:pt x="1619547" y="489909"/>
                    </a:cubicBezTo>
                    <a:cubicBezTo>
                      <a:pt x="1618883" y="489909"/>
                      <a:pt x="1618551" y="489577"/>
                      <a:pt x="1618551" y="488914"/>
                    </a:cubicBezTo>
                    <a:cubicBezTo>
                      <a:pt x="1618551" y="488250"/>
                      <a:pt x="1618732" y="487617"/>
                      <a:pt x="1619094" y="487013"/>
                    </a:cubicBezTo>
                    <a:cubicBezTo>
                      <a:pt x="1622593" y="479412"/>
                      <a:pt x="1624343" y="474918"/>
                      <a:pt x="1624343" y="473531"/>
                    </a:cubicBezTo>
                    <a:cubicBezTo>
                      <a:pt x="1624343" y="472143"/>
                      <a:pt x="1623438" y="471450"/>
                      <a:pt x="1621628" y="471450"/>
                    </a:cubicBezTo>
                    <a:cubicBezTo>
                      <a:pt x="1619818" y="471450"/>
                      <a:pt x="1612640" y="472716"/>
                      <a:pt x="1600092" y="475250"/>
                    </a:cubicBezTo>
                    <a:cubicBezTo>
                      <a:pt x="1596110" y="486591"/>
                      <a:pt x="1593094" y="494614"/>
                      <a:pt x="1591043" y="499320"/>
                    </a:cubicBezTo>
                    <a:cubicBezTo>
                      <a:pt x="1598644" y="509334"/>
                      <a:pt x="1605159" y="517478"/>
                      <a:pt x="1610589" y="523751"/>
                    </a:cubicBezTo>
                    <a:cubicBezTo>
                      <a:pt x="1618310" y="514944"/>
                      <a:pt x="1622653" y="508489"/>
                      <a:pt x="1623619" y="504387"/>
                    </a:cubicBezTo>
                    <a:cubicBezTo>
                      <a:pt x="1624101" y="502577"/>
                      <a:pt x="1624554" y="501431"/>
                      <a:pt x="1624976" y="500948"/>
                    </a:cubicBezTo>
                    <a:cubicBezTo>
                      <a:pt x="1625398" y="500466"/>
                      <a:pt x="1626122" y="500225"/>
                      <a:pt x="1627148" y="500225"/>
                    </a:cubicBezTo>
                    <a:cubicBezTo>
                      <a:pt x="1628173" y="500225"/>
                      <a:pt x="1630405" y="501129"/>
                      <a:pt x="1633844" y="502939"/>
                    </a:cubicBezTo>
                    <a:cubicBezTo>
                      <a:pt x="1637282" y="504749"/>
                      <a:pt x="1639002" y="506348"/>
                      <a:pt x="1639002" y="507735"/>
                    </a:cubicBezTo>
                    <a:cubicBezTo>
                      <a:pt x="1639002" y="509123"/>
                      <a:pt x="1638157" y="510299"/>
                      <a:pt x="1636468" y="511264"/>
                    </a:cubicBezTo>
                    <a:cubicBezTo>
                      <a:pt x="1633693" y="512833"/>
                      <a:pt x="1625971" y="518081"/>
                      <a:pt x="1613303" y="527009"/>
                    </a:cubicBezTo>
                    <a:cubicBezTo>
                      <a:pt x="1620060" y="534610"/>
                      <a:pt x="1626213" y="540582"/>
                      <a:pt x="1631763" y="544925"/>
                    </a:cubicBezTo>
                    <a:cubicBezTo>
                      <a:pt x="1637312" y="549269"/>
                      <a:pt x="1642953" y="552677"/>
                      <a:pt x="1648684" y="555150"/>
                    </a:cubicBezTo>
                    <a:cubicBezTo>
                      <a:pt x="1654415" y="557624"/>
                      <a:pt x="1661865" y="560188"/>
                      <a:pt x="1671034" y="562842"/>
                    </a:cubicBezTo>
                    <a:cubicBezTo>
                      <a:pt x="1674050" y="563687"/>
                      <a:pt x="1675559" y="564712"/>
                      <a:pt x="1675559" y="565919"/>
                    </a:cubicBezTo>
                    <a:cubicBezTo>
                      <a:pt x="1675559" y="566522"/>
                      <a:pt x="1675076" y="567004"/>
                      <a:pt x="1674111" y="567366"/>
                    </a:cubicBezTo>
                    <a:cubicBezTo>
                      <a:pt x="1673145" y="567728"/>
                      <a:pt x="1669043" y="568151"/>
                      <a:pt x="1661804" y="568633"/>
                    </a:cubicBezTo>
                    <a:cubicBezTo>
                      <a:pt x="1654565" y="569116"/>
                      <a:pt x="1648895" y="569357"/>
                      <a:pt x="1644793" y="569357"/>
                    </a:cubicBezTo>
                    <a:cubicBezTo>
                      <a:pt x="1640691" y="569357"/>
                      <a:pt x="1637584" y="568693"/>
                      <a:pt x="1635473" y="567366"/>
                    </a:cubicBezTo>
                    <a:cubicBezTo>
                      <a:pt x="1633361" y="566039"/>
                      <a:pt x="1627962" y="559524"/>
                      <a:pt x="1619275" y="547821"/>
                    </a:cubicBezTo>
                    <a:cubicBezTo>
                      <a:pt x="1610589" y="536118"/>
                      <a:pt x="1600574" y="521399"/>
                      <a:pt x="1589233" y="503663"/>
                    </a:cubicBezTo>
                    <a:cubicBezTo>
                      <a:pt x="1586097" y="510781"/>
                      <a:pt x="1583261" y="516693"/>
                      <a:pt x="1580728" y="521399"/>
                    </a:cubicBezTo>
                    <a:cubicBezTo>
                      <a:pt x="1586036" y="524174"/>
                      <a:pt x="1588690" y="527069"/>
                      <a:pt x="1588690" y="530085"/>
                    </a:cubicBezTo>
                    <a:cubicBezTo>
                      <a:pt x="1588690" y="531051"/>
                      <a:pt x="1588389" y="532378"/>
                      <a:pt x="1587786" y="534067"/>
                    </a:cubicBezTo>
                    <a:cubicBezTo>
                      <a:pt x="1587182" y="535756"/>
                      <a:pt x="1586639" y="540250"/>
                      <a:pt x="1586157" y="547550"/>
                    </a:cubicBezTo>
                    <a:cubicBezTo>
                      <a:pt x="1585674" y="554849"/>
                      <a:pt x="1585493" y="561877"/>
                      <a:pt x="1585614" y="568633"/>
                    </a:cubicBezTo>
                    <a:cubicBezTo>
                      <a:pt x="1596110" y="561274"/>
                      <a:pt x="1602173" y="557111"/>
                      <a:pt x="1603802" y="556146"/>
                    </a:cubicBezTo>
                    <a:cubicBezTo>
                      <a:pt x="1605431" y="555181"/>
                      <a:pt x="1606547" y="554698"/>
                      <a:pt x="1607150" y="554698"/>
                    </a:cubicBezTo>
                    <a:cubicBezTo>
                      <a:pt x="1607753" y="554698"/>
                      <a:pt x="1608055" y="555060"/>
                      <a:pt x="1608055" y="555784"/>
                    </a:cubicBezTo>
                    <a:cubicBezTo>
                      <a:pt x="1608055" y="556508"/>
                      <a:pt x="1606667" y="558438"/>
                      <a:pt x="1603892" y="561575"/>
                    </a:cubicBezTo>
                    <a:cubicBezTo>
                      <a:pt x="1598222" y="567728"/>
                      <a:pt x="1590319" y="576898"/>
                      <a:pt x="1580185" y="589083"/>
                    </a:cubicBezTo>
                    <a:cubicBezTo>
                      <a:pt x="1579099" y="590410"/>
                      <a:pt x="1577922" y="591074"/>
                      <a:pt x="1576656" y="591074"/>
                    </a:cubicBezTo>
                    <a:cubicBezTo>
                      <a:pt x="1575389" y="591074"/>
                      <a:pt x="1573941" y="589536"/>
                      <a:pt x="1572312" y="586459"/>
                    </a:cubicBezTo>
                    <a:cubicBezTo>
                      <a:pt x="1570684" y="583383"/>
                      <a:pt x="1569869" y="581241"/>
                      <a:pt x="1569869" y="580035"/>
                    </a:cubicBezTo>
                    <a:cubicBezTo>
                      <a:pt x="1569869" y="578828"/>
                      <a:pt x="1570653" y="577441"/>
                      <a:pt x="1572222" y="575872"/>
                    </a:cubicBezTo>
                    <a:cubicBezTo>
                      <a:pt x="1574635" y="573700"/>
                      <a:pt x="1576324" y="570473"/>
                      <a:pt x="1577289" y="566190"/>
                    </a:cubicBezTo>
                    <a:cubicBezTo>
                      <a:pt x="1578254" y="561907"/>
                      <a:pt x="1578737" y="556417"/>
                      <a:pt x="1578737" y="549721"/>
                    </a:cubicBezTo>
                    <a:cubicBezTo>
                      <a:pt x="1578737" y="543025"/>
                      <a:pt x="1578435" y="535092"/>
                      <a:pt x="1577832" y="525923"/>
                    </a:cubicBezTo>
                    <a:cubicBezTo>
                      <a:pt x="1572282" y="535454"/>
                      <a:pt x="1565556" y="543809"/>
                      <a:pt x="1557653" y="550988"/>
                    </a:cubicBezTo>
                    <a:cubicBezTo>
                      <a:pt x="1549751" y="558167"/>
                      <a:pt x="1544895" y="561756"/>
                      <a:pt x="1543085" y="561756"/>
                    </a:cubicBezTo>
                    <a:cubicBezTo>
                      <a:pt x="1542602" y="561756"/>
                      <a:pt x="1542361" y="561394"/>
                      <a:pt x="1542361" y="560670"/>
                    </a:cubicBezTo>
                    <a:cubicBezTo>
                      <a:pt x="1542361" y="559946"/>
                      <a:pt x="1543386" y="558499"/>
                      <a:pt x="1545437" y="556327"/>
                    </a:cubicBezTo>
                    <a:cubicBezTo>
                      <a:pt x="1565465" y="534731"/>
                      <a:pt x="1580305" y="508429"/>
                      <a:pt x="1589957" y="477422"/>
                    </a:cubicBezTo>
                    <a:cubicBezTo>
                      <a:pt x="1580185" y="479473"/>
                      <a:pt x="1573850" y="480498"/>
                      <a:pt x="1570955" y="480498"/>
                    </a:cubicBezTo>
                    <a:cubicBezTo>
                      <a:pt x="1569990" y="487134"/>
                      <a:pt x="1568844" y="492081"/>
                      <a:pt x="1567516" y="495338"/>
                    </a:cubicBezTo>
                    <a:cubicBezTo>
                      <a:pt x="1566189" y="498596"/>
                      <a:pt x="1565134" y="500737"/>
                      <a:pt x="1564349" y="501763"/>
                    </a:cubicBezTo>
                    <a:cubicBezTo>
                      <a:pt x="1563565" y="502788"/>
                      <a:pt x="1562540" y="503301"/>
                      <a:pt x="1561273" y="503301"/>
                    </a:cubicBezTo>
                    <a:cubicBezTo>
                      <a:pt x="1560006" y="503301"/>
                      <a:pt x="1558920" y="502396"/>
                      <a:pt x="1558015" y="500587"/>
                    </a:cubicBezTo>
                    <a:cubicBezTo>
                      <a:pt x="1557110" y="498777"/>
                      <a:pt x="1556658" y="496997"/>
                      <a:pt x="1556658" y="495248"/>
                    </a:cubicBezTo>
                    <a:cubicBezTo>
                      <a:pt x="1556658" y="493498"/>
                      <a:pt x="1557502" y="490995"/>
                      <a:pt x="1559191" y="487737"/>
                    </a:cubicBezTo>
                    <a:cubicBezTo>
                      <a:pt x="1561966" y="482549"/>
                      <a:pt x="1563716" y="477422"/>
                      <a:pt x="1564440" y="472354"/>
                    </a:cubicBezTo>
                    <a:cubicBezTo>
                      <a:pt x="1564922" y="469338"/>
                      <a:pt x="1565677" y="467830"/>
                      <a:pt x="1566702" y="467830"/>
                    </a:cubicBezTo>
                    <a:cubicBezTo>
                      <a:pt x="1567727" y="467830"/>
                      <a:pt x="1569145" y="470726"/>
                      <a:pt x="1570955" y="476517"/>
                    </a:cubicBezTo>
                    <a:cubicBezTo>
                      <a:pt x="1576867" y="475552"/>
                      <a:pt x="1583684" y="474285"/>
                      <a:pt x="1591405" y="472716"/>
                    </a:cubicBezTo>
                    <a:cubicBezTo>
                      <a:pt x="1593939" y="463668"/>
                      <a:pt x="1595206" y="455765"/>
                      <a:pt x="1595206" y="449009"/>
                    </a:cubicBezTo>
                    <a:cubicBezTo>
                      <a:pt x="1595206" y="445630"/>
                      <a:pt x="1594874" y="443278"/>
                      <a:pt x="1594210" y="441951"/>
                    </a:cubicBezTo>
                    <a:cubicBezTo>
                      <a:pt x="1593547" y="440624"/>
                      <a:pt x="1593215" y="439538"/>
                      <a:pt x="1593215" y="438693"/>
                    </a:cubicBezTo>
                    <a:cubicBezTo>
                      <a:pt x="1593215" y="437125"/>
                      <a:pt x="1594180" y="436340"/>
                      <a:pt x="1596110" y="436340"/>
                    </a:cubicBezTo>
                    <a:close/>
                    <a:moveTo>
                      <a:pt x="144536" y="423411"/>
                    </a:moveTo>
                    <a:cubicBezTo>
                      <a:pt x="141497" y="423411"/>
                      <a:pt x="138958" y="424203"/>
                      <a:pt x="136918" y="425787"/>
                    </a:cubicBezTo>
                    <a:cubicBezTo>
                      <a:pt x="134877" y="427372"/>
                      <a:pt x="133260" y="429694"/>
                      <a:pt x="132067" y="432754"/>
                    </a:cubicBezTo>
                    <a:cubicBezTo>
                      <a:pt x="130873" y="435815"/>
                      <a:pt x="130027" y="439548"/>
                      <a:pt x="129527" y="443954"/>
                    </a:cubicBezTo>
                    <a:cubicBezTo>
                      <a:pt x="129028" y="448360"/>
                      <a:pt x="128779" y="453362"/>
                      <a:pt x="128779" y="458962"/>
                    </a:cubicBezTo>
                    <a:cubicBezTo>
                      <a:pt x="128779" y="465430"/>
                      <a:pt x="129093" y="471019"/>
                      <a:pt x="129723" y="475728"/>
                    </a:cubicBezTo>
                    <a:cubicBezTo>
                      <a:pt x="130352" y="480438"/>
                      <a:pt x="131329" y="484312"/>
                      <a:pt x="132653" y="487351"/>
                    </a:cubicBezTo>
                    <a:cubicBezTo>
                      <a:pt x="133977" y="490390"/>
                      <a:pt x="135637" y="492625"/>
                      <a:pt x="137634" y="494058"/>
                    </a:cubicBezTo>
                    <a:cubicBezTo>
                      <a:pt x="139631" y="495490"/>
                      <a:pt x="142018" y="496206"/>
                      <a:pt x="144796" y="496206"/>
                    </a:cubicBezTo>
                    <a:cubicBezTo>
                      <a:pt x="147401" y="496206"/>
                      <a:pt x="149680" y="495533"/>
                      <a:pt x="151633" y="494188"/>
                    </a:cubicBezTo>
                    <a:cubicBezTo>
                      <a:pt x="153586" y="492842"/>
                      <a:pt x="155203" y="490748"/>
                      <a:pt x="156484" y="487904"/>
                    </a:cubicBezTo>
                    <a:cubicBezTo>
                      <a:pt x="157764" y="485061"/>
                      <a:pt x="158730" y="481458"/>
                      <a:pt x="159381" y="477096"/>
                    </a:cubicBezTo>
                    <a:cubicBezTo>
                      <a:pt x="160032" y="472733"/>
                      <a:pt x="160358" y="467579"/>
                      <a:pt x="160358" y="461632"/>
                    </a:cubicBezTo>
                    <a:cubicBezTo>
                      <a:pt x="160358" y="454947"/>
                      <a:pt x="160000" y="449195"/>
                      <a:pt x="159284" y="444377"/>
                    </a:cubicBezTo>
                    <a:cubicBezTo>
                      <a:pt x="158567" y="439559"/>
                      <a:pt x="157558" y="435598"/>
                      <a:pt x="156256" y="432494"/>
                    </a:cubicBezTo>
                    <a:cubicBezTo>
                      <a:pt x="154954" y="429390"/>
                      <a:pt x="153315" y="427100"/>
                      <a:pt x="151340" y="425625"/>
                    </a:cubicBezTo>
                    <a:cubicBezTo>
                      <a:pt x="149365" y="424149"/>
                      <a:pt x="147097" y="423411"/>
                      <a:pt x="144536" y="423411"/>
                    </a:cubicBezTo>
                    <a:close/>
                    <a:moveTo>
                      <a:pt x="144796" y="417095"/>
                    </a:moveTo>
                    <a:cubicBezTo>
                      <a:pt x="149962" y="417095"/>
                      <a:pt x="154379" y="418061"/>
                      <a:pt x="158047" y="419992"/>
                    </a:cubicBezTo>
                    <a:cubicBezTo>
                      <a:pt x="161715" y="421924"/>
                      <a:pt x="164710" y="424680"/>
                      <a:pt x="167032" y="428262"/>
                    </a:cubicBezTo>
                    <a:cubicBezTo>
                      <a:pt x="169354" y="431843"/>
                      <a:pt x="171058" y="436216"/>
                      <a:pt x="172143" y="441382"/>
                    </a:cubicBezTo>
                    <a:cubicBezTo>
                      <a:pt x="173229" y="446547"/>
                      <a:pt x="173771" y="452386"/>
                      <a:pt x="173771" y="458897"/>
                    </a:cubicBezTo>
                    <a:cubicBezTo>
                      <a:pt x="173771" y="473352"/>
                      <a:pt x="171210" y="484280"/>
                      <a:pt x="166088" y="491681"/>
                    </a:cubicBezTo>
                    <a:cubicBezTo>
                      <a:pt x="160966" y="499082"/>
                      <a:pt x="153543" y="502783"/>
                      <a:pt x="143819" y="502783"/>
                    </a:cubicBezTo>
                    <a:cubicBezTo>
                      <a:pt x="134183" y="502783"/>
                      <a:pt x="127021" y="499288"/>
                      <a:pt x="122332" y="492299"/>
                    </a:cubicBezTo>
                    <a:cubicBezTo>
                      <a:pt x="117644" y="485311"/>
                      <a:pt x="115300" y="474719"/>
                      <a:pt x="115300" y="460525"/>
                    </a:cubicBezTo>
                    <a:cubicBezTo>
                      <a:pt x="115300" y="453102"/>
                      <a:pt x="116027" y="446677"/>
                      <a:pt x="117482" y="441251"/>
                    </a:cubicBezTo>
                    <a:cubicBezTo>
                      <a:pt x="118936" y="435825"/>
                      <a:pt x="120976" y="431322"/>
                      <a:pt x="123602" y="427741"/>
                    </a:cubicBezTo>
                    <a:cubicBezTo>
                      <a:pt x="126228" y="424159"/>
                      <a:pt x="129343" y="421490"/>
                      <a:pt x="132946" y="419732"/>
                    </a:cubicBezTo>
                    <a:cubicBezTo>
                      <a:pt x="136549" y="417974"/>
                      <a:pt x="140499" y="417095"/>
                      <a:pt x="144796" y="417095"/>
                    </a:cubicBezTo>
                    <a:close/>
                    <a:moveTo>
                      <a:pt x="154225" y="332366"/>
                    </a:moveTo>
                    <a:cubicBezTo>
                      <a:pt x="156880" y="332366"/>
                      <a:pt x="159172" y="333331"/>
                      <a:pt x="161102" y="335261"/>
                    </a:cubicBezTo>
                    <a:cubicBezTo>
                      <a:pt x="163033" y="337192"/>
                      <a:pt x="163998" y="339484"/>
                      <a:pt x="163998" y="342138"/>
                    </a:cubicBezTo>
                    <a:cubicBezTo>
                      <a:pt x="163998" y="344792"/>
                      <a:pt x="163033" y="347085"/>
                      <a:pt x="161102" y="349015"/>
                    </a:cubicBezTo>
                    <a:cubicBezTo>
                      <a:pt x="159172" y="350946"/>
                      <a:pt x="156880" y="351911"/>
                      <a:pt x="154225" y="351911"/>
                    </a:cubicBezTo>
                    <a:cubicBezTo>
                      <a:pt x="151571" y="351911"/>
                      <a:pt x="149279" y="350946"/>
                      <a:pt x="147348" y="349015"/>
                    </a:cubicBezTo>
                    <a:cubicBezTo>
                      <a:pt x="145418" y="347085"/>
                      <a:pt x="144453" y="344792"/>
                      <a:pt x="144453" y="342138"/>
                    </a:cubicBezTo>
                    <a:cubicBezTo>
                      <a:pt x="144453" y="339484"/>
                      <a:pt x="145418" y="337192"/>
                      <a:pt x="147348" y="335261"/>
                    </a:cubicBezTo>
                    <a:cubicBezTo>
                      <a:pt x="149279" y="333331"/>
                      <a:pt x="151571" y="332366"/>
                      <a:pt x="154225" y="332366"/>
                    </a:cubicBezTo>
                    <a:close/>
                    <a:moveTo>
                      <a:pt x="900966" y="303771"/>
                    </a:moveTo>
                    <a:cubicBezTo>
                      <a:pt x="899519" y="303771"/>
                      <a:pt x="897256" y="304073"/>
                      <a:pt x="894180" y="304676"/>
                    </a:cubicBezTo>
                    <a:cubicBezTo>
                      <a:pt x="891103" y="305280"/>
                      <a:pt x="887755" y="305581"/>
                      <a:pt x="884136" y="305581"/>
                    </a:cubicBezTo>
                    <a:cubicBezTo>
                      <a:pt x="885222" y="311976"/>
                      <a:pt x="885764" y="317707"/>
                      <a:pt x="885764" y="322774"/>
                    </a:cubicBezTo>
                    <a:cubicBezTo>
                      <a:pt x="893848" y="322291"/>
                      <a:pt x="898764" y="320331"/>
                      <a:pt x="900514" y="316892"/>
                    </a:cubicBezTo>
                    <a:cubicBezTo>
                      <a:pt x="902263" y="313454"/>
                      <a:pt x="903138" y="310407"/>
                      <a:pt x="903138" y="307753"/>
                    </a:cubicBezTo>
                    <a:cubicBezTo>
                      <a:pt x="903138" y="305099"/>
                      <a:pt x="902414" y="303771"/>
                      <a:pt x="900966" y="303771"/>
                    </a:cubicBezTo>
                    <a:close/>
                    <a:moveTo>
                      <a:pt x="904676" y="296171"/>
                    </a:moveTo>
                    <a:cubicBezTo>
                      <a:pt x="906305" y="296171"/>
                      <a:pt x="909110" y="297256"/>
                      <a:pt x="913092" y="299428"/>
                    </a:cubicBezTo>
                    <a:cubicBezTo>
                      <a:pt x="917073" y="301600"/>
                      <a:pt x="919064" y="303410"/>
                      <a:pt x="919064" y="304857"/>
                    </a:cubicBezTo>
                    <a:cubicBezTo>
                      <a:pt x="919064" y="306305"/>
                      <a:pt x="918280" y="307542"/>
                      <a:pt x="916711" y="308567"/>
                    </a:cubicBezTo>
                    <a:cubicBezTo>
                      <a:pt x="915143" y="309593"/>
                      <a:pt x="913574" y="311161"/>
                      <a:pt x="912006" y="313273"/>
                    </a:cubicBezTo>
                    <a:cubicBezTo>
                      <a:pt x="910437" y="315384"/>
                      <a:pt x="909653" y="316953"/>
                      <a:pt x="909653" y="317978"/>
                    </a:cubicBezTo>
                    <a:cubicBezTo>
                      <a:pt x="909653" y="319004"/>
                      <a:pt x="909955" y="319848"/>
                      <a:pt x="910558" y="320512"/>
                    </a:cubicBezTo>
                    <a:cubicBezTo>
                      <a:pt x="911161" y="321175"/>
                      <a:pt x="911463" y="321929"/>
                      <a:pt x="911463" y="322774"/>
                    </a:cubicBezTo>
                    <a:cubicBezTo>
                      <a:pt x="911463" y="324704"/>
                      <a:pt x="909955" y="325730"/>
                      <a:pt x="906939" y="325850"/>
                    </a:cubicBezTo>
                    <a:cubicBezTo>
                      <a:pt x="903922" y="325971"/>
                      <a:pt x="896804" y="326695"/>
                      <a:pt x="885583" y="328022"/>
                    </a:cubicBezTo>
                    <a:cubicBezTo>
                      <a:pt x="885222" y="332607"/>
                      <a:pt x="884136" y="334899"/>
                      <a:pt x="882326" y="334899"/>
                    </a:cubicBezTo>
                    <a:cubicBezTo>
                      <a:pt x="880516" y="334899"/>
                      <a:pt x="879370" y="331883"/>
                      <a:pt x="878887" y="325850"/>
                    </a:cubicBezTo>
                    <a:cubicBezTo>
                      <a:pt x="877922" y="314389"/>
                      <a:pt x="876535" y="307331"/>
                      <a:pt x="874725" y="304676"/>
                    </a:cubicBezTo>
                    <a:cubicBezTo>
                      <a:pt x="873760" y="303108"/>
                      <a:pt x="873277" y="301901"/>
                      <a:pt x="873277" y="301057"/>
                    </a:cubicBezTo>
                    <a:cubicBezTo>
                      <a:pt x="873277" y="300212"/>
                      <a:pt x="873850" y="299790"/>
                      <a:pt x="874996" y="299790"/>
                    </a:cubicBezTo>
                    <a:cubicBezTo>
                      <a:pt x="876143" y="299790"/>
                      <a:pt x="878103" y="300393"/>
                      <a:pt x="880878" y="301600"/>
                    </a:cubicBezTo>
                    <a:cubicBezTo>
                      <a:pt x="884498" y="301600"/>
                      <a:pt x="888117" y="301208"/>
                      <a:pt x="891737" y="300423"/>
                    </a:cubicBezTo>
                    <a:cubicBezTo>
                      <a:pt x="895356" y="299639"/>
                      <a:pt x="898010" y="298734"/>
                      <a:pt x="899700" y="297709"/>
                    </a:cubicBezTo>
                    <a:cubicBezTo>
                      <a:pt x="901389" y="296683"/>
                      <a:pt x="903048" y="296171"/>
                      <a:pt x="904676" y="296171"/>
                    </a:cubicBezTo>
                    <a:close/>
                    <a:moveTo>
                      <a:pt x="1068549" y="292370"/>
                    </a:moveTo>
                    <a:cubicBezTo>
                      <a:pt x="1058897" y="293818"/>
                      <a:pt x="1052141" y="294602"/>
                      <a:pt x="1048280" y="294723"/>
                    </a:cubicBezTo>
                    <a:cubicBezTo>
                      <a:pt x="1049486" y="301600"/>
                      <a:pt x="1051296" y="310226"/>
                      <a:pt x="1053709" y="320602"/>
                    </a:cubicBezTo>
                    <a:cubicBezTo>
                      <a:pt x="1060224" y="320120"/>
                      <a:pt x="1065895" y="319456"/>
                      <a:pt x="1070721" y="318611"/>
                    </a:cubicBezTo>
                    <a:lnTo>
                      <a:pt x="1070902" y="307934"/>
                    </a:lnTo>
                    <a:cubicBezTo>
                      <a:pt x="1068248" y="308296"/>
                      <a:pt x="1065563" y="308477"/>
                      <a:pt x="1062849" y="308477"/>
                    </a:cubicBezTo>
                    <a:cubicBezTo>
                      <a:pt x="1060134" y="308477"/>
                      <a:pt x="1058023" y="308085"/>
                      <a:pt x="1056514" y="307301"/>
                    </a:cubicBezTo>
                    <a:cubicBezTo>
                      <a:pt x="1055006" y="306516"/>
                      <a:pt x="1054252" y="305973"/>
                      <a:pt x="1054252" y="305672"/>
                    </a:cubicBezTo>
                    <a:cubicBezTo>
                      <a:pt x="1054252" y="305370"/>
                      <a:pt x="1056032" y="305038"/>
                      <a:pt x="1059591" y="304676"/>
                    </a:cubicBezTo>
                    <a:cubicBezTo>
                      <a:pt x="1063150" y="304314"/>
                      <a:pt x="1066920" y="303771"/>
                      <a:pt x="1070902" y="303048"/>
                    </a:cubicBezTo>
                    <a:cubicBezTo>
                      <a:pt x="1070661" y="298101"/>
                      <a:pt x="1069876" y="294542"/>
                      <a:pt x="1068549" y="292370"/>
                    </a:cubicBezTo>
                    <a:close/>
                    <a:moveTo>
                      <a:pt x="1095876" y="289474"/>
                    </a:moveTo>
                    <a:cubicBezTo>
                      <a:pt x="1092981" y="289474"/>
                      <a:pt x="1087250" y="290017"/>
                      <a:pt x="1078684" y="291103"/>
                    </a:cubicBezTo>
                    <a:cubicBezTo>
                      <a:pt x="1078201" y="293758"/>
                      <a:pt x="1077960" y="297136"/>
                      <a:pt x="1077960" y="301238"/>
                    </a:cubicBezTo>
                    <a:cubicBezTo>
                      <a:pt x="1082545" y="300273"/>
                      <a:pt x="1085621" y="299790"/>
                      <a:pt x="1087190" y="299790"/>
                    </a:cubicBezTo>
                    <a:cubicBezTo>
                      <a:pt x="1088758" y="299790"/>
                      <a:pt x="1089965" y="300001"/>
                      <a:pt x="1090809" y="300423"/>
                    </a:cubicBezTo>
                    <a:cubicBezTo>
                      <a:pt x="1091654" y="300846"/>
                      <a:pt x="1092076" y="301358"/>
                      <a:pt x="1092076" y="301962"/>
                    </a:cubicBezTo>
                    <a:cubicBezTo>
                      <a:pt x="1092076" y="302565"/>
                      <a:pt x="1091805" y="303048"/>
                      <a:pt x="1091262" y="303410"/>
                    </a:cubicBezTo>
                    <a:cubicBezTo>
                      <a:pt x="1090719" y="303771"/>
                      <a:pt x="1089150" y="304284"/>
                      <a:pt x="1086556" y="304948"/>
                    </a:cubicBezTo>
                    <a:cubicBezTo>
                      <a:pt x="1083962" y="305611"/>
                      <a:pt x="1081097" y="306245"/>
                      <a:pt x="1077960" y="306848"/>
                    </a:cubicBezTo>
                    <a:lnTo>
                      <a:pt x="1077598" y="317345"/>
                    </a:lnTo>
                    <a:cubicBezTo>
                      <a:pt x="1082183" y="316621"/>
                      <a:pt x="1085621" y="316259"/>
                      <a:pt x="1087914" y="316259"/>
                    </a:cubicBezTo>
                    <a:cubicBezTo>
                      <a:pt x="1090206" y="316259"/>
                      <a:pt x="1091714" y="316560"/>
                      <a:pt x="1092438" y="317164"/>
                    </a:cubicBezTo>
                    <a:cubicBezTo>
                      <a:pt x="1093162" y="317767"/>
                      <a:pt x="1093825" y="318068"/>
                      <a:pt x="1094429" y="318068"/>
                    </a:cubicBezTo>
                    <a:cubicBezTo>
                      <a:pt x="1096359" y="318068"/>
                      <a:pt x="1098109" y="315052"/>
                      <a:pt x="1099677" y="309020"/>
                    </a:cubicBezTo>
                    <a:cubicBezTo>
                      <a:pt x="1101245" y="302987"/>
                      <a:pt x="1102030" y="298614"/>
                      <a:pt x="1102030" y="295899"/>
                    </a:cubicBezTo>
                    <a:cubicBezTo>
                      <a:pt x="1102030" y="293184"/>
                      <a:pt x="1101728" y="291435"/>
                      <a:pt x="1101125" y="290651"/>
                    </a:cubicBezTo>
                    <a:cubicBezTo>
                      <a:pt x="1100521" y="289867"/>
                      <a:pt x="1098772" y="289474"/>
                      <a:pt x="1095876" y="289474"/>
                    </a:cubicBezTo>
                    <a:close/>
                    <a:moveTo>
                      <a:pt x="1097867" y="284407"/>
                    </a:moveTo>
                    <a:cubicBezTo>
                      <a:pt x="1101366" y="284407"/>
                      <a:pt x="1105890" y="286006"/>
                      <a:pt x="1111440" y="289203"/>
                    </a:cubicBezTo>
                    <a:cubicBezTo>
                      <a:pt x="1116990" y="292400"/>
                      <a:pt x="1119765" y="294632"/>
                      <a:pt x="1119765" y="295899"/>
                    </a:cubicBezTo>
                    <a:cubicBezTo>
                      <a:pt x="1119765" y="297166"/>
                      <a:pt x="1118890" y="298372"/>
                      <a:pt x="1117141" y="299519"/>
                    </a:cubicBezTo>
                    <a:cubicBezTo>
                      <a:pt x="1115392" y="300665"/>
                      <a:pt x="1113642" y="302535"/>
                      <a:pt x="1111893" y="305129"/>
                    </a:cubicBezTo>
                    <a:cubicBezTo>
                      <a:pt x="1110143" y="307723"/>
                      <a:pt x="1108937" y="309834"/>
                      <a:pt x="1108273" y="311463"/>
                    </a:cubicBezTo>
                    <a:cubicBezTo>
                      <a:pt x="1107610" y="313092"/>
                      <a:pt x="1106373" y="315294"/>
                      <a:pt x="1104563" y="318068"/>
                    </a:cubicBezTo>
                    <a:cubicBezTo>
                      <a:pt x="1102754" y="320843"/>
                      <a:pt x="1101607" y="322412"/>
                      <a:pt x="1101125" y="322774"/>
                    </a:cubicBezTo>
                    <a:cubicBezTo>
                      <a:pt x="1100642" y="323136"/>
                      <a:pt x="1099948" y="323317"/>
                      <a:pt x="1099044" y="323317"/>
                    </a:cubicBezTo>
                    <a:cubicBezTo>
                      <a:pt x="1098139" y="323317"/>
                      <a:pt x="1097294" y="322864"/>
                      <a:pt x="1096510" y="321959"/>
                    </a:cubicBezTo>
                    <a:cubicBezTo>
                      <a:pt x="1095726" y="321055"/>
                      <a:pt x="1093313" y="320602"/>
                      <a:pt x="1089271" y="320602"/>
                    </a:cubicBezTo>
                    <a:cubicBezTo>
                      <a:pt x="1085229" y="320602"/>
                      <a:pt x="1081278" y="320964"/>
                      <a:pt x="1077417" y="321688"/>
                    </a:cubicBezTo>
                    <a:lnTo>
                      <a:pt x="1077055" y="334899"/>
                    </a:lnTo>
                    <a:cubicBezTo>
                      <a:pt x="1087069" y="333089"/>
                      <a:pt x="1093101" y="332185"/>
                      <a:pt x="1095153" y="332185"/>
                    </a:cubicBezTo>
                    <a:cubicBezTo>
                      <a:pt x="1097204" y="332185"/>
                      <a:pt x="1099164" y="332486"/>
                      <a:pt x="1101034" y="333089"/>
                    </a:cubicBezTo>
                    <a:cubicBezTo>
                      <a:pt x="1102904" y="333693"/>
                      <a:pt x="1103839" y="334598"/>
                      <a:pt x="1103839" y="335804"/>
                    </a:cubicBezTo>
                    <a:cubicBezTo>
                      <a:pt x="1103839" y="337011"/>
                      <a:pt x="1102090" y="337976"/>
                      <a:pt x="1098591" y="338700"/>
                    </a:cubicBezTo>
                    <a:cubicBezTo>
                      <a:pt x="1095092" y="339424"/>
                      <a:pt x="1087853" y="340328"/>
                      <a:pt x="1076874" y="341414"/>
                    </a:cubicBezTo>
                    <a:lnTo>
                      <a:pt x="1076331" y="355349"/>
                    </a:lnTo>
                    <a:cubicBezTo>
                      <a:pt x="1097204" y="353419"/>
                      <a:pt x="1108696" y="352333"/>
                      <a:pt x="1110807" y="352092"/>
                    </a:cubicBezTo>
                    <a:cubicBezTo>
                      <a:pt x="1112918" y="351851"/>
                      <a:pt x="1114999" y="351730"/>
                      <a:pt x="1117051" y="351730"/>
                    </a:cubicBezTo>
                    <a:cubicBezTo>
                      <a:pt x="1122962" y="351730"/>
                      <a:pt x="1127547" y="352936"/>
                      <a:pt x="1130805" y="355349"/>
                    </a:cubicBezTo>
                    <a:cubicBezTo>
                      <a:pt x="1134062" y="357762"/>
                      <a:pt x="1135691" y="359723"/>
                      <a:pt x="1135691" y="361231"/>
                    </a:cubicBezTo>
                    <a:cubicBezTo>
                      <a:pt x="1135691" y="362739"/>
                      <a:pt x="1133761" y="363493"/>
                      <a:pt x="1129900" y="363493"/>
                    </a:cubicBezTo>
                    <a:cubicBezTo>
                      <a:pt x="1126039" y="363493"/>
                      <a:pt x="1121364" y="363041"/>
                      <a:pt x="1115874" y="362136"/>
                    </a:cubicBezTo>
                    <a:cubicBezTo>
                      <a:pt x="1110385" y="361231"/>
                      <a:pt x="1101577" y="360779"/>
                      <a:pt x="1089452" y="360779"/>
                    </a:cubicBezTo>
                    <a:cubicBezTo>
                      <a:pt x="1077327" y="360779"/>
                      <a:pt x="1066408" y="361382"/>
                      <a:pt x="1056695" y="362588"/>
                    </a:cubicBezTo>
                    <a:cubicBezTo>
                      <a:pt x="1046983" y="363795"/>
                      <a:pt x="1040558" y="364790"/>
                      <a:pt x="1037422" y="365574"/>
                    </a:cubicBezTo>
                    <a:cubicBezTo>
                      <a:pt x="1034285" y="366359"/>
                      <a:pt x="1031630" y="366751"/>
                      <a:pt x="1029459" y="366751"/>
                    </a:cubicBezTo>
                    <a:cubicBezTo>
                      <a:pt x="1027287" y="366751"/>
                      <a:pt x="1024874" y="365906"/>
                      <a:pt x="1022220" y="364217"/>
                    </a:cubicBezTo>
                    <a:cubicBezTo>
                      <a:pt x="1019565" y="362528"/>
                      <a:pt x="1018238" y="361382"/>
                      <a:pt x="1018238" y="360779"/>
                    </a:cubicBezTo>
                    <a:cubicBezTo>
                      <a:pt x="1018238" y="360175"/>
                      <a:pt x="1018600" y="359783"/>
                      <a:pt x="1019324" y="359602"/>
                    </a:cubicBezTo>
                    <a:cubicBezTo>
                      <a:pt x="1020048" y="359421"/>
                      <a:pt x="1020983" y="359361"/>
                      <a:pt x="1022129" y="359421"/>
                    </a:cubicBezTo>
                    <a:cubicBezTo>
                      <a:pt x="1023275" y="359482"/>
                      <a:pt x="1023969" y="359512"/>
                      <a:pt x="1024210" y="359512"/>
                    </a:cubicBezTo>
                    <a:cubicBezTo>
                      <a:pt x="1026261" y="359512"/>
                      <a:pt x="1041524" y="358305"/>
                      <a:pt x="1069997" y="355892"/>
                    </a:cubicBezTo>
                    <a:lnTo>
                      <a:pt x="1070178" y="342138"/>
                    </a:lnTo>
                    <a:cubicBezTo>
                      <a:pt x="1062456" y="342862"/>
                      <a:pt x="1057057" y="343224"/>
                      <a:pt x="1053981" y="343224"/>
                    </a:cubicBezTo>
                    <a:cubicBezTo>
                      <a:pt x="1050904" y="343224"/>
                      <a:pt x="1048371" y="342922"/>
                      <a:pt x="1046380" y="342319"/>
                    </a:cubicBezTo>
                    <a:cubicBezTo>
                      <a:pt x="1044389" y="341716"/>
                      <a:pt x="1043394" y="340992"/>
                      <a:pt x="1043394" y="340147"/>
                    </a:cubicBezTo>
                    <a:cubicBezTo>
                      <a:pt x="1043394" y="339303"/>
                      <a:pt x="1045656" y="338760"/>
                      <a:pt x="1050180" y="338519"/>
                    </a:cubicBezTo>
                    <a:cubicBezTo>
                      <a:pt x="1054705" y="338277"/>
                      <a:pt x="1061431" y="337493"/>
                      <a:pt x="1070359" y="336166"/>
                    </a:cubicBezTo>
                    <a:lnTo>
                      <a:pt x="1070540" y="322774"/>
                    </a:lnTo>
                    <a:cubicBezTo>
                      <a:pt x="1066197" y="323377"/>
                      <a:pt x="1060888" y="323980"/>
                      <a:pt x="1054614" y="324584"/>
                    </a:cubicBezTo>
                    <a:cubicBezTo>
                      <a:pt x="1054855" y="326393"/>
                      <a:pt x="1054373" y="327298"/>
                      <a:pt x="1053166" y="327298"/>
                    </a:cubicBezTo>
                    <a:cubicBezTo>
                      <a:pt x="1051960" y="327298"/>
                      <a:pt x="1050753" y="326454"/>
                      <a:pt x="1049547" y="324765"/>
                    </a:cubicBezTo>
                    <a:cubicBezTo>
                      <a:pt x="1048340" y="323075"/>
                      <a:pt x="1047375" y="320904"/>
                      <a:pt x="1046651" y="318249"/>
                    </a:cubicBezTo>
                    <a:cubicBezTo>
                      <a:pt x="1043152" y="305581"/>
                      <a:pt x="1040317" y="298252"/>
                      <a:pt x="1038145" y="296261"/>
                    </a:cubicBezTo>
                    <a:cubicBezTo>
                      <a:pt x="1035974" y="294270"/>
                      <a:pt x="1034888" y="292792"/>
                      <a:pt x="1034888" y="291827"/>
                    </a:cubicBezTo>
                    <a:cubicBezTo>
                      <a:pt x="1034888" y="290862"/>
                      <a:pt x="1035793" y="290379"/>
                      <a:pt x="1037603" y="290379"/>
                    </a:cubicBezTo>
                    <a:cubicBezTo>
                      <a:pt x="1039412" y="290379"/>
                      <a:pt x="1041584" y="290621"/>
                      <a:pt x="1044118" y="291103"/>
                    </a:cubicBezTo>
                    <a:cubicBezTo>
                      <a:pt x="1050512" y="290500"/>
                      <a:pt x="1060858" y="289233"/>
                      <a:pt x="1075155" y="287303"/>
                    </a:cubicBezTo>
                    <a:cubicBezTo>
                      <a:pt x="1089452" y="285372"/>
                      <a:pt x="1097023" y="284407"/>
                      <a:pt x="1097867" y="284407"/>
                    </a:cubicBezTo>
                    <a:close/>
                    <a:moveTo>
                      <a:pt x="154225" y="276806"/>
                    </a:moveTo>
                    <a:cubicBezTo>
                      <a:pt x="156880" y="276806"/>
                      <a:pt x="159172" y="277771"/>
                      <a:pt x="161102" y="279702"/>
                    </a:cubicBezTo>
                    <a:cubicBezTo>
                      <a:pt x="163033" y="281632"/>
                      <a:pt x="163998" y="283925"/>
                      <a:pt x="163998" y="286579"/>
                    </a:cubicBezTo>
                    <a:cubicBezTo>
                      <a:pt x="163998" y="289233"/>
                      <a:pt x="163033" y="291525"/>
                      <a:pt x="161102" y="293456"/>
                    </a:cubicBezTo>
                    <a:cubicBezTo>
                      <a:pt x="159172" y="295386"/>
                      <a:pt x="156880" y="296352"/>
                      <a:pt x="154225" y="296352"/>
                    </a:cubicBezTo>
                    <a:cubicBezTo>
                      <a:pt x="151571" y="296352"/>
                      <a:pt x="149279" y="295386"/>
                      <a:pt x="147348" y="293456"/>
                    </a:cubicBezTo>
                    <a:cubicBezTo>
                      <a:pt x="145418" y="291525"/>
                      <a:pt x="144453" y="289233"/>
                      <a:pt x="144453" y="286579"/>
                    </a:cubicBezTo>
                    <a:cubicBezTo>
                      <a:pt x="144453" y="283925"/>
                      <a:pt x="145418" y="281632"/>
                      <a:pt x="147348" y="279702"/>
                    </a:cubicBezTo>
                    <a:cubicBezTo>
                      <a:pt x="149279" y="277771"/>
                      <a:pt x="151571" y="276806"/>
                      <a:pt x="154225" y="276806"/>
                    </a:cubicBezTo>
                    <a:close/>
                    <a:moveTo>
                      <a:pt x="57969" y="270015"/>
                    </a:moveTo>
                    <a:cubicBezTo>
                      <a:pt x="52019" y="270015"/>
                      <a:pt x="46290" y="273020"/>
                      <a:pt x="40782" y="279029"/>
                    </a:cubicBezTo>
                    <a:cubicBezTo>
                      <a:pt x="35273" y="285038"/>
                      <a:pt x="31046" y="293167"/>
                      <a:pt x="28101" y="303418"/>
                    </a:cubicBezTo>
                    <a:cubicBezTo>
                      <a:pt x="36407" y="303359"/>
                      <a:pt x="43536" y="302608"/>
                      <a:pt x="49486" y="301165"/>
                    </a:cubicBezTo>
                    <a:cubicBezTo>
                      <a:pt x="55436" y="299721"/>
                      <a:pt x="60001" y="297424"/>
                      <a:pt x="63183" y="294272"/>
                    </a:cubicBezTo>
                    <a:cubicBezTo>
                      <a:pt x="66364" y="291120"/>
                      <a:pt x="67954" y="286864"/>
                      <a:pt x="67954" y="281503"/>
                    </a:cubicBezTo>
                    <a:cubicBezTo>
                      <a:pt x="67954" y="277910"/>
                      <a:pt x="67115" y="275096"/>
                      <a:pt x="65436" y="273064"/>
                    </a:cubicBezTo>
                    <a:cubicBezTo>
                      <a:pt x="63757" y="271032"/>
                      <a:pt x="61268" y="270015"/>
                      <a:pt x="57969" y="270015"/>
                    </a:cubicBezTo>
                    <a:close/>
                    <a:moveTo>
                      <a:pt x="956707" y="269748"/>
                    </a:moveTo>
                    <a:cubicBezTo>
                      <a:pt x="960326" y="269748"/>
                      <a:pt x="963795" y="270563"/>
                      <a:pt x="967113" y="272191"/>
                    </a:cubicBezTo>
                    <a:cubicBezTo>
                      <a:pt x="970431" y="273820"/>
                      <a:pt x="972090" y="275479"/>
                      <a:pt x="972090" y="277168"/>
                    </a:cubicBezTo>
                    <a:cubicBezTo>
                      <a:pt x="972090" y="278857"/>
                      <a:pt x="971245" y="280064"/>
                      <a:pt x="969556" y="280788"/>
                    </a:cubicBezTo>
                    <a:cubicBezTo>
                      <a:pt x="967867" y="281512"/>
                      <a:pt x="965424" y="281693"/>
                      <a:pt x="962226" y="281331"/>
                    </a:cubicBezTo>
                    <a:cubicBezTo>
                      <a:pt x="959029" y="280969"/>
                      <a:pt x="954987" y="280788"/>
                      <a:pt x="950101" y="280788"/>
                    </a:cubicBezTo>
                    <a:cubicBezTo>
                      <a:pt x="945215" y="280788"/>
                      <a:pt x="938850" y="281089"/>
                      <a:pt x="931008" y="281693"/>
                    </a:cubicBezTo>
                    <a:cubicBezTo>
                      <a:pt x="936317" y="285071"/>
                      <a:pt x="938971" y="288389"/>
                      <a:pt x="938971" y="291646"/>
                    </a:cubicBezTo>
                    <a:cubicBezTo>
                      <a:pt x="938971" y="292973"/>
                      <a:pt x="938760" y="294421"/>
                      <a:pt x="938338" y="295990"/>
                    </a:cubicBezTo>
                    <a:cubicBezTo>
                      <a:pt x="937915" y="297558"/>
                      <a:pt x="937704" y="301027"/>
                      <a:pt x="937704" y="306396"/>
                    </a:cubicBezTo>
                    <a:cubicBezTo>
                      <a:pt x="937704" y="311765"/>
                      <a:pt x="938096" y="319908"/>
                      <a:pt x="938881" y="330827"/>
                    </a:cubicBezTo>
                    <a:cubicBezTo>
                      <a:pt x="939665" y="341746"/>
                      <a:pt x="940057" y="347628"/>
                      <a:pt x="940057" y="348472"/>
                    </a:cubicBezTo>
                    <a:cubicBezTo>
                      <a:pt x="940057" y="355229"/>
                      <a:pt x="938368" y="361382"/>
                      <a:pt x="934990" y="366932"/>
                    </a:cubicBezTo>
                    <a:cubicBezTo>
                      <a:pt x="931611" y="372482"/>
                      <a:pt x="928836" y="375257"/>
                      <a:pt x="926665" y="375257"/>
                    </a:cubicBezTo>
                    <a:cubicBezTo>
                      <a:pt x="925096" y="375257"/>
                      <a:pt x="923407" y="373748"/>
                      <a:pt x="921598" y="370732"/>
                    </a:cubicBezTo>
                    <a:cubicBezTo>
                      <a:pt x="919305" y="366630"/>
                      <a:pt x="916048" y="362468"/>
                      <a:pt x="911825" y="358245"/>
                    </a:cubicBezTo>
                    <a:cubicBezTo>
                      <a:pt x="907602" y="354022"/>
                      <a:pt x="905491" y="351609"/>
                      <a:pt x="905491" y="351006"/>
                    </a:cubicBezTo>
                    <a:cubicBezTo>
                      <a:pt x="905491" y="350403"/>
                      <a:pt x="906034" y="350101"/>
                      <a:pt x="907119" y="350101"/>
                    </a:cubicBezTo>
                    <a:cubicBezTo>
                      <a:pt x="908205" y="350101"/>
                      <a:pt x="910528" y="350765"/>
                      <a:pt x="914087" y="352092"/>
                    </a:cubicBezTo>
                    <a:cubicBezTo>
                      <a:pt x="917646" y="353419"/>
                      <a:pt x="920421" y="354083"/>
                      <a:pt x="922412" y="354083"/>
                    </a:cubicBezTo>
                    <a:cubicBezTo>
                      <a:pt x="924403" y="354083"/>
                      <a:pt x="925881" y="353479"/>
                      <a:pt x="926846" y="352273"/>
                    </a:cubicBezTo>
                    <a:cubicBezTo>
                      <a:pt x="927811" y="351066"/>
                      <a:pt x="928475" y="346572"/>
                      <a:pt x="928836" y="338790"/>
                    </a:cubicBezTo>
                    <a:cubicBezTo>
                      <a:pt x="929198" y="331008"/>
                      <a:pt x="929379" y="324734"/>
                      <a:pt x="929379" y="319969"/>
                    </a:cubicBezTo>
                    <a:cubicBezTo>
                      <a:pt x="929379" y="315203"/>
                      <a:pt x="928987" y="308959"/>
                      <a:pt x="928203" y="301238"/>
                    </a:cubicBezTo>
                    <a:cubicBezTo>
                      <a:pt x="927419" y="293516"/>
                      <a:pt x="926062" y="287182"/>
                      <a:pt x="924131" y="282235"/>
                    </a:cubicBezTo>
                    <a:cubicBezTo>
                      <a:pt x="908929" y="283442"/>
                      <a:pt x="898795" y="284648"/>
                      <a:pt x="893727" y="285855"/>
                    </a:cubicBezTo>
                    <a:cubicBezTo>
                      <a:pt x="890108" y="286700"/>
                      <a:pt x="887242" y="287122"/>
                      <a:pt x="885131" y="287122"/>
                    </a:cubicBezTo>
                    <a:cubicBezTo>
                      <a:pt x="883020" y="287122"/>
                      <a:pt x="880788" y="286398"/>
                      <a:pt x="878435" y="284950"/>
                    </a:cubicBezTo>
                    <a:cubicBezTo>
                      <a:pt x="876082" y="283502"/>
                      <a:pt x="874906" y="282416"/>
                      <a:pt x="874906" y="281693"/>
                    </a:cubicBezTo>
                    <a:cubicBezTo>
                      <a:pt x="874906" y="280969"/>
                      <a:pt x="877319" y="280607"/>
                      <a:pt x="882145" y="280607"/>
                    </a:cubicBezTo>
                    <a:cubicBezTo>
                      <a:pt x="882628" y="280607"/>
                      <a:pt x="891857" y="279430"/>
                      <a:pt x="909834" y="277078"/>
                    </a:cubicBezTo>
                    <a:cubicBezTo>
                      <a:pt x="927811" y="274725"/>
                      <a:pt x="940479" y="272583"/>
                      <a:pt x="947839" y="270653"/>
                    </a:cubicBezTo>
                    <a:cubicBezTo>
                      <a:pt x="950131" y="270050"/>
                      <a:pt x="953087" y="269748"/>
                      <a:pt x="956707" y="269748"/>
                    </a:cubicBezTo>
                    <a:close/>
                    <a:moveTo>
                      <a:pt x="704066" y="267034"/>
                    </a:moveTo>
                    <a:cubicBezTo>
                      <a:pt x="692242" y="269447"/>
                      <a:pt x="682469" y="270834"/>
                      <a:pt x="674748" y="271196"/>
                    </a:cubicBezTo>
                    <a:cubicBezTo>
                      <a:pt x="678005" y="288570"/>
                      <a:pt x="680599" y="303530"/>
                      <a:pt x="682530" y="316078"/>
                    </a:cubicBezTo>
                    <a:cubicBezTo>
                      <a:pt x="687718" y="315716"/>
                      <a:pt x="694836" y="314690"/>
                      <a:pt x="703885" y="313001"/>
                    </a:cubicBezTo>
                    <a:lnTo>
                      <a:pt x="704066" y="293456"/>
                    </a:lnTo>
                    <a:cubicBezTo>
                      <a:pt x="699963" y="294059"/>
                      <a:pt x="696827" y="294361"/>
                      <a:pt x="694655" y="294361"/>
                    </a:cubicBezTo>
                    <a:cubicBezTo>
                      <a:pt x="692483" y="294361"/>
                      <a:pt x="690613" y="294089"/>
                      <a:pt x="689045" y="293546"/>
                    </a:cubicBezTo>
                    <a:cubicBezTo>
                      <a:pt x="687476" y="293003"/>
                      <a:pt x="686692" y="292310"/>
                      <a:pt x="686692" y="291465"/>
                    </a:cubicBezTo>
                    <a:cubicBezTo>
                      <a:pt x="686692" y="290621"/>
                      <a:pt x="687657" y="290078"/>
                      <a:pt x="689588" y="289836"/>
                    </a:cubicBezTo>
                    <a:cubicBezTo>
                      <a:pt x="693569" y="289354"/>
                      <a:pt x="698395" y="288328"/>
                      <a:pt x="704066" y="286760"/>
                    </a:cubicBezTo>
                    <a:close/>
                    <a:moveTo>
                      <a:pt x="342116" y="267034"/>
                    </a:moveTo>
                    <a:cubicBezTo>
                      <a:pt x="330292" y="269447"/>
                      <a:pt x="320519" y="270834"/>
                      <a:pt x="312798" y="271196"/>
                    </a:cubicBezTo>
                    <a:cubicBezTo>
                      <a:pt x="316055" y="288570"/>
                      <a:pt x="318649" y="303530"/>
                      <a:pt x="320580" y="316078"/>
                    </a:cubicBezTo>
                    <a:cubicBezTo>
                      <a:pt x="325768" y="315716"/>
                      <a:pt x="332886" y="314690"/>
                      <a:pt x="341935" y="313001"/>
                    </a:cubicBezTo>
                    <a:lnTo>
                      <a:pt x="342116" y="293456"/>
                    </a:lnTo>
                    <a:cubicBezTo>
                      <a:pt x="338013" y="294059"/>
                      <a:pt x="334877" y="294361"/>
                      <a:pt x="332705" y="294361"/>
                    </a:cubicBezTo>
                    <a:cubicBezTo>
                      <a:pt x="330533" y="294361"/>
                      <a:pt x="328663" y="294089"/>
                      <a:pt x="327095" y="293546"/>
                    </a:cubicBezTo>
                    <a:cubicBezTo>
                      <a:pt x="325526" y="293003"/>
                      <a:pt x="324742" y="292310"/>
                      <a:pt x="324742" y="291465"/>
                    </a:cubicBezTo>
                    <a:cubicBezTo>
                      <a:pt x="324742" y="290621"/>
                      <a:pt x="325707" y="290078"/>
                      <a:pt x="327638" y="289836"/>
                    </a:cubicBezTo>
                    <a:cubicBezTo>
                      <a:pt x="331619" y="289354"/>
                      <a:pt x="336445" y="288328"/>
                      <a:pt x="342116" y="286760"/>
                    </a:cubicBezTo>
                    <a:close/>
                    <a:moveTo>
                      <a:pt x="1136596" y="265586"/>
                    </a:moveTo>
                    <a:cubicBezTo>
                      <a:pt x="1142146" y="265586"/>
                      <a:pt x="1146851" y="266672"/>
                      <a:pt x="1150712" y="268843"/>
                    </a:cubicBezTo>
                    <a:cubicBezTo>
                      <a:pt x="1154573" y="271015"/>
                      <a:pt x="1156503" y="272885"/>
                      <a:pt x="1156503" y="274454"/>
                    </a:cubicBezTo>
                    <a:cubicBezTo>
                      <a:pt x="1156503" y="276022"/>
                      <a:pt x="1154331" y="276806"/>
                      <a:pt x="1149988" y="276806"/>
                    </a:cubicBezTo>
                    <a:cubicBezTo>
                      <a:pt x="1148299" y="276806"/>
                      <a:pt x="1146369" y="276686"/>
                      <a:pt x="1144197" y="276444"/>
                    </a:cubicBezTo>
                    <a:cubicBezTo>
                      <a:pt x="1137923" y="275600"/>
                      <a:pt x="1126914" y="275177"/>
                      <a:pt x="1111169" y="275177"/>
                    </a:cubicBezTo>
                    <a:cubicBezTo>
                      <a:pt x="1095424" y="275177"/>
                      <a:pt x="1077779" y="276203"/>
                      <a:pt x="1058234" y="278254"/>
                    </a:cubicBezTo>
                    <a:cubicBezTo>
                      <a:pt x="1038688" y="280305"/>
                      <a:pt x="1026412" y="281904"/>
                      <a:pt x="1021405" y="283050"/>
                    </a:cubicBezTo>
                    <a:cubicBezTo>
                      <a:pt x="1016398" y="284196"/>
                      <a:pt x="1013141" y="284769"/>
                      <a:pt x="1011633" y="284769"/>
                    </a:cubicBezTo>
                    <a:cubicBezTo>
                      <a:pt x="1010124" y="284769"/>
                      <a:pt x="1007953" y="283894"/>
                      <a:pt x="1005118" y="282145"/>
                    </a:cubicBezTo>
                    <a:cubicBezTo>
                      <a:pt x="1002282" y="280396"/>
                      <a:pt x="1000865" y="279189"/>
                      <a:pt x="1000865" y="278525"/>
                    </a:cubicBezTo>
                    <a:cubicBezTo>
                      <a:pt x="1000865" y="277862"/>
                      <a:pt x="1001377" y="277440"/>
                      <a:pt x="1002403" y="277259"/>
                    </a:cubicBezTo>
                    <a:cubicBezTo>
                      <a:pt x="1003428" y="277078"/>
                      <a:pt x="1004424" y="277017"/>
                      <a:pt x="1005389" y="277078"/>
                    </a:cubicBezTo>
                    <a:cubicBezTo>
                      <a:pt x="1006354" y="277138"/>
                      <a:pt x="1007319" y="277168"/>
                      <a:pt x="1008285" y="277168"/>
                    </a:cubicBezTo>
                    <a:cubicBezTo>
                      <a:pt x="1013593" y="277168"/>
                      <a:pt x="1032807" y="275720"/>
                      <a:pt x="1065925" y="272825"/>
                    </a:cubicBezTo>
                    <a:cubicBezTo>
                      <a:pt x="1099044" y="269929"/>
                      <a:pt x="1118317" y="267999"/>
                      <a:pt x="1123747" y="267034"/>
                    </a:cubicBezTo>
                    <a:cubicBezTo>
                      <a:pt x="1129176" y="266068"/>
                      <a:pt x="1133459" y="265586"/>
                      <a:pt x="1136596" y="265586"/>
                    </a:cubicBezTo>
                    <a:close/>
                    <a:moveTo>
                      <a:pt x="863867" y="263414"/>
                    </a:moveTo>
                    <a:cubicBezTo>
                      <a:pt x="865556" y="263414"/>
                      <a:pt x="867637" y="264892"/>
                      <a:pt x="870110" y="267848"/>
                    </a:cubicBezTo>
                    <a:cubicBezTo>
                      <a:pt x="872583" y="270804"/>
                      <a:pt x="873820" y="272855"/>
                      <a:pt x="873820" y="274001"/>
                    </a:cubicBezTo>
                    <a:cubicBezTo>
                      <a:pt x="873820" y="275147"/>
                      <a:pt x="873126" y="276263"/>
                      <a:pt x="871739" y="277349"/>
                    </a:cubicBezTo>
                    <a:cubicBezTo>
                      <a:pt x="870351" y="278435"/>
                      <a:pt x="865676" y="283020"/>
                      <a:pt x="857713" y="291103"/>
                    </a:cubicBezTo>
                    <a:cubicBezTo>
                      <a:pt x="859402" y="292189"/>
                      <a:pt x="860247" y="296713"/>
                      <a:pt x="860247" y="304676"/>
                    </a:cubicBezTo>
                    <a:cubicBezTo>
                      <a:pt x="860247" y="340992"/>
                      <a:pt x="858256" y="359150"/>
                      <a:pt x="854275" y="359150"/>
                    </a:cubicBezTo>
                    <a:cubicBezTo>
                      <a:pt x="853068" y="359150"/>
                      <a:pt x="851590" y="357310"/>
                      <a:pt x="849841" y="353630"/>
                    </a:cubicBezTo>
                    <a:cubicBezTo>
                      <a:pt x="848091" y="349950"/>
                      <a:pt x="847217" y="347115"/>
                      <a:pt x="847217" y="345124"/>
                    </a:cubicBezTo>
                    <a:cubicBezTo>
                      <a:pt x="847217" y="343134"/>
                      <a:pt x="847880" y="340690"/>
                      <a:pt x="849208" y="337795"/>
                    </a:cubicBezTo>
                    <a:cubicBezTo>
                      <a:pt x="851862" y="333089"/>
                      <a:pt x="853189" y="321929"/>
                      <a:pt x="853189" y="304314"/>
                    </a:cubicBezTo>
                    <a:cubicBezTo>
                      <a:pt x="853189" y="300816"/>
                      <a:pt x="853008" y="298101"/>
                      <a:pt x="852646" y="296171"/>
                    </a:cubicBezTo>
                    <a:cubicBezTo>
                      <a:pt x="842391" y="305943"/>
                      <a:pt x="834096" y="312549"/>
                      <a:pt x="827762" y="315987"/>
                    </a:cubicBezTo>
                    <a:cubicBezTo>
                      <a:pt x="821428" y="319426"/>
                      <a:pt x="817296" y="321145"/>
                      <a:pt x="815365" y="321145"/>
                    </a:cubicBezTo>
                    <a:cubicBezTo>
                      <a:pt x="814641" y="321145"/>
                      <a:pt x="814279" y="320813"/>
                      <a:pt x="814279" y="320150"/>
                    </a:cubicBezTo>
                    <a:cubicBezTo>
                      <a:pt x="814279" y="319486"/>
                      <a:pt x="815124" y="318551"/>
                      <a:pt x="816813" y="317345"/>
                    </a:cubicBezTo>
                    <a:cubicBezTo>
                      <a:pt x="830085" y="307210"/>
                      <a:pt x="840702" y="297588"/>
                      <a:pt x="848665" y="288479"/>
                    </a:cubicBezTo>
                    <a:cubicBezTo>
                      <a:pt x="856628" y="279370"/>
                      <a:pt x="860730" y="272915"/>
                      <a:pt x="860971" y="269115"/>
                    </a:cubicBezTo>
                    <a:cubicBezTo>
                      <a:pt x="861212" y="265314"/>
                      <a:pt x="862177" y="263414"/>
                      <a:pt x="863867" y="263414"/>
                    </a:cubicBezTo>
                    <a:close/>
                    <a:moveTo>
                      <a:pt x="61150" y="263034"/>
                    </a:moveTo>
                    <a:cubicBezTo>
                      <a:pt x="68278" y="263034"/>
                      <a:pt x="73625" y="264478"/>
                      <a:pt x="77189" y="267364"/>
                    </a:cubicBezTo>
                    <a:cubicBezTo>
                      <a:pt x="80753" y="270251"/>
                      <a:pt x="82535" y="274758"/>
                      <a:pt x="82535" y="280885"/>
                    </a:cubicBezTo>
                    <a:cubicBezTo>
                      <a:pt x="82535" y="290899"/>
                      <a:pt x="77837" y="298411"/>
                      <a:pt x="68440" y="303418"/>
                    </a:cubicBezTo>
                    <a:cubicBezTo>
                      <a:pt x="59044" y="308425"/>
                      <a:pt x="45097" y="310929"/>
                      <a:pt x="26599" y="310929"/>
                    </a:cubicBezTo>
                    <a:cubicBezTo>
                      <a:pt x="25892" y="314464"/>
                      <a:pt x="25538" y="318293"/>
                      <a:pt x="25538" y="322417"/>
                    </a:cubicBezTo>
                    <a:cubicBezTo>
                      <a:pt x="25538" y="328603"/>
                      <a:pt x="26746" y="333095"/>
                      <a:pt x="29161" y="335893"/>
                    </a:cubicBezTo>
                    <a:cubicBezTo>
                      <a:pt x="31577" y="338691"/>
                      <a:pt x="35524" y="340090"/>
                      <a:pt x="41002" y="340090"/>
                    </a:cubicBezTo>
                    <a:cubicBezTo>
                      <a:pt x="46422" y="340090"/>
                      <a:pt x="51327" y="338912"/>
                      <a:pt x="55716" y="336556"/>
                    </a:cubicBezTo>
                    <a:cubicBezTo>
                      <a:pt x="60104" y="334199"/>
                      <a:pt x="64744" y="330576"/>
                      <a:pt x="69633" y="325686"/>
                    </a:cubicBezTo>
                    <a:lnTo>
                      <a:pt x="75112" y="331430"/>
                    </a:lnTo>
                    <a:cubicBezTo>
                      <a:pt x="69398" y="337734"/>
                      <a:pt x="63610" y="342476"/>
                      <a:pt x="57748" y="345657"/>
                    </a:cubicBezTo>
                    <a:cubicBezTo>
                      <a:pt x="51886" y="348838"/>
                      <a:pt x="45067" y="350429"/>
                      <a:pt x="37291" y="350429"/>
                    </a:cubicBezTo>
                    <a:cubicBezTo>
                      <a:pt x="28749" y="350429"/>
                      <a:pt x="22136" y="347822"/>
                      <a:pt x="17453" y="342609"/>
                    </a:cubicBezTo>
                    <a:cubicBezTo>
                      <a:pt x="12769" y="337395"/>
                      <a:pt x="10428" y="330134"/>
                      <a:pt x="10428" y="320826"/>
                    </a:cubicBezTo>
                    <a:cubicBezTo>
                      <a:pt x="10428" y="314523"/>
                      <a:pt x="11562" y="307763"/>
                      <a:pt x="13830" y="300546"/>
                    </a:cubicBezTo>
                    <a:cubicBezTo>
                      <a:pt x="16098" y="293329"/>
                      <a:pt x="19529" y="286849"/>
                      <a:pt x="24124" y="281105"/>
                    </a:cubicBezTo>
                    <a:cubicBezTo>
                      <a:pt x="28719" y="275362"/>
                      <a:pt x="34228" y="270914"/>
                      <a:pt x="40649" y="267762"/>
                    </a:cubicBezTo>
                    <a:cubicBezTo>
                      <a:pt x="47070" y="264610"/>
                      <a:pt x="53904" y="263034"/>
                      <a:pt x="61150" y="263034"/>
                    </a:cubicBezTo>
                    <a:close/>
                    <a:moveTo>
                      <a:pt x="740803" y="262147"/>
                    </a:moveTo>
                    <a:cubicBezTo>
                      <a:pt x="733323" y="262147"/>
                      <a:pt x="724033" y="263173"/>
                      <a:pt x="712933" y="265224"/>
                    </a:cubicBezTo>
                    <a:cubicBezTo>
                      <a:pt x="712933" y="269447"/>
                      <a:pt x="712813" y="275781"/>
                      <a:pt x="712571" y="284226"/>
                    </a:cubicBezTo>
                    <a:cubicBezTo>
                      <a:pt x="718725" y="282416"/>
                      <a:pt x="722827" y="281512"/>
                      <a:pt x="724878" y="281512"/>
                    </a:cubicBezTo>
                    <a:cubicBezTo>
                      <a:pt x="726929" y="281512"/>
                      <a:pt x="728739" y="281874"/>
                      <a:pt x="730307" y="282597"/>
                    </a:cubicBezTo>
                    <a:cubicBezTo>
                      <a:pt x="731875" y="283321"/>
                      <a:pt x="732660" y="284287"/>
                      <a:pt x="732660" y="285493"/>
                    </a:cubicBezTo>
                    <a:cubicBezTo>
                      <a:pt x="732660" y="286700"/>
                      <a:pt x="731604" y="287665"/>
                      <a:pt x="729493" y="288389"/>
                    </a:cubicBezTo>
                    <a:cubicBezTo>
                      <a:pt x="727381" y="289113"/>
                      <a:pt x="721680" y="290319"/>
                      <a:pt x="712390" y="292008"/>
                    </a:cubicBezTo>
                    <a:cubicBezTo>
                      <a:pt x="712390" y="299006"/>
                      <a:pt x="712270" y="305581"/>
                      <a:pt x="712028" y="311734"/>
                    </a:cubicBezTo>
                    <a:cubicBezTo>
                      <a:pt x="719871" y="310287"/>
                      <a:pt x="725179" y="309563"/>
                      <a:pt x="727954" y="309563"/>
                    </a:cubicBezTo>
                    <a:cubicBezTo>
                      <a:pt x="730729" y="309563"/>
                      <a:pt x="732660" y="309864"/>
                      <a:pt x="733745" y="310468"/>
                    </a:cubicBezTo>
                    <a:cubicBezTo>
                      <a:pt x="734831" y="311071"/>
                      <a:pt x="735616" y="311372"/>
                      <a:pt x="736098" y="311372"/>
                    </a:cubicBezTo>
                    <a:cubicBezTo>
                      <a:pt x="738029" y="311372"/>
                      <a:pt x="740291" y="305099"/>
                      <a:pt x="742885" y="292551"/>
                    </a:cubicBezTo>
                    <a:cubicBezTo>
                      <a:pt x="745479" y="280003"/>
                      <a:pt x="746776" y="272161"/>
                      <a:pt x="746776" y="269024"/>
                    </a:cubicBezTo>
                    <a:cubicBezTo>
                      <a:pt x="746776" y="265887"/>
                      <a:pt x="746414" y="263957"/>
                      <a:pt x="745690" y="263233"/>
                    </a:cubicBezTo>
                    <a:cubicBezTo>
                      <a:pt x="744966" y="262509"/>
                      <a:pt x="743337" y="262147"/>
                      <a:pt x="740803" y="262147"/>
                    </a:cubicBezTo>
                    <a:close/>
                    <a:moveTo>
                      <a:pt x="378854" y="262147"/>
                    </a:moveTo>
                    <a:cubicBezTo>
                      <a:pt x="371373" y="262147"/>
                      <a:pt x="362083" y="263173"/>
                      <a:pt x="350983" y="265224"/>
                    </a:cubicBezTo>
                    <a:cubicBezTo>
                      <a:pt x="350983" y="269447"/>
                      <a:pt x="350863" y="275781"/>
                      <a:pt x="350621" y="284226"/>
                    </a:cubicBezTo>
                    <a:cubicBezTo>
                      <a:pt x="356775" y="282416"/>
                      <a:pt x="360877" y="281512"/>
                      <a:pt x="362928" y="281512"/>
                    </a:cubicBezTo>
                    <a:cubicBezTo>
                      <a:pt x="364979" y="281512"/>
                      <a:pt x="366789" y="281874"/>
                      <a:pt x="368357" y="282597"/>
                    </a:cubicBezTo>
                    <a:cubicBezTo>
                      <a:pt x="369925" y="283321"/>
                      <a:pt x="370710" y="284287"/>
                      <a:pt x="370710" y="285493"/>
                    </a:cubicBezTo>
                    <a:cubicBezTo>
                      <a:pt x="370710" y="286700"/>
                      <a:pt x="369654" y="287665"/>
                      <a:pt x="367543" y="288389"/>
                    </a:cubicBezTo>
                    <a:cubicBezTo>
                      <a:pt x="365431" y="289113"/>
                      <a:pt x="359730" y="290319"/>
                      <a:pt x="350440" y="292008"/>
                    </a:cubicBezTo>
                    <a:cubicBezTo>
                      <a:pt x="350440" y="299006"/>
                      <a:pt x="350320" y="305581"/>
                      <a:pt x="350078" y="311734"/>
                    </a:cubicBezTo>
                    <a:cubicBezTo>
                      <a:pt x="357921" y="310287"/>
                      <a:pt x="363229" y="309563"/>
                      <a:pt x="366004" y="309563"/>
                    </a:cubicBezTo>
                    <a:cubicBezTo>
                      <a:pt x="368779" y="309563"/>
                      <a:pt x="370710" y="309864"/>
                      <a:pt x="371795" y="310468"/>
                    </a:cubicBezTo>
                    <a:cubicBezTo>
                      <a:pt x="372881" y="311071"/>
                      <a:pt x="373666" y="311372"/>
                      <a:pt x="374148" y="311372"/>
                    </a:cubicBezTo>
                    <a:cubicBezTo>
                      <a:pt x="376079" y="311372"/>
                      <a:pt x="378341" y="305099"/>
                      <a:pt x="380935" y="292551"/>
                    </a:cubicBezTo>
                    <a:cubicBezTo>
                      <a:pt x="383529" y="280003"/>
                      <a:pt x="384826" y="272161"/>
                      <a:pt x="384826" y="269024"/>
                    </a:cubicBezTo>
                    <a:cubicBezTo>
                      <a:pt x="384826" y="265887"/>
                      <a:pt x="384464" y="263957"/>
                      <a:pt x="383740" y="263233"/>
                    </a:cubicBezTo>
                    <a:cubicBezTo>
                      <a:pt x="383016" y="262509"/>
                      <a:pt x="381387" y="262147"/>
                      <a:pt x="378854" y="262147"/>
                    </a:cubicBezTo>
                    <a:close/>
                    <a:moveTo>
                      <a:pt x="1092257" y="228486"/>
                    </a:moveTo>
                    <a:cubicBezTo>
                      <a:pt x="1089120" y="228486"/>
                      <a:pt x="1084354" y="228848"/>
                      <a:pt x="1077960" y="229572"/>
                    </a:cubicBezTo>
                    <a:cubicBezTo>
                      <a:pt x="1063723" y="231502"/>
                      <a:pt x="1055338" y="232528"/>
                      <a:pt x="1052804" y="232648"/>
                    </a:cubicBezTo>
                    <a:cubicBezTo>
                      <a:pt x="1053649" y="237112"/>
                      <a:pt x="1054433" y="240852"/>
                      <a:pt x="1055157" y="243869"/>
                    </a:cubicBezTo>
                    <a:cubicBezTo>
                      <a:pt x="1060828" y="243507"/>
                      <a:pt x="1066227" y="242662"/>
                      <a:pt x="1071354" y="241335"/>
                    </a:cubicBezTo>
                    <a:cubicBezTo>
                      <a:pt x="1076482" y="240008"/>
                      <a:pt x="1079921" y="239344"/>
                      <a:pt x="1081670" y="239344"/>
                    </a:cubicBezTo>
                    <a:cubicBezTo>
                      <a:pt x="1083419" y="239344"/>
                      <a:pt x="1085018" y="239646"/>
                      <a:pt x="1086466" y="240249"/>
                    </a:cubicBezTo>
                    <a:cubicBezTo>
                      <a:pt x="1087914" y="240852"/>
                      <a:pt x="1088637" y="241516"/>
                      <a:pt x="1088637" y="242240"/>
                    </a:cubicBezTo>
                    <a:cubicBezTo>
                      <a:pt x="1088637" y="242964"/>
                      <a:pt x="1088004" y="243627"/>
                      <a:pt x="1086737" y="244231"/>
                    </a:cubicBezTo>
                    <a:cubicBezTo>
                      <a:pt x="1085470" y="244834"/>
                      <a:pt x="1081489" y="245558"/>
                      <a:pt x="1074793" y="246402"/>
                    </a:cubicBezTo>
                    <a:cubicBezTo>
                      <a:pt x="1068097" y="247247"/>
                      <a:pt x="1061793" y="247488"/>
                      <a:pt x="1055881" y="247126"/>
                    </a:cubicBezTo>
                    <a:cubicBezTo>
                      <a:pt x="1056484" y="249781"/>
                      <a:pt x="1057510" y="253641"/>
                      <a:pt x="1058958" y="258709"/>
                    </a:cubicBezTo>
                    <a:cubicBezTo>
                      <a:pt x="1072832" y="256658"/>
                      <a:pt x="1081579" y="255542"/>
                      <a:pt x="1085199" y="255361"/>
                    </a:cubicBezTo>
                    <a:cubicBezTo>
                      <a:pt x="1088818" y="255180"/>
                      <a:pt x="1091201" y="254878"/>
                      <a:pt x="1092347" y="254456"/>
                    </a:cubicBezTo>
                    <a:cubicBezTo>
                      <a:pt x="1093494" y="254034"/>
                      <a:pt x="1094399" y="253098"/>
                      <a:pt x="1095062" y="251651"/>
                    </a:cubicBezTo>
                    <a:cubicBezTo>
                      <a:pt x="1095726" y="250203"/>
                      <a:pt x="1096691" y="247156"/>
                      <a:pt x="1097958" y="242511"/>
                    </a:cubicBezTo>
                    <a:cubicBezTo>
                      <a:pt x="1099225" y="237866"/>
                      <a:pt x="1099858" y="234699"/>
                      <a:pt x="1099858" y="233010"/>
                    </a:cubicBezTo>
                    <a:cubicBezTo>
                      <a:pt x="1099858" y="231321"/>
                      <a:pt x="1099375" y="230145"/>
                      <a:pt x="1098410" y="229481"/>
                    </a:cubicBezTo>
                    <a:cubicBezTo>
                      <a:pt x="1097445" y="228818"/>
                      <a:pt x="1095394" y="228486"/>
                      <a:pt x="1092257" y="228486"/>
                    </a:cubicBezTo>
                    <a:close/>
                    <a:moveTo>
                      <a:pt x="559105" y="227219"/>
                    </a:moveTo>
                    <a:cubicBezTo>
                      <a:pt x="561156" y="227219"/>
                      <a:pt x="564715" y="228757"/>
                      <a:pt x="569782" y="231834"/>
                    </a:cubicBezTo>
                    <a:cubicBezTo>
                      <a:pt x="574849" y="234910"/>
                      <a:pt x="577383" y="237233"/>
                      <a:pt x="577383" y="238801"/>
                    </a:cubicBezTo>
                    <a:cubicBezTo>
                      <a:pt x="577383" y="240370"/>
                      <a:pt x="575332" y="241878"/>
                      <a:pt x="571230" y="243326"/>
                    </a:cubicBezTo>
                    <a:cubicBezTo>
                      <a:pt x="569058" y="244050"/>
                      <a:pt x="566072" y="246010"/>
                      <a:pt x="562272" y="249208"/>
                    </a:cubicBezTo>
                    <a:cubicBezTo>
                      <a:pt x="558471" y="252405"/>
                      <a:pt x="551142" y="259191"/>
                      <a:pt x="540283" y="269567"/>
                    </a:cubicBezTo>
                    <a:cubicBezTo>
                      <a:pt x="541731" y="271015"/>
                      <a:pt x="542877" y="275419"/>
                      <a:pt x="543722" y="282778"/>
                    </a:cubicBezTo>
                    <a:cubicBezTo>
                      <a:pt x="561578" y="280607"/>
                      <a:pt x="573040" y="279038"/>
                      <a:pt x="578107" y="278073"/>
                    </a:cubicBezTo>
                    <a:cubicBezTo>
                      <a:pt x="583174" y="277108"/>
                      <a:pt x="587729" y="276625"/>
                      <a:pt x="591771" y="276625"/>
                    </a:cubicBezTo>
                    <a:cubicBezTo>
                      <a:pt x="595812" y="276625"/>
                      <a:pt x="600126" y="277771"/>
                      <a:pt x="604710" y="280064"/>
                    </a:cubicBezTo>
                    <a:cubicBezTo>
                      <a:pt x="609295" y="282356"/>
                      <a:pt x="611587" y="284528"/>
                      <a:pt x="611587" y="286579"/>
                    </a:cubicBezTo>
                    <a:cubicBezTo>
                      <a:pt x="611587" y="289233"/>
                      <a:pt x="608631" y="290560"/>
                      <a:pt x="602720" y="290560"/>
                    </a:cubicBezTo>
                    <a:cubicBezTo>
                      <a:pt x="600910" y="290560"/>
                      <a:pt x="598044" y="290259"/>
                      <a:pt x="594123" y="289655"/>
                    </a:cubicBezTo>
                    <a:cubicBezTo>
                      <a:pt x="590202" y="289052"/>
                      <a:pt x="584109" y="288751"/>
                      <a:pt x="575845" y="288751"/>
                    </a:cubicBezTo>
                    <a:cubicBezTo>
                      <a:pt x="567580" y="288751"/>
                      <a:pt x="557235" y="289173"/>
                      <a:pt x="544808" y="290017"/>
                    </a:cubicBezTo>
                    <a:cubicBezTo>
                      <a:pt x="546497" y="305099"/>
                      <a:pt x="547341" y="317526"/>
                      <a:pt x="547341" y="327298"/>
                    </a:cubicBezTo>
                    <a:cubicBezTo>
                      <a:pt x="547341" y="344792"/>
                      <a:pt x="544928" y="357219"/>
                      <a:pt x="540102" y="364579"/>
                    </a:cubicBezTo>
                    <a:cubicBezTo>
                      <a:pt x="535276" y="371939"/>
                      <a:pt x="531174" y="375619"/>
                      <a:pt x="527796" y="375619"/>
                    </a:cubicBezTo>
                    <a:cubicBezTo>
                      <a:pt x="525866" y="375619"/>
                      <a:pt x="524659" y="374503"/>
                      <a:pt x="524176" y="372271"/>
                    </a:cubicBezTo>
                    <a:cubicBezTo>
                      <a:pt x="523694" y="370039"/>
                      <a:pt x="522246" y="367626"/>
                      <a:pt x="519833" y="365032"/>
                    </a:cubicBezTo>
                    <a:cubicBezTo>
                      <a:pt x="517420" y="362438"/>
                      <a:pt x="514404" y="359632"/>
                      <a:pt x="510784" y="356616"/>
                    </a:cubicBezTo>
                    <a:cubicBezTo>
                      <a:pt x="507165" y="353600"/>
                      <a:pt x="505355" y="351730"/>
                      <a:pt x="505355" y="351006"/>
                    </a:cubicBezTo>
                    <a:cubicBezTo>
                      <a:pt x="505355" y="350282"/>
                      <a:pt x="505807" y="349920"/>
                      <a:pt x="506712" y="349920"/>
                    </a:cubicBezTo>
                    <a:cubicBezTo>
                      <a:pt x="507617" y="349920"/>
                      <a:pt x="510060" y="350373"/>
                      <a:pt x="514042" y="351277"/>
                    </a:cubicBezTo>
                    <a:cubicBezTo>
                      <a:pt x="518023" y="352182"/>
                      <a:pt x="521462" y="352635"/>
                      <a:pt x="524357" y="352635"/>
                    </a:cubicBezTo>
                    <a:cubicBezTo>
                      <a:pt x="527253" y="352635"/>
                      <a:pt x="529334" y="351730"/>
                      <a:pt x="530601" y="349920"/>
                    </a:cubicBezTo>
                    <a:cubicBezTo>
                      <a:pt x="531868" y="348110"/>
                      <a:pt x="533165" y="344280"/>
                      <a:pt x="534492" y="338428"/>
                    </a:cubicBezTo>
                    <a:cubicBezTo>
                      <a:pt x="535819" y="332577"/>
                      <a:pt x="536453" y="325277"/>
                      <a:pt x="536392" y="316530"/>
                    </a:cubicBezTo>
                    <a:cubicBezTo>
                      <a:pt x="536332" y="307783"/>
                      <a:pt x="535638" y="299187"/>
                      <a:pt x="534311" y="290741"/>
                    </a:cubicBezTo>
                    <a:cubicBezTo>
                      <a:pt x="523814" y="291586"/>
                      <a:pt x="513589" y="292762"/>
                      <a:pt x="503636" y="294270"/>
                    </a:cubicBezTo>
                    <a:cubicBezTo>
                      <a:pt x="493682" y="295778"/>
                      <a:pt x="486654" y="297075"/>
                      <a:pt x="482552" y="298161"/>
                    </a:cubicBezTo>
                    <a:cubicBezTo>
                      <a:pt x="478450" y="299247"/>
                      <a:pt x="475102" y="299790"/>
                      <a:pt x="472508" y="299790"/>
                    </a:cubicBezTo>
                    <a:cubicBezTo>
                      <a:pt x="469914" y="299790"/>
                      <a:pt x="466898" y="298915"/>
                      <a:pt x="463459" y="297166"/>
                    </a:cubicBezTo>
                    <a:cubicBezTo>
                      <a:pt x="460021" y="295416"/>
                      <a:pt x="458302" y="294119"/>
                      <a:pt x="458302" y="293275"/>
                    </a:cubicBezTo>
                    <a:cubicBezTo>
                      <a:pt x="458302" y="292430"/>
                      <a:pt x="460111" y="291887"/>
                      <a:pt x="463731" y="291646"/>
                    </a:cubicBezTo>
                    <a:lnTo>
                      <a:pt x="533044" y="284045"/>
                    </a:lnTo>
                    <a:cubicBezTo>
                      <a:pt x="531476" y="277651"/>
                      <a:pt x="529545" y="273730"/>
                      <a:pt x="527253" y="272282"/>
                    </a:cubicBezTo>
                    <a:cubicBezTo>
                      <a:pt x="523995" y="270351"/>
                      <a:pt x="522367" y="268692"/>
                      <a:pt x="522367" y="267305"/>
                    </a:cubicBezTo>
                    <a:cubicBezTo>
                      <a:pt x="522367" y="265918"/>
                      <a:pt x="523634" y="265224"/>
                      <a:pt x="526167" y="265224"/>
                    </a:cubicBezTo>
                    <a:cubicBezTo>
                      <a:pt x="527012" y="265224"/>
                      <a:pt x="528580" y="265375"/>
                      <a:pt x="530873" y="265676"/>
                    </a:cubicBezTo>
                    <a:cubicBezTo>
                      <a:pt x="533165" y="265978"/>
                      <a:pt x="534975" y="266370"/>
                      <a:pt x="536302" y="266853"/>
                    </a:cubicBezTo>
                    <a:cubicBezTo>
                      <a:pt x="540042" y="262750"/>
                      <a:pt x="544114" y="257442"/>
                      <a:pt x="548518" y="250927"/>
                    </a:cubicBezTo>
                    <a:cubicBezTo>
                      <a:pt x="552921" y="244412"/>
                      <a:pt x="555123" y="240370"/>
                      <a:pt x="555123" y="238801"/>
                    </a:cubicBezTo>
                    <a:cubicBezTo>
                      <a:pt x="555123" y="237233"/>
                      <a:pt x="553887" y="236449"/>
                      <a:pt x="551413" y="236449"/>
                    </a:cubicBezTo>
                    <a:cubicBezTo>
                      <a:pt x="548940" y="236449"/>
                      <a:pt x="543360" y="237685"/>
                      <a:pt x="534673" y="240159"/>
                    </a:cubicBezTo>
                    <a:cubicBezTo>
                      <a:pt x="525986" y="242632"/>
                      <a:pt x="519562" y="244683"/>
                      <a:pt x="515399" y="246312"/>
                    </a:cubicBezTo>
                    <a:cubicBezTo>
                      <a:pt x="511237" y="247941"/>
                      <a:pt x="508070" y="248755"/>
                      <a:pt x="505898" y="248755"/>
                    </a:cubicBezTo>
                    <a:cubicBezTo>
                      <a:pt x="503726" y="248755"/>
                      <a:pt x="501132" y="247579"/>
                      <a:pt x="498116" y="245226"/>
                    </a:cubicBezTo>
                    <a:cubicBezTo>
                      <a:pt x="495100" y="242873"/>
                      <a:pt x="493592" y="241124"/>
                      <a:pt x="493592" y="239978"/>
                    </a:cubicBezTo>
                    <a:cubicBezTo>
                      <a:pt x="493592" y="238832"/>
                      <a:pt x="494798" y="238259"/>
                      <a:pt x="497211" y="238259"/>
                    </a:cubicBezTo>
                    <a:lnTo>
                      <a:pt x="502278" y="238439"/>
                    </a:lnTo>
                    <a:cubicBezTo>
                      <a:pt x="509397" y="238439"/>
                      <a:pt x="518084" y="237535"/>
                      <a:pt x="528339" y="235725"/>
                    </a:cubicBezTo>
                    <a:cubicBezTo>
                      <a:pt x="538594" y="233915"/>
                      <a:pt x="546135" y="231864"/>
                      <a:pt x="550961" y="229572"/>
                    </a:cubicBezTo>
                    <a:cubicBezTo>
                      <a:pt x="554339" y="228003"/>
                      <a:pt x="557054" y="227219"/>
                      <a:pt x="559105" y="227219"/>
                    </a:cubicBezTo>
                    <a:close/>
                    <a:moveTo>
                      <a:pt x="699632" y="221428"/>
                    </a:moveTo>
                    <a:cubicBezTo>
                      <a:pt x="701260" y="221428"/>
                      <a:pt x="704488" y="222363"/>
                      <a:pt x="709314" y="224233"/>
                    </a:cubicBezTo>
                    <a:cubicBezTo>
                      <a:pt x="714140" y="226103"/>
                      <a:pt x="716553" y="228607"/>
                      <a:pt x="716553" y="231743"/>
                    </a:cubicBezTo>
                    <a:cubicBezTo>
                      <a:pt x="716553" y="232950"/>
                      <a:pt x="716191" y="234760"/>
                      <a:pt x="715467" y="237173"/>
                    </a:cubicBezTo>
                    <a:cubicBezTo>
                      <a:pt x="714140" y="241516"/>
                      <a:pt x="713295" y="249117"/>
                      <a:pt x="712933" y="259976"/>
                    </a:cubicBezTo>
                    <a:cubicBezTo>
                      <a:pt x="729583" y="257201"/>
                      <a:pt x="739356" y="255331"/>
                      <a:pt x="742251" y="254365"/>
                    </a:cubicBezTo>
                    <a:cubicBezTo>
                      <a:pt x="745268" y="253038"/>
                      <a:pt x="747530" y="252375"/>
                      <a:pt x="749038" y="252375"/>
                    </a:cubicBezTo>
                    <a:cubicBezTo>
                      <a:pt x="750546" y="252375"/>
                      <a:pt x="754045" y="253913"/>
                      <a:pt x="759534" y="256989"/>
                    </a:cubicBezTo>
                    <a:cubicBezTo>
                      <a:pt x="765024" y="260066"/>
                      <a:pt x="767769" y="262570"/>
                      <a:pt x="767769" y="264500"/>
                    </a:cubicBezTo>
                    <a:cubicBezTo>
                      <a:pt x="767769" y="265827"/>
                      <a:pt x="766834" y="267215"/>
                      <a:pt x="764964" y="268662"/>
                    </a:cubicBezTo>
                    <a:cubicBezTo>
                      <a:pt x="763094" y="270110"/>
                      <a:pt x="761465" y="272191"/>
                      <a:pt x="760077" y="274906"/>
                    </a:cubicBezTo>
                    <a:cubicBezTo>
                      <a:pt x="758690" y="277621"/>
                      <a:pt x="757514" y="280878"/>
                      <a:pt x="756548" y="284679"/>
                    </a:cubicBezTo>
                    <a:cubicBezTo>
                      <a:pt x="755583" y="288479"/>
                      <a:pt x="753954" y="293848"/>
                      <a:pt x="751662" y="300785"/>
                    </a:cubicBezTo>
                    <a:cubicBezTo>
                      <a:pt x="749370" y="307723"/>
                      <a:pt x="747077" y="312609"/>
                      <a:pt x="744785" y="315444"/>
                    </a:cubicBezTo>
                    <a:cubicBezTo>
                      <a:pt x="742493" y="318280"/>
                      <a:pt x="740713" y="319697"/>
                      <a:pt x="739446" y="319697"/>
                    </a:cubicBezTo>
                    <a:cubicBezTo>
                      <a:pt x="738179" y="319697"/>
                      <a:pt x="737094" y="318943"/>
                      <a:pt x="736189" y="317435"/>
                    </a:cubicBezTo>
                    <a:cubicBezTo>
                      <a:pt x="735284" y="315927"/>
                      <a:pt x="733806" y="315173"/>
                      <a:pt x="731755" y="315173"/>
                    </a:cubicBezTo>
                    <a:cubicBezTo>
                      <a:pt x="729704" y="315173"/>
                      <a:pt x="723128" y="315957"/>
                      <a:pt x="712028" y="317526"/>
                    </a:cubicBezTo>
                    <a:cubicBezTo>
                      <a:pt x="711908" y="325006"/>
                      <a:pt x="712089" y="330888"/>
                      <a:pt x="712571" y="335171"/>
                    </a:cubicBezTo>
                    <a:cubicBezTo>
                      <a:pt x="713054" y="339454"/>
                      <a:pt x="714019" y="342651"/>
                      <a:pt x="715467" y="344762"/>
                    </a:cubicBezTo>
                    <a:cubicBezTo>
                      <a:pt x="716915" y="346874"/>
                      <a:pt x="720082" y="348563"/>
                      <a:pt x="724968" y="349830"/>
                    </a:cubicBezTo>
                    <a:cubicBezTo>
                      <a:pt x="729855" y="351096"/>
                      <a:pt x="735435" y="351730"/>
                      <a:pt x="741708" y="351730"/>
                    </a:cubicBezTo>
                    <a:cubicBezTo>
                      <a:pt x="747982" y="351730"/>
                      <a:pt x="754045" y="351247"/>
                      <a:pt x="759896" y="350282"/>
                    </a:cubicBezTo>
                    <a:cubicBezTo>
                      <a:pt x="765748" y="349317"/>
                      <a:pt x="769458" y="348080"/>
                      <a:pt x="771026" y="346572"/>
                    </a:cubicBezTo>
                    <a:cubicBezTo>
                      <a:pt x="772595" y="345064"/>
                      <a:pt x="773982" y="342983"/>
                      <a:pt x="775189" y="340328"/>
                    </a:cubicBezTo>
                    <a:cubicBezTo>
                      <a:pt x="776395" y="337674"/>
                      <a:pt x="777964" y="331581"/>
                      <a:pt x="779894" y="322050"/>
                    </a:cubicBezTo>
                    <a:cubicBezTo>
                      <a:pt x="780377" y="319637"/>
                      <a:pt x="781040" y="318430"/>
                      <a:pt x="781885" y="318430"/>
                    </a:cubicBezTo>
                    <a:cubicBezTo>
                      <a:pt x="782729" y="318430"/>
                      <a:pt x="783302" y="319969"/>
                      <a:pt x="783604" y="323045"/>
                    </a:cubicBezTo>
                    <a:cubicBezTo>
                      <a:pt x="783906" y="326122"/>
                      <a:pt x="784690" y="330103"/>
                      <a:pt x="785957" y="334990"/>
                    </a:cubicBezTo>
                    <a:cubicBezTo>
                      <a:pt x="787224" y="339876"/>
                      <a:pt x="788279" y="343073"/>
                      <a:pt x="789124" y="344581"/>
                    </a:cubicBezTo>
                    <a:cubicBezTo>
                      <a:pt x="789968" y="346089"/>
                      <a:pt x="790391" y="347386"/>
                      <a:pt x="790391" y="348472"/>
                    </a:cubicBezTo>
                    <a:cubicBezTo>
                      <a:pt x="790391" y="351851"/>
                      <a:pt x="785957" y="355199"/>
                      <a:pt x="777089" y="358516"/>
                    </a:cubicBezTo>
                    <a:cubicBezTo>
                      <a:pt x="768221" y="361834"/>
                      <a:pt x="757996" y="363493"/>
                      <a:pt x="746414" y="363493"/>
                    </a:cubicBezTo>
                    <a:cubicBezTo>
                      <a:pt x="738089" y="363493"/>
                      <a:pt x="731031" y="362588"/>
                      <a:pt x="725240" y="360779"/>
                    </a:cubicBezTo>
                    <a:cubicBezTo>
                      <a:pt x="719448" y="358969"/>
                      <a:pt x="714924" y="356526"/>
                      <a:pt x="711667" y="353449"/>
                    </a:cubicBezTo>
                    <a:cubicBezTo>
                      <a:pt x="708409" y="350373"/>
                      <a:pt x="706267" y="346301"/>
                      <a:pt x="705242" y="341233"/>
                    </a:cubicBezTo>
                    <a:cubicBezTo>
                      <a:pt x="704216" y="336166"/>
                      <a:pt x="703764" y="328625"/>
                      <a:pt x="703885" y="318611"/>
                    </a:cubicBezTo>
                    <a:cubicBezTo>
                      <a:pt x="694353" y="320059"/>
                      <a:pt x="687295" y="320904"/>
                      <a:pt x="682711" y="321145"/>
                    </a:cubicBezTo>
                    <a:cubicBezTo>
                      <a:pt x="682590" y="324282"/>
                      <a:pt x="681685" y="325850"/>
                      <a:pt x="679996" y="325850"/>
                    </a:cubicBezTo>
                    <a:cubicBezTo>
                      <a:pt x="679031" y="325850"/>
                      <a:pt x="678066" y="325006"/>
                      <a:pt x="677100" y="323317"/>
                    </a:cubicBezTo>
                    <a:cubicBezTo>
                      <a:pt x="676135" y="321628"/>
                      <a:pt x="675411" y="319637"/>
                      <a:pt x="674929" y="317345"/>
                    </a:cubicBezTo>
                    <a:cubicBezTo>
                      <a:pt x="672154" y="304556"/>
                      <a:pt x="669499" y="293818"/>
                      <a:pt x="666966" y="285131"/>
                    </a:cubicBezTo>
                    <a:cubicBezTo>
                      <a:pt x="664432" y="276444"/>
                      <a:pt x="662381" y="271347"/>
                      <a:pt x="660813" y="269839"/>
                    </a:cubicBezTo>
                    <a:cubicBezTo>
                      <a:pt x="659244" y="268331"/>
                      <a:pt x="658460" y="266913"/>
                      <a:pt x="658460" y="265586"/>
                    </a:cubicBezTo>
                    <a:cubicBezTo>
                      <a:pt x="658460" y="264259"/>
                      <a:pt x="659546" y="263595"/>
                      <a:pt x="661717" y="263595"/>
                    </a:cubicBezTo>
                    <a:cubicBezTo>
                      <a:pt x="663889" y="263595"/>
                      <a:pt x="667147" y="264560"/>
                      <a:pt x="671490" y="266491"/>
                    </a:cubicBezTo>
                    <a:cubicBezTo>
                      <a:pt x="683434" y="264802"/>
                      <a:pt x="694293" y="263112"/>
                      <a:pt x="704066" y="261423"/>
                    </a:cubicBezTo>
                    <a:cubicBezTo>
                      <a:pt x="703945" y="246945"/>
                      <a:pt x="702769" y="237444"/>
                      <a:pt x="700537" y="232920"/>
                    </a:cubicBezTo>
                    <a:cubicBezTo>
                      <a:pt x="698305" y="228395"/>
                      <a:pt x="697189" y="225349"/>
                      <a:pt x="697189" y="223781"/>
                    </a:cubicBezTo>
                    <a:cubicBezTo>
                      <a:pt x="697189" y="222212"/>
                      <a:pt x="698003" y="221428"/>
                      <a:pt x="699632" y="221428"/>
                    </a:cubicBezTo>
                    <a:close/>
                    <a:moveTo>
                      <a:pt x="337682" y="221428"/>
                    </a:moveTo>
                    <a:cubicBezTo>
                      <a:pt x="339310" y="221428"/>
                      <a:pt x="342538" y="222363"/>
                      <a:pt x="347364" y="224233"/>
                    </a:cubicBezTo>
                    <a:cubicBezTo>
                      <a:pt x="352190" y="226103"/>
                      <a:pt x="354603" y="228607"/>
                      <a:pt x="354603" y="231743"/>
                    </a:cubicBezTo>
                    <a:cubicBezTo>
                      <a:pt x="354603" y="232950"/>
                      <a:pt x="354241" y="234760"/>
                      <a:pt x="353517" y="237173"/>
                    </a:cubicBezTo>
                    <a:cubicBezTo>
                      <a:pt x="352190" y="241516"/>
                      <a:pt x="351345" y="249117"/>
                      <a:pt x="350983" y="259976"/>
                    </a:cubicBezTo>
                    <a:cubicBezTo>
                      <a:pt x="367633" y="257201"/>
                      <a:pt x="377406" y="255331"/>
                      <a:pt x="380301" y="254365"/>
                    </a:cubicBezTo>
                    <a:cubicBezTo>
                      <a:pt x="383318" y="253038"/>
                      <a:pt x="385580" y="252375"/>
                      <a:pt x="387088" y="252375"/>
                    </a:cubicBezTo>
                    <a:cubicBezTo>
                      <a:pt x="388596" y="252375"/>
                      <a:pt x="392095" y="253913"/>
                      <a:pt x="397584" y="256989"/>
                    </a:cubicBezTo>
                    <a:cubicBezTo>
                      <a:pt x="403074" y="260066"/>
                      <a:pt x="405819" y="262570"/>
                      <a:pt x="405819" y="264500"/>
                    </a:cubicBezTo>
                    <a:cubicBezTo>
                      <a:pt x="405819" y="265827"/>
                      <a:pt x="404884" y="267215"/>
                      <a:pt x="403014" y="268662"/>
                    </a:cubicBezTo>
                    <a:cubicBezTo>
                      <a:pt x="401144" y="270110"/>
                      <a:pt x="399515" y="272191"/>
                      <a:pt x="398127" y="274906"/>
                    </a:cubicBezTo>
                    <a:cubicBezTo>
                      <a:pt x="396740" y="277621"/>
                      <a:pt x="395564" y="280878"/>
                      <a:pt x="394598" y="284679"/>
                    </a:cubicBezTo>
                    <a:cubicBezTo>
                      <a:pt x="393633" y="288479"/>
                      <a:pt x="392004" y="293848"/>
                      <a:pt x="389712" y="300785"/>
                    </a:cubicBezTo>
                    <a:cubicBezTo>
                      <a:pt x="387420" y="307723"/>
                      <a:pt x="385127" y="312609"/>
                      <a:pt x="382835" y="315444"/>
                    </a:cubicBezTo>
                    <a:cubicBezTo>
                      <a:pt x="380543" y="318280"/>
                      <a:pt x="378763" y="319697"/>
                      <a:pt x="377496" y="319697"/>
                    </a:cubicBezTo>
                    <a:cubicBezTo>
                      <a:pt x="376229" y="319697"/>
                      <a:pt x="375144" y="318943"/>
                      <a:pt x="374239" y="317435"/>
                    </a:cubicBezTo>
                    <a:cubicBezTo>
                      <a:pt x="373334" y="315927"/>
                      <a:pt x="371856" y="315173"/>
                      <a:pt x="369805" y="315173"/>
                    </a:cubicBezTo>
                    <a:cubicBezTo>
                      <a:pt x="367754" y="315173"/>
                      <a:pt x="361178" y="315957"/>
                      <a:pt x="350078" y="317526"/>
                    </a:cubicBezTo>
                    <a:cubicBezTo>
                      <a:pt x="349958" y="325006"/>
                      <a:pt x="350139" y="330888"/>
                      <a:pt x="350621" y="335171"/>
                    </a:cubicBezTo>
                    <a:cubicBezTo>
                      <a:pt x="351104" y="339454"/>
                      <a:pt x="352069" y="342651"/>
                      <a:pt x="353517" y="344762"/>
                    </a:cubicBezTo>
                    <a:cubicBezTo>
                      <a:pt x="354965" y="346874"/>
                      <a:pt x="358132" y="348563"/>
                      <a:pt x="363018" y="349830"/>
                    </a:cubicBezTo>
                    <a:cubicBezTo>
                      <a:pt x="367905" y="351096"/>
                      <a:pt x="373485" y="351730"/>
                      <a:pt x="379758" y="351730"/>
                    </a:cubicBezTo>
                    <a:cubicBezTo>
                      <a:pt x="386032" y="351730"/>
                      <a:pt x="392095" y="351247"/>
                      <a:pt x="397946" y="350282"/>
                    </a:cubicBezTo>
                    <a:cubicBezTo>
                      <a:pt x="403798" y="349317"/>
                      <a:pt x="407508" y="348080"/>
                      <a:pt x="409076" y="346572"/>
                    </a:cubicBezTo>
                    <a:cubicBezTo>
                      <a:pt x="410645" y="345064"/>
                      <a:pt x="412032" y="342983"/>
                      <a:pt x="413239" y="340328"/>
                    </a:cubicBezTo>
                    <a:cubicBezTo>
                      <a:pt x="414445" y="337674"/>
                      <a:pt x="416014" y="331581"/>
                      <a:pt x="417944" y="322050"/>
                    </a:cubicBezTo>
                    <a:cubicBezTo>
                      <a:pt x="418427" y="319637"/>
                      <a:pt x="419090" y="318430"/>
                      <a:pt x="419935" y="318430"/>
                    </a:cubicBezTo>
                    <a:cubicBezTo>
                      <a:pt x="420779" y="318430"/>
                      <a:pt x="421352" y="319969"/>
                      <a:pt x="421654" y="323045"/>
                    </a:cubicBezTo>
                    <a:cubicBezTo>
                      <a:pt x="421956" y="326122"/>
                      <a:pt x="422740" y="330103"/>
                      <a:pt x="424007" y="334990"/>
                    </a:cubicBezTo>
                    <a:cubicBezTo>
                      <a:pt x="425274" y="339876"/>
                      <a:pt x="426329" y="343073"/>
                      <a:pt x="427174" y="344581"/>
                    </a:cubicBezTo>
                    <a:cubicBezTo>
                      <a:pt x="428018" y="346089"/>
                      <a:pt x="428441" y="347386"/>
                      <a:pt x="428441" y="348472"/>
                    </a:cubicBezTo>
                    <a:cubicBezTo>
                      <a:pt x="428441" y="351851"/>
                      <a:pt x="424007" y="355199"/>
                      <a:pt x="415139" y="358516"/>
                    </a:cubicBezTo>
                    <a:cubicBezTo>
                      <a:pt x="406271" y="361834"/>
                      <a:pt x="396046" y="363493"/>
                      <a:pt x="384464" y="363493"/>
                    </a:cubicBezTo>
                    <a:cubicBezTo>
                      <a:pt x="376139" y="363493"/>
                      <a:pt x="369081" y="362588"/>
                      <a:pt x="363290" y="360779"/>
                    </a:cubicBezTo>
                    <a:cubicBezTo>
                      <a:pt x="357498" y="358969"/>
                      <a:pt x="352974" y="356526"/>
                      <a:pt x="349717" y="353449"/>
                    </a:cubicBezTo>
                    <a:cubicBezTo>
                      <a:pt x="346459" y="350373"/>
                      <a:pt x="344317" y="346301"/>
                      <a:pt x="343292" y="341233"/>
                    </a:cubicBezTo>
                    <a:cubicBezTo>
                      <a:pt x="342266" y="336166"/>
                      <a:pt x="341814" y="328625"/>
                      <a:pt x="341935" y="318611"/>
                    </a:cubicBezTo>
                    <a:cubicBezTo>
                      <a:pt x="332403" y="320059"/>
                      <a:pt x="325345" y="320904"/>
                      <a:pt x="320761" y="321145"/>
                    </a:cubicBezTo>
                    <a:cubicBezTo>
                      <a:pt x="320640" y="324282"/>
                      <a:pt x="319735" y="325850"/>
                      <a:pt x="318046" y="325850"/>
                    </a:cubicBezTo>
                    <a:cubicBezTo>
                      <a:pt x="317081" y="325850"/>
                      <a:pt x="316116" y="325006"/>
                      <a:pt x="315150" y="323317"/>
                    </a:cubicBezTo>
                    <a:cubicBezTo>
                      <a:pt x="314185" y="321628"/>
                      <a:pt x="313461" y="319637"/>
                      <a:pt x="312979" y="317345"/>
                    </a:cubicBezTo>
                    <a:cubicBezTo>
                      <a:pt x="310204" y="304556"/>
                      <a:pt x="307549" y="293818"/>
                      <a:pt x="305016" y="285131"/>
                    </a:cubicBezTo>
                    <a:cubicBezTo>
                      <a:pt x="302482" y="276444"/>
                      <a:pt x="300431" y="271347"/>
                      <a:pt x="298863" y="269839"/>
                    </a:cubicBezTo>
                    <a:cubicBezTo>
                      <a:pt x="297294" y="268331"/>
                      <a:pt x="296510" y="266913"/>
                      <a:pt x="296510" y="265586"/>
                    </a:cubicBezTo>
                    <a:cubicBezTo>
                      <a:pt x="296510" y="264259"/>
                      <a:pt x="297596" y="263595"/>
                      <a:pt x="299767" y="263595"/>
                    </a:cubicBezTo>
                    <a:cubicBezTo>
                      <a:pt x="301939" y="263595"/>
                      <a:pt x="305197" y="264560"/>
                      <a:pt x="309540" y="266491"/>
                    </a:cubicBezTo>
                    <a:cubicBezTo>
                      <a:pt x="321484" y="264802"/>
                      <a:pt x="332343" y="263112"/>
                      <a:pt x="342116" y="261423"/>
                    </a:cubicBezTo>
                    <a:cubicBezTo>
                      <a:pt x="341995" y="246945"/>
                      <a:pt x="340819" y="237444"/>
                      <a:pt x="338587" y="232920"/>
                    </a:cubicBezTo>
                    <a:cubicBezTo>
                      <a:pt x="336355" y="228395"/>
                      <a:pt x="335239" y="225349"/>
                      <a:pt x="335239" y="223781"/>
                    </a:cubicBezTo>
                    <a:cubicBezTo>
                      <a:pt x="335239" y="222212"/>
                      <a:pt x="336053" y="221428"/>
                      <a:pt x="337682" y="221428"/>
                    </a:cubicBezTo>
                    <a:close/>
                    <a:moveTo>
                      <a:pt x="1101668" y="221066"/>
                    </a:moveTo>
                    <a:cubicBezTo>
                      <a:pt x="1103357" y="221066"/>
                      <a:pt x="1106735" y="222453"/>
                      <a:pt x="1111802" y="225228"/>
                    </a:cubicBezTo>
                    <a:cubicBezTo>
                      <a:pt x="1116870" y="228003"/>
                      <a:pt x="1119403" y="230296"/>
                      <a:pt x="1119403" y="232105"/>
                    </a:cubicBezTo>
                    <a:cubicBezTo>
                      <a:pt x="1119403" y="233071"/>
                      <a:pt x="1118227" y="234549"/>
                      <a:pt x="1115874" y="236539"/>
                    </a:cubicBezTo>
                    <a:cubicBezTo>
                      <a:pt x="1113522" y="238530"/>
                      <a:pt x="1111501" y="241154"/>
                      <a:pt x="1109812" y="244412"/>
                    </a:cubicBezTo>
                    <a:cubicBezTo>
                      <a:pt x="1108122" y="247669"/>
                      <a:pt x="1105710" y="251560"/>
                      <a:pt x="1102573" y="256085"/>
                    </a:cubicBezTo>
                    <a:cubicBezTo>
                      <a:pt x="1099436" y="260609"/>
                      <a:pt x="1096842" y="262871"/>
                      <a:pt x="1094791" y="262871"/>
                    </a:cubicBezTo>
                    <a:cubicBezTo>
                      <a:pt x="1093705" y="262871"/>
                      <a:pt x="1092921" y="262328"/>
                      <a:pt x="1092438" y="261242"/>
                    </a:cubicBezTo>
                    <a:cubicBezTo>
                      <a:pt x="1091955" y="260157"/>
                      <a:pt x="1090628" y="259614"/>
                      <a:pt x="1088456" y="259614"/>
                    </a:cubicBezTo>
                    <a:cubicBezTo>
                      <a:pt x="1087612" y="259614"/>
                      <a:pt x="1083872" y="259976"/>
                      <a:pt x="1077236" y="260699"/>
                    </a:cubicBezTo>
                    <a:lnTo>
                      <a:pt x="1060043" y="262690"/>
                    </a:lnTo>
                    <a:cubicBezTo>
                      <a:pt x="1060043" y="263535"/>
                      <a:pt x="1059621" y="263957"/>
                      <a:pt x="1058777" y="263957"/>
                    </a:cubicBezTo>
                    <a:cubicBezTo>
                      <a:pt x="1057932" y="263957"/>
                      <a:pt x="1056726" y="262871"/>
                      <a:pt x="1055157" y="260699"/>
                    </a:cubicBezTo>
                    <a:cubicBezTo>
                      <a:pt x="1053589" y="258528"/>
                      <a:pt x="1052261" y="256054"/>
                      <a:pt x="1051176" y="253279"/>
                    </a:cubicBezTo>
                    <a:cubicBezTo>
                      <a:pt x="1046712" y="241938"/>
                      <a:pt x="1043394" y="235303"/>
                      <a:pt x="1041222" y="233372"/>
                    </a:cubicBezTo>
                    <a:cubicBezTo>
                      <a:pt x="1039412" y="231804"/>
                      <a:pt x="1038507" y="230537"/>
                      <a:pt x="1038507" y="229572"/>
                    </a:cubicBezTo>
                    <a:cubicBezTo>
                      <a:pt x="1038507" y="228365"/>
                      <a:pt x="1039533" y="227762"/>
                      <a:pt x="1041584" y="227762"/>
                    </a:cubicBezTo>
                    <a:cubicBezTo>
                      <a:pt x="1043635" y="227762"/>
                      <a:pt x="1045626" y="227883"/>
                      <a:pt x="1047556" y="228124"/>
                    </a:cubicBezTo>
                    <a:cubicBezTo>
                      <a:pt x="1056605" y="227400"/>
                      <a:pt x="1066709" y="226344"/>
                      <a:pt x="1077869" y="224957"/>
                    </a:cubicBezTo>
                    <a:cubicBezTo>
                      <a:pt x="1089030" y="223569"/>
                      <a:pt x="1095364" y="222574"/>
                      <a:pt x="1096872" y="221971"/>
                    </a:cubicBezTo>
                    <a:cubicBezTo>
                      <a:pt x="1098380" y="221368"/>
                      <a:pt x="1099979" y="221066"/>
                      <a:pt x="1101668" y="221066"/>
                    </a:cubicBezTo>
                    <a:close/>
                    <a:moveTo>
                      <a:pt x="915716" y="215818"/>
                    </a:moveTo>
                    <a:cubicBezTo>
                      <a:pt x="917827" y="215818"/>
                      <a:pt x="920693" y="216723"/>
                      <a:pt x="924312" y="218532"/>
                    </a:cubicBezTo>
                    <a:cubicBezTo>
                      <a:pt x="927932" y="220342"/>
                      <a:pt x="929741" y="222212"/>
                      <a:pt x="929741" y="224142"/>
                    </a:cubicBezTo>
                    <a:cubicBezTo>
                      <a:pt x="929741" y="225228"/>
                      <a:pt x="929138" y="226736"/>
                      <a:pt x="927932" y="228667"/>
                    </a:cubicBezTo>
                    <a:cubicBezTo>
                      <a:pt x="926725" y="230597"/>
                      <a:pt x="924795" y="234277"/>
                      <a:pt x="922140" y="239706"/>
                    </a:cubicBezTo>
                    <a:cubicBezTo>
                      <a:pt x="924553" y="239465"/>
                      <a:pt x="928203" y="238922"/>
                      <a:pt x="933089" y="238078"/>
                    </a:cubicBezTo>
                    <a:cubicBezTo>
                      <a:pt x="937976" y="237233"/>
                      <a:pt x="942108" y="236811"/>
                      <a:pt x="945486" y="236811"/>
                    </a:cubicBezTo>
                    <a:cubicBezTo>
                      <a:pt x="948864" y="236811"/>
                      <a:pt x="951670" y="237535"/>
                      <a:pt x="953902" y="238982"/>
                    </a:cubicBezTo>
                    <a:cubicBezTo>
                      <a:pt x="956134" y="240430"/>
                      <a:pt x="957250" y="241818"/>
                      <a:pt x="957250" y="243145"/>
                    </a:cubicBezTo>
                    <a:cubicBezTo>
                      <a:pt x="957250" y="244472"/>
                      <a:pt x="956556" y="245467"/>
                      <a:pt x="955168" y="246131"/>
                    </a:cubicBezTo>
                    <a:cubicBezTo>
                      <a:pt x="953781" y="246795"/>
                      <a:pt x="951639" y="246975"/>
                      <a:pt x="948744" y="246674"/>
                    </a:cubicBezTo>
                    <a:cubicBezTo>
                      <a:pt x="945848" y="246372"/>
                      <a:pt x="941806" y="246221"/>
                      <a:pt x="936618" y="246221"/>
                    </a:cubicBezTo>
                    <a:cubicBezTo>
                      <a:pt x="931431" y="246221"/>
                      <a:pt x="925579" y="246463"/>
                      <a:pt x="919064" y="246945"/>
                    </a:cubicBezTo>
                    <a:cubicBezTo>
                      <a:pt x="916168" y="254064"/>
                      <a:pt x="913122" y="259764"/>
                      <a:pt x="909925" y="264047"/>
                    </a:cubicBezTo>
                    <a:cubicBezTo>
                      <a:pt x="906727" y="268331"/>
                      <a:pt x="904465" y="270472"/>
                      <a:pt x="903138" y="270472"/>
                    </a:cubicBezTo>
                    <a:cubicBezTo>
                      <a:pt x="902655" y="270472"/>
                      <a:pt x="902414" y="270080"/>
                      <a:pt x="902414" y="269296"/>
                    </a:cubicBezTo>
                    <a:cubicBezTo>
                      <a:pt x="902414" y="268512"/>
                      <a:pt x="902776" y="267335"/>
                      <a:pt x="903500" y="265767"/>
                    </a:cubicBezTo>
                    <a:cubicBezTo>
                      <a:pt x="906516" y="259252"/>
                      <a:pt x="908748" y="253219"/>
                      <a:pt x="910196" y="247669"/>
                    </a:cubicBezTo>
                    <a:cubicBezTo>
                      <a:pt x="903319" y="248031"/>
                      <a:pt x="894089" y="248876"/>
                      <a:pt x="882507" y="250203"/>
                    </a:cubicBezTo>
                    <a:cubicBezTo>
                      <a:pt x="882628" y="251651"/>
                      <a:pt x="882688" y="254305"/>
                      <a:pt x="882688" y="258166"/>
                    </a:cubicBezTo>
                    <a:cubicBezTo>
                      <a:pt x="882688" y="263474"/>
                      <a:pt x="881723" y="266129"/>
                      <a:pt x="879792" y="266129"/>
                    </a:cubicBezTo>
                    <a:cubicBezTo>
                      <a:pt x="877862" y="266129"/>
                      <a:pt x="876716" y="264500"/>
                      <a:pt x="876354" y="261242"/>
                    </a:cubicBezTo>
                    <a:lnTo>
                      <a:pt x="875087" y="251108"/>
                    </a:lnTo>
                    <a:cubicBezTo>
                      <a:pt x="868572" y="251832"/>
                      <a:pt x="862931" y="252737"/>
                      <a:pt x="858166" y="253822"/>
                    </a:cubicBezTo>
                    <a:cubicBezTo>
                      <a:pt x="853400" y="254908"/>
                      <a:pt x="849871" y="255451"/>
                      <a:pt x="847579" y="255451"/>
                    </a:cubicBezTo>
                    <a:cubicBezTo>
                      <a:pt x="845286" y="255451"/>
                      <a:pt x="842904" y="254486"/>
                      <a:pt x="840430" y="252556"/>
                    </a:cubicBezTo>
                    <a:cubicBezTo>
                      <a:pt x="837957" y="250625"/>
                      <a:pt x="836720" y="249238"/>
                      <a:pt x="836720" y="248393"/>
                    </a:cubicBezTo>
                    <a:cubicBezTo>
                      <a:pt x="836720" y="247428"/>
                      <a:pt x="838017" y="247036"/>
                      <a:pt x="840611" y="247217"/>
                    </a:cubicBezTo>
                    <a:cubicBezTo>
                      <a:pt x="843205" y="247398"/>
                      <a:pt x="845407" y="247488"/>
                      <a:pt x="847217" y="247488"/>
                    </a:cubicBezTo>
                    <a:cubicBezTo>
                      <a:pt x="852887" y="247488"/>
                      <a:pt x="861936" y="246825"/>
                      <a:pt x="874363" y="245498"/>
                    </a:cubicBezTo>
                    <a:cubicBezTo>
                      <a:pt x="873157" y="237414"/>
                      <a:pt x="871648" y="232286"/>
                      <a:pt x="869839" y="230115"/>
                    </a:cubicBezTo>
                    <a:cubicBezTo>
                      <a:pt x="868029" y="227943"/>
                      <a:pt x="867124" y="226314"/>
                      <a:pt x="867124" y="225228"/>
                    </a:cubicBezTo>
                    <a:cubicBezTo>
                      <a:pt x="867124" y="224142"/>
                      <a:pt x="868029" y="223600"/>
                      <a:pt x="869839" y="223600"/>
                    </a:cubicBezTo>
                    <a:cubicBezTo>
                      <a:pt x="871648" y="223600"/>
                      <a:pt x="874393" y="224233"/>
                      <a:pt x="878073" y="225500"/>
                    </a:cubicBezTo>
                    <a:cubicBezTo>
                      <a:pt x="881753" y="226767"/>
                      <a:pt x="883593" y="228727"/>
                      <a:pt x="883593" y="231381"/>
                    </a:cubicBezTo>
                    <a:cubicBezTo>
                      <a:pt x="883593" y="232226"/>
                      <a:pt x="883412" y="233312"/>
                      <a:pt x="883050" y="234639"/>
                    </a:cubicBezTo>
                    <a:cubicBezTo>
                      <a:pt x="882688" y="235966"/>
                      <a:pt x="882507" y="239284"/>
                      <a:pt x="882507" y="244593"/>
                    </a:cubicBezTo>
                    <a:cubicBezTo>
                      <a:pt x="888660" y="243989"/>
                      <a:pt x="898433" y="242843"/>
                      <a:pt x="911825" y="241154"/>
                    </a:cubicBezTo>
                    <a:cubicBezTo>
                      <a:pt x="913635" y="233674"/>
                      <a:pt x="914539" y="228184"/>
                      <a:pt x="914539" y="224685"/>
                    </a:cubicBezTo>
                    <a:cubicBezTo>
                      <a:pt x="914539" y="222755"/>
                      <a:pt x="914208" y="221368"/>
                      <a:pt x="913544" y="220523"/>
                    </a:cubicBezTo>
                    <a:cubicBezTo>
                      <a:pt x="912881" y="219678"/>
                      <a:pt x="912549" y="218683"/>
                      <a:pt x="912549" y="217537"/>
                    </a:cubicBezTo>
                    <a:cubicBezTo>
                      <a:pt x="912549" y="216391"/>
                      <a:pt x="913604" y="215818"/>
                      <a:pt x="915716" y="215818"/>
                    </a:cubicBezTo>
                    <a:close/>
                    <a:moveTo>
                      <a:pt x="173275" y="113291"/>
                    </a:moveTo>
                    <a:cubicBezTo>
                      <a:pt x="175930" y="113291"/>
                      <a:pt x="178222" y="114256"/>
                      <a:pt x="180152" y="116186"/>
                    </a:cubicBezTo>
                    <a:cubicBezTo>
                      <a:pt x="182083" y="118117"/>
                      <a:pt x="183048" y="120409"/>
                      <a:pt x="183048" y="123063"/>
                    </a:cubicBezTo>
                    <a:cubicBezTo>
                      <a:pt x="183048" y="125717"/>
                      <a:pt x="182083" y="128010"/>
                      <a:pt x="180152" y="129940"/>
                    </a:cubicBezTo>
                    <a:cubicBezTo>
                      <a:pt x="178222" y="131871"/>
                      <a:pt x="175930" y="132836"/>
                      <a:pt x="173275" y="132836"/>
                    </a:cubicBezTo>
                    <a:cubicBezTo>
                      <a:pt x="170621" y="132836"/>
                      <a:pt x="168329" y="131871"/>
                      <a:pt x="166398" y="129940"/>
                    </a:cubicBezTo>
                    <a:cubicBezTo>
                      <a:pt x="164468" y="128010"/>
                      <a:pt x="163503" y="125717"/>
                      <a:pt x="163503" y="123063"/>
                    </a:cubicBezTo>
                    <a:cubicBezTo>
                      <a:pt x="163503" y="120409"/>
                      <a:pt x="164468" y="118117"/>
                      <a:pt x="166398" y="116186"/>
                    </a:cubicBezTo>
                    <a:cubicBezTo>
                      <a:pt x="168329" y="114256"/>
                      <a:pt x="170621" y="113291"/>
                      <a:pt x="173275" y="113291"/>
                    </a:cubicBezTo>
                    <a:close/>
                    <a:moveTo>
                      <a:pt x="661117" y="105328"/>
                    </a:moveTo>
                    <a:cubicBezTo>
                      <a:pt x="659187" y="105328"/>
                      <a:pt x="647062" y="106655"/>
                      <a:pt x="624741" y="109309"/>
                    </a:cubicBezTo>
                    <a:cubicBezTo>
                      <a:pt x="626189" y="113773"/>
                      <a:pt x="627215" y="121615"/>
                      <a:pt x="627818" y="132836"/>
                    </a:cubicBezTo>
                    <a:cubicBezTo>
                      <a:pt x="634454" y="132233"/>
                      <a:pt x="641029" y="131358"/>
                      <a:pt x="647544" y="130212"/>
                    </a:cubicBezTo>
                    <a:cubicBezTo>
                      <a:pt x="654059" y="129066"/>
                      <a:pt x="658282" y="128221"/>
                      <a:pt x="660212" y="127678"/>
                    </a:cubicBezTo>
                    <a:cubicBezTo>
                      <a:pt x="662143" y="127135"/>
                      <a:pt x="663561" y="126110"/>
                      <a:pt x="664465" y="124601"/>
                    </a:cubicBezTo>
                    <a:cubicBezTo>
                      <a:pt x="665370" y="123093"/>
                      <a:pt x="666034" y="120861"/>
                      <a:pt x="666456" y="117905"/>
                    </a:cubicBezTo>
                    <a:cubicBezTo>
                      <a:pt x="666878" y="114949"/>
                      <a:pt x="667090" y="112567"/>
                      <a:pt x="667090" y="110757"/>
                    </a:cubicBezTo>
                    <a:cubicBezTo>
                      <a:pt x="667090" y="108947"/>
                      <a:pt x="666577" y="107590"/>
                      <a:pt x="665551" y="106685"/>
                    </a:cubicBezTo>
                    <a:cubicBezTo>
                      <a:pt x="664526" y="105780"/>
                      <a:pt x="663048" y="105328"/>
                      <a:pt x="661117" y="105328"/>
                    </a:cubicBezTo>
                    <a:close/>
                    <a:moveTo>
                      <a:pt x="602843" y="100260"/>
                    </a:moveTo>
                    <a:cubicBezTo>
                      <a:pt x="604653" y="100260"/>
                      <a:pt x="605558" y="100803"/>
                      <a:pt x="605558" y="101889"/>
                    </a:cubicBezTo>
                    <a:cubicBezTo>
                      <a:pt x="605558" y="102975"/>
                      <a:pt x="602270" y="105147"/>
                      <a:pt x="595695" y="108404"/>
                    </a:cubicBezTo>
                    <a:cubicBezTo>
                      <a:pt x="589120" y="111662"/>
                      <a:pt x="582182" y="115311"/>
                      <a:pt x="574883" y="119353"/>
                    </a:cubicBezTo>
                    <a:cubicBezTo>
                      <a:pt x="567583" y="123395"/>
                      <a:pt x="563270" y="125929"/>
                      <a:pt x="561943" y="126954"/>
                    </a:cubicBezTo>
                    <a:cubicBezTo>
                      <a:pt x="560616" y="127980"/>
                      <a:pt x="559108" y="128492"/>
                      <a:pt x="557419" y="128492"/>
                    </a:cubicBezTo>
                    <a:cubicBezTo>
                      <a:pt x="555730" y="128492"/>
                      <a:pt x="553407" y="127075"/>
                      <a:pt x="550451" y="124240"/>
                    </a:cubicBezTo>
                    <a:cubicBezTo>
                      <a:pt x="547495" y="121404"/>
                      <a:pt x="546017" y="119263"/>
                      <a:pt x="546017" y="117815"/>
                    </a:cubicBezTo>
                    <a:cubicBezTo>
                      <a:pt x="546017" y="116729"/>
                      <a:pt x="547375" y="116186"/>
                      <a:pt x="550089" y="116186"/>
                    </a:cubicBezTo>
                    <a:cubicBezTo>
                      <a:pt x="552804" y="116186"/>
                      <a:pt x="557449" y="115191"/>
                      <a:pt x="564024" y="113200"/>
                    </a:cubicBezTo>
                    <a:cubicBezTo>
                      <a:pt x="570600" y="111209"/>
                      <a:pt x="581790" y="107258"/>
                      <a:pt x="597595" y="101346"/>
                    </a:cubicBezTo>
                    <a:cubicBezTo>
                      <a:pt x="599646" y="100622"/>
                      <a:pt x="601396" y="100260"/>
                      <a:pt x="602843" y="100260"/>
                    </a:cubicBezTo>
                    <a:close/>
                    <a:moveTo>
                      <a:pt x="669985" y="97184"/>
                    </a:moveTo>
                    <a:cubicBezTo>
                      <a:pt x="671674" y="97184"/>
                      <a:pt x="674660" y="98662"/>
                      <a:pt x="678943" y="101618"/>
                    </a:cubicBezTo>
                    <a:cubicBezTo>
                      <a:pt x="683226" y="104573"/>
                      <a:pt x="685368" y="106896"/>
                      <a:pt x="685368" y="108585"/>
                    </a:cubicBezTo>
                    <a:cubicBezTo>
                      <a:pt x="685368" y="109550"/>
                      <a:pt x="684373" y="110727"/>
                      <a:pt x="682382" y="112114"/>
                    </a:cubicBezTo>
                    <a:cubicBezTo>
                      <a:pt x="680391" y="113502"/>
                      <a:pt x="678159" y="115794"/>
                      <a:pt x="675686" y="118991"/>
                    </a:cubicBezTo>
                    <a:cubicBezTo>
                      <a:pt x="673213" y="122188"/>
                      <a:pt x="671976" y="124632"/>
                      <a:pt x="671976" y="126321"/>
                    </a:cubicBezTo>
                    <a:cubicBezTo>
                      <a:pt x="671976" y="127045"/>
                      <a:pt x="672217" y="127527"/>
                      <a:pt x="672700" y="127769"/>
                    </a:cubicBezTo>
                    <a:cubicBezTo>
                      <a:pt x="675113" y="129337"/>
                      <a:pt x="676319" y="130996"/>
                      <a:pt x="676319" y="132745"/>
                    </a:cubicBezTo>
                    <a:cubicBezTo>
                      <a:pt x="676319" y="134495"/>
                      <a:pt x="674630" y="135490"/>
                      <a:pt x="671252" y="135731"/>
                    </a:cubicBezTo>
                    <a:lnTo>
                      <a:pt x="628542" y="138084"/>
                    </a:lnTo>
                    <a:cubicBezTo>
                      <a:pt x="628663" y="139411"/>
                      <a:pt x="628421" y="140557"/>
                      <a:pt x="627818" y="141523"/>
                    </a:cubicBezTo>
                    <a:cubicBezTo>
                      <a:pt x="627215" y="142488"/>
                      <a:pt x="626461" y="142970"/>
                      <a:pt x="625556" y="142970"/>
                    </a:cubicBezTo>
                    <a:cubicBezTo>
                      <a:pt x="624651" y="142970"/>
                      <a:pt x="623656" y="142066"/>
                      <a:pt x="622570" y="140256"/>
                    </a:cubicBezTo>
                    <a:cubicBezTo>
                      <a:pt x="621484" y="138446"/>
                      <a:pt x="620790" y="136033"/>
                      <a:pt x="620488" y="133017"/>
                    </a:cubicBezTo>
                    <a:cubicBezTo>
                      <a:pt x="620187" y="130001"/>
                      <a:pt x="619342" y="125687"/>
                      <a:pt x="617955" y="120077"/>
                    </a:cubicBezTo>
                    <a:cubicBezTo>
                      <a:pt x="616567" y="114467"/>
                      <a:pt x="615210" y="110697"/>
                      <a:pt x="613883" y="108766"/>
                    </a:cubicBezTo>
                    <a:cubicBezTo>
                      <a:pt x="612556" y="106836"/>
                      <a:pt x="611892" y="105328"/>
                      <a:pt x="611892" y="104242"/>
                    </a:cubicBezTo>
                    <a:cubicBezTo>
                      <a:pt x="611892" y="103156"/>
                      <a:pt x="612767" y="102613"/>
                      <a:pt x="614516" y="102613"/>
                    </a:cubicBezTo>
                    <a:cubicBezTo>
                      <a:pt x="616266" y="102613"/>
                      <a:pt x="619071" y="103216"/>
                      <a:pt x="622932" y="104423"/>
                    </a:cubicBezTo>
                    <a:cubicBezTo>
                      <a:pt x="628240" y="104543"/>
                      <a:pt x="635932" y="103850"/>
                      <a:pt x="646006" y="102341"/>
                    </a:cubicBezTo>
                    <a:cubicBezTo>
                      <a:pt x="656080" y="100833"/>
                      <a:pt x="662173" y="99597"/>
                      <a:pt x="664284" y="98631"/>
                    </a:cubicBezTo>
                    <a:cubicBezTo>
                      <a:pt x="666396" y="97666"/>
                      <a:pt x="668296" y="97184"/>
                      <a:pt x="669985" y="97184"/>
                    </a:cubicBezTo>
                    <a:close/>
                    <a:moveTo>
                      <a:pt x="1206033" y="95193"/>
                    </a:moveTo>
                    <a:cubicBezTo>
                      <a:pt x="1207481" y="95193"/>
                      <a:pt x="1211221" y="96731"/>
                      <a:pt x="1217254" y="99808"/>
                    </a:cubicBezTo>
                    <a:cubicBezTo>
                      <a:pt x="1223286" y="102884"/>
                      <a:pt x="1228172" y="106775"/>
                      <a:pt x="1231912" y="111481"/>
                    </a:cubicBezTo>
                    <a:cubicBezTo>
                      <a:pt x="1235653" y="116186"/>
                      <a:pt x="1237523" y="121072"/>
                      <a:pt x="1237523" y="126140"/>
                    </a:cubicBezTo>
                    <a:cubicBezTo>
                      <a:pt x="1237523" y="131207"/>
                      <a:pt x="1236377" y="133741"/>
                      <a:pt x="1234084" y="133741"/>
                    </a:cubicBezTo>
                    <a:cubicBezTo>
                      <a:pt x="1232154" y="133741"/>
                      <a:pt x="1229681" y="131961"/>
                      <a:pt x="1226664" y="128402"/>
                    </a:cubicBezTo>
                    <a:cubicBezTo>
                      <a:pt x="1223648" y="124843"/>
                      <a:pt x="1219274" y="118931"/>
                      <a:pt x="1213544" y="110666"/>
                    </a:cubicBezTo>
                    <a:cubicBezTo>
                      <a:pt x="1207813" y="102402"/>
                      <a:pt x="1204947" y="97546"/>
                      <a:pt x="1204947" y="96098"/>
                    </a:cubicBezTo>
                    <a:cubicBezTo>
                      <a:pt x="1204947" y="95495"/>
                      <a:pt x="1205309" y="95193"/>
                      <a:pt x="1206033" y="95193"/>
                    </a:cubicBezTo>
                    <a:close/>
                    <a:moveTo>
                      <a:pt x="1177077" y="94288"/>
                    </a:moveTo>
                    <a:cubicBezTo>
                      <a:pt x="1178525" y="94288"/>
                      <a:pt x="1180486" y="95495"/>
                      <a:pt x="1182959" y="97908"/>
                    </a:cubicBezTo>
                    <a:cubicBezTo>
                      <a:pt x="1185432" y="100321"/>
                      <a:pt x="1186669" y="102130"/>
                      <a:pt x="1186669" y="103337"/>
                    </a:cubicBezTo>
                    <a:cubicBezTo>
                      <a:pt x="1186669" y="104302"/>
                      <a:pt x="1186066" y="105147"/>
                      <a:pt x="1184859" y="105871"/>
                    </a:cubicBezTo>
                    <a:cubicBezTo>
                      <a:pt x="1183653" y="106594"/>
                      <a:pt x="1181541" y="108223"/>
                      <a:pt x="1178525" y="110757"/>
                    </a:cubicBezTo>
                    <a:cubicBezTo>
                      <a:pt x="1168752" y="119685"/>
                      <a:pt x="1160759" y="125657"/>
                      <a:pt x="1154546" y="128673"/>
                    </a:cubicBezTo>
                    <a:cubicBezTo>
                      <a:pt x="1148332" y="131690"/>
                      <a:pt x="1144833" y="133198"/>
                      <a:pt x="1144049" y="133198"/>
                    </a:cubicBezTo>
                    <a:cubicBezTo>
                      <a:pt x="1143265" y="133198"/>
                      <a:pt x="1142873" y="132926"/>
                      <a:pt x="1142873" y="132383"/>
                    </a:cubicBezTo>
                    <a:cubicBezTo>
                      <a:pt x="1142873" y="131840"/>
                      <a:pt x="1143416" y="131147"/>
                      <a:pt x="1144502" y="130302"/>
                    </a:cubicBezTo>
                    <a:cubicBezTo>
                      <a:pt x="1152706" y="124149"/>
                      <a:pt x="1159824" y="117815"/>
                      <a:pt x="1165857" y="111300"/>
                    </a:cubicBezTo>
                    <a:cubicBezTo>
                      <a:pt x="1171889" y="104785"/>
                      <a:pt x="1174905" y="100019"/>
                      <a:pt x="1174905" y="97003"/>
                    </a:cubicBezTo>
                    <a:cubicBezTo>
                      <a:pt x="1174905" y="95193"/>
                      <a:pt x="1175629" y="94288"/>
                      <a:pt x="1177077" y="94288"/>
                    </a:cubicBezTo>
                    <a:close/>
                    <a:moveTo>
                      <a:pt x="805897" y="70761"/>
                    </a:moveTo>
                    <a:cubicBezTo>
                      <a:pt x="807466" y="70761"/>
                      <a:pt x="809939" y="71365"/>
                      <a:pt x="813317" y="72571"/>
                    </a:cubicBezTo>
                    <a:cubicBezTo>
                      <a:pt x="816696" y="73778"/>
                      <a:pt x="819320" y="75467"/>
                      <a:pt x="821190" y="77638"/>
                    </a:cubicBezTo>
                    <a:cubicBezTo>
                      <a:pt x="823060" y="79810"/>
                      <a:pt x="823995" y="82344"/>
                      <a:pt x="823995" y="85239"/>
                    </a:cubicBezTo>
                    <a:cubicBezTo>
                      <a:pt x="823995" y="88135"/>
                      <a:pt x="823542" y="90276"/>
                      <a:pt x="822638" y="91664"/>
                    </a:cubicBezTo>
                    <a:cubicBezTo>
                      <a:pt x="821733" y="93051"/>
                      <a:pt x="820586" y="93745"/>
                      <a:pt x="819199" y="93745"/>
                    </a:cubicBezTo>
                    <a:cubicBezTo>
                      <a:pt x="817812" y="93745"/>
                      <a:pt x="816394" y="92689"/>
                      <a:pt x="814946" y="90578"/>
                    </a:cubicBezTo>
                    <a:cubicBezTo>
                      <a:pt x="813498" y="88467"/>
                      <a:pt x="811327" y="85119"/>
                      <a:pt x="808431" y="80534"/>
                    </a:cubicBezTo>
                    <a:cubicBezTo>
                      <a:pt x="805535" y="75949"/>
                      <a:pt x="804088" y="73174"/>
                      <a:pt x="804088" y="72209"/>
                    </a:cubicBezTo>
                    <a:cubicBezTo>
                      <a:pt x="804088" y="71244"/>
                      <a:pt x="804691" y="70761"/>
                      <a:pt x="805897" y="70761"/>
                    </a:cubicBezTo>
                    <a:close/>
                    <a:moveTo>
                      <a:pt x="949772" y="68771"/>
                    </a:moveTo>
                    <a:cubicBezTo>
                      <a:pt x="939638" y="70218"/>
                      <a:pt x="932158" y="71425"/>
                      <a:pt x="927332" y="72390"/>
                    </a:cubicBezTo>
                    <a:cubicBezTo>
                      <a:pt x="930710" y="92297"/>
                      <a:pt x="932821" y="110878"/>
                      <a:pt x="933666" y="128130"/>
                    </a:cubicBezTo>
                    <a:lnTo>
                      <a:pt x="955745" y="125235"/>
                    </a:lnTo>
                    <a:cubicBezTo>
                      <a:pt x="955624" y="118358"/>
                      <a:pt x="955262" y="109852"/>
                      <a:pt x="954659" y="99717"/>
                    </a:cubicBezTo>
                    <a:cubicBezTo>
                      <a:pt x="954056" y="89583"/>
                      <a:pt x="953422" y="82495"/>
                      <a:pt x="952759" y="78453"/>
                    </a:cubicBezTo>
                    <a:cubicBezTo>
                      <a:pt x="952095" y="74411"/>
                      <a:pt x="951100" y="71184"/>
                      <a:pt x="949772" y="68771"/>
                    </a:cubicBezTo>
                    <a:close/>
                    <a:moveTo>
                      <a:pt x="984158" y="63703"/>
                    </a:moveTo>
                    <a:lnTo>
                      <a:pt x="956469" y="67866"/>
                    </a:lnTo>
                    <a:cubicBezTo>
                      <a:pt x="958640" y="69434"/>
                      <a:pt x="960058" y="70942"/>
                      <a:pt x="960721" y="72390"/>
                    </a:cubicBezTo>
                    <a:cubicBezTo>
                      <a:pt x="961385" y="73838"/>
                      <a:pt x="961717" y="76010"/>
                      <a:pt x="961717" y="78905"/>
                    </a:cubicBezTo>
                    <a:lnTo>
                      <a:pt x="961717" y="82344"/>
                    </a:lnTo>
                    <a:cubicBezTo>
                      <a:pt x="969800" y="79810"/>
                      <a:pt x="975350" y="78543"/>
                      <a:pt x="978367" y="78543"/>
                    </a:cubicBezTo>
                    <a:cubicBezTo>
                      <a:pt x="979211" y="78543"/>
                      <a:pt x="980116" y="78845"/>
                      <a:pt x="981081" y="79448"/>
                    </a:cubicBezTo>
                    <a:cubicBezTo>
                      <a:pt x="982046" y="80051"/>
                      <a:pt x="982529" y="80655"/>
                      <a:pt x="982529" y="81258"/>
                    </a:cubicBezTo>
                    <a:cubicBezTo>
                      <a:pt x="982529" y="82585"/>
                      <a:pt x="980719" y="83912"/>
                      <a:pt x="977100" y="85239"/>
                    </a:cubicBezTo>
                    <a:cubicBezTo>
                      <a:pt x="973480" y="86566"/>
                      <a:pt x="970343" y="87230"/>
                      <a:pt x="967689" y="87230"/>
                    </a:cubicBezTo>
                    <a:cubicBezTo>
                      <a:pt x="965035" y="87230"/>
                      <a:pt x="963104" y="87170"/>
                      <a:pt x="961898" y="87049"/>
                    </a:cubicBezTo>
                    <a:lnTo>
                      <a:pt x="962260" y="103156"/>
                    </a:lnTo>
                    <a:cubicBezTo>
                      <a:pt x="968292" y="100622"/>
                      <a:pt x="972515" y="99355"/>
                      <a:pt x="974928" y="99355"/>
                    </a:cubicBezTo>
                    <a:cubicBezTo>
                      <a:pt x="977341" y="99355"/>
                      <a:pt x="979151" y="99657"/>
                      <a:pt x="980357" y="100260"/>
                    </a:cubicBezTo>
                    <a:cubicBezTo>
                      <a:pt x="981564" y="100863"/>
                      <a:pt x="982167" y="101738"/>
                      <a:pt x="982167" y="102884"/>
                    </a:cubicBezTo>
                    <a:cubicBezTo>
                      <a:pt x="982167" y="104031"/>
                      <a:pt x="980538" y="105086"/>
                      <a:pt x="977281" y="106052"/>
                    </a:cubicBezTo>
                    <a:cubicBezTo>
                      <a:pt x="974023" y="107017"/>
                      <a:pt x="971158" y="107499"/>
                      <a:pt x="968684" y="107499"/>
                    </a:cubicBezTo>
                    <a:cubicBezTo>
                      <a:pt x="966211" y="107499"/>
                      <a:pt x="964070" y="107379"/>
                      <a:pt x="962260" y="107137"/>
                    </a:cubicBezTo>
                    <a:lnTo>
                      <a:pt x="962803" y="124511"/>
                    </a:lnTo>
                    <a:cubicBezTo>
                      <a:pt x="974868" y="122943"/>
                      <a:pt x="982348" y="122038"/>
                      <a:pt x="985244" y="121796"/>
                    </a:cubicBezTo>
                    <a:cubicBezTo>
                      <a:pt x="985968" y="108646"/>
                      <a:pt x="986329" y="95133"/>
                      <a:pt x="986329" y="81258"/>
                    </a:cubicBezTo>
                    <a:cubicBezTo>
                      <a:pt x="986329" y="72571"/>
                      <a:pt x="985606" y="66720"/>
                      <a:pt x="984158" y="63703"/>
                    </a:cubicBezTo>
                    <a:close/>
                    <a:moveTo>
                      <a:pt x="1020715" y="59722"/>
                    </a:moveTo>
                    <a:cubicBezTo>
                      <a:pt x="1017698" y="59722"/>
                      <a:pt x="1007865" y="60747"/>
                      <a:pt x="991216" y="62798"/>
                    </a:cubicBezTo>
                    <a:cubicBezTo>
                      <a:pt x="995680" y="65573"/>
                      <a:pt x="997912" y="68288"/>
                      <a:pt x="997912" y="70942"/>
                    </a:cubicBezTo>
                    <a:cubicBezTo>
                      <a:pt x="997912" y="72149"/>
                      <a:pt x="997459" y="73898"/>
                      <a:pt x="996555" y="76191"/>
                    </a:cubicBezTo>
                    <a:cubicBezTo>
                      <a:pt x="995650" y="78483"/>
                      <a:pt x="994594" y="93263"/>
                      <a:pt x="993388" y="120530"/>
                    </a:cubicBezTo>
                    <a:cubicBezTo>
                      <a:pt x="1000747" y="119685"/>
                      <a:pt x="1005784" y="119263"/>
                      <a:pt x="1008499" y="119263"/>
                    </a:cubicBezTo>
                    <a:cubicBezTo>
                      <a:pt x="1011214" y="119263"/>
                      <a:pt x="1013174" y="119595"/>
                      <a:pt x="1014381" y="120258"/>
                    </a:cubicBezTo>
                    <a:cubicBezTo>
                      <a:pt x="1015587" y="120922"/>
                      <a:pt x="1016794" y="122038"/>
                      <a:pt x="1018000" y="123606"/>
                    </a:cubicBezTo>
                    <a:cubicBezTo>
                      <a:pt x="1019207" y="125175"/>
                      <a:pt x="1020051" y="125959"/>
                      <a:pt x="1020534" y="125959"/>
                    </a:cubicBezTo>
                    <a:cubicBezTo>
                      <a:pt x="1021982" y="125959"/>
                      <a:pt x="1023640" y="121193"/>
                      <a:pt x="1025511" y="111662"/>
                    </a:cubicBezTo>
                    <a:cubicBezTo>
                      <a:pt x="1027381" y="102130"/>
                      <a:pt x="1028316" y="89522"/>
                      <a:pt x="1028316" y="73838"/>
                    </a:cubicBezTo>
                    <a:cubicBezTo>
                      <a:pt x="1028316" y="67564"/>
                      <a:pt x="1027803" y="63643"/>
                      <a:pt x="1026777" y="62075"/>
                    </a:cubicBezTo>
                    <a:cubicBezTo>
                      <a:pt x="1025752" y="60506"/>
                      <a:pt x="1023731" y="59722"/>
                      <a:pt x="1020715" y="59722"/>
                    </a:cubicBezTo>
                    <a:close/>
                    <a:moveTo>
                      <a:pt x="173275" y="57731"/>
                    </a:moveTo>
                    <a:cubicBezTo>
                      <a:pt x="175930" y="57731"/>
                      <a:pt x="178222" y="58696"/>
                      <a:pt x="180152" y="60627"/>
                    </a:cubicBezTo>
                    <a:cubicBezTo>
                      <a:pt x="182083" y="62557"/>
                      <a:pt x="183048" y="64849"/>
                      <a:pt x="183048" y="67504"/>
                    </a:cubicBezTo>
                    <a:cubicBezTo>
                      <a:pt x="183048" y="70158"/>
                      <a:pt x="182083" y="72450"/>
                      <a:pt x="180152" y="74381"/>
                    </a:cubicBezTo>
                    <a:cubicBezTo>
                      <a:pt x="178222" y="76311"/>
                      <a:pt x="175930" y="77276"/>
                      <a:pt x="173275" y="77276"/>
                    </a:cubicBezTo>
                    <a:cubicBezTo>
                      <a:pt x="170621" y="77276"/>
                      <a:pt x="168329" y="76311"/>
                      <a:pt x="166398" y="74381"/>
                    </a:cubicBezTo>
                    <a:cubicBezTo>
                      <a:pt x="164468" y="72450"/>
                      <a:pt x="163503" y="70158"/>
                      <a:pt x="163503" y="67504"/>
                    </a:cubicBezTo>
                    <a:cubicBezTo>
                      <a:pt x="163503" y="64849"/>
                      <a:pt x="164468" y="62557"/>
                      <a:pt x="166398" y="60627"/>
                    </a:cubicBezTo>
                    <a:cubicBezTo>
                      <a:pt x="168329" y="58696"/>
                      <a:pt x="170621" y="57731"/>
                      <a:pt x="173275" y="57731"/>
                    </a:cubicBezTo>
                    <a:close/>
                    <a:moveTo>
                      <a:pt x="768074" y="52845"/>
                    </a:moveTo>
                    <a:cubicBezTo>
                      <a:pt x="766384" y="52845"/>
                      <a:pt x="762735" y="53448"/>
                      <a:pt x="757125" y="54655"/>
                    </a:cubicBezTo>
                    <a:cubicBezTo>
                      <a:pt x="751514" y="55861"/>
                      <a:pt x="747201" y="56645"/>
                      <a:pt x="744185" y="57007"/>
                    </a:cubicBezTo>
                    <a:cubicBezTo>
                      <a:pt x="744909" y="60989"/>
                      <a:pt x="745572" y="68288"/>
                      <a:pt x="746176" y="78905"/>
                    </a:cubicBezTo>
                    <a:cubicBezTo>
                      <a:pt x="747261" y="78664"/>
                      <a:pt x="749614" y="77940"/>
                      <a:pt x="753234" y="76733"/>
                    </a:cubicBezTo>
                    <a:cubicBezTo>
                      <a:pt x="756853" y="75527"/>
                      <a:pt x="759568" y="74924"/>
                      <a:pt x="761378" y="74924"/>
                    </a:cubicBezTo>
                    <a:cubicBezTo>
                      <a:pt x="763187" y="74924"/>
                      <a:pt x="764545" y="75256"/>
                      <a:pt x="765449" y="75919"/>
                    </a:cubicBezTo>
                    <a:cubicBezTo>
                      <a:pt x="766354" y="76583"/>
                      <a:pt x="766807" y="77367"/>
                      <a:pt x="766807" y="78272"/>
                    </a:cubicBezTo>
                    <a:cubicBezTo>
                      <a:pt x="766807" y="79177"/>
                      <a:pt x="766143" y="79931"/>
                      <a:pt x="764816" y="80534"/>
                    </a:cubicBezTo>
                    <a:cubicBezTo>
                      <a:pt x="763489" y="81137"/>
                      <a:pt x="760955" y="81831"/>
                      <a:pt x="757215" y="82615"/>
                    </a:cubicBezTo>
                    <a:cubicBezTo>
                      <a:pt x="753475" y="83399"/>
                      <a:pt x="749916" y="83671"/>
                      <a:pt x="746538" y="83430"/>
                    </a:cubicBezTo>
                    <a:cubicBezTo>
                      <a:pt x="746779" y="89462"/>
                      <a:pt x="746900" y="94529"/>
                      <a:pt x="746900" y="98631"/>
                    </a:cubicBezTo>
                    <a:cubicBezTo>
                      <a:pt x="746900" y="102734"/>
                      <a:pt x="746839" y="106172"/>
                      <a:pt x="746719" y="108947"/>
                    </a:cubicBezTo>
                    <a:cubicBezTo>
                      <a:pt x="754078" y="106775"/>
                      <a:pt x="759176" y="105690"/>
                      <a:pt x="762011" y="105690"/>
                    </a:cubicBezTo>
                    <a:cubicBezTo>
                      <a:pt x="764846" y="105690"/>
                      <a:pt x="766746" y="106052"/>
                      <a:pt x="767712" y="106775"/>
                    </a:cubicBezTo>
                    <a:cubicBezTo>
                      <a:pt x="768677" y="107499"/>
                      <a:pt x="769401" y="107861"/>
                      <a:pt x="769883" y="107861"/>
                    </a:cubicBezTo>
                    <a:cubicBezTo>
                      <a:pt x="771572" y="107861"/>
                      <a:pt x="772688" y="103759"/>
                      <a:pt x="773231" y="95555"/>
                    </a:cubicBezTo>
                    <a:cubicBezTo>
                      <a:pt x="773774" y="87351"/>
                      <a:pt x="774046" y="79237"/>
                      <a:pt x="774046" y="71214"/>
                    </a:cubicBezTo>
                    <a:cubicBezTo>
                      <a:pt x="774046" y="63191"/>
                      <a:pt x="773804" y="58123"/>
                      <a:pt x="773322" y="56012"/>
                    </a:cubicBezTo>
                    <a:cubicBezTo>
                      <a:pt x="772839" y="53900"/>
                      <a:pt x="771090" y="52845"/>
                      <a:pt x="768074" y="52845"/>
                    </a:cubicBezTo>
                    <a:close/>
                    <a:moveTo>
                      <a:pt x="1205490" y="42710"/>
                    </a:moveTo>
                    <a:cubicBezTo>
                      <a:pt x="1202957" y="42710"/>
                      <a:pt x="1198100" y="43494"/>
                      <a:pt x="1190922" y="45063"/>
                    </a:cubicBezTo>
                    <a:cubicBezTo>
                      <a:pt x="1183743" y="46631"/>
                      <a:pt x="1178887" y="47235"/>
                      <a:pt x="1176353" y="46873"/>
                    </a:cubicBezTo>
                    <a:cubicBezTo>
                      <a:pt x="1178887" y="66418"/>
                      <a:pt x="1180274" y="76794"/>
                      <a:pt x="1180516" y="78000"/>
                    </a:cubicBezTo>
                    <a:cubicBezTo>
                      <a:pt x="1187151" y="76914"/>
                      <a:pt x="1193124" y="75768"/>
                      <a:pt x="1198432" y="74562"/>
                    </a:cubicBezTo>
                    <a:cubicBezTo>
                      <a:pt x="1203741" y="73355"/>
                      <a:pt x="1206727" y="72511"/>
                      <a:pt x="1207390" y="72028"/>
                    </a:cubicBezTo>
                    <a:cubicBezTo>
                      <a:pt x="1208054" y="71546"/>
                      <a:pt x="1208687" y="70580"/>
                      <a:pt x="1209291" y="69133"/>
                    </a:cubicBezTo>
                    <a:cubicBezTo>
                      <a:pt x="1209894" y="67685"/>
                      <a:pt x="1210588" y="63794"/>
                      <a:pt x="1211372" y="57460"/>
                    </a:cubicBezTo>
                    <a:cubicBezTo>
                      <a:pt x="1212156" y="51126"/>
                      <a:pt x="1212548" y="47597"/>
                      <a:pt x="1212548" y="46873"/>
                    </a:cubicBezTo>
                    <a:cubicBezTo>
                      <a:pt x="1212548" y="44098"/>
                      <a:pt x="1210196" y="42710"/>
                      <a:pt x="1205490" y="42710"/>
                    </a:cubicBezTo>
                    <a:close/>
                    <a:moveTo>
                      <a:pt x="1213996" y="33480"/>
                    </a:moveTo>
                    <a:cubicBezTo>
                      <a:pt x="1215444" y="33480"/>
                      <a:pt x="1218732" y="34989"/>
                      <a:pt x="1223859" y="38005"/>
                    </a:cubicBezTo>
                    <a:cubicBezTo>
                      <a:pt x="1228987" y="41021"/>
                      <a:pt x="1231551" y="43193"/>
                      <a:pt x="1231551" y="44520"/>
                    </a:cubicBezTo>
                    <a:cubicBezTo>
                      <a:pt x="1231551" y="45123"/>
                      <a:pt x="1230887" y="45968"/>
                      <a:pt x="1229560" y="47054"/>
                    </a:cubicBezTo>
                    <a:cubicBezTo>
                      <a:pt x="1226061" y="49708"/>
                      <a:pt x="1223196" y="53659"/>
                      <a:pt x="1220964" y="58907"/>
                    </a:cubicBezTo>
                    <a:cubicBezTo>
                      <a:pt x="1218732" y="64156"/>
                      <a:pt x="1217616" y="67986"/>
                      <a:pt x="1217616" y="70399"/>
                    </a:cubicBezTo>
                    <a:cubicBezTo>
                      <a:pt x="1217616" y="72088"/>
                      <a:pt x="1218219" y="73385"/>
                      <a:pt x="1219425" y="74290"/>
                    </a:cubicBezTo>
                    <a:cubicBezTo>
                      <a:pt x="1220632" y="75195"/>
                      <a:pt x="1221235" y="76070"/>
                      <a:pt x="1221235" y="76914"/>
                    </a:cubicBezTo>
                    <a:cubicBezTo>
                      <a:pt x="1221235" y="77759"/>
                      <a:pt x="1220933" y="78332"/>
                      <a:pt x="1220330" y="78634"/>
                    </a:cubicBezTo>
                    <a:cubicBezTo>
                      <a:pt x="1219727" y="78935"/>
                      <a:pt x="1215172" y="79508"/>
                      <a:pt x="1206667" y="80353"/>
                    </a:cubicBezTo>
                    <a:cubicBezTo>
                      <a:pt x="1198161" y="81198"/>
                      <a:pt x="1189504" y="81982"/>
                      <a:pt x="1180697" y="82706"/>
                    </a:cubicBezTo>
                    <a:cubicBezTo>
                      <a:pt x="1180093" y="86084"/>
                      <a:pt x="1179038" y="87773"/>
                      <a:pt x="1177530" y="87773"/>
                    </a:cubicBezTo>
                    <a:cubicBezTo>
                      <a:pt x="1176021" y="87773"/>
                      <a:pt x="1174845" y="85239"/>
                      <a:pt x="1174001" y="80172"/>
                    </a:cubicBezTo>
                    <a:cubicBezTo>
                      <a:pt x="1171346" y="62075"/>
                      <a:pt x="1168028" y="50432"/>
                      <a:pt x="1164047" y="45244"/>
                    </a:cubicBezTo>
                    <a:cubicBezTo>
                      <a:pt x="1163082" y="44037"/>
                      <a:pt x="1162599" y="42951"/>
                      <a:pt x="1162599" y="41986"/>
                    </a:cubicBezTo>
                    <a:cubicBezTo>
                      <a:pt x="1162599" y="41021"/>
                      <a:pt x="1163444" y="40538"/>
                      <a:pt x="1165133" y="40538"/>
                    </a:cubicBezTo>
                    <a:cubicBezTo>
                      <a:pt x="1166822" y="40538"/>
                      <a:pt x="1169356" y="41202"/>
                      <a:pt x="1172734" y="42529"/>
                    </a:cubicBezTo>
                    <a:cubicBezTo>
                      <a:pt x="1176233" y="42650"/>
                      <a:pt x="1181722" y="41866"/>
                      <a:pt x="1189202" y="40177"/>
                    </a:cubicBezTo>
                    <a:cubicBezTo>
                      <a:pt x="1196683" y="38487"/>
                      <a:pt x="1202323" y="36949"/>
                      <a:pt x="1206124" y="35562"/>
                    </a:cubicBezTo>
                    <a:cubicBezTo>
                      <a:pt x="1209924" y="34174"/>
                      <a:pt x="1212548" y="33480"/>
                      <a:pt x="1213996" y="33480"/>
                    </a:cubicBezTo>
                    <a:close/>
                    <a:moveTo>
                      <a:pt x="75112" y="26551"/>
                    </a:moveTo>
                    <a:lnTo>
                      <a:pt x="43654" y="82222"/>
                    </a:lnTo>
                    <a:lnTo>
                      <a:pt x="78205" y="82222"/>
                    </a:lnTo>
                    <a:lnTo>
                      <a:pt x="76703" y="53768"/>
                    </a:lnTo>
                    <a:cubicBezTo>
                      <a:pt x="76526" y="49880"/>
                      <a:pt x="76379" y="45020"/>
                      <a:pt x="76261" y="39188"/>
                    </a:cubicBezTo>
                    <a:cubicBezTo>
                      <a:pt x="76143" y="33355"/>
                      <a:pt x="76084" y="29143"/>
                      <a:pt x="76084" y="26551"/>
                    </a:cubicBezTo>
                    <a:close/>
                    <a:moveTo>
                      <a:pt x="473722" y="16288"/>
                    </a:moveTo>
                    <a:cubicBezTo>
                      <a:pt x="477101" y="16650"/>
                      <a:pt x="483616" y="16831"/>
                      <a:pt x="493268" y="16831"/>
                    </a:cubicBezTo>
                    <a:cubicBezTo>
                      <a:pt x="502920" y="16831"/>
                      <a:pt x="509435" y="16650"/>
                      <a:pt x="512813" y="16288"/>
                    </a:cubicBezTo>
                    <a:lnTo>
                      <a:pt x="512813" y="19183"/>
                    </a:lnTo>
                    <a:lnTo>
                      <a:pt x="505212" y="19907"/>
                    </a:lnTo>
                    <a:cubicBezTo>
                      <a:pt x="503161" y="20149"/>
                      <a:pt x="501894" y="20873"/>
                      <a:pt x="501412" y="22079"/>
                    </a:cubicBezTo>
                    <a:cubicBezTo>
                      <a:pt x="500929" y="23286"/>
                      <a:pt x="500748" y="25699"/>
                      <a:pt x="500869" y="29318"/>
                    </a:cubicBezTo>
                    <a:lnTo>
                      <a:pt x="502678" y="132293"/>
                    </a:lnTo>
                    <a:lnTo>
                      <a:pt x="498335" y="132293"/>
                    </a:lnTo>
                    <a:lnTo>
                      <a:pt x="408933" y="36376"/>
                    </a:lnTo>
                    <a:lnTo>
                      <a:pt x="408933" y="117815"/>
                    </a:lnTo>
                    <a:cubicBezTo>
                      <a:pt x="408933" y="120831"/>
                      <a:pt x="409295" y="122852"/>
                      <a:pt x="410019" y="123878"/>
                    </a:cubicBezTo>
                    <a:cubicBezTo>
                      <a:pt x="410743" y="124903"/>
                      <a:pt x="412251" y="125537"/>
                      <a:pt x="414544" y="125778"/>
                    </a:cubicBezTo>
                    <a:lnTo>
                      <a:pt x="431193" y="127588"/>
                    </a:lnTo>
                    <a:lnTo>
                      <a:pt x="431193" y="130483"/>
                    </a:lnTo>
                    <a:cubicBezTo>
                      <a:pt x="423954" y="130121"/>
                      <a:pt x="416172" y="129940"/>
                      <a:pt x="407848" y="129940"/>
                    </a:cubicBezTo>
                    <a:cubicBezTo>
                      <a:pt x="401694" y="129940"/>
                      <a:pt x="393852" y="130121"/>
                      <a:pt x="384321" y="130483"/>
                    </a:cubicBezTo>
                    <a:lnTo>
                      <a:pt x="384321" y="127588"/>
                    </a:lnTo>
                    <a:lnTo>
                      <a:pt x="394274" y="125778"/>
                    </a:lnTo>
                    <a:cubicBezTo>
                      <a:pt x="398377" y="125054"/>
                      <a:pt x="401001" y="124209"/>
                      <a:pt x="402147" y="123244"/>
                    </a:cubicBezTo>
                    <a:cubicBezTo>
                      <a:pt x="403293" y="122279"/>
                      <a:pt x="403866" y="120469"/>
                      <a:pt x="403866" y="117815"/>
                    </a:cubicBezTo>
                    <a:lnTo>
                      <a:pt x="403866" y="38910"/>
                    </a:lnTo>
                    <a:cubicBezTo>
                      <a:pt x="403866" y="33360"/>
                      <a:pt x="403263" y="29197"/>
                      <a:pt x="402056" y="26422"/>
                    </a:cubicBezTo>
                    <a:cubicBezTo>
                      <a:pt x="400850" y="23647"/>
                      <a:pt x="398558" y="22019"/>
                      <a:pt x="395179" y="21536"/>
                    </a:cubicBezTo>
                    <a:lnTo>
                      <a:pt x="384502" y="19907"/>
                    </a:lnTo>
                    <a:lnTo>
                      <a:pt x="384502" y="16831"/>
                    </a:lnTo>
                    <a:lnTo>
                      <a:pt x="406219" y="16831"/>
                    </a:lnTo>
                    <a:cubicBezTo>
                      <a:pt x="408752" y="16831"/>
                      <a:pt x="410532" y="17132"/>
                      <a:pt x="411558" y="17736"/>
                    </a:cubicBezTo>
                    <a:cubicBezTo>
                      <a:pt x="412583" y="18339"/>
                      <a:pt x="414001" y="19606"/>
                      <a:pt x="415810" y="21536"/>
                    </a:cubicBezTo>
                    <a:lnTo>
                      <a:pt x="497611" y="110757"/>
                    </a:lnTo>
                    <a:lnTo>
                      <a:pt x="495801" y="29318"/>
                    </a:lnTo>
                    <a:cubicBezTo>
                      <a:pt x="495681" y="25940"/>
                      <a:pt x="495108" y="23768"/>
                      <a:pt x="494082" y="22803"/>
                    </a:cubicBezTo>
                    <a:cubicBezTo>
                      <a:pt x="493057" y="21838"/>
                      <a:pt x="491458" y="21234"/>
                      <a:pt x="489286" y="20993"/>
                    </a:cubicBezTo>
                    <a:lnTo>
                      <a:pt x="473722" y="19183"/>
                    </a:lnTo>
                    <a:close/>
                    <a:moveTo>
                      <a:pt x="336372" y="14840"/>
                    </a:moveTo>
                    <a:cubicBezTo>
                      <a:pt x="349885" y="14840"/>
                      <a:pt x="359597" y="18279"/>
                      <a:pt x="365509" y="25156"/>
                    </a:cubicBezTo>
                    <a:cubicBezTo>
                      <a:pt x="371421" y="32033"/>
                      <a:pt x="374377" y="39694"/>
                      <a:pt x="374377" y="48139"/>
                    </a:cubicBezTo>
                    <a:cubicBezTo>
                      <a:pt x="374377" y="57550"/>
                      <a:pt x="370968" y="65543"/>
                      <a:pt x="364152" y="72119"/>
                    </a:cubicBezTo>
                    <a:cubicBezTo>
                      <a:pt x="357335" y="78694"/>
                      <a:pt x="348980" y="81982"/>
                      <a:pt x="339087" y="81982"/>
                    </a:cubicBezTo>
                    <a:cubicBezTo>
                      <a:pt x="331486" y="81982"/>
                      <a:pt x="325694" y="79629"/>
                      <a:pt x="321713" y="74924"/>
                    </a:cubicBezTo>
                    <a:lnTo>
                      <a:pt x="322799" y="73838"/>
                    </a:lnTo>
                    <a:cubicBezTo>
                      <a:pt x="325936" y="74924"/>
                      <a:pt x="329193" y="75467"/>
                      <a:pt x="332572" y="75467"/>
                    </a:cubicBezTo>
                    <a:cubicBezTo>
                      <a:pt x="339931" y="75467"/>
                      <a:pt x="346114" y="73084"/>
                      <a:pt x="351121" y="68318"/>
                    </a:cubicBezTo>
                    <a:cubicBezTo>
                      <a:pt x="356128" y="63552"/>
                      <a:pt x="358632" y="57068"/>
                      <a:pt x="358632" y="48863"/>
                    </a:cubicBezTo>
                    <a:cubicBezTo>
                      <a:pt x="358632" y="40900"/>
                      <a:pt x="355827" y="34114"/>
                      <a:pt x="350217" y="28504"/>
                    </a:cubicBezTo>
                    <a:cubicBezTo>
                      <a:pt x="344606" y="22893"/>
                      <a:pt x="335769" y="20088"/>
                      <a:pt x="323704" y="20088"/>
                    </a:cubicBezTo>
                    <a:cubicBezTo>
                      <a:pt x="319481" y="20088"/>
                      <a:pt x="316284" y="20571"/>
                      <a:pt x="314112" y="21536"/>
                    </a:cubicBezTo>
                    <a:lnTo>
                      <a:pt x="314112" y="118901"/>
                    </a:lnTo>
                    <a:cubicBezTo>
                      <a:pt x="314112" y="120711"/>
                      <a:pt x="314504" y="122008"/>
                      <a:pt x="315288" y="122792"/>
                    </a:cubicBezTo>
                    <a:cubicBezTo>
                      <a:pt x="316073" y="123576"/>
                      <a:pt x="317792" y="124270"/>
                      <a:pt x="320446" y="124873"/>
                    </a:cubicBezTo>
                    <a:lnTo>
                      <a:pt x="333657" y="127769"/>
                    </a:lnTo>
                    <a:lnTo>
                      <a:pt x="333657" y="130664"/>
                    </a:lnTo>
                    <a:cubicBezTo>
                      <a:pt x="323523" y="130182"/>
                      <a:pt x="315379" y="129940"/>
                      <a:pt x="309226" y="129940"/>
                    </a:cubicBezTo>
                    <a:cubicBezTo>
                      <a:pt x="305003" y="129940"/>
                      <a:pt x="296859" y="130121"/>
                      <a:pt x="284794" y="130483"/>
                    </a:cubicBezTo>
                    <a:lnTo>
                      <a:pt x="284794" y="127588"/>
                    </a:lnTo>
                    <a:lnTo>
                      <a:pt x="294929" y="126140"/>
                    </a:lnTo>
                    <a:cubicBezTo>
                      <a:pt x="296738" y="125778"/>
                      <a:pt x="297945" y="125114"/>
                      <a:pt x="298548" y="124149"/>
                    </a:cubicBezTo>
                    <a:cubicBezTo>
                      <a:pt x="299151" y="123184"/>
                      <a:pt x="299453" y="121555"/>
                      <a:pt x="299453" y="119263"/>
                    </a:cubicBezTo>
                    <a:lnTo>
                      <a:pt x="299453" y="32938"/>
                    </a:lnTo>
                    <a:cubicBezTo>
                      <a:pt x="299453" y="28353"/>
                      <a:pt x="298035" y="25276"/>
                      <a:pt x="295200" y="23708"/>
                    </a:cubicBezTo>
                    <a:cubicBezTo>
                      <a:pt x="292365" y="22139"/>
                      <a:pt x="287690" y="20993"/>
                      <a:pt x="281175" y="20269"/>
                    </a:cubicBezTo>
                    <a:lnTo>
                      <a:pt x="281175" y="16831"/>
                    </a:lnTo>
                    <a:cubicBezTo>
                      <a:pt x="292878" y="16831"/>
                      <a:pt x="300841" y="16710"/>
                      <a:pt x="305063" y="16469"/>
                    </a:cubicBezTo>
                    <a:lnTo>
                      <a:pt x="330762" y="15021"/>
                    </a:lnTo>
                    <a:cubicBezTo>
                      <a:pt x="332692" y="14900"/>
                      <a:pt x="334562" y="14840"/>
                      <a:pt x="336372" y="14840"/>
                    </a:cubicBezTo>
                    <a:close/>
                    <a:moveTo>
                      <a:pt x="1008951" y="11582"/>
                    </a:moveTo>
                    <a:cubicBezTo>
                      <a:pt x="1011726" y="11582"/>
                      <a:pt x="1014381" y="12156"/>
                      <a:pt x="1016914" y="13302"/>
                    </a:cubicBezTo>
                    <a:cubicBezTo>
                      <a:pt x="1019448" y="14448"/>
                      <a:pt x="1020715" y="15624"/>
                      <a:pt x="1020715" y="16831"/>
                    </a:cubicBezTo>
                    <a:cubicBezTo>
                      <a:pt x="1020715" y="18882"/>
                      <a:pt x="1017276" y="20450"/>
                      <a:pt x="1010399" y="21536"/>
                    </a:cubicBezTo>
                    <a:lnTo>
                      <a:pt x="973661" y="28232"/>
                    </a:lnTo>
                    <a:cubicBezTo>
                      <a:pt x="976919" y="30163"/>
                      <a:pt x="978548" y="32063"/>
                      <a:pt x="978548" y="33933"/>
                    </a:cubicBezTo>
                    <a:cubicBezTo>
                      <a:pt x="978548" y="35803"/>
                      <a:pt x="977462" y="37522"/>
                      <a:pt x="975290" y="39091"/>
                    </a:cubicBezTo>
                    <a:cubicBezTo>
                      <a:pt x="973118" y="40659"/>
                      <a:pt x="967086" y="48562"/>
                      <a:pt x="957192" y="62798"/>
                    </a:cubicBezTo>
                    <a:cubicBezTo>
                      <a:pt x="976376" y="59903"/>
                      <a:pt x="991065" y="57610"/>
                      <a:pt x="1001260" y="55921"/>
                    </a:cubicBezTo>
                    <a:cubicBezTo>
                      <a:pt x="1011455" y="54232"/>
                      <a:pt x="1018000" y="52664"/>
                      <a:pt x="1020896" y="51216"/>
                    </a:cubicBezTo>
                    <a:cubicBezTo>
                      <a:pt x="1022705" y="50371"/>
                      <a:pt x="1024756" y="49949"/>
                      <a:pt x="1027049" y="49949"/>
                    </a:cubicBezTo>
                    <a:cubicBezTo>
                      <a:pt x="1029341" y="49949"/>
                      <a:pt x="1033443" y="51789"/>
                      <a:pt x="1039355" y="55469"/>
                    </a:cubicBezTo>
                    <a:cubicBezTo>
                      <a:pt x="1045267" y="59149"/>
                      <a:pt x="1048223" y="61954"/>
                      <a:pt x="1048223" y="63884"/>
                    </a:cubicBezTo>
                    <a:cubicBezTo>
                      <a:pt x="1048223" y="65211"/>
                      <a:pt x="1046775" y="67142"/>
                      <a:pt x="1043879" y="69675"/>
                    </a:cubicBezTo>
                    <a:cubicBezTo>
                      <a:pt x="1042432" y="70882"/>
                      <a:pt x="1041346" y="73144"/>
                      <a:pt x="1040622" y="76462"/>
                    </a:cubicBezTo>
                    <a:cubicBezTo>
                      <a:pt x="1039898" y="79780"/>
                      <a:pt x="1039084" y="87924"/>
                      <a:pt x="1038179" y="100894"/>
                    </a:cubicBezTo>
                    <a:cubicBezTo>
                      <a:pt x="1037274" y="113864"/>
                      <a:pt x="1036128" y="123304"/>
                      <a:pt x="1034740" y="129216"/>
                    </a:cubicBezTo>
                    <a:cubicBezTo>
                      <a:pt x="1033353" y="135128"/>
                      <a:pt x="1031302" y="139954"/>
                      <a:pt x="1028587" y="143694"/>
                    </a:cubicBezTo>
                    <a:cubicBezTo>
                      <a:pt x="1025873" y="147434"/>
                      <a:pt x="1023671" y="149305"/>
                      <a:pt x="1021982" y="149305"/>
                    </a:cubicBezTo>
                    <a:cubicBezTo>
                      <a:pt x="1019810" y="149305"/>
                      <a:pt x="1018422" y="146228"/>
                      <a:pt x="1017819" y="140075"/>
                    </a:cubicBezTo>
                    <a:cubicBezTo>
                      <a:pt x="1017216" y="133922"/>
                      <a:pt x="1016311" y="130001"/>
                      <a:pt x="1015105" y="128311"/>
                    </a:cubicBezTo>
                    <a:cubicBezTo>
                      <a:pt x="1013898" y="126622"/>
                      <a:pt x="1012330" y="125778"/>
                      <a:pt x="1010399" y="125778"/>
                    </a:cubicBezTo>
                    <a:cubicBezTo>
                      <a:pt x="1008469" y="125778"/>
                      <a:pt x="1002376" y="126140"/>
                      <a:pt x="992121" y="126864"/>
                    </a:cubicBezTo>
                    <a:cubicBezTo>
                      <a:pt x="981865" y="127588"/>
                      <a:pt x="972485" y="128492"/>
                      <a:pt x="963979" y="129578"/>
                    </a:cubicBezTo>
                    <a:cubicBezTo>
                      <a:pt x="955473" y="130664"/>
                      <a:pt x="945308" y="131750"/>
                      <a:pt x="933485" y="132836"/>
                    </a:cubicBezTo>
                    <a:cubicBezTo>
                      <a:pt x="933123" y="139110"/>
                      <a:pt x="931856" y="142247"/>
                      <a:pt x="929684" y="142247"/>
                    </a:cubicBezTo>
                    <a:cubicBezTo>
                      <a:pt x="928960" y="142247"/>
                      <a:pt x="927965" y="140708"/>
                      <a:pt x="926698" y="137632"/>
                    </a:cubicBezTo>
                    <a:cubicBezTo>
                      <a:pt x="925431" y="134555"/>
                      <a:pt x="924738" y="130604"/>
                      <a:pt x="924617" y="125778"/>
                    </a:cubicBezTo>
                    <a:cubicBezTo>
                      <a:pt x="924134" y="113833"/>
                      <a:pt x="922958" y="102884"/>
                      <a:pt x="921088" y="92931"/>
                    </a:cubicBezTo>
                    <a:cubicBezTo>
                      <a:pt x="919218" y="82977"/>
                      <a:pt x="916835" y="75949"/>
                      <a:pt x="913939" y="71847"/>
                    </a:cubicBezTo>
                    <a:cubicBezTo>
                      <a:pt x="912371" y="69675"/>
                      <a:pt x="911587" y="67896"/>
                      <a:pt x="911587" y="66508"/>
                    </a:cubicBezTo>
                    <a:cubicBezTo>
                      <a:pt x="911587" y="65121"/>
                      <a:pt x="912220" y="64427"/>
                      <a:pt x="913487" y="64427"/>
                    </a:cubicBezTo>
                    <a:cubicBezTo>
                      <a:pt x="914754" y="64427"/>
                      <a:pt x="916564" y="64699"/>
                      <a:pt x="918916" y="65242"/>
                    </a:cubicBezTo>
                    <a:cubicBezTo>
                      <a:pt x="921269" y="65784"/>
                      <a:pt x="923169" y="66599"/>
                      <a:pt x="924617" y="67685"/>
                    </a:cubicBezTo>
                    <a:lnTo>
                      <a:pt x="950858" y="63703"/>
                    </a:lnTo>
                    <a:cubicBezTo>
                      <a:pt x="956046" y="53931"/>
                      <a:pt x="959756" y="46541"/>
                      <a:pt x="961988" y="41534"/>
                    </a:cubicBezTo>
                    <a:cubicBezTo>
                      <a:pt x="964220" y="36527"/>
                      <a:pt x="965155" y="32696"/>
                      <a:pt x="964793" y="30042"/>
                    </a:cubicBezTo>
                    <a:cubicBezTo>
                      <a:pt x="957796" y="31248"/>
                      <a:pt x="952125" y="31852"/>
                      <a:pt x="947782" y="31852"/>
                    </a:cubicBezTo>
                    <a:cubicBezTo>
                      <a:pt x="943438" y="31852"/>
                      <a:pt x="940121" y="31279"/>
                      <a:pt x="937828" y="30132"/>
                    </a:cubicBezTo>
                    <a:cubicBezTo>
                      <a:pt x="935536" y="28986"/>
                      <a:pt x="934390" y="28021"/>
                      <a:pt x="934390" y="27237"/>
                    </a:cubicBezTo>
                    <a:cubicBezTo>
                      <a:pt x="934390" y="26453"/>
                      <a:pt x="935656" y="25940"/>
                      <a:pt x="938190" y="25699"/>
                    </a:cubicBezTo>
                    <a:cubicBezTo>
                      <a:pt x="952185" y="24009"/>
                      <a:pt x="971369" y="20088"/>
                      <a:pt x="995740" y="13935"/>
                    </a:cubicBezTo>
                    <a:cubicBezTo>
                      <a:pt x="1001773" y="12367"/>
                      <a:pt x="1006176" y="11582"/>
                      <a:pt x="1008951" y="11582"/>
                    </a:cubicBezTo>
                    <a:close/>
                    <a:moveTo>
                      <a:pt x="762282" y="9230"/>
                    </a:moveTo>
                    <a:cubicBezTo>
                      <a:pt x="764333" y="9230"/>
                      <a:pt x="767410" y="9833"/>
                      <a:pt x="771512" y="11040"/>
                    </a:cubicBezTo>
                    <a:cubicBezTo>
                      <a:pt x="775614" y="12246"/>
                      <a:pt x="777665" y="13543"/>
                      <a:pt x="777665" y="14931"/>
                    </a:cubicBezTo>
                    <a:cubicBezTo>
                      <a:pt x="777665" y="16318"/>
                      <a:pt x="776640" y="17917"/>
                      <a:pt x="774589" y="19726"/>
                    </a:cubicBezTo>
                    <a:cubicBezTo>
                      <a:pt x="770004" y="23828"/>
                      <a:pt x="761800" y="34506"/>
                      <a:pt x="749976" y="51759"/>
                    </a:cubicBezTo>
                    <a:cubicBezTo>
                      <a:pt x="758663" y="49467"/>
                      <a:pt x="764756" y="47416"/>
                      <a:pt x="768255" y="45606"/>
                    </a:cubicBezTo>
                    <a:cubicBezTo>
                      <a:pt x="770064" y="44761"/>
                      <a:pt x="771753" y="44339"/>
                      <a:pt x="773322" y="44339"/>
                    </a:cubicBezTo>
                    <a:cubicBezTo>
                      <a:pt x="774890" y="44339"/>
                      <a:pt x="777816" y="45304"/>
                      <a:pt x="782099" y="47235"/>
                    </a:cubicBezTo>
                    <a:cubicBezTo>
                      <a:pt x="786382" y="49165"/>
                      <a:pt x="788524" y="51156"/>
                      <a:pt x="788524" y="53207"/>
                    </a:cubicBezTo>
                    <a:cubicBezTo>
                      <a:pt x="788524" y="54413"/>
                      <a:pt x="787860" y="55982"/>
                      <a:pt x="786533" y="57912"/>
                    </a:cubicBezTo>
                    <a:cubicBezTo>
                      <a:pt x="785206" y="59842"/>
                      <a:pt x="784120" y="69374"/>
                      <a:pt x="783276" y="86506"/>
                    </a:cubicBezTo>
                    <a:cubicBezTo>
                      <a:pt x="782431" y="103638"/>
                      <a:pt x="780923" y="114497"/>
                      <a:pt x="778751" y="119082"/>
                    </a:cubicBezTo>
                    <a:cubicBezTo>
                      <a:pt x="776579" y="123666"/>
                      <a:pt x="775011" y="125959"/>
                      <a:pt x="774046" y="125959"/>
                    </a:cubicBezTo>
                    <a:cubicBezTo>
                      <a:pt x="772477" y="125959"/>
                      <a:pt x="770909" y="122520"/>
                      <a:pt x="769340" y="115643"/>
                    </a:cubicBezTo>
                    <a:cubicBezTo>
                      <a:pt x="768737" y="112748"/>
                      <a:pt x="767802" y="111300"/>
                      <a:pt x="766535" y="111300"/>
                    </a:cubicBezTo>
                    <a:cubicBezTo>
                      <a:pt x="765268" y="111300"/>
                      <a:pt x="763851" y="111541"/>
                      <a:pt x="762282" y="112024"/>
                    </a:cubicBezTo>
                    <a:cubicBezTo>
                      <a:pt x="756129" y="113592"/>
                      <a:pt x="750821" y="114195"/>
                      <a:pt x="746357" y="113833"/>
                    </a:cubicBezTo>
                    <a:cubicBezTo>
                      <a:pt x="745633" y="120590"/>
                      <a:pt x="744637" y="123968"/>
                      <a:pt x="743370" y="123968"/>
                    </a:cubicBezTo>
                    <a:cubicBezTo>
                      <a:pt x="742104" y="123968"/>
                      <a:pt x="740988" y="122943"/>
                      <a:pt x="740022" y="120891"/>
                    </a:cubicBezTo>
                    <a:cubicBezTo>
                      <a:pt x="739057" y="118840"/>
                      <a:pt x="738575" y="116186"/>
                      <a:pt x="738575" y="112929"/>
                    </a:cubicBezTo>
                    <a:lnTo>
                      <a:pt x="738756" y="99174"/>
                    </a:lnTo>
                    <a:cubicBezTo>
                      <a:pt x="738756" y="88919"/>
                      <a:pt x="738243" y="80051"/>
                      <a:pt x="737217" y="72571"/>
                    </a:cubicBezTo>
                    <a:cubicBezTo>
                      <a:pt x="736192" y="65091"/>
                      <a:pt x="734774" y="60023"/>
                      <a:pt x="732964" y="57369"/>
                    </a:cubicBezTo>
                    <a:cubicBezTo>
                      <a:pt x="731999" y="55921"/>
                      <a:pt x="731517" y="54805"/>
                      <a:pt x="731517" y="54021"/>
                    </a:cubicBezTo>
                    <a:cubicBezTo>
                      <a:pt x="731517" y="53237"/>
                      <a:pt x="732452" y="52845"/>
                      <a:pt x="734322" y="52845"/>
                    </a:cubicBezTo>
                    <a:cubicBezTo>
                      <a:pt x="736192" y="52845"/>
                      <a:pt x="738152" y="53207"/>
                      <a:pt x="740203" y="53931"/>
                    </a:cubicBezTo>
                    <a:cubicBezTo>
                      <a:pt x="741651" y="53689"/>
                      <a:pt x="742858" y="53448"/>
                      <a:pt x="743823" y="53207"/>
                    </a:cubicBezTo>
                    <a:cubicBezTo>
                      <a:pt x="749855" y="43313"/>
                      <a:pt x="754259" y="35019"/>
                      <a:pt x="757034" y="28323"/>
                    </a:cubicBezTo>
                    <a:cubicBezTo>
                      <a:pt x="759809" y="21627"/>
                      <a:pt x="760865" y="17404"/>
                      <a:pt x="760201" y="15654"/>
                    </a:cubicBezTo>
                    <a:cubicBezTo>
                      <a:pt x="759538" y="13905"/>
                      <a:pt x="759206" y="12397"/>
                      <a:pt x="759206" y="11130"/>
                    </a:cubicBezTo>
                    <a:cubicBezTo>
                      <a:pt x="759206" y="9863"/>
                      <a:pt x="760231" y="9230"/>
                      <a:pt x="762282" y="9230"/>
                    </a:cubicBezTo>
                    <a:close/>
                    <a:moveTo>
                      <a:pt x="75642" y="7906"/>
                    </a:moveTo>
                    <a:lnTo>
                      <a:pt x="88986" y="7906"/>
                    </a:lnTo>
                    <a:lnTo>
                      <a:pt x="95348" y="106435"/>
                    </a:lnTo>
                    <a:cubicBezTo>
                      <a:pt x="95643" y="111089"/>
                      <a:pt x="96173" y="114726"/>
                      <a:pt x="96939" y="117348"/>
                    </a:cubicBezTo>
                    <a:cubicBezTo>
                      <a:pt x="97704" y="119970"/>
                      <a:pt x="98750" y="121914"/>
                      <a:pt x="100076" y="123180"/>
                    </a:cubicBezTo>
                    <a:cubicBezTo>
                      <a:pt x="101401" y="124447"/>
                      <a:pt x="103330" y="125257"/>
                      <a:pt x="105864" y="125610"/>
                    </a:cubicBezTo>
                    <a:lnTo>
                      <a:pt x="104892" y="129940"/>
                    </a:lnTo>
                    <a:lnTo>
                      <a:pt x="68131" y="129940"/>
                    </a:lnTo>
                    <a:lnTo>
                      <a:pt x="69103" y="125610"/>
                    </a:lnTo>
                    <a:cubicBezTo>
                      <a:pt x="72579" y="125316"/>
                      <a:pt x="75171" y="123961"/>
                      <a:pt x="76879" y="121545"/>
                    </a:cubicBezTo>
                    <a:cubicBezTo>
                      <a:pt x="78588" y="119130"/>
                      <a:pt x="79442" y="114888"/>
                      <a:pt x="79442" y="108821"/>
                    </a:cubicBezTo>
                    <a:cubicBezTo>
                      <a:pt x="79442" y="106523"/>
                      <a:pt x="79354" y="104019"/>
                      <a:pt x="79177" y="101309"/>
                    </a:cubicBezTo>
                    <a:lnTo>
                      <a:pt x="78558" y="89910"/>
                    </a:lnTo>
                    <a:lnTo>
                      <a:pt x="39677" y="89910"/>
                    </a:lnTo>
                    <a:lnTo>
                      <a:pt x="34817" y="98570"/>
                    </a:lnTo>
                    <a:cubicBezTo>
                      <a:pt x="32519" y="102635"/>
                      <a:pt x="30840" y="106125"/>
                      <a:pt x="29780" y="109042"/>
                    </a:cubicBezTo>
                    <a:cubicBezTo>
                      <a:pt x="28719" y="111958"/>
                      <a:pt x="28189" y="114535"/>
                      <a:pt x="28189" y="116774"/>
                    </a:cubicBezTo>
                    <a:cubicBezTo>
                      <a:pt x="28189" y="121722"/>
                      <a:pt x="31164" y="124668"/>
                      <a:pt x="37114" y="125610"/>
                    </a:cubicBezTo>
                    <a:lnTo>
                      <a:pt x="36142" y="129940"/>
                    </a:lnTo>
                    <a:lnTo>
                      <a:pt x="0" y="129940"/>
                    </a:lnTo>
                    <a:lnTo>
                      <a:pt x="972" y="125610"/>
                    </a:lnTo>
                    <a:cubicBezTo>
                      <a:pt x="2799" y="125375"/>
                      <a:pt x="4522" y="124653"/>
                      <a:pt x="6142" y="123445"/>
                    </a:cubicBezTo>
                    <a:cubicBezTo>
                      <a:pt x="7762" y="122238"/>
                      <a:pt x="9485" y="120411"/>
                      <a:pt x="11311" y="117967"/>
                    </a:cubicBezTo>
                    <a:cubicBezTo>
                      <a:pt x="13137" y="115522"/>
                      <a:pt x="15700" y="111472"/>
                      <a:pt x="18999" y="105816"/>
                    </a:cubicBezTo>
                    <a:close/>
                    <a:moveTo>
                      <a:pt x="1143144" y="5972"/>
                    </a:moveTo>
                    <a:cubicBezTo>
                      <a:pt x="1144894" y="5972"/>
                      <a:pt x="1147940" y="7179"/>
                      <a:pt x="1152283" y="9592"/>
                    </a:cubicBezTo>
                    <a:cubicBezTo>
                      <a:pt x="1156627" y="12005"/>
                      <a:pt x="1158799" y="14056"/>
                      <a:pt x="1158799" y="15745"/>
                    </a:cubicBezTo>
                    <a:cubicBezTo>
                      <a:pt x="1158799" y="17434"/>
                      <a:pt x="1157592" y="18580"/>
                      <a:pt x="1155179" y="19183"/>
                    </a:cubicBezTo>
                    <a:cubicBezTo>
                      <a:pt x="1150474" y="20269"/>
                      <a:pt x="1146372" y="21627"/>
                      <a:pt x="1142873" y="23255"/>
                    </a:cubicBezTo>
                    <a:cubicBezTo>
                      <a:pt x="1139374" y="24884"/>
                      <a:pt x="1135755" y="26302"/>
                      <a:pt x="1132014" y="27508"/>
                    </a:cubicBezTo>
                    <a:cubicBezTo>
                      <a:pt x="1134427" y="28473"/>
                      <a:pt x="1136267" y="29348"/>
                      <a:pt x="1137534" y="30132"/>
                    </a:cubicBezTo>
                    <a:cubicBezTo>
                      <a:pt x="1138801" y="30917"/>
                      <a:pt x="1139434" y="31791"/>
                      <a:pt x="1139434" y="32757"/>
                    </a:cubicBezTo>
                    <a:cubicBezTo>
                      <a:pt x="1139434" y="33722"/>
                      <a:pt x="1139223" y="35200"/>
                      <a:pt x="1138801" y="37190"/>
                    </a:cubicBezTo>
                    <a:cubicBezTo>
                      <a:pt x="1138379" y="39181"/>
                      <a:pt x="1137806" y="43555"/>
                      <a:pt x="1137082" y="50311"/>
                    </a:cubicBezTo>
                    <a:cubicBezTo>
                      <a:pt x="1140098" y="49708"/>
                      <a:pt x="1143054" y="49044"/>
                      <a:pt x="1145949" y="48320"/>
                    </a:cubicBezTo>
                    <a:cubicBezTo>
                      <a:pt x="1148845" y="47597"/>
                      <a:pt x="1151409" y="47235"/>
                      <a:pt x="1153641" y="47235"/>
                    </a:cubicBezTo>
                    <a:cubicBezTo>
                      <a:pt x="1155873" y="47235"/>
                      <a:pt x="1157592" y="47717"/>
                      <a:pt x="1158799" y="48682"/>
                    </a:cubicBezTo>
                    <a:cubicBezTo>
                      <a:pt x="1160005" y="49648"/>
                      <a:pt x="1160608" y="50552"/>
                      <a:pt x="1160608" y="51397"/>
                    </a:cubicBezTo>
                    <a:cubicBezTo>
                      <a:pt x="1160608" y="52242"/>
                      <a:pt x="1158980" y="52965"/>
                      <a:pt x="1155722" y="53569"/>
                    </a:cubicBezTo>
                    <a:lnTo>
                      <a:pt x="1136720" y="57369"/>
                    </a:lnTo>
                    <a:lnTo>
                      <a:pt x="1136177" y="76010"/>
                    </a:lnTo>
                    <a:cubicBezTo>
                      <a:pt x="1137987" y="75768"/>
                      <a:pt x="1140520" y="75648"/>
                      <a:pt x="1143778" y="75648"/>
                    </a:cubicBezTo>
                    <a:cubicBezTo>
                      <a:pt x="1147035" y="75648"/>
                      <a:pt x="1150293" y="76432"/>
                      <a:pt x="1153550" y="78000"/>
                    </a:cubicBezTo>
                    <a:cubicBezTo>
                      <a:pt x="1156808" y="79569"/>
                      <a:pt x="1158437" y="81861"/>
                      <a:pt x="1158437" y="84877"/>
                    </a:cubicBezTo>
                    <a:cubicBezTo>
                      <a:pt x="1158437" y="86325"/>
                      <a:pt x="1158014" y="87471"/>
                      <a:pt x="1157170" y="88316"/>
                    </a:cubicBezTo>
                    <a:cubicBezTo>
                      <a:pt x="1156325" y="89160"/>
                      <a:pt x="1155330" y="89583"/>
                      <a:pt x="1154184" y="89583"/>
                    </a:cubicBezTo>
                    <a:cubicBezTo>
                      <a:pt x="1153038" y="89583"/>
                      <a:pt x="1151741" y="89160"/>
                      <a:pt x="1150293" y="88316"/>
                    </a:cubicBezTo>
                    <a:cubicBezTo>
                      <a:pt x="1148845" y="87471"/>
                      <a:pt x="1144140" y="83852"/>
                      <a:pt x="1136177" y="77457"/>
                    </a:cubicBezTo>
                    <a:cubicBezTo>
                      <a:pt x="1135936" y="92780"/>
                      <a:pt x="1135936" y="105720"/>
                      <a:pt x="1136177" y="116277"/>
                    </a:cubicBezTo>
                    <a:cubicBezTo>
                      <a:pt x="1136418" y="126834"/>
                      <a:pt x="1135694" y="134736"/>
                      <a:pt x="1134005" y="139984"/>
                    </a:cubicBezTo>
                    <a:cubicBezTo>
                      <a:pt x="1132316" y="145233"/>
                      <a:pt x="1130898" y="147857"/>
                      <a:pt x="1129752" y="147857"/>
                    </a:cubicBezTo>
                    <a:cubicBezTo>
                      <a:pt x="1128606" y="147857"/>
                      <a:pt x="1127339" y="146138"/>
                      <a:pt x="1125952" y="142699"/>
                    </a:cubicBezTo>
                    <a:cubicBezTo>
                      <a:pt x="1124564" y="139260"/>
                      <a:pt x="1123870" y="136425"/>
                      <a:pt x="1123870" y="134193"/>
                    </a:cubicBezTo>
                    <a:cubicBezTo>
                      <a:pt x="1123870" y="131961"/>
                      <a:pt x="1124353" y="128854"/>
                      <a:pt x="1125318" y="124873"/>
                    </a:cubicBezTo>
                    <a:cubicBezTo>
                      <a:pt x="1127973" y="113170"/>
                      <a:pt x="1129662" y="94952"/>
                      <a:pt x="1130386" y="70218"/>
                    </a:cubicBezTo>
                    <a:cubicBezTo>
                      <a:pt x="1126283" y="79508"/>
                      <a:pt x="1121096" y="87803"/>
                      <a:pt x="1114822" y="95102"/>
                    </a:cubicBezTo>
                    <a:cubicBezTo>
                      <a:pt x="1108548" y="102402"/>
                      <a:pt x="1102334" y="108012"/>
                      <a:pt x="1096181" y="111933"/>
                    </a:cubicBezTo>
                    <a:cubicBezTo>
                      <a:pt x="1090028" y="115854"/>
                      <a:pt x="1085986" y="117815"/>
                      <a:pt x="1084056" y="117815"/>
                    </a:cubicBezTo>
                    <a:cubicBezTo>
                      <a:pt x="1083453" y="117815"/>
                      <a:pt x="1083151" y="117543"/>
                      <a:pt x="1083151" y="117001"/>
                    </a:cubicBezTo>
                    <a:cubicBezTo>
                      <a:pt x="1083151" y="116458"/>
                      <a:pt x="1083875" y="115583"/>
                      <a:pt x="1085323" y="114376"/>
                    </a:cubicBezTo>
                    <a:cubicBezTo>
                      <a:pt x="1105351" y="97727"/>
                      <a:pt x="1119406" y="79388"/>
                      <a:pt x="1127490" y="59360"/>
                    </a:cubicBezTo>
                    <a:cubicBezTo>
                      <a:pt x="1117355" y="61532"/>
                      <a:pt x="1107945" y="64005"/>
                      <a:pt x="1099258" y="66780"/>
                    </a:cubicBezTo>
                    <a:cubicBezTo>
                      <a:pt x="1097689" y="67262"/>
                      <a:pt x="1095729" y="67504"/>
                      <a:pt x="1093376" y="67504"/>
                    </a:cubicBezTo>
                    <a:cubicBezTo>
                      <a:pt x="1091023" y="67504"/>
                      <a:pt x="1088460" y="66539"/>
                      <a:pt x="1085685" y="64608"/>
                    </a:cubicBezTo>
                    <a:cubicBezTo>
                      <a:pt x="1082910" y="62678"/>
                      <a:pt x="1081522" y="61290"/>
                      <a:pt x="1081522" y="60446"/>
                    </a:cubicBezTo>
                    <a:cubicBezTo>
                      <a:pt x="1081522" y="59601"/>
                      <a:pt x="1082488" y="59179"/>
                      <a:pt x="1084418" y="59179"/>
                    </a:cubicBezTo>
                    <a:cubicBezTo>
                      <a:pt x="1093708" y="59058"/>
                      <a:pt x="1109091" y="56585"/>
                      <a:pt x="1130566" y="51759"/>
                    </a:cubicBezTo>
                    <a:cubicBezTo>
                      <a:pt x="1130446" y="40056"/>
                      <a:pt x="1129601" y="32515"/>
                      <a:pt x="1128033" y="29137"/>
                    </a:cubicBezTo>
                    <a:cubicBezTo>
                      <a:pt x="1117536" y="32877"/>
                      <a:pt x="1110840" y="34747"/>
                      <a:pt x="1107945" y="34747"/>
                    </a:cubicBezTo>
                    <a:cubicBezTo>
                      <a:pt x="1107100" y="34747"/>
                      <a:pt x="1106678" y="34476"/>
                      <a:pt x="1106678" y="33933"/>
                    </a:cubicBezTo>
                    <a:cubicBezTo>
                      <a:pt x="1106678" y="33390"/>
                      <a:pt x="1107341" y="32757"/>
                      <a:pt x="1108669" y="32033"/>
                    </a:cubicBezTo>
                    <a:cubicBezTo>
                      <a:pt x="1118079" y="27086"/>
                      <a:pt x="1125499" y="22592"/>
                      <a:pt x="1130929" y="18550"/>
                    </a:cubicBezTo>
                    <a:cubicBezTo>
                      <a:pt x="1136358" y="14508"/>
                      <a:pt x="1139314" y="11402"/>
                      <a:pt x="1139796" y="9230"/>
                    </a:cubicBezTo>
                    <a:cubicBezTo>
                      <a:pt x="1140279" y="7058"/>
                      <a:pt x="1141395" y="5972"/>
                      <a:pt x="1143144" y="5972"/>
                    </a:cubicBezTo>
                    <a:close/>
                    <a:moveTo>
                      <a:pt x="580583" y="5248"/>
                    </a:moveTo>
                    <a:cubicBezTo>
                      <a:pt x="582031" y="5248"/>
                      <a:pt x="584806" y="6696"/>
                      <a:pt x="588908" y="9592"/>
                    </a:cubicBezTo>
                    <a:cubicBezTo>
                      <a:pt x="593010" y="12487"/>
                      <a:pt x="595062" y="14840"/>
                      <a:pt x="595062" y="16650"/>
                    </a:cubicBezTo>
                    <a:cubicBezTo>
                      <a:pt x="595062" y="18460"/>
                      <a:pt x="593885" y="20330"/>
                      <a:pt x="591533" y="22260"/>
                    </a:cubicBezTo>
                    <a:cubicBezTo>
                      <a:pt x="589180" y="24190"/>
                      <a:pt x="580161" y="35351"/>
                      <a:pt x="564477" y="55740"/>
                    </a:cubicBezTo>
                    <a:cubicBezTo>
                      <a:pt x="569182" y="56344"/>
                      <a:pt x="577085" y="56525"/>
                      <a:pt x="588184" y="56283"/>
                    </a:cubicBezTo>
                    <a:cubicBezTo>
                      <a:pt x="592890" y="48803"/>
                      <a:pt x="595846" y="43796"/>
                      <a:pt x="597052" y="41262"/>
                    </a:cubicBezTo>
                    <a:cubicBezTo>
                      <a:pt x="598259" y="38729"/>
                      <a:pt x="598862" y="36617"/>
                      <a:pt x="598862" y="34928"/>
                    </a:cubicBezTo>
                    <a:cubicBezTo>
                      <a:pt x="598862" y="32274"/>
                      <a:pt x="599707" y="30947"/>
                      <a:pt x="601396" y="30947"/>
                    </a:cubicBezTo>
                    <a:cubicBezTo>
                      <a:pt x="603085" y="30947"/>
                      <a:pt x="605106" y="32304"/>
                      <a:pt x="607458" y="35019"/>
                    </a:cubicBezTo>
                    <a:cubicBezTo>
                      <a:pt x="609811" y="37733"/>
                      <a:pt x="610987" y="39694"/>
                      <a:pt x="610987" y="40900"/>
                    </a:cubicBezTo>
                    <a:cubicBezTo>
                      <a:pt x="610987" y="42107"/>
                      <a:pt x="610173" y="43283"/>
                      <a:pt x="608544" y="44429"/>
                    </a:cubicBezTo>
                    <a:cubicBezTo>
                      <a:pt x="606915" y="45576"/>
                      <a:pt x="602723" y="49949"/>
                      <a:pt x="595966" y="57550"/>
                    </a:cubicBezTo>
                    <a:cubicBezTo>
                      <a:pt x="589210" y="65151"/>
                      <a:pt x="581850" y="73717"/>
                      <a:pt x="573887" y="83249"/>
                    </a:cubicBezTo>
                    <a:cubicBezTo>
                      <a:pt x="587883" y="79629"/>
                      <a:pt x="597293" y="77819"/>
                      <a:pt x="602120" y="77819"/>
                    </a:cubicBezTo>
                    <a:cubicBezTo>
                      <a:pt x="603809" y="77819"/>
                      <a:pt x="604653" y="78181"/>
                      <a:pt x="604653" y="78905"/>
                    </a:cubicBezTo>
                    <a:cubicBezTo>
                      <a:pt x="604653" y="79629"/>
                      <a:pt x="603809" y="80293"/>
                      <a:pt x="602120" y="80896"/>
                    </a:cubicBezTo>
                    <a:cubicBezTo>
                      <a:pt x="581488" y="88618"/>
                      <a:pt x="569725" y="93685"/>
                      <a:pt x="566829" y="96098"/>
                    </a:cubicBezTo>
                    <a:cubicBezTo>
                      <a:pt x="565744" y="96942"/>
                      <a:pt x="564477" y="97365"/>
                      <a:pt x="563029" y="97365"/>
                    </a:cubicBezTo>
                    <a:cubicBezTo>
                      <a:pt x="561581" y="97365"/>
                      <a:pt x="560405" y="96460"/>
                      <a:pt x="559500" y="94650"/>
                    </a:cubicBezTo>
                    <a:cubicBezTo>
                      <a:pt x="558595" y="92840"/>
                      <a:pt x="558143" y="91121"/>
                      <a:pt x="558143" y="89492"/>
                    </a:cubicBezTo>
                    <a:cubicBezTo>
                      <a:pt x="558143" y="87863"/>
                      <a:pt x="558987" y="86627"/>
                      <a:pt x="560676" y="85782"/>
                    </a:cubicBezTo>
                    <a:cubicBezTo>
                      <a:pt x="569725" y="80836"/>
                      <a:pt x="578050" y="72390"/>
                      <a:pt x="585651" y="60446"/>
                    </a:cubicBezTo>
                    <a:cubicBezTo>
                      <a:pt x="580342" y="60446"/>
                      <a:pt x="575184" y="60989"/>
                      <a:pt x="570177" y="62075"/>
                    </a:cubicBezTo>
                    <a:cubicBezTo>
                      <a:pt x="565170" y="63160"/>
                      <a:pt x="561279" y="64488"/>
                      <a:pt x="558505" y="66056"/>
                    </a:cubicBezTo>
                    <a:cubicBezTo>
                      <a:pt x="556815" y="66901"/>
                      <a:pt x="555458" y="67323"/>
                      <a:pt x="554433" y="67323"/>
                    </a:cubicBezTo>
                    <a:cubicBezTo>
                      <a:pt x="553407" y="67323"/>
                      <a:pt x="552623" y="66629"/>
                      <a:pt x="552080" y="65242"/>
                    </a:cubicBezTo>
                    <a:cubicBezTo>
                      <a:pt x="551537" y="63854"/>
                      <a:pt x="551266" y="62617"/>
                      <a:pt x="551266" y="61532"/>
                    </a:cubicBezTo>
                    <a:cubicBezTo>
                      <a:pt x="551266" y="58153"/>
                      <a:pt x="552653" y="55861"/>
                      <a:pt x="555428" y="54655"/>
                    </a:cubicBezTo>
                    <a:cubicBezTo>
                      <a:pt x="560857" y="52362"/>
                      <a:pt x="566467" y="45576"/>
                      <a:pt x="572259" y="34295"/>
                    </a:cubicBezTo>
                    <a:cubicBezTo>
                      <a:pt x="578050" y="23014"/>
                      <a:pt x="580463" y="15805"/>
                      <a:pt x="579498" y="12668"/>
                    </a:cubicBezTo>
                    <a:cubicBezTo>
                      <a:pt x="578774" y="10497"/>
                      <a:pt x="578412" y="8717"/>
                      <a:pt x="578412" y="7330"/>
                    </a:cubicBezTo>
                    <a:cubicBezTo>
                      <a:pt x="578412" y="5942"/>
                      <a:pt x="579136" y="5248"/>
                      <a:pt x="580583" y="5248"/>
                    </a:cubicBezTo>
                    <a:close/>
                    <a:moveTo>
                      <a:pt x="639943" y="1086"/>
                    </a:moveTo>
                    <a:cubicBezTo>
                      <a:pt x="641994" y="1086"/>
                      <a:pt x="645282" y="2021"/>
                      <a:pt x="649806" y="3891"/>
                    </a:cubicBezTo>
                    <a:cubicBezTo>
                      <a:pt x="654331" y="5761"/>
                      <a:pt x="656593" y="7903"/>
                      <a:pt x="656593" y="10316"/>
                    </a:cubicBezTo>
                    <a:cubicBezTo>
                      <a:pt x="656593" y="11522"/>
                      <a:pt x="656050" y="13272"/>
                      <a:pt x="654964" y="15564"/>
                    </a:cubicBezTo>
                    <a:cubicBezTo>
                      <a:pt x="653396" y="18701"/>
                      <a:pt x="652189" y="30042"/>
                      <a:pt x="651345" y="49587"/>
                    </a:cubicBezTo>
                    <a:cubicBezTo>
                      <a:pt x="659187" y="48019"/>
                      <a:pt x="666547" y="46269"/>
                      <a:pt x="673424" y="44339"/>
                    </a:cubicBezTo>
                    <a:cubicBezTo>
                      <a:pt x="675354" y="43856"/>
                      <a:pt x="677827" y="43615"/>
                      <a:pt x="680844" y="43615"/>
                    </a:cubicBezTo>
                    <a:cubicBezTo>
                      <a:pt x="683860" y="43615"/>
                      <a:pt x="687027" y="44369"/>
                      <a:pt x="690345" y="45877"/>
                    </a:cubicBezTo>
                    <a:cubicBezTo>
                      <a:pt x="693663" y="47385"/>
                      <a:pt x="695322" y="48984"/>
                      <a:pt x="695322" y="50673"/>
                    </a:cubicBezTo>
                    <a:cubicBezTo>
                      <a:pt x="695322" y="52965"/>
                      <a:pt x="692064" y="54112"/>
                      <a:pt x="685549" y="54112"/>
                    </a:cubicBezTo>
                    <a:cubicBezTo>
                      <a:pt x="683981" y="54112"/>
                      <a:pt x="682261" y="54021"/>
                      <a:pt x="680391" y="53840"/>
                    </a:cubicBezTo>
                    <a:cubicBezTo>
                      <a:pt x="678521" y="53659"/>
                      <a:pt x="675475" y="53569"/>
                      <a:pt x="671252" y="53569"/>
                    </a:cubicBezTo>
                    <a:cubicBezTo>
                      <a:pt x="667029" y="53569"/>
                      <a:pt x="660333" y="54232"/>
                      <a:pt x="651164" y="55559"/>
                    </a:cubicBezTo>
                    <a:lnTo>
                      <a:pt x="650259" y="78362"/>
                    </a:lnTo>
                    <a:cubicBezTo>
                      <a:pt x="656291" y="77276"/>
                      <a:pt x="660333" y="76462"/>
                      <a:pt x="662384" y="75919"/>
                    </a:cubicBezTo>
                    <a:cubicBezTo>
                      <a:pt x="664435" y="75376"/>
                      <a:pt x="666245" y="75105"/>
                      <a:pt x="667813" y="75105"/>
                    </a:cubicBezTo>
                    <a:cubicBezTo>
                      <a:pt x="672036" y="75105"/>
                      <a:pt x="675113" y="75829"/>
                      <a:pt x="677043" y="77276"/>
                    </a:cubicBezTo>
                    <a:cubicBezTo>
                      <a:pt x="678974" y="78724"/>
                      <a:pt x="679939" y="79991"/>
                      <a:pt x="679939" y="81077"/>
                    </a:cubicBezTo>
                    <a:cubicBezTo>
                      <a:pt x="679939" y="82163"/>
                      <a:pt x="679185" y="82826"/>
                      <a:pt x="677677" y="83068"/>
                    </a:cubicBezTo>
                    <a:cubicBezTo>
                      <a:pt x="676168" y="83309"/>
                      <a:pt x="672971" y="83430"/>
                      <a:pt x="668085" y="83430"/>
                    </a:cubicBezTo>
                    <a:cubicBezTo>
                      <a:pt x="663199" y="83430"/>
                      <a:pt x="657166" y="83882"/>
                      <a:pt x="649987" y="84787"/>
                    </a:cubicBezTo>
                    <a:cubicBezTo>
                      <a:pt x="642809" y="85692"/>
                      <a:pt x="637289" y="86657"/>
                      <a:pt x="633428" y="87682"/>
                    </a:cubicBezTo>
                    <a:cubicBezTo>
                      <a:pt x="629567" y="88708"/>
                      <a:pt x="626431" y="89221"/>
                      <a:pt x="624018" y="89221"/>
                    </a:cubicBezTo>
                    <a:cubicBezTo>
                      <a:pt x="621605" y="89221"/>
                      <a:pt x="619463" y="88527"/>
                      <a:pt x="617593" y="87140"/>
                    </a:cubicBezTo>
                    <a:cubicBezTo>
                      <a:pt x="615723" y="85752"/>
                      <a:pt x="614788" y="84636"/>
                      <a:pt x="614788" y="83792"/>
                    </a:cubicBezTo>
                    <a:cubicBezTo>
                      <a:pt x="614788" y="82947"/>
                      <a:pt x="615813" y="82464"/>
                      <a:pt x="617864" y="82344"/>
                    </a:cubicBezTo>
                    <a:cubicBezTo>
                      <a:pt x="624138" y="81861"/>
                      <a:pt x="632101" y="80956"/>
                      <a:pt x="641753" y="79629"/>
                    </a:cubicBezTo>
                    <a:lnTo>
                      <a:pt x="642658" y="56645"/>
                    </a:lnTo>
                    <a:cubicBezTo>
                      <a:pt x="632765" y="58334"/>
                      <a:pt x="626250" y="59541"/>
                      <a:pt x="623113" y="60265"/>
                    </a:cubicBezTo>
                    <a:cubicBezTo>
                      <a:pt x="619976" y="60989"/>
                      <a:pt x="617321" y="61351"/>
                      <a:pt x="615150" y="61351"/>
                    </a:cubicBezTo>
                    <a:cubicBezTo>
                      <a:pt x="612978" y="61351"/>
                      <a:pt x="610897" y="60747"/>
                      <a:pt x="608906" y="59541"/>
                    </a:cubicBezTo>
                    <a:cubicBezTo>
                      <a:pt x="606915" y="58334"/>
                      <a:pt x="605920" y="57339"/>
                      <a:pt x="605920" y="56555"/>
                    </a:cubicBezTo>
                    <a:cubicBezTo>
                      <a:pt x="605920" y="55771"/>
                      <a:pt x="607126" y="55258"/>
                      <a:pt x="609539" y="55016"/>
                    </a:cubicBezTo>
                    <a:cubicBezTo>
                      <a:pt x="620398" y="54172"/>
                      <a:pt x="631498" y="52845"/>
                      <a:pt x="642839" y="51035"/>
                    </a:cubicBezTo>
                    <a:cubicBezTo>
                      <a:pt x="642960" y="46933"/>
                      <a:pt x="643020" y="42891"/>
                      <a:pt x="643020" y="38910"/>
                    </a:cubicBezTo>
                    <a:cubicBezTo>
                      <a:pt x="643020" y="21657"/>
                      <a:pt x="641813" y="11402"/>
                      <a:pt x="639400" y="8144"/>
                    </a:cubicBezTo>
                    <a:cubicBezTo>
                      <a:pt x="637711" y="6093"/>
                      <a:pt x="636867" y="4404"/>
                      <a:pt x="636867" y="3077"/>
                    </a:cubicBezTo>
                    <a:cubicBezTo>
                      <a:pt x="636867" y="1750"/>
                      <a:pt x="637892" y="1086"/>
                      <a:pt x="639943" y="1086"/>
                    </a:cubicBezTo>
                    <a:close/>
                    <a:moveTo>
                      <a:pt x="824538" y="0"/>
                    </a:moveTo>
                    <a:cubicBezTo>
                      <a:pt x="826227" y="0"/>
                      <a:pt x="829273" y="664"/>
                      <a:pt x="833677" y="1991"/>
                    </a:cubicBezTo>
                    <a:cubicBezTo>
                      <a:pt x="838081" y="3318"/>
                      <a:pt x="840283" y="4826"/>
                      <a:pt x="840283" y="6515"/>
                    </a:cubicBezTo>
                    <a:cubicBezTo>
                      <a:pt x="840283" y="7601"/>
                      <a:pt x="839438" y="8928"/>
                      <a:pt x="837749" y="10497"/>
                    </a:cubicBezTo>
                    <a:cubicBezTo>
                      <a:pt x="835336" y="12910"/>
                      <a:pt x="831354" y="19002"/>
                      <a:pt x="825805" y="28775"/>
                    </a:cubicBezTo>
                    <a:cubicBezTo>
                      <a:pt x="823271" y="33601"/>
                      <a:pt x="819289" y="39634"/>
                      <a:pt x="813860" y="46873"/>
                    </a:cubicBezTo>
                    <a:cubicBezTo>
                      <a:pt x="815187" y="47476"/>
                      <a:pt x="816997" y="47777"/>
                      <a:pt x="819289" y="47777"/>
                    </a:cubicBezTo>
                    <a:cubicBezTo>
                      <a:pt x="821582" y="47777"/>
                      <a:pt x="825503" y="47174"/>
                      <a:pt x="831053" y="45968"/>
                    </a:cubicBezTo>
                    <a:cubicBezTo>
                      <a:pt x="836603" y="44761"/>
                      <a:pt x="840584" y="43404"/>
                      <a:pt x="842997" y="41896"/>
                    </a:cubicBezTo>
                    <a:cubicBezTo>
                      <a:pt x="845410" y="40388"/>
                      <a:pt x="847461" y="39634"/>
                      <a:pt x="849150" y="39634"/>
                    </a:cubicBezTo>
                    <a:cubicBezTo>
                      <a:pt x="850840" y="39634"/>
                      <a:pt x="854127" y="40931"/>
                      <a:pt x="859013" y="43525"/>
                    </a:cubicBezTo>
                    <a:cubicBezTo>
                      <a:pt x="863900" y="46119"/>
                      <a:pt x="866343" y="48320"/>
                      <a:pt x="866343" y="50130"/>
                    </a:cubicBezTo>
                    <a:cubicBezTo>
                      <a:pt x="866343" y="51940"/>
                      <a:pt x="865408" y="53991"/>
                      <a:pt x="863538" y="56283"/>
                    </a:cubicBezTo>
                    <a:cubicBezTo>
                      <a:pt x="861668" y="58576"/>
                      <a:pt x="860401" y="61924"/>
                      <a:pt x="859737" y="66327"/>
                    </a:cubicBezTo>
                    <a:cubicBezTo>
                      <a:pt x="859074" y="70731"/>
                      <a:pt x="858591" y="77307"/>
                      <a:pt x="858290" y="86054"/>
                    </a:cubicBezTo>
                    <a:cubicBezTo>
                      <a:pt x="857988" y="94801"/>
                      <a:pt x="856842" y="104875"/>
                      <a:pt x="854851" y="116277"/>
                    </a:cubicBezTo>
                    <a:cubicBezTo>
                      <a:pt x="852860" y="127678"/>
                      <a:pt x="849422" y="135852"/>
                      <a:pt x="844536" y="140799"/>
                    </a:cubicBezTo>
                    <a:cubicBezTo>
                      <a:pt x="839649" y="145745"/>
                      <a:pt x="835939" y="148219"/>
                      <a:pt x="833406" y="148219"/>
                    </a:cubicBezTo>
                    <a:cubicBezTo>
                      <a:pt x="831716" y="148219"/>
                      <a:pt x="830510" y="146952"/>
                      <a:pt x="829786" y="144418"/>
                    </a:cubicBezTo>
                    <a:cubicBezTo>
                      <a:pt x="829062" y="141885"/>
                      <a:pt x="827675" y="138838"/>
                      <a:pt x="825624" y="135279"/>
                    </a:cubicBezTo>
                    <a:cubicBezTo>
                      <a:pt x="823573" y="131720"/>
                      <a:pt x="821672" y="128975"/>
                      <a:pt x="819923" y="127045"/>
                    </a:cubicBezTo>
                    <a:cubicBezTo>
                      <a:pt x="818173" y="125114"/>
                      <a:pt x="817299" y="123666"/>
                      <a:pt x="817299" y="122701"/>
                    </a:cubicBezTo>
                    <a:cubicBezTo>
                      <a:pt x="817299" y="122339"/>
                      <a:pt x="817751" y="122158"/>
                      <a:pt x="818656" y="122158"/>
                    </a:cubicBezTo>
                    <a:cubicBezTo>
                      <a:pt x="819561" y="122158"/>
                      <a:pt x="821582" y="122943"/>
                      <a:pt x="824719" y="124511"/>
                    </a:cubicBezTo>
                    <a:cubicBezTo>
                      <a:pt x="827856" y="126079"/>
                      <a:pt x="830812" y="126864"/>
                      <a:pt x="833587" y="126864"/>
                    </a:cubicBezTo>
                    <a:cubicBezTo>
                      <a:pt x="836361" y="126864"/>
                      <a:pt x="838744" y="125205"/>
                      <a:pt x="840735" y="121887"/>
                    </a:cubicBezTo>
                    <a:cubicBezTo>
                      <a:pt x="842726" y="118569"/>
                      <a:pt x="844747" y="110968"/>
                      <a:pt x="846798" y="99084"/>
                    </a:cubicBezTo>
                    <a:cubicBezTo>
                      <a:pt x="848849" y="87200"/>
                      <a:pt x="849874" y="77216"/>
                      <a:pt x="849874" y="69133"/>
                    </a:cubicBezTo>
                    <a:cubicBezTo>
                      <a:pt x="849874" y="61049"/>
                      <a:pt x="849452" y="55891"/>
                      <a:pt x="848607" y="53659"/>
                    </a:cubicBezTo>
                    <a:cubicBezTo>
                      <a:pt x="847763" y="51427"/>
                      <a:pt x="845923" y="50311"/>
                      <a:pt x="843088" y="50311"/>
                    </a:cubicBezTo>
                    <a:cubicBezTo>
                      <a:pt x="840252" y="50311"/>
                      <a:pt x="834190" y="51156"/>
                      <a:pt x="824900" y="52845"/>
                    </a:cubicBezTo>
                    <a:cubicBezTo>
                      <a:pt x="823573" y="53086"/>
                      <a:pt x="822366" y="53207"/>
                      <a:pt x="821280" y="53207"/>
                    </a:cubicBezTo>
                    <a:cubicBezTo>
                      <a:pt x="818264" y="53207"/>
                      <a:pt x="815067" y="52061"/>
                      <a:pt x="811689" y="49768"/>
                    </a:cubicBezTo>
                    <a:cubicBezTo>
                      <a:pt x="807466" y="55077"/>
                      <a:pt x="803002" y="59963"/>
                      <a:pt x="798296" y="64427"/>
                    </a:cubicBezTo>
                    <a:cubicBezTo>
                      <a:pt x="793591" y="68891"/>
                      <a:pt x="790514" y="71123"/>
                      <a:pt x="789067" y="71123"/>
                    </a:cubicBezTo>
                    <a:cubicBezTo>
                      <a:pt x="788584" y="71123"/>
                      <a:pt x="788343" y="70822"/>
                      <a:pt x="788343" y="70218"/>
                    </a:cubicBezTo>
                    <a:cubicBezTo>
                      <a:pt x="788343" y="69615"/>
                      <a:pt x="788886" y="68710"/>
                      <a:pt x="789972" y="67504"/>
                    </a:cubicBezTo>
                    <a:cubicBezTo>
                      <a:pt x="802278" y="52423"/>
                      <a:pt x="810995" y="39181"/>
                      <a:pt x="816122" y="27780"/>
                    </a:cubicBezTo>
                    <a:cubicBezTo>
                      <a:pt x="821250" y="16378"/>
                      <a:pt x="823512" y="9501"/>
                      <a:pt x="822909" y="7149"/>
                    </a:cubicBezTo>
                    <a:cubicBezTo>
                      <a:pt x="822306" y="4796"/>
                      <a:pt x="822004" y="3016"/>
                      <a:pt x="822004" y="1810"/>
                    </a:cubicBezTo>
                    <a:cubicBezTo>
                      <a:pt x="822004" y="603"/>
                      <a:pt x="822849" y="0"/>
                      <a:pt x="82453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 altLang="zh-CN" sz="1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507F01-6A59-457B-A38F-3B508542E678}"/>
                  </a:ext>
                </a:extLst>
              </p:cNvPr>
              <p:cNvSpPr txBox="1"/>
              <p:nvPr/>
            </p:nvSpPr>
            <p:spPr>
              <a:xfrm>
                <a:off x="2055252" y="2985415"/>
                <a:ext cx="4167768" cy="886518"/>
              </a:xfrm>
              <a:custGeom>
                <a:avLst/>
                <a:gdLst/>
                <a:ahLst/>
                <a:cxnLst/>
                <a:rect l="l" t="t" r="r" b="b"/>
                <a:pathLst>
                  <a:path w="4167768" h="886518">
                    <a:moveTo>
                      <a:pt x="2391100" y="808788"/>
                    </a:moveTo>
                    <a:lnTo>
                      <a:pt x="2376784" y="873207"/>
                    </a:lnTo>
                    <a:cubicBezTo>
                      <a:pt x="2378794" y="873291"/>
                      <a:pt x="2381326" y="873375"/>
                      <a:pt x="2384382" y="873458"/>
                    </a:cubicBezTo>
                    <a:cubicBezTo>
                      <a:pt x="2387437" y="873542"/>
                      <a:pt x="2391058" y="873584"/>
                      <a:pt x="2395244" y="873584"/>
                    </a:cubicBezTo>
                    <a:cubicBezTo>
                      <a:pt x="2404285" y="873584"/>
                      <a:pt x="2412092" y="872810"/>
                      <a:pt x="2418663" y="871261"/>
                    </a:cubicBezTo>
                    <a:cubicBezTo>
                      <a:pt x="2425235" y="869712"/>
                      <a:pt x="2430676" y="867284"/>
                      <a:pt x="2434988" y="863978"/>
                    </a:cubicBezTo>
                    <a:cubicBezTo>
                      <a:pt x="2439299" y="860671"/>
                      <a:pt x="2442480" y="856380"/>
                      <a:pt x="2444531" y="851106"/>
                    </a:cubicBezTo>
                    <a:cubicBezTo>
                      <a:pt x="2446582" y="845832"/>
                      <a:pt x="2447608" y="839512"/>
                      <a:pt x="2447608" y="832145"/>
                    </a:cubicBezTo>
                    <a:cubicBezTo>
                      <a:pt x="2447608" y="828294"/>
                      <a:pt x="2447022" y="824903"/>
                      <a:pt x="2445850" y="821973"/>
                    </a:cubicBezTo>
                    <a:cubicBezTo>
                      <a:pt x="2444678" y="819043"/>
                      <a:pt x="2442732" y="816595"/>
                      <a:pt x="2440011" y="814627"/>
                    </a:cubicBezTo>
                    <a:cubicBezTo>
                      <a:pt x="2437290" y="812660"/>
                      <a:pt x="2433816" y="811195"/>
                      <a:pt x="2429588" y="810232"/>
                    </a:cubicBezTo>
                    <a:cubicBezTo>
                      <a:pt x="2425361" y="809269"/>
                      <a:pt x="2420191" y="808788"/>
                      <a:pt x="2414080" y="808788"/>
                    </a:cubicBezTo>
                    <a:close/>
                    <a:moveTo>
                      <a:pt x="2429023" y="736709"/>
                    </a:moveTo>
                    <a:cubicBezTo>
                      <a:pt x="2425005" y="736709"/>
                      <a:pt x="2421175" y="736771"/>
                      <a:pt x="2417533" y="736897"/>
                    </a:cubicBezTo>
                    <a:cubicBezTo>
                      <a:pt x="2413891" y="737023"/>
                      <a:pt x="2410396" y="737253"/>
                      <a:pt x="2407048" y="737588"/>
                    </a:cubicBezTo>
                    <a:lnTo>
                      <a:pt x="2394114" y="795728"/>
                    </a:lnTo>
                    <a:lnTo>
                      <a:pt x="2413578" y="795728"/>
                    </a:lnTo>
                    <a:cubicBezTo>
                      <a:pt x="2422703" y="795728"/>
                      <a:pt x="2430425" y="794870"/>
                      <a:pt x="2436746" y="793154"/>
                    </a:cubicBezTo>
                    <a:cubicBezTo>
                      <a:pt x="2443066" y="791438"/>
                      <a:pt x="2448194" y="788989"/>
                      <a:pt x="2452129" y="785808"/>
                    </a:cubicBezTo>
                    <a:cubicBezTo>
                      <a:pt x="2456063" y="782627"/>
                      <a:pt x="2458931" y="778797"/>
                      <a:pt x="2460730" y="774318"/>
                    </a:cubicBezTo>
                    <a:cubicBezTo>
                      <a:pt x="2462530" y="769839"/>
                      <a:pt x="2463430" y="764795"/>
                      <a:pt x="2463430" y="759186"/>
                    </a:cubicBezTo>
                    <a:cubicBezTo>
                      <a:pt x="2463263" y="755587"/>
                      <a:pt x="2462551" y="752364"/>
                      <a:pt x="2461296" y="749517"/>
                    </a:cubicBezTo>
                    <a:cubicBezTo>
                      <a:pt x="2460040" y="746671"/>
                      <a:pt x="2458052" y="744306"/>
                      <a:pt x="2455331" y="742422"/>
                    </a:cubicBezTo>
                    <a:cubicBezTo>
                      <a:pt x="2452610" y="740539"/>
                      <a:pt x="2449094" y="739116"/>
                      <a:pt x="2444783" y="738153"/>
                    </a:cubicBezTo>
                    <a:cubicBezTo>
                      <a:pt x="2440471" y="737190"/>
                      <a:pt x="2435218" y="736709"/>
                      <a:pt x="2429023" y="736709"/>
                    </a:cubicBezTo>
                    <a:close/>
                    <a:moveTo>
                      <a:pt x="2368748" y="723649"/>
                    </a:moveTo>
                    <a:lnTo>
                      <a:pt x="2434548" y="723649"/>
                    </a:lnTo>
                    <a:cubicBezTo>
                      <a:pt x="2444343" y="723649"/>
                      <a:pt x="2452652" y="724444"/>
                      <a:pt x="2459475" y="726035"/>
                    </a:cubicBezTo>
                    <a:cubicBezTo>
                      <a:pt x="2466298" y="727626"/>
                      <a:pt x="2471907" y="729928"/>
                      <a:pt x="2476302" y="732941"/>
                    </a:cubicBezTo>
                    <a:cubicBezTo>
                      <a:pt x="2480697" y="735955"/>
                      <a:pt x="2483878" y="739576"/>
                      <a:pt x="2485845" y="743804"/>
                    </a:cubicBezTo>
                    <a:cubicBezTo>
                      <a:pt x="2487813" y="748031"/>
                      <a:pt x="2488796" y="752866"/>
                      <a:pt x="2488796" y="758307"/>
                    </a:cubicBezTo>
                    <a:cubicBezTo>
                      <a:pt x="2488796" y="778901"/>
                      <a:pt x="2475862" y="793426"/>
                      <a:pt x="2449994" y="801881"/>
                    </a:cubicBezTo>
                    <a:cubicBezTo>
                      <a:pt x="2449994" y="802300"/>
                      <a:pt x="2449973" y="802635"/>
                      <a:pt x="2449931" y="802886"/>
                    </a:cubicBezTo>
                    <a:cubicBezTo>
                      <a:pt x="2449889" y="803137"/>
                      <a:pt x="2449868" y="803346"/>
                      <a:pt x="2449868" y="803514"/>
                    </a:cubicBezTo>
                    <a:cubicBezTo>
                      <a:pt x="2457654" y="806611"/>
                      <a:pt x="2463556" y="810881"/>
                      <a:pt x="2467574" y="816322"/>
                    </a:cubicBezTo>
                    <a:cubicBezTo>
                      <a:pt x="2471593" y="821764"/>
                      <a:pt x="2473602" y="828043"/>
                      <a:pt x="2473602" y="835159"/>
                    </a:cubicBezTo>
                    <a:cubicBezTo>
                      <a:pt x="2473602" y="843195"/>
                      <a:pt x="2472116" y="850374"/>
                      <a:pt x="2469144" y="856694"/>
                    </a:cubicBezTo>
                    <a:cubicBezTo>
                      <a:pt x="2466172" y="863015"/>
                      <a:pt x="2461589" y="868373"/>
                      <a:pt x="2455394" y="872768"/>
                    </a:cubicBezTo>
                    <a:cubicBezTo>
                      <a:pt x="2449199" y="877163"/>
                      <a:pt x="2441246" y="880553"/>
                      <a:pt x="2431535" y="882939"/>
                    </a:cubicBezTo>
                    <a:cubicBezTo>
                      <a:pt x="2421824" y="885325"/>
                      <a:pt x="2410187" y="886518"/>
                      <a:pt x="2396625" y="886518"/>
                    </a:cubicBezTo>
                    <a:lnTo>
                      <a:pt x="2337731" y="886518"/>
                    </a:lnTo>
                    <a:lnTo>
                      <a:pt x="2339112" y="878858"/>
                    </a:lnTo>
                    <a:cubicBezTo>
                      <a:pt x="2341707" y="878440"/>
                      <a:pt x="2343821" y="877958"/>
                      <a:pt x="2345454" y="877414"/>
                    </a:cubicBezTo>
                    <a:cubicBezTo>
                      <a:pt x="2347086" y="876870"/>
                      <a:pt x="2348551" y="875698"/>
                      <a:pt x="2349849" y="873898"/>
                    </a:cubicBezTo>
                    <a:cubicBezTo>
                      <a:pt x="2351146" y="872098"/>
                      <a:pt x="2352339" y="869398"/>
                      <a:pt x="2353428" y="865798"/>
                    </a:cubicBezTo>
                    <a:cubicBezTo>
                      <a:pt x="2354516" y="862199"/>
                      <a:pt x="2355772" y="857092"/>
                      <a:pt x="2357195" y="850478"/>
                    </a:cubicBezTo>
                    <a:lnTo>
                      <a:pt x="2377789" y="758935"/>
                    </a:lnTo>
                    <a:cubicBezTo>
                      <a:pt x="2378626" y="755252"/>
                      <a:pt x="2379254" y="751987"/>
                      <a:pt x="2379673" y="749140"/>
                    </a:cubicBezTo>
                    <a:cubicBezTo>
                      <a:pt x="2380091" y="746294"/>
                      <a:pt x="2380300" y="743950"/>
                      <a:pt x="2380300" y="742108"/>
                    </a:cubicBezTo>
                    <a:cubicBezTo>
                      <a:pt x="2380300" y="738341"/>
                      <a:pt x="2379359" y="735662"/>
                      <a:pt x="2377475" y="734072"/>
                    </a:cubicBezTo>
                    <a:cubicBezTo>
                      <a:pt x="2375591" y="732481"/>
                      <a:pt x="2372054" y="731644"/>
                      <a:pt x="2366864" y="731560"/>
                    </a:cubicBezTo>
                    <a:close/>
                    <a:moveTo>
                      <a:pt x="2563945" y="575426"/>
                    </a:moveTo>
                    <a:lnTo>
                      <a:pt x="2743599" y="575426"/>
                    </a:lnTo>
                    <a:lnTo>
                      <a:pt x="2730177" y="635999"/>
                    </a:lnTo>
                    <a:lnTo>
                      <a:pt x="2713657" y="635999"/>
                    </a:lnTo>
                    <a:cubicBezTo>
                      <a:pt x="2713657" y="624871"/>
                      <a:pt x="2713370" y="616525"/>
                      <a:pt x="2712796" y="610961"/>
                    </a:cubicBezTo>
                    <a:cubicBezTo>
                      <a:pt x="2712223" y="605397"/>
                      <a:pt x="2711133" y="601152"/>
                      <a:pt x="2709527" y="598226"/>
                    </a:cubicBezTo>
                    <a:cubicBezTo>
                      <a:pt x="2707921" y="595301"/>
                      <a:pt x="2705942" y="593293"/>
                      <a:pt x="2703590" y="592204"/>
                    </a:cubicBezTo>
                    <a:cubicBezTo>
                      <a:pt x="2701238" y="591114"/>
                      <a:pt x="2697080" y="590569"/>
                      <a:pt x="2691114" y="590569"/>
                    </a:cubicBezTo>
                    <a:lnTo>
                      <a:pt x="2665646" y="590569"/>
                    </a:lnTo>
                    <a:lnTo>
                      <a:pt x="2628304" y="760242"/>
                    </a:lnTo>
                    <a:cubicBezTo>
                      <a:pt x="2627271" y="764716"/>
                      <a:pt x="2626554" y="768273"/>
                      <a:pt x="2626153" y="770911"/>
                    </a:cubicBezTo>
                    <a:cubicBezTo>
                      <a:pt x="2625751" y="773550"/>
                      <a:pt x="2625407" y="776332"/>
                      <a:pt x="2625120" y="779257"/>
                    </a:cubicBezTo>
                    <a:cubicBezTo>
                      <a:pt x="2624834" y="782183"/>
                      <a:pt x="2624690" y="784793"/>
                      <a:pt x="2624690" y="787087"/>
                    </a:cubicBezTo>
                    <a:cubicBezTo>
                      <a:pt x="2624690" y="790643"/>
                      <a:pt x="2625264" y="793425"/>
                      <a:pt x="2626411" y="795433"/>
                    </a:cubicBezTo>
                    <a:cubicBezTo>
                      <a:pt x="2627558" y="797441"/>
                      <a:pt x="2629279" y="798903"/>
                      <a:pt x="2631574" y="799821"/>
                    </a:cubicBezTo>
                    <a:cubicBezTo>
                      <a:pt x="2633868" y="800739"/>
                      <a:pt x="2637826" y="801427"/>
                      <a:pt x="2643447" y="801886"/>
                    </a:cubicBezTo>
                    <a:lnTo>
                      <a:pt x="2641554" y="810318"/>
                    </a:lnTo>
                    <a:lnTo>
                      <a:pt x="2569108" y="810318"/>
                    </a:lnTo>
                    <a:lnTo>
                      <a:pt x="2571000" y="801886"/>
                    </a:lnTo>
                    <a:cubicBezTo>
                      <a:pt x="2575589" y="801198"/>
                      <a:pt x="2578974" y="800280"/>
                      <a:pt x="2581153" y="799133"/>
                    </a:cubicBezTo>
                    <a:cubicBezTo>
                      <a:pt x="2583333" y="797986"/>
                      <a:pt x="2585255" y="796207"/>
                      <a:pt x="2586918" y="793798"/>
                    </a:cubicBezTo>
                    <a:cubicBezTo>
                      <a:pt x="2588582" y="791389"/>
                      <a:pt x="2590245" y="787603"/>
                      <a:pt x="2591908" y="782441"/>
                    </a:cubicBezTo>
                    <a:cubicBezTo>
                      <a:pt x="2593572" y="777278"/>
                      <a:pt x="2595551" y="769477"/>
                      <a:pt x="2597845" y="759038"/>
                    </a:cubicBezTo>
                    <a:lnTo>
                      <a:pt x="2634671" y="590569"/>
                    </a:lnTo>
                    <a:lnTo>
                      <a:pt x="2612817" y="590569"/>
                    </a:lnTo>
                    <a:cubicBezTo>
                      <a:pt x="2605704" y="590569"/>
                      <a:pt x="2600025" y="591601"/>
                      <a:pt x="2595780" y="593666"/>
                    </a:cubicBezTo>
                    <a:cubicBezTo>
                      <a:pt x="2591536" y="595731"/>
                      <a:pt x="2587291" y="599574"/>
                      <a:pt x="2583046" y="605196"/>
                    </a:cubicBezTo>
                    <a:cubicBezTo>
                      <a:pt x="2578801" y="610817"/>
                      <a:pt x="2573639" y="620224"/>
                      <a:pt x="2567559" y="633417"/>
                    </a:cubicBezTo>
                    <a:lnTo>
                      <a:pt x="2551039" y="633417"/>
                    </a:lnTo>
                    <a:close/>
                    <a:moveTo>
                      <a:pt x="2228598" y="564240"/>
                    </a:moveTo>
                    <a:lnTo>
                      <a:pt x="2238579" y="564240"/>
                    </a:lnTo>
                    <a:lnTo>
                      <a:pt x="2204851" y="714468"/>
                    </a:lnTo>
                    <a:lnTo>
                      <a:pt x="2210357" y="714468"/>
                    </a:lnTo>
                    <a:cubicBezTo>
                      <a:pt x="2218961" y="714468"/>
                      <a:pt x="2228627" y="710711"/>
                      <a:pt x="2239353" y="703197"/>
                    </a:cubicBezTo>
                    <a:cubicBezTo>
                      <a:pt x="2250080" y="695682"/>
                      <a:pt x="2258655" y="688713"/>
                      <a:pt x="2265080" y="682289"/>
                    </a:cubicBezTo>
                    <a:cubicBezTo>
                      <a:pt x="2271504" y="675864"/>
                      <a:pt x="2274716" y="669669"/>
                      <a:pt x="2274716" y="663704"/>
                    </a:cubicBezTo>
                    <a:cubicBezTo>
                      <a:pt x="2274716" y="658082"/>
                      <a:pt x="2270816" y="654928"/>
                      <a:pt x="2263015" y="654239"/>
                    </a:cubicBezTo>
                    <a:lnTo>
                      <a:pt x="2264908" y="645807"/>
                    </a:lnTo>
                    <a:lnTo>
                      <a:pt x="2320662" y="645807"/>
                    </a:lnTo>
                    <a:lnTo>
                      <a:pt x="2323932" y="654239"/>
                    </a:lnTo>
                    <a:cubicBezTo>
                      <a:pt x="2314410" y="662843"/>
                      <a:pt x="2304314" y="671275"/>
                      <a:pt x="2293645" y="679535"/>
                    </a:cubicBezTo>
                    <a:lnTo>
                      <a:pt x="2250969" y="712575"/>
                    </a:lnTo>
                    <a:lnTo>
                      <a:pt x="2267833" y="774697"/>
                    </a:lnTo>
                    <a:cubicBezTo>
                      <a:pt x="2269210" y="779974"/>
                      <a:pt x="2270443" y="783789"/>
                      <a:pt x="2271533" y="786141"/>
                    </a:cubicBezTo>
                    <a:cubicBezTo>
                      <a:pt x="2272623" y="788492"/>
                      <a:pt x="2273884" y="790242"/>
                      <a:pt x="2275319" y="791389"/>
                    </a:cubicBezTo>
                    <a:cubicBezTo>
                      <a:pt x="2276753" y="792536"/>
                      <a:pt x="2278674" y="793110"/>
                      <a:pt x="2281083" y="793110"/>
                    </a:cubicBezTo>
                    <a:cubicBezTo>
                      <a:pt x="2284066" y="793110"/>
                      <a:pt x="2287622" y="791504"/>
                      <a:pt x="2291752" y="788292"/>
                    </a:cubicBezTo>
                    <a:cubicBezTo>
                      <a:pt x="2295882" y="785079"/>
                      <a:pt x="2300586" y="780433"/>
                      <a:pt x="2305863" y="774353"/>
                    </a:cubicBezTo>
                    <a:lnTo>
                      <a:pt x="2315672" y="783990"/>
                    </a:lnTo>
                    <a:cubicBezTo>
                      <a:pt x="2305347" y="794888"/>
                      <a:pt x="2296800" y="802460"/>
                      <a:pt x="2290032" y="806704"/>
                    </a:cubicBezTo>
                    <a:cubicBezTo>
                      <a:pt x="2283263" y="810949"/>
                      <a:pt x="2276724" y="813071"/>
                      <a:pt x="2270414" y="813071"/>
                    </a:cubicBezTo>
                    <a:cubicBezTo>
                      <a:pt x="2262613" y="813071"/>
                      <a:pt x="2256418" y="810863"/>
                      <a:pt x="2251829" y="806446"/>
                    </a:cubicBezTo>
                    <a:cubicBezTo>
                      <a:pt x="2247240" y="802029"/>
                      <a:pt x="2243627" y="794659"/>
                      <a:pt x="2240988" y="784334"/>
                    </a:cubicBezTo>
                    <a:lnTo>
                      <a:pt x="2229631" y="739592"/>
                    </a:lnTo>
                    <a:cubicBezTo>
                      <a:pt x="2228483" y="735118"/>
                      <a:pt x="2227336" y="732021"/>
                      <a:pt x="2226189" y="730300"/>
                    </a:cubicBezTo>
                    <a:cubicBezTo>
                      <a:pt x="2225042" y="728579"/>
                      <a:pt x="2223722" y="727432"/>
                      <a:pt x="2222231" y="726858"/>
                    </a:cubicBezTo>
                    <a:cubicBezTo>
                      <a:pt x="2220740" y="726285"/>
                      <a:pt x="2218101" y="725998"/>
                      <a:pt x="2214315" y="725998"/>
                    </a:cubicBezTo>
                    <a:lnTo>
                      <a:pt x="2202442" y="725998"/>
                    </a:lnTo>
                    <a:lnTo>
                      <a:pt x="2184545" y="810318"/>
                    </a:lnTo>
                    <a:lnTo>
                      <a:pt x="2154775" y="810318"/>
                    </a:lnTo>
                    <a:lnTo>
                      <a:pt x="2199000" y="613628"/>
                    </a:lnTo>
                    <a:cubicBezTo>
                      <a:pt x="2200491" y="606974"/>
                      <a:pt x="2201553" y="601783"/>
                      <a:pt x="2202183" y="598054"/>
                    </a:cubicBezTo>
                    <a:cubicBezTo>
                      <a:pt x="2202814" y="594326"/>
                      <a:pt x="2203130" y="591028"/>
                      <a:pt x="2203130" y="588160"/>
                    </a:cubicBezTo>
                    <a:cubicBezTo>
                      <a:pt x="2203130" y="583341"/>
                      <a:pt x="2201667" y="579957"/>
                      <a:pt x="2198742" y="578007"/>
                    </a:cubicBezTo>
                    <a:cubicBezTo>
                      <a:pt x="2195816" y="576056"/>
                      <a:pt x="2190568" y="574967"/>
                      <a:pt x="2182996" y="574737"/>
                    </a:cubicBezTo>
                    <a:lnTo>
                      <a:pt x="2185061" y="565789"/>
                    </a:lnTo>
                    <a:close/>
                    <a:moveTo>
                      <a:pt x="258686" y="498584"/>
                    </a:moveTo>
                    <a:cubicBezTo>
                      <a:pt x="255756" y="498584"/>
                      <a:pt x="253182" y="498626"/>
                      <a:pt x="250963" y="498709"/>
                    </a:cubicBezTo>
                    <a:cubicBezTo>
                      <a:pt x="248745" y="498793"/>
                      <a:pt x="246714" y="498919"/>
                      <a:pt x="244873" y="499086"/>
                    </a:cubicBezTo>
                    <a:lnTo>
                      <a:pt x="214358" y="635082"/>
                    </a:lnTo>
                    <a:cubicBezTo>
                      <a:pt x="214693" y="635082"/>
                      <a:pt x="215447" y="635103"/>
                      <a:pt x="216619" y="635145"/>
                    </a:cubicBezTo>
                    <a:cubicBezTo>
                      <a:pt x="217791" y="635187"/>
                      <a:pt x="219088" y="635229"/>
                      <a:pt x="220511" y="635271"/>
                    </a:cubicBezTo>
                    <a:cubicBezTo>
                      <a:pt x="221935" y="635313"/>
                      <a:pt x="223379" y="635354"/>
                      <a:pt x="224844" y="635396"/>
                    </a:cubicBezTo>
                    <a:cubicBezTo>
                      <a:pt x="226309" y="635438"/>
                      <a:pt x="227502" y="635459"/>
                      <a:pt x="228423" y="635459"/>
                    </a:cubicBezTo>
                    <a:cubicBezTo>
                      <a:pt x="242152" y="635459"/>
                      <a:pt x="253768" y="633345"/>
                      <a:pt x="263269" y="629118"/>
                    </a:cubicBezTo>
                    <a:cubicBezTo>
                      <a:pt x="272771" y="624890"/>
                      <a:pt x="280912" y="618297"/>
                      <a:pt x="287693" y="609340"/>
                    </a:cubicBezTo>
                    <a:cubicBezTo>
                      <a:pt x="294474" y="600047"/>
                      <a:pt x="299455" y="590315"/>
                      <a:pt x="302637" y="580144"/>
                    </a:cubicBezTo>
                    <a:cubicBezTo>
                      <a:pt x="305818" y="569972"/>
                      <a:pt x="307408" y="558943"/>
                      <a:pt x="307408" y="547055"/>
                    </a:cubicBezTo>
                    <a:cubicBezTo>
                      <a:pt x="307408" y="539353"/>
                      <a:pt x="306341" y="532489"/>
                      <a:pt x="304206" y="526461"/>
                    </a:cubicBezTo>
                    <a:cubicBezTo>
                      <a:pt x="302072" y="520434"/>
                      <a:pt x="298932" y="515348"/>
                      <a:pt x="294788" y="511204"/>
                    </a:cubicBezTo>
                    <a:cubicBezTo>
                      <a:pt x="290644" y="507060"/>
                      <a:pt x="285538" y="503921"/>
                      <a:pt x="279468" y="501786"/>
                    </a:cubicBezTo>
                    <a:cubicBezTo>
                      <a:pt x="273399" y="499651"/>
                      <a:pt x="266471" y="498584"/>
                      <a:pt x="258686" y="498584"/>
                    </a:cubicBezTo>
                    <a:close/>
                    <a:moveTo>
                      <a:pt x="497708" y="495789"/>
                    </a:moveTo>
                    <a:lnTo>
                      <a:pt x="709714" y="495789"/>
                    </a:lnTo>
                    <a:lnTo>
                      <a:pt x="709714" y="518675"/>
                    </a:lnTo>
                    <a:lnTo>
                      <a:pt x="497708" y="518675"/>
                    </a:lnTo>
                    <a:close/>
                    <a:moveTo>
                      <a:pt x="206573" y="485524"/>
                    </a:moveTo>
                    <a:lnTo>
                      <a:pt x="256300" y="485524"/>
                    </a:lnTo>
                    <a:cubicBezTo>
                      <a:pt x="264420" y="485524"/>
                      <a:pt x="271473" y="485901"/>
                      <a:pt x="277459" y="486654"/>
                    </a:cubicBezTo>
                    <a:cubicBezTo>
                      <a:pt x="283445" y="487408"/>
                      <a:pt x="288614" y="488538"/>
                      <a:pt x="292967" y="490045"/>
                    </a:cubicBezTo>
                    <a:cubicBezTo>
                      <a:pt x="298911" y="491719"/>
                      <a:pt x="304353" y="494147"/>
                      <a:pt x="309292" y="497328"/>
                    </a:cubicBezTo>
                    <a:cubicBezTo>
                      <a:pt x="314231" y="500509"/>
                      <a:pt x="318501" y="504465"/>
                      <a:pt x="322101" y="509195"/>
                    </a:cubicBezTo>
                    <a:cubicBezTo>
                      <a:pt x="325700" y="513925"/>
                      <a:pt x="328505" y="519450"/>
                      <a:pt x="330514" y="525770"/>
                    </a:cubicBezTo>
                    <a:cubicBezTo>
                      <a:pt x="332523" y="532091"/>
                      <a:pt x="333528" y="539186"/>
                      <a:pt x="333528" y="547055"/>
                    </a:cubicBezTo>
                    <a:cubicBezTo>
                      <a:pt x="333528" y="562040"/>
                      <a:pt x="331226" y="575728"/>
                      <a:pt x="326621" y="588118"/>
                    </a:cubicBezTo>
                    <a:cubicBezTo>
                      <a:pt x="322017" y="600508"/>
                      <a:pt x="315278" y="611161"/>
                      <a:pt x="306404" y="620076"/>
                    </a:cubicBezTo>
                    <a:cubicBezTo>
                      <a:pt x="297530" y="628992"/>
                      <a:pt x="286605" y="635940"/>
                      <a:pt x="273629" y="640922"/>
                    </a:cubicBezTo>
                    <a:cubicBezTo>
                      <a:pt x="260653" y="645903"/>
                      <a:pt x="245752" y="648393"/>
                      <a:pt x="228925" y="648393"/>
                    </a:cubicBezTo>
                    <a:lnTo>
                      <a:pt x="175556" y="648393"/>
                    </a:lnTo>
                    <a:lnTo>
                      <a:pt x="176937" y="640733"/>
                    </a:lnTo>
                    <a:cubicBezTo>
                      <a:pt x="179533" y="640315"/>
                      <a:pt x="181646" y="639833"/>
                      <a:pt x="183279" y="639289"/>
                    </a:cubicBezTo>
                    <a:cubicBezTo>
                      <a:pt x="184911" y="638745"/>
                      <a:pt x="186376" y="637573"/>
                      <a:pt x="187674" y="635773"/>
                    </a:cubicBezTo>
                    <a:cubicBezTo>
                      <a:pt x="188971" y="633973"/>
                      <a:pt x="190164" y="631273"/>
                      <a:pt x="191253" y="627673"/>
                    </a:cubicBezTo>
                    <a:cubicBezTo>
                      <a:pt x="192341" y="624074"/>
                      <a:pt x="193597" y="618967"/>
                      <a:pt x="195020" y="612353"/>
                    </a:cubicBezTo>
                    <a:lnTo>
                      <a:pt x="215614" y="520810"/>
                    </a:lnTo>
                    <a:cubicBezTo>
                      <a:pt x="216451" y="517127"/>
                      <a:pt x="217079" y="513862"/>
                      <a:pt x="217498" y="511015"/>
                    </a:cubicBezTo>
                    <a:cubicBezTo>
                      <a:pt x="217916" y="508169"/>
                      <a:pt x="218126" y="505741"/>
                      <a:pt x="218126" y="503732"/>
                    </a:cubicBezTo>
                    <a:cubicBezTo>
                      <a:pt x="218126" y="500049"/>
                      <a:pt x="217163" y="497433"/>
                      <a:pt x="215237" y="495884"/>
                    </a:cubicBezTo>
                    <a:cubicBezTo>
                      <a:pt x="213312" y="494335"/>
                      <a:pt x="209796" y="493519"/>
                      <a:pt x="204689" y="493435"/>
                    </a:cubicBezTo>
                    <a:close/>
                    <a:moveTo>
                      <a:pt x="3880939" y="477520"/>
                    </a:moveTo>
                    <a:lnTo>
                      <a:pt x="3869377" y="530521"/>
                    </a:lnTo>
                    <a:cubicBezTo>
                      <a:pt x="3871901" y="530862"/>
                      <a:pt x="3877256" y="531033"/>
                      <a:pt x="3885441" y="531033"/>
                    </a:cubicBezTo>
                    <a:cubicBezTo>
                      <a:pt x="3895400" y="531033"/>
                      <a:pt x="3903006" y="530368"/>
                      <a:pt x="3908258" y="529038"/>
                    </a:cubicBezTo>
                    <a:cubicBezTo>
                      <a:pt x="3913511" y="527707"/>
                      <a:pt x="3917910" y="525644"/>
                      <a:pt x="3921458" y="522847"/>
                    </a:cubicBezTo>
                    <a:cubicBezTo>
                      <a:pt x="3925005" y="520051"/>
                      <a:pt x="3927614" y="516657"/>
                      <a:pt x="3929285" y="512667"/>
                    </a:cubicBezTo>
                    <a:cubicBezTo>
                      <a:pt x="3930956" y="508676"/>
                      <a:pt x="3931792" y="503714"/>
                      <a:pt x="3931792" y="497779"/>
                    </a:cubicBezTo>
                    <a:cubicBezTo>
                      <a:pt x="3931792" y="493209"/>
                      <a:pt x="3930786" y="489440"/>
                      <a:pt x="3928773" y="486473"/>
                    </a:cubicBezTo>
                    <a:cubicBezTo>
                      <a:pt x="3926761" y="483506"/>
                      <a:pt x="3923743" y="481272"/>
                      <a:pt x="3919718" y="479771"/>
                    </a:cubicBezTo>
                    <a:cubicBezTo>
                      <a:pt x="3915694" y="478270"/>
                      <a:pt x="3909759" y="477520"/>
                      <a:pt x="3901915" y="477520"/>
                    </a:cubicBezTo>
                    <a:close/>
                    <a:moveTo>
                      <a:pt x="1481718" y="467418"/>
                    </a:moveTo>
                    <a:lnTo>
                      <a:pt x="2443743" y="467418"/>
                    </a:lnTo>
                    <a:lnTo>
                      <a:pt x="3405768" y="467418"/>
                    </a:lnTo>
                    <a:lnTo>
                      <a:pt x="3405768" y="486468"/>
                    </a:lnTo>
                    <a:lnTo>
                      <a:pt x="2443743" y="486468"/>
                    </a:lnTo>
                    <a:lnTo>
                      <a:pt x="1481718" y="486468"/>
                    </a:lnTo>
                    <a:close/>
                    <a:moveTo>
                      <a:pt x="497708" y="424374"/>
                    </a:moveTo>
                    <a:lnTo>
                      <a:pt x="709714" y="424374"/>
                    </a:lnTo>
                    <a:lnTo>
                      <a:pt x="709714" y="447261"/>
                    </a:lnTo>
                    <a:lnTo>
                      <a:pt x="497708" y="447261"/>
                    </a:lnTo>
                    <a:close/>
                    <a:moveTo>
                      <a:pt x="3583092" y="418351"/>
                    </a:moveTo>
                    <a:cubicBezTo>
                      <a:pt x="3571505" y="418351"/>
                      <a:pt x="3560349" y="424202"/>
                      <a:pt x="3549622" y="435904"/>
                    </a:cubicBezTo>
                    <a:cubicBezTo>
                      <a:pt x="3538896" y="447605"/>
                      <a:pt x="3530664" y="463437"/>
                      <a:pt x="3524928" y="483399"/>
                    </a:cubicBezTo>
                    <a:cubicBezTo>
                      <a:pt x="3541104" y="483284"/>
                      <a:pt x="3554985" y="481821"/>
                      <a:pt x="3566572" y="479010"/>
                    </a:cubicBezTo>
                    <a:cubicBezTo>
                      <a:pt x="3578159" y="476200"/>
                      <a:pt x="3587050" y="471726"/>
                      <a:pt x="3593245" y="465588"/>
                    </a:cubicBezTo>
                    <a:cubicBezTo>
                      <a:pt x="3599440" y="459450"/>
                      <a:pt x="3602538" y="451162"/>
                      <a:pt x="3602538" y="440722"/>
                    </a:cubicBezTo>
                    <a:cubicBezTo>
                      <a:pt x="3602538" y="433724"/>
                      <a:pt x="3600903" y="428246"/>
                      <a:pt x="3597633" y="424288"/>
                    </a:cubicBezTo>
                    <a:cubicBezTo>
                      <a:pt x="3594364" y="420330"/>
                      <a:pt x="3589517" y="418351"/>
                      <a:pt x="3583092" y="418351"/>
                    </a:cubicBezTo>
                    <a:close/>
                    <a:moveTo>
                      <a:pt x="1173267" y="418351"/>
                    </a:moveTo>
                    <a:cubicBezTo>
                      <a:pt x="1161680" y="418351"/>
                      <a:pt x="1150524" y="424202"/>
                      <a:pt x="1139797" y="435904"/>
                    </a:cubicBezTo>
                    <a:cubicBezTo>
                      <a:pt x="1129071" y="447605"/>
                      <a:pt x="1120839" y="463437"/>
                      <a:pt x="1115103" y="483399"/>
                    </a:cubicBezTo>
                    <a:cubicBezTo>
                      <a:pt x="1131279" y="483284"/>
                      <a:pt x="1145160" y="481821"/>
                      <a:pt x="1156747" y="479010"/>
                    </a:cubicBezTo>
                    <a:cubicBezTo>
                      <a:pt x="1168334" y="476200"/>
                      <a:pt x="1177225" y="471726"/>
                      <a:pt x="1183420" y="465588"/>
                    </a:cubicBezTo>
                    <a:cubicBezTo>
                      <a:pt x="1189615" y="459450"/>
                      <a:pt x="1192713" y="451162"/>
                      <a:pt x="1192713" y="440722"/>
                    </a:cubicBezTo>
                    <a:cubicBezTo>
                      <a:pt x="1192713" y="433724"/>
                      <a:pt x="1191078" y="428246"/>
                      <a:pt x="1187808" y="424288"/>
                    </a:cubicBezTo>
                    <a:cubicBezTo>
                      <a:pt x="1184539" y="420330"/>
                      <a:pt x="1179692" y="418351"/>
                      <a:pt x="1173267" y="418351"/>
                    </a:cubicBezTo>
                    <a:close/>
                    <a:moveTo>
                      <a:pt x="3915011" y="416333"/>
                    </a:moveTo>
                    <a:cubicBezTo>
                      <a:pt x="3907508" y="416333"/>
                      <a:pt x="3900721" y="416640"/>
                      <a:pt x="3894650" y="417254"/>
                    </a:cubicBezTo>
                    <a:lnTo>
                      <a:pt x="3883804" y="464935"/>
                    </a:lnTo>
                    <a:lnTo>
                      <a:pt x="3902426" y="464935"/>
                    </a:lnTo>
                    <a:cubicBezTo>
                      <a:pt x="3914159" y="464935"/>
                      <a:pt x="3922771" y="463724"/>
                      <a:pt x="3928262" y="461302"/>
                    </a:cubicBezTo>
                    <a:cubicBezTo>
                      <a:pt x="3933753" y="458881"/>
                      <a:pt x="3937931" y="455453"/>
                      <a:pt x="3940796" y="451019"/>
                    </a:cubicBezTo>
                    <a:cubicBezTo>
                      <a:pt x="3943661" y="446585"/>
                      <a:pt x="3945093" y="441401"/>
                      <a:pt x="3945093" y="435467"/>
                    </a:cubicBezTo>
                    <a:cubicBezTo>
                      <a:pt x="3945093" y="431033"/>
                      <a:pt x="3944002" y="427417"/>
                      <a:pt x="3941819" y="424621"/>
                    </a:cubicBezTo>
                    <a:cubicBezTo>
                      <a:pt x="3939636" y="421824"/>
                      <a:pt x="3936465" y="419744"/>
                      <a:pt x="3932303" y="418379"/>
                    </a:cubicBezTo>
                    <a:cubicBezTo>
                      <a:pt x="3928142" y="417015"/>
                      <a:pt x="3922378" y="416333"/>
                      <a:pt x="3915011" y="416333"/>
                    </a:cubicBezTo>
                    <a:close/>
                    <a:moveTo>
                      <a:pt x="3589287" y="404757"/>
                    </a:moveTo>
                    <a:cubicBezTo>
                      <a:pt x="3603169" y="404757"/>
                      <a:pt x="3613580" y="407568"/>
                      <a:pt x="3620520" y="413189"/>
                    </a:cubicBezTo>
                    <a:cubicBezTo>
                      <a:pt x="3627461" y="418810"/>
                      <a:pt x="3630931" y="427586"/>
                      <a:pt x="3630931" y="439518"/>
                    </a:cubicBezTo>
                    <a:cubicBezTo>
                      <a:pt x="3630931" y="459020"/>
                      <a:pt x="3621782" y="473647"/>
                      <a:pt x="3603484" y="483399"/>
                    </a:cubicBezTo>
                    <a:cubicBezTo>
                      <a:pt x="3585186" y="493150"/>
                      <a:pt x="3558025" y="498026"/>
                      <a:pt x="3522003" y="498026"/>
                    </a:cubicBezTo>
                    <a:cubicBezTo>
                      <a:pt x="3520626" y="504909"/>
                      <a:pt x="3519938" y="512366"/>
                      <a:pt x="3519938" y="520396"/>
                    </a:cubicBezTo>
                    <a:cubicBezTo>
                      <a:pt x="3519938" y="532442"/>
                      <a:pt x="3522290" y="541190"/>
                      <a:pt x="3526993" y="546639"/>
                    </a:cubicBezTo>
                    <a:cubicBezTo>
                      <a:pt x="3531697" y="552088"/>
                      <a:pt x="3539383" y="554813"/>
                      <a:pt x="3550052" y="554813"/>
                    </a:cubicBezTo>
                    <a:cubicBezTo>
                      <a:pt x="3560607" y="554813"/>
                      <a:pt x="3570157" y="552518"/>
                      <a:pt x="3578704" y="547930"/>
                    </a:cubicBezTo>
                    <a:cubicBezTo>
                      <a:pt x="3587251" y="543341"/>
                      <a:pt x="3596285" y="536285"/>
                      <a:pt x="3605807" y="526763"/>
                    </a:cubicBezTo>
                    <a:lnTo>
                      <a:pt x="3616476" y="537949"/>
                    </a:lnTo>
                    <a:cubicBezTo>
                      <a:pt x="3605348" y="550224"/>
                      <a:pt x="3594077" y="559459"/>
                      <a:pt x="3582662" y="565654"/>
                    </a:cubicBezTo>
                    <a:cubicBezTo>
                      <a:pt x="3571247" y="571849"/>
                      <a:pt x="3557968" y="574946"/>
                      <a:pt x="3542825" y="574946"/>
                    </a:cubicBezTo>
                    <a:cubicBezTo>
                      <a:pt x="3526190" y="574946"/>
                      <a:pt x="3513313" y="569870"/>
                      <a:pt x="3504192" y="559717"/>
                    </a:cubicBezTo>
                    <a:cubicBezTo>
                      <a:pt x="3495072" y="549564"/>
                      <a:pt x="3490512" y="535425"/>
                      <a:pt x="3490512" y="517299"/>
                    </a:cubicBezTo>
                    <a:cubicBezTo>
                      <a:pt x="3490512" y="505024"/>
                      <a:pt x="3492720" y="491859"/>
                      <a:pt x="3497137" y="477806"/>
                    </a:cubicBezTo>
                    <a:cubicBezTo>
                      <a:pt x="3501554" y="463752"/>
                      <a:pt x="3508236" y="451133"/>
                      <a:pt x="3517185" y="439948"/>
                    </a:cubicBezTo>
                    <a:cubicBezTo>
                      <a:pt x="3526133" y="428762"/>
                      <a:pt x="3536859" y="420101"/>
                      <a:pt x="3549364" y="413963"/>
                    </a:cubicBezTo>
                    <a:cubicBezTo>
                      <a:pt x="3561869" y="407826"/>
                      <a:pt x="3575176" y="404757"/>
                      <a:pt x="3589287" y="404757"/>
                    </a:cubicBezTo>
                    <a:close/>
                    <a:moveTo>
                      <a:pt x="1179462" y="404757"/>
                    </a:moveTo>
                    <a:cubicBezTo>
                      <a:pt x="1193343" y="404757"/>
                      <a:pt x="1203754" y="407568"/>
                      <a:pt x="1210695" y="413189"/>
                    </a:cubicBezTo>
                    <a:cubicBezTo>
                      <a:pt x="1217636" y="418810"/>
                      <a:pt x="1221106" y="427586"/>
                      <a:pt x="1221106" y="439518"/>
                    </a:cubicBezTo>
                    <a:cubicBezTo>
                      <a:pt x="1221106" y="459020"/>
                      <a:pt x="1211957" y="473647"/>
                      <a:pt x="1193659" y="483399"/>
                    </a:cubicBezTo>
                    <a:cubicBezTo>
                      <a:pt x="1175361" y="493150"/>
                      <a:pt x="1148201" y="498026"/>
                      <a:pt x="1112178" y="498026"/>
                    </a:cubicBezTo>
                    <a:cubicBezTo>
                      <a:pt x="1110801" y="504909"/>
                      <a:pt x="1110113" y="512366"/>
                      <a:pt x="1110113" y="520396"/>
                    </a:cubicBezTo>
                    <a:cubicBezTo>
                      <a:pt x="1110113" y="532442"/>
                      <a:pt x="1112465" y="541190"/>
                      <a:pt x="1117168" y="546639"/>
                    </a:cubicBezTo>
                    <a:cubicBezTo>
                      <a:pt x="1121872" y="552088"/>
                      <a:pt x="1129558" y="554813"/>
                      <a:pt x="1140227" y="554813"/>
                    </a:cubicBezTo>
                    <a:cubicBezTo>
                      <a:pt x="1150782" y="554813"/>
                      <a:pt x="1160332" y="552518"/>
                      <a:pt x="1168879" y="547930"/>
                    </a:cubicBezTo>
                    <a:cubicBezTo>
                      <a:pt x="1177426" y="543341"/>
                      <a:pt x="1186460" y="536285"/>
                      <a:pt x="1195982" y="526763"/>
                    </a:cubicBezTo>
                    <a:lnTo>
                      <a:pt x="1206651" y="537949"/>
                    </a:lnTo>
                    <a:cubicBezTo>
                      <a:pt x="1195523" y="550224"/>
                      <a:pt x="1184252" y="559459"/>
                      <a:pt x="1172837" y="565654"/>
                    </a:cubicBezTo>
                    <a:cubicBezTo>
                      <a:pt x="1161422" y="571849"/>
                      <a:pt x="1148143" y="574946"/>
                      <a:pt x="1133000" y="574946"/>
                    </a:cubicBezTo>
                    <a:cubicBezTo>
                      <a:pt x="1116365" y="574946"/>
                      <a:pt x="1103488" y="569870"/>
                      <a:pt x="1094367" y="559717"/>
                    </a:cubicBezTo>
                    <a:cubicBezTo>
                      <a:pt x="1085247" y="549564"/>
                      <a:pt x="1080687" y="535425"/>
                      <a:pt x="1080687" y="517299"/>
                    </a:cubicBezTo>
                    <a:cubicBezTo>
                      <a:pt x="1080687" y="505024"/>
                      <a:pt x="1082895" y="491859"/>
                      <a:pt x="1087312" y="477806"/>
                    </a:cubicBezTo>
                    <a:cubicBezTo>
                      <a:pt x="1091729" y="463752"/>
                      <a:pt x="1098411" y="451133"/>
                      <a:pt x="1107360" y="439948"/>
                    </a:cubicBezTo>
                    <a:cubicBezTo>
                      <a:pt x="1116308" y="428762"/>
                      <a:pt x="1127034" y="420101"/>
                      <a:pt x="1139539" y="413963"/>
                    </a:cubicBezTo>
                    <a:cubicBezTo>
                      <a:pt x="1152044" y="407826"/>
                      <a:pt x="1165351" y="404757"/>
                      <a:pt x="1179462" y="404757"/>
                    </a:cubicBezTo>
                    <a:close/>
                    <a:moveTo>
                      <a:pt x="3858634" y="403952"/>
                    </a:moveTo>
                    <a:lnTo>
                      <a:pt x="3919718" y="403952"/>
                    </a:lnTo>
                    <a:cubicBezTo>
                      <a:pt x="3928586" y="403952"/>
                      <a:pt x="3936140" y="404651"/>
                      <a:pt x="3942382" y="406050"/>
                    </a:cubicBezTo>
                    <a:cubicBezTo>
                      <a:pt x="3948623" y="407448"/>
                      <a:pt x="3953671" y="409512"/>
                      <a:pt x="3957525" y="412240"/>
                    </a:cubicBezTo>
                    <a:cubicBezTo>
                      <a:pt x="3961379" y="414969"/>
                      <a:pt x="3964210" y="418072"/>
                      <a:pt x="3966018" y="421551"/>
                    </a:cubicBezTo>
                    <a:cubicBezTo>
                      <a:pt x="3967825" y="425030"/>
                      <a:pt x="3968729" y="429225"/>
                      <a:pt x="3968729" y="434136"/>
                    </a:cubicBezTo>
                    <a:cubicBezTo>
                      <a:pt x="3968729" y="443004"/>
                      <a:pt x="3966035" y="450405"/>
                      <a:pt x="3960646" y="456340"/>
                    </a:cubicBezTo>
                    <a:cubicBezTo>
                      <a:pt x="3955257" y="462274"/>
                      <a:pt x="3946969" y="467152"/>
                      <a:pt x="3935782" y="470971"/>
                    </a:cubicBezTo>
                    <a:lnTo>
                      <a:pt x="3935782" y="472609"/>
                    </a:lnTo>
                    <a:cubicBezTo>
                      <a:pt x="3949357" y="477997"/>
                      <a:pt x="3956144" y="487172"/>
                      <a:pt x="3956144" y="500132"/>
                    </a:cubicBezTo>
                    <a:cubicBezTo>
                      <a:pt x="3956144" y="514253"/>
                      <a:pt x="3950329" y="525030"/>
                      <a:pt x="3938698" y="532465"/>
                    </a:cubicBezTo>
                    <a:cubicBezTo>
                      <a:pt x="3927068" y="539901"/>
                      <a:pt x="3909827" y="543618"/>
                      <a:pt x="3886976" y="543618"/>
                    </a:cubicBezTo>
                    <a:lnTo>
                      <a:pt x="3832542" y="543618"/>
                    </a:lnTo>
                    <a:lnTo>
                      <a:pt x="3834282" y="536047"/>
                    </a:lnTo>
                    <a:cubicBezTo>
                      <a:pt x="3837829" y="535501"/>
                      <a:pt x="3840387" y="534614"/>
                      <a:pt x="3841955" y="533386"/>
                    </a:cubicBezTo>
                    <a:cubicBezTo>
                      <a:pt x="3843524" y="532158"/>
                      <a:pt x="3844872" y="530163"/>
                      <a:pt x="3845997" y="527401"/>
                    </a:cubicBezTo>
                    <a:cubicBezTo>
                      <a:pt x="3847123" y="524638"/>
                      <a:pt x="3848538" y="519573"/>
                      <a:pt x="3850243" y="512206"/>
                    </a:cubicBezTo>
                    <a:lnTo>
                      <a:pt x="3867535" y="434034"/>
                    </a:lnTo>
                    <a:cubicBezTo>
                      <a:pt x="3868831" y="427963"/>
                      <a:pt x="3869479" y="423427"/>
                      <a:pt x="3869479" y="420426"/>
                    </a:cubicBezTo>
                    <a:cubicBezTo>
                      <a:pt x="3869479" y="418311"/>
                      <a:pt x="3869155" y="416657"/>
                      <a:pt x="3868507" y="415463"/>
                    </a:cubicBezTo>
                    <a:cubicBezTo>
                      <a:pt x="3867859" y="414269"/>
                      <a:pt x="3866614" y="413332"/>
                      <a:pt x="3864773" y="412649"/>
                    </a:cubicBezTo>
                    <a:cubicBezTo>
                      <a:pt x="3862931" y="411967"/>
                      <a:pt x="3860305" y="411592"/>
                      <a:pt x="3856894" y="411524"/>
                    </a:cubicBezTo>
                    <a:close/>
                    <a:moveTo>
                      <a:pt x="978051" y="370857"/>
                    </a:moveTo>
                    <a:lnTo>
                      <a:pt x="916790" y="479269"/>
                    </a:lnTo>
                    <a:lnTo>
                      <a:pt x="984074" y="479269"/>
                    </a:lnTo>
                    <a:lnTo>
                      <a:pt x="981149" y="423858"/>
                    </a:lnTo>
                    <a:cubicBezTo>
                      <a:pt x="980805" y="416286"/>
                      <a:pt x="980518" y="406822"/>
                      <a:pt x="980288" y="395464"/>
                    </a:cubicBezTo>
                    <a:cubicBezTo>
                      <a:pt x="980059" y="384107"/>
                      <a:pt x="979944" y="375904"/>
                      <a:pt x="979944" y="370857"/>
                    </a:cubicBezTo>
                    <a:close/>
                    <a:moveTo>
                      <a:pt x="979084" y="334547"/>
                    </a:moveTo>
                    <a:lnTo>
                      <a:pt x="1005068" y="334547"/>
                    </a:lnTo>
                    <a:lnTo>
                      <a:pt x="1017458" y="526419"/>
                    </a:lnTo>
                    <a:cubicBezTo>
                      <a:pt x="1018032" y="535482"/>
                      <a:pt x="1019064" y="542566"/>
                      <a:pt x="1020556" y="547671"/>
                    </a:cubicBezTo>
                    <a:cubicBezTo>
                      <a:pt x="1022047" y="552776"/>
                      <a:pt x="1024083" y="556562"/>
                      <a:pt x="1026665" y="559029"/>
                    </a:cubicBezTo>
                    <a:cubicBezTo>
                      <a:pt x="1029246" y="561495"/>
                      <a:pt x="1033003" y="563073"/>
                      <a:pt x="1037936" y="563761"/>
                    </a:cubicBezTo>
                    <a:lnTo>
                      <a:pt x="1036043" y="572193"/>
                    </a:lnTo>
                    <a:lnTo>
                      <a:pt x="964457" y="572193"/>
                    </a:lnTo>
                    <a:lnTo>
                      <a:pt x="966350" y="563761"/>
                    </a:lnTo>
                    <a:cubicBezTo>
                      <a:pt x="973118" y="563188"/>
                      <a:pt x="978166" y="560549"/>
                      <a:pt x="981493" y="555845"/>
                    </a:cubicBezTo>
                    <a:cubicBezTo>
                      <a:pt x="984820" y="551142"/>
                      <a:pt x="986483" y="542882"/>
                      <a:pt x="986483" y="531065"/>
                    </a:cubicBezTo>
                    <a:cubicBezTo>
                      <a:pt x="986483" y="526591"/>
                      <a:pt x="986311" y="521716"/>
                      <a:pt x="985967" y="516438"/>
                    </a:cubicBezTo>
                    <a:lnTo>
                      <a:pt x="984762" y="494240"/>
                    </a:lnTo>
                    <a:lnTo>
                      <a:pt x="909046" y="494240"/>
                    </a:lnTo>
                    <a:lnTo>
                      <a:pt x="899582" y="511104"/>
                    </a:lnTo>
                    <a:cubicBezTo>
                      <a:pt x="895107" y="519020"/>
                      <a:pt x="891838" y="525817"/>
                      <a:pt x="889773" y="531496"/>
                    </a:cubicBezTo>
                    <a:cubicBezTo>
                      <a:pt x="887708" y="537174"/>
                      <a:pt x="886675" y="542193"/>
                      <a:pt x="886675" y="546553"/>
                    </a:cubicBezTo>
                    <a:cubicBezTo>
                      <a:pt x="886675" y="556189"/>
                      <a:pt x="892469" y="561926"/>
                      <a:pt x="904056" y="563761"/>
                    </a:cubicBezTo>
                    <a:lnTo>
                      <a:pt x="902163" y="572193"/>
                    </a:lnTo>
                    <a:lnTo>
                      <a:pt x="831781" y="572193"/>
                    </a:lnTo>
                    <a:lnTo>
                      <a:pt x="833674" y="563761"/>
                    </a:lnTo>
                    <a:cubicBezTo>
                      <a:pt x="837230" y="563302"/>
                      <a:pt x="840586" y="561897"/>
                      <a:pt x="843741" y="559545"/>
                    </a:cubicBezTo>
                    <a:cubicBezTo>
                      <a:pt x="846896" y="557193"/>
                      <a:pt x="850251" y="553637"/>
                      <a:pt x="853808" y="548876"/>
                    </a:cubicBezTo>
                    <a:cubicBezTo>
                      <a:pt x="857364" y="544115"/>
                      <a:pt x="862354" y="536228"/>
                      <a:pt x="868779" y="525215"/>
                    </a:cubicBezTo>
                    <a:close/>
                    <a:moveTo>
                      <a:pt x="123210" y="334547"/>
                    </a:moveTo>
                    <a:cubicBezTo>
                      <a:pt x="133650" y="334547"/>
                      <a:pt x="143315" y="335178"/>
                      <a:pt x="152206" y="336440"/>
                    </a:cubicBezTo>
                    <a:cubicBezTo>
                      <a:pt x="161097" y="337702"/>
                      <a:pt x="170992" y="339996"/>
                      <a:pt x="181891" y="343323"/>
                    </a:cubicBezTo>
                    <a:lnTo>
                      <a:pt x="171566" y="389958"/>
                    </a:lnTo>
                    <a:lnTo>
                      <a:pt x="155046" y="389958"/>
                    </a:lnTo>
                    <a:cubicBezTo>
                      <a:pt x="154128" y="375847"/>
                      <a:pt x="151059" y="365665"/>
                      <a:pt x="145839" y="359413"/>
                    </a:cubicBezTo>
                    <a:cubicBezTo>
                      <a:pt x="140619" y="353161"/>
                      <a:pt x="132216" y="350035"/>
                      <a:pt x="120629" y="350035"/>
                    </a:cubicBezTo>
                    <a:cubicBezTo>
                      <a:pt x="104798" y="350035"/>
                      <a:pt x="90084" y="357950"/>
                      <a:pt x="76490" y="373782"/>
                    </a:cubicBezTo>
                    <a:cubicBezTo>
                      <a:pt x="62895" y="389614"/>
                      <a:pt x="52140" y="410522"/>
                      <a:pt x="44224" y="436506"/>
                    </a:cubicBezTo>
                    <a:cubicBezTo>
                      <a:pt x="36309" y="462491"/>
                      <a:pt x="32352" y="486611"/>
                      <a:pt x="32352" y="508867"/>
                    </a:cubicBezTo>
                    <a:cubicBezTo>
                      <a:pt x="32352" y="526304"/>
                      <a:pt x="35449" y="539153"/>
                      <a:pt x="41643" y="547413"/>
                    </a:cubicBezTo>
                    <a:cubicBezTo>
                      <a:pt x="47838" y="555673"/>
                      <a:pt x="57360" y="559803"/>
                      <a:pt x="70209" y="559803"/>
                    </a:cubicBezTo>
                    <a:cubicBezTo>
                      <a:pt x="78813" y="559803"/>
                      <a:pt x="86327" y="558513"/>
                      <a:pt x="92752" y="555931"/>
                    </a:cubicBezTo>
                    <a:cubicBezTo>
                      <a:pt x="99176" y="553350"/>
                      <a:pt x="105199" y="548991"/>
                      <a:pt x="110820" y="542853"/>
                    </a:cubicBezTo>
                    <a:cubicBezTo>
                      <a:pt x="116442" y="536715"/>
                      <a:pt x="122006" y="528140"/>
                      <a:pt x="127512" y="517127"/>
                    </a:cubicBezTo>
                    <a:lnTo>
                      <a:pt x="144032" y="517127"/>
                    </a:lnTo>
                    <a:lnTo>
                      <a:pt x="133535" y="565998"/>
                    </a:lnTo>
                    <a:cubicBezTo>
                      <a:pt x="112082" y="571964"/>
                      <a:pt x="89597" y="574946"/>
                      <a:pt x="66079" y="574946"/>
                    </a:cubicBezTo>
                    <a:cubicBezTo>
                      <a:pt x="44511" y="574946"/>
                      <a:pt x="28107" y="568752"/>
                      <a:pt x="16864" y="556362"/>
                    </a:cubicBezTo>
                    <a:cubicBezTo>
                      <a:pt x="5621" y="543972"/>
                      <a:pt x="0" y="525846"/>
                      <a:pt x="0" y="501983"/>
                    </a:cubicBezTo>
                    <a:cubicBezTo>
                      <a:pt x="0" y="485119"/>
                      <a:pt x="3011" y="465674"/>
                      <a:pt x="9034" y="443647"/>
                    </a:cubicBezTo>
                    <a:cubicBezTo>
                      <a:pt x="15057" y="421621"/>
                      <a:pt x="23575" y="402290"/>
                      <a:pt x="34588" y="385656"/>
                    </a:cubicBezTo>
                    <a:cubicBezTo>
                      <a:pt x="45601" y="369021"/>
                      <a:pt x="58622" y="356344"/>
                      <a:pt x="73651" y="347625"/>
                    </a:cubicBezTo>
                    <a:cubicBezTo>
                      <a:pt x="88679" y="338907"/>
                      <a:pt x="105199" y="334547"/>
                      <a:pt x="123210" y="334547"/>
                    </a:cubicBezTo>
                    <a:close/>
                    <a:moveTo>
                      <a:pt x="4014024" y="323599"/>
                    </a:moveTo>
                    <a:lnTo>
                      <a:pt x="4151025" y="323599"/>
                    </a:lnTo>
                    <a:lnTo>
                      <a:pt x="4140854" y="367927"/>
                    </a:lnTo>
                    <a:lnTo>
                      <a:pt x="4127668" y="367927"/>
                    </a:lnTo>
                    <a:lnTo>
                      <a:pt x="4127668" y="360769"/>
                    </a:lnTo>
                    <a:cubicBezTo>
                      <a:pt x="4127668" y="359429"/>
                      <a:pt x="4127606" y="357902"/>
                      <a:pt x="4127480" y="356185"/>
                    </a:cubicBezTo>
                    <a:cubicBezTo>
                      <a:pt x="4127354" y="354469"/>
                      <a:pt x="4127166" y="352753"/>
                      <a:pt x="4126915" y="351037"/>
                    </a:cubicBezTo>
                    <a:cubicBezTo>
                      <a:pt x="4126664" y="349321"/>
                      <a:pt x="4126371" y="347730"/>
                      <a:pt x="4126036" y="346265"/>
                    </a:cubicBezTo>
                    <a:cubicBezTo>
                      <a:pt x="4125701" y="344800"/>
                      <a:pt x="4125324" y="343607"/>
                      <a:pt x="4124906" y="342686"/>
                    </a:cubicBezTo>
                    <a:cubicBezTo>
                      <a:pt x="4124320" y="341514"/>
                      <a:pt x="4123713" y="340551"/>
                      <a:pt x="4123085" y="339798"/>
                    </a:cubicBezTo>
                    <a:cubicBezTo>
                      <a:pt x="4122457" y="339045"/>
                      <a:pt x="4121662" y="338459"/>
                      <a:pt x="4120699" y="338040"/>
                    </a:cubicBezTo>
                    <a:cubicBezTo>
                      <a:pt x="4119736" y="337621"/>
                      <a:pt x="4118585" y="337328"/>
                      <a:pt x="4117246" y="337161"/>
                    </a:cubicBezTo>
                    <a:cubicBezTo>
                      <a:pt x="4115906" y="336994"/>
                      <a:pt x="4114190" y="336910"/>
                      <a:pt x="4112097" y="336910"/>
                    </a:cubicBezTo>
                    <a:lnTo>
                      <a:pt x="4091880" y="336910"/>
                    </a:lnTo>
                    <a:lnTo>
                      <a:pt x="4066012" y="451433"/>
                    </a:lnTo>
                    <a:cubicBezTo>
                      <a:pt x="4065091" y="455284"/>
                      <a:pt x="4064442" y="458570"/>
                      <a:pt x="4064065" y="461291"/>
                    </a:cubicBezTo>
                    <a:cubicBezTo>
                      <a:pt x="4063688" y="464011"/>
                      <a:pt x="4063500" y="466460"/>
                      <a:pt x="4063500" y="468637"/>
                    </a:cubicBezTo>
                    <a:cubicBezTo>
                      <a:pt x="4063584" y="470311"/>
                      <a:pt x="4063835" y="471755"/>
                      <a:pt x="4064254" y="472969"/>
                    </a:cubicBezTo>
                    <a:cubicBezTo>
                      <a:pt x="4064672" y="474183"/>
                      <a:pt x="4065426" y="475208"/>
                      <a:pt x="4066514" y="476046"/>
                    </a:cubicBezTo>
                    <a:cubicBezTo>
                      <a:pt x="4067602" y="476883"/>
                      <a:pt x="4069067" y="477511"/>
                      <a:pt x="4070909" y="477929"/>
                    </a:cubicBezTo>
                    <a:cubicBezTo>
                      <a:pt x="4072751" y="478348"/>
                      <a:pt x="4075137" y="478641"/>
                      <a:pt x="4078067" y="478808"/>
                    </a:cubicBezTo>
                    <a:lnTo>
                      <a:pt x="4076309" y="486468"/>
                    </a:lnTo>
                    <a:lnTo>
                      <a:pt x="4020805" y="486468"/>
                    </a:lnTo>
                    <a:lnTo>
                      <a:pt x="4022437" y="478808"/>
                    </a:lnTo>
                    <a:cubicBezTo>
                      <a:pt x="4024530" y="478306"/>
                      <a:pt x="4026330" y="477866"/>
                      <a:pt x="4027837" y="477490"/>
                    </a:cubicBezTo>
                    <a:cubicBezTo>
                      <a:pt x="4029344" y="477113"/>
                      <a:pt x="4030642" y="476611"/>
                      <a:pt x="4031730" y="475983"/>
                    </a:cubicBezTo>
                    <a:cubicBezTo>
                      <a:pt x="4032818" y="475355"/>
                      <a:pt x="4033760" y="474497"/>
                      <a:pt x="4034555" y="473408"/>
                    </a:cubicBezTo>
                    <a:cubicBezTo>
                      <a:pt x="4035351" y="472320"/>
                      <a:pt x="4036125" y="470834"/>
                      <a:pt x="4036878" y="468951"/>
                    </a:cubicBezTo>
                    <a:cubicBezTo>
                      <a:pt x="4037632" y="467067"/>
                      <a:pt x="4038385" y="464618"/>
                      <a:pt x="4039139" y="461605"/>
                    </a:cubicBezTo>
                    <a:cubicBezTo>
                      <a:pt x="4039892" y="458591"/>
                      <a:pt x="4040771" y="454865"/>
                      <a:pt x="4041776" y="450428"/>
                    </a:cubicBezTo>
                    <a:lnTo>
                      <a:pt x="4067142" y="336910"/>
                    </a:lnTo>
                    <a:lnTo>
                      <a:pt x="4049813" y="336910"/>
                    </a:lnTo>
                    <a:cubicBezTo>
                      <a:pt x="4047050" y="336910"/>
                      <a:pt x="4044706" y="336994"/>
                      <a:pt x="4042780" y="337161"/>
                    </a:cubicBezTo>
                    <a:cubicBezTo>
                      <a:pt x="4040855" y="337328"/>
                      <a:pt x="4039097" y="337768"/>
                      <a:pt x="4037506" y="338479"/>
                    </a:cubicBezTo>
                    <a:cubicBezTo>
                      <a:pt x="4035916" y="339191"/>
                      <a:pt x="4034430" y="340175"/>
                      <a:pt x="4033048" y="341430"/>
                    </a:cubicBezTo>
                    <a:cubicBezTo>
                      <a:pt x="4031667" y="342686"/>
                      <a:pt x="4030244" y="344402"/>
                      <a:pt x="4028779" y="346579"/>
                    </a:cubicBezTo>
                    <a:cubicBezTo>
                      <a:pt x="4027314" y="348756"/>
                      <a:pt x="4025723" y="351435"/>
                      <a:pt x="4024007" y="354616"/>
                    </a:cubicBezTo>
                    <a:cubicBezTo>
                      <a:pt x="4022291" y="357797"/>
                      <a:pt x="4020303" y="361606"/>
                      <a:pt x="4018042" y="366043"/>
                    </a:cubicBezTo>
                    <a:lnTo>
                      <a:pt x="4004606" y="366043"/>
                    </a:lnTo>
                    <a:close/>
                    <a:moveTo>
                      <a:pt x="3740278" y="315060"/>
                    </a:moveTo>
                    <a:lnTo>
                      <a:pt x="3749319" y="315060"/>
                    </a:lnTo>
                    <a:lnTo>
                      <a:pt x="3727218" y="412756"/>
                    </a:lnTo>
                    <a:lnTo>
                      <a:pt x="3730734" y="412756"/>
                    </a:lnTo>
                    <a:cubicBezTo>
                      <a:pt x="3733916" y="412756"/>
                      <a:pt x="3737348" y="412087"/>
                      <a:pt x="3741031" y="410747"/>
                    </a:cubicBezTo>
                    <a:cubicBezTo>
                      <a:pt x="3744715" y="409408"/>
                      <a:pt x="3748377" y="407671"/>
                      <a:pt x="3752019" y="405536"/>
                    </a:cubicBezTo>
                    <a:cubicBezTo>
                      <a:pt x="3755661" y="403401"/>
                      <a:pt x="3759156" y="400994"/>
                      <a:pt x="3762504" y="398315"/>
                    </a:cubicBezTo>
                    <a:cubicBezTo>
                      <a:pt x="3765853" y="395636"/>
                      <a:pt x="3768804" y="392937"/>
                      <a:pt x="3771357" y="390216"/>
                    </a:cubicBezTo>
                    <a:cubicBezTo>
                      <a:pt x="3773911" y="387495"/>
                      <a:pt x="3775941" y="384921"/>
                      <a:pt x="3777448" y="382493"/>
                    </a:cubicBezTo>
                    <a:cubicBezTo>
                      <a:pt x="3778955" y="380065"/>
                      <a:pt x="3779708" y="378014"/>
                      <a:pt x="3779708" y="376340"/>
                    </a:cubicBezTo>
                    <a:cubicBezTo>
                      <a:pt x="3779708" y="374331"/>
                      <a:pt x="3779038" y="372698"/>
                      <a:pt x="3777699" y="371443"/>
                    </a:cubicBezTo>
                    <a:cubicBezTo>
                      <a:pt x="3776359" y="370187"/>
                      <a:pt x="3773932" y="369350"/>
                      <a:pt x="3770416" y="368931"/>
                    </a:cubicBezTo>
                    <a:lnTo>
                      <a:pt x="3771923" y="360894"/>
                    </a:lnTo>
                    <a:lnTo>
                      <a:pt x="3817129" y="360894"/>
                    </a:lnTo>
                    <a:lnTo>
                      <a:pt x="3820268" y="368680"/>
                    </a:lnTo>
                    <a:cubicBezTo>
                      <a:pt x="3814994" y="373201"/>
                      <a:pt x="3809930" y="377386"/>
                      <a:pt x="3805074" y="381237"/>
                    </a:cubicBezTo>
                    <a:cubicBezTo>
                      <a:pt x="3800218" y="385088"/>
                      <a:pt x="3795468" y="388793"/>
                      <a:pt x="3790821" y="392351"/>
                    </a:cubicBezTo>
                    <a:cubicBezTo>
                      <a:pt x="3786175" y="395909"/>
                      <a:pt x="3781529" y="399404"/>
                      <a:pt x="3776883" y="402836"/>
                    </a:cubicBezTo>
                    <a:cubicBezTo>
                      <a:pt x="3772236" y="406268"/>
                      <a:pt x="3767486" y="409826"/>
                      <a:pt x="3762630" y="413510"/>
                    </a:cubicBezTo>
                    <a:cubicBezTo>
                      <a:pt x="3764639" y="419872"/>
                      <a:pt x="3766690" y="426339"/>
                      <a:pt x="3768783" y="432911"/>
                    </a:cubicBezTo>
                    <a:cubicBezTo>
                      <a:pt x="3770876" y="439483"/>
                      <a:pt x="3772969" y="445992"/>
                      <a:pt x="3775062" y="452438"/>
                    </a:cubicBezTo>
                    <a:cubicBezTo>
                      <a:pt x="3776066" y="455870"/>
                      <a:pt x="3777008" y="458821"/>
                      <a:pt x="3777887" y="461291"/>
                    </a:cubicBezTo>
                    <a:cubicBezTo>
                      <a:pt x="3778766" y="463760"/>
                      <a:pt x="3779708" y="465769"/>
                      <a:pt x="3780713" y="467318"/>
                    </a:cubicBezTo>
                    <a:cubicBezTo>
                      <a:pt x="3781717" y="468867"/>
                      <a:pt x="3782806" y="470018"/>
                      <a:pt x="3783978" y="470771"/>
                    </a:cubicBezTo>
                    <a:cubicBezTo>
                      <a:pt x="3785150" y="471525"/>
                      <a:pt x="3786573" y="471902"/>
                      <a:pt x="3788247" y="471902"/>
                    </a:cubicBezTo>
                    <a:cubicBezTo>
                      <a:pt x="3789419" y="471902"/>
                      <a:pt x="3790633" y="471692"/>
                      <a:pt x="3791889" y="471274"/>
                    </a:cubicBezTo>
                    <a:cubicBezTo>
                      <a:pt x="3793144" y="470855"/>
                      <a:pt x="3794547" y="470102"/>
                      <a:pt x="3796095" y="469013"/>
                    </a:cubicBezTo>
                    <a:cubicBezTo>
                      <a:pt x="3797644" y="467925"/>
                      <a:pt x="3799402" y="466439"/>
                      <a:pt x="3801370" y="464556"/>
                    </a:cubicBezTo>
                    <a:cubicBezTo>
                      <a:pt x="3803337" y="462672"/>
                      <a:pt x="3805576" y="460307"/>
                      <a:pt x="3808088" y="457461"/>
                    </a:cubicBezTo>
                    <a:lnTo>
                      <a:pt x="3816627" y="465623"/>
                    </a:lnTo>
                    <a:cubicBezTo>
                      <a:pt x="3812692" y="469641"/>
                      <a:pt x="3809030" y="473115"/>
                      <a:pt x="3805639" y="476046"/>
                    </a:cubicBezTo>
                    <a:cubicBezTo>
                      <a:pt x="3802249" y="478976"/>
                      <a:pt x="3799026" y="481382"/>
                      <a:pt x="3795970" y="483266"/>
                    </a:cubicBezTo>
                    <a:cubicBezTo>
                      <a:pt x="3792914" y="485150"/>
                      <a:pt x="3789963" y="486531"/>
                      <a:pt x="3787117" y="487410"/>
                    </a:cubicBezTo>
                    <a:cubicBezTo>
                      <a:pt x="3784271" y="488289"/>
                      <a:pt x="3781382" y="488728"/>
                      <a:pt x="3778452" y="488728"/>
                    </a:cubicBezTo>
                    <a:cubicBezTo>
                      <a:pt x="3773178" y="488728"/>
                      <a:pt x="3768930" y="487410"/>
                      <a:pt x="3765707" y="484773"/>
                    </a:cubicBezTo>
                    <a:cubicBezTo>
                      <a:pt x="3762484" y="482136"/>
                      <a:pt x="3759742" y="478369"/>
                      <a:pt x="3757482" y="473471"/>
                    </a:cubicBezTo>
                    <a:cubicBezTo>
                      <a:pt x="3755221" y="468574"/>
                      <a:pt x="3753149" y="462651"/>
                      <a:pt x="3751266" y="455703"/>
                    </a:cubicBezTo>
                    <a:cubicBezTo>
                      <a:pt x="3749382" y="448754"/>
                      <a:pt x="3747184" y="441010"/>
                      <a:pt x="3744673" y="432471"/>
                    </a:cubicBezTo>
                    <a:cubicBezTo>
                      <a:pt x="3744087" y="430462"/>
                      <a:pt x="3743522" y="428851"/>
                      <a:pt x="3742978" y="427637"/>
                    </a:cubicBezTo>
                    <a:cubicBezTo>
                      <a:pt x="3742434" y="426423"/>
                      <a:pt x="3741743" y="425502"/>
                      <a:pt x="3740906" y="424874"/>
                    </a:cubicBezTo>
                    <a:cubicBezTo>
                      <a:pt x="3740069" y="424246"/>
                      <a:pt x="3739022" y="423849"/>
                      <a:pt x="3737766" y="423681"/>
                    </a:cubicBezTo>
                    <a:cubicBezTo>
                      <a:pt x="3736511" y="423514"/>
                      <a:pt x="3734920" y="423430"/>
                      <a:pt x="3732995" y="423430"/>
                    </a:cubicBezTo>
                    <a:lnTo>
                      <a:pt x="3724958" y="423430"/>
                    </a:lnTo>
                    <a:lnTo>
                      <a:pt x="3711145" y="486468"/>
                    </a:lnTo>
                    <a:lnTo>
                      <a:pt x="3687035" y="486468"/>
                    </a:lnTo>
                    <a:lnTo>
                      <a:pt x="3717424" y="351602"/>
                    </a:lnTo>
                    <a:cubicBezTo>
                      <a:pt x="3718428" y="347165"/>
                      <a:pt x="3719140" y="343670"/>
                      <a:pt x="3719558" y="341117"/>
                    </a:cubicBezTo>
                    <a:cubicBezTo>
                      <a:pt x="3719977" y="338563"/>
                      <a:pt x="3720186" y="336282"/>
                      <a:pt x="3720186" y="334273"/>
                    </a:cubicBezTo>
                    <a:cubicBezTo>
                      <a:pt x="3720186" y="332682"/>
                      <a:pt x="3719914" y="331301"/>
                      <a:pt x="3719370" y="330129"/>
                    </a:cubicBezTo>
                    <a:cubicBezTo>
                      <a:pt x="3718826" y="328957"/>
                      <a:pt x="3717926" y="328015"/>
                      <a:pt x="3716670" y="327303"/>
                    </a:cubicBezTo>
                    <a:cubicBezTo>
                      <a:pt x="3715414" y="326592"/>
                      <a:pt x="3713740" y="326069"/>
                      <a:pt x="3711647" y="325734"/>
                    </a:cubicBezTo>
                    <a:cubicBezTo>
                      <a:pt x="3709554" y="325399"/>
                      <a:pt x="3706959" y="325190"/>
                      <a:pt x="3703862" y="325106"/>
                    </a:cubicBezTo>
                    <a:lnTo>
                      <a:pt x="3705745" y="316567"/>
                    </a:lnTo>
                    <a:close/>
                    <a:moveTo>
                      <a:pt x="1328086" y="276225"/>
                    </a:moveTo>
                    <a:cubicBezTo>
                      <a:pt x="1336792" y="276225"/>
                      <a:pt x="1344222" y="277209"/>
                      <a:pt x="1350375" y="279176"/>
                    </a:cubicBezTo>
                    <a:cubicBezTo>
                      <a:pt x="1356528" y="281143"/>
                      <a:pt x="1361530" y="283801"/>
                      <a:pt x="1365381" y="287150"/>
                    </a:cubicBezTo>
                    <a:cubicBezTo>
                      <a:pt x="1369232" y="290499"/>
                      <a:pt x="1372016" y="294517"/>
                      <a:pt x="1373732" y="299205"/>
                    </a:cubicBezTo>
                    <a:cubicBezTo>
                      <a:pt x="1375448" y="303893"/>
                      <a:pt x="1376306" y="308958"/>
                      <a:pt x="1376306" y="314400"/>
                    </a:cubicBezTo>
                    <a:cubicBezTo>
                      <a:pt x="1376306" y="317664"/>
                      <a:pt x="1376076" y="320699"/>
                      <a:pt x="1375615" y="323504"/>
                    </a:cubicBezTo>
                    <a:cubicBezTo>
                      <a:pt x="1375155" y="326308"/>
                      <a:pt x="1374360" y="329071"/>
                      <a:pt x="1373229" y="331792"/>
                    </a:cubicBezTo>
                    <a:cubicBezTo>
                      <a:pt x="1372099" y="334512"/>
                      <a:pt x="1370613" y="337254"/>
                      <a:pt x="1368772" y="340017"/>
                    </a:cubicBezTo>
                    <a:cubicBezTo>
                      <a:pt x="1366930" y="342779"/>
                      <a:pt x="1364628" y="345709"/>
                      <a:pt x="1361865" y="348807"/>
                    </a:cubicBezTo>
                    <a:cubicBezTo>
                      <a:pt x="1359772" y="351486"/>
                      <a:pt x="1357051" y="354583"/>
                      <a:pt x="1353703" y="358099"/>
                    </a:cubicBezTo>
                    <a:cubicBezTo>
                      <a:pt x="1350354" y="361615"/>
                      <a:pt x="1346692" y="365383"/>
                      <a:pt x="1342715" y="369401"/>
                    </a:cubicBezTo>
                    <a:cubicBezTo>
                      <a:pt x="1338739" y="373419"/>
                      <a:pt x="1334574" y="377605"/>
                      <a:pt x="1330220" y="381958"/>
                    </a:cubicBezTo>
                    <a:cubicBezTo>
                      <a:pt x="1325867" y="386311"/>
                      <a:pt x="1321640" y="390623"/>
                      <a:pt x="1317538" y="394892"/>
                    </a:cubicBezTo>
                    <a:cubicBezTo>
                      <a:pt x="1313435" y="399162"/>
                      <a:pt x="1309668" y="403306"/>
                      <a:pt x="1306236" y="407324"/>
                    </a:cubicBezTo>
                    <a:cubicBezTo>
                      <a:pt x="1302804" y="411342"/>
                      <a:pt x="1299999" y="415026"/>
                      <a:pt x="1297822" y="418375"/>
                    </a:cubicBezTo>
                    <a:lnTo>
                      <a:pt x="1344285" y="418375"/>
                    </a:lnTo>
                    <a:cubicBezTo>
                      <a:pt x="1348219" y="418375"/>
                      <a:pt x="1351359" y="418228"/>
                      <a:pt x="1353703" y="417935"/>
                    </a:cubicBezTo>
                    <a:cubicBezTo>
                      <a:pt x="1356047" y="417642"/>
                      <a:pt x="1357993" y="416993"/>
                      <a:pt x="1359542" y="415989"/>
                    </a:cubicBezTo>
                    <a:cubicBezTo>
                      <a:pt x="1361091" y="414984"/>
                      <a:pt x="1362409" y="413456"/>
                      <a:pt x="1363497" y="411405"/>
                    </a:cubicBezTo>
                    <a:cubicBezTo>
                      <a:pt x="1364586" y="409354"/>
                      <a:pt x="1365842" y="406529"/>
                      <a:pt x="1367265" y="402929"/>
                    </a:cubicBezTo>
                    <a:lnTo>
                      <a:pt x="1378943" y="402929"/>
                    </a:lnTo>
                    <a:cubicBezTo>
                      <a:pt x="1378524" y="408873"/>
                      <a:pt x="1378127" y="414859"/>
                      <a:pt x="1377750" y="420886"/>
                    </a:cubicBezTo>
                    <a:cubicBezTo>
                      <a:pt x="1377373" y="426914"/>
                      <a:pt x="1376976" y="432899"/>
                      <a:pt x="1376557" y="438843"/>
                    </a:cubicBezTo>
                    <a:lnTo>
                      <a:pt x="1270196" y="438843"/>
                    </a:lnTo>
                    <a:lnTo>
                      <a:pt x="1270196" y="432313"/>
                    </a:lnTo>
                    <a:cubicBezTo>
                      <a:pt x="1272205" y="427793"/>
                      <a:pt x="1274549" y="423335"/>
                      <a:pt x="1277228" y="418940"/>
                    </a:cubicBezTo>
                    <a:cubicBezTo>
                      <a:pt x="1279907" y="414545"/>
                      <a:pt x="1282921" y="410087"/>
                      <a:pt x="1286270" y="405566"/>
                    </a:cubicBezTo>
                    <a:cubicBezTo>
                      <a:pt x="1289618" y="401045"/>
                      <a:pt x="1293427" y="396378"/>
                      <a:pt x="1297697" y="391565"/>
                    </a:cubicBezTo>
                    <a:cubicBezTo>
                      <a:pt x="1301966" y="386751"/>
                      <a:pt x="1306696" y="381749"/>
                      <a:pt x="1311887" y="376559"/>
                    </a:cubicBezTo>
                    <a:cubicBezTo>
                      <a:pt x="1319756" y="368689"/>
                      <a:pt x="1326160" y="361971"/>
                      <a:pt x="1331099" y="356404"/>
                    </a:cubicBezTo>
                    <a:cubicBezTo>
                      <a:pt x="1336039" y="350837"/>
                      <a:pt x="1339931" y="345877"/>
                      <a:pt x="1342778" y="341523"/>
                    </a:cubicBezTo>
                    <a:cubicBezTo>
                      <a:pt x="1345624" y="337170"/>
                      <a:pt x="1347571" y="333152"/>
                      <a:pt x="1348617" y="329468"/>
                    </a:cubicBezTo>
                    <a:cubicBezTo>
                      <a:pt x="1349663" y="325785"/>
                      <a:pt x="1350187" y="321850"/>
                      <a:pt x="1350187" y="317664"/>
                    </a:cubicBezTo>
                    <a:cubicBezTo>
                      <a:pt x="1350187" y="313395"/>
                      <a:pt x="1349580" y="309460"/>
                      <a:pt x="1348366" y="305861"/>
                    </a:cubicBezTo>
                    <a:cubicBezTo>
                      <a:pt x="1347152" y="302261"/>
                      <a:pt x="1345415" y="299205"/>
                      <a:pt x="1343155" y="296694"/>
                    </a:cubicBezTo>
                    <a:cubicBezTo>
                      <a:pt x="1340894" y="294182"/>
                      <a:pt x="1338027" y="292215"/>
                      <a:pt x="1334553" y="290792"/>
                    </a:cubicBezTo>
                    <a:cubicBezTo>
                      <a:pt x="1331079" y="289369"/>
                      <a:pt x="1327081" y="288657"/>
                      <a:pt x="1322560" y="288657"/>
                    </a:cubicBezTo>
                    <a:cubicBezTo>
                      <a:pt x="1314775" y="288657"/>
                      <a:pt x="1308245" y="290771"/>
                      <a:pt x="1302971" y="294998"/>
                    </a:cubicBezTo>
                    <a:cubicBezTo>
                      <a:pt x="1297697" y="299226"/>
                      <a:pt x="1293595" y="305358"/>
                      <a:pt x="1290665" y="313395"/>
                    </a:cubicBezTo>
                    <a:lnTo>
                      <a:pt x="1274215" y="313395"/>
                    </a:lnTo>
                    <a:lnTo>
                      <a:pt x="1274215" y="288908"/>
                    </a:lnTo>
                    <a:cubicBezTo>
                      <a:pt x="1284930" y="284471"/>
                      <a:pt x="1294788" y="281248"/>
                      <a:pt x="1303787" y="279239"/>
                    </a:cubicBezTo>
                    <a:cubicBezTo>
                      <a:pt x="1312787" y="277230"/>
                      <a:pt x="1320886" y="276225"/>
                      <a:pt x="1328086" y="276225"/>
                    </a:cubicBezTo>
                    <a:close/>
                    <a:moveTo>
                      <a:pt x="3672468" y="267393"/>
                    </a:moveTo>
                    <a:lnTo>
                      <a:pt x="4167768" y="267393"/>
                    </a:lnTo>
                    <a:lnTo>
                      <a:pt x="4167768" y="286443"/>
                    </a:lnTo>
                    <a:lnTo>
                      <a:pt x="3672468" y="286443"/>
                    </a:lnTo>
                    <a:close/>
                    <a:moveTo>
                      <a:pt x="3348446" y="260784"/>
                    </a:moveTo>
                    <a:cubicBezTo>
                      <a:pt x="3343339" y="260784"/>
                      <a:pt x="3338630" y="262312"/>
                      <a:pt x="3334319" y="265368"/>
                    </a:cubicBezTo>
                    <a:cubicBezTo>
                      <a:pt x="3330008" y="268423"/>
                      <a:pt x="3325382" y="272797"/>
                      <a:pt x="3320443" y="278490"/>
                    </a:cubicBezTo>
                    <a:cubicBezTo>
                      <a:pt x="3318183" y="281169"/>
                      <a:pt x="3316090" y="283806"/>
                      <a:pt x="3314164" y="286401"/>
                    </a:cubicBezTo>
                    <a:cubicBezTo>
                      <a:pt x="3312239" y="288996"/>
                      <a:pt x="3310502" y="291822"/>
                      <a:pt x="3308953" y="294878"/>
                    </a:cubicBezTo>
                    <a:cubicBezTo>
                      <a:pt x="3307404" y="297933"/>
                      <a:pt x="3306023" y="301324"/>
                      <a:pt x="3304809" y="305049"/>
                    </a:cubicBezTo>
                    <a:cubicBezTo>
                      <a:pt x="3303595" y="308774"/>
                      <a:pt x="3302528" y="313065"/>
                      <a:pt x="3301607" y="317920"/>
                    </a:cubicBezTo>
                    <a:cubicBezTo>
                      <a:pt x="3300435" y="323697"/>
                      <a:pt x="3299514" y="328552"/>
                      <a:pt x="3298844" y="332487"/>
                    </a:cubicBezTo>
                    <a:cubicBezTo>
                      <a:pt x="3298175" y="336421"/>
                      <a:pt x="3297840" y="340147"/>
                      <a:pt x="3297840" y="343663"/>
                    </a:cubicBezTo>
                    <a:cubicBezTo>
                      <a:pt x="3297840" y="350444"/>
                      <a:pt x="3299410" y="355237"/>
                      <a:pt x="3302549" y="358041"/>
                    </a:cubicBezTo>
                    <a:cubicBezTo>
                      <a:pt x="3305688" y="360846"/>
                      <a:pt x="3310732" y="362248"/>
                      <a:pt x="3317680" y="362248"/>
                    </a:cubicBezTo>
                    <a:cubicBezTo>
                      <a:pt x="3322536" y="362248"/>
                      <a:pt x="3327078" y="361180"/>
                      <a:pt x="3331305" y="359046"/>
                    </a:cubicBezTo>
                    <a:cubicBezTo>
                      <a:pt x="3335533" y="356911"/>
                      <a:pt x="3339363" y="354002"/>
                      <a:pt x="3342795" y="350318"/>
                    </a:cubicBezTo>
                    <a:cubicBezTo>
                      <a:pt x="3346228" y="346635"/>
                      <a:pt x="3349283" y="342344"/>
                      <a:pt x="3351962" y="337447"/>
                    </a:cubicBezTo>
                    <a:cubicBezTo>
                      <a:pt x="3354641" y="332550"/>
                      <a:pt x="3356880" y="327317"/>
                      <a:pt x="3358680" y="321750"/>
                    </a:cubicBezTo>
                    <a:cubicBezTo>
                      <a:pt x="3360480" y="316183"/>
                      <a:pt x="3361862" y="310470"/>
                      <a:pt x="3362824" y="304609"/>
                    </a:cubicBezTo>
                    <a:cubicBezTo>
                      <a:pt x="3363787" y="298749"/>
                      <a:pt x="3364268" y="293057"/>
                      <a:pt x="3364268" y="287531"/>
                    </a:cubicBezTo>
                    <a:cubicBezTo>
                      <a:pt x="3364268" y="278574"/>
                      <a:pt x="3363034" y="271877"/>
                      <a:pt x="3360564" y="267440"/>
                    </a:cubicBezTo>
                    <a:cubicBezTo>
                      <a:pt x="3358094" y="263003"/>
                      <a:pt x="3354055" y="260784"/>
                      <a:pt x="3348446" y="260784"/>
                    </a:cubicBezTo>
                    <a:close/>
                    <a:moveTo>
                      <a:pt x="1786346" y="260784"/>
                    </a:moveTo>
                    <a:cubicBezTo>
                      <a:pt x="1781239" y="260784"/>
                      <a:pt x="1776530" y="262312"/>
                      <a:pt x="1772219" y="265368"/>
                    </a:cubicBezTo>
                    <a:cubicBezTo>
                      <a:pt x="1767908" y="268423"/>
                      <a:pt x="1763282" y="272797"/>
                      <a:pt x="1758343" y="278490"/>
                    </a:cubicBezTo>
                    <a:cubicBezTo>
                      <a:pt x="1756083" y="281169"/>
                      <a:pt x="1753990" y="283806"/>
                      <a:pt x="1752064" y="286401"/>
                    </a:cubicBezTo>
                    <a:cubicBezTo>
                      <a:pt x="1750139" y="288996"/>
                      <a:pt x="1748402" y="291822"/>
                      <a:pt x="1746853" y="294878"/>
                    </a:cubicBezTo>
                    <a:cubicBezTo>
                      <a:pt x="1745304" y="297933"/>
                      <a:pt x="1743923" y="301324"/>
                      <a:pt x="1742709" y="305049"/>
                    </a:cubicBezTo>
                    <a:cubicBezTo>
                      <a:pt x="1741495" y="308774"/>
                      <a:pt x="1740428" y="313065"/>
                      <a:pt x="1739507" y="317920"/>
                    </a:cubicBezTo>
                    <a:cubicBezTo>
                      <a:pt x="1738335" y="323697"/>
                      <a:pt x="1737414" y="328552"/>
                      <a:pt x="1736744" y="332487"/>
                    </a:cubicBezTo>
                    <a:cubicBezTo>
                      <a:pt x="1736075" y="336421"/>
                      <a:pt x="1735740" y="340147"/>
                      <a:pt x="1735740" y="343663"/>
                    </a:cubicBezTo>
                    <a:cubicBezTo>
                      <a:pt x="1735740" y="350444"/>
                      <a:pt x="1737310" y="355237"/>
                      <a:pt x="1740449" y="358041"/>
                    </a:cubicBezTo>
                    <a:cubicBezTo>
                      <a:pt x="1743588" y="360846"/>
                      <a:pt x="1748632" y="362248"/>
                      <a:pt x="1755581" y="362248"/>
                    </a:cubicBezTo>
                    <a:cubicBezTo>
                      <a:pt x="1760436" y="362248"/>
                      <a:pt x="1764978" y="361180"/>
                      <a:pt x="1769205" y="359046"/>
                    </a:cubicBezTo>
                    <a:cubicBezTo>
                      <a:pt x="1773433" y="356911"/>
                      <a:pt x="1777263" y="354002"/>
                      <a:pt x="1780695" y="350318"/>
                    </a:cubicBezTo>
                    <a:cubicBezTo>
                      <a:pt x="1784128" y="346635"/>
                      <a:pt x="1787183" y="342344"/>
                      <a:pt x="1789862" y="337447"/>
                    </a:cubicBezTo>
                    <a:cubicBezTo>
                      <a:pt x="1792541" y="332550"/>
                      <a:pt x="1794780" y="327317"/>
                      <a:pt x="1796580" y="321750"/>
                    </a:cubicBezTo>
                    <a:cubicBezTo>
                      <a:pt x="1798380" y="316183"/>
                      <a:pt x="1799762" y="310470"/>
                      <a:pt x="1800724" y="304609"/>
                    </a:cubicBezTo>
                    <a:cubicBezTo>
                      <a:pt x="1801687" y="298749"/>
                      <a:pt x="1802168" y="293057"/>
                      <a:pt x="1802168" y="287531"/>
                    </a:cubicBezTo>
                    <a:cubicBezTo>
                      <a:pt x="1802168" y="278574"/>
                      <a:pt x="1800934" y="271877"/>
                      <a:pt x="1798464" y="267440"/>
                    </a:cubicBezTo>
                    <a:cubicBezTo>
                      <a:pt x="1795994" y="263003"/>
                      <a:pt x="1791955" y="260784"/>
                      <a:pt x="1786346" y="260784"/>
                    </a:cubicBezTo>
                    <a:close/>
                    <a:moveTo>
                      <a:pt x="3290180" y="243957"/>
                    </a:moveTo>
                    <a:cubicBezTo>
                      <a:pt x="3296291" y="243957"/>
                      <a:pt x="3301042" y="245987"/>
                      <a:pt x="3304432" y="250048"/>
                    </a:cubicBezTo>
                    <a:cubicBezTo>
                      <a:pt x="3307823" y="254108"/>
                      <a:pt x="3309518" y="259445"/>
                      <a:pt x="3309518" y="266058"/>
                    </a:cubicBezTo>
                    <a:cubicBezTo>
                      <a:pt x="3309518" y="267984"/>
                      <a:pt x="3309372" y="269826"/>
                      <a:pt x="3309079" y="271584"/>
                    </a:cubicBezTo>
                    <a:cubicBezTo>
                      <a:pt x="3308786" y="273342"/>
                      <a:pt x="3308262" y="275100"/>
                      <a:pt x="3307509" y="276858"/>
                    </a:cubicBezTo>
                    <a:lnTo>
                      <a:pt x="3309267" y="277737"/>
                    </a:lnTo>
                    <a:cubicBezTo>
                      <a:pt x="3317471" y="266268"/>
                      <a:pt x="3325529" y="257770"/>
                      <a:pt x="3333440" y="252245"/>
                    </a:cubicBezTo>
                    <a:cubicBezTo>
                      <a:pt x="3341351" y="246720"/>
                      <a:pt x="3349660" y="243957"/>
                      <a:pt x="3358366" y="243957"/>
                    </a:cubicBezTo>
                    <a:cubicBezTo>
                      <a:pt x="3368329" y="243957"/>
                      <a:pt x="3375968" y="247557"/>
                      <a:pt x="3381284" y="254757"/>
                    </a:cubicBezTo>
                    <a:cubicBezTo>
                      <a:pt x="3386600" y="261956"/>
                      <a:pt x="3389258" y="272463"/>
                      <a:pt x="3389258" y="286276"/>
                    </a:cubicBezTo>
                    <a:cubicBezTo>
                      <a:pt x="3389258" y="298331"/>
                      <a:pt x="3387395" y="309695"/>
                      <a:pt x="3383669" y="320369"/>
                    </a:cubicBezTo>
                    <a:cubicBezTo>
                      <a:pt x="3379944" y="331043"/>
                      <a:pt x="3374900" y="340398"/>
                      <a:pt x="3368538" y="348435"/>
                    </a:cubicBezTo>
                    <a:cubicBezTo>
                      <a:pt x="3362175" y="356471"/>
                      <a:pt x="3354788" y="362813"/>
                      <a:pt x="3346374" y="367459"/>
                    </a:cubicBezTo>
                    <a:cubicBezTo>
                      <a:pt x="3337961" y="372105"/>
                      <a:pt x="3329066" y="374428"/>
                      <a:pt x="3319690" y="374428"/>
                    </a:cubicBezTo>
                    <a:cubicBezTo>
                      <a:pt x="3313160" y="374428"/>
                      <a:pt x="3307488" y="373780"/>
                      <a:pt x="3302674" y="372482"/>
                    </a:cubicBezTo>
                    <a:cubicBezTo>
                      <a:pt x="3297861" y="371184"/>
                      <a:pt x="3293863" y="369615"/>
                      <a:pt x="3290682" y="367773"/>
                    </a:cubicBezTo>
                    <a:cubicBezTo>
                      <a:pt x="3289929" y="371038"/>
                      <a:pt x="3289112" y="374428"/>
                      <a:pt x="3288233" y="377945"/>
                    </a:cubicBezTo>
                    <a:cubicBezTo>
                      <a:pt x="3287354" y="381461"/>
                      <a:pt x="3286517" y="384851"/>
                      <a:pt x="3285722" y="388116"/>
                    </a:cubicBezTo>
                    <a:cubicBezTo>
                      <a:pt x="3284927" y="391381"/>
                      <a:pt x="3284278" y="394395"/>
                      <a:pt x="3283776" y="397157"/>
                    </a:cubicBezTo>
                    <a:cubicBezTo>
                      <a:pt x="3283273" y="399920"/>
                      <a:pt x="3283022" y="402138"/>
                      <a:pt x="3283022" y="403813"/>
                    </a:cubicBezTo>
                    <a:cubicBezTo>
                      <a:pt x="3283022" y="405320"/>
                      <a:pt x="3283252" y="406575"/>
                      <a:pt x="3283713" y="407580"/>
                    </a:cubicBezTo>
                    <a:cubicBezTo>
                      <a:pt x="3284173" y="408585"/>
                      <a:pt x="3285010" y="409422"/>
                      <a:pt x="3286224" y="410091"/>
                    </a:cubicBezTo>
                    <a:cubicBezTo>
                      <a:pt x="3287438" y="410761"/>
                      <a:pt x="3289050" y="411284"/>
                      <a:pt x="3291059" y="411661"/>
                    </a:cubicBezTo>
                    <a:cubicBezTo>
                      <a:pt x="3293068" y="412038"/>
                      <a:pt x="3295580" y="412352"/>
                      <a:pt x="3298593" y="412603"/>
                    </a:cubicBezTo>
                    <a:lnTo>
                      <a:pt x="3298217" y="420891"/>
                    </a:lnTo>
                    <a:lnTo>
                      <a:pt x="3254015" y="420891"/>
                    </a:lnTo>
                    <a:lnTo>
                      <a:pt x="3284655" y="290043"/>
                    </a:lnTo>
                    <a:cubicBezTo>
                      <a:pt x="3285659" y="285439"/>
                      <a:pt x="3286371" y="281588"/>
                      <a:pt x="3286789" y="278490"/>
                    </a:cubicBezTo>
                    <a:cubicBezTo>
                      <a:pt x="3287208" y="275393"/>
                      <a:pt x="3287417" y="272630"/>
                      <a:pt x="3287417" y="270202"/>
                    </a:cubicBezTo>
                    <a:cubicBezTo>
                      <a:pt x="3287417" y="264091"/>
                      <a:pt x="3284948" y="261035"/>
                      <a:pt x="3280008" y="261035"/>
                    </a:cubicBezTo>
                    <a:cubicBezTo>
                      <a:pt x="3278501" y="261035"/>
                      <a:pt x="3276995" y="261349"/>
                      <a:pt x="3275488" y="261977"/>
                    </a:cubicBezTo>
                    <a:cubicBezTo>
                      <a:pt x="3273981" y="262605"/>
                      <a:pt x="3272369" y="263547"/>
                      <a:pt x="3270653" y="264803"/>
                    </a:cubicBezTo>
                    <a:cubicBezTo>
                      <a:pt x="3268937" y="266058"/>
                      <a:pt x="3267053" y="267649"/>
                      <a:pt x="3265002" y="269574"/>
                    </a:cubicBezTo>
                    <a:cubicBezTo>
                      <a:pt x="3262951" y="271500"/>
                      <a:pt x="3260670" y="273760"/>
                      <a:pt x="3258159" y="276355"/>
                    </a:cubicBezTo>
                    <a:lnTo>
                      <a:pt x="3249494" y="268193"/>
                    </a:lnTo>
                    <a:cubicBezTo>
                      <a:pt x="3253680" y="264007"/>
                      <a:pt x="3257510" y="260387"/>
                      <a:pt x="3260984" y="257331"/>
                    </a:cubicBezTo>
                    <a:cubicBezTo>
                      <a:pt x="3264458" y="254275"/>
                      <a:pt x="3267807" y="251764"/>
                      <a:pt x="3271030" y="249797"/>
                    </a:cubicBezTo>
                    <a:cubicBezTo>
                      <a:pt x="3274253" y="247829"/>
                      <a:pt x="3277392" y="246364"/>
                      <a:pt x="3280448" y="245401"/>
                    </a:cubicBezTo>
                    <a:cubicBezTo>
                      <a:pt x="3283503" y="244439"/>
                      <a:pt x="3286747" y="243957"/>
                      <a:pt x="3290180" y="243957"/>
                    </a:cubicBezTo>
                    <a:close/>
                    <a:moveTo>
                      <a:pt x="2908552" y="243957"/>
                    </a:moveTo>
                    <a:cubicBezTo>
                      <a:pt x="2914747" y="243957"/>
                      <a:pt x="2919540" y="245987"/>
                      <a:pt x="2922930" y="250048"/>
                    </a:cubicBezTo>
                    <a:cubicBezTo>
                      <a:pt x="2926321" y="254108"/>
                      <a:pt x="2928016" y="259445"/>
                      <a:pt x="2928016" y="266058"/>
                    </a:cubicBezTo>
                    <a:cubicBezTo>
                      <a:pt x="2928016" y="267733"/>
                      <a:pt x="2927869" y="269491"/>
                      <a:pt x="2927576" y="271332"/>
                    </a:cubicBezTo>
                    <a:cubicBezTo>
                      <a:pt x="2927283" y="273174"/>
                      <a:pt x="2926760" y="274932"/>
                      <a:pt x="2926007" y="276607"/>
                    </a:cubicBezTo>
                    <a:lnTo>
                      <a:pt x="2927765" y="277234"/>
                    </a:lnTo>
                    <a:cubicBezTo>
                      <a:pt x="2935885" y="266100"/>
                      <a:pt x="2943901" y="257770"/>
                      <a:pt x="2951812" y="252245"/>
                    </a:cubicBezTo>
                    <a:cubicBezTo>
                      <a:pt x="2959723" y="246720"/>
                      <a:pt x="2967906" y="243957"/>
                      <a:pt x="2976362" y="243957"/>
                    </a:cubicBezTo>
                    <a:cubicBezTo>
                      <a:pt x="2985236" y="243957"/>
                      <a:pt x="2991870" y="246343"/>
                      <a:pt x="2996265" y="251115"/>
                    </a:cubicBezTo>
                    <a:cubicBezTo>
                      <a:pt x="3000660" y="255887"/>
                      <a:pt x="3002858" y="262584"/>
                      <a:pt x="3002858" y="271207"/>
                    </a:cubicBezTo>
                    <a:cubicBezTo>
                      <a:pt x="3002858" y="273802"/>
                      <a:pt x="3002481" y="277402"/>
                      <a:pt x="3001728" y="282006"/>
                    </a:cubicBezTo>
                    <a:cubicBezTo>
                      <a:pt x="3000974" y="286611"/>
                      <a:pt x="3000011" y="291634"/>
                      <a:pt x="2998839" y="297075"/>
                    </a:cubicBezTo>
                    <a:cubicBezTo>
                      <a:pt x="2997667" y="302517"/>
                      <a:pt x="2996412" y="308105"/>
                      <a:pt x="2995072" y="313839"/>
                    </a:cubicBezTo>
                    <a:cubicBezTo>
                      <a:pt x="2993733" y="319574"/>
                      <a:pt x="2992477" y="324869"/>
                      <a:pt x="2991305" y="329724"/>
                    </a:cubicBezTo>
                    <a:cubicBezTo>
                      <a:pt x="2990133" y="334580"/>
                      <a:pt x="2989170" y="338724"/>
                      <a:pt x="2988417" y="342156"/>
                    </a:cubicBezTo>
                    <a:cubicBezTo>
                      <a:pt x="2987663" y="345588"/>
                      <a:pt x="2987287" y="347723"/>
                      <a:pt x="2987287" y="348560"/>
                    </a:cubicBezTo>
                    <a:cubicBezTo>
                      <a:pt x="2987287" y="351741"/>
                      <a:pt x="2987873" y="354044"/>
                      <a:pt x="2989045" y="355467"/>
                    </a:cubicBezTo>
                    <a:cubicBezTo>
                      <a:pt x="2990217" y="356890"/>
                      <a:pt x="2992100" y="357602"/>
                      <a:pt x="2994696" y="357602"/>
                    </a:cubicBezTo>
                    <a:cubicBezTo>
                      <a:pt x="2996286" y="357602"/>
                      <a:pt x="2997856" y="357309"/>
                      <a:pt x="2999405" y="356723"/>
                    </a:cubicBezTo>
                    <a:cubicBezTo>
                      <a:pt x="3000953" y="356137"/>
                      <a:pt x="3002565" y="355216"/>
                      <a:pt x="3004239" y="353960"/>
                    </a:cubicBezTo>
                    <a:cubicBezTo>
                      <a:pt x="3005913" y="352704"/>
                      <a:pt x="3007755" y="351093"/>
                      <a:pt x="3009764" y="349125"/>
                    </a:cubicBezTo>
                    <a:cubicBezTo>
                      <a:pt x="3011774" y="347158"/>
                      <a:pt x="3014034" y="344793"/>
                      <a:pt x="3016545" y="342030"/>
                    </a:cubicBezTo>
                    <a:lnTo>
                      <a:pt x="3025210" y="350318"/>
                    </a:lnTo>
                    <a:cubicBezTo>
                      <a:pt x="3021108" y="354504"/>
                      <a:pt x="3017341" y="358104"/>
                      <a:pt x="3013908" y="361118"/>
                    </a:cubicBezTo>
                    <a:cubicBezTo>
                      <a:pt x="3010476" y="364131"/>
                      <a:pt x="3007148" y="366622"/>
                      <a:pt x="3003925" y="368589"/>
                    </a:cubicBezTo>
                    <a:cubicBezTo>
                      <a:pt x="3000702" y="370557"/>
                      <a:pt x="2997500" y="372022"/>
                      <a:pt x="2994319" y="372984"/>
                    </a:cubicBezTo>
                    <a:cubicBezTo>
                      <a:pt x="2991138" y="373947"/>
                      <a:pt x="2987747" y="374428"/>
                      <a:pt x="2984147" y="374428"/>
                    </a:cubicBezTo>
                    <a:cubicBezTo>
                      <a:pt x="2981134" y="374428"/>
                      <a:pt x="2978350" y="373842"/>
                      <a:pt x="2975797" y="372670"/>
                    </a:cubicBezTo>
                    <a:cubicBezTo>
                      <a:pt x="2973243" y="371498"/>
                      <a:pt x="2971046" y="369887"/>
                      <a:pt x="2969204" y="367836"/>
                    </a:cubicBezTo>
                    <a:cubicBezTo>
                      <a:pt x="2967362" y="365785"/>
                      <a:pt x="2965939" y="363357"/>
                      <a:pt x="2964935" y="360553"/>
                    </a:cubicBezTo>
                    <a:cubicBezTo>
                      <a:pt x="2963930" y="357748"/>
                      <a:pt x="2963428" y="354672"/>
                      <a:pt x="2963428" y="351323"/>
                    </a:cubicBezTo>
                    <a:cubicBezTo>
                      <a:pt x="2963428" y="347974"/>
                      <a:pt x="2963783" y="344061"/>
                      <a:pt x="2964495" y="339582"/>
                    </a:cubicBezTo>
                    <a:cubicBezTo>
                      <a:pt x="2965207" y="335103"/>
                      <a:pt x="2966274" y="330185"/>
                      <a:pt x="2967697" y="324827"/>
                    </a:cubicBezTo>
                    <a:cubicBezTo>
                      <a:pt x="2969204" y="319385"/>
                      <a:pt x="2970606" y="314174"/>
                      <a:pt x="2971904" y="309193"/>
                    </a:cubicBezTo>
                    <a:cubicBezTo>
                      <a:pt x="2973202" y="304212"/>
                      <a:pt x="2974332" y="299607"/>
                      <a:pt x="2975294" y="295380"/>
                    </a:cubicBezTo>
                    <a:cubicBezTo>
                      <a:pt x="2976257" y="291152"/>
                      <a:pt x="2977011" y="287385"/>
                      <a:pt x="2977555" y="284078"/>
                    </a:cubicBezTo>
                    <a:cubicBezTo>
                      <a:pt x="2978099" y="280771"/>
                      <a:pt x="2978371" y="278030"/>
                      <a:pt x="2978371" y="275853"/>
                    </a:cubicBezTo>
                    <a:cubicBezTo>
                      <a:pt x="2978371" y="270663"/>
                      <a:pt x="2977387" y="266854"/>
                      <a:pt x="2975420" y="264426"/>
                    </a:cubicBezTo>
                    <a:cubicBezTo>
                      <a:pt x="2973453" y="261998"/>
                      <a:pt x="2970292" y="260784"/>
                      <a:pt x="2965939" y="260784"/>
                    </a:cubicBezTo>
                    <a:cubicBezTo>
                      <a:pt x="2963428" y="260784"/>
                      <a:pt x="2960728" y="261433"/>
                      <a:pt x="2957840" y="262731"/>
                    </a:cubicBezTo>
                    <a:cubicBezTo>
                      <a:pt x="2954951" y="264028"/>
                      <a:pt x="2952042" y="265828"/>
                      <a:pt x="2949112" y="268130"/>
                    </a:cubicBezTo>
                    <a:cubicBezTo>
                      <a:pt x="2946182" y="270432"/>
                      <a:pt x="2943315" y="273153"/>
                      <a:pt x="2940510" y="276293"/>
                    </a:cubicBezTo>
                    <a:cubicBezTo>
                      <a:pt x="2937706" y="279432"/>
                      <a:pt x="2935132" y="282781"/>
                      <a:pt x="2932788" y="286338"/>
                    </a:cubicBezTo>
                    <a:cubicBezTo>
                      <a:pt x="2930444" y="289896"/>
                      <a:pt x="2928372" y="293622"/>
                      <a:pt x="2926572" y="297515"/>
                    </a:cubicBezTo>
                    <a:cubicBezTo>
                      <a:pt x="2924772" y="301407"/>
                      <a:pt x="2923453" y="305279"/>
                      <a:pt x="2922616" y="309130"/>
                    </a:cubicBezTo>
                    <a:lnTo>
                      <a:pt x="2908552" y="372168"/>
                    </a:lnTo>
                    <a:lnTo>
                      <a:pt x="2883940" y="372168"/>
                    </a:lnTo>
                    <a:lnTo>
                      <a:pt x="2902776" y="290294"/>
                    </a:lnTo>
                    <a:cubicBezTo>
                      <a:pt x="2903864" y="285941"/>
                      <a:pt x="2904659" y="282048"/>
                      <a:pt x="2905161" y="278616"/>
                    </a:cubicBezTo>
                    <a:cubicBezTo>
                      <a:pt x="2905664" y="275183"/>
                      <a:pt x="2905915" y="272379"/>
                      <a:pt x="2905915" y="270202"/>
                    </a:cubicBezTo>
                    <a:cubicBezTo>
                      <a:pt x="2905915" y="264091"/>
                      <a:pt x="2903445" y="261035"/>
                      <a:pt x="2898506" y="261035"/>
                    </a:cubicBezTo>
                    <a:cubicBezTo>
                      <a:pt x="2896999" y="261035"/>
                      <a:pt x="2895471" y="261349"/>
                      <a:pt x="2893923" y="261977"/>
                    </a:cubicBezTo>
                    <a:cubicBezTo>
                      <a:pt x="2892374" y="262605"/>
                      <a:pt x="2890741" y="263547"/>
                      <a:pt x="2889025" y="264803"/>
                    </a:cubicBezTo>
                    <a:cubicBezTo>
                      <a:pt x="2887309" y="266058"/>
                      <a:pt x="2885446" y="267649"/>
                      <a:pt x="2883437" y="269574"/>
                    </a:cubicBezTo>
                    <a:cubicBezTo>
                      <a:pt x="2881428" y="271500"/>
                      <a:pt x="2879168" y="273760"/>
                      <a:pt x="2876656" y="276355"/>
                    </a:cubicBezTo>
                    <a:lnTo>
                      <a:pt x="2867992" y="268193"/>
                    </a:lnTo>
                    <a:cubicBezTo>
                      <a:pt x="2872177" y="263924"/>
                      <a:pt x="2876007" y="260261"/>
                      <a:pt x="2879482" y="257205"/>
                    </a:cubicBezTo>
                    <a:cubicBezTo>
                      <a:pt x="2882956" y="254150"/>
                      <a:pt x="2886263" y="251638"/>
                      <a:pt x="2889402" y="249671"/>
                    </a:cubicBezTo>
                    <a:cubicBezTo>
                      <a:pt x="2892541" y="247704"/>
                      <a:pt x="2895660" y="246260"/>
                      <a:pt x="2898757" y="245339"/>
                    </a:cubicBezTo>
                    <a:cubicBezTo>
                      <a:pt x="2901855" y="244418"/>
                      <a:pt x="2905120" y="243957"/>
                      <a:pt x="2908552" y="243957"/>
                    </a:cubicBezTo>
                    <a:close/>
                    <a:moveTo>
                      <a:pt x="2108452" y="243957"/>
                    </a:moveTo>
                    <a:cubicBezTo>
                      <a:pt x="2114647" y="243957"/>
                      <a:pt x="2119440" y="245987"/>
                      <a:pt x="2122830" y="250048"/>
                    </a:cubicBezTo>
                    <a:cubicBezTo>
                      <a:pt x="2126221" y="254108"/>
                      <a:pt x="2127916" y="259445"/>
                      <a:pt x="2127916" y="266058"/>
                    </a:cubicBezTo>
                    <a:cubicBezTo>
                      <a:pt x="2127916" y="267733"/>
                      <a:pt x="2127769" y="269491"/>
                      <a:pt x="2127476" y="271332"/>
                    </a:cubicBezTo>
                    <a:cubicBezTo>
                      <a:pt x="2127183" y="273174"/>
                      <a:pt x="2126660" y="274932"/>
                      <a:pt x="2125907" y="276607"/>
                    </a:cubicBezTo>
                    <a:lnTo>
                      <a:pt x="2127665" y="277234"/>
                    </a:lnTo>
                    <a:cubicBezTo>
                      <a:pt x="2135785" y="266100"/>
                      <a:pt x="2143801" y="257770"/>
                      <a:pt x="2151712" y="252245"/>
                    </a:cubicBezTo>
                    <a:cubicBezTo>
                      <a:pt x="2159623" y="246720"/>
                      <a:pt x="2167806" y="243957"/>
                      <a:pt x="2176262" y="243957"/>
                    </a:cubicBezTo>
                    <a:cubicBezTo>
                      <a:pt x="2185136" y="243957"/>
                      <a:pt x="2191770" y="246343"/>
                      <a:pt x="2196165" y="251115"/>
                    </a:cubicBezTo>
                    <a:cubicBezTo>
                      <a:pt x="2200560" y="255887"/>
                      <a:pt x="2202758" y="262584"/>
                      <a:pt x="2202758" y="271207"/>
                    </a:cubicBezTo>
                    <a:cubicBezTo>
                      <a:pt x="2202758" y="273802"/>
                      <a:pt x="2202381" y="277402"/>
                      <a:pt x="2201628" y="282006"/>
                    </a:cubicBezTo>
                    <a:cubicBezTo>
                      <a:pt x="2200874" y="286611"/>
                      <a:pt x="2199911" y="291634"/>
                      <a:pt x="2198739" y="297075"/>
                    </a:cubicBezTo>
                    <a:cubicBezTo>
                      <a:pt x="2197567" y="302517"/>
                      <a:pt x="2196312" y="308105"/>
                      <a:pt x="2194972" y="313839"/>
                    </a:cubicBezTo>
                    <a:cubicBezTo>
                      <a:pt x="2193633" y="319574"/>
                      <a:pt x="2192377" y="324869"/>
                      <a:pt x="2191205" y="329724"/>
                    </a:cubicBezTo>
                    <a:cubicBezTo>
                      <a:pt x="2190033" y="334580"/>
                      <a:pt x="2189070" y="338724"/>
                      <a:pt x="2188317" y="342156"/>
                    </a:cubicBezTo>
                    <a:cubicBezTo>
                      <a:pt x="2187563" y="345588"/>
                      <a:pt x="2187187" y="347723"/>
                      <a:pt x="2187187" y="348560"/>
                    </a:cubicBezTo>
                    <a:cubicBezTo>
                      <a:pt x="2187187" y="351741"/>
                      <a:pt x="2187773" y="354044"/>
                      <a:pt x="2188945" y="355467"/>
                    </a:cubicBezTo>
                    <a:cubicBezTo>
                      <a:pt x="2190117" y="356890"/>
                      <a:pt x="2192000" y="357602"/>
                      <a:pt x="2194596" y="357602"/>
                    </a:cubicBezTo>
                    <a:cubicBezTo>
                      <a:pt x="2196186" y="357602"/>
                      <a:pt x="2197756" y="357309"/>
                      <a:pt x="2199305" y="356723"/>
                    </a:cubicBezTo>
                    <a:cubicBezTo>
                      <a:pt x="2200853" y="356137"/>
                      <a:pt x="2202465" y="355216"/>
                      <a:pt x="2204139" y="353960"/>
                    </a:cubicBezTo>
                    <a:cubicBezTo>
                      <a:pt x="2205813" y="352704"/>
                      <a:pt x="2207655" y="351093"/>
                      <a:pt x="2209664" y="349125"/>
                    </a:cubicBezTo>
                    <a:cubicBezTo>
                      <a:pt x="2211674" y="347158"/>
                      <a:pt x="2213934" y="344793"/>
                      <a:pt x="2216445" y="342030"/>
                    </a:cubicBezTo>
                    <a:lnTo>
                      <a:pt x="2225110" y="350318"/>
                    </a:lnTo>
                    <a:cubicBezTo>
                      <a:pt x="2221008" y="354504"/>
                      <a:pt x="2217241" y="358104"/>
                      <a:pt x="2213808" y="361118"/>
                    </a:cubicBezTo>
                    <a:cubicBezTo>
                      <a:pt x="2210376" y="364131"/>
                      <a:pt x="2207048" y="366622"/>
                      <a:pt x="2203825" y="368589"/>
                    </a:cubicBezTo>
                    <a:cubicBezTo>
                      <a:pt x="2200602" y="370557"/>
                      <a:pt x="2197400" y="372022"/>
                      <a:pt x="2194219" y="372984"/>
                    </a:cubicBezTo>
                    <a:cubicBezTo>
                      <a:pt x="2191038" y="373947"/>
                      <a:pt x="2187647" y="374428"/>
                      <a:pt x="2184047" y="374428"/>
                    </a:cubicBezTo>
                    <a:cubicBezTo>
                      <a:pt x="2181034" y="374428"/>
                      <a:pt x="2178250" y="373842"/>
                      <a:pt x="2175697" y="372670"/>
                    </a:cubicBezTo>
                    <a:cubicBezTo>
                      <a:pt x="2173143" y="371498"/>
                      <a:pt x="2170946" y="369887"/>
                      <a:pt x="2169104" y="367836"/>
                    </a:cubicBezTo>
                    <a:cubicBezTo>
                      <a:pt x="2167262" y="365785"/>
                      <a:pt x="2165839" y="363357"/>
                      <a:pt x="2164835" y="360553"/>
                    </a:cubicBezTo>
                    <a:cubicBezTo>
                      <a:pt x="2163830" y="357748"/>
                      <a:pt x="2163328" y="354672"/>
                      <a:pt x="2163328" y="351323"/>
                    </a:cubicBezTo>
                    <a:cubicBezTo>
                      <a:pt x="2163328" y="347974"/>
                      <a:pt x="2163683" y="344061"/>
                      <a:pt x="2164395" y="339582"/>
                    </a:cubicBezTo>
                    <a:cubicBezTo>
                      <a:pt x="2165107" y="335103"/>
                      <a:pt x="2166174" y="330185"/>
                      <a:pt x="2167597" y="324827"/>
                    </a:cubicBezTo>
                    <a:cubicBezTo>
                      <a:pt x="2169104" y="319385"/>
                      <a:pt x="2170506" y="314174"/>
                      <a:pt x="2171804" y="309193"/>
                    </a:cubicBezTo>
                    <a:cubicBezTo>
                      <a:pt x="2173102" y="304212"/>
                      <a:pt x="2174232" y="299607"/>
                      <a:pt x="2175194" y="295380"/>
                    </a:cubicBezTo>
                    <a:cubicBezTo>
                      <a:pt x="2176157" y="291152"/>
                      <a:pt x="2176911" y="287385"/>
                      <a:pt x="2177455" y="284078"/>
                    </a:cubicBezTo>
                    <a:cubicBezTo>
                      <a:pt x="2177999" y="280771"/>
                      <a:pt x="2178271" y="278030"/>
                      <a:pt x="2178271" y="275853"/>
                    </a:cubicBezTo>
                    <a:cubicBezTo>
                      <a:pt x="2178271" y="270663"/>
                      <a:pt x="2177287" y="266854"/>
                      <a:pt x="2175320" y="264426"/>
                    </a:cubicBezTo>
                    <a:cubicBezTo>
                      <a:pt x="2173353" y="261998"/>
                      <a:pt x="2170192" y="260784"/>
                      <a:pt x="2165839" y="260784"/>
                    </a:cubicBezTo>
                    <a:cubicBezTo>
                      <a:pt x="2163328" y="260784"/>
                      <a:pt x="2160628" y="261433"/>
                      <a:pt x="2157740" y="262731"/>
                    </a:cubicBezTo>
                    <a:cubicBezTo>
                      <a:pt x="2154851" y="264028"/>
                      <a:pt x="2151942" y="265828"/>
                      <a:pt x="2149012" y="268130"/>
                    </a:cubicBezTo>
                    <a:cubicBezTo>
                      <a:pt x="2146082" y="270432"/>
                      <a:pt x="2143215" y="273153"/>
                      <a:pt x="2140410" y="276293"/>
                    </a:cubicBezTo>
                    <a:cubicBezTo>
                      <a:pt x="2137606" y="279432"/>
                      <a:pt x="2135032" y="282781"/>
                      <a:pt x="2132688" y="286338"/>
                    </a:cubicBezTo>
                    <a:cubicBezTo>
                      <a:pt x="2130344" y="289896"/>
                      <a:pt x="2128272" y="293622"/>
                      <a:pt x="2126472" y="297515"/>
                    </a:cubicBezTo>
                    <a:cubicBezTo>
                      <a:pt x="2124672" y="301407"/>
                      <a:pt x="2123353" y="305279"/>
                      <a:pt x="2122516" y="309130"/>
                    </a:cubicBezTo>
                    <a:lnTo>
                      <a:pt x="2108452" y="372168"/>
                    </a:lnTo>
                    <a:lnTo>
                      <a:pt x="2083840" y="372168"/>
                    </a:lnTo>
                    <a:lnTo>
                      <a:pt x="2102676" y="290294"/>
                    </a:lnTo>
                    <a:cubicBezTo>
                      <a:pt x="2103764" y="285941"/>
                      <a:pt x="2104559" y="282048"/>
                      <a:pt x="2105061" y="278616"/>
                    </a:cubicBezTo>
                    <a:cubicBezTo>
                      <a:pt x="2105564" y="275183"/>
                      <a:pt x="2105815" y="272379"/>
                      <a:pt x="2105815" y="270202"/>
                    </a:cubicBezTo>
                    <a:cubicBezTo>
                      <a:pt x="2105815" y="264091"/>
                      <a:pt x="2103345" y="261035"/>
                      <a:pt x="2098406" y="261035"/>
                    </a:cubicBezTo>
                    <a:cubicBezTo>
                      <a:pt x="2096899" y="261035"/>
                      <a:pt x="2095371" y="261349"/>
                      <a:pt x="2093823" y="261977"/>
                    </a:cubicBezTo>
                    <a:cubicBezTo>
                      <a:pt x="2092274" y="262605"/>
                      <a:pt x="2090641" y="263547"/>
                      <a:pt x="2088925" y="264803"/>
                    </a:cubicBezTo>
                    <a:cubicBezTo>
                      <a:pt x="2087209" y="266058"/>
                      <a:pt x="2085346" y="267649"/>
                      <a:pt x="2083337" y="269574"/>
                    </a:cubicBezTo>
                    <a:cubicBezTo>
                      <a:pt x="2081328" y="271500"/>
                      <a:pt x="2079068" y="273760"/>
                      <a:pt x="2076556" y="276355"/>
                    </a:cubicBezTo>
                    <a:lnTo>
                      <a:pt x="2067892" y="268193"/>
                    </a:lnTo>
                    <a:cubicBezTo>
                      <a:pt x="2072077" y="263924"/>
                      <a:pt x="2075907" y="260261"/>
                      <a:pt x="2079382" y="257205"/>
                    </a:cubicBezTo>
                    <a:cubicBezTo>
                      <a:pt x="2082856" y="254150"/>
                      <a:pt x="2086163" y="251638"/>
                      <a:pt x="2089302" y="249671"/>
                    </a:cubicBezTo>
                    <a:cubicBezTo>
                      <a:pt x="2092441" y="247704"/>
                      <a:pt x="2095560" y="246260"/>
                      <a:pt x="2098657" y="245339"/>
                    </a:cubicBezTo>
                    <a:cubicBezTo>
                      <a:pt x="2101755" y="244418"/>
                      <a:pt x="2105020" y="243957"/>
                      <a:pt x="2108452" y="243957"/>
                    </a:cubicBezTo>
                    <a:close/>
                    <a:moveTo>
                      <a:pt x="1728080" y="243957"/>
                    </a:moveTo>
                    <a:cubicBezTo>
                      <a:pt x="1734191" y="243957"/>
                      <a:pt x="1738942" y="245987"/>
                      <a:pt x="1742333" y="250048"/>
                    </a:cubicBezTo>
                    <a:cubicBezTo>
                      <a:pt x="1745723" y="254108"/>
                      <a:pt x="1747418" y="259445"/>
                      <a:pt x="1747418" y="266058"/>
                    </a:cubicBezTo>
                    <a:cubicBezTo>
                      <a:pt x="1747418" y="267984"/>
                      <a:pt x="1747272" y="269826"/>
                      <a:pt x="1746979" y="271584"/>
                    </a:cubicBezTo>
                    <a:cubicBezTo>
                      <a:pt x="1746686" y="273342"/>
                      <a:pt x="1746163" y="275100"/>
                      <a:pt x="1745409" y="276858"/>
                    </a:cubicBezTo>
                    <a:lnTo>
                      <a:pt x="1747167" y="277737"/>
                    </a:lnTo>
                    <a:cubicBezTo>
                      <a:pt x="1755371" y="266268"/>
                      <a:pt x="1763429" y="257770"/>
                      <a:pt x="1771340" y="252245"/>
                    </a:cubicBezTo>
                    <a:cubicBezTo>
                      <a:pt x="1779251" y="246720"/>
                      <a:pt x="1787560" y="243957"/>
                      <a:pt x="1796266" y="243957"/>
                    </a:cubicBezTo>
                    <a:cubicBezTo>
                      <a:pt x="1806229" y="243957"/>
                      <a:pt x="1813868" y="247557"/>
                      <a:pt x="1819184" y="254757"/>
                    </a:cubicBezTo>
                    <a:cubicBezTo>
                      <a:pt x="1824500" y="261956"/>
                      <a:pt x="1827158" y="272463"/>
                      <a:pt x="1827158" y="286276"/>
                    </a:cubicBezTo>
                    <a:cubicBezTo>
                      <a:pt x="1827158" y="298331"/>
                      <a:pt x="1825295" y="309695"/>
                      <a:pt x="1821570" y="320369"/>
                    </a:cubicBezTo>
                    <a:cubicBezTo>
                      <a:pt x="1817844" y="331043"/>
                      <a:pt x="1812800" y="340398"/>
                      <a:pt x="1806438" y="348435"/>
                    </a:cubicBezTo>
                    <a:cubicBezTo>
                      <a:pt x="1800075" y="356471"/>
                      <a:pt x="1792688" y="362813"/>
                      <a:pt x="1784274" y="367459"/>
                    </a:cubicBezTo>
                    <a:cubicBezTo>
                      <a:pt x="1775861" y="372105"/>
                      <a:pt x="1766966" y="374428"/>
                      <a:pt x="1757590" y="374428"/>
                    </a:cubicBezTo>
                    <a:cubicBezTo>
                      <a:pt x="1751060" y="374428"/>
                      <a:pt x="1745388" y="373780"/>
                      <a:pt x="1740574" y="372482"/>
                    </a:cubicBezTo>
                    <a:cubicBezTo>
                      <a:pt x="1735761" y="371184"/>
                      <a:pt x="1731763" y="369615"/>
                      <a:pt x="1728582" y="367773"/>
                    </a:cubicBezTo>
                    <a:cubicBezTo>
                      <a:pt x="1727829" y="371038"/>
                      <a:pt x="1727013" y="374428"/>
                      <a:pt x="1726134" y="377945"/>
                    </a:cubicBezTo>
                    <a:cubicBezTo>
                      <a:pt x="1725254" y="381461"/>
                      <a:pt x="1724417" y="384851"/>
                      <a:pt x="1723622" y="388116"/>
                    </a:cubicBezTo>
                    <a:cubicBezTo>
                      <a:pt x="1722827" y="391381"/>
                      <a:pt x="1722178" y="394395"/>
                      <a:pt x="1721676" y="397157"/>
                    </a:cubicBezTo>
                    <a:cubicBezTo>
                      <a:pt x="1721173" y="399920"/>
                      <a:pt x="1720922" y="402138"/>
                      <a:pt x="1720922" y="403813"/>
                    </a:cubicBezTo>
                    <a:cubicBezTo>
                      <a:pt x="1720922" y="405320"/>
                      <a:pt x="1721152" y="406575"/>
                      <a:pt x="1721613" y="407580"/>
                    </a:cubicBezTo>
                    <a:cubicBezTo>
                      <a:pt x="1722073" y="408585"/>
                      <a:pt x="1722910" y="409422"/>
                      <a:pt x="1724124" y="410091"/>
                    </a:cubicBezTo>
                    <a:cubicBezTo>
                      <a:pt x="1725338" y="410761"/>
                      <a:pt x="1726950" y="411284"/>
                      <a:pt x="1728959" y="411661"/>
                    </a:cubicBezTo>
                    <a:cubicBezTo>
                      <a:pt x="1730968" y="412038"/>
                      <a:pt x="1733480" y="412352"/>
                      <a:pt x="1736493" y="412603"/>
                    </a:cubicBezTo>
                    <a:lnTo>
                      <a:pt x="1736117" y="420891"/>
                    </a:lnTo>
                    <a:lnTo>
                      <a:pt x="1691915" y="420891"/>
                    </a:lnTo>
                    <a:lnTo>
                      <a:pt x="1722555" y="290043"/>
                    </a:lnTo>
                    <a:cubicBezTo>
                      <a:pt x="1723559" y="285439"/>
                      <a:pt x="1724271" y="281588"/>
                      <a:pt x="1724689" y="278490"/>
                    </a:cubicBezTo>
                    <a:cubicBezTo>
                      <a:pt x="1725108" y="275393"/>
                      <a:pt x="1725317" y="272630"/>
                      <a:pt x="1725317" y="270202"/>
                    </a:cubicBezTo>
                    <a:cubicBezTo>
                      <a:pt x="1725317" y="264091"/>
                      <a:pt x="1722848" y="261035"/>
                      <a:pt x="1717908" y="261035"/>
                    </a:cubicBezTo>
                    <a:cubicBezTo>
                      <a:pt x="1716402" y="261035"/>
                      <a:pt x="1714895" y="261349"/>
                      <a:pt x="1713388" y="261977"/>
                    </a:cubicBezTo>
                    <a:cubicBezTo>
                      <a:pt x="1711881" y="262605"/>
                      <a:pt x="1710269" y="263547"/>
                      <a:pt x="1708553" y="264803"/>
                    </a:cubicBezTo>
                    <a:cubicBezTo>
                      <a:pt x="1706837" y="266058"/>
                      <a:pt x="1704953" y="267649"/>
                      <a:pt x="1702902" y="269574"/>
                    </a:cubicBezTo>
                    <a:cubicBezTo>
                      <a:pt x="1700851" y="271500"/>
                      <a:pt x="1698570" y="273760"/>
                      <a:pt x="1696059" y="276355"/>
                    </a:cubicBezTo>
                    <a:lnTo>
                      <a:pt x="1687394" y="268193"/>
                    </a:lnTo>
                    <a:cubicBezTo>
                      <a:pt x="1691580" y="264007"/>
                      <a:pt x="1695410" y="260387"/>
                      <a:pt x="1698884" y="257331"/>
                    </a:cubicBezTo>
                    <a:cubicBezTo>
                      <a:pt x="1702358" y="254275"/>
                      <a:pt x="1705707" y="251764"/>
                      <a:pt x="1708930" y="249797"/>
                    </a:cubicBezTo>
                    <a:cubicBezTo>
                      <a:pt x="1712153" y="247829"/>
                      <a:pt x="1715292" y="246364"/>
                      <a:pt x="1718348" y="245401"/>
                    </a:cubicBezTo>
                    <a:cubicBezTo>
                      <a:pt x="1721404" y="244439"/>
                      <a:pt x="1724648" y="243957"/>
                      <a:pt x="1728080" y="243957"/>
                    </a:cubicBezTo>
                    <a:close/>
                    <a:moveTo>
                      <a:pt x="2798996" y="148838"/>
                    </a:moveTo>
                    <a:cubicBezTo>
                      <a:pt x="2793145" y="148838"/>
                      <a:pt x="2787380" y="150817"/>
                      <a:pt x="2781702" y="154774"/>
                    </a:cubicBezTo>
                    <a:cubicBezTo>
                      <a:pt x="2776023" y="158732"/>
                      <a:pt x="2769799" y="165071"/>
                      <a:pt x="2763031" y="173790"/>
                    </a:cubicBezTo>
                    <a:cubicBezTo>
                      <a:pt x="2756262" y="182508"/>
                      <a:pt x="2750985" y="191113"/>
                      <a:pt x="2747199" y="199602"/>
                    </a:cubicBezTo>
                    <a:cubicBezTo>
                      <a:pt x="2743413" y="208091"/>
                      <a:pt x="2740431" y="217843"/>
                      <a:pt x="2738251" y="228856"/>
                    </a:cubicBezTo>
                    <a:lnTo>
                      <a:pt x="2736874" y="236083"/>
                    </a:lnTo>
                    <a:cubicBezTo>
                      <a:pt x="2735727" y="242164"/>
                      <a:pt x="2735010" y="246810"/>
                      <a:pt x="2734723" y="250022"/>
                    </a:cubicBezTo>
                    <a:cubicBezTo>
                      <a:pt x="2734436" y="253234"/>
                      <a:pt x="2734293" y="256389"/>
                      <a:pt x="2734293" y="259487"/>
                    </a:cubicBezTo>
                    <a:cubicBezTo>
                      <a:pt x="2734293" y="268435"/>
                      <a:pt x="2736215" y="274945"/>
                      <a:pt x="2740058" y="279018"/>
                    </a:cubicBezTo>
                    <a:cubicBezTo>
                      <a:pt x="2743901" y="283091"/>
                      <a:pt x="2750526" y="285127"/>
                      <a:pt x="2759933" y="285127"/>
                    </a:cubicBezTo>
                    <a:cubicBezTo>
                      <a:pt x="2765784" y="285127"/>
                      <a:pt x="2771176" y="283980"/>
                      <a:pt x="2776109" y="281685"/>
                    </a:cubicBezTo>
                    <a:cubicBezTo>
                      <a:pt x="2781042" y="279391"/>
                      <a:pt x="2785717" y="276064"/>
                      <a:pt x="2790134" y="271705"/>
                    </a:cubicBezTo>
                    <a:cubicBezTo>
                      <a:pt x="2794550" y="267345"/>
                      <a:pt x="2798537" y="262068"/>
                      <a:pt x="2802093" y="255873"/>
                    </a:cubicBezTo>
                    <a:cubicBezTo>
                      <a:pt x="2805650" y="249678"/>
                      <a:pt x="2808833" y="242479"/>
                      <a:pt x="2811644" y="234277"/>
                    </a:cubicBezTo>
                    <a:cubicBezTo>
                      <a:pt x="2814455" y="226074"/>
                      <a:pt x="2816577" y="217642"/>
                      <a:pt x="2818011" y="208980"/>
                    </a:cubicBezTo>
                    <a:cubicBezTo>
                      <a:pt x="2819445" y="200319"/>
                      <a:pt x="2820162" y="192202"/>
                      <a:pt x="2820162" y="184631"/>
                    </a:cubicBezTo>
                    <a:cubicBezTo>
                      <a:pt x="2820162" y="172585"/>
                      <a:pt x="2818470" y="163608"/>
                      <a:pt x="2815086" y="157700"/>
                    </a:cubicBezTo>
                    <a:cubicBezTo>
                      <a:pt x="2811701" y="151792"/>
                      <a:pt x="2806338" y="148838"/>
                      <a:pt x="2798996" y="148838"/>
                    </a:cubicBezTo>
                    <a:close/>
                    <a:moveTo>
                      <a:pt x="2726549" y="128532"/>
                    </a:moveTo>
                    <a:cubicBezTo>
                      <a:pt x="2733662" y="128532"/>
                      <a:pt x="2739312" y="130884"/>
                      <a:pt x="2743499" y="135587"/>
                    </a:cubicBezTo>
                    <a:cubicBezTo>
                      <a:pt x="2747686" y="140291"/>
                      <a:pt x="2749780" y="146543"/>
                      <a:pt x="2749780" y="154344"/>
                    </a:cubicBezTo>
                    <a:cubicBezTo>
                      <a:pt x="2749780" y="160769"/>
                      <a:pt x="2748461" y="167537"/>
                      <a:pt x="2745822" y="174650"/>
                    </a:cubicBezTo>
                    <a:lnTo>
                      <a:pt x="2747887" y="175338"/>
                    </a:lnTo>
                    <a:cubicBezTo>
                      <a:pt x="2769111" y="144249"/>
                      <a:pt x="2790220" y="128704"/>
                      <a:pt x="2811214" y="128704"/>
                    </a:cubicBezTo>
                    <a:cubicBezTo>
                      <a:pt x="2823718" y="128704"/>
                      <a:pt x="2833441" y="133465"/>
                      <a:pt x="2840382" y="142987"/>
                    </a:cubicBezTo>
                    <a:cubicBezTo>
                      <a:pt x="2847322" y="152509"/>
                      <a:pt x="2850793" y="165931"/>
                      <a:pt x="2850793" y="183254"/>
                    </a:cubicBezTo>
                    <a:cubicBezTo>
                      <a:pt x="2850793" y="202183"/>
                      <a:pt x="2846978" y="220797"/>
                      <a:pt x="2839349" y="239095"/>
                    </a:cubicBezTo>
                    <a:cubicBezTo>
                      <a:pt x="2831720" y="257393"/>
                      <a:pt x="2821137" y="271905"/>
                      <a:pt x="2807600" y="282632"/>
                    </a:cubicBezTo>
                    <a:cubicBezTo>
                      <a:pt x="2794063" y="293358"/>
                      <a:pt x="2778919" y="298721"/>
                      <a:pt x="2762170" y="298721"/>
                    </a:cubicBezTo>
                    <a:cubicBezTo>
                      <a:pt x="2746912" y="298721"/>
                      <a:pt x="2734236" y="295395"/>
                      <a:pt x="2724140" y="288741"/>
                    </a:cubicBezTo>
                    <a:lnTo>
                      <a:pt x="2716224" y="326427"/>
                    </a:lnTo>
                    <a:cubicBezTo>
                      <a:pt x="2714503" y="334572"/>
                      <a:pt x="2713643" y="341283"/>
                      <a:pt x="2713643" y="346560"/>
                    </a:cubicBezTo>
                    <a:cubicBezTo>
                      <a:pt x="2713643" y="351608"/>
                      <a:pt x="2714934" y="355193"/>
                      <a:pt x="2717515" y="357316"/>
                    </a:cubicBezTo>
                    <a:cubicBezTo>
                      <a:pt x="2720096" y="359438"/>
                      <a:pt x="2725115" y="360843"/>
                      <a:pt x="2732572" y="361532"/>
                    </a:cubicBezTo>
                    <a:lnTo>
                      <a:pt x="2731195" y="369964"/>
                    </a:lnTo>
                    <a:lnTo>
                      <a:pt x="2678022" y="369964"/>
                    </a:lnTo>
                    <a:lnTo>
                      <a:pt x="2719494" y="187384"/>
                    </a:lnTo>
                    <a:cubicBezTo>
                      <a:pt x="2721903" y="176830"/>
                      <a:pt x="2723107" y="168168"/>
                      <a:pt x="2723107" y="161400"/>
                    </a:cubicBezTo>
                    <a:cubicBezTo>
                      <a:pt x="2723107" y="156811"/>
                      <a:pt x="2722362" y="153484"/>
                      <a:pt x="2720870" y="151419"/>
                    </a:cubicBezTo>
                    <a:cubicBezTo>
                      <a:pt x="2719379" y="149354"/>
                      <a:pt x="2717027" y="148321"/>
                      <a:pt x="2713815" y="148321"/>
                    </a:cubicBezTo>
                    <a:cubicBezTo>
                      <a:pt x="2710259" y="148321"/>
                      <a:pt x="2706502" y="149784"/>
                      <a:pt x="2702544" y="152709"/>
                    </a:cubicBezTo>
                    <a:cubicBezTo>
                      <a:pt x="2698586" y="155635"/>
                      <a:pt x="2693165" y="160941"/>
                      <a:pt x="2686282" y="168627"/>
                    </a:cubicBezTo>
                    <a:lnTo>
                      <a:pt x="2676473" y="158990"/>
                    </a:lnTo>
                    <a:cubicBezTo>
                      <a:pt x="2686798" y="148207"/>
                      <a:pt x="2695545" y="140434"/>
                      <a:pt x="2702716" y="135673"/>
                    </a:cubicBezTo>
                    <a:cubicBezTo>
                      <a:pt x="2709886" y="130912"/>
                      <a:pt x="2717830" y="128532"/>
                      <a:pt x="2726549" y="128532"/>
                    </a:cubicBezTo>
                    <a:close/>
                    <a:moveTo>
                      <a:pt x="1535924" y="128532"/>
                    </a:moveTo>
                    <a:cubicBezTo>
                      <a:pt x="1543152" y="128532"/>
                      <a:pt x="1548859" y="130912"/>
                      <a:pt x="1553046" y="135673"/>
                    </a:cubicBezTo>
                    <a:cubicBezTo>
                      <a:pt x="1557234" y="140434"/>
                      <a:pt x="1559327" y="146658"/>
                      <a:pt x="1559327" y="154344"/>
                    </a:cubicBezTo>
                    <a:cubicBezTo>
                      <a:pt x="1559327" y="160424"/>
                      <a:pt x="1557951" y="167193"/>
                      <a:pt x="1555197" y="174650"/>
                    </a:cubicBezTo>
                    <a:lnTo>
                      <a:pt x="1557262" y="175338"/>
                    </a:lnTo>
                    <a:cubicBezTo>
                      <a:pt x="1568505" y="159507"/>
                      <a:pt x="1579203" y="147776"/>
                      <a:pt x="1589356" y="140147"/>
                    </a:cubicBezTo>
                    <a:cubicBezTo>
                      <a:pt x="1599509" y="132518"/>
                      <a:pt x="1609977" y="128704"/>
                      <a:pt x="1620761" y="128704"/>
                    </a:cubicBezTo>
                    <a:cubicBezTo>
                      <a:pt x="1631430" y="128704"/>
                      <a:pt x="1639633" y="131773"/>
                      <a:pt x="1645369" y="137910"/>
                    </a:cubicBezTo>
                    <a:cubicBezTo>
                      <a:pt x="1651105" y="144048"/>
                      <a:pt x="1653973" y="152566"/>
                      <a:pt x="1653973" y="163465"/>
                    </a:cubicBezTo>
                    <a:cubicBezTo>
                      <a:pt x="1653973" y="170692"/>
                      <a:pt x="1652309" y="180960"/>
                      <a:pt x="1648982" y="194267"/>
                    </a:cubicBezTo>
                    <a:lnTo>
                      <a:pt x="1637797" y="239353"/>
                    </a:lnTo>
                    <a:cubicBezTo>
                      <a:pt x="1634700" y="251858"/>
                      <a:pt x="1633151" y="260691"/>
                      <a:pt x="1633151" y="265854"/>
                    </a:cubicBezTo>
                    <a:cubicBezTo>
                      <a:pt x="1633151" y="270443"/>
                      <a:pt x="1633897" y="273769"/>
                      <a:pt x="1635388" y="275834"/>
                    </a:cubicBezTo>
                    <a:cubicBezTo>
                      <a:pt x="1636879" y="277899"/>
                      <a:pt x="1639231" y="278932"/>
                      <a:pt x="1642443" y="278932"/>
                    </a:cubicBezTo>
                    <a:cubicBezTo>
                      <a:pt x="1645885" y="278932"/>
                      <a:pt x="1649556" y="277527"/>
                      <a:pt x="1653457" y="274716"/>
                    </a:cubicBezTo>
                    <a:cubicBezTo>
                      <a:pt x="1657357" y="271905"/>
                      <a:pt x="1662864" y="266542"/>
                      <a:pt x="1669976" y="258626"/>
                    </a:cubicBezTo>
                    <a:lnTo>
                      <a:pt x="1679785" y="268263"/>
                    </a:lnTo>
                    <a:cubicBezTo>
                      <a:pt x="1669919" y="278817"/>
                      <a:pt x="1661315" y="286532"/>
                      <a:pt x="1653973" y="291408"/>
                    </a:cubicBezTo>
                    <a:cubicBezTo>
                      <a:pt x="1646631" y="296284"/>
                      <a:pt x="1638256" y="298721"/>
                      <a:pt x="1628849" y="298721"/>
                    </a:cubicBezTo>
                    <a:cubicBezTo>
                      <a:pt x="1621392" y="298721"/>
                      <a:pt x="1615426" y="296054"/>
                      <a:pt x="1610952" y="290720"/>
                    </a:cubicBezTo>
                    <a:cubicBezTo>
                      <a:pt x="1606478" y="285385"/>
                      <a:pt x="1604241" y="278588"/>
                      <a:pt x="1604241" y="270328"/>
                    </a:cubicBezTo>
                    <a:cubicBezTo>
                      <a:pt x="1604241" y="262871"/>
                      <a:pt x="1606134" y="251915"/>
                      <a:pt x="1609920" y="237460"/>
                    </a:cubicBezTo>
                    <a:lnTo>
                      <a:pt x="1617491" y="207690"/>
                    </a:lnTo>
                    <a:cubicBezTo>
                      <a:pt x="1620245" y="196906"/>
                      <a:pt x="1622051" y="188933"/>
                      <a:pt x="1622912" y="183770"/>
                    </a:cubicBezTo>
                    <a:cubicBezTo>
                      <a:pt x="1623772" y="178608"/>
                      <a:pt x="1624203" y="174421"/>
                      <a:pt x="1624203" y="171208"/>
                    </a:cubicBezTo>
                    <a:cubicBezTo>
                      <a:pt x="1624203" y="163293"/>
                      <a:pt x="1622883" y="157585"/>
                      <a:pt x="1620245" y="154086"/>
                    </a:cubicBezTo>
                    <a:cubicBezTo>
                      <a:pt x="1617606" y="150587"/>
                      <a:pt x="1613304" y="148838"/>
                      <a:pt x="1607338" y="148838"/>
                    </a:cubicBezTo>
                    <a:cubicBezTo>
                      <a:pt x="1602520" y="148838"/>
                      <a:pt x="1597329" y="150759"/>
                      <a:pt x="1591765" y="154602"/>
                    </a:cubicBezTo>
                    <a:cubicBezTo>
                      <a:pt x="1586201" y="158446"/>
                      <a:pt x="1580293" y="164239"/>
                      <a:pt x="1574040" y="171983"/>
                    </a:cubicBezTo>
                    <a:cubicBezTo>
                      <a:pt x="1567788" y="179726"/>
                      <a:pt x="1562769" y="187241"/>
                      <a:pt x="1558983" y="194525"/>
                    </a:cubicBezTo>
                    <a:cubicBezTo>
                      <a:pt x="1555197" y="201810"/>
                      <a:pt x="1552100" y="210787"/>
                      <a:pt x="1549691" y="221456"/>
                    </a:cubicBezTo>
                    <a:lnTo>
                      <a:pt x="1533343" y="295968"/>
                    </a:lnTo>
                    <a:lnTo>
                      <a:pt x="1503573" y="295968"/>
                    </a:lnTo>
                    <a:lnTo>
                      <a:pt x="1528697" y="186868"/>
                    </a:lnTo>
                    <a:cubicBezTo>
                      <a:pt x="1531221" y="175855"/>
                      <a:pt x="1532483" y="167365"/>
                      <a:pt x="1532483" y="161400"/>
                    </a:cubicBezTo>
                    <a:cubicBezTo>
                      <a:pt x="1532483" y="156811"/>
                      <a:pt x="1531737" y="153484"/>
                      <a:pt x="1530245" y="151419"/>
                    </a:cubicBezTo>
                    <a:cubicBezTo>
                      <a:pt x="1528754" y="149354"/>
                      <a:pt x="1526402" y="148321"/>
                      <a:pt x="1523190" y="148321"/>
                    </a:cubicBezTo>
                    <a:cubicBezTo>
                      <a:pt x="1519634" y="148321"/>
                      <a:pt x="1515877" y="149784"/>
                      <a:pt x="1511919" y="152709"/>
                    </a:cubicBezTo>
                    <a:cubicBezTo>
                      <a:pt x="1507961" y="155635"/>
                      <a:pt x="1502540" y="160941"/>
                      <a:pt x="1495657" y="168627"/>
                    </a:cubicBezTo>
                    <a:lnTo>
                      <a:pt x="1485848" y="158990"/>
                    </a:lnTo>
                    <a:cubicBezTo>
                      <a:pt x="1496403" y="147977"/>
                      <a:pt x="1505179" y="140147"/>
                      <a:pt x="1512177" y="135501"/>
                    </a:cubicBezTo>
                    <a:cubicBezTo>
                      <a:pt x="1519175" y="130855"/>
                      <a:pt x="1527091" y="128532"/>
                      <a:pt x="1535924" y="128532"/>
                    </a:cubicBezTo>
                    <a:close/>
                    <a:moveTo>
                      <a:pt x="3847602" y="84939"/>
                    </a:moveTo>
                    <a:cubicBezTo>
                      <a:pt x="3842997" y="84939"/>
                      <a:pt x="3838456" y="86069"/>
                      <a:pt x="3833977" y="88330"/>
                    </a:cubicBezTo>
                    <a:cubicBezTo>
                      <a:pt x="3829498" y="90590"/>
                      <a:pt x="3825270" y="93792"/>
                      <a:pt x="3821294" y="97936"/>
                    </a:cubicBezTo>
                    <a:cubicBezTo>
                      <a:pt x="3817317" y="102080"/>
                      <a:pt x="3813697" y="107103"/>
                      <a:pt x="3810432" y="113005"/>
                    </a:cubicBezTo>
                    <a:cubicBezTo>
                      <a:pt x="3807167" y="118907"/>
                      <a:pt x="3804446" y="125499"/>
                      <a:pt x="3802270" y="132783"/>
                    </a:cubicBezTo>
                    <a:cubicBezTo>
                      <a:pt x="3812901" y="132699"/>
                      <a:pt x="3822047" y="131862"/>
                      <a:pt x="3829707" y="130271"/>
                    </a:cubicBezTo>
                    <a:cubicBezTo>
                      <a:pt x="3837367" y="128681"/>
                      <a:pt x="3843646" y="126504"/>
                      <a:pt x="3848543" y="123741"/>
                    </a:cubicBezTo>
                    <a:cubicBezTo>
                      <a:pt x="3853441" y="120979"/>
                      <a:pt x="3857041" y="117714"/>
                      <a:pt x="3859343" y="113947"/>
                    </a:cubicBezTo>
                    <a:cubicBezTo>
                      <a:pt x="3861645" y="110179"/>
                      <a:pt x="3862796" y="106036"/>
                      <a:pt x="3862796" y="101515"/>
                    </a:cubicBezTo>
                    <a:cubicBezTo>
                      <a:pt x="3862796" y="96325"/>
                      <a:pt x="3861498" y="92264"/>
                      <a:pt x="3858903" y="89334"/>
                    </a:cubicBezTo>
                    <a:cubicBezTo>
                      <a:pt x="3856308" y="86404"/>
                      <a:pt x="3852541" y="84939"/>
                      <a:pt x="3847602" y="84939"/>
                    </a:cubicBezTo>
                    <a:close/>
                    <a:moveTo>
                      <a:pt x="2448868" y="84651"/>
                    </a:moveTo>
                    <a:lnTo>
                      <a:pt x="2473304" y="84651"/>
                    </a:lnTo>
                    <a:lnTo>
                      <a:pt x="2473304" y="183770"/>
                    </a:lnTo>
                    <a:lnTo>
                      <a:pt x="2567089" y="183770"/>
                    </a:lnTo>
                    <a:lnTo>
                      <a:pt x="2567089" y="206657"/>
                    </a:lnTo>
                    <a:lnTo>
                      <a:pt x="2473304" y="206657"/>
                    </a:lnTo>
                    <a:lnTo>
                      <a:pt x="2473304" y="305777"/>
                    </a:lnTo>
                    <a:lnTo>
                      <a:pt x="2448868" y="305777"/>
                    </a:lnTo>
                    <a:lnTo>
                      <a:pt x="2448868" y="206657"/>
                    </a:lnTo>
                    <a:lnTo>
                      <a:pt x="2355083" y="206657"/>
                    </a:lnTo>
                    <a:lnTo>
                      <a:pt x="2355083" y="183770"/>
                    </a:lnTo>
                    <a:lnTo>
                      <a:pt x="2448868" y="183770"/>
                    </a:lnTo>
                    <a:close/>
                    <a:moveTo>
                      <a:pt x="3853001" y="72507"/>
                    </a:moveTo>
                    <a:cubicBezTo>
                      <a:pt x="3863717" y="72507"/>
                      <a:pt x="3871858" y="74851"/>
                      <a:pt x="3877425" y="79539"/>
                    </a:cubicBezTo>
                    <a:cubicBezTo>
                      <a:pt x="3882992" y="84228"/>
                      <a:pt x="3885776" y="90883"/>
                      <a:pt x="3885776" y="99506"/>
                    </a:cubicBezTo>
                    <a:cubicBezTo>
                      <a:pt x="3885776" y="129811"/>
                      <a:pt x="3857103" y="144963"/>
                      <a:pt x="3799758" y="144963"/>
                    </a:cubicBezTo>
                    <a:cubicBezTo>
                      <a:pt x="3799339" y="147140"/>
                      <a:pt x="3799005" y="149505"/>
                      <a:pt x="3798753" y="152058"/>
                    </a:cubicBezTo>
                    <a:cubicBezTo>
                      <a:pt x="3798502" y="154612"/>
                      <a:pt x="3798377" y="157395"/>
                      <a:pt x="3798377" y="160409"/>
                    </a:cubicBezTo>
                    <a:cubicBezTo>
                      <a:pt x="3798377" y="169534"/>
                      <a:pt x="3800239" y="176189"/>
                      <a:pt x="3803965" y="180375"/>
                    </a:cubicBezTo>
                    <a:cubicBezTo>
                      <a:pt x="3807690" y="184561"/>
                      <a:pt x="3813487" y="186654"/>
                      <a:pt x="3821357" y="186654"/>
                    </a:cubicBezTo>
                    <a:cubicBezTo>
                      <a:pt x="3825459" y="186654"/>
                      <a:pt x="3829352" y="186214"/>
                      <a:pt x="3833035" y="185335"/>
                    </a:cubicBezTo>
                    <a:cubicBezTo>
                      <a:pt x="3836719" y="184456"/>
                      <a:pt x="3840339" y="183096"/>
                      <a:pt x="3843897" y="181254"/>
                    </a:cubicBezTo>
                    <a:cubicBezTo>
                      <a:pt x="3847455" y="179412"/>
                      <a:pt x="3851034" y="177047"/>
                      <a:pt x="3854634" y="174159"/>
                    </a:cubicBezTo>
                    <a:cubicBezTo>
                      <a:pt x="3858234" y="171271"/>
                      <a:pt x="3862001" y="167818"/>
                      <a:pt x="3865935" y="163799"/>
                    </a:cubicBezTo>
                    <a:lnTo>
                      <a:pt x="3875353" y="173971"/>
                    </a:lnTo>
                    <a:cubicBezTo>
                      <a:pt x="3865642" y="183598"/>
                      <a:pt x="3855952" y="190840"/>
                      <a:pt x="3846283" y="195695"/>
                    </a:cubicBezTo>
                    <a:cubicBezTo>
                      <a:pt x="3836614" y="200551"/>
                      <a:pt x="3826212" y="202978"/>
                      <a:pt x="3815078" y="202978"/>
                    </a:cubicBezTo>
                    <a:cubicBezTo>
                      <a:pt x="3808548" y="202978"/>
                      <a:pt x="3802751" y="201995"/>
                      <a:pt x="3797686" y="200027"/>
                    </a:cubicBezTo>
                    <a:cubicBezTo>
                      <a:pt x="3792621" y="198060"/>
                      <a:pt x="3788352" y="195193"/>
                      <a:pt x="3784878" y="191426"/>
                    </a:cubicBezTo>
                    <a:cubicBezTo>
                      <a:pt x="3781403" y="187658"/>
                      <a:pt x="3778766" y="183075"/>
                      <a:pt x="3776966" y="177675"/>
                    </a:cubicBezTo>
                    <a:cubicBezTo>
                      <a:pt x="3775167" y="172276"/>
                      <a:pt x="3774267" y="166185"/>
                      <a:pt x="3774267" y="159404"/>
                    </a:cubicBezTo>
                    <a:cubicBezTo>
                      <a:pt x="3774267" y="154633"/>
                      <a:pt x="3774685" y="149672"/>
                      <a:pt x="3775522" y="144524"/>
                    </a:cubicBezTo>
                    <a:cubicBezTo>
                      <a:pt x="3776359" y="139375"/>
                      <a:pt x="3777657" y="134227"/>
                      <a:pt x="3779415" y="129078"/>
                    </a:cubicBezTo>
                    <a:cubicBezTo>
                      <a:pt x="3781173" y="123930"/>
                      <a:pt x="3783350" y="118907"/>
                      <a:pt x="3785945" y="114009"/>
                    </a:cubicBezTo>
                    <a:cubicBezTo>
                      <a:pt x="3788540" y="109112"/>
                      <a:pt x="3791596" y="104529"/>
                      <a:pt x="3795112" y="100259"/>
                    </a:cubicBezTo>
                    <a:cubicBezTo>
                      <a:pt x="3802144" y="91553"/>
                      <a:pt x="3810620" y="84751"/>
                      <a:pt x="3820540" y="79853"/>
                    </a:cubicBezTo>
                    <a:cubicBezTo>
                      <a:pt x="3830461" y="74956"/>
                      <a:pt x="3841281" y="72507"/>
                      <a:pt x="3853001" y="72507"/>
                    </a:cubicBezTo>
                    <a:close/>
                    <a:moveTo>
                      <a:pt x="3108237" y="61075"/>
                    </a:moveTo>
                    <a:lnTo>
                      <a:pt x="3177070" y="61075"/>
                    </a:lnTo>
                    <a:lnTo>
                      <a:pt x="3175178" y="69508"/>
                    </a:lnTo>
                    <a:cubicBezTo>
                      <a:pt x="3170818" y="70425"/>
                      <a:pt x="3167692" y="71458"/>
                      <a:pt x="3165799" y="72605"/>
                    </a:cubicBezTo>
                    <a:cubicBezTo>
                      <a:pt x="3163906" y="73752"/>
                      <a:pt x="3162214" y="75473"/>
                      <a:pt x="3160723" y="77767"/>
                    </a:cubicBezTo>
                    <a:cubicBezTo>
                      <a:pt x="3159231" y="80062"/>
                      <a:pt x="3157682" y="83647"/>
                      <a:pt x="3156076" y="88523"/>
                    </a:cubicBezTo>
                    <a:cubicBezTo>
                      <a:pt x="3154470" y="93398"/>
                      <a:pt x="3152463" y="101343"/>
                      <a:pt x="3150054" y="112356"/>
                    </a:cubicBezTo>
                    <a:lnTo>
                      <a:pt x="3113228" y="280137"/>
                    </a:lnTo>
                    <a:lnTo>
                      <a:pt x="3155560" y="280137"/>
                    </a:lnTo>
                    <a:cubicBezTo>
                      <a:pt x="3163247" y="280137"/>
                      <a:pt x="3169298" y="279391"/>
                      <a:pt x="3173715" y="277899"/>
                    </a:cubicBezTo>
                    <a:cubicBezTo>
                      <a:pt x="3178132" y="276408"/>
                      <a:pt x="3182319" y="273683"/>
                      <a:pt x="3186277" y="269726"/>
                    </a:cubicBezTo>
                    <a:cubicBezTo>
                      <a:pt x="3190235" y="265768"/>
                      <a:pt x="3194107" y="260404"/>
                      <a:pt x="3197892" y="253636"/>
                    </a:cubicBezTo>
                    <a:cubicBezTo>
                      <a:pt x="3201678" y="246867"/>
                      <a:pt x="3205521" y="238435"/>
                      <a:pt x="3209422" y="228340"/>
                    </a:cubicBezTo>
                    <a:lnTo>
                      <a:pt x="3226114" y="228340"/>
                    </a:lnTo>
                    <a:lnTo>
                      <a:pt x="3208734" y="295968"/>
                    </a:lnTo>
                    <a:lnTo>
                      <a:pt x="3063152" y="295968"/>
                    </a:lnTo>
                    <a:lnTo>
                      <a:pt x="3065045" y="287536"/>
                    </a:lnTo>
                    <a:cubicBezTo>
                      <a:pt x="3069404" y="286848"/>
                      <a:pt x="3072674" y="285729"/>
                      <a:pt x="3074853" y="284180"/>
                    </a:cubicBezTo>
                    <a:cubicBezTo>
                      <a:pt x="3077033" y="282632"/>
                      <a:pt x="3078869" y="280481"/>
                      <a:pt x="3080360" y="277727"/>
                    </a:cubicBezTo>
                    <a:cubicBezTo>
                      <a:pt x="3081852" y="274974"/>
                      <a:pt x="3083228" y="271618"/>
                      <a:pt x="3084490" y="267661"/>
                    </a:cubicBezTo>
                    <a:cubicBezTo>
                      <a:pt x="3085752" y="263703"/>
                      <a:pt x="3087645" y="256045"/>
                      <a:pt x="3090169" y="244688"/>
                    </a:cubicBezTo>
                    <a:lnTo>
                      <a:pt x="3119423" y="112184"/>
                    </a:lnTo>
                    <a:cubicBezTo>
                      <a:pt x="3121947" y="100712"/>
                      <a:pt x="3123209" y="91477"/>
                      <a:pt x="3123209" y="84479"/>
                    </a:cubicBezTo>
                    <a:cubicBezTo>
                      <a:pt x="3123209" y="79087"/>
                      <a:pt x="3121861" y="75330"/>
                      <a:pt x="3119165" y="73207"/>
                    </a:cubicBezTo>
                    <a:cubicBezTo>
                      <a:pt x="3116469" y="71085"/>
                      <a:pt x="3112195" y="69852"/>
                      <a:pt x="3106345" y="69508"/>
                    </a:cubicBezTo>
                    <a:close/>
                    <a:moveTo>
                      <a:pt x="1927138" y="61075"/>
                    </a:moveTo>
                    <a:lnTo>
                      <a:pt x="1995971" y="61075"/>
                    </a:lnTo>
                    <a:lnTo>
                      <a:pt x="1994078" y="69508"/>
                    </a:lnTo>
                    <a:cubicBezTo>
                      <a:pt x="1989718" y="70425"/>
                      <a:pt x="1986592" y="71458"/>
                      <a:pt x="1984699" y="72605"/>
                    </a:cubicBezTo>
                    <a:cubicBezTo>
                      <a:pt x="1982806" y="73752"/>
                      <a:pt x="1981114" y="75473"/>
                      <a:pt x="1979623" y="77767"/>
                    </a:cubicBezTo>
                    <a:cubicBezTo>
                      <a:pt x="1978131" y="80062"/>
                      <a:pt x="1976583" y="83647"/>
                      <a:pt x="1974976" y="88523"/>
                    </a:cubicBezTo>
                    <a:cubicBezTo>
                      <a:pt x="1973370" y="93398"/>
                      <a:pt x="1971363" y="101343"/>
                      <a:pt x="1968954" y="112356"/>
                    </a:cubicBezTo>
                    <a:lnTo>
                      <a:pt x="1932128" y="280137"/>
                    </a:lnTo>
                    <a:lnTo>
                      <a:pt x="1974460" y="280137"/>
                    </a:lnTo>
                    <a:cubicBezTo>
                      <a:pt x="1982147" y="280137"/>
                      <a:pt x="1988198" y="279391"/>
                      <a:pt x="1992615" y="277899"/>
                    </a:cubicBezTo>
                    <a:cubicBezTo>
                      <a:pt x="1997032" y="276408"/>
                      <a:pt x="2001219" y="273683"/>
                      <a:pt x="2005177" y="269726"/>
                    </a:cubicBezTo>
                    <a:cubicBezTo>
                      <a:pt x="2009135" y="265768"/>
                      <a:pt x="2013007" y="260404"/>
                      <a:pt x="2016792" y="253636"/>
                    </a:cubicBezTo>
                    <a:cubicBezTo>
                      <a:pt x="2020578" y="246867"/>
                      <a:pt x="2024421" y="238435"/>
                      <a:pt x="2028322" y="228340"/>
                    </a:cubicBezTo>
                    <a:lnTo>
                      <a:pt x="2045014" y="228340"/>
                    </a:lnTo>
                    <a:lnTo>
                      <a:pt x="2027634" y="295968"/>
                    </a:lnTo>
                    <a:lnTo>
                      <a:pt x="1882052" y="295968"/>
                    </a:lnTo>
                    <a:lnTo>
                      <a:pt x="1883945" y="287536"/>
                    </a:lnTo>
                    <a:cubicBezTo>
                      <a:pt x="1888304" y="286848"/>
                      <a:pt x="1891574" y="285729"/>
                      <a:pt x="1893754" y="284180"/>
                    </a:cubicBezTo>
                    <a:cubicBezTo>
                      <a:pt x="1895933" y="282632"/>
                      <a:pt x="1897769" y="280481"/>
                      <a:pt x="1899260" y="277727"/>
                    </a:cubicBezTo>
                    <a:cubicBezTo>
                      <a:pt x="1900751" y="274974"/>
                      <a:pt x="1902128" y="271618"/>
                      <a:pt x="1903390" y="267661"/>
                    </a:cubicBezTo>
                    <a:cubicBezTo>
                      <a:pt x="1904652" y="263703"/>
                      <a:pt x="1906545" y="256045"/>
                      <a:pt x="1909069" y="244688"/>
                    </a:cubicBezTo>
                    <a:lnTo>
                      <a:pt x="1938323" y="112184"/>
                    </a:lnTo>
                    <a:cubicBezTo>
                      <a:pt x="1940847" y="100712"/>
                      <a:pt x="1942109" y="91477"/>
                      <a:pt x="1942109" y="84479"/>
                    </a:cubicBezTo>
                    <a:cubicBezTo>
                      <a:pt x="1942109" y="79087"/>
                      <a:pt x="1940761" y="75330"/>
                      <a:pt x="1938065" y="73207"/>
                    </a:cubicBezTo>
                    <a:cubicBezTo>
                      <a:pt x="1935369" y="71085"/>
                      <a:pt x="1931095" y="69852"/>
                      <a:pt x="1925245" y="69508"/>
                    </a:cubicBezTo>
                    <a:close/>
                    <a:moveTo>
                      <a:pt x="3913877" y="37849"/>
                    </a:moveTo>
                    <a:lnTo>
                      <a:pt x="3968752" y="37849"/>
                    </a:lnTo>
                    <a:lnTo>
                      <a:pt x="3966869" y="45760"/>
                    </a:lnTo>
                    <a:cubicBezTo>
                      <a:pt x="3964106" y="46011"/>
                      <a:pt x="3961804" y="46555"/>
                      <a:pt x="3959962" y="47393"/>
                    </a:cubicBezTo>
                    <a:cubicBezTo>
                      <a:pt x="3958120" y="48230"/>
                      <a:pt x="3956676" y="49423"/>
                      <a:pt x="3955630" y="50971"/>
                    </a:cubicBezTo>
                    <a:cubicBezTo>
                      <a:pt x="3954583" y="52520"/>
                      <a:pt x="3953851" y="54488"/>
                      <a:pt x="3953432" y="56873"/>
                    </a:cubicBezTo>
                    <a:cubicBezTo>
                      <a:pt x="3953014" y="59259"/>
                      <a:pt x="3952805" y="62168"/>
                      <a:pt x="3952805" y="65601"/>
                    </a:cubicBezTo>
                    <a:cubicBezTo>
                      <a:pt x="3952805" y="66605"/>
                      <a:pt x="3952846" y="68008"/>
                      <a:pt x="3952930" y="69808"/>
                    </a:cubicBezTo>
                    <a:cubicBezTo>
                      <a:pt x="3953014" y="71607"/>
                      <a:pt x="3953139" y="74014"/>
                      <a:pt x="3953307" y="77028"/>
                    </a:cubicBezTo>
                    <a:cubicBezTo>
                      <a:pt x="3953809" y="85400"/>
                      <a:pt x="3954332" y="93939"/>
                      <a:pt x="3954876" y="102645"/>
                    </a:cubicBezTo>
                    <a:cubicBezTo>
                      <a:pt x="3955421" y="111351"/>
                      <a:pt x="3955944" y="119807"/>
                      <a:pt x="3956446" y="128011"/>
                    </a:cubicBezTo>
                    <a:cubicBezTo>
                      <a:pt x="3956948" y="136215"/>
                      <a:pt x="3957388" y="144022"/>
                      <a:pt x="3957765" y="151430"/>
                    </a:cubicBezTo>
                    <a:cubicBezTo>
                      <a:pt x="3958141" y="158839"/>
                      <a:pt x="3958330" y="165390"/>
                      <a:pt x="3958330" y="171083"/>
                    </a:cubicBezTo>
                    <a:lnTo>
                      <a:pt x="3959585" y="171083"/>
                    </a:lnTo>
                    <a:lnTo>
                      <a:pt x="4010317" y="86195"/>
                    </a:lnTo>
                    <a:cubicBezTo>
                      <a:pt x="4012829" y="82093"/>
                      <a:pt x="4014880" y="78535"/>
                      <a:pt x="4016470" y="75521"/>
                    </a:cubicBezTo>
                    <a:cubicBezTo>
                      <a:pt x="4018061" y="72507"/>
                      <a:pt x="4019317" y="69870"/>
                      <a:pt x="4020238" y="67610"/>
                    </a:cubicBezTo>
                    <a:cubicBezTo>
                      <a:pt x="4021158" y="65350"/>
                      <a:pt x="4021807" y="63320"/>
                      <a:pt x="4022184" y="61520"/>
                    </a:cubicBezTo>
                    <a:cubicBezTo>
                      <a:pt x="4022561" y="59720"/>
                      <a:pt x="4022749" y="57899"/>
                      <a:pt x="4022749" y="56057"/>
                    </a:cubicBezTo>
                    <a:cubicBezTo>
                      <a:pt x="4022749" y="49779"/>
                      <a:pt x="4018312" y="46346"/>
                      <a:pt x="4009438" y="45760"/>
                    </a:cubicBezTo>
                    <a:lnTo>
                      <a:pt x="4011071" y="37849"/>
                    </a:lnTo>
                    <a:lnTo>
                      <a:pt x="4065946" y="37849"/>
                    </a:lnTo>
                    <a:lnTo>
                      <a:pt x="4064440" y="45760"/>
                    </a:lnTo>
                    <a:cubicBezTo>
                      <a:pt x="4062598" y="46011"/>
                      <a:pt x="4060903" y="46346"/>
                      <a:pt x="4059354" y="46765"/>
                    </a:cubicBezTo>
                    <a:cubicBezTo>
                      <a:pt x="4057805" y="47183"/>
                      <a:pt x="4056110" y="48251"/>
                      <a:pt x="4054268" y="49967"/>
                    </a:cubicBezTo>
                    <a:cubicBezTo>
                      <a:pt x="4052426" y="51683"/>
                      <a:pt x="4050271" y="54236"/>
                      <a:pt x="4047801" y="57627"/>
                    </a:cubicBezTo>
                    <a:cubicBezTo>
                      <a:pt x="4045331" y="61017"/>
                      <a:pt x="4042213" y="65726"/>
                      <a:pt x="4038446" y="71754"/>
                    </a:cubicBezTo>
                    <a:lnTo>
                      <a:pt x="3957576" y="203104"/>
                    </a:lnTo>
                    <a:lnTo>
                      <a:pt x="3939243" y="203104"/>
                    </a:lnTo>
                    <a:cubicBezTo>
                      <a:pt x="3937401" y="180836"/>
                      <a:pt x="3935580" y="158714"/>
                      <a:pt x="3933780" y="136738"/>
                    </a:cubicBezTo>
                    <a:cubicBezTo>
                      <a:pt x="3931980" y="114763"/>
                      <a:pt x="3930201" y="92515"/>
                      <a:pt x="3928443" y="69996"/>
                    </a:cubicBezTo>
                    <a:cubicBezTo>
                      <a:pt x="3928108" y="66061"/>
                      <a:pt x="3927627" y="62671"/>
                      <a:pt x="3926999" y="59824"/>
                    </a:cubicBezTo>
                    <a:cubicBezTo>
                      <a:pt x="3926371" y="56978"/>
                      <a:pt x="3925408" y="54550"/>
                      <a:pt x="3924111" y="52541"/>
                    </a:cubicBezTo>
                    <a:cubicBezTo>
                      <a:pt x="3922813" y="50532"/>
                      <a:pt x="3921223" y="48983"/>
                      <a:pt x="3919339" y="47895"/>
                    </a:cubicBezTo>
                    <a:cubicBezTo>
                      <a:pt x="3917455" y="46807"/>
                      <a:pt x="3915049" y="46095"/>
                      <a:pt x="3912119" y="45760"/>
                    </a:cubicBezTo>
                    <a:close/>
                    <a:moveTo>
                      <a:pt x="2946833" y="12181"/>
                    </a:moveTo>
                    <a:cubicBezTo>
                      <a:pt x="2940973" y="12181"/>
                      <a:pt x="2936076" y="13709"/>
                      <a:pt x="2932141" y="16764"/>
                    </a:cubicBezTo>
                    <a:cubicBezTo>
                      <a:pt x="2928207" y="19820"/>
                      <a:pt x="2925088" y="24299"/>
                      <a:pt x="2922786" y="30201"/>
                    </a:cubicBezTo>
                    <a:cubicBezTo>
                      <a:pt x="2920484" y="36103"/>
                      <a:pt x="2918851" y="43302"/>
                      <a:pt x="2917889" y="51799"/>
                    </a:cubicBezTo>
                    <a:cubicBezTo>
                      <a:pt x="2916926" y="60296"/>
                      <a:pt x="2916445" y="69945"/>
                      <a:pt x="2916445" y="80744"/>
                    </a:cubicBezTo>
                    <a:cubicBezTo>
                      <a:pt x="2916445" y="93218"/>
                      <a:pt x="2917051" y="103996"/>
                      <a:pt x="2918265" y="113079"/>
                    </a:cubicBezTo>
                    <a:cubicBezTo>
                      <a:pt x="2919479" y="122162"/>
                      <a:pt x="2921363" y="129634"/>
                      <a:pt x="2923916" y="135494"/>
                    </a:cubicBezTo>
                    <a:cubicBezTo>
                      <a:pt x="2926469" y="141354"/>
                      <a:pt x="2929672" y="145666"/>
                      <a:pt x="2933523" y="148428"/>
                    </a:cubicBezTo>
                    <a:cubicBezTo>
                      <a:pt x="2937373" y="151191"/>
                      <a:pt x="2941978" y="152572"/>
                      <a:pt x="2947336" y="152572"/>
                    </a:cubicBezTo>
                    <a:cubicBezTo>
                      <a:pt x="2952359" y="152572"/>
                      <a:pt x="2956754" y="151275"/>
                      <a:pt x="2960521" y="148679"/>
                    </a:cubicBezTo>
                    <a:cubicBezTo>
                      <a:pt x="2964288" y="146084"/>
                      <a:pt x="2967407" y="142045"/>
                      <a:pt x="2969876" y="136562"/>
                    </a:cubicBezTo>
                    <a:cubicBezTo>
                      <a:pt x="2972346" y="131078"/>
                      <a:pt x="2974208" y="124130"/>
                      <a:pt x="2975464" y="115716"/>
                    </a:cubicBezTo>
                    <a:cubicBezTo>
                      <a:pt x="2976720" y="107303"/>
                      <a:pt x="2977348" y="97362"/>
                      <a:pt x="2977348" y="85893"/>
                    </a:cubicBezTo>
                    <a:cubicBezTo>
                      <a:pt x="2977348" y="73000"/>
                      <a:pt x="2976657" y="61908"/>
                      <a:pt x="2975276" y="52616"/>
                    </a:cubicBezTo>
                    <a:cubicBezTo>
                      <a:pt x="2973894" y="43323"/>
                      <a:pt x="2971948" y="35684"/>
                      <a:pt x="2969437" y="29698"/>
                    </a:cubicBezTo>
                    <a:cubicBezTo>
                      <a:pt x="2966925" y="23713"/>
                      <a:pt x="2963765" y="19297"/>
                      <a:pt x="2959956" y="16450"/>
                    </a:cubicBezTo>
                    <a:cubicBezTo>
                      <a:pt x="2956147" y="13604"/>
                      <a:pt x="2951773" y="12181"/>
                      <a:pt x="2946833" y="12181"/>
                    </a:cubicBezTo>
                    <a:close/>
                    <a:moveTo>
                      <a:pt x="1765733" y="12181"/>
                    </a:moveTo>
                    <a:cubicBezTo>
                      <a:pt x="1759873" y="12181"/>
                      <a:pt x="1754976" y="13709"/>
                      <a:pt x="1751041" y="16764"/>
                    </a:cubicBezTo>
                    <a:cubicBezTo>
                      <a:pt x="1747107" y="19820"/>
                      <a:pt x="1743988" y="24299"/>
                      <a:pt x="1741686" y="30201"/>
                    </a:cubicBezTo>
                    <a:cubicBezTo>
                      <a:pt x="1739384" y="36103"/>
                      <a:pt x="1737751" y="43302"/>
                      <a:pt x="1736789" y="51799"/>
                    </a:cubicBezTo>
                    <a:cubicBezTo>
                      <a:pt x="1735826" y="60296"/>
                      <a:pt x="1735345" y="69945"/>
                      <a:pt x="1735345" y="80744"/>
                    </a:cubicBezTo>
                    <a:cubicBezTo>
                      <a:pt x="1735345" y="93218"/>
                      <a:pt x="1735952" y="103996"/>
                      <a:pt x="1737165" y="113079"/>
                    </a:cubicBezTo>
                    <a:cubicBezTo>
                      <a:pt x="1738379" y="122162"/>
                      <a:pt x="1740263" y="129634"/>
                      <a:pt x="1742816" y="135494"/>
                    </a:cubicBezTo>
                    <a:cubicBezTo>
                      <a:pt x="1745370" y="141354"/>
                      <a:pt x="1748572" y="145666"/>
                      <a:pt x="1752423" y="148428"/>
                    </a:cubicBezTo>
                    <a:cubicBezTo>
                      <a:pt x="1756274" y="151191"/>
                      <a:pt x="1760878" y="152572"/>
                      <a:pt x="1766236" y="152572"/>
                    </a:cubicBezTo>
                    <a:cubicBezTo>
                      <a:pt x="1771259" y="152572"/>
                      <a:pt x="1775654" y="151275"/>
                      <a:pt x="1779421" y="148679"/>
                    </a:cubicBezTo>
                    <a:cubicBezTo>
                      <a:pt x="1783188" y="146084"/>
                      <a:pt x="1786307" y="142045"/>
                      <a:pt x="1788776" y="136562"/>
                    </a:cubicBezTo>
                    <a:cubicBezTo>
                      <a:pt x="1791246" y="131078"/>
                      <a:pt x="1793108" y="124130"/>
                      <a:pt x="1794364" y="115716"/>
                    </a:cubicBezTo>
                    <a:cubicBezTo>
                      <a:pt x="1795620" y="107303"/>
                      <a:pt x="1796248" y="97362"/>
                      <a:pt x="1796248" y="85893"/>
                    </a:cubicBezTo>
                    <a:cubicBezTo>
                      <a:pt x="1796248" y="73000"/>
                      <a:pt x="1795557" y="61908"/>
                      <a:pt x="1794176" y="52616"/>
                    </a:cubicBezTo>
                    <a:cubicBezTo>
                      <a:pt x="1792795" y="43323"/>
                      <a:pt x="1790848" y="35684"/>
                      <a:pt x="1788337" y="29698"/>
                    </a:cubicBezTo>
                    <a:cubicBezTo>
                      <a:pt x="1785825" y="23713"/>
                      <a:pt x="1782665" y="19297"/>
                      <a:pt x="1778856" y="16450"/>
                    </a:cubicBezTo>
                    <a:cubicBezTo>
                      <a:pt x="1775047" y="13604"/>
                      <a:pt x="1770673" y="12181"/>
                      <a:pt x="1765733" y="12181"/>
                    </a:cubicBezTo>
                    <a:close/>
                    <a:moveTo>
                      <a:pt x="2947336" y="0"/>
                    </a:moveTo>
                    <a:cubicBezTo>
                      <a:pt x="2957298" y="0"/>
                      <a:pt x="2965816" y="1863"/>
                      <a:pt x="2972890" y="5588"/>
                    </a:cubicBezTo>
                    <a:cubicBezTo>
                      <a:pt x="2979964" y="9314"/>
                      <a:pt x="2985740" y="14629"/>
                      <a:pt x="2990219" y="21536"/>
                    </a:cubicBezTo>
                    <a:cubicBezTo>
                      <a:pt x="2994698" y="28443"/>
                      <a:pt x="2997984" y="36877"/>
                      <a:pt x="3000077" y="46839"/>
                    </a:cubicBezTo>
                    <a:cubicBezTo>
                      <a:pt x="3002170" y="56801"/>
                      <a:pt x="3003216" y="68061"/>
                      <a:pt x="3003216" y="80618"/>
                    </a:cubicBezTo>
                    <a:cubicBezTo>
                      <a:pt x="3003216" y="108496"/>
                      <a:pt x="2998277" y="129571"/>
                      <a:pt x="2988398" y="143845"/>
                    </a:cubicBezTo>
                    <a:cubicBezTo>
                      <a:pt x="2978520" y="158118"/>
                      <a:pt x="2964204" y="165255"/>
                      <a:pt x="2945452" y="165255"/>
                    </a:cubicBezTo>
                    <a:cubicBezTo>
                      <a:pt x="2926867" y="165255"/>
                      <a:pt x="2913054" y="158516"/>
                      <a:pt x="2904013" y="145038"/>
                    </a:cubicBezTo>
                    <a:cubicBezTo>
                      <a:pt x="2894971" y="131560"/>
                      <a:pt x="2890451" y="111133"/>
                      <a:pt x="2890451" y="83758"/>
                    </a:cubicBezTo>
                    <a:cubicBezTo>
                      <a:pt x="2890451" y="69442"/>
                      <a:pt x="2891853" y="57052"/>
                      <a:pt x="2894657" y="46588"/>
                    </a:cubicBezTo>
                    <a:cubicBezTo>
                      <a:pt x="2897462" y="36124"/>
                      <a:pt x="2901397" y="27438"/>
                      <a:pt x="2906461" y="20531"/>
                    </a:cubicBezTo>
                    <a:cubicBezTo>
                      <a:pt x="2911526" y="13625"/>
                      <a:pt x="2917533" y="8476"/>
                      <a:pt x="2924481" y="5086"/>
                    </a:cubicBezTo>
                    <a:cubicBezTo>
                      <a:pt x="2931430" y="1695"/>
                      <a:pt x="2939048" y="0"/>
                      <a:pt x="2947336" y="0"/>
                    </a:cubicBezTo>
                    <a:close/>
                    <a:moveTo>
                      <a:pt x="1766236" y="0"/>
                    </a:moveTo>
                    <a:cubicBezTo>
                      <a:pt x="1776198" y="0"/>
                      <a:pt x="1784716" y="1863"/>
                      <a:pt x="1791790" y="5588"/>
                    </a:cubicBezTo>
                    <a:cubicBezTo>
                      <a:pt x="1798864" y="9314"/>
                      <a:pt x="1804640" y="14629"/>
                      <a:pt x="1809119" y="21536"/>
                    </a:cubicBezTo>
                    <a:cubicBezTo>
                      <a:pt x="1813598" y="28443"/>
                      <a:pt x="1816884" y="36877"/>
                      <a:pt x="1818977" y="46839"/>
                    </a:cubicBezTo>
                    <a:cubicBezTo>
                      <a:pt x="1821070" y="56801"/>
                      <a:pt x="1822116" y="68061"/>
                      <a:pt x="1822116" y="80618"/>
                    </a:cubicBezTo>
                    <a:cubicBezTo>
                      <a:pt x="1822116" y="108496"/>
                      <a:pt x="1817177" y="129571"/>
                      <a:pt x="1807298" y="143845"/>
                    </a:cubicBezTo>
                    <a:cubicBezTo>
                      <a:pt x="1797420" y="158118"/>
                      <a:pt x="1783104" y="165255"/>
                      <a:pt x="1764352" y="165255"/>
                    </a:cubicBezTo>
                    <a:cubicBezTo>
                      <a:pt x="1745767" y="165255"/>
                      <a:pt x="1731954" y="158516"/>
                      <a:pt x="1722913" y="145038"/>
                    </a:cubicBezTo>
                    <a:cubicBezTo>
                      <a:pt x="1713871" y="131560"/>
                      <a:pt x="1709351" y="111133"/>
                      <a:pt x="1709351" y="83758"/>
                    </a:cubicBezTo>
                    <a:cubicBezTo>
                      <a:pt x="1709351" y="69442"/>
                      <a:pt x="1710753" y="57052"/>
                      <a:pt x="1713558" y="46588"/>
                    </a:cubicBezTo>
                    <a:cubicBezTo>
                      <a:pt x="1716362" y="36124"/>
                      <a:pt x="1720297" y="27438"/>
                      <a:pt x="1725361" y="20531"/>
                    </a:cubicBezTo>
                    <a:cubicBezTo>
                      <a:pt x="1730426" y="13625"/>
                      <a:pt x="1736433" y="8476"/>
                      <a:pt x="1743381" y="5086"/>
                    </a:cubicBezTo>
                    <a:cubicBezTo>
                      <a:pt x="1750330" y="1695"/>
                      <a:pt x="1757948" y="0"/>
                      <a:pt x="176623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8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A823A0-C237-45E8-9101-1D559FDC6C5D}"/>
                  </a:ext>
                </a:extLst>
              </p:cNvPr>
              <p:cNvSpPr txBox="1"/>
              <p:nvPr/>
            </p:nvSpPr>
            <p:spPr>
              <a:xfrm>
                <a:off x="8816147" y="2843071"/>
                <a:ext cx="1498827" cy="1028862"/>
              </a:xfrm>
              <a:custGeom>
                <a:avLst/>
                <a:gdLst/>
                <a:ahLst/>
                <a:cxnLst/>
                <a:rect l="l" t="t" r="r" b="b"/>
                <a:pathLst>
                  <a:path w="1498827" h="1028862">
                    <a:moveTo>
                      <a:pt x="192607" y="996649"/>
                    </a:moveTo>
                    <a:cubicBezTo>
                      <a:pt x="195382" y="996649"/>
                      <a:pt x="197795" y="997674"/>
                      <a:pt x="199846" y="999725"/>
                    </a:cubicBezTo>
                    <a:cubicBezTo>
                      <a:pt x="201897" y="1001776"/>
                      <a:pt x="202923" y="1004189"/>
                      <a:pt x="202923" y="1006964"/>
                    </a:cubicBezTo>
                    <a:cubicBezTo>
                      <a:pt x="202923" y="1009739"/>
                      <a:pt x="201897" y="1012122"/>
                      <a:pt x="199846" y="1014113"/>
                    </a:cubicBezTo>
                    <a:cubicBezTo>
                      <a:pt x="197795" y="1016103"/>
                      <a:pt x="195382" y="1017099"/>
                      <a:pt x="192607" y="1017099"/>
                    </a:cubicBezTo>
                    <a:cubicBezTo>
                      <a:pt x="189832" y="1017099"/>
                      <a:pt x="187419" y="1016103"/>
                      <a:pt x="185368" y="1014113"/>
                    </a:cubicBezTo>
                    <a:cubicBezTo>
                      <a:pt x="183317" y="1012122"/>
                      <a:pt x="182291" y="1009739"/>
                      <a:pt x="182291" y="1006964"/>
                    </a:cubicBezTo>
                    <a:cubicBezTo>
                      <a:pt x="182291" y="1004189"/>
                      <a:pt x="183317" y="1001776"/>
                      <a:pt x="185368" y="999725"/>
                    </a:cubicBezTo>
                    <a:cubicBezTo>
                      <a:pt x="187419" y="997674"/>
                      <a:pt x="189832" y="996649"/>
                      <a:pt x="192607" y="996649"/>
                    </a:cubicBezTo>
                    <a:close/>
                    <a:moveTo>
                      <a:pt x="994145" y="975656"/>
                    </a:moveTo>
                    <a:cubicBezTo>
                      <a:pt x="995834" y="975656"/>
                      <a:pt x="998941" y="976379"/>
                      <a:pt x="1003465" y="977827"/>
                    </a:cubicBezTo>
                    <a:cubicBezTo>
                      <a:pt x="1007990" y="979275"/>
                      <a:pt x="1011006" y="981175"/>
                      <a:pt x="1012514" y="983528"/>
                    </a:cubicBezTo>
                    <a:cubicBezTo>
                      <a:pt x="1014022" y="985881"/>
                      <a:pt x="1014776" y="988022"/>
                      <a:pt x="1014776" y="989953"/>
                    </a:cubicBezTo>
                    <a:cubicBezTo>
                      <a:pt x="1014776" y="992848"/>
                      <a:pt x="1013178" y="994296"/>
                      <a:pt x="1009981" y="994296"/>
                    </a:cubicBezTo>
                    <a:cubicBezTo>
                      <a:pt x="1006783" y="994296"/>
                      <a:pt x="1002983" y="991792"/>
                      <a:pt x="998579" y="986785"/>
                    </a:cubicBezTo>
                    <a:cubicBezTo>
                      <a:pt x="994175" y="981779"/>
                      <a:pt x="991973" y="978491"/>
                      <a:pt x="991973" y="976922"/>
                    </a:cubicBezTo>
                    <a:cubicBezTo>
                      <a:pt x="991973" y="976078"/>
                      <a:pt x="992697" y="975656"/>
                      <a:pt x="994145" y="975656"/>
                    </a:cubicBezTo>
                    <a:close/>
                    <a:moveTo>
                      <a:pt x="653188" y="946881"/>
                    </a:moveTo>
                    <a:cubicBezTo>
                      <a:pt x="651258" y="946881"/>
                      <a:pt x="647397" y="947484"/>
                      <a:pt x="641606" y="948690"/>
                    </a:cubicBezTo>
                    <a:cubicBezTo>
                      <a:pt x="635815" y="949897"/>
                      <a:pt x="630928" y="950560"/>
                      <a:pt x="626947" y="950681"/>
                    </a:cubicBezTo>
                    <a:cubicBezTo>
                      <a:pt x="627671" y="959609"/>
                      <a:pt x="628214" y="973424"/>
                      <a:pt x="628576" y="992124"/>
                    </a:cubicBezTo>
                    <a:cubicBezTo>
                      <a:pt x="637142" y="991400"/>
                      <a:pt x="643205" y="990676"/>
                      <a:pt x="646764" y="989953"/>
                    </a:cubicBezTo>
                    <a:cubicBezTo>
                      <a:pt x="650323" y="989229"/>
                      <a:pt x="652645" y="988203"/>
                      <a:pt x="653731" y="986876"/>
                    </a:cubicBezTo>
                    <a:cubicBezTo>
                      <a:pt x="654817" y="985549"/>
                      <a:pt x="655873" y="980451"/>
                      <a:pt x="656898" y="971584"/>
                    </a:cubicBezTo>
                    <a:cubicBezTo>
                      <a:pt x="657924" y="962716"/>
                      <a:pt x="658437" y="956774"/>
                      <a:pt x="658437" y="953758"/>
                    </a:cubicBezTo>
                    <a:cubicBezTo>
                      <a:pt x="658437" y="950741"/>
                      <a:pt x="658044" y="948841"/>
                      <a:pt x="657260" y="948057"/>
                    </a:cubicBezTo>
                    <a:cubicBezTo>
                      <a:pt x="656476" y="947273"/>
                      <a:pt x="655119" y="946881"/>
                      <a:pt x="653188" y="946881"/>
                    </a:cubicBezTo>
                    <a:close/>
                    <a:moveTo>
                      <a:pt x="659975" y="937470"/>
                    </a:moveTo>
                    <a:cubicBezTo>
                      <a:pt x="661483" y="937470"/>
                      <a:pt x="664741" y="938676"/>
                      <a:pt x="669748" y="941089"/>
                    </a:cubicBezTo>
                    <a:cubicBezTo>
                      <a:pt x="674755" y="943502"/>
                      <a:pt x="677258" y="945553"/>
                      <a:pt x="677258" y="947242"/>
                    </a:cubicBezTo>
                    <a:cubicBezTo>
                      <a:pt x="677258" y="948932"/>
                      <a:pt x="676444" y="950711"/>
                      <a:pt x="674815" y="952581"/>
                    </a:cubicBezTo>
                    <a:cubicBezTo>
                      <a:pt x="673186" y="954451"/>
                      <a:pt x="670894" y="959911"/>
                      <a:pt x="667938" y="968959"/>
                    </a:cubicBezTo>
                    <a:cubicBezTo>
                      <a:pt x="664982" y="978008"/>
                      <a:pt x="663504" y="983347"/>
                      <a:pt x="663504" y="984976"/>
                    </a:cubicBezTo>
                    <a:cubicBezTo>
                      <a:pt x="663504" y="986605"/>
                      <a:pt x="664167" y="988203"/>
                      <a:pt x="665495" y="989772"/>
                    </a:cubicBezTo>
                    <a:cubicBezTo>
                      <a:pt x="666822" y="991340"/>
                      <a:pt x="667485" y="992547"/>
                      <a:pt x="667485" y="993391"/>
                    </a:cubicBezTo>
                    <a:cubicBezTo>
                      <a:pt x="667485" y="994236"/>
                      <a:pt x="666973" y="994929"/>
                      <a:pt x="665947" y="995472"/>
                    </a:cubicBezTo>
                    <a:cubicBezTo>
                      <a:pt x="664922" y="996015"/>
                      <a:pt x="660186" y="996649"/>
                      <a:pt x="651741" y="997373"/>
                    </a:cubicBezTo>
                    <a:cubicBezTo>
                      <a:pt x="643295" y="998096"/>
                      <a:pt x="635453" y="998519"/>
                      <a:pt x="628214" y="998639"/>
                    </a:cubicBezTo>
                    <a:cubicBezTo>
                      <a:pt x="627490" y="1005396"/>
                      <a:pt x="626495" y="1008774"/>
                      <a:pt x="625228" y="1008774"/>
                    </a:cubicBezTo>
                    <a:cubicBezTo>
                      <a:pt x="623961" y="1008774"/>
                      <a:pt x="622875" y="1007779"/>
                      <a:pt x="621970" y="1005788"/>
                    </a:cubicBezTo>
                    <a:cubicBezTo>
                      <a:pt x="621065" y="1003797"/>
                      <a:pt x="620613" y="1001233"/>
                      <a:pt x="620613" y="998096"/>
                    </a:cubicBezTo>
                    <a:lnTo>
                      <a:pt x="620794" y="989229"/>
                    </a:lnTo>
                    <a:cubicBezTo>
                      <a:pt x="620794" y="980663"/>
                      <a:pt x="620221" y="972549"/>
                      <a:pt x="619075" y="964888"/>
                    </a:cubicBezTo>
                    <a:cubicBezTo>
                      <a:pt x="617928" y="957226"/>
                      <a:pt x="616631" y="952249"/>
                      <a:pt x="615184" y="949957"/>
                    </a:cubicBezTo>
                    <a:cubicBezTo>
                      <a:pt x="613736" y="947665"/>
                      <a:pt x="613012" y="946036"/>
                      <a:pt x="613012" y="945071"/>
                    </a:cubicBezTo>
                    <a:cubicBezTo>
                      <a:pt x="613012" y="944106"/>
                      <a:pt x="613766" y="943623"/>
                      <a:pt x="615274" y="943623"/>
                    </a:cubicBezTo>
                    <a:cubicBezTo>
                      <a:pt x="616782" y="943623"/>
                      <a:pt x="619346" y="944287"/>
                      <a:pt x="622965" y="945614"/>
                    </a:cubicBezTo>
                    <a:cubicBezTo>
                      <a:pt x="632497" y="946096"/>
                      <a:pt x="642692" y="943985"/>
                      <a:pt x="653550" y="939280"/>
                    </a:cubicBezTo>
                    <a:cubicBezTo>
                      <a:pt x="656325" y="938073"/>
                      <a:pt x="658467" y="937470"/>
                      <a:pt x="659975" y="937470"/>
                    </a:cubicBezTo>
                    <a:close/>
                    <a:moveTo>
                      <a:pt x="774080" y="932403"/>
                    </a:moveTo>
                    <a:cubicBezTo>
                      <a:pt x="762256" y="934816"/>
                      <a:pt x="752483" y="936203"/>
                      <a:pt x="744762" y="936565"/>
                    </a:cubicBezTo>
                    <a:cubicBezTo>
                      <a:pt x="748019" y="953939"/>
                      <a:pt x="750613" y="968899"/>
                      <a:pt x="752544" y="981447"/>
                    </a:cubicBezTo>
                    <a:cubicBezTo>
                      <a:pt x="757732" y="981085"/>
                      <a:pt x="764850" y="980059"/>
                      <a:pt x="773899" y="978370"/>
                    </a:cubicBezTo>
                    <a:lnTo>
                      <a:pt x="774080" y="958825"/>
                    </a:lnTo>
                    <a:cubicBezTo>
                      <a:pt x="769978" y="959428"/>
                      <a:pt x="766841" y="959730"/>
                      <a:pt x="764669" y="959730"/>
                    </a:cubicBezTo>
                    <a:cubicBezTo>
                      <a:pt x="762497" y="959730"/>
                      <a:pt x="760627" y="959458"/>
                      <a:pt x="759059" y="958915"/>
                    </a:cubicBezTo>
                    <a:cubicBezTo>
                      <a:pt x="757490" y="958372"/>
                      <a:pt x="756706" y="957679"/>
                      <a:pt x="756706" y="956834"/>
                    </a:cubicBezTo>
                    <a:cubicBezTo>
                      <a:pt x="756706" y="955990"/>
                      <a:pt x="757671" y="955447"/>
                      <a:pt x="759602" y="955205"/>
                    </a:cubicBezTo>
                    <a:cubicBezTo>
                      <a:pt x="763583" y="954723"/>
                      <a:pt x="768409" y="953697"/>
                      <a:pt x="774080" y="952129"/>
                    </a:cubicBezTo>
                    <a:close/>
                    <a:moveTo>
                      <a:pt x="405705" y="931317"/>
                    </a:moveTo>
                    <a:cubicBezTo>
                      <a:pt x="407575" y="931317"/>
                      <a:pt x="409234" y="931679"/>
                      <a:pt x="410682" y="932403"/>
                    </a:cubicBezTo>
                    <a:cubicBezTo>
                      <a:pt x="412130" y="933126"/>
                      <a:pt x="412854" y="934031"/>
                      <a:pt x="412854" y="935117"/>
                    </a:cubicBezTo>
                    <a:cubicBezTo>
                      <a:pt x="412854" y="937168"/>
                      <a:pt x="410350" y="938797"/>
                      <a:pt x="405343" y="940003"/>
                    </a:cubicBezTo>
                    <a:cubicBezTo>
                      <a:pt x="400336" y="941210"/>
                      <a:pt x="393972" y="942899"/>
                      <a:pt x="386250" y="945071"/>
                    </a:cubicBezTo>
                    <a:cubicBezTo>
                      <a:pt x="390714" y="947604"/>
                      <a:pt x="392946" y="949836"/>
                      <a:pt x="392946" y="951767"/>
                    </a:cubicBezTo>
                    <a:cubicBezTo>
                      <a:pt x="392946" y="953697"/>
                      <a:pt x="391800" y="956834"/>
                      <a:pt x="389508" y="961178"/>
                    </a:cubicBezTo>
                    <a:cubicBezTo>
                      <a:pt x="395299" y="961901"/>
                      <a:pt x="399823" y="963168"/>
                      <a:pt x="403081" y="964978"/>
                    </a:cubicBezTo>
                    <a:cubicBezTo>
                      <a:pt x="406338" y="966788"/>
                      <a:pt x="407967" y="969020"/>
                      <a:pt x="407967" y="971674"/>
                    </a:cubicBezTo>
                    <a:cubicBezTo>
                      <a:pt x="407967" y="973122"/>
                      <a:pt x="407485" y="974509"/>
                      <a:pt x="406519" y="975837"/>
                    </a:cubicBezTo>
                    <a:lnTo>
                      <a:pt x="405974" y="977016"/>
                    </a:lnTo>
                    <a:lnTo>
                      <a:pt x="410591" y="974751"/>
                    </a:lnTo>
                    <a:cubicBezTo>
                      <a:pt x="413789" y="973785"/>
                      <a:pt x="417257" y="972519"/>
                      <a:pt x="420997" y="970950"/>
                    </a:cubicBezTo>
                    <a:cubicBezTo>
                      <a:pt x="421118" y="963349"/>
                      <a:pt x="420334" y="957799"/>
                      <a:pt x="418645" y="954300"/>
                    </a:cubicBezTo>
                    <a:cubicBezTo>
                      <a:pt x="418162" y="953456"/>
                      <a:pt x="417921" y="952611"/>
                      <a:pt x="417921" y="951767"/>
                    </a:cubicBezTo>
                    <a:cubicBezTo>
                      <a:pt x="417921" y="950198"/>
                      <a:pt x="418675" y="949414"/>
                      <a:pt x="420183" y="949414"/>
                    </a:cubicBezTo>
                    <a:cubicBezTo>
                      <a:pt x="421691" y="949414"/>
                      <a:pt x="423652" y="950078"/>
                      <a:pt x="426065" y="951405"/>
                    </a:cubicBezTo>
                    <a:cubicBezTo>
                      <a:pt x="428478" y="952732"/>
                      <a:pt x="429684" y="954361"/>
                      <a:pt x="429684" y="956291"/>
                    </a:cubicBezTo>
                    <a:cubicBezTo>
                      <a:pt x="429684" y="957015"/>
                      <a:pt x="429383" y="958372"/>
                      <a:pt x="428779" y="960363"/>
                    </a:cubicBezTo>
                    <a:cubicBezTo>
                      <a:pt x="428176" y="962354"/>
                      <a:pt x="427754" y="964918"/>
                      <a:pt x="427513" y="968055"/>
                    </a:cubicBezTo>
                    <a:cubicBezTo>
                      <a:pt x="431977" y="966124"/>
                      <a:pt x="436984" y="963892"/>
                      <a:pt x="442533" y="961359"/>
                    </a:cubicBezTo>
                    <a:cubicBezTo>
                      <a:pt x="442654" y="956533"/>
                      <a:pt x="442564" y="952883"/>
                      <a:pt x="442262" y="950410"/>
                    </a:cubicBezTo>
                    <a:cubicBezTo>
                      <a:pt x="441960" y="947936"/>
                      <a:pt x="441448" y="945976"/>
                      <a:pt x="440724" y="944528"/>
                    </a:cubicBezTo>
                    <a:cubicBezTo>
                      <a:pt x="440000" y="943080"/>
                      <a:pt x="439638" y="942055"/>
                      <a:pt x="439638" y="941451"/>
                    </a:cubicBezTo>
                    <a:cubicBezTo>
                      <a:pt x="439638" y="940124"/>
                      <a:pt x="440301" y="939461"/>
                      <a:pt x="441629" y="939461"/>
                    </a:cubicBezTo>
                    <a:cubicBezTo>
                      <a:pt x="442956" y="939461"/>
                      <a:pt x="445067" y="940094"/>
                      <a:pt x="447963" y="941361"/>
                    </a:cubicBezTo>
                    <a:cubicBezTo>
                      <a:pt x="450858" y="942628"/>
                      <a:pt x="452306" y="944407"/>
                      <a:pt x="452306" y="946700"/>
                    </a:cubicBezTo>
                    <a:cubicBezTo>
                      <a:pt x="452306" y="947544"/>
                      <a:pt x="452125" y="948540"/>
                      <a:pt x="451763" y="949686"/>
                    </a:cubicBezTo>
                    <a:cubicBezTo>
                      <a:pt x="451401" y="950832"/>
                      <a:pt x="450919" y="953516"/>
                      <a:pt x="450315" y="957739"/>
                    </a:cubicBezTo>
                    <a:cubicBezTo>
                      <a:pt x="459364" y="953396"/>
                      <a:pt x="464914" y="950379"/>
                      <a:pt x="466965" y="948690"/>
                    </a:cubicBezTo>
                    <a:cubicBezTo>
                      <a:pt x="468172" y="947846"/>
                      <a:pt x="469378" y="947423"/>
                      <a:pt x="470585" y="947423"/>
                    </a:cubicBezTo>
                    <a:cubicBezTo>
                      <a:pt x="471791" y="947423"/>
                      <a:pt x="474053" y="948389"/>
                      <a:pt x="477371" y="950319"/>
                    </a:cubicBezTo>
                    <a:cubicBezTo>
                      <a:pt x="480689" y="952249"/>
                      <a:pt x="482348" y="954300"/>
                      <a:pt x="482348" y="956472"/>
                    </a:cubicBezTo>
                    <a:cubicBezTo>
                      <a:pt x="482348" y="957799"/>
                      <a:pt x="481805" y="958885"/>
                      <a:pt x="480719" y="959730"/>
                    </a:cubicBezTo>
                    <a:cubicBezTo>
                      <a:pt x="478306" y="961540"/>
                      <a:pt x="475471" y="967994"/>
                      <a:pt x="472213" y="979094"/>
                    </a:cubicBezTo>
                    <a:cubicBezTo>
                      <a:pt x="471369" y="981990"/>
                      <a:pt x="469951" y="984825"/>
                      <a:pt x="467960" y="987600"/>
                    </a:cubicBezTo>
                    <a:cubicBezTo>
                      <a:pt x="465970" y="990375"/>
                      <a:pt x="464250" y="991762"/>
                      <a:pt x="462803" y="991762"/>
                    </a:cubicBezTo>
                    <a:cubicBezTo>
                      <a:pt x="461355" y="991762"/>
                      <a:pt x="460390" y="991038"/>
                      <a:pt x="459907" y="989591"/>
                    </a:cubicBezTo>
                    <a:cubicBezTo>
                      <a:pt x="458218" y="984765"/>
                      <a:pt x="456891" y="981326"/>
                      <a:pt x="455926" y="979275"/>
                    </a:cubicBezTo>
                    <a:cubicBezTo>
                      <a:pt x="454960" y="977224"/>
                      <a:pt x="454478" y="975927"/>
                      <a:pt x="454478" y="975384"/>
                    </a:cubicBezTo>
                    <a:cubicBezTo>
                      <a:pt x="454478" y="974841"/>
                      <a:pt x="454749" y="974570"/>
                      <a:pt x="455292" y="974570"/>
                    </a:cubicBezTo>
                    <a:cubicBezTo>
                      <a:pt x="455835" y="974570"/>
                      <a:pt x="456770" y="974901"/>
                      <a:pt x="458097" y="975565"/>
                    </a:cubicBezTo>
                    <a:cubicBezTo>
                      <a:pt x="459424" y="976229"/>
                      <a:pt x="460631" y="976560"/>
                      <a:pt x="461717" y="976560"/>
                    </a:cubicBezTo>
                    <a:cubicBezTo>
                      <a:pt x="462803" y="976560"/>
                      <a:pt x="463738" y="975867"/>
                      <a:pt x="464522" y="974479"/>
                    </a:cubicBezTo>
                    <a:cubicBezTo>
                      <a:pt x="465306" y="973092"/>
                      <a:pt x="466090" y="970468"/>
                      <a:pt x="466875" y="966607"/>
                    </a:cubicBezTo>
                    <a:cubicBezTo>
                      <a:pt x="467659" y="962746"/>
                      <a:pt x="468051" y="960393"/>
                      <a:pt x="468051" y="959549"/>
                    </a:cubicBezTo>
                    <a:cubicBezTo>
                      <a:pt x="468051" y="957860"/>
                      <a:pt x="467418" y="957015"/>
                      <a:pt x="466151" y="957015"/>
                    </a:cubicBezTo>
                    <a:cubicBezTo>
                      <a:pt x="464884" y="957015"/>
                      <a:pt x="463527" y="957317"/>
                      <a:pt x="462079" y="957920"/>
                    </a:cubicBezTo>
                    <a:lnTo>
                      <a:pt x="449772" y="963168"/>
                    </a:lnTo>
                    <a:cubicBezTo>
                      <a:pt x="448807" y="976560"/>
                      <a:pt x="447933" y="985217"/>
                      <a:pt x="447148" y="989138"/>
                    </a:cubicBezTo>
                    <a:cubicBezTo>
                      <a:pt x="446364" y="993059"/>
                      <a:pt x="445278" y="995020"/>
                      <a:pt x="443891" y="995020"/>
                    </a:cubicBezTo>
                    <a:cubicBezTo>
                      <a:pt x="442503" y="995020"/>
                      <a:pt x="441810" y="992154"/>
                      <a:pt x="441810" y="986424"/>
                    </a:cubicBezTo>
                    <a:cubicBezTo>
                      <a:pt x="441810" y="980693"/>
                      <a:pt x="441991" y="974147"/>
                      <a:pt x="442352" y="966788"/>
                    </a:cubicBezTo>
                    <a:lnTo>
                      <a:pt x="427332" y="974208"/>
                    </a:lnTo>
                    <a:cubicBezTo>
                      <a:pt x="427211" y="977465"/>
                      <a:pt x="427151" y="981748"/>
                      <a:pt x="427151" y="987057"/>
                    </a:cubicBezTo>
                    <a:cubicBezTo>
                      <a:pt x="427151" y="992366"/>
                      <a:pt x="427844" y="997011"/>
                      <a:pt x="429232" y="1000992"/>
                    </a:cubicBezTo>
                    <a:cubicBezTo>
                      <a:pt x="430619" y="1004973"/>
                      <a:pt x="433153" y="1007899"/>
                      <a:pt x="436833" y="1009769"/>
                    </a:cubicBezTo>
                    <a:cubicBezTo>
                      <a:pt x="440513" y="1011639"/>
                      <a:pt x="448144" y="1012574"/>
                      <a:pt x="459726" y="1012574"/>
                    </a:cubicBezTo>
                    <a:cubicBezTo>
                      <a:pt x="471308" y="1012574"/>
                      <a:pt x="479543" y="1011549"/>
                      <a:pt x="484429" y="1009498"/>
                    </a:cubicBezTo>
                    <a:cubicBezTo>
                      <a:pt x="489315" y="1007447"/>
                      <a:pt x="493056" y="1004400"/>
                      <a:pt x="495650" y="1000359"/>
                    </a:cubicBezTo>
                    <a:cubicBezTo>
                      <a:pt x="498244" y="996317"/>
                      <a:pt x="500385" y="990737"/>
                      <a:pt x="502074" y="983618"/>
                    </a:cubicBezTo>
                    <a:cubicBezTo>
                      <a:pt x="502436" y="982050"/>
                      <a:pt x="503009" y="981266"/>
                      <a:pt x="503793" y="981266"/>
                    </a:cubicBezTo>
                    <a:cubicBezTo>
                      <a:pt x="504578" y="981266"/>
                      <a:pt x="504970" y="982231"/>
                      <a:pt x="504970" y="984161"/>
                    </a:cubicBezTo>
                    <a:cubicBezTo>
                      <a:pt x="504970" y="994417"/>
                      <a:pt x="505241" y="1000932"/>
                      <a:pt x="505784" y="1003707"/>
                    </a:cubicBezTo>
                    <a:cubicBezTo>
                      <a:pt x="506327" y="1006482"/>
                      <a:pt x="506599" y="1008593"/>
                      <a:pt x="506599" y="1010041"/>
                    </a:cubicBezTo>
                    <a:cubicBezTo>
                      <a:pt x="506599" y="1011489"/>
                      <a:pt x="506146" y="1012846"/>
                      <a:pt x="505241" y="1014113"/>
                    </a:cubicBezTo>
                    <a:cubicBezTo>
                      <a:pt x="504336" y="1015380"/>
                      <a:pt x="502165" y="1016797"/>
                      <a:pt x="498726" y="1018366"/>
                    </a:cubicBezTo>
                    <a:cubicBezTo>
                      <a:pt x="495288" y="1019934"/>
                      <a:pt x="490763" y="1021261"/>
                      <a:pt x="485153" y="1022347"/>
                    </a:cubicBezTo>
                    <a:cubicBezTo>
                      <a:pt x="479543" y="1023433"/>
                      <a:pt x="473359" y="1023976"/>
                      <a:pt x="466603" y="1023976"/>
                    </a:cubicBezTo>
                    <a:cubicBezTo>
                      <a:pt x="450798" y="1023976"/>
                      <a:pt x="439065" y="1021623"/>
                      <a:pt x="431403" y="1016918"/>
                    </a:cubicBezTo>
                    <a:cubicBezTo>
                      <a:pt x="423742" y="1012212"/>
                      <a:pt x="420274" y="999182"/>
                      <a:pt x="420997" y="977827"/>
                    </a:cubicBezTo>
                    <a:cubicBezTo>
                      <a:pt x="417861" y="979396"/>
                      <a:pt x="415297" y="980180"/>
                      <a:pt x="413306" y="980180"/>
                    </a:cubicBezTo>
                    <a:cubicBezTo>
                      <a:pt x="411315" y="980180"/>
                      <a:pt x="409566" y="979818"/>
                      <a:pt x="408058" y="979094"/>
                    </a:cubicBezTo>
                    <a:lnTo>
                      <a:pt x="405894" y="977190"/>
                    </a:lnTo>
                    <a:lnTo>
                      <a:pt x="404008" y="981266"/>
                    </a:lnTo>
                    <a:cubicBezTo>
                      <a:pt x="403239" y="983679"/>
                      <a:pt x="402538" y="986695"/>
                      <a:pt x="401905" y="990315"/>
                    </a:cubicBezTo>
                    <a:cubicBezTo>
                      <a:pt x="400638" y="997553"/>
                      <a:pt x="398617" y="1004099"/>
                      <a:pt x="395842" y="1009950"/>
                    </a:cubicBezTo>
                    <a:cubicBezTo>
                      <a:pt x="393067" y="1015802"/>
                      <a:pt x="390051" y="1020236"/>
                      <a:pt x="386793" y="1023252"/>
                    </a:cubicBezTo>
                    <a:cubicBezTo>
                      <a:pt x="383536" y="1026268"/>
                      <a:pt x="380972" y="1027776"/>
                      <a:pt x="379102" y="1027776"/>
                    </a:cubicBezTo>
                    <a:cubicBezTo>
                      <a:pt x="377232" y="1027776"/>
                      <a:pt x="375935" y="1026117"/>
                      <a:pt x="375211" y="1022800"/>
                    </a:cubicBezTo>
                    <a:cubicBezTo>
                      <a:pt x="374487" y="1019482"/>
                      <a:pt x="373371" y="1016345"/>
                      <a:pt x="371863" y="1013389"/>
                    </a:cubicBezTo>
                    <a:cubicBezTo>
                      <a:pt x="370355" y="1010433"/>
                      <a:pt x="369601" y="1008653"/>
                      <a:pt x="369601" y="1008050"/>
                    </a:cubicBezTo>
                    <a:cubicBezTo>
                      <a:pt x="369601" y="1007447"/>
                      <a:pt x="369902" y="1007145"/>
                      <a:pt x="370505" y="1007145"/>
                    </a:cubicBezTo>
                    <a:cubicBezTo>
                      <a:pt x="371109" y="1007145"/>
                      <a:pt x="372647" y="1007598"/>
                      <a:pt x="375120" y="1008503"/>
                    </a:cubicBezTo>
                    <a:cubicBezTo>
                      <a:pt x="377594" y="1009407"/>
                      <a:pt x="379584" y="1009860"/>
                      <a:pt x="381092" y="1009860"/>
                    </a:cubicBezTo>
                    <a:cubicBezTo>
                      <a:pt x="382601" y="1009860"/>
                      <a:pt x="383867" y="1009347"/>
                      <a:pt x="384893" y="1008322"/>
                    </a:cubicBezTo>
                    <a:cubicBezTo>
                      <a:pt x="385918" y="1007296"/>
                      <a:pt x="387427" y="1004431"/>
                      <a:pt x="389417" y="999725"/>
                    </a:cubicBezTo>
                    <a:cubicBezTo>
                      <a:pt x="391408" y="995020"/>
                      <a:pt x="393037" y="990043"/>
                      <a:pt x="394304" y="984795"/>
                    </a:cubicBezTo>
                    <a:cubicBezTo>
                      <a:pt x="395570" y="979547"/>
                      <a:pt x="396204" y="975656"/>
                      <a:pt x="396204" y="973122"/>
                    </a:cubicBezTo>
                    <a:cubicBezTo>
                      <a:pt x="396204" y="970588"/>
                      <a:pt x="395510" y="968718"/>
                      <a:pt x="394123" y="967512"/>
                    </a:cubicBezTo>
                    <a:cubicBezTo>
                      <a:pt x="392735" y="966305"/>
                      <a:pt x="390714" y="965219"/>
                      <a:pt x="388060" y="964254"/>
                    </a:cubicBezTo>
                    <a:cubicBezTo>
                      <a:pt x="379976" y="979939"/>
                      <a:pt x="371078" y="991280"/>
                      <a:pt x="361366" y="998277"/>
                    </a:cubicBezTo>
                    <a:cubicBezTo>
                      <a:pt x="351654" y="1005275"/>
                      <a:pt x="345290" y="1008774"/>
                      <a:pt x="342273" y="1008774"/>
                    </a:cubicBezTo>
                    <a:cubicBezTo>
                      <a:pt x="341549" y="1008774"/>
                      <a:pt x="341187" y="1008352"/>
                      <a:pt x="341187" y="1007507"/>
                    </a:cubicBezTo>
                    <a:cubicBezTo>
                      <a:pt x="341187" y="1006663"/>
                      <a:pt x="342334" y="1005396"/>
                      <a:pt x="344626" y="1003707"/>
                    </a:cubicBezTo>
                    <a:cubicBezTo>
                      <a:pt x="356570" y="994417"/>
                      <a:pt x="365740" y="984825"/>
                      <a:pt x="372134" y="974932"/>
                    </a:cubicBezTo>
                    <a:cubicBezTo>
                      <a:pt x="378529" y="965038"/>
                      <a:pt x="381726" y="956533"/>
                      <a:pt x="381726" y="949414"/>
                    </a:cubicBezTo>
                    <a:cubicBezTo>
                      <a:pt x="381726" y="948449"/>
                      <a:pt x="381666" y="947544"/>
                      <a:pt x="381545" y="946700"/>
                    </a:cubicBezTo>
                    <a:cubicBezTo>
                      <a:pt x="376960" y="948147"/>
                      <a:pt x="372587" y="949655"/>
                      <a:pt x="368424" y="951224"/>
                    </a:cubicBezTo>
                    <a:cubicBezTo>
                      <a:pt x="364262" y="952792"/>
                      <a:pt x="360763" y="953577"/>
                      <a:pt x="357928" y="953577"/>
                    </a:cubicBezTo>
                    <a:cubicBezTo>
                      <a:pt x="355092" y="953577"/>
                      <a:pt x="352800" y="953245"/>
                      <a:pt x="351051" y="952581"/>
                    </a:cubicBezTo>
                    <a:cubicBezTo>
                      <a:pt x="349301" y="951918"/>
                      <a:pt x="348426" y="951133"/>
                      <a:pt x="348426" y="950229"/>
                    </a:cubicBezTo>
                    <a:cubicBezTo>
                      <a:pt x="348426" y="949324"/>
                      <a:pt x="349874" y="948600"/>
                      <a:pt x="352770" y="948057"/>
                    </a:cubicBezTo>
                    <a:cubicBezTo>
                      <a:pt x="355665" y="947514"/>
                      <a:pt x="361095" y="945976"/>
                      <a:pt x="369058" y="943442"/>
                    </a:cubicBezTo>
                    <a:cubicBezTo>
                      <a:pt x="377021" y="940908"/>
                      <a:pt x="384652" y="938254"/>
                      <a:pt x="391951" y="935479"/>
                    </a:cubicBezTo>
                    <a:cubicBezTo>
                      <a:pt x="399250" y="932704"/>
                      <a:pt x="403835" y="931317"/>
                      <a:pt x="405705" y="931317"/>
                    </a:cubicBezTo>
                    <a:close/>
                    <a:moveTo>
                      <a:pt x="192607" y="930231"/>
                    </a:moveTo>
                    <a:cubicBezTo>
                      <a:pt x="195382" y="930231"/>
                      <a:pt x="197795" y="931256"/>
                      <a:pt x="199846" y="933307"/>
                    </a:cubicBezTo>
                    <a:cubicBezTo>
                      <a:pt x="201897" y="935358"/>
                      <a:pt x="202923" y="937771"/>
                      <a:pt x="202923" y="940546"/>
                    </a:cubicBezTo>
                    <a:cubicBezTo>
                      <a:pt x="202923" y="943321"/>
                      <a:pt x="201897" y="945704"/>
                      <a:pt x="199846" y="947695"/>
                    </a:cubicBezTo>
                    <a:cubicBezTo>
                      <a:pt x="197795" y="949686"/>
                      <a:pt x="195382" y="950681"/>
                      <a:pt x="192607" y="950681"/>
                    </a:cubicBezTo>
                    <a:cubicBezTo>
                      <a:pt x="189832" y="950681"/>
                      <a:pt x="187419" y="949686"/>
                      <a:pt x="185368" y="947695"/>
                    </a:cubicBezTo>
                    <a:cubicBezTo>
                      <a:pt x="183317" y="945704"/>
                      <a:pt x="182291" y="943321"/>
                      <a:pt x="182291" y="940546"/>
                    </a:cubicBezTo>
                    <a:cubicBezTo>
                      <a:pt x="182291" y="937771"/>
                      <a:pt x="183317" y="935358"/>
                      <a:pt x="185368" y="933307"/>
                    </a:cubicBezTo>
                    <a:cubicBezTo>
                      <a:pt x="187419" y="931256"/>
                      <a:pt x="189832" y="930231"/>
                      <a:pt x="192607" y="930231"/>
                    </a:cubicBezTo>
                    <a:close/>
                    <a:moveTo>
                      <a:pt x="810818" y="927516"/>
                    </a:moveTo>
                    <a:cubicBezTo>
                      <a:pt x="803337" y="927516"/>
                      <a:pt x="794047" y="928542"/>
                      <a:pt x="782947" y="930593"/>
                    </a:cubicBezTo>
                    <a:cubicBezTo>
                      <a:pt x="782947" y="934816"/>
                      <a:pt x="782827" y="941150"/>
                      <a:pt x="782585" y="949595"/>
                    </a:cubicBezTo>
                    <a:cubicBezTo>
                      <a:pt x="788739" y="947785"/>
                      <a:pt x="792841" y="946881"/>
                      <a:pt x="794892" y="946881"/>
                    </a:cubicBezTo>
                    <a:cubicBezTo>
                      <a:pt x="796943" y="946881"/>
                      <a:pt x="798753" y="947242"/>
                      <a:pt x="800321" y="947966"/>
                    </a:cubicBezTo>
                    <a:cubicBezTo>
                      <a:pt x="801889" y="948690"/>
                      <a:pt x="802674" y="949655"/>
                      <a:pt x="802674" y="950862"/>
                    </a:cubicBezTo>
                    <a:cubicBezTo>
                      <a:pt x="802674" y="952069"/>
                      <a:pt x="801618" y="953034"/>
                      <a:pt x="799507" y="953758"/>
                    </a:cubicBezTo>
                    <a:cubicBezTo>
                      <a:pt x="797395" y="954482"/>
                      <a:pt x="791695" y="955688"/>
                      <a:pt x="782404" y="957377"/>
                    </a:cubicBezTo>
                    <a:cubicBezTo>
                      <a:pt x="782404" y="964375"/>
                      <a:pt x="782284" y="970950"/>
                      <a:pt x="782043" y="977103"/>
                    </a:cubicBezTo>
                    <a:cubicBezTo>
                      <a:pt x="789885" y="975656"/>
                      <a:pt x="795193" y="974932"/>
                      <a:pt x="797968" y="974932"/>
                    </a:cubicBezTo>
                    <a:cubicBezTo>
                      <a:pt x="800743" y="974932"/>
                      <a:pt x="802674" y="975233"/>
                      <a:pt x="803760" y="975837"/>
                    </a:cubicBezTo>
                    <a:cubicBezTo>
                      <a:pt x="804845" y="976440"/>
                      <a:pt x="805630" y="976741"/>
                      <a:pt x="806112" y="976741"/>
                    </a:cubicBezTo>
                    <a:cubicBezTo>
                      <a:pt x="808043" y="976741"/>
                      <a:pt x="810305" y="970468"/>
                      <a:pt x="812899" y="957920"/>
                    </a:cubicBezTo>
                    <a:cubicBezTo>
                      <a:pt x="815493" y="945372"/>
                      <a:pt x="816790" y="937530"/>
                      <a:pt x="816790" y="934393"/>
                    </a:cubicBezTo>
                    <a:cubicBezTo>
                      <a:pt x="816790" y="931256"/>
                      <a:pt x="816428" y="929326"/>
                      <a:pt x="815704" y="928602"/>
                    </a:cubicBezTo>
                    <a:cubicBezTo>
                      <a:pt x="814980" y="927878"/>
                      <a:pt x="813351" y="927516"/>
                      <a:pt x="810818" y="927516"/>
                    </a:cubicBezTo>
                    <a:close/>
                    <a:moveTo>
                      <a:pt x="963470" y="920820"/>
                    </a:moveTo>
                    <a:cubicBezTo>
                      <a:pt x="964978" y="920820"/>
                      <a:pt x="968024" y="921635"/>
                      <a:pt x="972609" y="923263"/>
                    </a:cubicBezTo>
                    <a:cubicBezTo>
                      <a:pt x="977194" y="924892"/>
                      <a:pt x="979486" y="926853"/>
                      <a:pt x="979486" y="929145"/>
                    </a:cubicBezTo>
                    <a:cubicBezTo>
                      <a:pt x="979486" y="929990"/>
                      <a:pt x="979185" y="931045"/>
                      <a:pt x="978581" y="932312"/>
                    </a:cubicBezTo>
                    <a:cubicBezTo>
                      <a:pt x="977978" y="933579"/>
                      <a:pt x="977345" y="936716"/>
                      <a:pt x="976681" y="941723"/>
                    </a:cubicBezTo>
                    <a:cubicBezTo>
                      <a:pt x="976018" y="946730"/>
                      <a:pt x="975565" y="952069"/>
                      <a:pt x="975324" y="957739"/>
                    </a:cubicBezTo>
                    <a:lnTo>
                      <a:pt x="987449" y="954482"/>
                    </a:lnTo>
                    <a:cubicBezTo>
                      <a:pt x="992275" y="952913"/>
                      <a:pt x="996528" y="952129"/>
                      <a:pt x="1000208" y="952129"/>
                    </a:cubicBezTo>
                    <a:cubicBezTo>
                      <a:pt x="1003888" y="952129"/>
                      <a:pt x="1006482" y="952672"/>
                      <a:pt x="1007990" y="953758"/>
                    </a:cubicBezTo>
                    <a:cubicBezTo>
                      <a:pt x="1009498" y="954843"/>
                      <a:pt x="1010252" y="955869"/>
                      <a:pt x="1010252" y="956834"/>
                    </a:cubicBezTo>
                    <a:cubicBezTo>
                      <a:pt x="1010252" y="957799"/>
                      <a:pt x="1008714" y="958855"/>
                      <a:pt x="1005637" y="960001"/>
                    </a:cubicBezTo>
                    <a:cubicBezTo>
                      <a:pt x="1002561" y="961147"/>
                      <a:pt x="992335" y="963048"/>
                      <a:pt x="974962" y="965702"/>
                    </a:cubicBezTo>
                    <a:lnTo>
                      <a:pt x="973695" y="1006964"/>
                    </a:lnTo>
                    <a:cubicBezTo>
                      <a:pt x="983709" y="1006120"/>
                      <a:pt x="995472" y="1004551"/>
                      <a:pt x="1008985" y="1002259"/>
                    </a:cubicBezTo>
                    <a:cubicBezTo>
                      <a:pt x="1012363" y="1001776"/>
                      <a:pt x="1015832" y="1001535"/>
                      <a:pt x="1019391" y="1001535"/>
                    </a:cubicBezTo>
                    <a:cubicBezTo>
                      <a:pt x="1022950" y="1001535"/>
                      <a:pt x="1026630" y="1002711"/>
                      <a:pt x="1030431" y="1005064"/>
                    </a:cubicBezTo>
                    <a:cubicBezTo>
                      <a:pt x="1034231" y="1007417"/>
                      <a:pt x="1036131" y="1009498"/>
                      <a:pt x="1036131" y="1011308"/>
                    </a:cubicBezTo>
                    <a:cubicBezTo>
                      <a:pt x="1036131" y="1013479"/>
                      <a:pt x="1033899" y="1014565"/>
                      <a:pt x="1029435" y="1014565"/>
                    </a:cubicBezTo>
                    <a:cubicBezTo>
                      <a:pt x="1027505" y="1014565"/>
                      <a:pt x="1025273" y="1014324"/>
                      <a:pt x="1022739" y="1013841"/>
                    </a:cubicBezTo>
                    <a:cubicBezTo>
                      <a:pt x="1015983" y="1012635"/>
                      <a:pt x="1007537" y="1012032"/>
                      <a:pt x="997403" y="1012032"/>
                    </a:cubicBezTo>
                    <a:cubicBezTo>
                      <a:pt x="975444" y="1012032"/>
                      <a:pt x="953848" y="1014324"/>
                      <a:pt x="932614" y="1018909"/>
                    </a:cubicBezTo>
                    <a:cubicBezTo>
                      <a:pt x="929718" y="1019512"/>
                      <a:pt x="927335" y="1019813"/>
                      <a:pt x="925465" y="1019813"/>
                    </a:cubicBezTo>
                    <a:cubicBezTo>
                      <a:pt x="923595" y="1019813"/>
                      <a:pt x="921212" y="1018939"/>
                      <a:pt x="918317" y="1017189"/>
                    </a:cubicBezTo>
                    <a:cubicBezTo>
                      <a:pt x="915421" y="1015440"/>
                      <a:pt x="913973" y="1014113"/>
                      <a:pt x="913973" y="1013208"/>
                    </a:cubicBezTo>
                    <a:cubicBezTo>
                      <a:pt x="913973" y="1012303"/>
                      <a:pt x="915120" y="1011790"/>
                      <a:pt x="917412" y="1011670"/>
                    </a:cubicBezTo>
                    <a:cubicBezTo>
                      <a:pt x="927305" y="1011428"/>
                      <a:pt x="943291" y="1010161"/>
                      <a:pt x="965370" y="1007869"/>
                    </a:cubicBezTo>
                    <a:lnTo>
                      <a:pt x="966094" y="967150"/>
                    </a:lnTo>
                    <a:cubicBezTo>
                      <a:pt x="956925" y="968477"/>
                      <a:pt x="950862" y="969140"/>
                      <a:pt x="947906" y="969140"/>
                    </a:cubicBezTo>
                    <a:cubicBezTo>
                      <a:pt x="944950" y="969140"/>
                      <a:pt x="942477" y="968748"/>
                      <a:pt x="940486" y="967964"/>
                    </a:cubicBezTo>
                    <a:cubicBezTo>
                      <a:pt x="938495" y="967180"/>
                      <a:pt x="937500" y="966396"/>
                      <a:pt x="937500" y="965611"/>
                    </a:cubicBezTo>
                    <a:cubicBezTo>
                      <a:pt x="937500" y="964827"/>
                      <a:pt x="938526" y="964314"/>
                      <a:pt x="940577" y="964073"/>
                    </a:cubicBezTo>
                    <a:cubicBezTo>
                      <a:pt x="946006" y="963349"/>
                      <a:pt x="954512" y="961841"/>
                      <a:pt x="966094" y="959549"/>
                    </a:cubicBezTo>
                    <a:cubicBezTo>
                      <a:pt x="966215" y="947846"/>
                      <a:pt x="966064" y="939943"/>
                      <a:pt x="965642" y="935841"/>
                    </a:cubicBezTo>
                    <a:cubicBezTo>
                      <a:pt x="965219" y="931739"/>
                      <a:pt x="964375" y="928723"/>
                      <a:pt x="963108" y="926792"/>
                    </a:cubicBezTo>
                    <a:cubicBezTo>
                      <a:pt x="961841" y="924862"/>
                      <a:pt x="961208" y="923384"/>
                      <a:pt x="961208" y="922358"/>
                    </a:cubicBezTo>
                    <a:cubicBezTo>
                      <a:pt x="961208" y="921333"/>
                      <a:pt x="961962" y="920820"/>
                      <a:pt x="963470" y="920820"/>
                    </a:cubicBezTo>
                    <a:close/>
                    <a:moveTo>
                      <a:pt x="998217" y="899465"/>
                    </a:moveTo>
                    <a:cubicBezTo>
                      <a:pt x="1000690" y="899465"/>
                      <a:pt x="1003134" y="900068"/>
                      <a:pt x="1005547" y="901275"/>
                    </a:cubicBezTo>
                    <a:cubicBezTo>
                      <a:pt x="1007960" y="902481"/>
                      <a:pt x="1009166" y="903567"/>
                      <a:pt x="1009166" y="904532"/>
                    </a:cubicBezTo>
                    <a:cubicBezTo>
                      <a:pt x="1009166" y="905498"/>
                      <a:pt x="1008834" y="906252"/>
                      <a:pt x="1008171" y="906795"/>
                    </a:cubicBezTo>
                    <a:cubicBezTo>
                      <a:pt x="1007507" y="907338"/>
                      <a:pt x="1006482" y="907820"/>
                      <a:pt x="1005094" y="908242"/>
                    </a:cubicBezTo>
                    <a:cubicBezTo>
                      <a:pt x="1003707" y="908665"/>
                      <a:pt x="997403" y="909720"/>
                      <a:pt x="986182" y="911409"/>
                    </a:cubicBezTo>
                    <a:cubicBezTo>
                      <a:pt x="974962" y="913099"/>
                      <a:pt x="964797" y="914396"/>
                      <a:pt x="955688" y="915300"/>
                    </a:cubicBezTo>
                    <a:cubicBezTo>
                      <a:pt x="946579" y="916205"/>
                      <a:pt x="940456" y="916658"/>
                      <a:pt x="937319" y="916658"/>
                    </a:cubicBezTo>
                    <a:cubicBezTo>
                      <a:pt x="934182" y="916658"/>
                      <a:pt x="931468" y="916416"/>
                      <a:pt x="929175" y="915934"/>
                    </a:cubicBezTo>
                    <a:cubicBezTo>
                      <a:pt x="929296" y="927154"/>
                      <a:pt x="927577" y="941180"/>
                      <a:pt x="924017" y="958011"/>
                    </a:cubicBezTo>
                    <a:cubicBezTo>
                      <a:pt x="920458" y="974841"/>
                      <a:pt x="915572" y="988354"/>
                      <a:pt x="909358" y="998549"/>
                    </a:cubicBezTo>
                    <a:cubicBezTo>
                      <a:pt x="903145" y="1008744"/>
                      <a:pt x="897354" y="1016103"/>
                      <a:pt x="891985" y="1020628"/>
                    </a:cubicBezTo>
                    <a:cubicBezTo>
                      <a:pt x="886616" y="1025152"/>
                      <a:pt x="883027" y="1027414"/>
                      <a:pt x="881217" y="1027414"/>
                    </a:cubicBezTo>
                    <a:cubicBezTo>
                      <a:pt x="880855" y="1027414"/>
                      <a:pt x="880674" y="1027233"/>
                      <a:pt x="880674" y="1026871"/>
                    </a:cubicBezTo>
                    <a:cubicBezTo>
                      <a:pt x="880674" y="1026027"/>
                      <a:pt x="881579" y="1024639"/>
                      <a:pt x="883389" y="1022709"/>
                    </a:cubicBezTo>
                    <a:cubicBezTo>
                      <a:pt x="890989" y="1014384"/>
                      <a:pt x="897565" y="1004159"/>
                      <a:pt x="903115" y="992034"/>
                    </a:cubicBezTo>
                    <a:cubicBezTo>
                      <a:pt x="908665" y="979908"/>
                      <a:pt x="912526" y="967753"/>
                      <a:pt x="914697" y="955567"/>
                    </a:cubicBezTo>
                    <a:cubicBezTo>
                      <a:pt x="916869" y="943382"/>
                      <a:pt x="917955" y="933277"/>
                      <a:pt x="917955" y="925254"/>
                    </a:cubicBezTo>
                    <a:cubicBezTo>
                      <a:pt x="917955" y="917231"/>
                      <a:pt x="917050" y="912013"/>
                      <a:pt x="915240" y="909600"/>
                    </a:cubicBezTo>
                    <a:cubicBezTo>
                      <a:pt x="914275" y="908514"/>
                      <a:pt x="913792" y="907579"/>
                      <a:pt x="913792" y="906795"/>
                    </a:cubicBezTo>
                    <a:cubicBezTo>
                      <a:pt x="913792" y="906010"/>
                      <a:pt x="914396" y="905618"/>
                      <a:pt x="915602" y="905618"/>
                    </a:cubicBezTo>
                    <a:cubicBezTo>
                      <a:pt x="918136" y="905618"/>
                      <a:pt x="922720" y="907428"/>
                      <a:pt x="929356" y="911047"/>
                    </a:cubicBezTo>
                    <a:cubicBezTo>
                      <a:pt x="935871" y="911047"/>
                      <a:pt x="943050" y="910384"/>
                      <a:pt x="950892" y="909057"/>
                    </a:cubicBezTo>
                    <a:cubicBezTo>
                      <a:pt x="958734" y="907730"/>
                      <a:pt x="970679" y="905136"/>
                      <a:pt x="986725" y="901275"/>
                    </a:cubicBezTo>
                    <a:cubicBezTo>
                      <a:pt x="991913" y="900068"/>
                      <a:pt x="995744" y="899465"/>
                      <a:pt x="998217" y="899465"/>
                    </a:cubicBezTo>
                    <a:close/>
                    <a:moveTo>
                      <a:pt x="381364" y="896208"/>
                    </a:moveTo>
                    <a:cubicBezTo>
                      <a:pt x="384621" y="896208"/>
                      <a:pt x="389116" y="897384"/>
                      <a:pt x="394847" y="899737"/>
                    </a:cubicBezTo>
                    <a:cubicBezTo>
                      <a:pt x="400577" y="902089"/>
                      <a:pt x="403443" y="905618"/>
                      <a:pt x="403443" y="910324"/>
                    </a:cubicBezTo>
                    <a:cubicBezTo>
                      <a:pt x="403443" y="912254"/>
                      <a:pt x="403111" y="913973"/>
                      <a:pt x="402448" y="915481"/>
                    </a:cubicBezTo>
                    <a:cubicBezTo>
                      <a:pt x="401784" y="916989"/>
                      <a:pt x="400728" y="917744"/>
                      <a:pt x="399280" y="917744"/>
                    </a:cubicBezTo>
                    <a:cubicBezTo>
                      <a:pt x="397833" y="917744"/>
                      <a:pt x="395480" y="916326"/>
                      <a:pt x="392222" y="913491"/>
                    </a:cubicBezTo>
                    <a:cubicBezTo>
                      <a:pt x="388965" y="910655"/>
                      <a:pt x="385918" y="907579"/>
                      <a:pt x="383083" y="904261"/>
                    </a:cubicBezTo>
                    <a:cubicBezTo>
                      <a:pt x="380248" y="900943"/>
                      <a:pt x="378830" y="898862"/>
                      <a:pt x="378830" y="898017"/>
                    </a:cubicBezTo>
                    <a:cubicBezTo>
                      <a:pt x="378830" y="896811"/>
                      <a:pt x="379675" y="896208"/>
                      <a:pt x="381364" y="896208"/>
                    </a:cubicBezTo>
                    <a:close/>
                    <a:moveTo>
                      <a:pt x="4330" y="893764"/>
                    </a:moveTo>
                    <a:lnTo>
                      <a:pt x="40914" y="893764"/>
                    </a:lnTo>
                    <a:lnTo>
                      <a:pt x="39942" y="898094"/>
                    </a:lnTo>
                    <a:cubicBezTo>
                      <a:pt x="37350" y="898388"/>
                      <a:pt x="35332" y="899154"/>
                      <a:pt x="33889" y="900391"/>
                    </a:cubicBezTo>
                    <a:cubicBezTo>
                      <a:pt x="32445" y="901628"/>
                      <a:pt x="31429" y="903351"/>
                      <a:pt x="30840" y="905561"/>
                    </a:cubicBezTo>
                    <a:cubicBezTo>
                      <a:pt x="30251" y="907770"/>
                      <a:pt x="29956" y="910730"/>
                      <a:pt x="29956" y="914442"/>
                    </a:cubicBezTo>
                    <a:cubicBezTo>
                      <a:pt x="29956" y="915325"/>
                      <a:pt x="30045" y="917976"/>
                      <a:pt x="30222" y="922395"/>
                    </a:cubicBezTo>
                    <a:lnTo>
                      <a:pt x="32696" y="987079"/>
                    </a:lnTo>
                    <a:lnTo>
                      <a:pt x="32696" y="994148"/>
                    </a:lnTo>
                    <a:lnTo>
                      <a:pt x="33579" y="994148"/>
                    </a:lnTo>
                    <a:lnTo>
                      <a:pt x="71842" y="925134"/>
                    </a:lnTo>
                    <a:cubicBezTo>
                      <a:pt x="74081" y="921069"/>
                      <a:pt x="75760" y="917579"/>
                      <a:pt x="76879" y="914662"/>
                    </a:cubicBezTo>
                    <a:cubicBezTo>
                      <a:pt x="77998" y="911746"/>
                      <a:pt x="78558" y="909169"/>
                      <a:pt x="78558" y="906930"/>
                    </a:cubicBezTo>
                    <a:cubicBezTo>
                      <a:pt x="78558" y="901982"/>
                      <a:pt x="75613" y="899036"/>
                      <a:pt x="69721" y="898094"/>
                    </a:cubicBezTo>
                    <a:lnTo>
                      <a:pt x="70694" y="893764"/>
                    </a:lnTo>
                    <a:lnTo>
                      <a:pt x="106835" y="893764"/>
                    </a:lnTo>
                    <a:lnTo>
                      <a:pt x="105863" y="898094"/>
                    </a:lnTo>
                    <a:cubicBezTo>
                      <a:pt x="104273" y="898329"/>
                      <a:pt x="102756" y="898933"/>
                      <a:pt x="101313" y="899905"/>
                    </a:cubicBezTo>
                    <a:cubicBezTo>
                      <a:pt x="99869" y="900877"/>
                      <a:pt x="98249" y="902497"/>
                      <a:pt x="96452" y="904765"/>
                    </a:cubicBezTo>
                    <a:cubicBezTo>
                      <a:pt x="94656" y="907033"/>
                      <a:pt x="91872" y="911408"/>
                      <a:pt x="88102" y="917888"/>
                    </a:cubicBezTo>
                    <a:lnTo>
                      <a:pt x="31547" y="1015798"/>
                    </a:lnTo>
                    <a:lnTo>
                      <a:pt x="19794" y="1015798"/>
                    </a:lnTo>
                    <a:lnTo>
                      <a:pt x="13874" y="917269"/>
                    </a:lnTo>
                    <a:cubicBezTo>
                      <a:pt x="13638" y="913440"/>
                      <a:pt x="13211" y="910156"/>
                      <a:pt x="12592" y="907416"/>
                    </a:cubicBezTo>
                    <a:cubicBezTo>
                      <a:pt x="11974" y="904677"/>
                      <a:pt x="11002" y="902541"/>
                      <a:pt x="9676" y="901010"/>
                    </a:cubicBezTo>
                    <a:cubicBezTo>
                      <a:pt x="8351" y="899478"/>
                      <a:pt x="6245" y="898506"/>
                      <a:pt x="3358" y="898094"/>
                    </a:cubicBezTo>
                    <a:close/>
                    <a:moveTo>
                      <a:pt x="571659" y="887340"/>
                    </a:moveTo>
                    <a:cubicBezTo>
                      <a:pt x="573288" y="887340"/>
                      <a:pt x="576274" y="888305"/>
                      <a:pt x="580617" y="890235"/>
                    </a:cubicBezTo>
                    <a:cubicBezTo>
                      <a:pt x="584961" y="892166"/>
                      <a:pt x="587132" y="894036"/>
                      <a:pt x="587132" y="895846"/>
                    </a:cubicBezTo>
                    <a:cubicBezTo>
                      <a:pt x="587132" y="896569"/>
                      <a:pt x="586710" y="897746"/>
                      <a:pt x="585866" y="899375"/>
                    </a:cubicBezTo>
                    <a:cubicBezTo>
                      <a:pt x="585021" y="901003"/>
                      <a:pt x="584026" y="904170"/>
                      <a:pt x="582880" y="908876"/>
                    </a:cubicBezTo>
                    <a:cubicBezTo>
                      <a:pt x="581733" y="913581"/>
                      <a:pt x="579954" y="922268"/>
                      <a:pt x="577541" y="934936"/>
                    </a:cubicBezTo>
                    <a:cubicBezTo>
                      <a:pt x="583573" y="933368"/>
                      <a:pt x="587464" y="932101"/>
                      <a:pt x="589214" y="931136"/>
                    </a:cubicBezTo>
                    <a:cubicBezTo>
                      <a:pt x="590963" y="930170"/>
                      <a:pt x="592562" y="929688"/>
                      <a:pt x="594009" y="929688"/>
                    </a:cubicBezTo>
                    <a:cubicBezTo>
                      <a:pt x="595457" y="929688"/>
                      <a:pt x="598262" y="930834"/>
                      <a:pt x="602425" y="933126"/>
                    </a:cubicBezTo>
                    <a:cubicBezTo>
                      <a:pt x="606587" y="935419"/>
                      <a:pt x="608668" y="937289"/>
                      <a:pt x="608668" y="938737"/>
                    </a:cubicBezTo>
                    <a:cubicBezTo>
                      <a:pt x="608668" y="939702"/>
                      <a:pt x="607884" y="941180"/>
                      <a:pt x="606316" y="943171"/>
                    </a:cubicBezTo>
                    <a:cubicBezTo>
                      <a:pt x="604747" y="945161"/>
                      <a:pt x="602334" y="956955"/>
                      <a:pt x="599077" y="978551"/>
                    </a:cubicBezTo>
                    <a:cubicBezTo>
                      <a:pt x="596664" y="994477"/>
                      <a:pt x="592411" y="1005758"/>
                      <a:pt x="586318" y="1012393"/>
                    </a:cubicBezTo>
                    <a:cubicBezTo>
                      <a:pt x="580225" y="1019029"/>
                      <a:pt x="575731" y="1022347"/>
                      <a:pt x="572835" y="1022347"/>
                    </a:cubicBezTo>
                    <a:cubicBezTo>
                      <a:pt x="571146" y="1022347"/>
                      <a:pt x="570000" y="1021261"/>
                      <a:pt x="569397" y="1019090"/>
                    </a:cubicBezTo>
                    <a:cubicBezTo>
                      <a:pt x="567949" y="1013540"/>
                      <a:pt x="566532" y="1009498"/>
                      <a:pt x="565144" y="1006964"/>
                    </a:cubicBezTo>
                    <a:cubicBezTo>
                      <a:pt x="563757" y="1004431"/>
                      <a:pt x="563063" y="1002922"/>
                      <a:pt x="563063" y="1002440"/>
                    </a:cubicBezTo>
                    <a:cubicBezTo>
                      <a:pt x="563063" y="1001957"/>
                      <a:pt x="563304" y="1001716"/>
                      <a:pt x="563787" y="1001716"/>
                    </a:cubicBezTo>
                    <a:cubicBezTo>
                      <a:pt x="564269" y="1001716"/>
                      <a:pt x="565898" y="1002259"/>
                      <a:pt x="568673" y="1003345"/>
                    </a:cubicBezTo>
                    <a:cubicBezTo>
                      <a:pt x="571448" y="1004431"/>
                      <a:pt x="573710" y="1004973"/>
                      <a:pt x="575460" y="1004973"/>
                    </a:cubicBezTo>
                    <a:cubicBezTo>
                      <a:pt x="577209" y="1004973"/>
                      <a:pt x="578868" y="1003978"/>
                      <a:pt x="580436" y="1001987"/>
                    </a:cubicBezTo>
                    <a:cubicBezTo>
                      <a:pt x="582005" y="999997"/>
                      <a:pt x="583694" y="996649"/>
                      <a:pt x="585504" y="991943"/>
                    </a:cubicBezTo>
                    <a:cubicBezTo>
                      <a:pt x="587313" y="987238"/>
                      <a:pt x="588972" y="980210"/>
                      <a:pt x="590480" y="970860"/>
                    </a:cubicBezTo>
                    <a:cubicBezTo>
                      <a:pt x="591989" y="961509"/>
                      <a:pt x="592743" y="953637"/>
                      <a:pt x="592743" y="947242"/>
                    </a:cubicBezTo>
                    <a:cubicBezTo>
                      <a:pt x="592743" y="944468"/>
                      <a:pt x="592381" y="942477"/>
                      <a:pt x="591657" y="941270"/>
                    </a:cubicBezTo>
                    <a:cubicBezTo>
                      <a:pt x="590933" y="940064"/>
                      <a:pt x="589576" y="939461"/>
                      <a:pt x="587585" y="939461"/>
                    </a:cubicBezTo>
                    <a:cubicBezTo>
                      <a:pt x="585594" y="939461"/>
                      <a:pt x="581824" y="940003"/>
                      <a:pt x="576274" y="941089"/>
                    </a:cubicBezTo>
                    <a:cubicBezTo>
                      <a:pt x="572051" y="958825"/>
                      <a:pt x="566049" y="973876"/>
                      <a:pt x="558267" y="986243"/>
                    </a:cubicBezTo>
                    <a:cubicBezTo>
                      <a:pt x="550485" y="998609"/>
                      <a:pt x="542552" y="1007899"/>
                      <a:pt x="534469" y="1014113"/>
                    </a:cubicBezTo>
                    <a:cubicBezTo>
                      <a:pt x="526385" y="1020326"/>
                      <a:pt x="521559" y="1023433"/>
                      <a:pt x="519991" y="1023433"/>
                    </a:cubicBezTo>
                    <a:cubicBezTo>
                      <a:pt x="519629" y="1023433"/>
                      <a:pt x="519448" y="1023252"/>
                      <a:pt x="519448" y="1022890"/>
                    </a:cubicBezTo>
                    <a:cubicBezTo>
                      <a:pt x="519448" y="1022166"/>
                      <a:pt x="520353" y="1020960"/>
                      <a:pt x="522162" y="1019271"/>
                    </a:cubicBezTo>
                    <a:cubicBezTo>
                      <a:pt x="535193" y="1006723"/>
                      <a:pt x="544995" y="994386"/>
                      <a:pt x="551571" y="982261"/>
                    </a:cubicBezTo>
                    <a:cubicBezTo>
                      <a:pt x="558146" y="970136"/>
                      <a:pt x="562821" y="957256"/>
                      <a:pt x="565596" y="943623"/>
                    </a:cubicBezTo>
                    <a:cubicBezTo>
                      <a:pt x="558237" y="945553"/>
                      <a:pt x="552928" y="947122"/>
                      <a:pt x="549671" y="948328"/>
                    </a:cubicBezTo>
                    <a:cubicBezTo>
                      <a:pt x="546413" y="949535"/>
                      <a:pt x="543638" y="950138"/>
                      <a:pt x="541346" y="950138"/>
                    </a:cubicBezTo>
                    <a:cubicBezTo>
                      <a:pt x="539053" y="950138"/>
                      <a:pt x="536791" y="949173"/>
                      <a:pt x="534559" y="947242"/>
                    </a:cubicBezTo>
                    <a:cubicBezTo>
                      <a:pt x="532327" y="945312"/>
                      <a:pt x="531211" y="944015"/>
                      <a:pt x="531211" y="943352"/>
                    </a:cubicBezTo>
                    <a:cubicBezTo>
                      <a:pt x="531211" y="942688"/>
                      <a:pt x="532900" y="942236"/>
                      <a:pt x="536278" y="941994"/>
                    </a:cubicBezTo>
                    <a:cubicBezTo>
                      <a:pt x="544845" y="941270"/>
                      <a:pt x="555040" y="939702"/>
                      <a:pt x="566863" y="937289"/>
                    </a:cubicBezTo>
                    <a:cubicBezTo>
                      <a:pt x="569759" y="920880"/>
                      <a:pt x="571207" y="910112"/>
                      <a:pt x="571207" y="904985"/>
                    </a:cubicBezTo>
                    <a:cubicBezTo>
                      <a:pt x="571207" y="899857"/>
                      <a:pt x="570875" y="896238"/>
                      <a:pt x="570211" y="894126"/>
                    </a:cubicBezTo>
                    <a:cubicBezTo>
                      <a:pt x="569548" y="892015"/>
                      <a:pt x="569216" y="890356"/>
                      <a:pt x="569216" y="889150"/>
                    </a:cubicBezTo>
                    <a:cubicBezTo>
                      <a:pt x="569216" y="887943"/>
                      <a:pt x="570030" y="887340"/>
                      <a:pt x="571659" y="887340"/>
                    </a:cubicBezTo>
                    <a:close/>
                    <a:moveTo>
                      <a:pt x="769646" y="886797"/>
                    </a:moveTo>
                    <a:cubicBezTo>
                      <a:pt x="771275" y="886797"/>
                      <a:pt x="774502" y="887732"/>
                      <a:pt x="779328" y="889602"/>
                    </a:cubicBezTo>
                    <a:cubicBezTo>
                      <a:pt x="784154" y="891472"/>
                      <a:pt x="786567" y="893976"/>
                      <a:pt x="786567" y="897112"/>
                    </a:cubicBezTo>
                    <a:cubicBezTo>
                      <a:pt x="786567" y="898319"/>
                      <a:pt x="786205" y="900129"/>
                      <a:pt x="785481" y="902542"/>
                    </a:cubicBezTo>
                    <a:cubicBezTo>
                      <a:pt x="784154" y="906885"/>
                      <a:pt x="783309" y="914486"/>
                      <a:pt x="782947" y="925345"/>
                    </a:cubicBezTo>
                    <a:cubicBezTo>
                      <a:pt x="799597" y="922570"/>
                      <a:pt x="809370" y="920699"/>
                      <a:pt x="812265" y="919734"/>
                    </a:cubicBezTo>
                    <a:cubicBezTo>
                      <a:pt x="815282" y="918407"/>
                      <a:pt x="817544" y="917744"/>
                      <a:pt x="819052" y="917744"/>
                    </a:cubicBezTo>
                    <a:cubicBezTo>
                      <a:pt x="820560" y="917744"/>
                      <a:pt x="824059" y="919282"/>
                      <a:pt x="829548" y="922358"/>
                    </a:cubicBezTo>
                    <a:cubicBezTo>
                      <a:pt x="835038" y="925435"/>
                      <a:pt x="837783" y="927939"/>
                      <a:pt x="837783" y="929869"/>
                    </a:cubicBezTo>
                    <a:cubicBezTo>
                      <a:pt x="837783" y="931196"/>
                      <a:pt x="836848" y="932583"/>
                      <a:pt x="834978" y="934031"/>
                    </a:cubicBezTo>
                    <a:cubicBezTo>
                      <a:pt x="833108" y="935479"/>
                      <a:pt x="831479" y="937560"/>
                      <a:pt x="830091" y="940275"/>
                    </a:cubicBezTo>
                    <a:cubicBezTo>
                      <a:pt x="828704" y="942990"/>
                      <a:pt x="827528" y="946247"/>
                      <a:pt x="826562" y="950048"/>
                    </a:cubicBezTo>
                    <a:cubicBezTo>
                      <a:pt x="825597" y="953848"/>
                      <a:pt x="823968" y="959217"/>
                      <a:pt x="821676" y="966154"/>
                    </a:cubicBezTo>
                    <a:cubicBezTo>
                      <a:pt x="819384" y="973092"/>
                      <a:pt x="817091" y="977978"/>
                      <a:pt x="814799" y="980813"/>
                    </a:cubicBezTo>
                    <a:cubicBezTo>
                      <a:pt x="812507" y="983649"/>
                      <a:pt x="810727" y="985066"/>
                      <a:pt x="809460" y="985066"/>
                    </a:cubicBezTo>
                    <a:cubicBezTo>
                      <a:pt x="808193" y="985066"/>
                      <a:pt x="807108" y="984312"/>
                      <a:pt x="806203" y="982804"/>
                    </a:cubicBezTo>
                    <a:cubicBezTo>
                      <a:pt x="805298" y="981296"/>
                      <a:pt x="803820" y="980542"/>
                      <a:pt x="801769" y="980542"/>
                    </a:cubicBezTo>
                    <a:cubicBezTo>
                      <a:pt x="799718" y="980542"/>
                      <a:pt x="793142" y="981326"/>
                      <a:pt x="782043" y="982895"/>
                    </a:cubicBezTo>
                    <a:cubicBezTo>
                      <a:pt x="781922" y="990375"/>
                      <a:pt x="782103" y="996257"/>
                      <a:pt x="782585" y="1000540"/>
                    </a:cubicBezTo>
                    <a:cubicBezTo>
                      <a:pt x="783068" y="1004823"/>
                      <a:pt x="784033" y="1008020"/>
                      <a:pt x="785481" y="1010131"/>
                    </a:cubicBezTo>
                    <a:cubicBezTo>
                      <a:pt x="786929" y="1012243"/>
                      <a:pt x="790096" y="1013932"/>
                      <a:pt x="794982" y="1015199"/>
                    </a:cubicBezTo>
                    <a:cubicBezTo>
                      <a:pt x="799869" y="1016465"/>
                      <a:pt x="805449" y="1017099"/>
                      <a:pt x="811722" y="1017099"/>
                    </a:cubicBezTo>
                    <a:cubicBezTo>
                      <a:pt x="817996" y="1017099"/>
                      <a:pt x="824059" y="1016616"/>
                      <a:pt x="829910" y="1015651"/>
                    </a:cubicBezTo>
                    <a:cubicBezTo>
                      <a:pt x="835762" y="1014686"/>
                      <a:pt x="839472" y="1013449"/>
                      <a:pt x="841040" y="1011941"/>
                    </a:cubicBezTo>
                    <a:cubicBezTo>
                      <a:pt x="842609" y="1010433"/>
                      <a:pt x="843996" y="1008352"/>
                      <a:pt x="845203" y="1005697"/>
                    </a:cubicBezTo>
                    <a:cubicBezTo>
                      <a:pt x="846409" y="1003043"/>
                      <a:pt x="847978" y="996950"/>
                      <a:pt x="849908" y="987419"/>
                    </a:cubicBezTo>
                    <a:cubicBezTo>
                      <a:pt x="850391" y="985006"/>
                      <a:pt x="851054" y="983799"/>
                      <a:pt x="851899" y="983799"/>
                    </a:cubicBezTo>
                    <a:cubicBezTo>
                      <a:pt x="852743" y="983799"/>
                      <a:pt x="853316" y="985338"/>
                      <a:pt x="853618" y="988414"/>
                    </a:cubicBezTo>
                    <a:cubicBezTo>
                      <a:pt x="853920" y="991491"/>
                      <a:pt x="854704" y="995472"/>
                      <a:pt x="855971" y="1000359"/>
                    </a:cubicBezTo>
                    <a:cubicBezTo>
                      <a:pt x="857238" y="1005245"/>
                      <a:pt x="858293" y="1008442"/>
                      <a:pt x="859138" y="1009950"/>
                    </a:cubicBezTo>
                    <a:cubicBezTo>
                      <a:pt x="859982" y="1011458"/>
                      <a:pt x="860405" y="1012755"/>
                      <a:pt x="860405" y="1013841"/>
                    </a:cubicBezTo>
                    <a:cubicBezTo>
                      <a:pt x="860405" y="1017219"/>
                      <a:pt x="855971" y="1020567"/>
                      <a:pt x="847103" y="1023885"/>
                    </a:cubicBezTo>
                    <a:cubicBezTo>
                      <a:pt x="838235" y="1027203"/>
                      <a:pt x="828010" y="1028862"/>
                      <a:pt x="816428" y="1028862"/>
                    </a:cubicBezTo>
                    <a:cubicBezTo>
                      <a:pt x="808103" y="1028862"/>
                      <a:pt x="801045" y="1027957"/>
                      <a:pt x="795254" y="1026148"/>
                    </a:cubicBezTo>
                    <a:cubicBezTo>
                      <a:pt x="789463" y="1024338"/>
                      <a:pt x="784938" y="1021895"/>
                      <a:pt x="781681" y="1018818"/>
                    </a:cubicBezTo>
                    <a:cubicBezTo>
                      <a:pt x="778423" y="1015741"/>
                      <a:pt x="776282" y="1011670"/>
                      <a:pt x="775256" y="1006602"/>
                    </a:cubicBezTo>
                    <a:cubicBezTo>
                      <a:pt x="774230" y="1001535"/>
                      <a:pt x="773778" y="993994"/>
                      <a:pt x="773899" y="983980"/>
                    </a:cubicBezTo>
                    <a:cubicBezTo>
                      <a:pt x="764367" y="985428"/>
                      <a:pt x="757309" y="986273"/>
                      <a:pt x="752725" y="986514"/>
                    </a:cubicBezTo>
                    <a:cubicBezTo>
                      <a:pt x="752604" y="989651"/>
                      <a:pt x="751699" y="991219"/>
                      <a:pt x="750010" y="991219"/>
                    </a:cubicBezTo>
                    <a:cubicBezTo>
                      <a:pt x="749045" y="991219"/>
                      <a:pt x="748080" y="990375"/>
                      <a:pt x="747114" y="988686"/>
                    </a:cubicBezTo>
                    <a:cubicBezTo>
                      <a:pt x="746149" y="986997"/>
                      <a:pt x="745425" y="985006"/>
                      <a:pt x="744943" y="982714"/>
                    </a:cubicBezTo>
                    <a:cubicBezTo>
                      <a:pt x="742168" y="969925"/>
                      <a:pt x="739513" y="959187"/>
                      <a:pt x="736980" y="950500"/>
                    </a:cubicBezTo>
                    <a:cubicBezTo>
                      <a:pt x="734446" y="941813"/>
                      <a:pt x="732395" y="936716"/>
                      <a:pt x="730827" y="935208"/>
                    </a:cubicBezTo>
                    <a:cubicBezTo>
                      <a:pt x="729258" y="933699"/>
                      <a:pt x="728474" y="932282"/>
                      <a:pt x="728474" y="930955"/>
                    </a:cubicBezTo>
                    <a:cubicBezTo>
                      <a:pt x="728474" y="929628"/>
                      <a:pt x="729560" y="928964"/>
                      <a:pt x="731732" y="928964"/>
                    </a:cubicBezTo>
                    <a:cubicBezTo>
                      <a:pt x="733903" y="928964"/>
                      <a:pt x="737161" y="929929"/>
                      <a:pt x="741504" y="931860"/>
                    </a:cubicBezTo>
                    <a:cubicBezTo>
                      <a:pt x="753449" y="930170"/>
                      <a:pt x="764307" y="928481"/>
                      <a:pt x="774080" y="926792"/>
                    </a:cubicBezTo>
                    <a:cubicBezTo>
                      <a:pt x="773959" y="912314"/>
                      <a:pt x="772783" y="902813"/>
                      <a:pt x="770551" y="898289"/>
                    </a:cubicBezTo>
                    <a:cubicBezTo>
                      <a:pt x="768319" y="893764"/>
                      <a:pt x="767203" y="890718"/>
                      <a:pt x="767203" y="889150"/>
                    </a:cubicBezTo>
                    <a:cubicBezTo>
                      <a:pt x="767203" y="887581"/>
                      <a:pt x="768017" y="886797"/>
                      <a:pt x="769646" y="886797"/>
                    </a:cubicBezTo>
                    <a:close/>
                    <a:moveTo>
                      <a:pt x="437647" y="885168"/>
                    </a:moveTo>
                    <a:cubicBezTo>
                      <a:pt x="439336" y="885168"/>
                      <a:pt x="442292" y="885892"/>
                      <a:pt x="446515" y="887340"/>
                    </a:cubicBezTo>
                    <a:cubicBezTo>
                      <a:pt x="450738" y="888788"/>
                      <a:pt x="452849" y="890416"/>
                      <a:pt x="452849" y="892226"/>
                    </a:cubicBezTo>
                    <a:cubicBezTo>
                      <a:pt x="452849" y="892950"/>
                      <a:pt x="452487" y="893976"/>
                      <a:pt x="451763" y="895303"/>
                    </a:cubicBezTo>
                    <a:cubicBezTo>
                      <a:pt x="448868" y="900370"/>
                      <a:pt x="446636" y="904412"/>
                      <a:pt x="445067" y="907428"/>
                    </a:cubicBezTo>
                    <a:cubicBezTo>
                      <a:pt x="441568" y="915029"/>
                      <a:pt x="437949" y="921484"/>
                      <a:pt x="434209" y="926792"/>
                    </a:cubicBezTo>
                    <a:cubicBezTo>
                      <a:pt x="439638" y="925586"/>
                      <a:pt x="447480" y="922871"/>
                      <a:pt x="457735" y="918648"/>
                    </a:cubicBezTo>
                    <a:cubicBezTo>
                      <a:pt x="464371" y="915632"/>
                      <a:pt x="469921" y="914124"/>
                      <a:pt x="474385" y="914124"/>
                    </a:cubicBezTo>
                    <a:cubicBezTo>
                      <a:pt x="476557" y="914124"/>
                      <a:pt x="478397" y="914486"/>
                      <a:pt x="479905" y="915210"/>
                    </a:cubicBezTo>
                    <a:cubicBezTo>
                      <a:pt x="481413" y="915934"/>
                      <a:pt x="482167" y="916718"/>
                      <a:pt x="482167" y="917563"/>
                    </a:cubicBezTo>
                    <a:cubicBezTo>
                      <a:pt x="482167" y="918407"/>
                      <a:pt x="481895" y="919131"/>
                      <a:pt x="481353" y="919734"/>
                    </a:cubicBezTo>
                    <a:cubicBezTo>
                      <a:pt x="480810" y="920338"/>
                      <a:pt x="479905" y="920911"/>
                      <a:pt x="478638" y="921454"/>
                    </a:cubicBezTo>
                    <a:cubicBezTo>
                      <a:pt x="477371" y="921997"/>
                      <a:pt x="473179" y="923444"/>
                      <a:pt x="466060" y="925797"/>
                    </a:cubicBezTo>
                    <a:cubicBezTo>
                      <a:pt x="458942" y="928150"/>
                      <a:pt x="453422" y="929778"/>
                      <a:pt x="449501" y="930683"/>
                    </a:cubicBezTo>
                    <a:cubicBezTo>
                      <a:pt x="445580" y="931588"/>
                      <a:pt x="442262" y="932041"/>
                      <a:pt x="439547" y="932041"/>
                    </a:cubicBezTo>
                    <a:cubicBezTo>
                      <a:pt x="436833" y="932041"/>
                      <a:pt x="434148" y="931498"/>
                      <a:pt x="431494" y="930412"/>
                    </a:cubicBezTo>
                    <a:cubicBezTo>
                      <a:pt x="428598" y="934514"/>
                      <a:pt x="425703" y="938103"/>
                      <a:pt x="422807" y="941180"/>
                    </a:cubicBezTo>
                    <a:cubicBezTo>
                      <a:pt x="419912" y="944256"/>
                      <a:pt x="417951" y="946096"/>
                      <a:pt x="416926" y="946700"/>
                    </a:cubicBezTo>
                    <a:cubicBezTo>
                      <a:pt x="415900" y="947303"/>
                      <a:pt x="415086" y="947604"/>
                      <a:pt x="414482" y="947604"/>
                    </a:cubicBezTo>
                    <a:cubicBezTo>
                      <a:pt x="413879" y="947604"/>
                      <a:pt x="413577" y="947273"/>
                      <a:pt x="413577" y="946609"/>
                    </a:cubicBezTo>
                    <a:cubicBezTo>
                      <a:pt x="413577" y="945945"/>
                      <a:pt x="414120" y="944950"/>
                      <a:pt x="415206" y="943623"/>
                    </a:cubicBezTo>
                    <a:cubicBezTo>
                      <a:pt x="422083" y="935057"/>
                      <a:pt x="427422" y="926189"/>
                      <a:pt x="431223" y="917020"/>
                    </a:cubicBezTo>
                    <a:cubicBezTo>
                      <a:pt x="435023" y="907850"/>
                      <a:pt x="436923" y="900249"/>
                      <a:pt x="436923" y="894217"/>
                    </a:cubicBezTo>
                    <a:cubicBezTo>
                      <a:pt x="436923" y="892286"/>
                      <a:pt x="436622" y="890778"/>
                      <a:pt x="436018" y="889692"/>
                    </a:cubicBezTo>
                    <a:cubicBezTo>
                      <a:pt x="435415" y="888607"/>
                      <a:pt x="435113" y="887581"/>
                      <a:pt x="435113" y="886616"/>
                    </a:cubicBezTo>
                    <a:cubicBezTo>
                      <a:pt x="435113" y="885651"/>
                      <a:pt x="435958" y="885168"/>
                      <a:pt x="437647" y="885168"/>
                    </a:cubicBezTo>
                    <a:close/>
                    <a:moveTo>
                      <a:pt x="154507" y="777574"/>
                    </a:moveTo>
                    <a:cubicBezTo>
                      <a:pt x="157282" y="777574"/>
                      <a:pt x="159695" y="778599"/>
                      <a:pt x="161746" y="780650"/>
                    </a:cubicBezTo>
                    <a:cubicBezTo>
                      <a:pt x="163797" y="782701"/>
                      <a:pt x="164823" y="785114"/>
                      <a:pt x="164823" y="787889"/>
                    </a:cubicBezTo>
                    <a:cubicBezTo>
                      <a:pt x="164823" y="790664"/>
                      <a:pt x="163797" y="793047"/>
                      <a:pt x="161746" y="795038"/>
                    </a:cubicBezTo>
                    <a:cubicBezTo>
                      <a:pt x="159695" y="797028"/>
                      <a:pt x="157282" y="798024"/>
                      <a:pt x="154507" y="798024"/>
                    </a:cubicBezTo>
                    <a:cubicBezTo>
                      <a:pt x="151732" y="798024"/>
                      <a:pt x="149319" y="797028"/>
                      <a:pt x="147268" y="795038"/>
                    </a:cubicBezTo>
                    <a:cubicBezTo>
                      <a:pt x="145217" y="793047"/>
                      <a:pt x="144191" y="790664"/>
                      <a:pt x="144191" y="787889"/>
                    </a:cubicBezTo>
                    <a:cubicBezTo>
                      <a:pt x="144191" y="785114"/>
                      <a:pt x="145217" y="782701"/>
                      <a:pt x="147268" y="780650"/>
                    </a:cubicBezTo>
                    <a:cubicBezTo>
                      <a:pt x="149319" y="778599"/>
                      <a:pt x="151732" y="777574"/>
                      <a:pt x="154507" y="777574"/>
                    </a:cubicBezTo>
                    <a:close/>
                    <a:moveTo>
                      <a:pt x="384526" y="754047"/>
                    </a:moveTo>
                    <a:cubicBezTo>
                      <a:pt x="378373" y="755012"/>
                      <a:pt x="373426" y="755555"/>
                      <a:pt x="369686" y="755676"/>
                    </a:cubicBezTo>
                    <a:cubicBezTo>
                      <a:pt x="372220" y="766776"/>
                      <a:pt x="373728" y="779263"/>
                      <a:pt x="374211" y="793138"/>
                    </a:cubicBezTo>
                    <a:cubicBezTo>
                      <a:pt x="377468" y="792655"/>
                      <a:pt x="382174" y="792052"/>
                      <a:pt x="388327" y="791328"/>
                    </a:cubicBezTo>
                    <a:cubicBezTo>
                      <a:pt x="386396" y="777091"/>
                      <a:pt x="385129" y="764664"/>
                      <a:pt x="384526" y="754047"/>
                    </a:cubicBezTo>
                    <a:close/>
                    <a:moveTo>
                      <a:pt x="406424" y="751332"/>
                    </a:moveTo>
                    <a:cubicBezTo>
                      <a:pt x="398099" y="752297"/>
                      <a:pt x="391645" y="753082"/>
                      <a:pt x="387060" y="753685"/>
                    </a:cubicBezTo>
                    <a:cubicBezTo>
                      <a:pt x="390921" y="759476"/>
                      <a:pt x="392851" y="766414"/>
                      <a:pt x="392851" y="774497"/>
                    </a:cubicBezTo>
                    <a:cubicBezTo>
                      <a:pt x="392851" y="778840"/>
                      <a:pt x="392308" y="784330"/>
                      <a:pt x="391222" y="790966"/>
                    </a:cubicBezTo>
                    <a:cubicBezTo>
                      <a:pt x="393515" y="790604"/>
                      <a:pt x="397677" y="790242"/>
                      <a:pt x="403710" y="789880"/>
                    </a:cubicBezTo>
                    <a:cubicBezTo>
                      <a:pt x="406123" y="775161"/>
                      <a:pt x="407329" y="765569"/>
                      <a:pt x="407329" y="761105"/>
                    </a:cubicBezTo>
                    <a:cubicBezTo>
                      <a:pt x="407329" y="756641"/>
                      <a:pt x="407027" y="753383"/>
                      <a:pt x="406424" y="751332"/>
                    </a:cubicBezTo>
                    <a:close/>
                    <a:moveTo>
                      <a:pt x="423979" y="750246"/>
                    </a:moveTo>
                    <a:cubicBezTo>
                      <a:pt x="421083" y="750246"/>
                      <a:pt x="416317" y="750548"/>
                      <a:pt x="409682" y="751151"/>
                    </a:cubicBezTo>
                    <a:cubicBezTo>
                      <a:pt x="411853" y="752961"/>
                      <a:pt x="413543" y="754469"/>
                      <a:pt x="414749" y="755676"/>
                    </a:cubicBezTo>
                    <a:cubicBezTo>
                      <a:pt x="415956" y="756882"/>
                      <a:pt x="416559" y="757968"/>
                      <a:pt x="416559" y="758933"/>
                    </a:cubicBezTo>
                    <a:cubicBezTo>
                      <a:pt x="416559" y="759898"/>
                      <a:pt x="416317" y="761045"/>
                      <a:pt x="415835" y="762372"/>
                    </a:cubicBezTo>
                    <a:lnTo>
                      <a:pt x="408053" y="789518"/>
                    </a:lnTo>
                    <a:cubicBezTo>
                      <a:pt x="415171" y="788794"/>
                      <a:pt x="420661" y="788311"/>
                      <a:pt x="424522" y="788070"/>
                    </a:cubicBezTo>
                    <a:cubicBezTo>
                      <a:pt x="428624" y="772506"/>
                      <a:pt x="430675" y="761648"/>
                      <a:pt x="430675" y="755495"/>
                    </a:cubicBezTo>
                    <a:cubicBezTo>
                      <a:pt x="430675" y="753444"/>
                      <a:pt x="430283" y="752056"/>
                      <a:pt x="429498" y="751332"/>
                    </a:cubicBezTo>
                    <a:cubicBezTo>
                      <a:pt x="428714" y="750608"/>
                      <a:pt x="426874" y="750246"/>
                      <a:pt x="423979" y="750246"/>
                    </a:cubicBezTo>
                    <a:close/>
                    <a:moveTo>
                      <a:pt x="591562" y="749523"/>
                    </a:moveTo>
                    <a:cubicBezTo>
                      <a:pt x="592768" y="749523"/>
                      <a:pt x="595241" y="750639"/>
                      <a:pt x="598982" y="752871"/>
                    </a:cubicBezTo>
                    <a:cubicBezTo>
                      <a:pt x="602722" y="755103"/>
                      <a:pt x="604592" y="756762"/>
                      <a:pt x="604592" y="757847"/>
                    </a:cubicBezTo>
                    <a:cubicBezTo>
                      <a:pt x="604592" y="758933"/>
                      <a:pt x="603657" y="760019"/>
                      <a:pt x="601787" y="761105"/>
                    </a:cubicBezTo>
                    <a:cubicBezTo>
                      <a:pt x="599917" y="762191"/>
                      <a:pt x="598559" y="763246"/>
                      <a:pt x="597715" y="764272"/>
                    </a:cubicBezTo>
                    <a:cubicBezTo>
                      <a:pt x="596870" y="765298"/>
                      <a:pt x="595060" y="767801"/>
                      <a:pt x="592285" y="771782"/>
                    </a:cubicBezTo>
                    <a:cubicBezTo>
                      <a:pt x="589511" y="775764"/>
                      <a:pt x="585891" y="780107"/>
                      <a:pt x="581427" y="784813"/>
                    </a:cubicBezTo>
                    <a:cubicBezTo>
                      <a:pt x="590355" y="791086"/>
                      <a:pt x="599163" y="795882"/>
                      <a:pt x="607849" y="799200"/>
                    </a:cubicBezTo>
                    <a:cubicBezTo>
                      <a:pt x="616536" y="802518"/>
                      <a:pt x="629747" y="805323"/>
                      <a:pt x="647483" y="807616"/>
                    </a:cubicBezTo>
                    <a:cubicBezTo>
                      <a:pt x="651344" y="808098"/>
                      <a:pt x="653274" y="809003"/>
                      <a:pt x="653274" y="810330"/>
                    </a:cubicBezTo>
                    <a:cubicBezTo>
                      <a:pt x="653274" y="811054"/>
                      <a:pt x="652580" y="811748"/>
                      <a:pt x="651193" y="812411"/>
                    </a:cubicBezTo>
                    <a:cubicBezTo>
                      <a:pt x="649805" y="813075"/>
                      <a:pt x="645432" y="814070"/>
                      <a:pt x="638072" y="815397"/>
                    </a:cubicBezTo>
                    <a:cubicBezTo>
                      <a:pt x="630712" y="816725"/>
                      <a:pt x="624167" y="817388"/>
                      <a:pt x="618436" y="817388"/>
                    </a:cubicBezTo>
                    <a:cubicBezTo>
                      <a:pt x="612706" y="817388"/>
                      <a:pt x="607849" y="815699"/>
                      <a:pt x="603868" y="812321"/>
                    </a:cubicBezTo>
                    <a:lnTo>
                      <a:pt x="576903" y="790423"/>
                    </a:lnTo>
                    <a:cubicBezTo>
                      <a:pt x="570749" y="796093"/>
                      <a:pt x="562817" y="800829"/>
                      <a:pt x="553104" y="804629"/>
                    </a:cubicBezTo>
                    <a:cubicBezTo>
                      <a:pt x="543392" y="808430"/>
                      <a:pt x="535037" y="810330"/>
                      <a:pt x="528039" y="810330"/>
                    </a:cubicBezTo>
                    <a:cubicBezTo>
                      <a:pt x="526109" y="810330"/>
                      <a:pt x="524390" y="810179"/>
                      <a:pt x="522882" y="809878"/>
                    </a:cubicBezTo>
                    <a:cubicBezTo>
                      <a:pt x="521373" y="809576"/>
                      <a:pt x="520619" y="809154"/>
                      <a:pt x="520619" y="808611"/>
                    </a:cubicBezTo>
                    <a:cubicBezTo>
                      <a:pt x="520619" y="808068"/>
                      <a:pt x="522007" y="807495"/>
                      <a:pt x="524782" y="806892"/>
                    </a:cubicBezTo>
                    <a:cubicBezTo>
                      <a:pt x="545172" y="801824"/>
                      <a:pt x="560253" y="794585"/>
                      <a:pt x="570026" y="785175"/>
                    </a:cubicBezTo>
                    <a:cubicBezTo>
                      <a:pt x="560615" y="778298"/>
                      <a:pt x="553497" y="773954"/>
                      <a:pt x="548671" y="772144"/>
                    </a:cubicBezTo>
                    <a:cubicBezTo>
                      <a:pt x="546258" y="771179"/>
                      <a:pt x="545051" y="770274"/>
                      <a:pt x="545051" y="769430"/>
                    </a:cubicBezTo>
                    <a:cubicBezTo>
                      <a:pt x="545051" y="768585"/>
                      <a:pt x="545594" y="768163"/>
                      <a:pt x="546680" y="768163"/>
                    </a:cubicBezTo>
                    <a:cubicBezTo>
                      <a:pt x="547766" y="768163"/>
                      <a:pt x="549847" y="768374"/>
                      <a:pt x="552923" y="768796"/>
                    </a:cubicBezTo>
                    <a:cubicBezTo>
                      <a:pt x="556000" y="769219"/>
                      <a:pt x="558956" y="770154"/>
                      <a:pt x="561791" y="771601"/>
                    </a:cubicBezTo>
                    <a:cubicBezTo>
                      <a:pt x="564626" y="773049"/>
                      <a:pt x="568940" y="775885"/>
                      <a:pt x="574731" y="780107"/>
                    </a:cubicBezTo>
                    <a:cubicBezTo>
                      <a:pt x="576903" y="778298"/>
                      <a:pt x="579285" y="774708"/>
                      <a:pt x="581879" y="769339"/>
                    </a:cubicBezTo>
                    <a:cubicBezTo>
                      <a:pt x="584473" y="763970"/>
                      <a:pt x="585770" y="760894"/>
                      <a:pt x="585770" y="760110"/>
                    </a:cubicBezTo>
                    <a:cubicBezTo>
                      <a:pt x="585770" y="759325"/>
                      <a:pt x="585258" y="758933"/>
                      <a:pt x="584232" y="758933"/>
                    </a:cubicBezTo>
                    <a:cubicBezTo>
                      <a:pt x="583207" y="758933"/>
                      <a:pt x="579647" y="759687"/>
                      <a:pt x="573555" y="761195"/>
                    </a:cubicBezTo>
                    <a:cubicBezTo>
                      <a:pt x="567462" y="762704"/>
                      <a:pt x="562756" y="763458"/>
                      <a:pt x="559439" y="763458"/>
                    </a:cubicBezTo>
                    <a:cubicBezTo>
                      <a:pt x="556121" y="763458"/>
                      <a:pt x="553557" y="763035"/>
                      <a:pt x="551747" y="762191"/>
                    </a:cubicBezTo>
                    <a:cubicBezTo>
                      <a:pt x="549937" y="761346"/>
                      <a:pt x="549032" y="760622"/>
                      <a:pt x="549032" y="760019"/>
                    </a:cubicBezTo>
                    <a:cubicBezTo>
                      <a:pt x="549032" y="759416"/>
                      <a:pt x="550420" y="758994"/>
                      <a:pt x="553195" y="758752"/>
                    </a:cubicBezTo>
                    <a:cubicBezTo>
                      <a:pt x="560072" y="758270"/>
                      <a:pt x="566889" y="757154"/>
                      <a:pt x="573645" y="755404"/>
                    </a:cubicBezTo>
                    <a:cubicBezTo>
                      <a:pt x="580401" y="753655"/>
                      <a:pt x="584775" y="752237"/>
                      <a:pt x="586766" y="751151"/>
                    </a:cubicBezTo>
                    <a:cubicBezTo>
                      <a:pt x="588756" y="750065"/>
                      <a:pt x="590355" y="749523"/>
                      <a:pt x="591562" y="749523"/>
                    </a:cubicBezTo>
                    <a:close/>
                    <a:moveTo>
                      <a:pt x="432394" y="741922"/>
                    </a:moveTo>
                    <a:cubicBezTo>
                      <a:pt x="433782" y="741922"/>
                      <a:pt x="436677" y="743249"/>
                      <a:pt x="441081" y="745903"/>
                    </a:cubicBezTo>
                    <a:cubicBezTo>
                      <a:pt x="445485" y="748557"/>
                      <a:pt x="447686" y="750608"/>
                      <a:pt x="447686" y="752056"/>
                    </a:cubicBezTo>
                    <a:cubicBezTo>
                      <a:pt x="447686" y="753504"/>
                      <a:pt x="446420" y="755374"/>
                      <a:pt x="443886" y="757666"/>
                    </a:cubicBezTo>
                    <a:cubicBezTo>
                      <a:pt x="442197" y="759235"/>
                      <a:pt x="438517" y="769189"/>
                      <a:pt x="432847" y="787527"/>
                    </a:cubicBezTo>
                    <a:lnTo>
                      <a:pt x="444972" y="786803"/>
                    </a:lnTo>
                    <a:cubicBezTo>
                      <a:pt x="450884" y="786803"/>
                      <a:pt x="455559" y="787769"/>
                      <a:pt x="458997" y="789699"/>
                    </a:cubicBezTo>
                    <a:cubicBezTo>
                      <a:pt x="462436" y="791629"/>
                      <a:pt x="464155" y="793379"/>
                      <a:pt x="464155" y="794947"/>
                    </a:cubicBezTo>
                    <a:cubicBezTo>
                      <a:pt x="464155" y="796516"/>
                      <a:pt x="463582" y="797692"/>
                      <a:pt x="462436" y="798476"/>
                    </a:cubicBezTo>
                    <a:cubicBezTo>
                      <a:pt x="461290" y="799261"/>
                      <a:pt x="459993" y="799653"/>
                      <a:pt x="458545" y="799653"/>
                    </a:cubicBezTo>
                    <a:cubicBezTo>
                      <a:pt x="457097" y="799653"/>
                      <a:pt x="454262" y="799230"/>
                      <a:pt x="450039" y="798386"/>
                    </a:cubicBezTo>
                    <a:cubicBezTo>
                      <a:pt x="445816" y="797541"/>
                      <a:pt x="441443" y="796908"/>
                      <a:pt x="436918" y="796486"/>
                    </a:cubicBezTo>
                    <a:cubicBezTo>
                      <a:pt x="432394" y="796063"/>
                      <a:pt x="425547" y="795852"/>
                      <a:pt x="416378" y="795852"/>
                    </a:cubicBezTo>
                    <a:cubicBezTo>
                      <a:pt x="407208" y="795852"/>
                      <a:pt x="396380" y="796546"/>
                      <a:pt x="383893" y="797933"/>
                    </a:cubicBezTo>
                    <a:cubicBezTo>
                      <a:pt x="371406" y="799321"/>
                      <a:pt x="363201" y="800527"/>
                      <a:pt x="359280" y="801553"/>
                    </a:cubicBezTo>
                    <a:cubicBezTo>
                      <a:pt x="355359" y="802578"/>
                      <a:pt x="352494" y="803091"/>
                      <a:pt x="350684" y="803091"/>
                    </a:cubicBezTo>
                    <a:cubicBezTo>
                      <a:pt x="348874" y="803091"/>
                      <a:pt x="346582" y="802247"/>
                      <a:pt x="343807" y="800557"/>
                    </a:cubicBezTo>
                    <a:cubicBezTo>
                      <a:pt x="341032" y="798868"/>
                      <a:pt x="339644" y="797541"/>
                      <a:pt x="339644" y="796576"/>
                    </a:cubicBezTo>
                    <a:cubicBezTo>
                      <a:pt x="339644" y="795611"/>
                      <a:pt x="341454" y="795128"/>
                      <a:pt x="345074" y="795128"/>
                    </a:cubicBezTo>
                    <a:lnTo>
                      <a:pt x="349598" y="795309"/>
                    </a:lnTo>
                    <a:cubicBezTo>
                      <a:pt x="352011" y="795309"/>
                      <a:pt x="358526" y="794766"/>
                      <a:pt x="369143" y="793680"/>
                    </a:cubicBezTo>
                    <a:cubicBezTo>
                      <a:pt x="368057" y="784390"/>
                      <a:pt x="366670" y="776066"/>
                      <a:pt x="364981" y="768706"/>
                    </a:cubicBezTo>
                    <a:cubicBezTo>
                      <a:pt x="363292" y="761346"/>
                      <a:pt x="361814" y="756822"/>
                      <a:pt x="360547" y="755133"/>
                    </a:cubicBezTo>
                    <a:cubicBezTo>
                      <a:pt x="359280" y="753444"/>
                      <a:pt x="358647" y="752147"/>
                      <a:pt x="358647" y="751242"/>
                    </a:cubicBezTo>
                    <a:cubicBezTo>
                      <a:pt x="358647" y="750337"/>
                      <a:pt x="359160" y="749884"/>
                      <a:pt x="360185" y="749884"/>
                    </a:cubicBezTo>
                    <a:cubicBezTo>
                      <a:pt x="361211" y="749884"/>
                      <a:pt x="362870" y="750488"/>
                      <a:pt x="365162" y="751694"/>
                    </a:cubicBezTo>
                    <a:cubicBezTo>
                      <a:pt x="375176" y="751091"/>
                      <a:pt x="387422" y="749734"/>
                      <a:pt x="401900" y="747622"/>
                    </a:cubicBezTo>
                    <a:cubicBezTo>
                      <a:pt x="416378" y="745511"/>
                      <a:pt x="424733" y="744033"/>
                      <a:pt x="426965" y="743188"/>
                    </a:cubicBezTo>
                    <a:cubicBezTo>
                      <a:pt x="429197" y="742344"/>
                      <a:pt x="431007" y="741922"/>
                      <a:pt x="432394" y="741922"/>
                    </a:cubicBezTo>
                    <a:close/>
                    <a:moveTo>
                      <a:pt x="346702" y="741198"/>
                    </a:moveTo>
                    <a:cubicBezTo>
                      <a:pt x="347306" y="741198"/>
                      <a:pt x="347607" y="741560"/>
                      <a:pt x="347607" y="742284"/>
                    </a:cubicBezTo>
                    <a:cubicBezTo>
                      <a:pt x="347607" y="743490"/>
                      <a:pt x="347064" y="745420"/>
                      <a:pt x="345979" y="748075"/>
                    </a:cubicBezTo>
                    <a:cubicBezTo>
                      <a:pt x="335241" y="774618"/>
                      <a:pt x="329570" y="791026"/>
                      <a:pt x="328967" y="797300"/>
                    </a:cubicBezTo>
                    <a:cubicBezTo>
                      <a:pt x="328364" y="803574"/>
                      <a:pt x="327308" y="806711"/>
                      <a:pt x="325800" y="806711"/>
                    </a:cubicBezTo>
                    <a:cubicBezTo>
                      <a:pt x="324292" y="806711"/>
                      <a:pt x="322180" y="804298"/>
                      <a:pt x="319466" y="799472"/>
                    </a:cubicBezTo>
                    <a:cubicBezTo>
                      <a:pt x="316751" y="794646"/>
                      <a:pt x="315394" y="790906"/>
                      <a:pt x="315394" y="788251"/>
                    </a:cubicBezTo>
                    <a:cubicBezTo>
                      <a:pt x="315394" y="785597"/>
                      <a:pt x="315937" y="784028"/>
                      <a:pt x="317023" y="783546"/>
                    </a:cubicBezTo>
                    <a:cubicBezTo>
                      <a:pt x="319797" y="782219"/>
                      <a:pt x="323115" y="778418"/>
                      <a:pt x="326976" y="772144"/>
                    </a:cubicBezTo>
                    <a:cubicBezTo>
                      <a:pt x="337231" y="755012"/>
                      <a:pt x="342932" y="745571"/>
                      <a:pt x="344078" y="743822"/>
                    </a:cubicBezTo>
                    <a:cubicBezTo>
                      <a:pt x="345224" y="742072"/>
                      <a:pt x="346099" y="741198"/>
                      <a:pt x="346702" y="741198"/>
                    </a:cubicBezTo>
                    <a:close/>
                    <a:moveTo>
                      <a:pt x="586675" y="723462"/>
                    </a:moveTo>
                    <a:cubicBezTo>
                      <a:pt x="582694" y="723945"/>
                      <a:pt x="575274" y="725272"/>
                      <a:pt x="564415" y="727444"/>
                    </a:cubicBezTo>
                    <a:cubicBezTo>
                      <a:pt x="564415" y="733838"/>
                      <a:pt x="564476" y="738966"/>
                      <a:pt x="564596" y="742826"/>
                    </a:cubicBezTo>
                    <a:cubicBezTo>
                      <a:pt x="576661" y="740896"/>
                      <a:pt x="582965" y="739207"/>
                      <a:pt x="583508" y="737759"/>
                    </a:cubicBezTo>
                    <a:cubicBezTo>
                      <a:pt x="584051" y="736311"/>
                      <a:pt x="585107" y="731546"/>
                      <a:pt x="586675" y="723462"/>
                    </a:cubicBezTo>
                    <a:close/>
                    <a:moveTo>
                      <a:pt x="317384" y="718757"/>
                    </a:moveTo>
                    <a:cubicBezTo>
                      <a:pt x="322211" y="718757"/>
                      <a:pt x="326614" y="719782"/>
                      <a:pt x="330596" y="721833"/>
                    </a:cubicBezTo>
                    <a:cubicBezTo>
                      <a:pt x="334577" y="723884"/>
                      <a:pt x="336568" y="727021"/>
                      <a:pt x="336568" y="731244"/>
                    </a:cubicBezTo>
                    <a:cubicBezTo>
                      <a:pt x="336568" y="732812"/>
                      <a:pt x="336146" y="734109"/>
                      <a:pt x="335301" y="735135"/>
                    </a:cubicBezTo>
                    <a:cubicBezTo>
                      <a:pt x="334456" y="736161"/>
                      <a:pt x="333371" y="736673"/>
                      <a:pt x="332043" y="736673"/>
                    </a:cubicBezTo>
                    <a:cubicBezTo>
                      <a:pt x="330716" y="736673"/>
                      <a:pt x="329148" y="735919"/>
                      <a:pt x="327338" y="734411"/>
                    </a:cubicBezTo>
                    <a:cubicBezTo>
                      <a:pt x="325528" y="732903"/>
                      <a:pt x="322965" y="730339"/>
                      <a:pt x="319647" y="726720"/>
                    </a:cubicBezTo>
                    <a:cubicBezTo>
                      <a:pt x="316329" y="723100"/>
                      <a:pt x="314670" y="720868"/>
                      <a:pt x="314670" y="720024"/>
                    </a:cubicBezTo>
                    <a:cubicBezTo>
                      <a:pt x="314670" y="719179"/>
                      <a:pt x="315575" y="718757"/>
                      <a:pt x="317384" y="718757"/>
                    </a:cubicBezTo>
                    <a:close/>
                    <a:moveTo>
                      <a:pt x="154507" y="711156"/>
                    </a:moveTo>
                    <a:cubicBezTo>
                      <a:pt x="157282" y="711156"/>
                      <a:pt x="159695" y="712181"/>
                      <a:pt x="161746" y="714232"/>
                    </a:cubicBezTo>
                    <a:cubicBezTo>
                      <a:pt x="163797" y="716283"/>
                      <a:pt x="164823" y="718696"/>
                      <a:pt x="164823" y="721471"/>
                    </a:cubicBezTo>
                    <a:cubicBezTo>
                      <a:pt x="164823" y="724246"/>
                      <a:pt x="163797" y="726629"/>
                      <a:pt x="161746" y="728620"/>
                    </a:cubicBezTo>
                    <a:cubicBezTo>
                      <a:pt x="159695" y="730611"/>
                      <a:pt x="157282" y="731606"/>
                      <a:pt x="154507" y="731606"/>
                    </a:cubicBezTo>
                    <a:cubicBezTo>
                      <a:pt x="151732" y="731606"/>
                      <a:pt x="149319" y="730611"/>
                      <a:pt x="147268" y="728620"/>
                    </a:cubicBezTo>
                    <a:cubicBezTo>
                      <a:pt x="145217" y="726629"/>
                      <a:pt x="144191" y="724246"/>
                      <a:pt x="144191" y="721471"/>
                    </a:cubicBezTo>
                    <a:cubicBezTo>
                      <a:pt x="144191" y="718696"/>
                      <a:pt x="145217" y="716283"/>
                      <a:pt x="147268" y="714232"/>
                    </a:cubicBezTo>
                    <a:cubicBezTo>
                      <a:pt x="149319" y="712181"/>
                      <a:pt x="151732" y="711156"/>
                      <a:pt x="154507" y="711156"/>
                    </a:cubicBezTo>
                    <a:close/>
                    <a:moveTo>
                      <a:pt x="587309" y="696678"/>
                    </a:moveTo>
                    <a:cubicBezTo>
                      <a:pt x="588696" y="696678"/>
                      <a:pt x="591260" y="697643"/>
                      <a:pt x="595000" y="699573"/>
                    </a:cubicBezTo>
                    <a:cubicBezTo>
                      <a:pt x="598740" y="701504"/>
                      <a:pt x="600610" y="703495"/>
                      <a:pt x="600610" y="705546"/>
                    </a:cubicBezTo>
                    <a:cubicBezTo>
                      <a:pt x="600610" y="706511"/>
                      <a:pt x="600248" y="707717"/>
                      <a:pt x="599524" y="709165"/>
                    </a:cubicBezTo>
                    <a:cubicBezTo>
                      <a:pt x="598801" y="710613"/>
                      <a:pt x="597956" y="712966"/>
                      <a:pt x="596991" y="716223"/>
                    </a:cubicBezTo>
                    <a:lnTo>
                      <a:pt x="606040" y="714594"/>
                    </a:lnTo>
                    <a:cubicBezTo>
                      <a:pt x="609900" y="713508"/>
                      <a:pt x="613158" y="712966"/>
                      <a:pt x="615812" y="712966"/>
                    </a:cubicBezTo>
                    <a:cubicBezTo>
                      <a:pt x="618467" y="712966"/>
                      <a:pt x="620849" y="713659"/>
                      <a:pt x="622961" y="715047"/>
                    </a:cubicBezTo>
                    <a:cubicBezTo>
                      <a:pt x="625072" y="716434"/>
                      <a:pt x="626128" y="717550"/>
                      <a:pt x="626128" y="718395"/>
                    </a:cubicBezTo>
                    <a:cubicBezTo>
                      <a:pt x="626128" y="719239"/>
                      <a:pt x="625434" y="719903"/>
                      <a:pt x="624047" y="720386"/>
                    </a:cubicBezTo>
                    <a:cubicBezTo>
                      <a:pt x="622659" y="720868"/>
                      <a:pt x="619341" y="721109"/>
                      <a:pt x="614093" y="721109"/>
                    </a:cubicBezTo>
                    <a:cubicBezTo>
                      <a:pt x="608845" y="721109"/>
                      <a:pt x="602420" y="721471"/>
                      <a:pt x="594819" y="722195"/>
                    </a:cubicBezTo>
                    <a:cubicBezTo>
                      <a:pt x="593130" y="728590"/>
                      <a:pt x="592285" y="732330"/>
                      <a:pt x="592285" y="733416"/>
                    </a:cubicBezTo>
                    <a:cubicBezTo>
                      <a:pt x="592285" y="734502"/>
                      <a:pt x="593100" y="735648"/>
                      <a:pt x="594729" y="736854"/>
                    </a:cubicBezTo>
                    <a:cubicBezTo>
                      <a:pt x="596357" y="738061"/>
                      <a:pt x="597172" y="739086"/>
                      <a:pt x="597172" y="739931"/>
                    </a:cubicBezTo>
                    <a:cubicBezTo>
                      <a:pt x="597172" y="741258"/>
                      <a:pt x="595422" y="742133"/>
                      <a:pt x="591924" y="742555"/>
                    </a:cubicBezTo>
                    <a:cubicBezTo>
                      <a:pt x="588425" y="742977"/>
                      <a:pt x="578954" y="744636"/>
                      <a:pt x="563510" y="747532"/>
                    </a:cubicBezTo>
                    <a:cubicBezTo>
                      <a:pt x="562787" y="749462"/>
                      <a:pt x="561882" y="750427"/>
                      <a:pt x="560796" y="750427"/>
                    </a:cubicBezTo>
                    <a:cubicBezTo>
                      <a:pt x="558624" y="750427"/>
                      <a:pt x="557538" y="747049"/>
                      <a:pt x="557538" y="740293"/>
                    </a:cubicBezTo>
                    <a:lnTo>
                      <a:pt x="557719" y="728529"/>
                    </a:lnTo>
                    <a:cubicBezTo>
                      <a:pt x="549032" y="730460"/>
                      <a:pt x="543875" y="731425"/>
                      <a:pt x="542246" y="731425"/>
                    </a:cubicBezTo>
                    <a:cubicBezTo>
                      <a:pt x="540617" y="731425"/>
                      <a:pt x="538898" y="731033"/>
                      <a:pt x="537088" y="730249"/>
                    </a:cubicBezTo>
                    <a:cubicBezTo>
                      <a:pt x="535278" y="729465"/>
                      <a:pt x="534374" y="728710"/>
                      <a:pt x="534374" y="727987"/>
                    </a:cubicBezTo>
                    <a:cubicBezTo>
                      <a:pt x="534374" y="727263"/>
                      <a:pt x="535429" y="726810"/>
                      <a:pt x="537541" y="726629"/>
                    </a:cubicBezTo>
                    <a:cubicBezTo>
                      <a:pt x="539652" y="726448"/>
                      <a:pt x="546438" y="725393"/>
                      <a:pt x="557900" y="723462"/>
                    </a:cubicBezTo>
                    <a:cubicBezTo>
                      <a:pt x="557418" y="718154"/>
                      <a:pt x="556030" y="713750"/>
                      <a:pt x="553738" y="710251"/>
                    </a:cubicBezTo>
                    <a:cubicBezTo>
                      <a:pt x="552893" y="709044"/>
                      <a:pt x="552471" y="707778"/>
                      <a:pt x="552471" y="706451"/>
                    </a:cubicBezTo>
                    <a:cubicBezTo>
                      <a:pt x="552471" y="705123"/>
                      <a:pt x="553285" y="704460"/>
                      <a:pt x="554914" y="704460"/>
                    </a:cubicBezTo>
                    <a:cubicBezTo>
                      <a:pt x="556543" y="704460"/>
                      <a:pt x="558654" y="705274"/>
                      <a:pt x="561248" y="706903"/>
                    </a:cubicBezTo>
                    <a:cubicBezTo>
                      <a:pt x="563842" y="708532"/>
                      <a:pt x="565139" y="710251"/>
                      <a:pt x="565139" y="712061"/>
                    </a:cubicBezTo>
                    <a:cubicBezTo>
                      <a:pt x="565139" y="712543"/>
                      <a:pt x="565079" y="713086"/>
                      <a:pt x="564958" y="713690"/>
                    </a:cubicBezTo>
                    <a:cubicBezTo>
                      <a:pt x="564717" y="715137"/>
                      <a:pt x="564596" y="718033"/>
                      <a:pt x="564596" y="722376"/>
                    </a:cubicBezTo>
                    <a:cubicBezTo>
                      <a:pt x="570267" y="721411"/>
                      <a:pt x="577928" y="719903"/>
                      <a:pt x="587580" y="717852"/>
                    </a:cubicBezTo>
                    <a:cubicBezTo>
                      <a:pt x="587942" y="714594"/>
                      <a:pt x="588123" y="711940"/>
                      <a:pt x="588123" y="709889"/>
                    </a:cubicBezTo>
                    <a:cubicBezTo>
                      <a:pt x="588123" y="706270"/>
                      <a:pt x="587640" y="703766"/>
                      <a:pt x="586675" y="702379"/>
                    </a:cubicBezTo>
                    <a:cubicBezTo>
                      <a:pt x="585710" y="700991"/>
                      <a:pt x="585227" y="699815"/>
                      <a:pt x="585227" y="698850"/>
                    </a:cubicBezTo>
                    <a:cubicBezTo>
                      <a:pt x="585227" y="697402"/>
                      <a:pt x="585921" y="696678"/>
                      <a:pt x="587309" y="696678"/>
                    </a:cubicBezTo>
                    <a:close/>
                    <a:moveTo>
                      <a:pt x="417464" y="684734"/>
                    </a:moveTo>
                    <a:cubicBezTo>
                      <a:pt x="411552" y="684734"/>
                      <a:pt x="404554" y="685638"/>
                      <a:pt x="396471" y="687448"/>
                    </a:cubicBezTo>
                    <a:cubicBezTo>
                      <a:pt x="389714" y="688896"/>
                      <a:pt x="382777" y="689680"/>
                      <a:pt x="375658" y="689801"/>
                    </a:cubicBezTo>
                    <a:cubicBezTo>
                      <a:pt x="377106" y="694024"/>
                      <a:pt x="378313" y="699453"/>
                      <a:pt x="379278" y="706089"/>
                    </a:cubicBezTo>
                    <a:cubicBezTo>
                      <a:pt x="393877" y="702469"/>
                      <a:pt x="402413" y="700659"/>
                      <a:pt x="404886" y="700659"/>
                    </a:cubicBezTo>
                    <a:cubicBezTo>
                      <a:pt x="407359" y="700659"/>
                      <a:pt x="409229" y="700961"/>
                      <a:pt x="410496" y="701564"/>
                    </a:cubicBezTo>
                    <a:cubicBezTo>
                      <a:pt x="411763" y="702167"/>
                      <a:pt x="412396" y="702922"/>
                      <a:pt x="412396" y="703826"/>
                    </a:cubicBezTo>
                    <a:cubicBezTo>
                      <a:pt x="412396" y="704731"/>
                      <a:pt x="411823" y="705485"/>
                      <a:pt x="410677" y="706089"/>
                    </a:cubicBezTo>
                    <a:cubicBezTo>
                      <a:pt x="409531" y="706692"/>
                      <a:pt x="406334" y="707325"/>
                      <a:pt x="401085" y="707989"/>
                    </a:cubicBezTo>
                    <a:cubicBezTo>
                      <a:pt x="395837" y="708652"/>
                      <a:pt x="391464" y="708984"/>
                      <a:pt x="387965" y="708984"/>
                    </a:cubicBezTo>
                    <a:cubicBezTo>
                      <a:pt x="384466" y="708984"/>
                      <a:pt x="381751" y="708864"/>
                      <a:pt x="379821" y="708622"/>
                    </a:cubicBezTo>
                    <a:cubicBezTo>
                      <a:pt x="380665" y="714051"/>
                      <a:pt x="381389" y="719782"/>
                      <a:pt x="381993" y="725815"/>
                    </a:cubicBezTo>
                    <a:cubicBezTo>
                      <a:pt x="397798" y="723281"/>
                      <a:pt x="406575" y="722014"/>
                      <a:pt x="408324" y="722014"/>
                    </a:cubicBezTo>
                    <a:cubicBezTo>
                      <a:pt x="410074" y="722014"/>
                      <a:pt x="411311" y="722105"/>
                      <a:pt x="412034" y="722286"/>
                    </a:cubicBezTo>
                    <a:cubicBezTo>
                      <a:pt x="412758" y="722467"/>
                      <a:pt x="413362" y="722557"/>
                      <a:pt x="413844" y="722557"/>
                    </a:cubicBezTo>
                    <a:cubicBezTo>
                      <a:pt x="415292" y="722557"/>
                      <a:pt x="416468" y="721441"/>
                      <a:pt x="417373" y="719209"/>
                    </a:cubicBezTo>
                    <a:cubicBezTo>
                      <a:pt x="418278" y="716977"/>
                      <a:pt x="419515" y="712453"/>
                      <a:pt x="421083" y="705636"/>
                    </a:cubicBezTo>
                    <a:cubicBezTo>
                      <a:pt x="422652" y="698819"/>
                      <a:pt x="423436" y="694084"/>
                      <a:pt x="423436" y="691430"/>
                    </a:cubicBezTo>
                    <a:cubicBezTo>
                      <a:pt x="423436" y="688775"/>
                      <a:pt x="423014" y="686996"/>
                      <a:pt x="422169" y="686091"/>
                    </a:cubicBezTo>
                    <a:cubicBezTo>
                      <a:pt x="421324" y="685186"/>
                      <a:pt x="419756" y="684734"/>
                      <a:pt x="417464" y="684734"/>
                    </a:cubicBezTo>
                    <a:close/>
                    <a:moveTo>
                      <a:pt x="605859" y="682743"/>
                    </a:moveTo>
                    <a:cubicBezTo>
                      <a:pt x="608272" y="682743"/>
                      <a:pt x="610504" y="683406"/>
                      <a:pt x="612555" y="684734"/>
                    </a:cubicBezTo>
                    <a:cubicBezTo>
                      <a:pt x="614606" y="686061"/>
                      <a:pt x="615631" y="687026"/>
                      <a:pt x="615631" y="687629"/>
                    </a:cubicBezTo>
                    <a:cubicBezTo>
                      <a:pt x="615631" y="688836"/>
                      <a:pt x="612706" y="689861"/>
                      <a:pt x="606854" y="690706"/>
                    </a:cubicBezTo>
                    <a:cubicBezTo>
                      <a:pt x="601002" y="691550"/>
                      <a:pt x="590747" y="693300"/>
                      <a:pt x="576088" y="695954"/>
                    </a:cubicBezTo>
                    <a:cubicBezTo>
                      <a:pt x="561429" y="698608"/>
                      <a:pt x="551657" y="699935"/>
                      <a:pt x="546770" y="699935"/>
                    </a:cubicBezTo>
                    <a:cubicBezTo>
                      <a:pt x="541884" y="699935"/>
                      <a:pt x="538114" y="699694"/>
                      <a:pt x="535459" y="699211"/>
                    </a:cubicBezTo>
                    <a:cubicBezTo>
                      <a:pt x="535701" y="708019"/>
                      <a:pt x="534766" y="719360"/>
                      <a:pt x="532654" y="733235"/>
                    </a:cubicBezTo>
                    <a:cubicBezTo>
                      <a:pt x="530543" y="747110"/>
                      <a:pt x="527346" y="759416"/>
                      <a:pt x="523063" y="770154"/>
                    </a:cubicBezTo>
                    <a:cubicBezTo>
                      <a:pt x="518779" y="780892"/>
                      <a:pt x="514315" y="788824"/>
                      <a:pt x="509670" y="793952"/>
                    </a:cubicBezTo>
                    <a:cubicBezTo>
                      <a:pt x="505025" y="799080"/>
                      <a:pt x="500772" y="803332"/>
                      <a:pt x="496912" y="806711"/>
                    </a:cubicBezTo>
                    <a:cubicBezTo>
                      <a:pt x="493051" y="810089"/>
                      <a:pt x="490517" y="811778"/>
                      <a:pt x="489311" y="811778"/>
                    </a:cubicBezTo>
                    <a:cubicBezTo>
                      <a:pt x="488828" y="811778"/>
                      <a:pt x="488587" y="811597"/>
                      <a:pt x="488587" y="811235"/>
                    </a:cubicBezTo>
                    <a:cubicBezTo>
                      <a:pt x="488587" y="809908"/>
                      <a:pt x="490216" y="807314"/>
                      <a:pt x="493473" y="803453"/>
                    </a:cubicBezTo>
                    <a:cubicBezTo>
                      <a:pt x="504935" y="790423"/>
                      <a:pt x="513049" y="774346"/>
                      <a:pt x="517814" y="755223"/>
                    </a:cubicBezTo>
                    <a:cubicBezTo>
                      <a:pt x="522580" y="736100"/>
                      <a:pt x="524963" y="719782"/>
                      <a:pt x="524963" y="706270"/>
                    </a:cubicBezTo>
                    <a:cubicBezTo>
                      <a:pt x="524963" y="703012"/>
                      <a:pt x="524721" y="700569"/>
                      <a:pt x="524239" y="698940"/>
                    </a:cubicBezTo>
                    <a:cubicBezTo>
                      <a:pt x="523756" y="697311"/>
                      <a:pt x="523515" y="695803"/>
                      <a:pt x="523515" y="694416"/>
                    </a:cubicBezTo>
                    <a:cubicBezTo>
                      <a:pt x="523515" y="693028"/>
                      <a:pt x="524148" y="692334"/>
                      <a:pt x="525415" y="692334"/>
                    </a:cubicBezTo>
                    <a:cubicBezTo>
                      <a:pt x="526682" y="692334"/>
                      <a:pt x="528522" y="692938"/>
                      <a:pt x="530935" y="694144"/>
                    </a:cubicBezTo>
                    <a:cubicBezTo>
                      <a:pt x="543483" y="694989"/>
                      <a:pt x="564053" y="691852"/>
                      <a:pt x="592647" y="684734"/>
                    </a:cubicBezTo>
                    <a:cubicBezTo>
                      <a:pt x="597715" y="683406"/>
                      <a:pt x="602118" y="682743"/>
                      <a:pt x="605859" y="682743"/>
                    </a:cubicBezTo>
                    <a:close/>
                    <a:moveTo>
                      <a:pt x="330958" y="681838"/>
                    </a:moveTo>
                    <a:cubicBezTo>
                      <a:pt x="334698" y="681838"/>
                      <a:pt x="338920" y="682833"/>
                      <a:pt x="343626" y="684824"/>
                    </a:cubicBezTo>
                    <a:cubicBezTo>
                      <a:pt x="348331" y="686815"/>
                      <a:pt x="350684" y="690102"/>
                      <a:pt x="350684" y="694687"/>
                    </a:cubicBezTo>
                    <a:cubicBezTo>
                      <a:pt x="350684" y="696979"/>
                      <a:pt x="350262" y="698789"/>
                      <a:pt x="349417" y="700116"/>
                    </a:cubicBezTo>
                    <a:cubicBezTo>
                      <a:pt x="348573" y="701444"/>
                      <a:pt x="347487" y="702107"/>
                      <a:pt x="346160" y="702107"/>
                    </a:cubicBezTo>
                    <a:cubicBezTo>
                      <a:pt x="344832" y="702107"/>
                      <a:pt x="343234" y="701142"/>
                      <a:pt x="341364" y="699211"/>
                    </a:cubicBezTo>
                    <a:cubicBezTo>
                      <a:pt x="339494" y="697281"/>
                      <a:pt x="336900" y="694265"/>
                      <a:pt x="333582" y="690163"/>
                    </a:cubicBezTo>
                    <a:cubicBezTo>
                      <a:pt x="330264" y="686061"/>
                      <a:pt x="328605" y="683648"/>
                      <a:pt x="328605" y="682924"/>
                    </a:cubicBezTo>
                    <a:cubicBezTo>
                      <a:pt x="328605" y="682200"/>
                      <a:pt x="329389" y="681838"/>
                      <a:pt x="330958" y="681838"/>
                    </a:cubicBezTo>
                    <a:close/>
                    <a:moveTo>
                      <a:pt x="424703" y="676409"/>
                    </a:moveTo>
                    <a:cubicBezTo>
                      <a:pt x="426150" y="676409"/>
                      <a:pt x="429438" y="678007"/>
                      <a:pt x="434566" y="681205"/>
                    </a:cubicBezTo>
                    <a:cubicBezTo>
                      <a:pt x="439693" y="684402"/>
                      <a:pt x="442257" y="686513"/>
                      <a:pt x="442257" y="687539"/>
                    </a:cubicBezTo>
                    <a:cubicBezTo>
                      <a:pt x="442257" y="688564"/>
                      <a:pt x="441986" y="689409"/>
                      <a:pt x="441443" y="690072"/>
                    </a:cubicBezTo>
                    <a:cubicBezTo>
                      <a:pt x="440900" y="690736"/>
                      <a:pt x="439905" y="691822"/>
                      <a:pt x="438457" y="693330"/>
                    </a:cubicBezTo>
                    <a:cubicBezTo>
                      <a:pt x="437009" y="694838"/>
                      <a:pt x="435772" y="696859"/>
                      <a:pt x="434747" y="699393"/>
                    </a:cubicBezTo>
                    <a:cubicBezTo>
                      <a:pt x="433721" y="701926"/>
                      <a:pt x="432243" y="705998"/>
                      <a:pt x="430313" y="711608"/>
                    </a:cubicBezTo>
                    <a:cubicBezTo>
                      <a:pt x="428382" y="717219"/>
                      <a:pt x="426573" y="721713"/>
                      <a:pt x="424884" y="725091"/>
                    </a:cubicBezTo>
                    <a:cubicBezTo>
                      <a:pt x="423195" y="728469"/>
                      <a:pt x="421505" y="730158"/>
                      <a:pt x="419816" y="730158"/>
                    </a:cubicBezTo>
                    <a:cubicBezTo>
                      <a:pt x="418851" y="730158"/>
                      <a:pt x="417916" y="729615"/>
                      <a:pt x="417011" y="728529"/>
                    </a:cubicBezTo>
                    <a:cubicBezTo>
                      <a:pt x="416106" y="727444"/>
                      <a:pt x="414628" y="726901"/>
                      <a:pt x="412577" y="726901"/>
                    </a:cubicBezTo>
                    <a:cubicBezTo>
                      <a:pt x="408475" y="726901"/>
                      <a:pt x="398160" y="728228"/>
                      <a:pt x="381631" y="730882"/>
                    </a:cubicBezTo>
                    <a:cubicBezTo>
                      <a:pt x="381148" y="732812"/>
                      <a:pt x="380454" y="733778"/>
                      <a:pt x="379549" y="733778"/>
                    </a:cubicBezTo>
                    <a:cubicBezTo>
                      <a:pt x="378645" y="733778"/>
                      <a:pt x="377890" y="733084"/>
                      <a:pt x="377287" y="731696"/>
                    </a:cubicBezTo>
                    <a:cubicBezTo>
                      <a:pt x="376684" y="730309"/>
                      <a:pt x="375809" y="726448"/>
                      <a:pt x="374663" y="720114"/>
                    </a:cubicBezTo>
                    <a:cubicBezTo>
                      <a:pt x="373517" y="713780"/>
                      <a:pt x="372039" y="707325"/>
                      <a:pt x="370229" y="700750"/>
                    </a:cubicBezTo>
                    <a:cubicBezTo>
                      <a:pt x="368419" y="694174"/>
                      <a:pt x="367032" y="690344"/>
                      <a:pt x="366067" y="689258"/>
                    </a:cubicBezTo>
                    <a:cubicBezTo>
                      <a:pt x="363895" y="686604"/>
                      <a:pt x="362809" y="684794"/>
                      <a:pt x="362809" y="683829"/>
                    </a:cubicBezTo>
                    <a:cubicBezTo>
                      <a:pt x="362809" y="683225"/>
                      <a:pt x="363382" y="682924"/>
                      <a:pt x="364528" y="682924"/>
                    </a:cubicBezTo>
                    <a:cubicBezTo>
                      <a:pt x="365675" y="682924"/>
                      <a:pt x="368299" y="683829"/>
                      <a:pt x="372401" y="685638"/>
                    </a:cubicBezTo>
                    <a:cubicBezTo>
                      <a:pt x="381450" y="685276"/>
                      <a:pt x="391071" y="684100"/>
                      <a:pt x="401266" y="682109"/>
                    </a:cubicBezTo>
                    <a:cubicBezTo>
                      <a:pt x="411461" y="680119"/>
                      <a:pt x="417041" y="678882"/>
                      <a:pt x="418007" y="678399"/>
                    </a:cubicBezTo>
                    <a:cubicBezTo>
                      <a:pt x="421023" y="677072"/>
                      <a:pt x="423255" y="676409"/>
                      <a:pt x="424703" y="676409"/>
                    </a:cubicBezTo>
                    <a:close/>
                    <a:moveTo>
                      <a:pt x="7776" y="674689"/>
                    </a:moveTo>
                    <a:lnTo>
                      <a:pt x="100031" y="674689"/>
                    </a:lnTo>
                    <a:lnTo>
                      <a:pt x="93139" y="705794"/>
                    </a:lnTo>
                    <a:lnTo>
                      <a:pt x="84655" y="705794"/>
                    </a:lnTo>
                    <a:cubicBezTo>
                      <a:pt x="84655" y="700079"/>
                      <a:pt x="84508" y="695794"/>
                      <a:pt x="84214" y="692936"/>
                    </a:cubicBezTo>
                    <a:cubicBezTo>
                      <a:pt x="83919" y="690079"/>
                      <a:pt x="83359" y="687900"/>
                      <a:pt x="82535" y="686397"/>
                    </a:cubicBezTo>
                    <a:cubicBezTo>
                      <a:pt x="81710" y="684895"/>
                      <a:pt x="80694" y="683864"/>
                      <a:pt x="79486" y="683304"/>
                    </a:cubicBezTo>
                    <a:cubicBezTo>
                      <a:pt x="78278" y="682745"/>
                      <a:pt x="76143" y="682465"/>
                      <a:pt x="73079" y="682465"/>
                    </a:cubicBezTo>
                    <a:lnTo>
                      <a:pt x="60001" y="682465"/>
                    </a:lnTo>
                    <a:lnTo>
                      <a:pt x="40826" y="769595"/>
                    </a:lnTo>
                    <a:cubicBezTo>
                      <a:pt x="40295" y="771892"/>
                      <a:pt x="39927" y="773718"/>
                      <a:pt x="39721" y="775073"/>
                    </a:cubicBezTo>
                    <a:cubicBezTo>
                      <a:pt x="39515" y="776428"/>
                      <a:pt x="39338" y="777857"/>
                      <a:pt x="39191" y="779359"/>
                    </a:cubicBezTo>
                    <a:cubicBezTo>
                      <a:pt x="39044" y="780861"/>
                      <a:pt x="38970" y="782201"/>
                      <a:pt x="38970" y="783380"/>
                    </a:cubicBezTo>
                    <a:cubicBezTo>
                      <a:pt x="38970" y="785206"/>
                      <a:pt x="39264" y="786635"/>
                      <a:pt x="39854" y="787666"/>
                    </a:cubicBezTo>
                    <a:cubicBezTo>
                      <a:pt x="40443" y="788696"/>
                      <a:pt x="41326" y="789448"/>
                      <a:pt x="42505" y="789919"/>
                    </a:cubicBezTo>
                    <a:cubicBezTo>
                      <a:pt x="43683" y="790390"/>
                      <a:pt x="45715" y="790744"/>
                      <a:pt x="48602" y="790979"/>
                    </a:cubicBezTo>
                    <a:lnTo>
                      <a:pt x="47630" y="795309"/>
                    </a:lnTo>
                    <a:lnTo>
                      <a:pt x="10427" y="795309"/>
                    </a:lnTo>
                    <a:lnTo>
                      <a:pt x="11399" y="790979"/>
                    </a:lnTo>
                    <a:cubicBezTo>
                      <a:pt x="13756" y="790626"/>
                      <a:pt x="15494" y="790154"/>
                      <a:pt x="16613" y="789565"/>
                    </a:cubicBezTo>
                    <a:cubicBezTo>
                      <a:pt x="17732" y="788976"/>
                      <a:pt x="18719" y="788063"/>
                      <a:pt x="19573" y="786826"/>
                    </a:cubicBezTo>
                    <a:cubicBezTo>
                      <a:pt x="20428" y="785589"/>
                      <a:pt x="21282" y="783645"/>
                      <a:pt x="22136" y="780994"/>
                    </a:cubicBezTo>
                    <a:cubicBezTo>
                      <a:pt x="22990" y="778343"/>
                      <a:pt x="24006" y="774337"/>
                      <a:pt x="25185" y="768976"/>
                    </a:cubicBezTo>
                    <a:lnTo>
                      <a:pt x="44095" y="682465"/>
                    </a:lnTo>
                    <a:lnTo>
                      <a:pt x="32873" y="682465"/>
                    </a:lnTo>
                    <a:cubicBezTo>
                      <a:pt x="29220" y="682465"/>
                      <a:pt x="26304" y="682995"/>
                      <a:pt x="24124" y="684056"/>
                    </a:cubicBezTo>
                    <a:cubicBezTo>
                      <a:pt x="21945" y="685116"/>
                      <a:pt x="19765" y="687089"/>
                      <a:pt x="17585" y="689976"/>
                    </a:cubicBezTo>
                    <a:cubicBezTo>
                      <a:pt x="15405" y="692863"/>
                      <a:pt x="12754" y="697693"/>
                      <a:pt x="9632" y="704468"/>
                    </a:cubicBezTo>
                    <a:lnTo>
                      <a:pt x="1149" y="704468"/>
                    </a:lnTo>
                    <a:close/>
                    <a:moveTo>
                      <a:pt x="562968" y="664283"/>
                    </a:moveTo>
                    <a:cubicBezTo>
                      <a:pt x="568276" y="664283"/>
                      <a:pt x="572770" y="665490"/>
                      <a:pt x="576450" y="667903"/>
                    </a:cubicBezTo>
                    <a:cubicBezTo>
                      <a:pt x="580130" y="670316"/>
                      <a:pt x="581970" y="673573"/>
                      <a:pt x="581970" y="677675"/>
                    </a:cubicBezTo>
                    <a:cubicBezTo>
                      <a:pt x="581970" y="679485"/>
                      <a:pt x="581548" y="680933"/>
                      <a:pt x="580703" y="682019"/>
                    </a:cubicBezTo>
                    <a:cubicBezTo>
                      <a:pt x="579859" y="683105"/>
                      <a:pt x="578833" y="683648"/>
                      <a:pt x="577627" y="683648"/>
                    </a:cubicBezTo>
                    <a:cubicBezTo>
                      <a:pt x="576420" y="683648"/>
                      <a:pt x="575183" y="683225"/>
                      <a:pt x="573917" y="682381"/>
                    </a:cubicBezTo>
                    <a:cubicBezTo>
                      <a:pt x="572650" y="681536"/>
                      <a:pt x="569784" y="678822"/>
                      <a:pt x="565320" y="674237"/>
                    </a:cubicBezTo>
                    <a:cubicBezTo>
                      <a:pt x="560856" y="669652"/>
                      <a:pt x="558624" y="666847"/>
                      <a:pt x="558624" y="665822"/>
                    </a:cubicBezTo>
                    <a:cubicBezTo>
                      <a:pt x="558624" y="664796"/>
                      <a:pt x="560072" y="664283"/>
                      <a:pt x="562968" y="664283"/>
                    </a:cubicBezTo>
                    <a:close/>
                    <a:moveTo>
                      <a:pt x="122183" y="583555"/>
                    </a:moveTo>
                    <a:lnTo>
                      <a:pt x="114761" y="616957"/>
                    </a:lnTo>
                    <a:cubicBezTo>
                      <a:pt x="115802" y="617001"/>
                      <a:pt x="117115" y="617044"/>
                      <a:pt x="118700" y="617088"/>
                    </a:cubicBezTo>
                    <a:cubicBezTo>
                      <a:pt x="120284" y="617131"/>
                      <a:pt x="122162" y="617153"/>
                      <a:pt x="124332" y="617153"/>
                    </a:cubicBezTo>
                    <a:cubicBezTo>
                      <a:pt x="129020" y="617153"/>
                      <a:pt x="133068" y="616751"/>
                      <a:pt x="136476" y="615948"/>
                    </a:cubicBezTo>
                    <a:cubicBezTo>
                      <a:pt x="139883" y="615145"/>
                      <a:pt x="142705" y="613886"/>
                      <a:pt x="144940" y="612172"/>
                    </a:cubicBezTo>
                    <a:cubicBezTo>
                      <a:pt x="147176" y="610457"/>
                      <a:pt x="148825" y="608232"/>
                      <a:pt x="149889" y="605498"/>
                    </a:cubicBezTo>
                    <a:cubicBezTo>
                      <a:pt x="150952" y="602763"/>
                      <a:pt x="151484" y="599486"/>
                      <a:pt x="151484" y="595666"/>
                    </a:cubicBezTo>
                    <a:cubicBezTo>
                      <a:pt x="151484" y="593669"/>
                      <a:pt x="151180" y="591911"/>
                      <a:pt x="150572" y="590392"/>
                    </a:cubicBezTo>
                    <a:cubicBezTo>
                      <a:pt x="149965" y="588872"/>
                      <a:pt x="148955" y="587603"/>
                      <a:pt x="147545" y="586582"/>
                    </a:cubicBezTo>
                    <a:cubicBezTo>
                      <a:pt x="146134" y="585562"/>
                      <a:pt x="144332" y="584803"/>
                      <a:pt x="142140" y="584304"/>
                    </a:cubicBezTo>
                    <a:cubicBezTo>
                      <a:pt x="139948" y="583804"/>
                      <a:pt x="137268" y="583555"/>
                      <a:pt x="134099" y="583555"/>
                    </a:cubicBezTo>
                    <a:close/>
                    <a:moveTo>
                      <a:pt x="278332" y="568024"/>
                    </a:moveTo>
                    <a:cubicBezTo>
                      <a:pt x="281107" y="568024"/>
                      <a:pt x="283520" y="569049"/>
                      <a:pt x="285571" y="571100"/>
                    </a:cubicBezTo>
                    <a:cubicBezTo>
                      <a:pt x="287622" y="573151"/>
                      <a:pt x="288648" y="575564"/>
                      <a:pt x="288648" y="578339"/>
                    </a:cubicBezTo>
                    <a:cubicBezTo>
                      <a:pt x="288648" y="581114"/>
                      <a:pt x="287622" y="583497"/>
                      <a:pt x="285571" y="585488"/>
                    </a:cubicBezTo>
                    <a:cubicBezTo>
                      <a:pt x="283520" y="587478"/>
                      <a:pt x="281107" y="588474"/>
                      <a:pt x="278332" y="588474"/>
                    </a:cubicBezTo>
                    <a:cubicBezTo>
                      <a:pt x="275557" y="588474"/>
                      <a:pt x="273144" y="587478"/>
                      <a:pt x="271093" y="585488"/>
                    </a:cubicBezTo>
                    <a:cubicBezTo>
                      <a:pt x="269042" y="583497"/>
                      <a:pt x="268016" y="581114"/>
                      <a:pt x="268016" y="578339"/>
                    </a:cubicBezTo>
                    <a:cubicBezTo>
                      <a:pt x="268016" y="575564"/>
                      <a:pt x="269042" y="573151"/>
                      <a:pt x="271093" y="571100"/>
                    </a:cubicBezTo>
                    <a:cubicBezTo>
                      <a:pt x="273144" y="569049"/>
                      <a:pt x="275557" y="568024"/>
                      <a:pt x="278332" y="568024"/>
                    </a:cubicBezTo>
                    <a:close/>
                    <a:moveTo>
                      <a:pt x="1400377" y="552279"/>
                    </a:moveTo>
                    <a:lnTo>
                      <a:pt x="1384270" y="555898"/>
                    </a:lnTo>
                    <a:cubicBezTo>
                      <a:pt x="1380892" y="563379"/>
                      <a:pt x="1379203" y="567571"/>
                      <a:pt x="1379203" y="568476"/>
                    </a:cubicBezTo>
                    <a:cubicBezTo>
                      <a:pt x="1379203" y="569381"/>
                      <a:pt x="1380228" y="570195"/>
                      <a:pt x="1382279" y="570919"/>
                    </a:cubicBezTo>
                    <a:cubicBezTo>
                      <a:pt x="1385899" y="572246"/>
                      <a:pt x="1388915" y="573694"/>
                      <a:pt x="1391328" y="575263"/>
                    </a:cubicBezTo>
                    <a:cubicBezTo>
                      <a:pt x="1395310" y="568386"/>
                      <a:pt x="1398326" y="560724"/>
                      <a:pt x="1400377" y="552279"/>
                    </a:cubicBezTo>
                    <a:close/>
                    <a:moveTo>
                      <a:pt x="141847" y="546180"/>
                    </a:moveTo>
                    <a:cubicBezTo>
                      <a:pt x="139764" y="546180"/>
                      <a:pt x="137778" y="546213"/>
                      <a:pt x="135890" y="546278"/>
                    </a:cubicBezTo>
                    <a:cubicBezTo>
                      <a:pt x="134001" y="546343"/>
                      <a:pt x="132189" y="546462"/>
                      <a:pt x="130453" y="546636"/>
                    </a:cubicBezTo>
                    <a:lnTo>
                      <a:pt x="123746" y="576783"/>
                    </a:lnTo>
                    <a:lnTo>
                      <a:pt x="133838" y="576783"/>
                    </a:lnTo>
                    <a:cubicBezTo>
                      <a:pt x="138570" y="576783"/>
                      <a:pt x="142574" y="576338"/>
                      <a:pt x="145852" y="575448"/>
                    </a:cubicBezTo>
                    <a:cubicBezTo>
                      <a:pt x="149129" y="574558"/>
                      <a:pt x="151788" y="573289"/>
                      <a:pt x="153828" y="571639"/>
                    </a:cubicBezTo>
                    <a:cubicBezTo>
                      <a:pt x="155868" y="569990"/>
                      <a:pt x="157355" y="568004"/>
                      <a:pt x="158288" y="565681"/>
                    </a:cubicBezTo>
                    <a:cubicBezTo>
                      <a:pt x="159221" y="563359"/>
                      <a:pt x="159688" y="560744"/>
                      <a:pt x="159688" y="557835"/>
                    </a:cubicBezTo>
                    <a:cubicBezTo>
                      <a:pt x="159601" y="555969"/>
                      <a:pt x="159232" y="554298"/>
                      <a:pt x="158581" y="552822"/>
                    </a:cubicBezTo>
                    <a:cubicBezTo>
                      <a:pt x="157930" y="551346"/>
                      <a:pt x="156899" y="550120"/>
                      <a:pt x="155488" y="549143"/>
                    </a:cubicBezTo>
                    <a:cubicBezTo>
                      <a:pt x="154078" y="548166"/>
                      <a:pt x="152254" y="547428"/>
                      <a:pt x="150019" y="546929"/>
                    </a:cubicBezTo>
                    <a:cubicBezTo>
                      <a:pt x="147783" y="546430"/>
                      <a:pt x="145059" y="546180"/>
                      <a:pt x="141847" y="546180"/>
                    </a:cubicBezTo>
                    <a:close/>
                    <a:moveTo>
                      <a:pt x="1065935" y="539973"/>
                    </a:moveTo>
                    <a:cubicBezTo>
                      <a:pt x="1067745" y="539973"/>
                      <a:pt x="1070671" y="540938"/>
                      <a:pt x="1074712" y="542868"/>
                    </a:cubicBezTo>
                    <a:cubicBezTo>
                      <a:pt x="1078754" y="544799"/>
                      <a:pt x="1080775" y="546367"/>
                      <a:pt x="1080775" y="547573"/>
                    </a:cubicBezTo>
                    <a:cubicBezTo>
                      <a:pt x="1080775" y="548780"/>
                      <a:pt x="1079538" y="550198"/>
                      <a:pt x="1077065" y="551826"/>
                    </a:cubicBezTo>
                    <a:cubicBezTo>
                      <a:pt x="1074592" y="553455"/>
                      <a:pt x="1072330" y="556079"/>
                      <a:pt x="1070278" y="559699"/>
                    </a:cubicBezTo>
                    <a:cubicBezTo>
                      <a:pt x="1067021" y="564404"/>
                      <a:pt x="1062979" y="569170"/>
                      <a:pt x="1058153" y="573996"/>
                    </a:cubicBezTo>
                    <a:cubicBezTo>
                      <a:pt x="1067926" y="579666"/>
                      <a:pt x="1074501" y="583316"/>
                      <a:pt x="1077879" y="584945"/>
                    </a:cubicBezTo>
                    <a:cubicBezTo>
                      <a:pt x="1081258" y="586574"/>
                      <a:pt x="1085812" y="588233"/>
                      <a:pt x="1091543" y="589922"/>
                    </a:cubicBezTo>
                    <a:cubicBezTo>
                      <a:pt x="1097274" y="591611"/>
                      <a:pt x="1103518" y="593089"/>
                      <a:pt x="1110274" y="594356"/>
                    </a:cubicBezTo>
                    <a:cubicBezTo>
                      <a:pt x="1117030" y="595622"/>
                      <a:pt x="1123304" y="596557"/>
                      <a:pt x="1129095" y="597161"/>
                    </a:cubicBezTo>
                    <a:cubicBezTo>
                      <a:pt x="1134887" y="597764"/>
                      <a:pt x="1137782" y="598669"/>
                      <a:pt x="1137782" y="599875"/>
                    </a:cubicBezTo>
                    <a:cubicBezTo>
                      <a:pt x="1137782" y="600479"/>
                      <a:pt x="1137119" y="601052"/>
                      <a:pt x="1135792" y="601595"/>
                    </a:cubicBezTo>
                    <a:cubicBezTo>
                      <a:pt x="1134464" y="602137"/>
                      <a:pt x="1129759" y="603314"/>
                      <a:pt x="1121675" y="605124"/>
                    </a:cubicBezTo>
                    <a:cubicBezTo>
                      <a:pt x="1113592" y="606933"/>
                      <a:pt x="1107077" y="607838"/>
                      <a:pt x="1102130" y="607838"/>
                    </a:cubicBezTo>
                    <a:cubicBezTo>
                      <a:pt x="1097183" y="607838"/>
                      <a:pt x="1092719" y="606390"/>
                      <a:pt x="1088738" y="603495"/>
                    </a:cubicBezTo>
                    <a:lnTo>
                      <a:pt x="1053267" y="579244"/>
                    </a:lnTo>
                    <a:cubicBezTo>
                      <a:pt x="1046510" y="585035"/>
                      <a:pt x="1037311" y="589831"/>
                      <a:pt x="1025668" y="593632"/>
                    </a:cubicBezTo>
                    <a:cubicBezTo>
                      <a:pt x="1014025" y="597432"/>
                      <a:pt x="1003499" y="599332"/>
                      <a:pt x="994088" y="599332"/>
                    </a:cubicBezTo>
                    <a:cubicBezTo>
                      <a:pt x="990589" y="599332"/>
                      <a:pt x="988840" y="598910"/>
                      <a:pt x="988840" y="598066"/>
                    </a:cubicBezTo>
                    <a:cubicBezTo>
                      <a:pt x="988840" y="597221"/>
                      <a:pt x="990770" y="596437"/>
                      <a:pt x="994631" y="595713"/>
                    </a:cubicBezTo>
                    <a:cubicBezTo>
                      <a:pt x="1016951" y="590887"/>
                      <a:pt x="1034084" y="583769"/>
                      <a:pt x="1046028" y="574358"/>
                    </a:cubicBezTo>
                    <a:cubicBezTo>
                      <a:pt x="1037824" y="569170"/>
                      <a:pt x="1029318" y="565068"/>
                      <a:pt x="1020510" y="562051"/>
                    </a:cubicBezTo>
                    <a:cubicBezTo>
                      <a:pt x="1018459" y="561448"/>
                      <a:pt x="1017434" y="560785"/>
                      <a:pt x="1017434" y="560061"/>
                    </a:cubicBezTo>
                    <a:cubicBezTo>
                      <a:pt x="1017434" y="559337"/>
                      <a:pt x="1019093" y="558975"/>
                      <a:pt x="1022411" y="558975"/>
                    </a:cubicBezTo>
                    <a:cubicBezTo>
                      <a:pt x="1025729" y="558975"/>
                      <a:pt x="1029288" y="559669"/>
                      <a:pt x="1033088" y="561056"/>
                    </a:cubicBezTo>
                    <a:cubicBezTo>
                      <a:pt x="1036889" y="562444"/>
                      <a:pt x="1042770" y="565430"/>
                      <a:pt x="1050733" y="570014"/>
                    </a:cubicBezTo>
                    <a:cubicBezTo>
                      <a:pt x="1053388" y="567119"/>
                      <a:pt x="1056132" y="563198"/>
                      <a:pt x="1058968" y="558251"/>
                    </a:cubicBezTo>
                    <a:cubicBezTo>
                      <a:pt x="1061803" y="553304"/>
                      <a:pt x="1063220" y="550318"/>
                      <a:pt x="1063220" y="549293"/>
                    </a:cubicBezTo>
                    <a:cubicBezTo>
                      <a:pt x="1063220" y="548267"/>
                      <a:pt x="1062165" y="547754"/>
                      <a:pt x="1060053" y="547754"/>
                    </a:cubicBezTo>
                    <a:cubicBezTo>
                      <a:pt x="1057942" y="547754"/>
                      <a:pt x="1052362" y="548840"/>
                      <a:pt x="1043313" y="551012"/>
                    </a:cubicBezTo>
                    <a:cubicBezTo>
                      <a:pt x="1034264" y="553184"/>
                      <a:pt x="1027840" y="554270"/>
                      <a:pt x="1024039" y="554270"/>
                    </a:cubicBezTo>
                    <a:cubicBezTo>
                      <a:pt x="1020239" y="554270"/>
                      <a:pt x="1017162" y="553847"/>
                      <a:pt x="1014810" y="553003"/>
                    </a:cubicBezTo>
                    <a:cubicBezTo>
                      <a:pt x="1012457" y="552158"/>
                      <a:pt x="1011281" y="551434"/>
                      <a:pt x="1011281" y="550831"/>
                    </a:cubicBezTo>
                    <a:cubicBezTo>
                      <a:pt x="1011281" y="550228"/>
                      <a:pt x="1012970" y="549805"/>
                      <a:pt x="1016348" y="549564"/>
                    </a:cubicBezTo>
                    <a:cubicBezTo>
                      <a:pt x="1022380" y="549323"/>
                      <a:pt x="1030343" y="548267"/>
                      <a:pt x="1040237" y="546397"/>
                    </a:cubicBezTo>
                    <a:cubicBezTo>
                      <a:pt x="1050130" y="544527"/>
                      <a:pt x="1056434" y="542989"/>
                      <a:pt x="1059149" y="541782"/>
                    </a:cubicBezTo>
                    <a:cubicBezTo>
                      <a:pt x="1061863" y="540576"/>
                      <a:pt x="1064125" y="539973"/>
                      <a:pt x="1065935" y="539973"/>
                    </a:cubicBezTo>
                    <a:close/>
                    <a:moveTo>
                      <a:pt x="710500" y="539430"/>
                    </a:moveTo>
                    <a:cubicBezTo>
                      <a:pt x="712069" y="539430"/>
                      <a:pt x="717196" y="541451"/>
                      <a:pt x="725883" y="545492"/>
                    </a:cubicBezTo>
                    <a:cubicBezTo>
                      <a:pt x="734570" y="549534"/>
                      <a:pt x="740361" y="553847"/>
                      <a:pt x="743257" y="558432"/>
                    </a:cubicBezTo>
                    <a:cubicBezTo>
                      <a:pt x="746152" y="563017"/>
                      <a:pt x="747600" y="567873"/>
                      <a:pt x="747600" y="573001"/>
                    </a:cubicBezTo>
                    <a:cubicBezTo>
                      <a:pt x="747600" y="578128"/>
                      <a:pt x="746364" y="580692"/>
                      <a:pt x="743890" y="580692"/>
                    </a:cubicBezTo>
                    <a:cubicBezTo>
                      <a:pt x="741417" y="580692"/>
                      <a:pt x="738431" y="578339"/>
                      <a:pt x="734932" y="573634"/>
                    </a:cubicBezTo>
                    <a:cubicBezTo>
                      <a:pt x="731433" y="568929"/>
                      <a:pt x="727572" y="563861"/>
                      <a:pt x="723349" y="558432"/>
                    </a:cubicBezTo>
                    <a:cubicBezTo>
                      <a:pt x="719127" y="553003"/>
                      <a:pt x="715749" y="548840"/>
                      <a:pt x="713215" y="545945"/>
                    </a:cubicBezTo>
                    <a:cubicBezTo>
                      <a:pt x="710681" y="543049"/>
                      <a:pt x="709414" y="541239"/>
                      <a:pt x="709414" y="540515"/>
                    </a:cubicBezTo>
                    <a:cubicBezTo>
                      <a:pt x="709414" y="539792"/>
                      <a:pt x="709776" y="539430"/>
                      <a:pt x="710500" y="539430"/>
                    </a:cubicBezTo>
                    <a:close/>
                    <a:moveTo>
                      <a:pt x="110593" y="539409"/>
                    </a:moveTo>
                    <a:lnTo>
                      <a:pt x="144712" y="539409"/>
                    </a:lnTo>
                    <a:cubicBezTo>
                      <a:pt x="149791" y="539409"/>
                      <a:pt x="154099" y="539821"/>
                      <a:pt x="157637" y="540646"/>
                    </a:cubicBezTo>
                    <a:cubicBezTo>
                      <a:pt x="161175" y="541470"/>
                      <a:pt x="164083" y="542664"/>
                      <a:pt x="166362" y="544227"/>
                    </a:cubicBezTo>
                    <a:cubicBezTo>
                      <a:pt x="168641" y="545790"/>
                      <a:pt x="170291" y="547667"/>
                      <a:pt x="171311" y="549859"/>
                    </a:cubicBezTo>
                    <a:cubicBezTo>
                      <a:pt x="172331" y="552051"/>
                      <a:pt x="172841" y="554558"/>
                      <a:pt x="172841" y="557380"/>
                    </a:cubicBezTo>
                    <a:cubicBezTo>
                      <a:pt x="172841" y="568058"/>
                      <a:pt x="166134" y="575589"/>
                      <a:pt x="152721" y="579974"/>
                    </a:cubicBezTo>
                    <a:cubicBezTo>
                      <a:pt x="152721" y="580191"/>
                      <a:pt x="152710" y="580364"/>
                      <a:pt x="152689" y="580494"/>
                    </a:cubicBezTo>
                    <a:cubicBezTo>
                      <a:pt x="152667" y="580625"/>
                      <a:pt x="152656" y="580733"/>
                      <a:pt x="152656" y="580820"/>
                    </a:cubicBezTo>
                    <a:cubicBezTo>
                      <a:pt x="156693" y="582426"/>
                      <a:pt x="159753" y="584640"/>
                      <a:pt x="161837" y="587461"/>
                    </a:cubicBezTo>
                    <a:cubicBezTo>
                      <a:pt x="163920" y="590283"/>
                      <a:pt x="164962" y="593539"/>
                      <a:pt x="164962" y="597228"/>
                    </a:cubicBezTo>
                    <a:cubicBezTo>
                      <a:pt x="164962" y="601396"/>
                      <a:pt x="164192" y="605118"/>
                      <a:pt x="162651" y="608395"/>
                    </a:cubicBezTo>
                    <a:cubicBezTo>
                      <a:pt x="161110" y="611672"/>
                      <a:pt x="158733" y="614451"/>
                      <a:pt x="155521" y="616729"/>
                    </a:cubicBezTo>
                    <a:cubicBezTo>
                      <a:pt x="152309" y="619008"/>
                      <a:pt x="148185" y="620766"/>
                      <a:pt x="143150" y="622004"/>
                    </a:cubicBezTo>
                    <a:cubicBezTo>
                      <a:pt x="138114" y="623241"/>
                      <a:pt x="132080" y="623859"/>
                      <a:pt x="125048" y="623859"/>
                    </a:cubicBezTo>
                    <a:lnTo>
                      <a:pt x="94511" y="623859"/>
                    </a:lnTo>
                    <a:lnTo>
                      <a:pt x="95227" y="619887"/>
                    </a:lnTo>
                    <a:cubicBezTo>
                      <a:pt x="96573" y="619670"/>
                      <a:pt x="97669" y="619421"/>
                      <a:pt x="98515" y="619139"/>
                    </a:cubicBezTo>
                    <a:cubicBezTo>
                      <a:pt x="99362" y="618856"/>
                      <a:pt x="100121" y="618249"/>
                      <a:pt x="100794" y="617315"/>
                    </a:cubicBezTo>
                    <a:cubicBezTo>
                      <a:pt x="101467" y="616382"/>
                      <a:pt x="102085" y="614982"/>
                      <a:pt x="102650" y="613116"/>
                    </a:cubicBezTo>
                    <a:cubicBezTo>
                      <a:pt x="103214" y="611249"/>
                      <a:pt x="103865" y="608601"/>
                      <a:pt x="104603" y="605172"/>
                    </a:cubicBezTo>
                    <a:lnTo>
                      <a:pt x="115281" y="557705"/>
                    </a:lnTo>
                    <a:cubicBezTo>
                      <a:pt x="115716" y="555795"/>
                      <a:pt x="116041" y="554102"/>
                      <a:pt x="116258" y="552626"/>
                    </a:cubicBezTo>
                    <a:cubicBezTo>
                      <a:pt x="116475" y="551150"/>
                      <a:pt x="116584" y="549935"/>
                      <a:pt x="116584" y="548980"/>
                    </a:cubicBezTo>
                    <a:cubicBezTo>
                      <a:pt x="116584" y="547027"/>
                      <a:pt x="116095" y="545638"/>
                      <a:pt x="115119" y="544813"/>
                    </a:cubicBezTo>
                    <a:cubicBezTo>
                      <a:pt x="114142" y="543988"/>
                      <a:pt x="112308" y="543554"/>
                      <a:pt x="109617" y="543511"/>
                    </a:cubicBezTo>
                    <a:close/>
                    <a:moveTo>
                      <a:pt x="648064" y="534000"/>
                    </a:moveTo>
                    <a:cubicBezTo>
                      <a:pt x="648908" y="534000"/>
                      <a:pt x="649783" y="534845"/>
                      <a:pt x="650688" y="536534"/>
                    </a:cubicBezTo>
                    <a:cubicBezTo>
                      <a:pt x="651593" y="538223"/>
                      <a:pt x="652045" y="540274"/>
                      <a:pt x="652045" y="542687"/>
                    </a:cubicBezTo>
                    <a:cubicBezTo>
                      <a:pt x="652045" y="549323"/>
                      <a:pt x="648878" y="557195"/>
                      <a:pt x="642544" y="566304"/>
                    </a:cubicBezTo>
                    <a:cubicBezTo>
                      <a:pt x="636210" y="575414"/>
                      <a:pt x="631867" y="579968"/>
                      <a:pt x="629514" y="579968"/>
                    </a:cubicBezTo>
                    <a:cubicBezTo>
                      <a:pt x="627161" y="579968"/>
                      <a:pt x="625985" y="577434"/>
                      <a:pt x="625985" y="572367"/>
                    </a:cubicBezTo>
                    <a:cubicBezTo>
                      <a:pt x="625985" y="569833"/>
                      <a:pt x="626618" y="567330"/>
                      <a:pt x="627885" y="564857"/>
                    </a:cubicBezTo>
                    <a:cubicBezTo>
                      <a:pt x="629152" y="562383"/>
                      <a:pt x="631414" y="559156"/>
                      <a:pt x="634672" y="555174"/>
                    </a:cubicBezTo>
                    <a:cubicBezTo>
                      <a:pt x="639618" y="549142"/>
                      <a:pt x="643359" y="542868"/>
                      <a:pt x="645892" y="536353"/>
                    </a:cubicBezTo>
                    <a:cubicBezTo>
                      <a:pt x="646495" y="534785"/>
                      <a:pt x="647219" y="534000"/>
                      <a:pt x="648064" y="534000"/>
                    </a:cubicBezTo>
                    <a:close/>
                    <a:moveTo>
                      <a:pt x="1381918" y="533819"/>
                    </a:moveTo>
                    <a:cubicBezTo>
                      <a:pt x="1383124" y="533819"/>
                      <a:pt x="1384994" y="534664"/>
                      <a:pt x="1387528" y="536353"/>
                    </a:cubicBezTo>
                    <a:cubicBezTo>
                      <a:pt x="1390061" y="538042"/>
                      <a:pt x="1391328" y="539550"/>
                      <a:pt x="1391328" y="540877"/>
                    </a:cubicBezTo>
                    <a:cubicBezTo>
                      <a:pt x="1391328" y="542205"/>
                      <a:pt x="1390966" y="543290"/>
                      <a:pt x="1390242" y="544135"/>
                    </a:cubicBezTo>
                    <a:cubicBezTo>
                      <a:pt x="1389519" y="544980"/>
                      <a:pt x="1388372" y="547151"/>
                      <a:pt x="1386804" y="550650"/>
                    </a:cubicBezTo>
                    <a:lnTo>
                      <a:pt x="1401101" y="548116"/>
                    </a:lnTo>
                    <a:cubicBezTo>
                      <a:pt x="1401463" y="546186"/>
                      <a:pt x="1401553" y="544768"/>
                      <a:pt x="1401372" y="543863"/>
                    </a:cubicBezTo>
                    <a:cubicBezTo>
                      <a:pt x="1401191" y="542959"/>
                      <a:pt x="1401101" y="542265"/>
                      <a:pt x="1401101" y="541782"/>
                    </a:cubicBezTo>
                    <a:cubicBezTo>
                      <a:pt x="1401101" y="540334"/>
                      <a:pt x="1401704" y="539611"/>
                      <a:pt x="1402911" y="539611"/>
                    </a:cubicBezTo>
                    <a:cubicBezTo>
                      <a:pt x="1404117" y="539611"/>
                      <a:pt x="1406168" y="540365"/>
                      <a:pt x="1409064" y="541873"/>
                    </a:cubicBezTo>
                    <a:cubicBezTo>
                      <a:pt x="1411959" y="543381"/>
                      <a:pt x="1413407" y="544678"/>
                      <a:pt x="1413407" y="545764"/>
                    </a:cubicBezTo>
                    <a:cubicBezTo>
                      <a:pt x="1413407" y="546850"/>
                      <a:pt x="1412864" y="548297"/>
                      <a:pt x="1411778" y="550107"/>
                    </a:cubicBezTo>
                    <a:cubicBezTo>
                      <a:pt x="1410693" y="551917"/>
                      <a:pt x="1409335" y="555265"/>
                      <a:pt x="1407707" y="560151"/>
                    </a:cubicBezTo>
                    <a:cubicBezTo>
                      <a:pt x="1406078" y="565038"/>
                      <a:pt x="1402790" y="571281"/>
                      <a:pt x="1397843" y="578882"/>
                    </a:cubicBezTo>
                    <a:cubicBezTo>
                      <a:pt x="1402911" y="581778"/>
                      <a:pt x="1406410" y="584402"/>
                      <a:pt x="1408340" y="586755"/>
                    </a:cubicBezTo>
                    <a:cubicBezTo>
                      <a:pt x="1410270" y="589107"/>
                      <a:pt x="1411236" y="591611"/>
                      <a:pt x="1411236" y="594265"/>
                    </a:cubicBezTo>
                    <a:cubicBezTo>
                      <a:pt x="1411236" y="597040"/>
                      <a:pt x="1410602" y="598427"/>
                      <a:pt x="1409335" y="598427"/>
                    </a:cubicBezTo>
                    <a:cubicBezTo>
                      <a:pt x="1408068" y="598427"/>
                      <a:pt x="1406832" y="597764"/>
                      <a:pt x="1405625" y="596437"/>
                    </a:cubicBezTo>
                    <a:cubicBezTo>
                      <a:pt x="1400679" y="591369"/>
                      <a:pt x="1396697" y="587448"/>
                      <a:pt x="1393681" y="584673"/>
                    </a:cubicBezTo>
                    <a:cubicBezTo>
                      <a:pt x="1388493" y="590465"/>
                      <a:pt x="1381797" y="595049"/>
                      <a:pt x="1373593" y="598427"/>
                    </a:cubicBezTo>
                    <a:cubicBezTo>
                      <a:pt x="1365388" y="601806"/>
                      <a:pt x="1358089" y="603495"/>
                      <a:pt x="1351695" y="603495"/>
                    </a:cubicBezTo>
                    <a:cubicBezTo>
                      <a:pt x="1350126" y="603495"/>
                      <a:pt x="1349342" y="603103"/>
                      <a:pt x="1349342" y="602318"/>
                    </a:cubicBezTo>
                    <a:cubicBezTo>
                      <a:pt x="1349342" y="601534"/>
                      <a:pt x="1350066" y="600961"/>
                      <a:pt x="1351514" y="600599"/>
                    </a:cubicBezTo>
                    <a:cubicBezTo>
                      <a:pt x="1368767" y="594808"/>
                      <a:pt x="1380952" y="587991"/>
                      <a:pt x="1388071" y="580149"/>
                    </a:cubicBezTo>
                    <a:cubicBezTo>
                      <a:pt x="1382762" y="576530"/>
                      <a:pt x="1378781" y="574177"/>
                      <a:pt x="1376126" y="573091"/>
                    </a:cubicBezTo>
                    <a:cubicBezTo>
                      <a:pt x="1373472" y="572005"/>
                      <a:pt x="1372145" y="570799"/>
                      <a:pt x="1372145" y="569471"/>
                    </a:cubicBezTo>
                    <a:cubicBezTo>
                      <a:pt x="1372145" y="568868"/>
                      <a:pt x="1372627" y="567541"/>
                      <a:pt x="1373593" y="565490"/>
                    </a:cubicBezTo>
                    <a:cubicBezTo>
                      <a:pt x="1374558" y="563439"/>
                      <a:pt x="1375463" y="560905"/>
                      <a:pt x="1376307" y="557889"/>
                    </a:cubicBezTo>
                    <a:cubicBezTo>
                      <a:pt x="1367620" y="560061"/>
                      <a:pt x="1359356" y="562474"/>
                      <a:pt x="1351514" y="565128"/>
                    </a:cubicBezTo>
                    <a:cubicBezTo>
                      <a:pt x="1348136" y="566214"/>
                      <a:pt x="1345542" y="566757"/>
                      <a:pt x="1343732" y="566757"/>
                    </a:cubicBezTo>
                    <a:cubicBezTo>
                      <a:pt x="1341922" y="566757"/>
                      <a:pt x="1339961" y="565731"/>
                      <a:pt x="1337850" y="563680"/>
                    </a:cubicBezTo>
                    <a:cubicBezTo>
                      <a:pt x="1335739" y="561629"/>
                      <a:pt x="1334683" y="560000"/>
                      <a:pt x="1334683" y="558794"/>
                    </a:cubicBezTo>
                    <a:cubicBezTo>
                      <a:pt x="1334683" y="557587"/>
                      <a:pt x="1335829" y="556984"/>
                      <a:pt x="1338122" y="556984"/>
                    </a:cubicBezTo>
                    <a:lnTo>
                      <a:pt x="1343370" y="557165"/>
                    </a:lnTo>
                    <a:cubicBezTo>
                      <a:pt x="1348437" y="557165"/>
                      <a:pt x="1359899" y="555536"/>
                      <a:pt x="1377755" y="552279"/>
                    </a:cubicBezTo>
                    <a:cubicBezTo>
                      <a:pt x="1379324" y="547212"/>
                      <a:pt x="1380108" y="542084"/>
                      <a:pt x="1380108" y="536896"/>
                    </a:cubicBezTo>
                    <a:cubicBezTo>
                      <a:pt x="1380108" y="534845"/>
                      <a:pt x="1380711" y="533819"/>
                      <a:pt x="1381918" y="533819"/>
                    </a:cubicBezTo>
                    <a:close/>
                    <a:moveTo>
                      <a:pt x="1028835" y="515179"/>
                    </a:moveTo>
                    <a:cubicBezTo>
                      <a:pt x="1021838" y="516385"/>
                      <a:pt x="1014297" y="516989"/>
                      <a:pt x="1006213" y="516989"/>
                    </a:cubicBezTo>
                    <a:cubicBezTo>
                      <a:pt x="1008144" y="520729"/>
                      <a:pt x="1010315" y="526399"/>
                      <a:pt x="1012728" y="534000"/>
                    </a:cubicBezTo>
                    <a:cubicBezTo>
                      <a:pt x="1023708" y="532311"/>
                      <a:pt x="1030343" y="531406"/>
                      <a:pt x="1032636" y="531286"/>
                    </a:cubicBezTo>
                    <a:cubicBezTo>
                      <a:pt x="1030826" y="527304"/>
                      <a:pt x="1029559" y="521935"/>
                      <a:pt x="1028835" y="515179"/>
                    </a:cubicBezTo>
                    <a:close/>
                    <a:moveTo>
                      <a:pt x="1397843" y="513731"/>
                    </a:moveTo>
                    <a:cubicBezTo>
                      <a:pt x="1401463" y="513731"/>
                      <a:pt x="1405263" y="514666"/>
                      <a:pt x="1409245" y="516536"/>
                    </a:cubicBezTo>
                    <a:cubicBezTo>
                      <a:pt x="1413226" y="518406"/>
                      <a:pt x="1415217" y="521332"/>
                      <a:pt x="1415217" y="525314"/>
                    </a:cubicBezTo>
                    <a:cubicBezTo>
                      <a:pt x="1415217" y="527606"/>
                      <a:pt x="1414372" y="528752"/>
                      <a:pt x="1412683" y="528752"/>
                    </a:cubicBezTo>
                    <a:cubicBezTo>
                      <a:pt x="1411236" y="528752"/>
                      <a:pt x="1408068" y="526580"/>
                      <a:pt x="1403182" y="522237"/>
                    </a:cubicBezTo>
                    <a:cubicBezTo>
                      <a:pt x="1398296" y="517894"/>
                      <a:pt x="1395853" y="515390"/>
                      <a:pt x="1395853" y="514727"/>
                    </a:cubicBezTo>
                    <a:cubicBezTo>
                      <a:pt x="1395853" y="514063"/>
                      <a:pt x="1396516" y="513731"/>
                      <a:pt x="1397843" y="513731"/>
                    </a:cubicBezTo>
                    <a:close/>
                    <a:moveTo>
                      <a:pt x="836006" y="511740"/>
                    </a:moveTo>
                    <a:cubicBezTo>
                      <a:pt x="837635" y="511740"/>
                      <a:pt x="839928" y="512766"/>
                      <a:pt x="842883" y="514817"/>
                    </a:cubicBezTo>
                    <a:cubicBezTo>
                      <a:pt x="845839" y="516868"/>
                      <a:pt x="847317" y="518648"/>
                      <a:pt x="847317" y="520156"/>
                    </a:cubicBezTo>
                    <a:cubicBezTo>
                      <a:pt x="847317" y="521664"/>
                      <a:pt x="846473" y="523444"/>
                      <a:pt x="844784" y="525495"/>
                    </a:cubicBezTo>
                    <a:cubicBezTo>
                      <a:pt x="842371" y="527908"/>
                      <a:pt x="836519" y="535388"/>
                      <a:pt x="827229" y="547935"/>
                    </a:cubicBezTo>
                    <a:cubicBezTo>
                      <a:pt x="832779" y="548177"/>
                      <a:pt x="839174" y="549021"/>
                      <a:pt x="846412" y="550469"/>
                    </a:cubicBezTo>
                    <a:cubicBezTo>
                      <a:pt x="849187" y="546126"/>
                      <a:pt x="851329" y="541993"/>
                      <a:pt x="852837" y="538072"/>
                    </a:cubicBezTo>
                    <a:cubicBezTo>
                      <a:pt x="854345" y="534151"/>
                      <a:pt x="855099" y="531225"/>
                      <a:pt x="855099" y="529295"/>
                    </a:cubicBezTo>
                    <a:cubicBezTo>
                      <a:pt x="855099" y="527365"/>
                      <a:pt x="855883" y="526399"/>
                      <a:pt x="857452" y="526399"/>
                    </a:cubicBezTo>
                    <a:cubicBezTo>
                      <a:pt x="859020" y="526399"/>
                      <a:pt x="860951" y="527485"/>
                      <a:pt x="863243" y="529657"/>
                    </a:cubicBezTo>
                    <a:cubicBezTo>
                      <a:pt x="865536" y="531829"/>
                      <a:pt x="866682" y="533518"/>
                      <a:pt x="866682" y="534724"/>
                    </a:cubicBezTo>
                    <a:cubicBezTo>
                      <a:pt x="866682" y="535931"/>
                      <a:pt x="866078" y="537198"/>
                      <a:pt x="864872" y="538525"/>
                    </a:cubicBezTo>
                    <a:lnTo>
                      <a:pt x="825962" y="587207"/>
                    </a:lnTo>
                    <a:cubicBezTo>
                      <a:pt x="833684" y="585639"/>
                      <a:pt x="842009" y="584191"/>
                      <a:pt x="850937" y="582864"/>
                    </a:cubicBezTo>
                    <a:cubicBezTo>
                      <a:pt x="848283" y="577796"/>
                      <a:pt x="846955" y="574478"/>
                      <a:pt x="846955" y="572910"/>
                    </a:cubicBezTo>
                    <a:cubicBezTo>
                      <a:pt x="846955" y="571824"/>
                      <a:pt x="847559" y="571281"/>
                      <a:pt x="848765" y="571281"/>
                    </a:cubicBezTo>
                    <a:cubicBezTo>
                      <a:pt x="849972" y="571281"/>
                      <a:pt x="851932" y="572005"/>
                      <a:pt x="854647" y="573453"/>
                    </a:cubicBezTo>
                    <a:cubicBezTo>
                      <a:pt x="857361" y="574901"/>
                      <a:pt x="859654" y="577072"/>
                      <a:pt x="861524" y="579968"/>
                    </a:cubicBezTo>
                    <a:cubicBezTo>
                      <a:pt x="863394" y="582864"/>
                      <a:pt x="864329" y="585397"/>
                      <a:pt x="864329" y="587569"/>
                    </a:cubicBezTo>
                    <a:cubicBezTo>
                      <a:pt x="864329" y="589741"/>
                      <a:pt x="863846" y="591550"/>
                      <a:pt x="862881" y="592998"/>
                    </a:cubicBezTo>
                    <a:cubicBezTo>
                      <a:pt x="861916" y="594446"/>
                      <a:pt x="860951" y="595170"/>
                      <a:pt x="859986" y="595170"/>
                    </a:cubicBezTo>
                    <a:cubicBezTo>
                      <a:pt x="859020" y="595170"/>
                      <a:pt x="858116" y="594657"/>
                      <a:pt x="857271" y="593632"/>
                    </a:cubicBezTo>
                    <a:cubicBezTo>
                      <a:pt x="856426" y="592606"/>
                      <a:pt x="854858" y="589982"/>
                      <a:pt x="852566" y="585759"/>
                    </a:cubicBezTo>
                    <a:cubicBezTo>
                      <a:pt x="836157" y="591430"/>
                      <a:pt x="824756" y="596195"/>
                      <a:pt x="818361" y="600056"/>
                    </a:cubicBezTo>
                    <a:cubicBezTo>
                      <a:pt x="816914" y="600901"/>
                      <a:pt x="815586" y="601323"/>
                      <a:pt x="814380" y="601323"/>
                    </a:cubicBezTo>
                    <a:cubicBezTo>
                      <a:pt x="813173" y="601323"/>
                      <a:pt x="812057" y="599966"/>
                      <a:pt x="811032" y="597251"/>
                    </a:cubicBezTo>
                    <a:cubicBezTo>
                      <a:pt x="810006" y="594536"/>
                      <a:pt x="809494" y="592335"/>
                      <a:pt x="809494" y="590646"/>
                    </a:cubicBezTo>
                    <a:cubicBezTo>
                      <a:pt x="809494" y="588956"/>
                      <a:pt x="810398" y="587750"/>
                      <a:pt x="812208" y="587026"/>
                    </a:cubicBezTo>
                    <a:cubicBezTo>
                      <a:pt x="816914" y="584975"/>
                      <a:pt x="821257" y="581989"/>
                      <a:pt x="825238" y="578068"/>
                    </a:cubicBezTo>
                    <a:cubicBezTo>
                      <a:pt x="829220" y="574147"/>
                      <a:pt x="835313" y="566335"/>
                      <a:pt x="843517" y="554631"/>
                    </a:cubicBezTo>
                    <a:cubicBezTo>
                      <a:pt x="831452" y="554270"/>
                      <a:pt x="822705" y="554813"/>
                      <a:pt x="817276" y="556260"/>
                    </a:cubicBezTo>
                    <a:cubicBezTo>
                      <a:pt x="816552" y="556381"/>
                      <a:pt x="815948" y="556441"/>
                      <a:pt x="815466" y="556441"/>
                    </a:cubicBezTo>
                    <a:cubicBezTo>
                      <a:pt x="813656" y="556441"/>
                      <a:pt x="812751" y="554390"/>
                      <a:pt x="812751" y="550288"/>
                    </a:cubicBezTo>
                    <a:cubicBezTo>
                      <a:pt x="812751" y="548840"/>
                      <a:pt x="813173" y="547453"/>
                      <a:pt x="814018" y="546126"/>
                    </a:cubicBezTo>
                    <a:cubicBezTo>
                      <a:pt x="814863" y="544799"/>
                      <a:pt x="815767" y="543954"/>
                      <a:pt x="816733" y="543592"/>
                    </a:cubicBezTo>
                    <a:cubicBezTo>
                      <a:pt x="821559" y="542024"/>
                      <a:pt x="825661" y="538585"/>
                      <a:pt x="829039" y="533276"/>
                    </a:cubicBezTo>
                    <a:cubicBezTo>
                      <a:pt x="832417" y="527968"/>
                      <a:pt x="834106" y="523082"/>
                      <a:pt x="834106" y="518617"/>
                    </a:cubicBezTo>
                    <a:lnTo>
                      <a:pt x="833563" y="514093"/>
                    </a:lnTo>
                    <a:cubicBezTo>
                      <a:pt x="833563" y="512525"/>
                      <a:pt x="834378" y="511740"/>
                      <a:pt x="836006" y="511740"/>
                    </a:cubicBezTo>
                    <a:close/>
                    <a:moveTo>
                      <a:pt x="1055620" y="511017"/>
                    </a:moveTo>
                    <a:lnTo>
                      <a:pt x="1032093" y="514455"/>
                    </a:lnTo>
                    <a:cubicBezTo>
                      <a:pt x="1035592" y="518316"/>
                      <a:pt x="1037341" y="521483"/>
                      <a:pt x="1037341" y="523956"/>
                    </a:cubicBezTo>
                    <a:cubicBezTo>
                      <a:pt x="1037341" y="526430"/>
                      <a:pt x="1036919" y="528692"/>
                      <a:pt x="1036074" y="530743"/>
                    </a:cubicBezTo>
                    <a:cubicBezTo>
                      <a:pt x="1040538" y="530140"/>
                      <a:pt x="1046149" y="529295"/>
                      <a:pt x="1052905" y="528209"/>
                    </a:cubicBezTo>
                    <a:cubicBezTo>
                      <a:pt x="1055077" y="522418"/>
                      <a:pt x="1056162" y="518316"/>
                      <a:pt x="1056162" y="515903"/>
                    </a:cubicBezTo>
                    <a:cubicBezTo>
                      <a:pt x="1056162" y="513490"/>
                      <a:pt x="1055981" y="511861"/>
                      <a:pt x="1055620" y="511017"/>
                    </a:cubicBezTo>
                    <a:close/>
                    <a:moveTo>
                      <a:pt x="1239852" y="507759"/>
                    </a:moveTo>
                    <a:cubicBezTo>
                      <a:pt x="1235871" y="507759"/>
                      <a:pt x="1224892" y="508905"/>
                      <a:pt x="1206915" y="511198"/>
                    </a:cubicBezTo>
                    <a:cubicBezTo>
                      <a:pt x="1207759" y="514817"/>
                      <a:pt x="1208483" y="519221"/>
                      <a:pt x="1209086" y="524409"/>
                    </a:cubicBezTo>
                    <a:cubicBezTo>
                      <a:pt x="1226943" y="521875"/>
                      <a:pt x="1236745" y="520397"/>
                      <a:pt x="1238495" y="519975"/>
                    </a:cubicBezTo>
                    <a:cubicBezTo>
                      <a:pt x="1240244" y="519553"/>
                      <a:pt x="1241360" y="518105"/>
                      <a:pt x="1241843" y="515631"/>
                    </a:cubicBezTo>
                    <a:cubicBezTo>
                      <a:pt x="1242325" y="513158"/>
                      <a:pt x="1242567" y="511228"/>
                      <a:pt x="1242567" y="509840"/>
                    </a:cubicBezTo>
                    <a:cubicBezTo>
                      <a:pt x="1242567" y="508453"/>
                      <a:pt x="1241662" y="507759"/>
                      <a:pt x="1239852" y="507759"/>
                    </a:cubicBezTo>
                    <a:close/>
                    <a:moveTo>
                      <a:pt x="1085661" y="507759"/>
                    </a:moveTo>
                    <a:cubicBezTo>
                      <a:pt x="1081801" y="507759"/>
                      <a:pt x="1073053" y="508664"/>
                      <a:pt x="1059420" y="510474"/>
                    </a:cubicBezTo>
                    <a:cubicBezTo>
                      <a:pt x="1063643" y="512042"/>
                      <a:pt x="1065754" y="513279"/>
                      <a:pt x="1065754" y="514184"/>
                    </a:cubicBezTo>
                    <a:cubicBezTo>
                      <a:pt x="1065754" y="515088"/>
                      <a:pt x="1065272" y="516024"/>
                      <a:pt x="1064306" y="516989"/>
                    </a:cubicBezTo>
                    <a:cubicBezTo>
                      <a:pt x="1061893" y="520005"/>
                      <a:pt x="1059782" y="523504"/>
                      <a:pt x="1057972" y="527485"/>
                    </a:cubicBezTo>
                    <a:cubicBezTo>
                      <a:pt x="1066659" y="526279"/>
                      <a:pt x="1071847" y="525676"/>
                      <a:pt x="1073536" y="525676"/>
                    </a:cubicBezTo>
                    <a:lnTo>
                      <a:pt x="1078965" y="526037"/>
                    </a:lnTo>
                    <a:cubicBezTo>
                      <a:pt x="1080654" y="526037"/>
                      <a:pt x="1081861" y="525857"/>
                      <a:pt x="1082585" y="525495"/>
                    </a:cubicBezTo>
                    <a:cubicBezTo>
                      <a:pt x="1083309" y="525133"/>
                      <a:pt x="1084606" y="522689"/>
                      <a:pt x="1086476" y="518165"/>
                    </a:cubicBezTo>
                    <a:cubicBezTo>
                      <a:pt x="1088346" y="513641"/>
                      <a:pt x="1089281" y="510775"/>
                      <a:pt x="1089281" y="509569"/>
                    </a:cubicBezTo>
                    <a:cubicBezTo>
                      <a:pt x="1089281" y="508362"/>
                      <a:pt x="1088074" y="507759"/>
                      <a:pt x="1085661" y="507759"/>
                    </a:cubicBezTo>
                    <a:close/>
                    <a:moveTo>
                      <a:pt x="680458" y="507759"/>
                    </a:moveTo>
                    <a:cubicBezTo>
                      <a:pt x="682389" y="507759"/>
                      <a:pt x="685315" y="508785"/>
                      <a:pt x="689236" y="510836"/>
                    </a:cubicBezTo>
                    <a:cubicBezTo>
                      <a:pt x="693157" y="512887"/>
                      <a:pt x="695117" y="515239"/>
                      <a:pt x="695117" y="517894"/>
                    </a:cubicBezTo>
                    <a:cubicBezTo>
                      <a:pt x="695117" y="519100"/>
                      <a:pt x="694635" y="520880"/>
                      <a:pt x="693670" y="523232"/>
                    </a:cubicBezTo>
                    <a:cubicBezTo>
                      <a:pt x="692704" y="525585"/>
                      <a:pt x="692222" y="531376"/>
                      <a:pt x="692222" y="540606"/>
                    </a:cubicBezTo>
                    <a:cubicBezTo>
                      <a:pt x="692222" y="549836"/>
                      <a:pt x="692463" y="558010"/>
                      <a:pt x="692946" y="565128"/>
                    </a:cubicBezTo>
                    <a:cubicBezTo>
                      <a:pt x="693428" y="572246"/>
                      <a:pt x="693670" y="576107"/>
                      <a:pt x="693670" y="576710"/>
                    </a:cubicBezTo>
                    <a:cubicBezTo>
                      <a:pt x="693670" y="585035"/>
                      <a:pt x="692011" y="592365"/>
                      <a:pt x="688693" y="598699"/>
                    </a:cubicBezTo>
                    <a:cubicBezTo>
                      <a:pt x="685375" y="605033"/>
                      <a:pt x="682449" y="608200"/>
                      <a:pt x="679916" y="608200"/>
                    </a:cubicBezTo>
                    <a:cubicBezTo>
                      <a:pt x="678106" y="608200"/>
                      <a:pt x="676507" y="606752"/>
                      <a:pt x="675120" y="603857"/>
                    </a:cubicBezTo>
                    <a:cubicBezTo>
                      <a:pt x="673732" y="600961"/>
                      <a:pt x="671953" y="597885"/>
                      <a:pt x="669781" y="594627"/>
                    </a:cubicBezTo>
                    <a:cubicBezTo>
                      <a:pt x="667609" y="591369"/>
                      <a:pt x="665679" y="588836"/>
                      <a:pt x="663990" y="587026"/>
                    </a:cubicBezTo>
                    <a:cubicBezTo>
                      <a:pt x="662301" y="585216"/>
                      <a:pt x="661456" y="583919"/>
                      <a:pt x="661456" y="583135"/>
                    </a:cubicBezTo>
                    <a:cubicBezTo>
                      <a:pt x="661456" y="582351"/>
                      <a:pt x="661939" y="581959"/>
                      <a:pt x="662904" y="581959"/>
                    </a:cubicBezTo>
                    <a:cubicBezTo>
                      <a:pt x="663869" y="581959"/>
                      <a:pt x="665860" y="582622"/>
                      <a:pt x="668876" y="583949"/>
                    </a:cubicBezTo>
                    <a:cubicBezTo>
                      <a:pt x="671892" y="585277"/>
                      <a:pt x="674396" y="585940"/>
                      <a:pt x="676387" y="585940"/>
                    </a:cubicBezTo>
                    <a:cubicBezTo>
                      <a:pt x="678377" y="585940"/>
                      <a:pt x="679765" y="584824"/>
                      <a:pt x="680549" y="582592"/>
                    </a:cubicBezTo>
                    <a:cubicBezTo>
                      <a:pt x="681333" y="580360"/>
                      <a:pt x="681936" y="574690"/>
                      <a:pt x="682359" y="565581"/>
                    </a:cubicBezTo>
                    <a:cubicBezTo>
                      <a:pt x="682781" y="556471"/>
                      <a:pt x="682992" y="547664"/>
                      <a:pt x="682992" y="539158"/>
                    </a:cubicBezTo>
                    <a:cubicBezTo>
                      <a:pt x="682992" y="530652"/>
                      <a:pt x="682449" y="524258"/>
                      <a:pt x="681363" y="519975"/>
                    </a:cubicBezTo>
                    <a:cubicBezTo>
                      <a:pt x="680277" y="515692"/>
                      <a:pt x="679373" y="513037"/>
                      <a:pt x="678649" y="512012"/>
                    </a:cubicBezTo>
                    <a:cubicBezTo>
                      <a:pt x="677925" y="510986"/>
                      <a:pt x="677563" y="510021"/>
                      <a:pt x="677563" y="509116"/>
                    </a:cubicBezTo>
                    <a:cubicBezTo>
                      <a:pt x="677563" y="508211"/>
                      <a:pt x="678528" y="507759"/>
                      <a:pt x="680458" y="507759"/>
                    </a:cubicBezTo>
                    <a:close/>
                    <a:moveTo>
                      <a:pt x="888218" y="507578"/>
                    </a:moveTo>
                    <a:cubicBezTo>
                      <a:pt x="889907" y="507578"/>
                      <a:pt x="892169" y="508483"/>
                      <a:pt x="895004" y="510293"/>
                    </a:cubicBezTo>
                    <a:cubicBezTo>
                      <a:pt x="897840" y="512102"/>
                      <a:pt x="899257" y="513671"/>
                      <a:pt x="899257" y="514998"/>
                    </a:cubicBezTo>
                    <a:cubicBezTo>
                      <a:pt x="899257" y="516325"/>
                      <a:pt x="898714" y="517592"/>
                      <a:pt x="897628" y="518798"/>
                    </a:cubicBezTo>
                    <a:cubicBezTo>
                      <a:pt x="896060" y="520729"/>
                      <a:pt x="890631" y="529536"/>
                      <a:pt x="881341" y="545221"/>
                    </a:cubicBezTo>
                    <a:cubicBezTo>
                      <a:pt x="888821" y="545462"/>
                      <a:pt x="895457" y="546005"/>
                      <a:pt x="901248" y="546850"/>
                    </a:cubicBezTo>
                    <a:cubicBezTo>
                      <a:pt x="902816" y="544557"/>
                      <a:pt x="904898" y="540847"/>
                      <a:pt x="907492" y="535720"/>
                    </a:cubicBezTo>
                    <a:cubicBezTo>
                      <a:pt x="910085" y="530592"/>
                      <a:pt x="911382" y="526611"/>
                      <a:pt x="911382" y="523775"/>
                    </a:cubicBezTo>
                    <a:cubicBezTo>
                      <a:pt x="911382" y="520940"/>
                      <a:pt x="912227" y="519522"/>
                      <a:pt x="913916" y="519522"/>
                    </a:cubicBezTo>
                    <a:cubicBezTo>
                      <a:pt x="915605" y="519522"/>
                      <a:pt x="917686" y="520729"/>
                      <a:pt x="920160" y="523142"/>
                    </a:cubicBezTo>
                    <a:cubicBezTo>
                      <a:pt x="922633" y="525555"/>
                      <a:pt x="923870" y="527606"/>
                      <a:pt x="923870" y="529295"/>
                    </a:cubicBezTo>
                    <a:cubicBezTo>
                      <a:pt x="923870" y="530984"/>
                      <a:pt x="922905" y="532492"/>
                      <a:pt x="920974" y="533819"/>
                    </a:cubicBezTo>
                    <a:cubicBezTo>
                      <a:pt x="919285" y="534905"/>
                      <a:pt x="906376" y="551072"/>
                      <a:pt x="882246" y="582321"/>
                    </a:cubicBezTo>
                    <a:cubicBezTo>
                      <a:pt x="897327" y="580270"/>
                      <a:pt x="907582" y="579425"/>
                      <a:pt x="913011" y="579787"/>
                    </a:cubicBezTo>
                    <a:cubicBezTo>
                      <a:pt x="910357" y="573755"/>
                      <a:pt x="909030" y="569864"/>
                      <a:pt x="909030" y="568114"/>
                    </a:cubicBezTo>
                    <a:cubicBezTo>
                      <a:pt x="909030" y="566365"/>
                      <a:pt x="909512" y="565490"/>
                      <a:pt x="910478" y="565490"/>
                    </a:cubicBezTo>
                    <a:cubicBezTo>
                      <a:pt x="912649" y="565490"/>
                      <a:pt x="916601" y="568144"/>
                      <a:pt x="922332" y="573453"/>
                    </a:cubicBezTo>
                    <a:cubicBezTo>
                      <a:pt x="928062" y="578761"/>
                      <a:pt x="930928" y="584553"/>
                      <a:pt x="930928" y="590827"/>
                    </a:cubicBezTo>
                    <a:cubicBezTo>
                      <a:pt x="930928" y="593240"/>
                      <a:pt x="930506" y="595291"/>
                      <a:pt x="929661" y="596980"/>
                    </a:cubicBezTo>
                    <a:cubicBezTo>
                      <a:pt x="928816" y="598669"/>
                      <a:pt x="927700" y="599513"/>
                      <a:pt x="926313" y="599513"/>
                    </a:cubicBezTo>
                    <a:cubicBezTo>
                      <a:pt x="924925" y="599513"/>
                      <a:pt x="923568" y="598940"/>
                      <a:pt x="922241" y="597794"/>
                    </a:cubicBezTo>
                    <a:cubicBezTo>
                      <a:pt x="920914" y="596648"/>
                      <a:pt x="918320" y="591731"/>
                      <a:pt x="914459" y="583045"/>
                    </a:cubicBezTo>
                    <a:cubicBezTo>
                      <a:pt x="895517" y="586785"/>
                      <a:pt x="882547" y="590465"/>
                      <a:pt x="875549" y="594084"/>
                    </a:cubicBezTo>
                    <a:cubicBezTo>
                      <a:pt x="874222" y="594808"/>
                      <a:pt x="873106" y="595170"/>
                      <a:pt x="872201" y="595170"/>
                    </a:cubicBezTo>
                    <a:cubicBezTo>
                      <a:pt x="871297" y="595170"/>
                      <a:pt x="870482" y="593873"/>
                      <a:pt x="869758" y="591279"/>
                    </a:cubicBezTo>
                    <a:cubicBezTo>
                      <a:pt x="869034" y="588685"/>
                      <a:pt x="868672" y="586604"/>
                      <a:pt x="868672" y="585035"/>
                    </a:cubicBezTo>
                    <a:cubicBezTo>
                      <a:pt x="868672" y="583467"/>
                      <a:pt x="869788" y="582079"/>
                      <a:pt x="872020" y="580873"/>
                    </a:cubicBezTo>
                    <a:cubicBezTo>
                      <a:pt x="874252" y="579666"/>
                      <a:pt x="877691" y="576499"/>
                      <a:pt x="882336" y="571372"/>
                    </a:cubicBezTo>
                    <a:cubicBezTo>
                      <a:pt x="886981" y="566244"/>
                      <a:pt x="892440" y="559337"/>
                      <a:pt x="898714" y="550650"/>
                    </a:cubicBezTo>
                    <a:cubicBezTo>
                      <a:pt x="885684" y="551012"/>
                      <a:pt x="877118" y="552038"/>
                      <a:pt x="873016" y="553727"/>
                    </a:cubicBezTo>
                    <a:cubicBezTo>
                      <a:pt x="872292" y="553968"/>
                      <a:pt x="871689" y="554089"/>
                      <a:pt x="871206" y="554089"/>
                    </a:cubicBezTo>
                    <a:cubicBezTo>
                      <a:pt x="869517" y="554089"/>
                      <a:pt x="868672" y="552912"/>
                      <a:pt x="868672" y="550560"/>
                    </a:cubicBezTo>
                    <a:cubicBezTo>
                      <a:pt x="868672" y="548207"/>
                      <a:pt x="868944" y="546578"/>
                      <a:pt x="869487" y="545673"/>
                    </a:cubicBezTo>
                    <a:cubicBezTo>
                      <a:pt x="870030" y="544768"/>
                      <a:pt x="871146" y="543652"/>
                      <a:pt x="872835" y="542325"/>
                    </a:cubicBezTo>
                    <a:cubicBezTo>
                      <a:pt x="876092" y="539792"/>
                      <a:pt x="879139" y="535720"/>
                      <a:pt x="881974" y="530109"/>
                    </a:cubicBezTo>
                    <a:cubicBezTo>
                      <a:pt x="884809" y="524499"/>
                      <a:pt x="886227" y="519643"/>
                      <a:pt x="886227" y="515541"/>
                    </a:cubicBezTo>
                    <a:lnTo>
                      <a:pt x="885684" y="510112"/>
                    </a:lnTo>
                    <a:cubicBezTo>
                      <a:pt x="885684" y="508423"/>
                      <a:pt x="886529" y="507578"/>
                      <a:pt x="888218" y="507578"/>
                    </a:cubicBezTo>
                    <a:close/>
                    <a:moveTo>
                      <a:pt x="278332" y="501606"/>
                    </a:moveTo>
                    <a:cubicBezTo>
                      <a:pt x="281107" y="501606"/>
                      <a:pt x="283520" y="502631"/>
                      <a:pt x="285571" y="504682"/>
                    </a:cubicBezTo>
                    <a:cubicBezTo>
                      <a:pt x="287622" y="506733"/>
                      <a:pt x="288648" y="509146"/>
                      <a:pt x="288648" y="511921"/>
                    </a:cubicBezTo>
                    <a:cubicBezTo>
                      <a:pt x="288648" y="514696"/>
                      <a:pt x="287622" y="517079"/>
                      <a:pt x="285571" y="519070"/>
                    </a:cubicBezTo>
                    <a:cubicBezTo>
                      <a:pt x="283520" y="521061"/>
                      <a:pt x="281107" y="522056"/>
                      <a:pt x="278332" y="522056"/>
                    </a:cubicBezTo>
                    <a:cubicBezTo>
                      <a:pt x="275557" y="522056"/>
                      <a:pt x="273144" y="521061"/>
                      <a:pt x="271093" y="519070"/>
                    </a:cubicBezTo>
                    <a:cubicBezTo>
                      <a:pt x="269042" y="517079"/>
                      <a:pt x="268016" y="514696"/>
                      <a:pt x="268016" y="511921"/>
                    </a:cubicBezTo>
                    <a:cubicBezTo>
                      <a:pt x="268016" y="509146"/>
                      <a:pt x="269042" y="506733"/>
                      <a:pt x="271093" y="504682"/>
                    </a:cubicBezTo>
                    <a:cubicBezTo>
                      <a:pt x="273144" y="502631"/>
                      <a:pt x="275557" y="501606"/>
                      <a:pt x="278332" y="501606"/>
                    </a:cubicBezTo>
                    <a:close/>
                    <a:moveTo>
                      <a:pt x="1088919" y="501244"/>
                    </a:moveTo>
                    <a:cubicBezTo>
                      <a:pt x="1092056" y="501244"/>
                      <a:pt x="1096098" y="502541"/>
                      <a:pt x="1101044" y="505135"/>
                    </a:cubicBezTo>
                    <a:cubicBezTo>
                      <a:pt x="1105991" y="507729"/>
                      <a:pt x="1108464" y="509508"/>
                      <a:pt x="1108464" y="510474"/>
                    </a:cubicBezTo>
                    <a:cubicBezTo>
                      <a:pt x="1108464" y="511439"/>
                      <a:pt x="1107258" y="512645"/>
                      <a:pt x="1104845" y="514093"/>
                    </a:cubicBezTo>
                    <a:cubicBezTo>
                      <a:pt x="1102432" y="515541"/>
                      <a:pt x="1099838" y="518497"/>
                      <a:pt x="1097063" y="522961"/>
                    </a:cubicBezTo>
                    <a:cubicBezTo>
                      <a:pt x="1095494" y="525253"/>
                      <a:pt x="1093443" y="527546"/>
                      <a:pt x="1090910" y="529838"/>
                    </a:cubicBezTo>
                    <a:cubicBezTo>
                      <a:pt x="1088376" y="532130"/>
                      <a:pt x="1086265" y="533276"/>
                      <a:pt x="1084576" y="533276"/>
                    </a:cubicBezTo>
                    <a:cubicBezTo>
                      <a:pt x="1082886" y="533276"/>
                      <a:pt x="1081680" y="532734"/>
                      <a:pt x="1080956" y="531648"/>
                    </a:cubicBezTo>
                    <a:cubicBezTo>
                      <a:pt x="1079991" y="530562"/>
                      <a:pt x="1078483" y="530019"/>
                      <a:pt x="1076432" y="530019"/>
                    </a:cubicBezTo>
                    <a:cubicBezTo>
                      <a:pt x="1074381" y="530019"/>
                      <a:pt x="1072390" y="530200"/>
                      <a:pt x="1070460" y="530562"/>
                    </a:cubicBezTo>
                    <a:cubicBezTo>
                      <a:pt x="1057791" y="532734"/>
                      <a:pt x="1038729" y="535207"/>
                      <a:pt x="1013271" y="537982"/>
                    </a:cubicBezTo>
                    <a:cubicBezTo>
                      <a:pt x="1013151" y="539792"/>
                      <a:pt x="1012397" y="540696"/>
                      <a:pt x="1011009" y="540696"/>
                    </a:cubicBezTo>
                    <a:cubicBezTo>
                      <a:pt x="1009622" y="540696"/>
                      <a:pt x="1008023" y="539007"/>
                      <a:pt x="1006213" y="535629"/>
                    </a:cubicBezTo>
                    <a:cubicBezTo>
                      <a:pt x="1004404" y="531889"/>
                      <a:pt x="1002292" y="528270"/>
                      <a:pt x="999879" y="524771"/>
                    </a:cubicBezTo>
                    <a:cubicBezTo>
                      <a:pt x="997466" y="521272"/>
                      <a:pt x="995476" y="518889"/>
                      <a:pt x="993907" y="517622"/>
                    </a:cubicBezTo>
                    <a:cubicBezTo>
                      <a:pt x="992339" y="516355"/>
                      <a:pt x="991554" y="515300"/>
                      <a:pt x="991554" y="514455"/>
                    </a:cubicBezTo>
                    <a:cubicBezTo>
                      <a:pt x="991554" y="513249"/>
                      <a:pt x="992731" y="512645"/>
                      <a:pt x="995083" y="512645"/>
                    </a:cubicBezTo>
                    <a:cubicBezTo>
                      <a:pt x="997436" y="512645"/>
                      <a:pt x="1000241" y="513128"/>
                      <a:pt x="1003499" y="514093"/>
                    </a:cubicBezTo>
                    <a:lnTo>
                      <a:pt x="1053086" y="506673"/>
                    </a:lnTo>
                    <a:cubicBezTo>
                      <a:pt x="1072993" y="503898"/>
                      <a:pt x="1083641" y="502300"/>
                      <a:pt x="1085028" y="501877"/>
                    </a:cubicBezTo>
                    <a:cubicBezTo>
                      <a:pt x="1086415" y="501455"/>
                      <a:pt x="1087712" y="501244"/>
                      <a:pt x="1088919" y="501244"/>
                    </a:cubicBezTo>
                    <a:close/>
                    <a:moveTo>
                      <a:pt x="1245734" y="500520"/>
                    </a:moveTo>
                    <a:cubicBezTo>
                      <a:pt x="1247725" y="500520"/>
                      <a:pt x="1250590" y="501546"/>
                      <a:pt x="1254330" y="503597"/>
                    </a:cubicBezTo>
                    <a:cubicBezTo>
                      <a:pt x="1258070" y="505648"/>
                      <a:pt x="1259940" y="507367"/>
                      <a:pt x="1259940" y="508754"/>
                    </a:cubicBezTo>
                    <a:cubicBezTo>
                      <a:pt x="1259940" y="510142"/>
                      <a:pt x="1259066" y="511288"/>
                      <a:pt x="1257316" y="512193"/>
                    </a:cubicBezTo>
                    <a:cubicBezTo>
                      <a:pt x="1255567" y="513098"/>
                      <a:pt x="1253908" y="514244"/>
                      <a:pt x="1252339" y="515631"/>
                    </a:cubicBezTo>
                    <a:cubicBezTo>
                      <a:pt x="1250771" y="517019"/>
                      <a:pt x="1249836" y="518105"/>
                      <a:pt x="1249534" y="518889"/>
                    </a:cubicBezTo>
                    <a:cubicBezTo>
                      <a:pt x="1249233" y="519673"/>
                      <a:pt x="1249142" y="520397"/>
                      <a:pt x="1249263" y="521061"/>
                    </a:cubicBezTo>
                    <a:cubicBezTo>
                      <a:pt x="1249383" y="521724"/>
                      <a:pt x="1249444" y="522358"/>
                      <a:pt x="1249444" y="522961"/>
                    </a:cubicBezTo>
                    <a:cubicBezTo>
                      <a:pt x="1249444" y="523564"/>
                      <a:pt x="1249112" y="524017"/>
                      <a:pt x="1248449" y="524318"/>
                    </a:cubicBezTo>
                    <a:cubicBezTo>
                      <a:pt x="1247785" y="524620"/>
                      <a:pt x="1244829" y="524982"/>
                      <a:pt x="1239581" y="525404"/>
                    </a:cubicBezTo>
                    <a:cubicBezTo>
                      <a:pt x="1234332" y="525826"/>
                      <a:pt x="1228933" y="526399"/>
                      <a:pt x="1223383" y="527123"/>
                    </a:cubicBezTo>
                    <a:cubicBezTo>
                      <a:pt x="1226038" y="528812"/>
                      <a:pt x="1228028" y="530230"/>
                      <a:pt x="1229356" y="531376"/>
                    </a:cubicBezTo>
                    <a:cubicBezTo>
                      <a:pt x="1230683" y="532522"/>
                      <a:pt x="1231346" y="533608"/>
                      <a:pt x="1231346" y="534634"/>
                    </a:cubicBezTo>
                    <a:cubicBezTo>
                      <a:pt x="1231346" y="535659"/>
                      <a:pt x="1231256" y="536504"/>
                      <a:pt x="1231075" y="537167"/>
                    </a:cubicBezTo>
                    <a:cubicBezTo>
                      <a:pt x="1230894" y="537831"/>
                      <a:pt x="1230803" y="538887"/>
                      <a:pt x="1230803" y="540334"/>
                    </a:cubicBezTo>
                    <a:cubicBezTo>
                      <a:pt x="1240938" y="538645"/>
                      <a:pt x="1247423" y="537288"/>
                      <a:pt x="1250258" y="536263"/>
                    </a:cubicBezTo>
                    <a:cubicBezTo>
                      <a:pt x="1253093" y="535237"/>
                      <a:pt x="1255265" y="534724"/>
                      <a:pt x="1256773" y="534724"/>
                    </a:cubicBezTo>
                    <a:cubicBezTo>
                      <a:pt x="1258281" y="534724"/>
                      <a:pt x="1261237" y="535901"/>
                      <a:pt x="1265641" y="538253"/>
                    </a:cubicBezTo>
                    <a:cubicBezTo>
                      <a:pt x="1270045" y="540606"/>
                      <a:pt x="1272247" y="542868"/>
                      <a:pt x="1272247" y="545040"/>
                    </a:cubicBezTo>
                    <a:cubicBezTo>
                      <a:pt x="1272247" y="546005"/>
                      <a:pt x="1271613" y="547513"/>
                      <a:pt x="1270346" y="549564"/>
                    </a:cubicBezTo>
                    <a:cubicBezTo>
                      <a:pt x="1269080" y="551615"/>
                      <a:pt x="1268446" y="554752"/>
                      <a:pt x="1268446" y="558975"/>
                    </a:cubicBezTo>
                    <a:lnTo>
                      <a:pt x="1268808" y="567843"/>
                    </a:lnTo>
                    <a:cubicBezTo>
                      <a:pt x="1268808" y="572669"/>
                      <a:pt x="1267421" y="577344"/>
                      <a:pt x="1264646" y="581868"/>
                    </a:cubicBezTo>
                    <a:cubicBezTo>
                      <a:pt x="1261871" y="586393"/>
                      <a:pt x="1259518" y="588655"/>
                      <a:pt x="1257588" y="588655"/>
                    </a:cubicBezTo>
                    <a:cubicBezTo>
                      <a:pt x="1256622" y="588655"/>
                      <a:pt x="1255718" y="587991"/>
                      <a:pt x="1254873" y="586664"/>
                    </a:cubicBezTo>
                    <a:cubicBezTo>
                      <a:pt x="1252701" y="583165"/>
                      <a:pt x="1249444" y="578882"/>
                      <a:pt x="1245100" y="573815"/>
                    </a:cubicBezTo>
                    <a:cubicBezTo>
                      <a:pt x="1243894" y="572488"/>
                      <a:pt x="1243291" y="571492"/>
                      <a:pt x="1243291" y="570829"/>
                    </a:cubicBezTo>
                    <a:cubicBezTo>
                      <a:pt x="1243291" y="570165"/>
                      <a:pt x="1243653" y="569833"/>
                      <a:pt x="1244377" y="569833"/>
                    </a:cubicBezTo>
                    <a:cubicBezTo>
                      <a:pt x="1245100" y="569833"/>
                      <a:pt x="1246367" y="570075"/>
                      <a:pt x="1248177" y="570557"/>
                    </a:cubicBezTo>
                    <a:cubicBezTo>
                      <a:pt x="1249987" y="571040"/>
                      <a:pt x="1251827" y="571281"/>
                      <a:pt x="1253697" y="571281"/>
                    </a:cubicBezTo>
                    <a:cubicBezTo>
                      <a:pt x="1255567" y="571281"/>
                      <a:pt x="1256773" y="570286"/>
                      <a:pt x="1257316" y="568295"/>
                    </a:cubicBezTo>
                    <a:cubicBezTo>
                      <a:pt x="1257859" y="566304"/>
                      <a:pt x="1258131" y="563198"/>
                      <a:pt x="1258131" y="558975"/>
                    </a:cubicBezTo>
                    <a:cubicBezTo>
                      <a:pt x="1258131" y="554752"/>
                      <a:pt x="1257708" y="551012"/>
                      <a:pt x="1256864" y="547754"/>
                    </a:cubicBezTo>
                    <a:cubicBezTo>
                      <a:pt x="1256019" y="544497"/>
                      <a:pt x="1253787" y="542868"/>
                      <a:pt x="1250168" y="542868"/>
                    </a:cubicBezTo>
                    <a:cubicBezTo>
                      <a:pt x="1249685" y="542868"/>
                      <a:pt x="1243291" y="543532"/>
                      <a:pt x="1230984" y="544859"/>
                    </a:cubicBezTo>
                    <a:cubicBezTo>
                      <a:pt x="1231105" y="547513"/>
                      <a:pt x="1231165" y="551977"/>
                      <a:pt x="1231165" y="558251"/>
                    </a:cubicBezTo>
                    <a:cubicBezTo>
                      <a:pt x="1231165" y="586724"/>
                      <a:pt x="1230441" y="603344"/>
                      <a:pt x="1228994" y="608110"/>
                    </a:cubicBezTo>
                    <a:cubicBezTo>
                      <a:pt x="1227546" y="612875"/>
                      <a:pt x="1226279" y="615258"/>
                      <a:pt x="1225193" y="615258"/>
                    </a:cubicBezTo>
                    <a:cubicBezTo>
                      <a:pt x="1224107" y="615258"/>
                      <a:pt x="1223202" y="613569"/>
                      <a:pt x="1222479" y="610191"/>
                    </a:cubicBezTo>
                    <a:cubicBezTo>
                      <a:pt x="1221755" y="606813"/>
                      <a:pt x="1221393" y="603827"/>
                      <a:pt x="1221393" y="601233"/>
                    </a:cubicBezTo>
                    <a:cubicBezTo>
                      <a:pt x="1221393" y="598639"/>
                      <a:pt x="1221574" y="592485"/>
                      <a:pt x="1221936" y="582773"/>
                    </a:cubicBezTo>
                    <a:cubicBezTo>
                      <a:pt x="1222297" y="573061"/>
                      <a:pt x="1222358" y="560966"/>
                      <a:pt x="1222117" y="546488"/>
                    </a:cubicBezTo>
                    <a:cubicBezTo>
                      <a:pt x="1212706" y="547815"/>
                      <a:pt x="1205587" y="548780"/>
                      <a:pt x="1200762" y="549383"/>
                    </a:cubicBezTo>
                    <a:cubicBezTo>
                      <a:pt x="1200762" y="557467"/>
                      <a:pt x="1200068" y="565279"/>
                      <a:pt x="1198680" y="572819"/>
                    </a:cubicBezTo>
                    <a:cubicBezTo>
                      <a:pt x="1197293" y="580360"/>
                      <a:pt x="1195694" y="584130"/>
                      <a:pt x="1193885" y="584130"/>
                    </a:cubicBezTo>
                    <a:cubicBezTo>
                      <a:pt x="1192799" y="584130"/>
                      <a:pt x="1191652" y="583075"/>
                      <a:pt x="1190446" y="580963"/>
                    </a:cubicBezTo>
                    <a:cubicBezTo>
                      <a:pt x="1189239" y="578852"/>
                      <a:pt x="1188636" y="577042"/>
                      <a:pt x="1188636" y="575534"/>
                    </a:cubicBezTo>
                    <a:cubicBezTo>
                      <a:pt x="1188636" y="574026"/>
                      <a:pt x="1188878" y="572789"/>
                      <a:pt x="1189360" y="571824"/>
                    </a:cubicBezTo>
                    <a:cubicBezTo>
                      <a:pt x="1189843" y="570859"/>
                      <a:pt x="1190386" y="568536"/>
                      <a:pt x="1190989" y="564857"/>
                    </a:cubicBezTo>
                    <a:cubicBezTo>
                      <a:pt x="1191592" y="561177"/>
                      <a:pt x="1191894" y="557678"/>
                      <a:pt x="1191894" y="554360"/>
                    </a:cubicBezTo>
                    <a:cubicBezTo>
                      <a:pt x="1191894" y="551042"/>
                      <a:pt x="1191351" y="548810"/>
                      <a:pt x="1190265" y="547664"/>
                    </a:cubicBezTo>
                    <a:cubicBezTo>
                      <a:pt x="1189179" y="546518"/>
                      <a:pt x="1188636" y="545462"/>
                      <a:pt x="1188636" y="544497"/>
                    </a:cubicBezTo>
                    <a:cubicBezTo>
                      <a:pt x="1188636" y="543532"/>
                      <a:pt x="1189300" y="543049"/>
                      <a:pt x="1190627" y="543049"/>
                    </a:cubicBezTo>
                    <a:cubicBezTo>
                      <a:pt x="1191954" y="543049"/>
                      <a:pt x="1193764" y="543592"/>
                      <a:pt x="1196056" y="544678"/>
                    </a:cubicBezTo>
                    <a:cubicBezTo>
                      <a:pt x="1198590" y="544919"/>
                      <a:pt x="1207216" y="544014"/>
                      <a:pt x="1221936" y="541963"/>
                    </a:cubicBezTo>
                    <a:cubicBezTo>
                      <a:pt x="1221694" y="536051"/>
                      <a:pt x="1220488" y="531346"/>
                      <a:pt x="1218316" y="527847"/>
                    </a:cubicBezTo>
                    <a:cubicBezTo>
                      <a:pt x="1213973" y="528330"/>
                      <a:pt x="1211017" y="528812"/>
                      <a:pt x="1209448" y="529295"/>
                    </a:cubicBezTo>
                    <a:cubicBezTo>
                      <a:pt x="1208966" y="531346"/>
                      <a:pt x="1208121" y="532372"/>
                      <a:pt x="1206915" y="532372"/>
                    </a:cubicBezTo>
                    <a:cubicBezTo>
                      <a:pt x="1205708" y="532372"/>
                      <a:pt x="1204803" y="531587"/>
                      <a:pt x="1204200" y="530019"/>
                    </a:cubicBezTo>
                    <a:cubicBezTo>
                      <a:pt x="1201184" y="520488"/>
                      <a:pt x="1198469" y="514153"/>
                      <a:pt x="1196056" y="511017"/>
                    </a:cubicBezTo>
                    <a:cubicBezTo>
                      <a:pt x="1195091" y="509689"/>
                      <a:pt x="1194608" y="508604"/>
                      <a:pt x="1194608" y="507759"/>
                    </a:cubicBezTo>
                    <a:cubicBezTo>
                      <a:pt x="1194608" y="506914"/>
                      <a:pt x="1195242" y="506492"/>
                      <a:pt x="1196509" y="506492"/>
                    </a:cubicBezTo>
                    <a:cubicBezTo>
                      <a:pt x="1197775" y="506492"/>
                      <a:pt x="1199314" y="506733"/>
                      <a:pt x="1201123" y="507216"/>
                    </a:cubicBezTo>
                    <a:cubicBezTo>
                      <a:pt x="1207759" y="506613"/>
                      <a:pt x="1215692" y="505617"/>
                      <a:pt x="1224922" y="504230"/>
                    </a:cubicBezTo>
                    <a:cubicBezTo>
                      <a:pt x="1234151" y="502843"/>
                      <a:pt x="1239430" y="501877"/>
                      <a:pt x="1240757" y="501334"/>
                    </a:cubicBezTo>
                    <a:cubicBezTo>
                      <a:pt x="1242084" y="500791"/>
                      <a:pt x="1243743" y="500520"/>
                      <a:pt x="1245734" y="500520"/>
                    </a:cubicBezTo>
                    <a:close/>
                    <a:moveTo>
                      <a:pt x="479395" y="483689"/>
                    </a:moveTo>
                    <a:cubicBezTo>
                      <a:pt x="481808" y="483689"/>
                      <a:pt x="483859" y="484202"/>
                      <a:pt x="485548" y="485228"/>
                    </a:cubicBezTo>
                    <a:cubicBezTo>
                      <a:pt x="487237" y="486253"/>
                      <a:pt x="488082" y="487339"/>
                      <a:pt x="488082" y="488485"/>
                    </a:cubicBezTo>
                    <a:cubicBezTo>
                      <a:pt x="488082" y="489631"/>
                      <a:pt x="487660" y="490506"/>
                      <a:pt x="486815" y="491109"/>
                    </a:cubicBezTo>
                    <a:cubicBezTo>
                      <a:pt x="485971" y="491713"/>
                      <a:pt x="484161" y="492376"/>
                      <a:pt x="481386" y="493100"/>
                    </a:cubicBezTo>
                    <a:cubicBezTo>
                      <a:pt x="473906" y="494910"/>
                      <a:pt x="468175" y="496478"/>
                      <a:pt x="464193" y="497805"/>
                    </a:cubicBezTo>
                    <a:cubicBezTo>
                      <a:pt x="469140" y="500701"/>
                      <a:pt x="471312" y="504049"/>
                      <a:pt x="470708" y="507849"/>
                    </a:cubicBezTo>
                    <a:cubicBezTo>
                      <a:pt x="470105" y="511650"/>
                      <a:pt x="469623" y="516747"/>
                      <a:pt x="469261" y="523142"/>
                    </a:cubicBezTo>
                    <a:cubicBezTo>
                      <a:pt x="472880" y="522177"/>
                      <a:pt x="475927" y="521694"/>
                      <a:pt x="478400" y="521694"/>
                    </a:cubicBezTo>
                    <a:cubicBezTo>
                      <a:pt x="480873" y="521694"/>
                      <a:pt x="482773" y="522056"/>
                      <a:pt x="484101" y="522780"/>
                    </a:cubicBezTo>
                    <a:cubicBezTo>
                      <a:pt x="485428" y="523504"/>
                      <a:pt x="486091" y="524469"/>
                      <a:pt x="486091" y="525676"/>
                    </a:cubicBezTo>
                    <a:cubicBezTo>
                      <a:pt x="486091" y="526882"/>
                      <a:pt x="484885" y="527968"/>
                      <a:pt x="482472" y="528933"/>
                    </a:cubicBezTo>
                    <a:cubicBezTo>
                      <a:pt x="480059" y="529898"/>
                      <a:pt x="475534" y="531286"/>
                      <a:pt x="468899" y="533095"/>
                    </a:cubicBezTo>
                    <a:lnTo>
                      <a:pt x="468356" y="560423"/>
                    </a:lnTo>
                    <a:cubicBezTo>
                      <a:pt x="476319" y="557045"/>
                      <a:pt x="481476" y="555355"/>
                      <a:pt x="483829" y="555355"/>
                    </a:cubicBezTo>
                    <a:cubicBezTo>
                      <a:pt x="486182" y="555355"/>
                      <a:pt x="487358" y="555748"/>
                      <a:pt x="487358" y="556532"/>
                    </a:cubicBezTo>
                    <a:cubicBezTo>
                      <a:pt x="487358" y="557316"/>
                      <a:pt x="484885" y="558915"/>
                      <a:pt x="479938" y="561328"/>
                    </a:cubicBezTo>
                    <a:cubicBezTo>
                      <a:pt x="471613" y="565550"/>
                      <a:pt x="463801" y="569803"/>
                      <a:pt x="456502" y="574086"/>
                    </a:cubicBezTo>
                    <a:cubicBezTo>
                      <a:pt x="449203" y="578369"/>
                      <a:pt x="444588" y="581416"/>
                      <a:pt x="442657" y="583226"/>
                    </a:cubicBezTo>
                    <a:cubicBezTo>
                      <a:pt x="441571" y="584191"/>
                      <a:pt x="440033" y="584673"/>
                      <a:pt x="438042" y="584673"/>
                    </a:cubicBezTo>
                    <a:cubicBezTo>
                      <a:pt x="436052" y="584673"/>
                      <a:pt x="433669" y="583648"/>
                      <a:pt x="430894" y="581597"/>
                    </a:cubicBezTo>
                    <a:cubicBezTo>
                      <a:pt x="428119" y="579546"/>
                      <a:pt x="426731" y="577645"/>
                      <a:pt x="426731" y="575896"/>
                    </a:cubicBezTo>
                    <a:cubicBezTo>
                      <a:pt x="426731" y="574147"/>
                      <a:pt x="428300" y="573272"/>
                      <a:pt x="431437" y="573272"/>
                    </a:cubicBezTo>
                    <a:cubicBezTo>
                      <a:pt x="436263" y="573272"/>
                      <a:pt x="445855" y="570195"/>
                      <a:pt x="460212" y="564042"/>
                    </a:cubicBezTo>
                    <a:lnTo>
                      <a:pt x="460936" y="535086"/>
                    </a:lnTo>
                    <a:cubicBezTo>
                      <a:pt x="457437" y="535689"/>
                      <a:pt x="454360" y="535991"/>
                      <a:pt x="451706" y="535991"/>
                    </a:cubicBezTo>
                    <a:cubicBezTo>
                      <a:pt x="449052" y="535991"/>
                      <a:pt x="446729" y="535478"/>
                      <a:pt x="444739" y="534453"/>
                    </a:cubicBezTo>
                    <a:cubicBezTo>
                      <a:pt x="442748" y="533427"/>
                      <a:pt x="441752" y="532583"/>
                      <a:pt x="441752" y="531919"/>
                    </a:cubicBezTo>
                    <a:cubicBezTo>
                      <a:pt x="441752" y="531256"/>
                      <a:pt x="442175" y="530863"/>
                      <a:pt x="443019" y="530743"/>
                    </a:cubicBezTo>
                    <a:cubicBezTo>
                      <a:pt x="446156" y="530140"/>
                      <a:pt x="452189" y="528450"/>
                      <a:pt x="461117" y="525676"/>
                    </a:cubicBezTo>
                    <a:cubicBezTo>
                      <a:pt x="461237" y="512766"/>
                      <a:pt x="460574" y="503958"/>
                      <a:pt x="459126" y="499253"/>
                    </a:cubicBezTo>
                    <a:cubicBezTo>
                      <a:pt x="456713" y="499736"/>
                      <a:pt x="454179" y="499977"/>
                      <a:pt x="451525" y="499977"/>
                    </a:cubicBezTo>
                    <a:cubicBezTo>
                      <a:pt x="448871" y="499977"/>
                      <a:pt x="446458" y="499434"/>
                      <a:pt x="444286" y="498348"/>
                    </a:cubicBezTo>
                    <a:cubicBezTo>
                      <a:pt x="442114" y="497262"/>
                      <a:pt x="441028" y="496237"/>
                      <a:pt x="441028" y="495272"/>
                    </a:cubicBezTo>
                    <a:cubicBezTo>
                      <a:pt x="441028" y="494307"/>
                      <a:pt x="442295" y="493583"/>
                      <a:pt x="444829" y="493100"/>
                    </a:cubicBezTo>
                    <a:cubicBezTo>
                      <a:pt x="451585" y="491773"/>
                      <a:pt x="458462" y="489842"/>
                      <a:pt x="465460" y="487309"/>
                    </a:cubicBezTo>
                    <a:cubicBezTo>
                      <a:pt x="472337" y="484896"/>
                      <a:pt x="476982" y="483689"/>
                      <a:pt x="479395" y="483689"/>
                    </a:cubicBezTo>
                    <a:close/>
                    <a:moveTo>
                      <a:pt x="1365449" y="480794"/>
                    </a:moveTo>
                    <a:cubicBezTo>
                      <a:pt x="1369310" y="480794"/>
                      <a:pt x="1372326" y="481668"/>
                      <a:pt x="1374497" y="483418"/>
                    </a:cubicBezTo>
                    <a:cubicBezTo>
                      <a:pt x="1376669" y="485167"/>
                      <a:pt x="1377755" y="487580"/>
                      <a:pt x="1377755" y="490657"/>
                    </a:cubicBezTo>
                    <a:cubicBezTo>
                      <a:pt x="1377755" y="493733"/>
                      <a:pt x="1376820" y="495272"/>
                      <a:pt x="1374950" y="495272"/>
                    </a:cubicBezTo>
                    <a:cubicBezTo>
                      <a:pt x="1373080" y="495272"/>
                      <a:pt x="1370516" y="493402"/>
                      <a:pt x="1367259" y="489661"/>
                    </a:cubicBezTo>
                    <a:cubicBezTo>
                      <a:pt x="1364001" y="485921"/>
                      <a:pt x="1362372" y="483508"/>
                      <a:pt x="1362372" y="482422"/>
                    </a:cubicBezTo>
                    <a:cubicBezTo>
                      <a:pt x="1362372" y="481337"/>
                      <a:pt x="1363398" y="480794"/>
                      <a:pt x="1365449" y="480794"/>
                    </a:cubicBezTo>
                    <a:close/>
                    <a:moveTo>
                      <a:pt x="839174" y="468125"/>
                    </a:moveTo>
                    <a:cubicBezTo>
                      <a:pt x="843758" y="468125"/>
                      <a:pt x="847951" y="469513"/>
                      <a:pt x="851751" y="472288"/>
                    </a:cubicBezTo>
                    <a:cubicBezTo>
                      <a:pt x="855552" y="475063"/>
                      <a:pt x="857452" y="478562"/>
                      <a:pt x="857452" y="482784"/>
                    </a:cubicBezTo>
                    <a:cubicBezTo>
                      <a:pt x="857452" y="484715"/>
                      <a:pt x="857090" y="486585"/>
                      <a:pt x="856366" y="488395"/>
                    </a:cubicBezTo>
                    <a:cubicBezTo>
                      <a:pt x="855642" y="490204"/>
                      <a:pt x="854617" y="491109"/>
                      <a:pt x="853290" y="491109"/>
                    </a:cubicBezTo>
                    <a:cubicBezTo>
                      <a:pt x="850635" y="491109"/>
                      <a:pt x="847227" y="487882"/>
                      <a:pt x="843064" y="481427"/>
                    </a:cubicBezTo>
                    <a:cubicBezTo>
                      <a:pt x="838902" y="474972"/>
                      <a:pt x="836821" y="471021"/>
                      <a:pt x="836821" y="469573"/>
                    </a:cubicBezTo>
                    <a:cubicBezTo>
                      <a:pt x="836821" y="468608"/>
                      <a:pt x="837605" y="468125"/>
                      <a:pt x="839174" y="468125"/>
                    </a:cubicBezTo>
                    <a:close/>
                    <a:moveTo>
                      <a:pt x="1411597" y="467764"/>
                    </a:moveTo>
                    <a:cubicBezTo>
                      <a:pt x="1413166" y="467764"/>
                      <a:pt x="1415338" y="468819"/>
                      <a:pt x="1418113" y="470931"/>
                    </a:cubicBezTo>
                    <a:cubicBezTo>
                      <a:pt x="1420888" y="473042"/>
                      <a:pt x="1422275" y="474701"/>
                      <a:pt x="1422275" y="475907"/>
                    </a:cubicBezTo>
                    <a:cubicBezTo>
                      <a:pt x="1422275" y="476993"/>
                      <a:pt x="1421219" y="478139"/>
                      <a:pt x="1419108" y="479346"/>
                    </a:cubicBezTo>
                    <a:cubicBezTo>
                      <a:pt x="1416997" y="480552"/>
                      <a:pt x="1411416" y="484232"/>
                      <a:pt x="1402368" y="490385"/>
                    </a:cubicBezTo>
                    <a:cubicBezTo>
                      <a:pt x="1401402" y="491109"/>
                      <a:pt x="1400648" y="491471"/>
                      <a:pt x="1400106" y="491471"/>
                    </a:cubicBezTo>
                    <a:cubicBezTo>
                      <a:pt x="1399563" y="491471"/>
                      <a:pt x="1399291" y="491200"/>
                      <a:pt x="1399291" y="490657"/>
                    </a:cubicBezTo>
                    <a:cubicBezTo>
                      <a:pt x="1399291" y="490114"/>
                      <a:pt x="1399532" y="489541"/>
                      <a:pt x="1400015" y="488938"/>
                    </a:cubicBezTo>
                    <a:cubicBezTo>
                      <a:pt x="1403393" y="484474"/>
                      <a:pt x="1405655" y="481125"/>
                      <a:pt x="1406802" y="478893"/>
                    </a:cubicBezTo>
                    <a:cubicBezTo>
                      <a:pt x="1407948" y="476661"/>
                      <a:pt x="1408641" y="474248"/>
                      <a:pt x="1408883" y="471654"/>
                    </a:cubicBezTo>
                    <a:cubicBezTo>
                      <a:pt x="1409124" y="469061"/>
                      <a:pt x="1410029" y="467764"/>
                      <a:pt x="1411597" y="467764"/>
                    </a:cubicBezTo>
                    <a:close/>
                    <a:moveTo>
                      <a:pt x="1191894" y="465954"/>
                    </a:moveTo>
                    <a:cubicBezTo>
                      <a:pt x="1193583" y="465954"/>
                      <a:pt x="1196418" y="467070"/>
                      <a:pt x="1200400" y="469302"/>
                    </a:cubicBezTo>
                    <a:cubicBezTo>
                      <a:pt x="1204381" y="471534"/>
                      <a:pt x="1206372" y="474580"/>
                      <a:pt x="1206372" y="478441"/>
                    </a:cubicBezTo>
                    <a:cubicBezTo>
                      <a:pt x="1206372" y="480130"/>
                      <a:pt x="1206010" y="481548"/>
                      <a:pt x="1205286" y="482694"/>
                    </a:cubicBezTo>
                    <a:cubicBezTo>
                      <a:pt x="1204562" y="483840"/>
                      <a:pt x="1203597" y="484413"/>
                      <a:pt x="1202390" y="484413"/>
                    </a:cubicBezTo>
                    <a:cubicBezTo>
                      <a:pt x="1199857" y="484413"/>
                      <a:pt x="1197233" y="482181"/>
                      <a:pt x="1194518" y="477717"/>
                    </a:cubicBezTo>
                    <a:cubicBezTo>
                      <a:pt x="1191803" y="473253"/>
                      <a:pt x="1190446" y="469875"/>
                      <a:pt x="1190446" y="467583"/>
                    </a:cubicBezTo>
                    <a:cubicBezTo>
                      <a:pt x="1190446" y="466497"/>
                      <a:pt x="1190928" y="465954"/>
                      <a:pt x="1191894" y="465954"/>
                    </a:cubicBezTo>
                    <a:close/>
                    <a:moveTo>
                      <a:pt x="1444897" y="463058"/>
                    </a:moveTo>
                    <a:cubicBezTo>
                      <a:pt x="1446827" y="463058"/>
                      <a:pt x="1449602" y="464144"/>
                      <a:pt x="1453222" y="466316"/>
                    </a:cubicBezTo>
                    <a:cubicBezTo>
                      <a:pt x="1456841" y="468487"/>
                      <a:pt x="1458651" y="470659"/>
                      <a:pt x="1458651" y="472831"/>
                    </a:cubicBezTo>
                    <a:cubicBezTo>
                      <a:pt x="1458651" y="474037"/>
                      <a:pt x="1458048" y="475244"/>
                      <a:pt x="1456841" y="476450"/>
                    </a:cubicBezTo>
                    <a:cubicBezTo>
                      <a:pt x="1454911" y="478984"/>
                      <a:pt x="1451864" y="484594"/>
                      <a:pt x="1447702" y="493281"/>
                    </a:cubicBezTo>
                    <a:cubicBezTo>
                      <a:pt x="1443540" y="501968"/>
                      <a:pt x="1439468" y="509267"/>
                      <a:pt x="1435486" y="515179"/>
                    </a:cubicBezTo>
                    <a:cubicBezTo>
                      <a:pt x="1440795" y="514576"/>
                      <a:pt x="1448486" y="512253"/>
                      <a:pt x="1458560" y="508211"/>
                    </a:cubicBezTo>
                    <a:cubicBezTo>
                      <a:pt x="1468635" y="504170"/>
                      <a:pt x="1474969" y="502149"/>
                      <a:pt x="1477563" y="502149"/>
                    </a:cubicBezTo>
                    <a:cubicBezTo>
                      <a:pt x="1480157" y="502149"/>
                      <a:pt x="1482238" y="502571"/>
                      <a:pt x="1483807" y="503416"/>
                    </a:cubicBezTo>
                    <a:cubicBezTo>
                      <a:pt x="1485375" y="504260"/>
                      <a:pt x="1486159" y="505075"/>
                      <a:pt x="1486159" y="505859"/>
                    </a:cubicBezTo>
                    <a:cubicBezTo>
                      <a:pt x="1486159" y="506643"/>
                      <a:pt x="1485496" y="507457"/>
                      <a:pt x="1484168" y="508302"/>
                    </a:cubicBezTo>
                    <a:cubicBezTo>
                      <a:pt x="1482841" y="509146"/>
                      <a:pt x="1479101" y="510504"/>
                      <a:pt x="1472948" y="512374"/>
                    </a:cubicBezTo>
                    <a:cubicBezTo>
                      <a:pt x="1466795" y="514244"/>
                      <a:pt x="1459194" y="515903"/>
                      <a:pt x="1450145" y="517351"/>
                    </a:cubicBezTo>
                    <a:cubicBezTo>
                      <a:pt x="1457384" y="521815"/>
                      <a:pt x="1461004" y="525072"/>
                      <a:pt x="1461004" y="527123"/>
                    </a:cubicBezTo>
                    <a:cubicBezTo>
                      <a:pt x="1461004" y="527727"/>
                      <a:pt x="1460672" y="528450"/>
                      <a:pt x="1460008" y="529295"/>
                    </a:cubicBezTo>
                    <a:cubicBezTo>
                      <a:pt x="1459345" y="530140"/>
                      <a:pt x="1458772" y="531497"/>
                      <a:pt x="1458289" y="533367"/>
                    </a:cubicBezTo>
                    <a:cubicBezTo>
                      <a:pt x="1457806" y="535237"/>
                      <a:pt x="1457143" y="538404"/>
                      <a:pt x="1456298" y="542868"/>
                    </a:cubicBezTo>
                    <a:cubicBezTo>
                      <a:pt x="1454971" y="550107"/>
                      <a:pt x="1452739" y="557226"/>
                      <a:pt x="1449602" y="564223"/>
                    </a:cubicBezTo>
                    <a:cubicBezTo>
                      <a:pt x="1456238" y="571945"/>
                      <a:pt x="1462904" y="578068"/>
                      <a:pt x="1469600" y="582592"/>
                    </a:cubicBezTo>
                    <a:cubicBezTo>
                      <a:pt x="1476296" y="587117"/>
                      <a:pt x="1484832" y="590766"/>
                      <a:pt x="1495208" y="593541"/>
                    </a:cubicBezTo>
                    <a:cubicBezTo>
                      <a:pt x="1497621" y="594144"/>
                      <a:pt x="1498827" y="594838"/>
                      <a:pt x="1498827" y="595622"/>
                    </a:cubicBezTo>
                    <a:cubicBezTo>
                      <a:pt x="1498827" y="596407"/>
                      <a:pt x="1498405" y="596980"/>
                      <a:pt x="1497561" y="597342"/>
                    </a:cubicBezTo>
                    <a:cubicBezTo>
                      <a:pt x="1496716" y="597704"/>
                      <a:pt x="1493609" y="598186"/>
                      <a:pt x="1488240" y="598789"/>
                    </a:cubicBezTo>
                    <a:cubicBezTo>
                      <a:pt x="1482871" y="599393"/>
                      <a:pt x="1478800" y="599694"/>
                      <a:pt x="1476025" y="599694"/>
                    </a:cubicBezTo>
                    <a:cubicBezTo>
                      <a:pt x="1469992" y="599694"/>
                      <a:pt x="1465860" y="598035"/>
                      <a:pt x="1463628" y="594717"/>
                    </a:cubicBezTo>
                    <a:cubicBezTo>
                      <a:pt x="1461396" y="591400"/>
                      <a:pt x="1455454" y="583346"/>
                      <a:pt x="1445802" y="570557"/>
                    </a:cubicBezTo>
                    <a:cubicBezTo>
                      <a:pt x="1440614" y="577555"/>
                      <a:pt x="1434672" y="582532"/>
                      <a:pt x="1427976" y="585488"/>
                    </a:cubicBezTo>
                    <a:cubicBezTo>
                      <a:pt x="1421280" y="588444"/>
                      <a:pt x="1416966" y="589922"/>
                      <a:pt x="1415036" y="589922"/>
                    </a:cubicBezTo>
                    <a:cubicBezTo>
                      <a:pt x="1414191" y="589922"/>
                      <a:pt x="1413769" y="589650"/>
                      <a:pt x="1413769" y="589107"/>
                    </a:cubicBezTo>
                    <a:cubicBezTo>
                      <a:pt x="1413769" y="588564"/>
                      <a:pt x="1414312" y="587991"/>
                      <a:pt x="1415398" y="587388"/>
                    </a:cubicBezTo>
                    <a:cubicBezTo>
                      <a:pt x="1422516" y="583045"/>
                      <a:pt x="1427915" y="579093"/>
                      <a:pt x="1431595" y="575534"/>
                    </a:cubicBezTo>
                    <a:cubicBezTo>
                      <a:pt x="1435275" y="571975"/>
                      <a:pt x="1438382" y="567903"/>
                      <a:pt x="1440915" y="563318"/>
                    </a:cubicBezTo>
                    <a:cubicBezTo>
                      <a:pt x="1440071" y="562232"/>
                      <a:pt x="1437628" y="558583"/>
                      <a:pt x="1433586" y="552369"/>
                    </a:cubicBezTo>
                    <a:cubicBezTo>
                      <a:pt x="1429544" y="546156"/>
                      <a:pt x="1425955" y="541963"/>
                      <a:pt x="1422818" y="539792"/>
                    </a:cubicBezTo>
                    <a:cubicBezTo>
                      <a:pt x="1421853" y="539188"/>
                      <a:pt x="1421370" y="538434"/>
                      <a:pt x="1421370" y="537529"/>
                    </a:cubicBezTo>
                    <a:cubicBezTo>
                      <a:pt x="1421370" y="536624"/>
                      <a:pt x="1422757" y="536172"/>
                      <a:pt x="1425532" y="536172"/>
                    </a:cubicBezTo>
                    <a:cubicBezTo>
                      <a:pt x="1428307" y="536172"/>
                      <a:pt x="1431203" y="538615"/>
                      <a:pt x="1434219" y="543502"/>
                    </a:cubicBezTo>
                    <a:cubicBezTo>
                      <a:pt x="1437236" y="548388"/>
                      <a:pt x="1440372" y="552942"/>
                      <a:pt x="1443630" y="557165"/>
                    </a:cubicBezTo>
                    <a:cubicBezTo>
                      <a:pt x="1446767" y="548358"/>
                      <a:pt x="1448335" y="538887"/>
                      <a:pt x="1448335" y="528752"/>
                    </a:cubicBezTo>
                    <a:cubicBezTo>
                      <a:pt x="1448335" y="524409"/>
                      <a:pt x="1447973" y="520789"/>
                      <a:pt x="1447249" y="517894"/>
                    </a:cubicBezTo>
                    <a:cubicBezTo>
                      <a:pt x="1443509" y="518497"/>
                      <a:pt x="1440584" y="518798"/>
                      <a:pt x="1438472" y="518798"/>
                    </a:cubicBezTo>
                    <a:cubicBezTo>
                      <a:pt x="1436361" y="518798"/>
                      <a:pt x="1434702" y="518617"/>
                      <a:pt x="1433495" y="518256"/>
                    </a:cubicBezTo>
                    <a:cubicBezTo>
                      <a:pt x="1430600" y="522599"/>
                      <a:pt x="1427403" y="526490"/>
                      <a:pt x="1423904" y="529928"/>
                    </a:cubicBezTo>
                    <a:cubicBezTo>
                      <a:pt x="1420405" y="533367"/>
                      <a:pt x="1418324" y="535086"/>
                      <a:pt x="1417660" y="535086"/>
                    </a:cubicBezTo>
                    <a:cubicBezTo>
                      <a:pt x="1416997" y="535086"/>
                      <a:pt x="1416665" y="534785"/>
                      <a:pt x="1416665" y="534181"/>
                    </a:cubicBezTo>
                    <a:cubicBezTo>
                      <a:pt x="1416665" y="533578"/>
                      <a:pt x="1416966" y="532794"/>
                      <a:pt x="1417570" y="531829"/>
                    </a:cubicBezTo>
                    <a:cubicBezTo>
                      <a:pt x="1427101" y="517351"/>
                      <a:pt x="1433737" y="504592"/>
                      <a:pt x="1437477" y="493552"/>
                    </a:cubicBezTo>
                    <a:cubicBezTo>
                      <a:pt x="1441217" y="482513"/>
                      <a:pt x="1443087" y="475063"/>
                      <a:pt x="1443087" y="471202"/>
                    </a:cubicBezTo>
                    <a:cubicBezTo>
                      <a:pt x="1443087" y="470237"/>
                      <a:pt x="1442906" y="469302"/>
                      <a:pt x="1442544" y="468397"/>
                    </a:cubicBezTo>
                    <a:cubicBezTo>
                      <a:pt x="1442182" y="467492"/>
                      <a:pt x="1442001" y="466617"/>
                      <a:pt x="1442001" y="465773"/>
                    </a:cubicBezTo>
                    <a:cubicBezTo>
                      <a:pt x="1442001" y="463963"/>
                      <a:pt x="1442966" y="463058"/>
                      <a:pt x="1444897" y="463058"/>
                    </a:cubicBezTo>
                    <a:close/>
                    <a:moveTo>
                      <a:pt x="1070640" y="463058"/>
                    </a:moveTo>
                    <a:cubicBezTo>
                      <a:pt x="1068227" y="463058"/>
                      <a:pt x="1064306" y="463480"/>
                      <a:pt x="1058877" y="464325"/>
                    </a:cubicBezTo>
                    <a:lnTo>
                      <a:pt x="1020691" y="469754"/>
                    </a:lnTo>
                    <a:cubicBezTo>
                      <a:pt x="1021295" y="471081"/>
                      <a:pt x="1022682" y="474761"/>
                      <a:pt x="1024854" y="480794"/>
                    </a:cubicBezTo>
                    <a:cubicBezTo>
                      <a:pt x="1028835" y="480552"/>
                      <a:pt x="1032937" y="479829"/>
                      <a:pt x="1037160" y="478622"/>
                    </a:cubicBezTo>
                    <a:cubicBezTo>
                      <a:pt x="1048381" y="475847"/>
                      <a:pt x="1055710" y="474460"/>
                      <a:pt x="1059149" y="474460"/>
                    </a:cubicBezTo>
                    <a:cubicBezTo>
                      <a:pt x="1062587" y="474460"/>
                      <a:pt x="1064306" y="475183"/>
                      <a:pt x="1064306" y="476631"/>
                    </a:cubicBezTo>
                    <a:cubicBezTo>
                      <a:pt x="1064306" y="477476"/>
                      <a:pt x="1063582" y="478260"/>
                      <a:pt x="1062135" y="478984"/>
                    </a:cubicBezTo>
                    <a:cubicBezTo>
                      <a:pt x="1060687" y="479708"/>
                      <a:pt x="1055831" y="480703"/>
                      <a:pt x="1047566" y="481970"/>
                    </a:cubicBezTo>
                    <a:cubicBezTo>
                      <a:pt x="1039302" y="483237"/>
                      <a:pt x="1031972" y="483689"/>
                      <a:pt x="1025578" y="483327"/>
                    </a:cubicBezTo>
                    <a:cubicBezTo>
                      <a:pt x="1026784" y="486344"/>
                      <a:pt x="1027930" y="490265"/>
                      <a:pt x="1029016" y="495091"/>
                    </a:cubicBezTo>
                    <a:cubicBezTo>
                      <a:pt x="1047596" y="491713"/>
                      <a:pt x="1059058" y="490023"/>
                      <a:pt x="1063401" y="490023"/>
                    </a:cubicBezTo>
                    <a:cubicBezTo>
                      <a:pt x="1065091" y="490023"/>
                      <a:pt x="1066327" y="489571"/>
                      <a:pt x="1067111" y="488666"/>
                    </a:cubicBezTo>
                    <a:cubicBezTo>
                      <a:pt x="1067896" y="487761"/>
                      <a:pt x="1068891" y="485921"/>
                      <a:pt x="1070098" y="483146"/>
                    </a:cubicBezTo>
                    <a:cubicBezTo>
                      <a:pt x="1071304" y="480371"/>
                      <a:pt x="1072299" y="477114"/>
                      <a:pt x="1073084" y="473374"/>
                    </a:cubicBezTo>
                    <a:cubicBezTo>
                      <a:pt x="1073868" y="469634"/>
                      <a:pt x="1074260" y="467281"/>
                      <a:pt x="1074260" y="466316"/>
                    </a:cubicBezTo>
                    <a:cubicBezTo>
                      <a:pt x="1074260" y="464144"/>
                      <a:pt x="1073053" y="463058"/>
                      <a:pt x="1070640" y="463058"/>
                    </a:cubicBezTo>
                    <a:close/>
                    <a:moveTo>
                      <a:pt x="41002" y="459395"/>
                    </a:moveTo>
                    <a:lnTo>
                      <a:pt x="46128" y="459395"/>
                    </a:lnTo>
                    <a:lnTo>
                      <a:pt x="28808" y="536539"/>
                    </a:lnTo>
                    <a:lnTo>
                      <a:pt x="31635" y="536539"/>
                    </a:lnTo>
                    <a:cubicBezTo>
                      <a:pt x="36054" y="536539"/>
                      <a:pt x="41017" y="534610"/>
                      <a:pt x="46525" y="530751"/>
                    </a:cubicBezTo>
                    <a:cubicBezTo>
                      <a:pt x="52033" y="526892"/>
                      <a:pt x="56437" y="523313"/>
                      <a:pt x="59736" y="520014"/>
                    </a:cubicBezTo>
                    <a:cubicBezTo>
                      <a:pt x="63035" y="516715"/>
                      <a:pt x="64685" y="513534"/>
                      <a:pt x="64685" y="510471"/>
                    </a:cubicBezTo>
                    <a:cubicBezTo>
                      <a:pt x="64685" y="507584"/>
                      <a:pt x="62682" y="505964"/>
                      <a:pt x="58676" y="505611"/>
                    </a:cubicBezTo>
                    <a:lnTo>
                      <a:pt x="59648" y="501281"/>
                    </a:lnTo>
                    <a:lnTo>
                      <a:pt x="88278" y="501281"/>
                    </a:lnTo>
                    <a:lnTo>
                      <a:pt x="89957" y="505611"/>
                    </a:lnTo>
                    <a:cubicBezTo>
                      <a:pt x="85068" y="510029"/>
                      <a:pt x="79884" y="514359"/>
                      <a:pt x="74405" y="518601"/>
                    </a:cubicBezTo>
                    <a:lnTo>
                      <a:pt x="52490" y="535567"/>
                    </a:lnTo>
                    <a:lnTo>
                      <a:pt x="61150" y="567467"/>
                    </a:lnTo>
                    <a:cubicBezTo>
                      <a:pt x="61857" y="570177"/>
                      <a:pt x="62490" y="572136"/>
                      <a:pt x="63050" y="573344"/>
                    </a:cubicBezTo>
                    <a:cubicBezTo>
                      <a:pt x="63609" y="574551"/>
                      <a:pt x="64257" y="575450"/>
                      <a:pt x="64994" y="576039"/>
                    </a:cubicBezTo>
                    <a:cubicBezTo>
                      <a:pt x="65730" y="576628"/>
                      <a:pt x="66717" y="576923"/>
                      <a:pt x="67954" y="576923"/>
                    </a:cubicBezTo>
                    <a:cubicBezTo>
                      <a:pt x="69486" y="576923"/>
                      <a:pt x="71312" y="576098"/>
                      <a:pt x="73433" y="574448"/>
                    </a:cubicBezTo>
                    <a:cubicBezTo>
                      <a:pt x="75554" y="572799"/>
                      <a:pt x="77969" y="570413"/>
                      <a:pt x="80679" y="567291"/>
                    </a:cubicBezTo>
                    <a:lnTo>
                      <a:pt x="85716" y="572239"/>
                    </a:lnTo>
                    <a:cubicBezTo>
                      <a:pt x="80414" y="577836"/>
                      <a:pt x="76025" y="581724"/>
                      <a:pt x="72549" y="583904"/>
                    </a:cubicBezTo>
                    <a:cubicBezTo>
                      <a:pt x="69073" y="586083"/>
                      <a:pt x="65716" y="587173"/>
                      <a:pt x="62475" y="587173"/>
                    </a:cubicBezTo>
                    <a:cubicBezTo>
                      <a:pt x="58469" y="587173"/>
                      <a:pt x="55288" y="586039"/>
                      <a:pt x="52932" y="583771"/>
                    </a:cubicBezTo>
                    <a:cubicBezTo>
                      <a:pt x="50575" y="581503"/>
                      <a:pt x="48720" y="577718"/>
                      <a:pt x="47365" y="572416"/>
                    </a:cubicBezTo>
                    <a:lnTo>
                      <a:pt x="41532" y="549441"/>
                    </a:lnTo>
                    <a:cubicBezTo>
                      <a:pt x="40943" y="547143"/>
                      <a:pt x="40354" y="545552"/>
                      <a:pt x="39765" y="544669"/>
                    </a:cubicBezTo>
                    <a:cubicBezTo>
                      <a:pt x="39176" y="543785"/>
                      <a:pt x="38499" y="543196"/>
                      <a:pt x="37733" y="542901"/>
                    </a:cubicBezTo>
                    <a:cubicBezTo>
                      <a:pt x="36967" y="542607"/>
                      <a:pt x="35612" y="542460"/>
                      <a:pt x="33668" y="542460"/>
                    </a:cubicBezTo>
                    <a:lnTo>
                      <a:pt x="27571" y="542460"/>
                    </a:lnTo>
                    <a:lnTo>
                      <a:pt x="18380" y="585759"/>
                    </a:lnTo>
                    <a:lnTo>
                      <a:pt x="3093" y="585759"/>
                    </a:lnTo>
                    <a:lnTo>
                      <a:pt x="25803" y="484756"/>
                    </a:lnTo>
                    <a:cubicBezTo>
                      <a:pt x="26569" y="481339"/>
                      <a:pt x="27114" y="478673"/>
                      <a:pt x="27438" y="476759"/>
                    </a:cubicBezTo>
                    <a:cubicBezTo>
                      <a:pt x="27762" y="474844"/>
                      <a:pt x="27924" y="473151"/>
                      <a:pt x="27924" y="471678"/>
                    </a:cubicBezTo>
                    <a:cubicBezTo>
                      <a:pt x="27924" y="469204"/>
                      <a:pt x="27173" y="467466"/>
                      <a:pt x="25671" y="466464"/>
                    </a:cubicBezTo>
                    <a:cubicBezTo>
                      <a:pt x="24168" y="465463"/>
                      <a:pt x="21473" y="464903"/>
                      <a:pt x="17585" y="464785"/>
                    </a:cubicBezTo>
                    <a:lnTo>
                      <a:pt x="18646" y="460190"/>
                    </a:lnTo>
                    <a:close/>
                    <a:moveTo>
                      <a:pt x="1076794" y="455276"/>
                    </a:moveTo>
                    <a:cubicBezTo>
                      <a:pt x="1079207" y="455276"/>
                      <a:pt x="1082675" y="456603"/>
                      <a:pt x="1087200" y="459258"/>
                    </a:cubicBezTo>
                    <a:cubicBezTo>
                      <a:pt x="1091724" y="461912"/>
                      <a:pt x="1093986" y="463933"/>
                      <a:pt x="1093986" y="465320"/>
                    </a:cubicBezTo>
                    <a:cubicBezTo>
                      <a:pt x="1093986" y="466708"/>
                      <a:pt x="1093202" y="467944"/>
                      <a:pt x="1091634" y="469030"/>
                    </a:cubicBezTo>
                    <a:cubicBezTo>
                      <a:pt x="1088014" y="471805"/>
                      <a:pt x="1085661" y="474218"/>
                      <a:pt x="1084576" y="476269"/>
                    </a:cubicBezTo>
                    <a:cubicBezTo>
                      <a:pt x="1082404" y="480613"/>
                      <a:pt x="1079991" y="484805"/>
                      <a:pt x="1077337" y="488847"/>
                    </a:cubicBezTo>
                    <a:cubicBezTo>
                      <a:pt x="1074682" y="492889"/>
                      <a:pt x="1072933" y="495181"/>
                      <a:pt x="1072088" y="495724"/>
                    </a:cubicBezTo>
                    <a:cubicBezTo>
                      <a:pt x="1071244" y="496267"/>
                      <a:pt x="1070429" y="496539"/>
                      <a:pt x="1069645" y="496539"/>
                    </a:cubicBezTo>
                    <a:cubicBezTo>
                      <a:pt x="1068861" y="496539"/>
                      <a:pt x="1067956" y="496177"/>
                      <a:pt x="1066931" y="495453"/>
                    </a:cubicBezTo>
                    <a:cubicBezTo>
                      <a:pt x="1065905" y="494729"/>
                      <a:pt x="1064759" y="494367"/>
                      <a:pt x="1063492" y="494367"/>
                    </a:cubicBezTo>
                    <a:cubicBezTo>
                      <a:pt x="1062225" y="494367"/>
                      <a:pt x="1060988" y="494487"/>
                      <a:pt x="1059782" y="494729"/>
                    </a:cubicBezTo>
                    <a:cubicBezTo>
                      <a:pt x="1051336" y="496177"/>
                      <a:pt x="1041564" y="497504"/>
                      <a:pt x="1030464" y="498710"/>
                    </a:cubicBezTo>
                    <a:cubicBezTo>
                      <a:pt x="1030585" y="499675"/>
                      <a:pt x="1030283" y="500460"/>
                      <a:pt x="1029559" y="501063"/>
                    </a:cubicBezTo>
                    <a:cubicBezTo>
                      <a:pt x="1028835" y="501666"/>
                      <a:pt x="1028172" y="501968"/>
                      <a:pt x="1027568" y="501968"/>
                    </a:cubicBezTo>
                    <a:cubicBezTo>
                      <a:pt x="1026000" y="501968"/>
                      <a:pt x="1024432" y="499675"/>
                      <a:pt x="1022863" y="495091"/>
                    </a:cubicBezTo>
                    <a:cubicBezTo>
                      <a:pt x="1018278" y="481095"/>
                      <a:pt x="1013332" y="472107"/>
                      <a:pt x="1008023" y="468125"/>
                    </a:cubicBezTo>
                    <a:cubicBezTo>
                      <a:pt x="1007058" y="467522"/>
                      <a:pt x="1006575" y="466919"/>
                      <a:pt x="1006575" y="466316"/>
                    </a:cubicBezTo>
                    <a:cubicBezTo>
                      <a:pt x="1006575" y="465109"/>
                      <a:pt x="1007661" y="464506"/>
                      <a:pt x="1009833" y="464506"/>
                    </a:cubicBezTo>
                    <a:cubicBezTo>
                      <a:pt x="1012005" y="464506"/>
                      <a:pt x="1014357" y="464808"/>
                      <a:pt x="1016891" y="465411"/>
                    </a:cubicBezTo>
                    <a:cubicBezTo>
                      <a:pt x="1027508" y="464325"/>
                      <a:pt x="1038397" y="462847"/>
                      <a:pt x="1049557" y="460977"/>
                    </a:cubicBezTo>
                    <a:cubicBezTo>
                      <a:pt x="1060717" y="459107"/>
                      <a:pt x="1067624" y="457629"/>
                      <a:pt x="1070278" y="456543"/>
                    </a:cubicBezTo>
                    <a:cubicBezTo>
                      <a:pt x="1072209" y="455699"/>
                      <a:pt x="1074381" y="455276"/>
                      <a:pt x="1076794" y="455276"/>
                    </a:cubicBezTo>
                    <a:close/>
                    <a:moveTo>
                      <a:pt x="1256321" y="455095"/>
                    </a:moveTo>
                    <a:cubicBezTo>
                      <a:pt x="1257769" y="455095"/>
                      <a:pt x="1260483" y="456332"/>
                      <a:pt x="1264465" y="458805"/>
                    </a:cubicBezTo>
                    <a:cubicBezTo>
                      <a:pt x="1268446" y="461279"/>
                      <a:pt x="1270437" y="463239"/>
                      <a:pt x="1270437" y="464687"/>
                    </a:cubicBezTo>
                    <a:cubicBezTo>
                      <a:pt x="1270437" y="465893"/>
                      <a:pt x="1268929" y="466889"/>
                      <a:pt x="1265913" y="467673"/>
                    </a:cubicBezTo>
                    <a:cubicBezTo>
                      <a:pt x="1262896" y="468457"/>
                      <a:pt x="1259578" y="469634"/>
                      <a:pt x="1255959" y="471202"/>
                    </a:cubicBezTo>
                    <a:cubicBezTo>
                      <a:pt x="1252339" y="472771"/>
                      <a:pt x="1248780" y="474158"/>
                      <a:pt x="1245281" y="475364"/>
                    </a:cubicBezTo>
                    <a:cubicBezTo>
                      <a:pt x="1241782" y="476571"/>
                      <a:pt x="1239641" y="477174"/>
                      <a:pt x="1238857" y="477174"/>
                    </a:cubicBezTo>
                    <a:cubicBezTo>
                      <a:pt x="1238073" y="477174"/>
                      <a:pt x="1237680" y="476873"/>
                      <a:pt x="1237680" y="476269"/>
                    </a:cubicBezTo>
                    <a:cubicBezTo>
                      <a:pt x="1237680" y="475666"/>
                      <a:pt x="1238465" y="474761"/>
                      <a:pt x="1240033" y="473555"/>
                    </a:cubicBezTo>
                    <a:cubicBezTo>
                      <a:pt x="1249203" y="466195"/>
                      <a:pt x="1253848" y="461369"/>
                      <a:pt x="1253968" y="459077"/>
                    </a:cubicBezTo>
                    <a:cubicBezTo>
                      <a:pt x="1254089" y="456422"/>
                      <a:pt x="1254873" y="455095"/>
                      <a:pt x="1256321" y="455095"/>
                    </a:cubicBezTo>
                    <a:close/>
                    <a:moveTo>
                      <a:pt x="893918" y="454552"/>
                    </a:moveTo>
                    <a:cubicBezTo>
                      <a:pt x="895427" y="454552"/>
                      <a:pt x="898503" y="455910"/>
                      <a:pt x="903148" y="458624"/>
                    </a:cubicBezTo>
                    <a:cubicBezTo>
                      <a:pt x="907793" y="461339"/>
                      <a:pt x="910116" y="463420"/>
                      <a:pt x="910116" y="464868"/>
                    </a:cubicBezTo>
                    <a:cubicBezTo>
                      <a:pt x="910116" y="466316"/>
                      <a:pt x="909090" y="467764"/>
                      <a:pt x="907039" y="469211"/>
                    </a:cubicBezTo>
                    <a:cubicBezTo>
                      <a:pt x="902454" y="471986"/>
                      <a:pt x="892139" y="481156"/>
                      <a:pt x="876092" y="496720"/>
                    </a:cubicBezTo>
                    <a:cubicBezTo>
                      <a:pt x="891053" y="495151"/>
                      <a:pt x="903118" y="493673"/>
                      <a:pt x="912287" y="492286"/>
                    </a:cubicBezTo>
                    <a:cubicBezTo>
                      <a:pt x="921457" y="490898"/>
                      <a:pt x="927972" y="490204"/>
                      <a:pt x="931833" y="490204"/>
                    </a:cubicBezTo>
                    <a:cubicBezTo>
                      <a:pt x="935693" y="490204"/>
                      <a:pt x="939253" y="491170"/>
                      <a:pt x="942510" y="493100"/>
                    </a:cubicBezTo>
                    <a:cubicBezTo>
                      <a:pt x="945768" y="495030"/>
                      <a:pt x="947396" y="496780"/>
                      <a:pt x="947396" y="498348"/>
                    </a:cubicBezTo>
                    <a:cubicBezTo>
                      <a:pt x="947396" y="499917"/>
                      <a:pt x="946673" y="501063"/>
                      <a:pt x="945225" y="501787"/>
                    </a:cubicBezTo>
                    <a:cubicBezTo>
                      <a:pt x="943777" y="502511"/>
                      <a:pt x="942088" y="502873"/>
                      <a:pt x="940158" y="502873"/>
                    </a:cubicBezTo>
                    <a:cubicBezTo>
                      <a:pt x="938227" y="502873"/>
                      <a:pt x="936417" y="502752"/>
                      <a:pt x="934728" y="502511"/>
                    </a:cubicBezTo>
                    <a:cubicBezTo>
                      <a:pt x="928093" y="501546"/>
                      <a:pt x="919044" y="501063"/>
                      <a:pt x="907582" y="501063"/>
                    </a:cubicBezTo>
                    <a:cubicBezTo>
                      <a:pt x="896120" y="501063"/>
                      <a:pt x="879621" y="502420"/>
                      <a:pt x="858085" y="505135"/>
                    </a:cubicBezTo>
                    <a:cubicBezTo>
                      <a:pt x="836549" y="507849"/>
                      <a:pt x="822946" y="509840"/>
                      <a:pt x="817276" y="511107"/>
                    </a:cubicBezTo>
                    <a:cubicBezTo>
                      <a:pt x="811605" y="512374"/>
                      <a:pt x="807684" y="513007"/>
                      <a:pt x="805512" y="513007"/>
                    </a:cubicBezTo>
                    <a:cubicBezTo>
                      <a:pt x="803340" y="513007"/>
                      <a:pt x="801078" y="512042"/>
                      <a:pt x="798726" y="510112"/>
                    </a:cubicBezTo>
                    <a:cubicBezTo>
                      <a:pt x="796373" y="508181"/>
                      <a:pt x="795197" y="506703"/>
                      <a:pt x="795197" y="505678"/>
                    </a:cubicBezTo>
                    <a:cubicBezTo>
                      <a:pt x="795197" y="504652"/>
                      <a:pt x="796735" y="504139"/>
                      <a:pt x="799811" y="504139"/>
                    </a:cubicBezTo>
                    <a:cubicBezTo>
                      <a:pt x="802888" y="504139"/>
                      <a:pt x="808589" y="503657"/>
                      <a:pt x="816914" y="502692"/>
                    </a:cubicBezTo>
                    <a:lnTo>
                      <a:pt x="870482" y="497624"/>
                    </a:lnTo>
                    <a:cubicBezTo>
                      <a:pt x="884960" y="479165"/>
                      <a:pt x="892199" y="466919"/>
                      <a:pt x="892199" y="460886"/>
                    </a:cubicBezTo>
                    <a:cubicBezTo>
                      <a:pt x="892199" y="460283"/>
                      <a:pt x="892109" y="459650"/>
                      <a:pt x="891928" y="458986"/>
                    </a:cubicBezTo>
                    <a:cubicBezTo>
                      <a:pt x="891747" y="458323"/>
                      <a:pt x="891656" y="457689"/>
                      <a:pt x="891656" y="457086"/>
                    </a:cubicBezTo>
                    <a:cubicBezTo>
                      <a:pt x="891656" y="455397"/>
                      <a:pt x="892410" y="454552"/>
                      <a:pt x="893918" y="454552"/>
                    </a:cubicBezTo>
                    <a:close/>
                    <a:moveTo>
                      <a:pt x="1384542" y="452562"/>
                    </a:moveTo>
                    <a:cubicBezTo>
                      <a:pt x="1386170" y="452562"/>
                      <a:pt x="1388734" y="453346"/>
                      <a:pt x="1392233" y="454914"/>
                    </a:cubicBezTo>
                    <a:cubicBezTo>
                      <a:pt x="1395732" y="456483"/>
                      <a:pt x="1397481" y="458172"/>
                      <a:pt x="1397481" y="459982"/>
                    </a:cubicBezTo>
                    <a:cubicBezTo>
                      <a:pt x="1397481" y="460826"/>
                      <a:pt x="1397180" y="462033"/>
                      <a:pt x="1396577" y="463601"/>
                    </a:cubicBezTo>
                    <a:cubicBezTo>
                      <a:pt x="1395973" y="465170"/>
                      <a:pt x="1395460" y="467914"/>
                      <a:pt x="1395038" y="471835"/>
                    </a:cubicBezTo>
                    <a:cubicBezTo>
                      <a:pt x="1394616" y="475757"/>
                      <a:pt x="1394043" y="485620"/>
                      <a:pt x="1393319" y="501425"/>
                    </a:cubicBezTo>
                    <a:cubicBezTo>
                      <a:pt x="1406349" y="498409"/>
                      <a:pt x="1413739" y="496901"/>
                      <a:pt x="1415488" y="496901"/>
                    </a:cubicBezTo>
                    <a:cubicBezTo>
                      <a:pt x="1417238" y="496901"/>
                      <a:pt x="1418444" y="497232"/>
                      <a:pt x="1419108" y="497896"/>
                    </a:cubicBezTo>
                    <a:cubicBezTo>
                      <a:pt x="1419771" y="498559"/>
                      <a:pt x="1420103" y="499193"/>
                      <a:pt x="1420103" y="499796"/>
                    </a:cubicBezTo>
                    <a:cubicBezTo>
                      <a:pt x="1420103" y="501606"/>
                      <a:pt x="1418113" y="502993"/>
                      <a:pt x="1414131" y="503958"/>
                    </a:cubicBezTo>
                    <a:cubicBezTo>
                      <a:pt x="1410150" y="504924"/>
                      <a:pt x="1403152" y="506251"/>
                      <a:pt x="1393138" y="507940"/>
                    </a:cubicBezTo>
                    <a:cubicBezTo>
                      <a:pt x="1392655" y="518316"/>
                      <a:pt x="1392203" y="525102"/>
                      <a:pt x="1391781" y="528300"/>
                    </a:cubicBezTo>
                    <a:cubicBezTo>
                      <a:pt x="1391358" y="531497"/>
                      <a:pt x="1390604" y="533095"/>
                      <a:pt x="1389519" y="533095"/>
                    </a:cubicBezTo>
                    <a:cubicBezTo>
                      <a:pt x="1388433" y="533095"/>
                      <a:pt x="1387467" y="532130"/>
                      <a:pt x="1386623" y="530200"/>
                    </a:cubicBezTo>
                    <a:cubicBezTo>
                      <a:pt x="1385778" y="528270"/>
                      <a:pt x="1385356" y="525314"/>
                      <a:pt x="1385356" y="521332"/>
                    </a:cubicBezTo>
                    <a:cubicBezTo>
                      <a:pt x="1385356" y="517351"/>
                      <a:pt x="1385477" y="513309"/>
                      <a:pt x="1385718" y="509207"/>
                    </a:cubicBezTo>
                    <a:cubicBezTo>
                      <a:pt x="1382822" y="515119"/>
                      <a:pt x="1378630" y="520759"/>
                      <a:pt x="1373140" y="526128"/>
                    </a:cubicBezTo>
                    <a:cubicBezTo>
                      <a:pt x="1367651" y="531497"/>
                      <a:pt x="1361980" y="535780"/>
                      <a:pt x="1356129" y="538977"/>
                    </a:cubicBezTo>
                    <a:cubicBezTo>
                      <a:pt x="1350277" y="542174"/>
                      <a:pt x="1346446" y="543773"/>
                      <a:pt x="1344637" y="543773"/>
                    </a:cubicBezTo>
                    <a:cubicBezTo>
                      <a:pt x="1344275" y="543773"/>
                      <a:pt x="1344094" y="543592"/>
                      <a:pt x="1344094" y="543230"/>
                    </a:cubicBezTo>
                    <a:cubicBezTo>
                      <a:pt x="1344094" y="542868"/>
                      <a:pt x="1344576" y="542325"/>
                      <a:pt x="1345542" y="541601"/>
                    </a:cubicBezTo>
                    <a:cubicBezTo>
                      <a:pt x="1359899" y="530984"/>
                      <a:pt x="1369973" y="520669"/>
                      <a:pt x="1375764" y="510655"/>
                    </a:cubicBezTo>
                    <a:cubicBezTo>
                      <a:pt x="1369853" y="511379"/>
                      <a:pt x="1365569" y="511740"/>
                      <a:pt x="1362915" y="511740"/>
                    </a:cubicBezTo>
                    <a:cubicBezTo>
                      <a:pt x="1360261" y="511740"/>
                      <a:pt x="1358089" y="511439"/>
                      <a:pt x="1356400" y="510836"/>
                    </a:cubicBezTo>
                    <a:cubicBezTo>
                      <a:pt x="1354711" y="510232"/>
                      <a:pt x="1353866" y="509569"/>
                      <a:pt x="1353866" y="508845"/>
                    </a:cubicBezTo>
                    <a:cubicBezTo>
                      <a:pt x="1353866" y="508121"/>
                      <a:pt x="1355013" y="507699"/>
                      <a:pt x="1357305" y="507578"/>
                    </a:cubicBezTo>
                    <a:cubicBezTo>
                      <a:pt x="1362613" y="507337"/>
                      <a:pt x="1372205" y="505768"/>
                      <a:pt x="1386080" y="502873"/>
                    </a:cubicBezTo>
                    <a:cubicBezTo>
                      <a:pt x="1386442" y="496720"/>
                      <a:pt x="1386623" y="490627"/>
                      <a:pt x="1386623" y="484594"/>
                    </a:cubicBezTo>
                    <a:cubicBezTo>
                      <a:pt x="1386623" y="469754"/>
                      <a:pt x="1385718" y="461128"/>
                      <a:pt x="1383908" y="458715"/>
                    </a:cubicBezTo>
                    <a:cubicBezTo>
                      <a:pt x="1382702" y="457026"/>
                      <a:pt x="1382098" y="455578"/>
                      <a:pt x="1382098" y="454371"/>
                    </a:cubicBezTo>
                    <a:cubicBezTo>
                      <a:pt x="1382098" y="453165"/>
                      <a:pt x="1382913" y="452562"/>
                      <a:pt x="1384542" y="452562"/>
                    </a:cubicBezTo>
                    <a:close/>
                    <a:moveTo>
                      <a:pt x="521924" y="452200"/>
                    </a:moveTo>
                    <a:cubicBezTo>
                      <a:pt x="523855" y="452200"/>
                      <a:pt x="527022" y="453165"/>
                      <a:pt x="531426" y="455095"/>
                    </a:cubicBezTo>
                    <a:cubicBezTo>
                      <a:pt x="535829" y="457026"/>
                      <a:pt x="538031" y="458896"/>
                      <a:pt x="538031" y="460706"/>
                    </a:cubicBezTo>
                    <a:cubicBezTo>
                      <a:pt x="538031" y="461429"/>
                      <a:pt x="537729" y="462485"/>
                      <a:pt x="537126" y="463873"/>
                    </a:cubicBezTo>
                    <a:cubicBezTo>
                      <a:pt x="536523" y="465260"/>
                      <a:pt x="536040" y="467402"/>
                      <a:pt x="535678" y="470297"/>
                    </a:cubicBezTo>
                    <a:cubicBezTo>
                      <a:pt x="535316" y="473193"/>
                      <a:pt x="534774" y="479949"/>
                      <a:pt x="534050" y="490566"/>
                    </a:cubicBezTo>
                    <a:cubicBezTo>
                      <a:pt x="542254" y="488153"/>
                      <a:pt x="548769" y="485318"/>
                      <a:pt x="553595" y="482061"/>
                    </a:cubicBezTo>
                    <a:cubicBezTo>
                      <a:pt x="554319" y="481578"/>
                      <a:pt x="555163" y="481337"/>
                      <a:pt x="556129" y="481337"/>
                    </a:cubicBezTo>
                    <a:cubicBezTo>
                      <a:pt x="559024" y="481337"/>
                      <a:pt x="563247" y="482965"/>
                      <a:pt x="568797" y="486223"/>
                    </a:cubicBezTo>
                    <a:cubicBezTo>
                      <a:pt x="574347" y="489481"/>
                      <a:pt x="577122" y="491924"/>
                      <a:pt x="577122" y="493552"/>
                    </a:cubicBezTo>
                    <a:cubicBezTo>
                      <a:pt x="577122" y="495181"/>
                      <a:pt x="576036" y="496177"/>
                      <a:pt x="573864" y="496539"/>
                    </a:cubicBezTo>
                    <a:cubicBezTo>
                      <a:pt x="567228" y="497624"/>
                      <a:pt x="560955" y="500098"/>
                      <a:pt x="555043" y="503958"/>
                    </a:cubicBezTo>
                    <a:cubicBezTo>
                      <a:pt x="554078" y="504682"/>
                      <a:pt x="553293" y="505044"/>
                      <a:pt x="552690" y="505044"/>
                    </a:cubicBezTo>
                    <a:cubicBezTo>
                      <a:pt x="552087" y="505044"/>
                      <a:pt x="551785" y="504652"/>
                      <a:pt x="551785" y="503868"/>
                    </a:cubicBezTo>
                    <a:cubicBezTo>
                      <a:pt x="551785" y="503084"/>
                      <a:pt x="552298" y="501455"/>
                      <a:pt x="553323" y="498982"/>
                    </a:cubicBezTo>
                    <a:cubicBezTo>
                      <a:pt x="554349" y="496508"/>
                      <a:pt x="554862" y="494668"/>
                      <a:pt x="554862" y="493462"/>
                    </a:cubicBezTo>
                    <a:cubicBezTo>
                      <a:pt x="554862" y="492255"/>
                      <a:pt x="554198" y="491652"/>
                      <a:pt x="552871" y="491652"/>
                    </a:cubicBezTo>
                    <a:cubicBezTo>
                      <a:pt x="550579" y="491652"/>
                      <a:pt x="544184" y="492979"/>
                      <a:pt x="533688" y="495634"/>
                    </a:cubicBezTo>
                    <a:lnTo>
                      <a:pt x="531516" y="528571"/>
                    </a:lnTo>
                    <a:cubicBezTo>
                      <a:pt x="535497" y="527365"/>
                      <a:pt x="538996" y="525917"/>
                      <a:pt x="542013" y="524228"/>
                    </a:cubicBezTo>
                    <a:cubicBezTo>
                      <a:pt x="543098" y="523624"/>
                      <a:pt x="544245" y="523323"/>
                      <a:pt x="545451" y="523323"/>
                    </a:cubicBezTo>
                    <a:cubicBezTo>
                      <a:pt x="546658" y="523323"/>
                      <a:pt x="549191" y="524228"/>
                      <a:pt x="553052" y="526037"/>
                    </a:cubicBezTo>
                    <a:cubicBezTo>
                      <a:pt x="556913" y="527847"/>
                      <a:pt x="558843" y="529355"/>
                      <a:pt x="558843" y="530562"/>
                    </a:cubicBezTo>
                    <a:cubicBezTo>
                      <a:pt x="558843" y="531768"/>
                      <a:pt x="557969" y="533095"/>
                      <a:pt x="556219" y="534543"/>
                    </a:cubicBezTo>
                    <a:cubicBezTo>
                      <a:pt x="554470" y="535991"/>
                      <a:pt x="551966" y="541239"/>
                      <a:pt x="548709" y="550288"/>
                    </a:cubicBezTo>
                    <a:cubicBezTo>
                      <a:pt x="547020" y="555838"/>
                      <a:pt x="544245" y="561569"/>
                      <a:pt x="540384" y="567481"/>
                    </a:cubicBezTo>
                    <a:cubicBezTo>
                      <a:pt x="550398" y="576650"/>
                      <a:pt x="559778" y="583316"/>
                      <a:pt x="568525" y="587478"/>
                    </a:cubicBezTo>
                    <a:cubicBezTo>
                      <a:pt x="577273" y="591641"/>
                      <a:pt x="586110" y="594748"/>
                      <a:pt x="595038" y="596799"/>
                    </a:cubicBezTo>
                    <a:cubicBezTo>
                      <a:pt x="596365" y="597161"/>
                      <a:pt x="597029" y="597764"/>
                      <a:pt x="597029" y="598608"/>
                    </a:cubicBezTo>
                    <a:cubicBezTo>
                      <a:pt x="597029" y="599453"/>
                      <a:pt x="596637" y="600056"/>
                      <a:pt x="595853" y="600418"/>
                    </a:cubicBezTo>
                    <a:cubicBezTo>
                      <a:pt x="595068" y="600780"/>
                      <a:pt x="591057" y="601353"/>
                      <a:pt x="583818" y="602137"/>
                    </a:cubicBezTo>
                    <a:cubicBezTo>
                      <a:pt x="576579" y="602922"/>
                      <a:pt x="571119" y="603314"/>
                      <a:pt x="567440" y="603314"/>
                    </a:cubicBezTo>
                    <a:cubicBezTo>
                      <a:pt x="563760" y="603314"/>
                      <a:pt x="561045" y="602891"/>
                      <a:pt x="559296" y="602047"/>
                    </a:cubicBezTo>
                    <a:cubicBezTo>
                      <a:pt x="557546" y="601202"/>
                      <a:pt x="554711" y="598518"/>
                      <a:pt x="550790" y="593994"/>
                    </a:cubicBezTo>
                    <a:cubicBezTo>
                      <a:pt x="546869" y="589469"/>
                      <a:pt x="541892" y="582984"/>
                      <a:pt x="535859" y="574539"/>
                    </a:cubicBezTo>
                    <a:cubicBezTo>
                      <a:pt x="529706" y="582864"/>
                      <a:pt x="523191" y="588655"/>
                      <a:pt x="516314" y="591912"/>
                    </a:cubicBezTo>
                    <a:cubicBezTo>
                      <a:pt x="509437" y="595170"/>
                      <a:pt x="503405" y="596799"/>
                      <a:pt x="498217" y="596799"/>
                    </a:cubicBezTo>
                    <a:cubicBezTo>
                      <a:pt x="496166" y="596799"/>
                      <a:pt x="495140" y="596376"/>
                      <a:pt x="495140" y="595532"/>
                    </a:cubicBezTo>
                    <a:cubicBezTo>
                      <a:pt x="495140" y="594687"/>
                      <a:pt x="496226" y="593903"/>
                      <a:pt x="498398" y="593179"/>
                    </a:cubicBezTo>
                    <a:cubicBezTo>
                      <a:pt x="511790" y="588474"/>
                      <a:pt x="522467" y="579968"/>
                      <a:pt x="530430" y="567662"/>
                    </a:cubicBezTo>
                    <a:cubicBezTo>
                      <a:pt x="521381" y="555476"/>
                      <a:pt x="515108" y="548237"/>
                      <a:pt x="511609" y="545945"/>
                    </a:cubicBezTo>
                    <a:cubicBezTo>
                      <a:pt x="510402" y="545100"/>
                      <a:pt x="509799" y="544225"/>
                      <a:pt x="509799" y="543321"/>
                    </a:cubicBezTo>
                    <a:cubicBezTo>
                      <a:pt x="509799" y="542416"/>
                      <a:pt x="510523" y="541963"/>
                      <a:pt x="511971" y="541963"/>
                    </a:cubicBezTo>
                    <a:cubicBezTo>
                      <a:pt x="515831" y="541963"/>
                      <a:pt x="520175" y="544980"/>
                      <a:pt x="525001" y="551012"/>
                    </a:cubicBezTo>
                    <a:cubicBezTo>
                      <a:pt x="527173" y="554028"/>
                      <a:pt x="530129" y="557467"/>
                      <a:pt x="533869" y="561328"/>
                    </a:cubicBezTo>
                    <a:cubicBezTo>
                      <a:pt x="536644" y="556260"/>
                      <a:pt x="538785" y="551012"/>
                      <a:pt x="540293" y="545583"/>
                    </a:cubicBezTo>
                    <a:cubicBezTo>
                      <a:pt x="541801" y="540154"/>
                      <a:pt x="542556" y="536655"/>
                      <a:pt x="542556" y="535086"/>
                    </a:cubicBezTo>
                    <a:cubicBezTo>
                      <a:pt x="542556" y="533518"/>
                      <a:pt x="541711" y="532734"/>
                      <a:pt x="540022" y="532734"/>
                    </a:cubicBezTo>
                    <a:cubicBezTo>
                      <a:pt x="536885" y="532734"/>
                      <a:pt x="530430" y="534242"/>
                      <a:pt x="520657" y="537258"/>
                    </a:cubicBezTo>
                    <a:cubicBezTo>
                      <a:pt x="519451" y="537499"/>
                      <a:pt x="518184" y="537620"/>
                      <a:pt x="516857" y="537620"/>
                    </a:cubicBezTo>
                    <a:cubicBezTo>
                      <a:pt x="515530" y="537620"/>
                      <a:pt x="514082" y="537288"/>
                      <a:pt x="512514" y="536624"/>
                    </a:cubicBezTo>
                    <a:cubicBezTo>
                      <a:pt x="510945" y="535961"/>
                      <a:pt x="510161" y="535267"/>
                      <a:pt x="510161" y="534543"/>
                    </a:cubicBezTo>
                    <a:cubicBezTo>
                      <a:pt x="510161" y="533819"/>
                      <a:pt x="510825" y="533397"/>
                      <a:pt x="512152" y="533276"/>
                    </a:cubicBezTo>
                    <a:cubicBezTo>
                      <a:pt x="513479" y="533156"/>
                      <a:pt x="517581" y="532311"/>
                      <a:pt x="524458" y="530743"/>
                    </a:cubicBezTo>
                    <a:lnTo>
                      <a:pt x="525363" y="497805"/>
                    </a:lnTo>
                    <a:cubicBezTo>
                      <a:pt x="517762" y="499615"/>
                      <a:pt x="511488" y="500641"/>
                      <a:pt x="506541" y="500882"/>
                    </a:cubicBezTo>
                    <a:cubicBezTo>
                      <a:pt x="506783" y="502812"/>
                      <a:pt x="506903" y="506191"/>
                      <a:pt x="506903" y="511017"/>
                    </a:cubicBezTo>
                    <a:cubicBezTo>
                      <a:pt x="506903" y="515843"/>
                      <a:pt x="506360" y="525042"/>
                      <a:pt x="505275" y="538615"/>
                    </a:cubicBezTo>
                    <a:cubicBezTo>
                      <a:pt x="504189" y="552188"/>
                      <a:pt x="501474" y="563650"/>
                      <a:pt x="497131" y="573001"/>
                    </a:cubicBezTo>
                    <a:cubicBezTo>
                      <a:pt x="492787" y="582351"/>
                      <a:pt x="487509" y="589530"/>
                      <a:pt x="481295" y="594536"/>
                    </a:cubicBezTo>
                    <a:cubicBezTo>
                      <a:pt x="475082" y="599544"/>
                      <a:pt x="471312" y="602047"/>
                      <a:pt x="469985" y="602047"/>
                    </a:cubicBezTo>
                    <a:cubicBezTo>
                      <a:pt x="469502" y="602047"/>
                      <a:pt x="469261" y="601806"/>
                      <a:pt x="469261" y="601323"/>
                    </a:cubicBezTo>
                    <a:cubicBezTo>
                      <a:pt x="469261" y="600840"/>
                      <a:pt x="469804" y="599996"/>
                      <a:pt x="470889" y="598789"/>
                    </a:cubicBezTo>
                    <a:cubicBezTo>
                      <a:pt x="482472" y="586242"/>
                      <a:pt x="489862" y="573181"/>
                      <a:pt x="493059" y="559608"/>
                    </a:cubicBezTo>
                    <a:cubicBezTo>
                      <a:pt x="496256" y="546035"/>
                      <a:pt x="497855" y="532372"/>
                      <a:pt x="497855" y="518617"/>
                    </a:cubicBezTo>
                    <a:cubicBezTo>
                      <a:pt x="497855" y="509327"/>
                      <a:pt x="496829" y="502993"/>
                      <a:pt x="494778" y="499615"/>
                    </a:cubicBezTo>
                    <a:cubicBezTo>
                      <a:pt x="494054" y="498529"/>
                      <a:pt x="493692" y="497443"/>
                      <a:pt x="493692" y="496358"/>
                    </a:cubicBezTo>
                    <a:cubicBezTo>
                      <a:pt x="493692" y="495272"/>
                      <a:pt x="494507" y="494729"/>
                      <a:pt x="496135" y="494729"/>
                    </a:cubicBezTo>
                    <a:cubicBezTo>
                      <a:pt x="497764" y="494729"/>
                      <a:pt x="500026" y="495392"/>
                      <a:pt x="502922" y="496720"/>
                    </a:cubicBezTo>
                    <a:cubicBezTo>
                      <a:pt x="508954" y="495996"/>
                      <a:pt x="516495" y="494668"/>
                      <a:pt x="525544" y="492738"/>
                    </a:cubicBezTo>
                    <a:cubicBezTo>
                      <a:pt x="525906" y="473796"/>
                      <a:pt x="524398" y="462455"/>
                      <a:pt x="521019" y="458715"/>
                    </a:cubicBezTo>
                    <a:cubicBezTo>
                      <a:pt x="519692" y="457146"/>
                      <a:pt x="519029" y="455759"/>
                      <a:pt x="519029" y="454552"/>
                    </a:cubicBezTo>
                    <a:cubicBezTo>
                      <a:pt x="519029" y="452984"/>
                      <a:pt x="519994" y="452200"/>
                      <a:pt x="521924" y="452200"/>
                    </a:cubicBezTo>
                    <a:close/>
                    <a:moveTo>
                      <a:pt x="668514" y="450933"/>
                    </a:moveTo>
                    <a:cubicBezTo>
                      <a:pt x="670806" y="450933"/>
                      <a:pt x="674034" y="452471"/>
                      <a:pt x="678196" y="455548"/>
                    </a:cubicBezTo>
                    <a:cubicBezTo>
                      <a:pt x="682359" y="458624"/>
                      <a:pt x="684440" y="461037"/>
                      <a:pt x="684440" y="462787"/>
                    </a:cubicBezTo>
                    <a:cubicBezTo>
                      <a:pt x="684440" y="464536"/>
                      <a:pt x="683656" y="466135"/>
                      <a:pt x="682087" y="467583"/>
                    </a:cubicBezTo>
                    <a:cubicBezTo>
                      <a:pt x="678588" y="470840"/>
                      <a:pt x="675512" y="474882"/>
                      <a:pt x="672858" y="479708"/>
                    </a:cubicBezTo>
                    <a:cubicBezTo>
                      <a:pt x="668755" y="486464"/>
                      <a:pt x="664895" y="492255"/>
                      <a:pt x="661275" y="497081"/>
                    </a:cubicBezTo>
                    <a:cubicBezTo>
                      <a:pt x="678407" y="493945"/>
                      <a:pt x="692071" y="491713"/>
                      <a:pt x="702266" y="490385"/>
                    </a:cubicBezTo>
                    <a:cubicBezTo>
                      <a:pt x="712461" y="489058"/>
                      <a:pt x="719187" y="487369"/>
                      <a:pt x="722445" y="485318"/>
                    </a:cubicBezTo>
                    <a:cubicBezTo>
                      <a:pt x="724013" y="484232"/>
                      <a:pt x="725521" y="483689"/>
                      <a:pt x="726969" y="483689"/>
                    </a:cubicBezTo>
                    <a:cubicBezTo>
                      <a:pt x="729744" y="483689"/>
                      <a:pt x="734299" y="485439"/>
                      <a:pt x="740633" y="488938"/>
                    </a:cubicBezTo>
                    <a:cubicBezTo>
                      <a:pt x="746967" y="492436"/>
                      <a:pt x="750134" y="495091"/>
                      <a:pt x="750134" y="496901"/>
                    </a:cubicBezTo>
                    <a:cubicBezTo>
                      <a:pt x="750134" y="498228"/>
                      <a:pt x="749289" y="499193"/>
                      <a:pt x="747600" y="499796"/>
                    </a:cubicBezTo>
                    <a:cubicBezTo>
                      <a:pt x="745911" y="500641"/>
                      <a:pt x="742654" y="502782"/>
                      <a:pt x="737828" y="506221"/>
                    </a:cubicBezTo>
                    <a:cubicBezTo>
                      <a:pt x="733002" y="509659"/>
                      <a:pt x="729231" y="512525"/>
                      <a:pt x="726517" y="514817"/>
                    </a:cubicBezTo>
                    <a:cubicBezTo>
                      <a:pt x="723802" y="517109"/>
                      <a:pt x="722203" y="518256"/>
                      <a:pt x="721721" y="518256"/>
                    </a:cubicBezTo>
                    <a:cubicBezTo>
                      <a:pt x="721238" y="518256"/>
                      <a:pt x="720997" y="517954"/>
                      <a:pt x="720997" y="517351"/>
                    </a:cubicBezTo>
                    <a:cubicBezTo>
                      <a:pt x="720997" y="516385"/>
                      <a:pt x="721902" y="513520"/>
                      <a:pt x="723711" y="508754"/>
                    </a:cubicBezTo>
                    <a:cubicBezTo>
                      <a:pt x="725521" y="503989"/>
                      <a:pt x="726426" y="500972"/>
                      <a:pt x="726426" y="499706"/>
                    </a:cubicBezTo>
                    <a:cubicBezTo>
                      <a:pt x="726426" y="498439"/>
                      <a:pt x="726124" y="497564"/>
                      <a:pt x="725521" y="497081"/>
                    </a:cubicBezTo>
                    <a:cubicBezTo>
                      <a:pt x="724918" y="496599"/>
                      <a:pt x="722475" y="496358"/>
                      <a:pt x="718192" y="496358"/>
                    </a:cubicBezTo>
                    <a:cubicBezTo>
                      <a:pt x="713909" y="496358"/>
                      <a:pt x="707092" y="496901"/>
                      <a:pt x="697742" y="497986"/>
                    </a:cubicBezTo>
                    <a:cubicBezTo>
                      <a:pt x="688391" y="499072"/>
                      <a:pt x="681363" y="500158"/>
                      <a:pt x="676658" y="501244"/>
                    </a:cubicBezTo>
                    <a:cubicBezTo>
                      <a:pt x="671953" y="502330"/>
                      <a:pt x="668605" y="502873"/>
                      <a:pt x="666614" y="502873"/>
                    </a:cubicBezTo>
                    <a:cubicBezTo>
                      <a:pt x="664623" y="502873"/>
                      <a:pt x="661939" y="502028"/>
                      <a:pt x="658560" y="500339"/>
                    </a:cubicBezTo>
                    <a:cubicBezTo>
                      <a:pt x="652407" y="508061"/>
                      <a:pt x="646073" y="514515"/>
                      <a:pt x="639558" y="519703"/>
                    </a:cubicBezTo>
                    <a:cubicBezTo>
                      <a:pt x="633043" y="524891"/>
                      <a:pt x="628881" y="527485"/>
                      <a:pt x="627071" y="527485"/>
                    </a:cubicBezTo>
                    <a:cubicBezTo>
                      <a:pt x="626588" y="527485"/>
                      <a:pt x="626347" y="527304"/>
                      <a:pt x="626347" y="526942"/>
                    </a:cubicBezTo>
                    <a:cubicBezTo>
                      <a:pt x="626347" y="525736"/>
                      <a:pt x="627915" y="523504"/>
                      <a:pt x="631052" y="520246"/>
                    </a:cubicBezTo>
                    <a:cubicBezTo>
                      <a:pt x="639498" y="511559"/>
                      <a:pt x="647491" y="501033"/>
                      <a:pt x="655031" y="488666"/>
                    </a:cubicBezTo>
                    <a:cubicBezTo>
                      <a:pt x="662572" y="476300"/>
                      <a:pt x="666342" y="467221"/>
                      <a:pt x="666342" y="461429"/>
                    </a:cubicBezTo>
                    <a:cubicBezTo>
                      <a:pt x="666342" y="459982"/>
                      <a:pt x="666131" y="458413"/>
                      <a:pt x="665709" y="456724"/>
                    </a:cubicBezTo>
                    <a:cubicBezTo>
                      <a:pt x="665287" y="455035"/>
                      <a:pt x="665076" y="454130"/>
                      <a:pt x="665076" y="454009"/>
                    </a:cubicBezTo>
                    <a:cubicBezTo>
                      <a:pt x="665076" y="451958"/>
                      <a:pt x="666222" y="450933"/>
                      <a:pt x="668514" y="450933"/>
                    </a:cubicBezTo>
                    <a:close/>
                    <a:moveTo>
                      <a:pt x="1217321" y="447494"/>
                    </a:moveTo>
                    <a:cubicBezTo>
                      <a:pt x="1218950" y="447494"/>
                      <a:pt x="1221423" y="448098"/>
                      <a:pt x="1224741" y="449304"/>
                    </a:cubicBezTo>
                    <a:cubicBezTo>
                      <a:pt x="1228059" y="450511"/>
                      <a:pt x="1230291" y="451536"/>
                      <a:pt x="1231437" y="452381"/>
                    </a:cubicBezTo>
                    <a:cubicBezTo>
                      <a:pt x="1232583" y="453225"/>
                      <a:pt x="1233156" y="454281"/>
                      <a:pt x="1233156" y="455548"/>
                    </a:cubicBezTo>
                    <a:cubicBezTo>
                      <a:pt x="1233156" y="456815"/>
                      <a:pt x="1232643" y="459107"/>
                      <a:pt x="1231618" y="462425"/>
                    </a:cubicBezTo>
                    <a:cubicBezTo>
                      <a:pt x="1230592" y="465743"/>
                      <a:pt x="1229959" y="474098"/>
                      <a:pt x="1229718" y="487490"/>
                    </a:cubicBezTo>
                    <a:cubicBezTo>
                      <a:pt x="1258432" y="484474"/>
                      <a:pt x="1273634" y="482664"/>
                      <a:pt x="1275323" y="482061"/>
                    </a:cubicBezTo>
                    <a:cubicBezTo>
                      <a:pt x="1277857" y="480975"/>
                      <a:pt x="1279968" y="480432"/>
                      <a:pt x="1281657" y="480432"/>
                    </a:cubicBezTo>
                    <a:cubicBezTo>
                      <a:pt x="1284915" y="480432"/>
                      <a:pt x="1289560" y="482543"/>
                      <a:pt x="1295592" y="486766"/>
                    </a:cubicBezTo>
                    <a:cubicBezTo>
                      <a:pt x="1301625" y="490989"/>
                      <a:pt x="1304641" y="494035"/>
                      <a:pt x="1304641" y="495905"/>
                    </a:cubicBezTo>
                    <a:cubicBezTo>
                      <a:pt x="1304641" y="497775"/>
                      <a:pt x="1302650" y="498891"/>
                      <a:pt x="1298669" y="499253"/>
                    </a:cubicBezTo>
                    <a:cubicBezTo>
                      <a:pt x="1290344" y="499977"/>
                      <a:pt x="1283527" y="501726"/>
                      <a:pt x="1278219" y="504501"/>
                    </a:cubicBezTo>
                    <a:cubicBezTo>
                      <a:pt x="1276771" y="505225"/>
                      <a:pt x="1275595" y="505587"/>
                      <a:pt x="1274690" y="505587"/>
                    </a:cubicBezTo>
                    <a:cubicBezTo>
                      <a:pt x="1273785" y="505587"/>
                      <a:pt x="1273332" y="505286"/>
                      <a:pt x="1273332" y="504682"/>
                    </a:cubicBezTo>
                    <a:cubicBezTo>
                      <a:pt x="1273332" y="504079"/>
                      <a:pt x="1273574" y="503416"/>
                      <a:pt x="1274056" y="502692"/>
                    </a:cubicBezTo>
                    <a:cubicBezTo>
                      <a:pt x="1278038" y="497142"/>
                      <a:pt x="1280029" y="493733"/>
                      <a:pt x="1280029" y="492467"/>
                    </a:cubicBezTo>
                    <a:cubicBezTo>
                      <a:pt x="1280029" y="491200"/>
                      <a:pt x="1279516" y="490385"/>
                      <a:pt x="1278490" y="490023"/>
                    </a:cubicBezTo>
                    <a:cubicBezTo>
                      <a:pt x="1277465" y="489661"/>
                      <a:pt x="1275504" y="489481"/>
                      <a:pt x="1272609" y="489481"/>
                    </a:cubicBezTo>
                    <a:cubicBezTo>
                      <a:pt x="1263560" y="489481"/>
                      <a:pt x="1250741" y="490325"/>
                      <a:pt x="1234151" y="492014"/>
                    </a:cubicBezTo>
                    <a:cubicBezTo>
                      <a:pt x="1217562" y="493703"/>
                      <a:pt x="1205407" y="495302"/>
                      <a:pt x="1197685" y="496810"/>
                    </a:cubicBezTo>
                    <a:cubicBezTo>
                      <a:pt x="1189963" y="498318"/>
                      <a:pt x="1183509" y="499012"/>
                      <a:pt x="1178321" y="498891"/>
                    </a:cubicBezTo>
                    <a:cubicBezTo>
                      <a:pt x="1176390" y="506010"/>
                      <a:pt x="1174128" y="512012"/>
                      <a:pt x="1171534" y="516898"/>
                    </a:cubicBezTo>
                    <a:cubicBezTo>
                      <a:pt x="1168940" y="521785"/>
                      <a:pt x="1166768" y="524228"/>
                      <a:pt x="1165019" y="524228"/>
                    </a:cubicBezTo>
                    <a:cubicBezTo>
                      <a:pt x="1163270" y="524228"/>
                      <a:pt x="1162003" y="523293"/>
                      <a:pt x="1161219" y="521423"/>
                    </a:cubicBezTo>
                    <a:cubicBezTo>
                      <a:pt x="1160434" y="519553"/>
                      <a:pt x="1160042" y="518014"/>
                      <a:pt x="1160042" y="516808"/>
                    </a:cubicBezTo>
                    <a:cubicBezTo>
                      <a:pt x="1160042" y="515601"/>
                      <a:pt x="1160374" y="514093"/>
                      <a:pt x="1161038" y="512283"/>
                    </a:cubicBezTo>
                    <a:cubicBezTo>
                      <a:pt x="1161701" y="510474"/>
                      <a:pt x="1162455" y="509026"/>
                      <a:pt x="1163300" y="507940"/>
                    </a:cubicBezTo>
                    <a:cubicBezTo>
                      <a:pt x="1165713" y="505044"/>
                      <a:pt x="1168005" y="499615"/>
                      <a:pt x="1170177" y="491652"/>
                    </a:cubicBezTo>
                    <a:cubicBezTo>
                      <a:pt x="1170901" y="489360"/>
                      <a:pt x="1171866" y="488214"/>
                      <a:pt x="1173072" y="488214"/>
                    </a:cubicBezTo>
                    <a:cubicBezTo>
                      <a:pt x="1174279" y="488214"/>
                      <a:pt x="1175666" y="490144"/>
                      <a:pt x="1177235" y="494005"/>
                    </a:cubicBezTo>
                    <a:cubicBezTo>
                      <a:pt x="1190989" y="491713"/>
                      <a:pt x="1205829" y="489842"/>
                      <a:pt x="1221755" y="488395"/>
                    </a:cubicBezTo>
                    <a:cubicBezTo>
                      <a:pt x="1221996" y="479587"/>
                      <a:pt x="1221785" y="472409"/>
                      <a:pt x="1221121" y="466859"/>
                    </a:cubicBezTo>
                    <a:cubicBezTo>
                      <a:pt x="1220458" y="461309"/>
                      <a:pt x="1219251" y="457267"/>
                      <a:pt x="1217502" y="454733"/>
                    </a:cubicBezTo>
                    <a:cubicBezTo>
                      <a:pt x="1215752" y="452200"/>
                      <a:pt x="1214878" y="450360"/>
                      <a:pt x="1214878" y="449214"/>
                    </a:cubicBezTo>
                    <a:cubicBezTo>
                      <a:pt x="1214878" y="448067"/>
                      <a:pt x="1215692" y="447494"/>
                      <a:pt x="1217321" y="447494"/>
                    </a:cubicBezTo>
                    <a:close/>
                    <a:moveTo>
                      <a:pt x="268807" y="339424"/>
                    </a:moveTo>
                    <a:cubicBezTo>
                      <a:pt x="271582" y="339424"/>
                      <a:pt x="273995" y="340449"/>
                      <a:pt x="276046" y="342500"/>
                    </a:cubicBezTo>
                    <a:cubicBezTo>
                      <a:pt x="278097" y="344551"/>
                      <a:pt x="279123" y="346964"/>
                      <a:pt x="279123" y="349739"/>
                    </a:cubicBezTo>
                    <a:cubicBezTo>
                      <a:pt x="279123" y="352514"/>
                      <a:pt x="278097" y="354897"/>
                      <a:pt x="276046" y="356888"/>
                    </a:cubicBezTo>
                    <a:cubicBezTo>
                      <a:pt x="273995" y="358878"/>
                      <a:pt x="271582" y="359874"/>
                      <a:pt x="268807" y="359874"/>
                    </a:cubicBezTo>
                    <a:cubicBezTo>
                      <a:pt x="266032" y="359874"/>
                      <a:pt x="263619" y="358878"/>
                      <a:pt x="261568" y="356888"/>
                    </a:cubicBezTo>
                    <a:cubicBezTo>
                      <a:pt x="259517" y="354897"/>
                      <a:pt x="258491" y="352514"/>
                      <a:pt x="258491" y="349739"/>
                    </a:cubicBezTo>
                    <a:cubicBezTo>
                      <a:pt x="258491" y="346964"/>
                      <a:pt x="259517" y="344551"/>
                      <a:pt x="261568" y="342500"/>
                    </a:cubicBezTo>
                    <a:cubicBezTo>
                      <a:pt x="263619" y="340449"/>
                      <a:pt x="266032" y="339424"/>
                      <a:pt x="268807" y="339424"/>
                    </a:cubicBezTo>
                    <a:close/>
                    <a:moveTo>
                      <a:pt x="153977" y="337505"/>
                    </a:moveTo>
                    <a:cubicBezTo>
                      <a:pt x="151329" y="337505"/>
                      <a:pt x="148887" y="338297"/>
                      <a:pt x="146652" y="339881"/>
                    </a:cubicBezTo>
                    <a:cubicBezTo>
                      <a:pt x="144416" y="341466"/>
                      <a:pt x="142018" y="343734"/>
                      <a:pt x="139457" y="346685"/>
                    </a:cubicBezTo>
                    <a:cubicBezTo>
                      <a:pt x="138285" y="348074"/>
                      <a:pt x="137200" y="349442"/>
                      <a:pt x="136201" y="350788"/>
                    </a:cubicBezTo>
                    <a:cubicBezTo>
                      <a:pt x="135203" y="352133"/>
                      <a:pt x="134302" y="353598"/>
                      <a:pt x="133499" y="355183"/>
                    </a:cubicBezTo>
                    <a:cubicBezTo>
                      <a:pt x="132696" y="356767"/>
                      <a:pt x="131980" y="358525"/>
                      <a:pt x="131350" y="360457"/>
                    </a:cubicBezTo>
                    <a:cubicBezTo>
                      <a:pt x="130721" y="362388"/>
                      <a:pt x="130167" y="364613"/>
                      <a:pt x="129690" y="367131"/>
                    </a:cubicBezTo>
                    <a:cubicBezTo>
                      <a:pt x="129082" y="370126"/>
                      <a:pt x="128605" y="372644"/>
                      <a:pt x="128257" y="374684"/>
                    </a:cubicBezTo>
                    <a:cubicBezTo>
                      <a:pt x="127910" y="376724"/>
                      <a:pt x="127737" y="378656"/>
                      <a:pt x="127737" y="380479"/>
                    </a:cubicBezTo>
                    <a:cubicBezTo>
                      <a:pt x="127737" y="383995"/>
                      <a:pt x="128550" y="386480"/>
                      <a:pt x="130178" y="387934"/>
                    </a:cubicBezTo>
                    <a:cubicBezTo>
                      <a:pt x="131806" y="389388"/>
                      <a:pt x="134421" y="390115"/>
                      <a:pt x="138024" y="390115"/>
                    </a:cubicBezTo>
                    <a:cubicBezTo>
                      <a:pt x="140542" y="390115"/>
                      <a:pt x="142897" y="389562"/>
                      <a:pt x="145089" y="388455"/>
                    </a:cubicBezTo>
                    <a:cubicBezTo>
                      <a:pt x="147281" y="387348"/>
                      <a:pt x="149267" y="385840"/>
                      <a:pt x="151047" y="383930"/>
                    </a:cubicBezTo>
                    <a:cubicBezTo>
                      <a:pt x="152826" y="382020"/>
                      <a:pt x="154411" y="379795"/>
                      <a:pt x="155800" y="377256"/>
                    </a:cubicBezTo>
                    <a:cubicBezTo>
                      <a:pt x="157189" y="374716"/>
                      <a:pt x="158350" y="372003"/>
                      <a:pt x="159283" y="369117"/>
                    </a:cubicBezTo>
                    <a:cubicBezTo>
                      <a:pt x="160217" y="366230"/>
                      <a:pt x="160933" y="363267"/>
                      <a:pt x="161432" y="360229"/>
                    </a:cubicBezTo>
                    <a:cubicBezTo>
                      <a:pt x="161931" y="357190"/>
                      <a:pt x="162181" y="354238"/>
                      <a:pt x="162181" y="351374"/>
                    </a:cubicBezTo>
                    <a:cubicBezTo>
                      <a:pt x="162181" y="346729"/>
                      <a:pt x="161541" y="343256"/>
                      <a:pt x="160260" y="340956"/>
                    </a:cubicBezTo>
                    <a:cubicBezTo>
                      <a:pt x="158980" y="338655"/>
                      <a:pt x="156885" y="337505"/>
                      <a:pt x="153977" y="337505"/>
                    </a:cubicBezTo>
                    <a:close/>
                    <a:moveTo>
                      <a:pt x="123765" y="328780"/>
                    </a:moveTo>
                    <a:cubicBezTo>
                      <a:pt x="126933" y="328780"/>
                      <a:pt x="129397" y="329832"/>
                      <a:pt x="131155" y="331938"/>
                    </a:cubicBezTo>
                    <a:cubicBezTo>
                      <a:pt x="132913" y="334043"/>
                      <a:pt x="133792" y="336810"/>
                      <a:pt x="133792" y="340239"/>
                    </a:cubicBezTo>
                    <a:cubicBezTo>
                      <a:pt x="133792" y="341238"/>
                      <a:pt x="133716" y="342193"/>
                      <a:pt x="133564" y="343104"/>
                    </a:cubicBezTo>
                    <a:cubicBezTo>
                      <a:pt x="133412" y="344016"/>
                      <a:pt x="133141" y="344927"/>
                      <a:pt x="132750" y="345839"/>
                    </a:cubicBezTo>
                    <a:lnTo>
                      <a:pt x="133662" y="346295"/>
                    </a:lnTo>
                    <a:cubicBezTo>
                      <a:pt x="137916" y="340348"/>
                      <a:pt x="142094" y="335942"/>
                      <a:pt x="146196" y="333077"/>
                    </a:cubicBezTo>
                    <a:cubicBezTo>
                      <a:pt x="150298" y="330212"/>
                      <a:pt x="154606" y="328780"/>
                      <a:pt x="159121" y="328780"/>
                    </a:cubicBezTo>
                    <a:cubicBezTo>
                      <a:pt x="164286" y="328780"/>
                      <a:pt x="168247" y="330646"/>
                      <a:pt x="171004" y="334379"/>
                    </a:cubicBezTo>
                    <a:cubicBezTo>
                      <a:pt x="173760" y="338112"/>
                      <a:pt x="175138" y="343560"/>
                      <a:pt x="175138" y="350722"/>
                    </a:cubicBezTo>
                    <a:cubicBezTo>
                      <a:pt x="175138" y="356973"/>
                      <a:pt x="174172" y="362866"/>
                      <a:pt x="172241" y="368400"/>
                    </a:cubicBezTo>
                    <a:cubicBezTo>
                      <a:pt x="170309" y="373935"/>
                      <a:pt x="167694" y="378786"/>
                      <a:pt x="164395" y="382953"/>
                    </a:cubicBezTo>
                    <a:cubicBezTo>
                      <a:pt x="161096" y="387120"/>
                      <a:pt x="157265" y="390408"/>
                      <a:pt x="152902" y="392818"/>
                    </a:cubicBezTo>
                    <a:cubicBezTo>
                      <a:pt x="148540" y="395227"/>
                      <a:pt x="143928" y="396431"/>
                      <a:pt x="139066" y="396431"/>
                    </a:cubicBezTo>
                    <a:cubicBezTo>
                      <a:pt x="135680" y="396431"/>
                      <a:pt x="132739" y="396095"/>
                      <a:pt x="130243" y="395422"/>
                    </a:cubicBezTo>
                    <a:cubicBezTo>
                      <a:pt x="127747" y="394749"/>
                      <a:pt x="125675" y="393935"/>
                      <a:pt x="124025" y="392980"/>
                    </a:cubicBezTo>
                    <a:cubicBezTo>
                      <a:pt x="123634" y="394673"/>
                      <a:pt x="123211" y="396431"/>
                      <a:pt x="122755" y="398254"/>
                    </a:cubicBezTo>
                    <a:cubicBezTo>
                      <a:pt x="122300" y="400078"/>
                      <a:pt x="121866" y="401836"/>
                      <a:pt x="121453" y="403528"/>
                    </a:cubicBezTo>
                    <a:cubicBezTo>
                      <a:pt x="121041" y="405221"/>
                      <a:pt x="120704" y="406784"/>
                      <a:pt x="120444" y="408217"/>
                    </a:cubicBezTo>
                    <a:cubicBezTo>
                      <a:pt x="120184" y="409649"/>
                      <a:pt x="120053" y="410799"/>
                      <a:pt x="120053" y="411668"/>
                    </a:cubicBezTo>
                    <a:cubicBezTo>
                      <a:pt x="120053" y="412449"/>
                      <a:pt x="120173" y="413100"/>
                      <a:pt x="120411" y="413621"/>
                    </a:cubicBezTo>
                    <a:cubicBezTo>
                      <a:pt x="120650" y="414142"/>
                      <a:pt x="121084" y="414576"/>
                      <a:pt x="121714" y="414923"/>
                    </a:cubicBezTo>
                    <a:cubicBezTo>
                      <a:pt x="122343" y="415270"/>
                      <a:pt x="123179" y="415542"/>
                      <a:pt x="124220" y="415737"/>
                    </a:cubicBezTo>
                    <a:cubicBezTo>
                      <a:pt x="125262" y="415932"/>
                      <a:pt x="126565" y="416095"/>
                      <a:pt x="128127" y="416225"/>
                    </a:cubicBezTo>
                    <a:lnTo>
                      <a:pt x="127932" y="420523"/>
                    </a:lnTo>
                    <a:lnTo>
                      <a:pt x="105012" y="420523"/>
                    </a:lnTo>
                    <a:lnTo>
                      <a:pt x="120900" y="352676"/>
                    </a:lnTo>
                    <a:cubicBezTo>
                      <a:pt x="121421" y="350288"/>
                      <a:pt x="121790" y="348292"/>
                      <a:pt x="122007" y="346685"/>
                    </a:cubicBezTo>
                    <a:cubicBezTo>
                      <a:pt x="122224" y="345079"/>
                      <a:pt x="122332" y="343647"/>
                      <a:pt x="122332" y="342388"/>
                    </a:cubicBezTo>
                    <a:cubicBezTo>
                      <a:pt x="122332" y="339219"/>
                      <a:pt x="121052" y="337635"/>
                      <a:pt x="118491" y="337635"/>
                    </a:cubicBezTo>
                    <a:cubicBezTo>
                      <a:pt x="117709" y="337635"/>
                      <a:pt x="116928" y="337798"/>
                      <a:pt x="116147" y="338123"/>
                    </a:cubicBezTo>
                    <a:cubicBezTo>
                      <a:pt x="115365" y="338449"/>
                      <a:pt x="114530" y="338937"/>
                      <a:pt x="113640" y="339588"/>
                    </a:cubicBezTo>
                    <a:cubicBezTo>
                      <a:pt x="112750" y="340239"/>
                      <a:pt x="111773" y="341064"/>
                      <a:pt x="110710" y="342062"/>
                    </a:cubicBezTo>
                    <a:cubicBezTo>
                      <a:pt x="109646" y="343061"/>
                      <a:pt x="108463" y="344233"/>
                      <a:pt x="107161" y="345579"/>
                    </a:cubicBezTo>
                    <a:lnTo>
                      <a:pt x="102668" y="341346"/>
                    </a:lnTo>
                    <a:cubicBezTo>
                      <a:pt x="104839" y="339176"/>
                      <a:pt x="106825" y="337298"/>
                      <a:pt x="108626" y="335714"/>
                    </a:cubicBezTo>
                    <a:cubicBezTo>
                      <a:pt x="110428" y="334130"/>
                      <a:pt x="112164" y="332827"/>
                      <a:pt x="113835" y="331807"/>
                    </a:cubicBezTo>
                    <a:cubicBezTo>
                      <a:pt x="115506" y="330787"/>
                      <a:pt x="117134" y="330028"/>
                      <a:pt x="118718" y="329528"/>
                    </a:cubicBezTo>
                    <a:cubicBezTo>
                      <a:pt x="120303" y="329029"/>
                      <a:pt x="121985" y="328780"/>
                      <a:pt x="123765" y="328780"/>
                    </a:cubicBezTo>
                    <a:close/>
                    <a:moveTo>
                      <a:pt x="516381" y="314992"/>
                    </a:moveTo>
                    <a:cubicBezTo>
                      <a:pt x="519397" y="314992"/>
                      <a:pt x="522051" y="315475"/>
                      <a:pt x="524344" y="316440"/>
                    </a:cubicBezTo>
                    <a:cubicBezTo>
                      <a:pt x="526636" y="317405"/>
                      <a:pt x="527782" y="318491"/>
                      <a:pt x="527782" y="319697"/>
                    </a:cubicBezTo>
                    <a:cubicBezTo>
                      <a:pt x="527782" y="321628"/>
                      <a:pt x="525339" y="323257"/>
                      <a:pt x="520453" y="324584"/>
                    </a:cubicBezTo>
                    <a:cubicBezTo>
                      <a:pt x="515566" y="325911"/>
                      <a:pt x="507392" y="327178"/>
                      <a:pt x="495931" y="328384"/>
                    </a:cubicBezTo>
                    <a:cubicBezTo>
                      <a:pt x="498585" y="329711"/>
                      <a:pt x="500334" y="330918"/>
                      <a:pt x="501179" y="332004"/>
                    </a:cubicBezTo>
                    <a:cubicBezTo>
                      <a:pt x="502023" y="333090"/>
                      <a:pt x="502265" y="334477"/>
                      <a:pt x="501903" y="336166"/>
                    </a:cubicBezTo>
                    <a:cubicBezTo>
                      <a:pt x="500938" y="340389"/>
                      <a:pt x="500214" y="347447"/>
                      <a:pt x="499731" y="357340"/>
                    </a:cubicBezTo>
                    <a:cubicBezTo>
                      <a:pt x="517346" y="355169"/>
                      <a:pt x="527963" y="353811"/>
                      <a:pt x="531583" y="353268"/>
                    </a:cubicBezTo>
                    <a:cubicBezTo>
                      <a:pt x="535202" y="352725"/>
                      <a:pt x="538339" y="352454"/>
                      <a:pt x="540993" y="352454"/>
                    </a:cubicBezTo>
                    <a:cubicBezTo>
                      <a:pt x="547026" y="352454"/>
                      <a:pt x="551882" y="353902"/>
                      <a:pt x="555562" y="356797"/>
                    </a:cubicBezTo>
                    <a:cubicBezTo>
                      <a:pt x="559242" y="359693"/>
                      <a:pt x="561082" y="361925"/>
                      <a:pt x="561082" y="363493"/>
                    </a:cubicBezTo>
                    <a:cubicBezTo>
                      <a:pt x="561082" y="365424"/>
                      <a:pt x="558427" y="366389"/>
                      <a:pt x="553119" y="366389"/>
                    </a:cubicBezTo>
                    <a:cubicBezTo>
                      <a:pt x="549499" y="366389"/>
                      <a:pt x="544945" y="365967"/>
                      <a:pt x="539455" y="365122"/>
                    </a:cubicBezTo>
                    <a:cubicBezTo>
                      <a:pt x="533966" y="364278"/>
                      <a:pt x="526666" y="363855"/>
                      <a:pt x="517557" y="363855"/>
                    </a:cubicBezTo>
                    <a:cubicBezTo>
                      <a:pt x="508448" y="363855"/>
                      <a:pt x="497077" y="364760"/>
                      <a:pt x="483443" y="366570"/>
                    </a:cubicBezTo>
                    <a:cubicBezTo>
                      <a:pt x="469810" y="368380"/>
                      <a:pt x="458710" y="370431"/>
                      <a:pt x="450144" y="372723"/>
                    </a:cubicBezTo>
                    <a:cubicBezTo>
                      <a:pt x="448455" y="373206"/>
                      <a:pt x="446585" y="373447"/>
                      <a:pt x="444534" y="373447"/>
                    </a:cubicBezTo>
                    <a:cubicBezTo>
                      <a:pt x="442483" y="373447"/>
                      <a:pt x="440130" y="372421"/>
                      <a:pt x="437476" y="370370"/>
                    </a:cubicBezTo>
                    <a:cubicBezTo>
                      <a:pt x="434821" y="368319"/>
                      <a:pt x="433494" y="366811"/>
                      <a:pt x="433494" y="365846"/>
                    </a:cubicBezTo>
                    <a:cubicBezTo>
                      <a:pt x="433494" y="364881"/>
                      <a:pt x="434399" y="364338"/>
                      <a:pt x="436209" y="364217"/>
                    </a:cubicBezTo>
                    <a:lnTo>
                      <a:pt x="490320" y="358426"/>
                    </a:lnTo>
                    <a:cubicBezTo>
                      <a:pt x="490562" y="354324"/>
                      <a:pt x="490682" y="350704"/>
                      <a:pt x="490682" y="347568"/>
                    </a:cubicBezTo>
                    <a:cubicBezTo>
                      <a:pt x="490682" y="338760"/>
                      <a:pt x="489838" y="332607"/>
                      <a:pt x="488149" y="329108"/>
                    </a:cubicBezTo>
                    <a:cubicBezTo>
                      <a:pt x="482961" y="329591"/>
                      <a:pt x="478587" y="329832"/>
                      <a:pt x="475028" y="329832"/>
                    </a:cubicBezTo>
                    <a:cubicBezTo>
                      <a:pt x="471469" y="329832"/>
                      <a:pt x="468603" y="329138"/>
                      <a:pt x="466432" y="327751"/>
                    </a:cubicBezTo>
                    <a:cubicBezTo>
                      <a:pt x="464260" y="326363"/>
                      <a:pt x="463174" y="325308"/>
                      <a:pt x="463174" y="324584"/>
                    </a:cubicBezTo>
                    <a:cubicBezTo>
                      <a:pt x="463174" y="323860"/>
                      <a:pt x="464833" y="323347"/>
                      <a:pt x="468151" y="323045"/>
                    </a:cubicBezTo>
                    <a:cubicBezTo>
                      <a:pt x="471469" y="322744"/>
                      <a:pt x="477079" y="321960"/>
                      <a:pt x="484982" y="320693"/>
                    </a:cubicBezTo>
                    <a:cubicBezTo>
                      <a:pt x="492884" y="319426"/>
                      <a:pt x="499339" y="318159"/>
                      <a:pt x="504346" y="316892"/>
                    </a:cubicBezTo>
                    <a:cubicBezTo>
                      <a:pt x="509353" y="315625"/>
                      <a:pt x="513364" y="314992"/>
                      <a:pt x="516381" y="314992"/>
                    </a:cubicBezTo>
                    <a:close/>
                    <a:moveTo>
                      <a:pt x="1429762" y="311373"/>
                    </a:moveTo>
                    <a:cubicBezTo>
                      <a:pt x="1430968" y="311373"/>
                      <a:pt x="1433441" y="312489"/>
                      <a:pt x="1437182" y="314721"/>
                    </a:cubicBezTo>
                    <a:cubicBezTo>
                      <a:pt x="1440922" y="316953"/>
                      <a:pt x="1442792" y="318612"/>
                      <a:pt x="1442792" y="319697"/>
                    </a:cubicBezTo>
                    <a:cubicBezTo>
                      <a:pt x="1442792" y="320783"/>
                      <a:pt x="1441857" y="321869"/>
                      <a:pt x="1439987" y="322955"/>
                    </a:cubicBezTo>
                    <a:cubicBezTo>
                      <a:pt x="1438117" y="324041"/>
                      <a:pt x="1436759" y="325097"/>
                      <a:pt x="1435915" y="326122"/>
                    </a:cubicBezTo>
                    <a:cubicBezTo>
                      <a:pt x="1435070" y="327148"/>
                      <a:pt x="1433260" y="329651"/>
                      <a:pt x="1430486" y="333633"/>
                    </a:cubicBezTo>
                    <a:cubicBezTo>
                      <a:pt x="1427711" y="337614"/>
                      <a:pt x="1424091" y="341957"/>
                      <a:pt x="1419627" y="346663"/>
                    </a:cubicBezTo>
                    <a:cubicBezTo>
                      <a:pt x="1428555" y="352936"/>
                      <a:pt x="1437363" y="357732"/>
                      <a:pt x="1446049" y="361050"/>
                    </a:cubicBezTo>
                    <a:cubicBezTo>
                      <a:pt x="1454736" y="364368"/>
                      <a:pt x="1467947" y="367173"/>
                      <a:pt x="1485683" y="369466"/>
                    </a:cubicBezTo>
                    <a:cubicBezTo>
                      <a:pt x="1489544" y="369948"/>
                      <a:pt x="1491474" y="370853"/>
                      <a:pt x="1491474" y="372180"/>
                    </a:cubicBezTo>
                    <a:cubicBezTo>
                      <a:pt x="1491474" y="372904"/>
                      <a:pt x="1490780" y="373598"/>
                      <a:pt x="1489393" y="374261"/>
                    </a:cubicBezTo>
                    <a:cubicBezTo>
                      <a:pt x="1488005" y="374925"/>
                      <a:pt x="1483632" y="375920"/>
                      <a:pt x="1476272" y="377247"/>
                    </a:cubicBezTo>
                    <a:cubicBezTo>
                      <a:pt x="1468913" y="378575"/>
                      <a:pt x="1462367" y="379238"/>
                      <a:pt x="1456636" y="379238"/>
                    </a:cubicBezTo>
                    <a:cubicBezTo>
                      <a:pt x="1450906" y="379238"/>
                      <a:pt x="1446049" y="377549"/>
                      <a:pt x="1442068" y="374171"/>
                    </a:cubicBezTo>
                    <a:lnTo>
                      <a:pt x="1415103" y="352273"/>
                    </a:lnTo>
                    <a:cubicBezTo>
                      <a:pt x="1408949" y="357943"/>
                      <a:pt x="1401017" y="362679"/>
                      <a:pt x="1391304" y="366479"/>
                    </a:cubicBezTo>
                    <a:cubicBezTo>
                      <a:pt x="1381592" y="370280"/>
                      <a:pt x="1373237" y="372180"/>
                      <a:pt x="1366239" y="372180"/>
                    </a:cubicBezTo>
                    <a:cubicBezTo>
                      <a:pt x="1364309" y="372180"/>
                      <a:pt x="1362590" y="372029"/>
                      <a:pt x="1361082" y="371728"/>
                    </a:cubicBezTo>
                    <a:cubicBezTo>
                      <a:pt x="1359573" y="371426"/>
                      <a:pt x="1358819" y="371004"/>
                      <a:pt x="1358819" y="370461"/>
                    </a:cubicBezTo>
                    <a:cubicBezTo>
                      <a:pt x="1358819" y="369918"/>
                      <a:pt x="1360207" y="369345"/>
                      <a:pt x="1362982" y="368742"/>
                    </a:cubicBezTo>
                    <a:cubicBezTo>
                      <a:pt x="1383372" y="363674"/>
                      <a:pt x="1398453" y="356435"/>
                      <a:pt x="1408226" y="347025"/>
                    </a:cubicBezTo>
                    <a:cubicBezTo>
                      <a:pt x="1398815" y="340148"/>
                      <a:pt x="1391696" y="335804"/>
                      <a:pt x="1386871" y="333994"/>
                    </a:cubicBezTo>
                    <a:cubicBezTo>
                      <a:pt x="1384458" y="333029"/>
                      <a:pt x="1383251" y="332124"/>
                      <a:pt x="1383251" y="331280"/>
                    </a:cubicBezTo>
                    <a:cubicBezTo>
                      <a:pt x="1383251" y="330435"/>
                      <a:pt x="1383794" y="330013"/>
                      <a:pt x="1384880" y="330013"/>
                    </a:cubicBezTo>
                    <a:cubicBezTo>
                      <a:pt x="1385966" y="330013"/>
                      <a:pt x="1388047" y="330224"/>
                      <a:pt x="1391123" y="330646"/>
                    </a:cubicBezTo>
                    <a:cubicBezTo>
                      <a:pt x="1394200" y="331069"/>
                      <a:pt x="1397156" y="332004"/>
                      <a:pt x="1399991" y="333452"/>
                    </a:cubicBezTo>
                    <a:cubicBezTo>
                      <a:pt x="1402826" y="334899"/>
                      <a:pt x="1407140" y="337735"/>
                      <a:pt x="1412931" y="341957"/>
                    </a:cubicBezTo>
                    <a:cubicBezTo>
                      <a:pt x="1415103" y="340148"/>
                      <a:pt x="1417485" y="336558"/>
                      <a:pt x="1420079" y="331189"/>
                    </a:cubicBezTo>
                    <a:cubicBezTo>
                      <a:pt x="1422673" y="325820"/>
                      <a:pt x="1423970" y="322744"/>
                      <a:pt x="1423970" y="321960"/>
                    </a:cubicBezTo>
                    <a:cubicBezTo>
                      <a:pt x="1423970" y="321175"/>
                      <a:pt x="1423458" y="320783"/>
                      <a:pt x="1422432" y="320783"/>
                    </a:cubicBezTo>
                    <a:cubicBezTo>
                      <a:pt x="1421407" y="320783"/>
                      <a:pt x="1417847" y="321537"/>
                      <a:pt x="1411755" y="323045"/>
                    </a:cubicBezTo>
                    <a:cubicBezTo>
                      <a:pt x="1405662" y="324554"/>
                      <a:pt x="1400956" y="325308"/>
                      <a:pt x="1397639" y="325308"/>
                    </a:cubicBezTo>
                    <a:cubicBezTo>
                      <a:pt x="1394321" y="325308"/>
                      <a:pt x="1391757" y="324885"/>
                      <a:pt x="1389947" y="324041"/>
                    </a:cubicBezTo>
                    <a:cubicBezTo>
                      <a:pt x="1388137" y="323196"/>
                      <a:pt x="1387232" y="322472"/>
                      <a:pt x="1387232" y="321869"/>
                    </a:cubicBezTo>
                    <a:cubicBezTo>
                      <a:pt x="1387232" y="321266"/>
                      <a:pt x="1388620" y="320844"/>
                      <a:pt x="1391395" y="320602"/>
                    </a:cubicBezTo>
                    <a:cubicBezTo>
                      <a:pt x="1398272" y="320120"/>
                      <a:pt x="1405089" y="319004"/>
                      <a:pt x="1411845" y="317254"/>
                    </a:cubicBezTo>
                    <a:cubicBezTo>
                      <a:pt x="1418601" y="315505"/>
                      <a:pt x="1422975" y="314087"/>
                      <a:pt x="1424966" y="313001"/>
                    </a:cubicBezTo>
                    <a:cubicBezTo>
                      <a:pt x="1426957" y="311915"/>
                      <a:pt x="1428555" y="311373"/>
                      <a:pt x="1429762" y="311373"/>
                    </a:cubicBezTo>
                    <a:close/>
                    <a:moveTo>
                      <a:pt x="650393" y="307029"/>
                    </a:moveTo>
                    <a:cubicBezTo>
                      <a:pt x="651901" y="307029"/>
                      <a:pt x="654525" y="307964"/>
                      <a:pt x="658265" y="309834"/>
                    </a:cubicBezTo>
                    <a:cubicBezTo>
                      <a:pt x="662005" y="311704"/>
                      <a:pt x="663875" y="313303"/>
                      <a:pt x="663875" y="314630"/>
                    </a:cubicBezTo>
                    <a:cubicBezTo>
                      <a:pt x="663875" y="315354"/>
                      <a:pt x="663363" y="316380"/>
                      <a:pt x="662337" y="317707"/>
                    </a:cubicBezTo>
                    <a:cubicBezTo>
                      <a:pt x="661312" y="319034"/>
                      <a:pt x="658386" y="324041"/>
                      <a:pt x="653560" y="332728"/>
                    </a:cubicBezTo>
                    <a:cubicBezTo>
                      <a:pt x="649940" y="338881"/>
                      <a:pt x="645356" y="344642"/>
                      <a:pt x="639806" y="350011"/>
                    </a:cubicBezTo>
                    <a:cubicBezTo>
                      <a:pt x="634256" y="355380"/>
                      <a:pt x="629038" y="359331"/>
                      <a:pt x="624151" y="361865"/>
                    </a:cubicBezTo>
                    <a:cubicBezTo>
                      <a:pt x="619265" y="364398"/>
                      <a:pt x="615857" y="365665"/>
                      <a:pt x="613926" y="365665"/>
                    </a:cubicBezTo>
                    <a:cubicBezTo>
                      <a:pt x="612961" y="365665"/>
                      <a:pt x="612479" y="365303"/>
                      <a:pt x="612479" y="364579"/>
                    </a:cubicBezTo>
                    <a:cubicBezTo>
                      <a:pt x="612479" y="363855"/>
                      <a:pt x="613202" y="362950"/>
                      <a:pt x="614650" y="361865"/>
                    </a:cubicBezTo>
                    <a:cubicBezTo>
                      <a:pt x="626353" y="353057"/>
                      <a:pt x="635070" y="343978"/>
                      <a:pt x="640801" y="334628"/>
                    </a:cubicBezTo>
                    <a:cubicBezTo>
                      <a:pt x="646532" y="325277"/>
                      <a:pt x="649096" y="318431"/>
                      <a:pt x="648493" y="314087"/>
                    </a:cubicBezTo>
                    <a:cubicBezTo>
                      <a:pt x="648251" y="312519"/>
                      <a:pt x="648131" y="311312"/>
                      <a:pt x="648131" y="310468"/>
                    </a:cubicBezTo>
                    <a:cubicBezTo>
                      <a:pt x="648131" y="308175"/>
                      <a:pt x="648885" y="307029"/>
                      <a:pt x="650393" y="307029"/>
                    </a:cubicBezTo>
                    <a:close/>
                    <a:moveTo>
                      <a:pt x="676544" y="299247"/>
                    </a:moveTo>
                    <a:cubicBezTo>
                      <a:pt x="680525" y="299247"/>
                      <a:pt x="683903" y="301540"/>
                      <a:pt x="686678" y="306124"/>
                    </a:cubicBezTo>
                    <a:cubicBezTo>
                      <a:pt x="691142" y="313725"/>
                      <a:pt x="697446" y="321658"/>
                      <a:pt x="705590" y="329922"/>
                    </a:cubicBezTo>
                    <a:cubicBezTo>
                      <a:pt x="713734" y="338187"/>
                      <a:pt x="720671" y="344039"/>
                      <a:pt x="726402" y="347477"/>
                    </a:cubicBezTo>
                    <a:cubicBezTo>
                      <a:pt x="732133" y="350916"/>
                      <a:pt x="741936" y="354746"/>
                      <a:pt x="755811" y="358969"/>
                    </a:cubicBezTo>
                    <a:cubicBezTo>
                      <a:pt x="758224" y="359693"/>
                      <a:pt x="759430" y="360387"/>
                      <a:pt x="759430" y="361050"/>
                    </a:cubicBezTo>
                    <a:cubicBezTo>
                      <a:pt x="759430" y="361714"/>
                      <a:pt x="758917" y="362257"/>
                      <a:pt x="757892" y="362679"/>
                    </a:cubicBezTo>
                    <a:cubicBezTo>
                      <a:pt x="756866" y="363101"/>
                      <a:pt x="752915" y="363584"/>
                      <a:pt x="746038" y="364127"/>
                    </a:cubicBezTo>
                    <a:cubicBezTo>
                      <a:pt x="739161" y="364670"/>
                      <a:pt x="733400" y="364941"/>
                      <a:pt x="728755" y="364941"/>
                    </a:cubicBezTo>
                    <a:cubicBezTo>
                      <a:pt x="724110" y="364941"/>
                      <a:pt x="720279" y="364127"/>
                      <a:pt x="717263" y="362498"/>
                    </a:cubicBezTo>
                    <a:cubicBezTo>
                      <a:pt x="714247" y="360869"/>
                      <a:pt x="709722" y="355681"/>
                      <a:pt x="703690" y="346934"/>
                    </a:cubicBezTo>
                    <a:cubicBezTo>
                      <a:pt x="697657" y="338187"/>
                      <a:pt x="693103" y="330677"/>
                      <a:pt x="690026" y="324403"/>
                    </a:cubicBezTo>
                    <a:cubicBezTo>
                      <a:pt x="686950" y="318129"/>
                      <a:pt x="682576" y="311614"/>
                      <a:pt x="676906" y="304857"/>
                    </a:cubicBezTo>
                    <a:cubicBezTo>
                      <a:pt x="675337" y="302927"/>
                      <a:pt x="674553" y="301509"/>
                      <a:pt x="674553" y="300605"/>
                    </a:cubicBezTo>
                    <a:cubicBezTo>
                      <a:pt x="674553" y="299700"/>
                      <a:pt x="675217" y="299247"/>
                      <a:pt x="676544" y="299247"/>
                    </a:cubicBezTo>
                    <a:close/>
                    <a:moveTo>
                      <a:pt x="1021844" y="296895"/>
                    </a:moveTo>
                    <a:cubicBezTo>
                      <a:pt x="1023050" y="296895"/>
                      <a:pt x="1025282" y="297679"/>
                      <a:pt x="1028540" y="299247"/>
                    </a:cubicBezTo>
                    <a:cubicBezTo>
                      <a:pt x="1031797" y="300816"/>
                      <a:pt x="1033426" y="302052"/>
                      <a:pt x="1033426" y="302957"/>
                    </a:cubicBezTo>
                    <a:cubicBezTo>
                      <a:pt x="1033426" y="303862"/>
                      <a:pt x="1032763" y="305431"/>
                      <a:pt x="1031436" y="307663"/>
                    </a:cubicBezTo>
                    <a:cubicBezTo>
                      <a:pt x="1030108" y="309895"/>
                      <a:pt x="1029445" y="314027"/>
                      <a:pt x="1029445" y="320059"/>
                    </a:cubicBezTo>
                    <a:cubicBezTo>
                      <a:pt x="1029445" y="326092"/>
                      <a:pt x="1029626" y="333029"/>
                      <a:pt x="1029988" y="340871"/>
                    </a:cubicBezTo>
                    <a:lnTo>
                      <a:pt x="1030531" y="358426"/>
                    </a:lnTo>
                    <a:cubicBezTo>
                      <a:pt x="1030531" y="364097"/>
                      <a:pt x="1029626" y="369194"/>
                      <a:pt x="1027816" y="373718"/>
                    </a:cubicBezTo>
                    <a:cubicBezTo>
                      <a:pt x="1026006" y="378243"/>
                      <a:pt x="1024317" y="380505"/>
                      <a:pt x="1022749" y="380505"/>
                    </a:cubicBezTo>
                    <a:cubicBezTo>
                      <a:pt x="1021784" y="380505"/>
                      <a:pt x="1020637" y="379600"/>
                      <a:pt x="1019310" y="377790"/>
                    </a:cubicBezTo>
                    <a:cubicBezTo>
                      <a:pt x="1015570" y="372844"/>
                      <a:pt x="1012554" y="369345"/>
                      <a:pt x="1010262" y="367294"/>
                    </a:cubicBezTo>
                    <a:cubicBezTo>
                      <a:pt x="1008934" y="365967"/>
                      <a:pt x="1008271" y="365032"/>
                      <a:pt x="1008271" y="364489"/>
                    </a:cubicBezTo>
                    <a:cubicBezTo>
                      <a:pt x="1008271" y="363946"/>
                      <a:pt x="1009809" y="363674"/>
                      <a:pt x="1012886" y="363674"/>
                    </a:cubicBezTo>
                    <a:cubicBezTo>
                      <a:pt x="1015962" y="363674"/>
                      <a:pt x="1017983" y="363373"/>
                      <a:pt x="1018948" y="362769"/>
                    </a:cubicBezTo>
                    <a:cubicBezTo>
                      <a:pt x="1019914" y="362166"/>
                      <a:pt x="1020577" y="360115"/>
                      <a:pt x="1020939" y="356616"/>
                    </a:cubicBezTo>
                    <a:cubicBezTo>
                      <a:pt x="1021301" y="353117"/>
                      <a:pt x="1021482" y="346964"/>
                      <a:pt x="1021482" y="338157"/>
                    </a:cubicBezTo>
                    <a:cubicBezTo>
                      <a:pt x="1021482" y="329349"/>
                      <a:pt x="1021210" y="322110"/>
                      <a:pt x="1020668" y="316440"/>
                    </a:cubicBezTo>
                    <a:cubicBezTo>
                      <a:pt x="1020125" y="310769"/>
                      <a:pt x="1019582" y="307451"/>
                      <a:pt x="1019039" y="306486"/>
                    </a:cubicBezTo>
                    <a:cubicBezTo>
                      <a:pt x="1018496" y="305521"/>
                      <a:pt x="1017018" y="305038"/>
                      <a:pt x="1014605" y="305038"/>
                    </a:cubicBezTo>
                    <a:cubicBezTo>
                      <a:pt x="1011951" y="305038"/>
                      <a:pt x="1009658" y="305400"/>
                      <a:pt x="1007728" y="306124"/>
                    </a:cubicBezTo>
                    <a:cubicBezTo>
                      <a:pt x="1005797" y="306848"/>
                      <a:pt x="1003264" y="307331"/>
                      <a:pt x="1000127" y="307572"/>
                    </a:cubicBezTo>
                    <a:cubicBezTo>
                      <a:pt x="1000609" y="309864"/>
                      <a:pt x="1000851" y="312187"/>
                      <a:pt x="1000851" y="314540"/>
                    </a:cubicBezTo>
                    <a:cubicBezTo>
                      <a:pt x="1000851" y="316892"/>
                      <a:pt x="1000790" y="319215"/>
                      <a:pt x="1000670" y="321507"/>
                    </a:cubicBezTo>
                    <a:cubicBezTo>
                      <a:pt x="1005858" y="319939"/>
                      <a:pt x="1009326" y="319154"/>
                      <a:pt x="1011076" y="319154"/>
                    </a:cubicBezTo>
                    <a:cubicBezTo>
                      <a:pt x="1012825" y="319154"/>
                      <a:pt x="1014424" y="319456"/>
                      <a:pt x="1015872" y="320059"/>
                    </a:cubicBezTo>
                    <a:cubicBezTo>
                      <a:pt x="1017320" y="320663"/>
                      <a:pt x="1018043" y="321507"/>
                      <a:pt x="1018043" y="322593"/>
                    </a:cubicBezTo>
                    <a:cubicBezTo>
                      <a:pt x="1018043" y="323679"/>
                      <a:pt x="1016023" y="324584"/>
                      <a:pt x="1011981" y="325308"/>
                    </a:cubicBezTo>
                    <a:cubicBezTo>
                      <a:pt x="1007939" y="326032"/>
                      <a:pt x="1003988" y="326273"/>
                      <a:pt x="1000127" y="326032"/>
                    </a:cubicBezTo>
                    <a:cubicBezTo>
                      <a:pt x="999644" y="330375"/>
                      <a:pt x="999041" y="334658"/>
                      <a:pt x="998317" y="338881"/>
                    </a:cubicBezTo>
                    <a:cubicBezTo>
                      <a:pt x="1003384" y="337554"/>
                      <a:pt x="1007094" y="336890"/>
                      <a:pt x="1009447" y="336890"/>
                    </a:cubicBezTo>
                    <a:cubicBezTo>
                      <a:pt x="1011800" y="336890"/>
                      <a:pt x="1013640" y="337192"/>
                      <a:pt x="1014967" y="337795"/>
                    </a:cubicBezTo>
                    <a:cubicBezTo>
                      <a:pt x="1016294" y="338398"/>
                      <a:pt x="1016958" y="339213"/>
                      <a:pt x="1016958" y="340238"/>
                    </a:cubicBezTo>
                    <a:cubicBezTo>
                      <a:pt x="1016958" y="341264"/>
                      <a:pt x="1015329" y="342108"/>
                      <a:pt x="1012071" y="342772"/>
                    </a:cubicBezTo>
                    <a:cubicBezTo>
                      <a:pt x="1008814" y="343435"/>
                      <a:pt x="1006190" y="343767"/>
                      <a:pt x="1004199" y="343767"/>
                    </a:cubicBezTo>
                    <a:cubicBezTo>
                      <a:pt x="1002208" y="343767"/>
                      <a:pt x="1000006" y="343646"/>
                      <a:pt x="997593" y="343405"/>
                    </a:cubicBezTo>
                    <a:cubicBezTo>
                      <a:pt x="995301" y="355953"/>
                      <a:pt x="993461" y="363916"/>
                      <a:pt x="992074" y="367294"/>
                    </a:cubicBezTo>
                    <a:cubicBezTo>
                      <a:pt x="990686" y="370672"/>
                      <a:pt x="989359" y="372361"/>
                      <a:pt x="988092" y="372361"/>
                    </a:cubicBezTo>
                    <a:cubicBezTo>
                      <a:pt x="986825" y="372361"/>
                      <a:pt x="985830" y="370883"/>
                      <a:pt x="985106" y="367927"/>
                    </a:cubicBezTo>
                    <a:cubicBezTo>
                      <a:pt x="984382" y="364971"/>
                      <a:pt x="984020" y="362649"/>
                      <a:pt x="984020" y="360960"/>
                    </a:cubicBezTo>
                    <a:cubicBezTo>
                      <a:pt x="984020" y="359271"/>
                      <a:pt x="984804" y="356888"/>
                      <a:pt x="986373" y="353811"/>
                    </a:cubicBezTo>
                    <a:cubicBezTo>
                      <a:pt x="987941" y="350735"/>
                      <a:pt x="989238" y="347568"/>
                      <a:pt x="990264" y="344310"/>
                    </a:cubicBezTo>
                    <a:cubicBezTo>
                      <a:pt x="991289" y="341052"/>
                      <a:pt x="992074" y="336498"/>
                      <a:pt x="992616" y="330646"/>
                    </a:cubicBezTo>
                    <a:cubicBezTo>
                      <a:pt x="993159" y="324795"/>
                      <a:pt x="993431" y="319999"/>
                      <a:pt x="993431" y="316259"/>
                    </a:cubicBezTo>
                    <a:cubicBezTo>
                      <a:pt x="993431" y="312519"/>
                      <a:pt x="993009" y="309744"/>
                      <a:pt x="992164" y="307934"/>
                    </a:cubicBezTo>
                    <a:cubicBezTo>
                      <a:pt x="991320" y="306124"/>
                      <a:pt x="990897" y="304767"/>
                      <a:pt x="990897" y="303862"/>
                    </a:cubicBezTo>
                    <a:cubicBezTo>
                      <a:pt x="990897" y="302957"/>
                      <a:pt x="991440" y="302505"/>
                      <a:pt x="992526" y="302505"/>
                    </a:cubicBezTo>
                    <a:cubicBezTo>
                      <a:pt x="993612" y="302505"/>
                      <a:pt x="995060" y="302806"/>
                      <a:pt x="996869" y="303410"/>
                    </a:cubicBezTo>
                    <a:cubicBezTo>
                      <a:pt x="1000730" y="303289"/>
                      <a:pt x="1004772" y="302656"/>
                      <a:pt x="1008995" y="301509"/>
                    </a:cubicBezTo>
                    <a:cubicBezTo>
                      <a:pt x="1013217" y="300363"/>
                      <a:pt x="1016113" y="299308"/>
                      <a:pt x="1017681" y="298342"/>
                    </a:cubicBezTo>
                    <a:cubicBezTo>
                      <a:pt x="1019250" y="297377"/>
                      <a:pt x="1020637" y="296895"/>
                      <a:pt x="1021844" y="296895"/>
                    </a:cubicBezTo>
                    <a:close/>
                    <a:moveTo>
                      <a:pt x="1070707" y="286579"/>
                    </a:moveTo>
                    <a:cubicBezTo>
                      <a:pt x="1066605" y="287424"/>
                      <a:pt x="1063378" y="287846"/>
                      <a:pt x="1061025" y="287846"/>
                    </a:cubicBezTo>
                    <a:cubicBezTo>
                      <a:pt x="1058672" y="287846"/>
                      <a:pt x="1056470" y="287484"/>
                      <a:pt x="1054419" y="286760"/>
                    </a:cubicBezTo>
                    <a:cubicBezTo>
                      <a:pt x="1052730" y="289294"/>
                      <a:pt x="1050438" y="292431"/>
                      <a:pt x="1047542" y="296171"/>
                    </a:cubicBezTo>
                    <a:cubicBezTo>
                      <a:pt x="1049473" y="297257"/>
                      <a:pt x="1052278" y="300816"/>
                      <a:pt x="1055958" y="306848"/>
                    </a:cubicBezTo>
                    <a:cubicBezTo>
                      <a:pt x="1059638" y="312881"/>
                      <a:pt x="1063528" y="318551"/>
                      <a:pt x="1067631" y="323860"/>
                    </a:cubicBezTo>
                    <a:cubicBezTo>
                      <a:pt x="1070406" y="315414"/>
                      <a:pt x="1071793" y="306547"/>
                      <a:pt x="1071793" y="297257"/>
                    </a:cubicBezTo>
                    <a:cubicBezTo>
                      <a:pt x="1071793" y="292913"/>
                      <a:pt x="1071431" y="289354"/>
                      <a:pt x="1070707" y="286579"/>
                    </a:cubicBezTo>
                    <a:close/>
                    <a:moveTo>
                      <a:pt x="1424875" y="285312"/>
                    </a:moveTo>
                    <a:cubicBezTo>
                      <a:pt x="1420894" y="285795"/>
                      <a:pt x="1413474" y="287122"/>
                      <a:pt x="1402615" y="289294"/>
                    </a:cubicBezTo>
                    <a:cubicBezTo>
                      <a:pt x="1402615" y="295688"/>
                      <a:pt x="1402676" y="300816"/>
                      <a:pt x="1402796" y="304676"/>
                    </a:cubicBezTo>
                    <a:cubicBezTo>
                      <a:pt x="1414861" y="302746"/>
                      <a:pt x="1421165" y="301057"/>
                      <a:pt x="1421708" y="299609"/>
                    </a:cubicBezTo>
                    <a:cubicBezTo>
                      <a:pt x="1422251" y="298161"/>
                      <a:pt x="1423307" y="293396"/>
                      <a:pt x="1424875" y="285312"/>
                    </a:cubicBezTo>
                    <a:close/>
                    <a:moveTo>
                      <a:pt x="506970" y="279702"/>
                    </a:moveTo>
                    <a:cubicBezTo>
                      <a:pt x="509262" y="279702"/>
                      <a:pt x="513153" y="280697"/>
                      <a:pt x="518643" y="282688"/>
                    </a:cubicBezTo>
                    <a:cubicBezTo>
                      <a:pt x="524133" y="284679"/>
                      <a:pt x="528235" y="287243"/>
                      <a:pt x="530949" y="290379"/>
                    </a:cubicBezTo>
                    <a:cubicBezTo>
                      <a:pt x="533664" y="293516"/>
                      <a:pt x="535021" y="296533"/>
                      <a:pt x="535021" y="299428"/>
                    </a:cubicBezTo>
                    <a:cubicBezTo>
                      <a:pt x="535021" y="302565"/>
                      <a:pt x="533754" y="304134"/>
                      <a:pt x="531221" y="304134"/>
                    </a:cubicBezTo>
                    <a:cubicBezTo>
                      <a:pt x="529894" y="304134"/>
                      <a:pt x="528114" y="303349"/>
                      <a:pt x="525882" y="301781"/>
                    </a:cubicBezTo>
                    <a:cubicBezTo>
                      <a:pt x="523650" y="300212"/>
                      <a:pt x="520030" y="297166"/>
                      <a:pt x="515023" y="292642"/>
                    </a:cubicBezTo>
                    <a:cubicBezTo>
                      <a:pt x="510016" y="288117"/>
                      <a:pt x="507000" y="285222"/>
                      <a:pt x="505975" y="283955"/>
                    </a:cubicBezTo>
                    <a:cubicBezTo>
                      <a:pt x="504949" y="282688"/>
                      <a:pt x="504436" y="281662"/>
                      <a:pt x="504436" y="280878"/>
                    </a:cubicBezTo>
                    <a:cubicBezTo>
                      <a:pt x="504436" y="280094"/>
                      <a:pt x="505281" y="279702"/>
                      <a:pt x="506970" y="279702"/>
                    </a:cubicBezTo>
                    <a:close/>
                    <a:moveTo>
                      <a:pt x="475209" y="278254"/>
                    </a:moveTo>
                    <a:cubicBezTo>
                      <a:pt x="476234" y="278254"/>
                      <a:pt x="478557" y="279129"/>
                      <a:pt x="482176" y="280878"/>
                    </a:cubicBezTo>
                    <a:cubicBezTo>
                      <a:pt x="485796" y="282628"/>
                      <a:pt x="487606" y="284166"/>
                      <a:pt x="487606" y="285493"/>
                    </a:cubicBezTo>
                    <a:cubicBezTo>
                      <a:pt x="487606" y="286217"/>
                      <a:pt x="487093" y="286971"/>
                      <a:pt x="486067" y="287755"/>
                    </a:cubicBezTo>
                    <a:cubicBezTo>
                      <a:pt x="485042" y="288540"/>
                      <a:pt x="483383" y="290500"/>
                      <a:pt x="481091" y="293637"/>
                    </a:cubicBezTo>
                    <a:cubicBezTo>
                      <a:pt x="474576" y="302324"/>
                      <a:pt x="467729" y="309261"/>
                      <a:pt x="460550" y="314449"/>
                    </a:cubicBezTo>
                    <a:cubicBezTo>
                      <a:pt x="453371" y="319637"/>
                      <a:pt x="448636" y="322231"/>
                      <a:pt x="446343" y="322231"/>
                    </a:cubicBezTo>
                    <a:cubicBezTo>
                      <a:pt x="445499" y="322231"/>
                      <a:pt x="445077" y="321869"/>
                      <a:pt x="445077" y="321145"/>
                    </a:cubicBezTo>
                    <a:cubicBezTo>
                      <a:pt x="445077" y="320421"/>
                      <a:pt x="445861" y="319396"/>
                      <a:pt x="447429" y="318069"/>
                    </a:cubicBezTo>
                    <a:cubicBezTo>
                      <a:pt x="455392" y="311192"/>
                      <a:pt x="461515" y="304556"/>
                      <a:pt x="465798" y="298161"/>
                    </a:cubicBezTo>
                    <a:cubicBezTo>
                      <a:pt x="470081" y="291767"/>
                      <a:pt x="472283" y="287243"/>
                      <a:pt x="472404" y="284588"/>
                    </a:cubicBezTo>
                    <a:cubicBezTo>
                      <a:pt x="472524" y="281934"/>
                      <a:pt x="472766" y="280215"/>
                      <a:pt x="473128" y="279430"/>
                    </a:cubicBezTo>
                    <a:cubicBezTo>
                      <a:pt x="473490" y="278646"/>
                      <a:pt x="474183" y="278254"/>
                      <a:pt x="475209" y="278254"/>
                    </a:cubicBezTo>
                    <a:close/>
                    <a:moveTo>
                      <a:pt x="268807" y="273006"/>
                    </a:moveTo>
                    <a:cubicBezTo>
                      <a:pt x="271582" y="273006"/>
                      <a:pt x="273995" y="274031"/>
                      <a:pt x="276046" y="276082"/>
                    </a:cubicBezTo>
                    <a:cubicBezTo>
                      <a:pt x="278097" y="278133"/>
                      <a:pt x="279123" y="280546"/>
                      <a:pt x="279123" y="283321"/>
                    </a:cubicBezTo>
                    <a:cubicBezTo>
                      <a:pt x="279123" y="286096"/>
                      <a:pt x="278097" y="288479"/>
                      <a:pt x="276046" y="290470"/>
                    </a:cubicBezTo>
                    <a:cubicBezTo>
                      <a:pt x="273995" y="292461"/>
                      <a:pt x="271582" y="293456"/>
                      <a:pt x="268807" y="293456"/>
                    </a:cubicBezTo>
                    <a:cubicBezTo>
                      <a:pt x="266032" y="293456"/>
                      <a:pt x="263619" y="292461"/>
                      <a:pt x="261568" y="290470"/>
                    </a:cubicBezTo>
                    <a:cubicBezTo>
                      <a:pt x="259517" y="288479"/>
                      <a:pt x="258491" y="286096"/>
                      <a:pt x="258491" y="283321"/>
                    </a:cubicBezTo>
                    <a:cubicBezTo>
                      <a:pt x="258491" y="280546"/>
                      <a:pt x="259517" y="278133"/>
                      <a:pt x="261568" y="276082"/>
                    </a:cubicBezTo>
                    <a:cubicBezTo>
                      <a:pt x="263619" y="274031"/>
                      <a:pt x="266032" y="273006"/>
                      <a:pt x="268807" y="273006"/>
                    </a:cubicBezTo>
                    <a:close/>
                    <a:moveTo>
                      <a:pt x="1022206" y="264862"/>
                    </a:moveTo>
                    <a:cubicBezTo>
                      <a:pt x="1017983" y="265707"/>
                      <a:pt x="1012735" y="266672"/>
                      <a:pt x="1006461" y="267758"/>
                    </a:cubicBezTo>
                    <a:lnTo>
                      <a:pt x="1005737" y="285674"/>
                    </a:lnTo>
                    <a:lnTo>
                      <a:pt x="1020034" y="282417"/>
                    </a:lnTo>
                    <a:close/>
                    <a:moveTo>
                      <a:pt x="925294" y="262328"/>
                    </a:moveTo>
                    <a:cubicBezTo>
                      <a:pt x="928853" y="262328"/>
                      <a:pt x="931387" y="262871"/>
                      <a:pt x="932895" y="263957"/>
                    </a:cubicBezTo>
                    <a:cubicBezTo>
                      <a:pt x="934403" y="265043"/>
                      <a:pt x="935157" y="266008"/>
                      <a:pt x="935157" y="266853"/>
                    </a:cubicBezTo>
                    <a:cubicBezTo>
                      <a:pt x="935157" y="268542"/>
                      <a:pt x="933015" y="269869"/>
                      <a:pt x="928732" y="270834"/>
                    </a:cubicBezTo>
                    <a:cubicBezTo>
                      <a:pt x="924449" y="271799"/>
                      <a:pt x="921041" y="272433"/>
                      <a:pt x="918507" y="272734"/>
                    </a:cubicBezTo>
                    <a:cubicBezTo>
                      <a:pt x="915974" y="273036"/>
                      <a:pt x="910906" y="273790"/>
                      <a:pt x="903305" y="274997"/>
                    </a:cubicBezTo>
                    <a:cubicBezTo>
                      <a:pt x="895704" y="276203"/>
                      <a:pt x="890245" y="277168"/>
                      <a:pt x="886927" y="277892"/>
                    </a:cubicBezTo>
                    <a:cubicBezTo>
                      <a:pt x="883609" y="278616"/>
                      <a:pt x="880864" y="278978"/>
                      <a:pt x="878693" y="278978"/>
                    </a:cubicBezTo>
                    <a:cubicBezTo>
                      <a:pt x="876521" y="278978"/>
                      <a:pt x="874651" y="278857"/>
                      <a:pt x="873082" y="278616"/>
                    </a:cubicBezTo>
                    <a:cubicBezTo>
                      <a:pt x="873203" y="280185"/>
                      <a:pt x="873263" y="282236"/>
                      <a:pt x="873263" y="284769"/>
                    </a:cubicBezTo>
                    <a:cubicBezTo>
                      <a:pt x="873263" y="293697"/>
                      <a:pt x="872660" y="303530"/>
                      <a:pt x="871454" y="314268"/>
                    </a:cubicBezTo>
                    <a:cubicBezTo>
                      <a:pt x="870247" y="325006"/>
                      <a:pt x="868437" y="333663"/>
                      <a:pt x="866024" y="340238"/>
                    </a:cubicBezTo>
                    <a:cubicBezTo>
                      <a:pt x="863611" y="346813"/>
                      <a:pt x="860233" y="353148"/>
                      <a:pt x="855890" y="359240"/>
                    </a:cubicBezTo>
                    <a:cubicBezTo>
                      <a:pt x="851546" y="365333"/>
                      <a:pt x="847294" y="369827"/>
                      <a:pt x="843131" y="372723"/>
                    </a:cubicBezTo>
                    <a:cubicBezTo>
                      <a:pt x="838969" y="375619"/>
                      <a:pt x="836405" y="377066"/>
                      <a:pt x="835440" y="377066"/>
                    </a:cubicBezTo>
                    <a:cubicBezTo>
                      <a:pt x="834957" y="377066"/>
                      <a:pt x="834716" y="376735"/>
                      <a:pt x="834716" y="376071"/>
                    </a:cubicBezTo>
                    <a:cubicBezTo>
                      <a:pt x="834716" y="375408"/>
                      <a:pt x="835500" y="374231"/>
                      <a:pt x="837068" y="372542"/>
                    </a:cubicBezTo>
                    <a:cubicBezTo>
                      <a:pt x="848168" y="359271"/>
                      <a:pt x="855347" y="346391"/>
                      <a:pt x="858604" y="333904"/>
                    </a:cubicBezTo>
                    <a:cubicBezTo>
                      <a:pt x="861862" y="321417"/>
                      <a:pt x="863491" y="309472"/>
                      <a:pt x="863491" y="298071"/>
                    </a:cubicBezTo>
                    <a:cubicBezTo>
                      <a:pt x="863491" y="286669"/>
                      <a:pt x="862586" y="279461"/>
                      <a:pt x="860776" y="276444"/>
                    </a:cubicBezTo>
                    <a:cubicBezTo>
                      <a:pt x="859570" y="274514"/>
                      <a:pt x="858966" y="273006"/>
                      <a:pt x="858966" y="271920"/>
                    </a:cubicBezTo>
                    <a:cubicBezTo>
                      <a:pt x="858966" y="270834"/>
                      <a:pt x="859841" y="270291"/>
                      <a:pt x="861591" y="270291"/>
                    </a:cubicBezTo>
                    <a:cubicBezTo>
                      <a:pt x="863340" y="270291"/>
                      <a:pt x="866386" y="271256"/>
                      <a:pt x="870730" y="273187"/>
                    </a:cubicBezTo>
                    <a:cubicBezTo>
                      <a:pt x="879537" y="273428"/>
                      <a:pt x="894076" y="270412"/>
                      <a:pt x="914345" y="264138"/>
                    </a:cubicBezTo>
                    <a:cubicBezTo>
                      <a:pt x="918085" y="262932"/>
                      <a:pt x="921735" y="262328"/>
                      <a:pt x="925294" y="262328"/>
                    </a:cubicBezTo>
                    <a:close/>
                    <a:moveTo>
                      <a:pt x="720611" y="260700"/>
                    </a:moveTo>
                    <a:cubicBezTo>
                      <a:pt x="723446" y="260700"/>
                      <a:pt x="727880" y="263203"/>
                      <a:pt x="733913" y="268210"/>
                    </a:cubicBezTo>
                    <a:cubicBezTo>
                      <a:pt x="739945" y="273217"/>
                      <a:pt x="742962" y="276686"/>
                      <a:pt x="742962" y="278616"/>
                    </a:cubicBezTo>
                    <a:cubicBezTo>
                      <a:pt x="742962" y="280546"/>
                      <a:pt x="741393" y="281512"/>
                      <a:pt x="738256" y="281512"/>
                    </a:cubicBezTo>
                    <a:cubicBezTo>
                      <a:pt x="735119" y="281512"/>
                      <a:pt x="730776" y="282085"/>
                      <a:pt x="725226" y="283231"/>
                    </a:cubicBezTo>
                    <a:cubicBezTo>
                      <a:pt x="719676" y="284377"/>
                      <a:pt x="715544" y="285523"/>
                      <a:pt x="712829" y="286669"/>
                    </a:cubicBezTo>
                    <a:cubicBezTo>
                      <a:pt x="710115" y="287816"/>
                      <a:pt x="708365" y="288389"/>
                      <a:pt x="707581" y="288389"/>
                    </a:cubicBezTo>
                    <a:cubicBezTo>
                      <a:pt x="706797" y="288389"/>
                      <a:pt x="706405" y="288117"/>
                      <a:pt x="706405" y="287574"/>
                    </a:cubicBezTo>
                    <a:cubicBezTo>
                      <a:pt x="706405" y="287031"/>
                      <a:pt x="707249" y="285915"/>
                      <a:pt x="708938" y="284226"/>
                    </a:cubicBezTo>
                    <a:cubicBezTo>
                      <a:pt x="713644" y="279159"/>
                      <a:pt x="715996" y="275660"/>
                      <a:pt x="715996" y="273730"/>
                    </a:cubicBezTo>
                    <a:cubicBezTo>
                      <a:pt x="715996" y="272041"/>
                      <a:pt x="714186" y="271196"/>
                      <a:pt x="710567" y="271196"/>
                    </a:cubicBezTo>
                    <a:cubicBezTo>
                      <a:pt x="706948" y="271196"/>
                      <a:pt x="701156" y="271799"/>
                      <a:pt x="693193" y="273006"/>
                    </a:cubicBezTo>
                    <a:cubicBezTo>
                      <a:pt x="670029" y="276746"/>
                      <a:pt x="653922" y="278616"/>
                      <a:pt x="644873" y="278616"/>
                    </a:cubicBezTo>
                    <a:cubicBezTo>
                      <a:pt x="642943" y="278616"/>
                      <a:pt x="641193" y="278556"/>
                      <a:pt x="639625" y="278435"/>
                    </a:cubicBezTo>
                    <a:cubicBezTo>
                      <a:pt x="639142" y="282296"/>
                      <a:pt x="637724" y="286911"/>
                      <a:pt x="635372" y="292280"/>
                    </a:cubicBezTo>
                    <a:cubicBezTo>
                      <a:pt x="633019" y="297649"/>
                      <a:pt x="630455" y="301449"/>
                      <a:pt x="627680" y="303681"/>
                    </a:cubicBezTo>
                    <a:cubicBezTo>
                      <a:pt x="624905" y="305913"/>
                      <a:pt x="622945" y="307029"/>
                      <a:pt x="621799" y="307029"/>
                    </a:cubicBezTo>
                    <a:cubicBezTo>
                      <a:pt x="620653" y="307029"/>
                      <a:pt x="619808" y="306426"/>
                      <a:pt x="619265" y="305219"/>
                    </a:cubicBezTo>
                    <a:cubicBezTo>
                      <a:pt x="618722" y="304013"/>
                      <a:pt x="618451" y="302505"/>
                      <a:pt x="618451" y="300695"/>
                    </a:cubicBezTo>
                    <a:cubicBezTo>
                      <a:pt x="618451" y="298885"/>
                      <a:pt x="618873" y="297317"/>
                      <a:pt x="619718" y="295990"/>
                    </a:cubicBezTo>
                    <a:cubicBezTo>
                      <a:pt x="625388" y="286820"/>
                      <a:pt x="628887" y="278676"/>
                      <a:pt x="630214" y="271558"/>
                    </a:cubicBezTo>
                    <a:cubicBezTo>
                      <a:pt x="630817" y="268421"/>
                      <a:pt x="631662" y="266853"/>
                      <a:pt x="632748" y="266853"/>
                    </a:cubicBezTo>
                    <a:cubicBezTo>
                      <a:pt x="633834" y="266853"/>
                      <a:pt x="636126" y="269085"/>
                      <a:pt x="639625" y="273549"/>
                    </a:cubicBezTo>
                    <a:cubicBezTo>
                      <a:pt x="648553" y="273790"/>
                      <a:pt x="662367" y="272372"/>
                      <a:pt x="681068" y="269296"/>
                    </a:cubicBezTo>
                    <a:cubicBezTo>
                      <a:pt x="699769" y="266219"/>
                      <a:pt x="710326" y="264017"/>
                      <a:pt x="712739" y="262690"/>
                    </a:cubicBezTo>
                    <a:cubicBezTo>
                      <a:pt x="715152" y="261363"/>
                      <a:pt x="717776" y="260700"/>
                      <a:pt x="720611" y="260700"/>
                    </a:cubicBezTo>
                    <a:close/>
                    <a:moveTo>
                      <a:pt x="1425509" y="258528"/>
                    </a:moveTo>
                    <a:cubicBezTo>
                      <a:pt x="1426896" y="258528"/>
                      <a:pt x="1429460" y="259493"/>
                      <a:pt x="1433200" y="261423"/>
                    </a:cubicBezTo>
                    <a:cubicBezTo>
                      <a:pt x="1436940" y="263354"/>
                      <a:pt x="1438810" y="265345"/>
                      <a:pt x="1438810" y="267396"/>
                    </a:cubicBezTo>
                    <a:cubicBezTo>
                      <a:pt x="1438810" y="268361"/>
                      <a:pt x="1438448" y="269567"/>
                      <a:pt x="1437724" y="271015"/>
                    </a:cubicBezTo>
                    <a:cubicBezTo>
                      <a:pt x="1437001" y="272463"/>
                      <a:pt x="1436156" y="274816"/>
                      <a:pt x="1435191" y="278073"/>
                    </a:cubicBezTo>
                    <a:lnTo>
                      <a:pt x="1444240" y="276444"/>
                    </a:lnTo>
                    <a:cubicBezTo>
                      <a:pt x="1448100" y="275359"/>
                      <a:pt x="1451358" y="274816"/>
                      <a:pt x="1454012" y="274816"/>
                    </a:cubicBezTo>
                    <a:cubicBezTo>
                      <a:pt x="1456667" y="274816"/>
                      <a:pt x="1459049" y="275509"/>
                      <a:pt x="1461161" y="276897"/>
                    </a:cubicBezTo>
                    <a:cubicBezTo>
                      <a:pt x="1463272" y="278284"/>
                      <a:pt x="1464328" y="279400"/>
                      <a:pt x="1464328" y="280245"/>
                    </a:cubicBezTo>
                    <a:cubicBezTo>
                      <a:pt x="1464328" y="281089"/>
                      <a:pt x="1463634" y="281753"/>
                      <a:pt x="1462247" y="282236"/>
                    </a:cubicBezTo>
                    <a:cubicBezTo>
                      <a:pt x="1460859" y="282718"/>
                      <a:pt x="1457541" y="282959"/>
                      <a:pt x="1452293" y="282959"/>
                    </a:cubicBezTo>
                    <a:cubicBezTo>
                      <a:pt x="1447045" y="282959"/>
                      <a:pt x="1440620" y="283321"/>
                      <a:pt x="1433019" y="284045"/>
                    </a:cubicBezTo>
                    <a:cubicBezTo>
                      <a:pt x="1431330" y="290440"/>
                      <a:pt x="1430486" y="294180"/>
                      <a:pt x="1430486" y="295266"/>
                    </a:cubicBezTo>
                    <a:cubicBezTo>
                      <a:pt x="1430486" y="296352"/>
                      <a:pt x="1431300" y="297498"/>
                      <a:pt x="1432929" y="298704"/>
                    </a:cubicBezTo>
                    <a:cubicBezTo>
                      <a:pt x="1434557" y="299911"/>
                      <a:pt x="1435372" y="300936"/>
                      <a:pt x="1435372" y="301781"/>
                    </a:cubicBezTo>
                    <a:cubicBezTo>
                      <a:pt x="1435372" y="303108"/>
                      <a:pt x="1433622" y="303983"/>
                      <a:pt x="1430123" y="304405"/>
                    </a:cubicBezTo>
                    <a:cubicBezTo>
                      <a:pt x="1426625" y="304827"/>
                      <a:pt x="1417154" y="306486"/>
                      <a:pt x="1401711" y="309382"/>
                    </a:cubicBezTo>
                    <a:cubicBezTo>
                      <a:pt x="1400987" y="311312"/>
                      <a:pt x="1400082" y="312277"/>
                      <a:pt x="1398996" y="312277"/>
                    </a:cubicBezTo>
                    <a:cubicBezTo>
                      <a:pt x="1396824" y="312277"/>
                      <a:pt x="1395738" y="308899"/>
                      <a:pt x="1395738" y="302143"/>
                    </a:cubicBezTo>
                    <a:lnTo>
                      <a:pt x="1395919" y="290379"/>
                    </a:lnTo>
                    <a:cubicBezTo>
                      <a:pt x="1387232" y="292310"/>
                      <a:pt x="1382075" y="293275"/>
                      <a:pt x="1380446" y="293275"/>
                    </a:cubicBezTo>
                    <a:cubicBezTo>
                      <a:pt x="1378817" y="293275"/>
                      <a:pt x="1377098" y="292883"/>
                      <a:pt x="1375288" y="292099"/>
                    </a:cubicBezTo>
                    <a:cubicBezTo>
                      <a:pt x="1373478" y="291314"/>
                      <a:pt x="1372573" y="290560"/>
                      <a:pt x="1372573" y="289837"/>
                    </a:cubicBezTo>
                    <a:cubicBezTo>
                      <a:pt x="1372573" y="289113"/>
                      <a:pt x="1373629" y="288660"/>
                      <a:pt x="1375741" y="288479"/>
                    </a:cubicBezTo>
                    <a:cubicBezTo>
                      <a:pt x="1377852" y="288298"/>
                      <a:pt x="1384638" y="287243"/>
                      <a:pt x="1396100" y="285312"/>
                    </a:cubicBezTo>
                    <a:cubicBezTo>
                      <a:pt x="1395618" y="280004"/>
                      <a:pt x="1394230" y="275600"/>
                      <a:pt x="1391938" y="272101"/>
                    </a:cubicBezTo>
                    <a:cubicBezTo>
                      <a:pt x="1391093" y="270894"/>
                      <a:pt x="1390671" y="269628"/>
                      <a:pt x="1390671" y="268301"/>
                    </a:cubicBezTo>
                    <a:cubicBezTo>
                      <a:pt x="1390671" y="266973"/>
                      <a:pt x="1391485" y="266310"/>
                      <a:pt x="1393114" y="266310"/>
                    </a:cubicBezTo>
                    <a:cubicBezTo>
                      <a:pt x="1394743" y="266310"/>
                      <a:pt x="1396854" y="267124"/>
                      <a:pt x="1399448" y="268753"/>
                    </a:cubicBezTo>
                    <a:cubicBezTo>
                      <a:pt x="1402042" y="270382"/>
                      <a:pt x="1403339" y="272101"/>
                      <a:pt x="1403339" y="273911"/>
                    </a:cubicBezTo>
                    <a:cubicBezTo>
                      <a:pt x="1403339" y="274393"/>
                      <a:pt x="1403279" y="274936"/>
                      <a:pt x="1403158" y="275539"/>
                    </a:cubicBezTo>
                    <a:cubicBezTo>
                      <a:pt x="1402917" y="276987"/>
                      <a:pt x="1402796" y="279883"/>
                      <a:pt x="1402796" y="284226"/>
                    </a:cubicBezTo>
                    <a:cubicBezTo>
                      <a:pt x="1408467" y="283261"/>
                      <a:pt x="1416128" y="281753"/>
                      <a:pt x="1425780" y="279702"/>
                    </a:cubicBezTo>
                    <a:cubicBezTo>
                      <a:pt x="1426142" y="276444"/>
                      <a:pt x="1426323" y="273790"/>
                      <a:pt x="1426323" y="271739"/>
                    </a:cubicBezTo>
                    <a:cubicBezTo>
                      <a:pt x="1426323" y="268120"/>
                      <a:pt x="1425840" y="265616"/>
                      <a:pt x="1424875" y="264229"/>
                    </a:cubicBezTo>
                    <a:cubicBezTo>
                      <a:pt x="1423910" y="262841"/>
                      <a:pt x="1423428" y="261665"/>
                      <a:pt x="1423428" y="260700"/>
                    </a:cubicBezTo>
                    <a:cubicBezTo>
                      <a:pt x="1423428" y="259252"/>
                      <a:pt x="1424121" y="258528"/>
                      <a:pt x="1425509" y="258528"/>
                    </a:cubicBezTo>
                    <a:close/>
                    <a:moveTo>
                      <a:pt x="542260" y="250203"/>
                    </a:moveTo>
                    <a:cubicBezTo>
                      <a:pt x="545518" y="250203"/>
                      <a:pt x="550223" y="252314"/>
                      <a:pt x="556376" y="256537"/>
                    </a:cubicBezTo>
                    <a:cubicBezTo>
                      <a:pt x="562529" y="260760"/>
                      <a:pt x="565606" y="263746"/>
                      <a:pt x="565606" y="265495"/>
                    </a:cubicBezTo>
                    <a:cubicBezTo>
                      <a:pt x="565606" y="267245"/>
                      <a:pt x="564158" y="268421"/>
                      <a:pt x="561263" y="269024"/>
                    </a:cubicBezTo>
                    <a:cubicBezTo>
                      <a:pt x="553541" y="270593"/>
                      <a:pt x="546724" y="273187"/>
                      <a:pt x="540812" y="276806"/>
                    </a:cubicBezTo>
                    <a:cubicBezTo>
                      <a:pt x="538279" y="278375"/>
                      <a:pt x="536741" y="279159"/>
                      <a:pt x="536198" y="279159"/>
                    </a:cubicBezTo>
                    <a:cubicBezTo>
                      <a:pt x="535655" y="279159"/>
                      <a:pt x="535383" y="278888"/>
                      <a:pt x="535383" y="278345"/>
                    </a:cubicBezTo>
                    <a:cubicBezTo>
                      <a:pt x="535383" y="277802"/>
                      <a:pt x="535866" y="276444"/>
                      <a:pt x="536831" y="274273"/>
                    </a:cubicBezTo>
                    <a:cubicBezTo>
                      <a:pt x="539485" y="268723"/>
                      <a:pt x="540812" y="265194"/>
                      <a:pt x="540812" y="263686"/>
                    </a:cubicBezTo>
                    <a:cubicBezTo>
                      <a:pt x="540812" y="262178"/>
                      <a:pt x="540209" y="261212"/>
                      <a:pt x="539003" y="260790"/>
                    </a:cubicBezTo>
                    <a:cubicBezTo>
                      <a:pt x="537796" y="260368"/>
                      <a:pt x="536107" y="260157"/>
                      <a:pt x="533935" y="260157"/>
                    </a:cubicBezTo>
                    <a:cubicBezTo>
                      <a:pt x="528868" y="260157"/>
                      <a:pt x="519880" y="260850"/>
                      <a:pt x="506970" y="262238"/>
                    </a:cubicBezTo>
                    <a:cubicBezTo>
                      <a:pt x="494061" y="263625"/>
                      <a:pt x="483775" y="265133"/>
                      <a:pt x="476114" y="266762"/>
                    </a:cubicBezTo>
                    <a:cubicBezTo>
                      <a:pt x="468453" y="268391"/>
                      <a:pt x="463144" y="269205"/>
                      <a:pt x="460188" y="269205"/>
                    </a:cubicBezTo>
                    <a:cubicBezTo>
                      <a:pt x="457232" y="269205"/>
                      <a:pt x="454548" y="268843"/>
                      <a:pt x="452135" y="268120"/>
                    </a:cubicBezTo>
                    <a:cubicBezTo>
                      <a:pt x="450446" y="275117"/>
                      <a:pt x="448063" y="281059"/>
                      <a:pt x="444986" y="285946"/>
                    </a:cubicBezTo>
                    <a:cubicBezTo>
                      <a:pt x="441910" y="290832"/>
                      <a:pt x="439406" y="293275"/>
                      <a:pt x="437476" y="293275"/>
                    </a:cubicBezTo>
                    <a:cubicBezTo>
                      <a:pt x="435545" y="293275"/>
                      <a:pt x="434218" y="292008"/>
                      <a:pt x="433494" y="289475"/>
                    </a:cubicBezTo>
                    <a:cubicBezTo>
                      <a:pt x="432770" y="286941"/>
                      <a:pt x="432408" y="284950"/>
                      <a:pt x="432408" y="283502"/>
                    </a:cubicBezTo>
                    <a:cubicBezTo>
                      <a:pt x="432408" y="282055"/>
                      <a:pt x="432951" y="280788"/>
                      <a:pt x="434037" y="279702"/>
                    </a:cubicBezTo>
                    <a:cubicBezTo>
                      <a:pt x="436088" y="277410"/>
                      <a:pt x="438109" y="274212"/>
                      <a:pt x="440100" y="270110"/>
                    </a:cubicBezTo>
                    <a:cubicBezTo>
                      <a:pt x="442091" y="266008"/>
                      <a:pt x="443508" y="262600"/>
                      <a:pt x="444353" y="259885"/>
                    </a:cubicBezTo>
                    <a:cubicBezTo>
                      <a:pt x="445197" y="257171"/>
                      <a:pt x="446102" y="255813"/>
                      <a:pt x="447067" y="255813"/>
                    </a:cubicBezTo>
                    <a:cubicBezTo>
                      <a:pt x="448877" y="255813"/>
                      <a:pt x="450627" y="258528"/>
                      <a:pt x="452316" y="263957"/>
                    </a:cubicBezTo>
                    <a:cubicBezTo>
                      <a:pt x="505281" y="256597"/>
                      <a:pt x="533181" y="252465"/>
                      <a:pt x="536017" y="251560"/>
                    </a:cubicBezTo>
                    <a:cubicBezTo>
                      <a:pt x="538852" y="250655"/>
                      <a:pt x="540933" y="250203"/>
                      <a:pt x="542260" y="250203"/>
                    </a:cubicBezTo>
                    <a:close/>
                    <a:moveTo>
                      <a:pt x="1444059" y="244593"/>
                    </a:moveTo>
                    <a:cubicBezTo>
                      <a:pt x="1446472" y="244593"/>
                      <a:pt x="1448704" y="245256"/>
                      <a:pt x="1450755" y="246583"/>
                    </a:cubicBezTo>
                    <a:cubicBezTo>
                      <a:pt x="1452806" y="247911"/>
                      <a:pt x="1453831" y="248876"/>
                      <a:pt x="1453831" y="249479"/>
                    </a:cubicBezTo>
                    <a:cubicBezTo>
                      <a:pt x="1453831" y="250686"/>
                      <a:pt x="1450906" y="251711"/>
                      <a:pt x="1445054" y="252556"/>
                    </a:cubicBezTo>
                    <a:cubicBezTo>
                      <a:pt x="1439202" y="253400"/>
                      <a:pt x="1428947" y="255150"/>
                      <a:pt x="1414288" y="257804"/>
                    </a:cubicBezTo>
                    <a:cubicBezTo>
                      <a:pt x="1399629" y="260458"/>
                      <a:pt x="1389857" y="261785"/>
                      <a:pt x="1384970" y="261785"/>
                    </a:cubicBezTo>
                    <a:cubicBezTo>
                      <a:pt x="1380084" y="261785"/>
                      <a:pt x="1376314" y="261544"/>
                      <a:pt x="1373659" y="261061"/>
                    </a:cubicBezTo>
                    <a:cubicBezTo>
                      <a:pt x="1373901" y="269869"/>
                      <a:pt x="1372966" y="281210"/>
                      <a:pt x="1370854" y="295085"/>
                    </a:cubicBezTo>
                    <a:cubicBezTo>
                      <a:pt x="1368743" y="308960"/>
                      <a:pt x="1365546" y="321266"/>
                      <a:pt x="1361263" y="332004"/>
                    </a:cubicBezTo>
                    <a:cubicBezTo>
                      <a:pt x="1356980" y="342742"/>
                      <a:pt x="1352515" y="350674"/>
                      <a:pt x="1347870" y="355802"/>
                    </a:cubicBezTo>
                    <a:cubicBezTo>
                      <a:pt x="1343225" y="360930"/>
                      <a:pt x="1338972" y="365182"/>
                      <a:pt x="1335112" y="368561"/>
                    </a:cubicBezTo>
                    <a:cubicBezTo>
                      <a:pt x="1331251" y="371939"/>
                      <a:pt x="1328717" y="373628"/>
                      <a:pt x="1327511" y="373628"/>
                    </a:cubicBezTo>
                    <a:cubicBezTo>
                      <a:pt x="1327028" y="373628"/>
                      <a:pt x="1326787" y="373447"/>
                      <a:pt x="1326787" y="373085"/>
                    </a:cubicBezTo>
                    <a:cubicBezTo>
                      <a:pt x="1326787" y="371758"/>
                      <a:pt x="1328416" y="369164"/>
                      <a:pt x="1331673" y="365303"/>
                    </a:cubicBezTo>
                    <a:cubicBezTo>
                      <a:pt x="1343135" y="352273"/>
                      <a:pt x="1351249" y="336196"/>
                      <a:pt x="1356014" y="317073"/>
                    </a:cubicBezTo>
                    <a:cubicBezTo>
                      <a:pt x="1360780" y="297950"/>
                      <a:pt x="1363163" y="281632"/>
                      <a:pt x="1363163" y="268120"/>
                    </a:cubicBezTo>
                    <a:cubicBezTo>
                      <a:pt x="1363163" y="264862"/>
                      <a:pt x="1362921" y="262419"/>
                      <a:pt x="1362439" y="260790"/>
                    </a:cubicBezTo>
                    <a:cubicBezTo>
                      <a:pt x="1361956" y="259161"/>
                      <a:pt x="1361715" y="257653"/>
                      <a:pt x="1361715" y="256266"/>
                    </a:cubicBezTo>
                    <a:cubicBezTo>
                      <a:pt x="1361715" y="254878"/>
                      <a:pt x="1362348" y="254184"/>
                      <a:pt x="1363615" y="254184"/>
                    </a:cubicBezTo>
                    <a:cubicBezTo>
                      <a:pt x="1364882" y="254184"/>
                      <a:pt x="1366722" y="254788"/>
                      <a:pt x="1369135" y="255994"/>
                    </a:cubicBezTo>
                    <a:cubicBezTo>
                      <a:pt x="1381683" y="256839"/>
                      <a:pt x="1402253" y="253702"/>
                      <a:pt x="1430847" y="246583"/>
                    </a:cubicBezTo>
                    <a:cubicBezTo>
                      <a:pt x="1435915" y="245256"/>
                      <a:pt x="1440318" y="244593"/>
                      <a:pt x="1444059" y="244593"/>
                    </a:cubicBezTo>
                    <a:close/>
                    <a:moveTo>
                      <a:pt x="885208" y="236811"/>
                    </a:moveTo>
                    <a:cubicBezTo>
                      <a:pt x="891844" y="236811"/>
                      <a:pt x="897122" y="237927"/>
                      <a:pt x="901043" y="240159"/>
                    </a:cubicBezTo>
                    <a:cubicBezTo>
                      <a:pt x="904964" y="242391"/>
                      <a:pt x="906925" y="245618"/>
                      <a:pt x="906925" y="249841"/>
                    </a:cubicBezTo>
                    <a:cubicBezTo>
                      <a:pt x="906925" y="254788"/>
                      <a:pt x="905417" y="257261"/>
                      <a:pt x="902400" y="257261"/>
                    </a:cubicBezTo>
                    <a:cubicBezTo>
                      <a:pt x="900108" y="257261"/>
                      <a:pt x="895674" y="254667"/>
                      <a:pt x="889099" y="249479"/>
                    </a:cubicBezTo>
                    <a:cubicBezTo>
                      <a:pt x="882523" y="244291"/>
                      <a:pt x="879236" y="240883"/>
                      <a:pt x="879236" y="239254"/>
                    </a:cubicBezTo>
                    <a:cubicBezTo>
                      <a:pt x="879236" y="237625"/>
                      <a:pt x="881226" y="236811"/>
                      <a:pt x="885208" y="236811"/>
                    </a:cubicBezTo>
                    <a:close/>
                    <a:moveTo>
                      <a:pt x="23152" y="236539"/>
                    </a:moveTo>
                    <a:lnTo>
                      <a:pt x="58499" y="236539"/>
                    </a:lnTo>
                    <a:lnTo>
                      <a:pt x="57527" y="240869"/>
                    </a:lnTo>
                    <a:cubicBezTo>
                      <a:pt x="55288" y="241340"/>
                      <a:pt x="53683" y="241870"/>
                      <a:pt x="52711" y="242459"/>
                    </a:cubicBezTo>
                    <a:cubicBezTo>
                      <a:pt x="51739" y="243048"/>
                      <a:pt x="50870" y="243932"/>
                      <a:pt x="50104" y="245110"/>
                    </a:cubicBezTo>
                    <a:cubicBezTo>
                      <a:pt x="49338" y="246288"/>
                      <a:pt x="48543" y="248129"/>
                      <a:pt x="47718" y="250633"/>
                    </a:cubicBezTo>
                    <a:cubicBezTo>
                      <a:pt x="46893" y="253137"/>
                      <a:pt x="45862" y="257216"/>
                      <a:pt x="44625" y="262872"/>
                    </a:cubicBezTo>
                    <a:lnTo>
                      <a:pt x="25715" y="349029"/>
                    </a:lnTo>
                    <a:lnTo>
                      <a:pt x="47453" y="349029"/>
                    </a:lnTo>
                    <a:cubicBezTo>
                      <a:pt x="51400" y="349029"/>
                      <a:pt x="54508" y="348647"/>
                      <a:pt x="56776" y="347881"/>
                    </a:cubicBezTo>
                    <a:cubicBezTo>
                      <a:pt x="59044" y="347115"/>
                      <a:pt x="61194" y="345716"/>
                      <a:pt x="63227" y="343683"/>
                    </a:cubicBezTo>
                    <a:cubicBezTo>
                      <a:pt x="65259" y="341651"/>
                      <a:pt x="67247" y="338897"/>
                      <a:pt x="69191" y="335421"/>
                    </a:cubicBezTo>
                    <a:cubicBezTo>
                      <a:pt x="71135" y="331945"/>
                      <a:pt x="73109" y="327615"/>
                      <a:pt x="75112" y="322431"/>
                    </a:cubicBezTo>
                    <a:lnTo>
                      <a:pt x="83683" y="322431"/>
                    </a:lnTo>
                    <a:lnTo>
                      <a:pt x="74758" y="357159"/>
                    </a:lnTo>
                    <a:lnTo>
                      <a:pt x="0" y="357159"/>
                    </a:lnTo>
                    <a:lnTo>
                      <a:pt x="972" y="352829"/>
                    </a:lnTo>
                    <a:cubicBezTo>
                      <a:pt x="3211" y="352476"/>
                      <a:pt x="4890" y="351901"/>
                      <a:pt x="6009" y="351106"/>
                    </a:cubicBezTo>
                    <a:cubicBezTo>
                      <a:pt x="7128" y="350311"/>
                      <a:pt x="8071" y="349206"/>
                      <a:pt x="8837" y="347792"/>
                    </a:cubicBezTo>
                    <a:cubicBezTo>
                      <a:pt x="9603" y="346378"/>
                      <a:pt x="10310" y="344655"/>
                      <a:pt x="10958" y="342623"/>
                    </a:cubicBezTo>
                    <a:cubicBezTo>
                      <a:pt x="11606" y="340590"/>
                      <a:pt x="12578" y="336658"/>
                      <a:pt x="13874" y="330826"/>
                    </a:cubicBezTo>
                    <a:lnTo>
                      <a:pt x="28896" y="262784"/>
                    </a:lnTo>
                    <a:cubicBezTo>
                      <a:pt x="30192" y="256892"/>
                      <a:pt x="30840" y="252150"/>
                      <a:pt x="30840" y="248557"/>
                    </a:cubicBezTo>
                    <a:cubicBezTo>
                      <a:pt x="30840" y="245788"/>
                      <a:pt x="30148" y="243858"/>
                      <a:pt x="28764" y="242769"/>
                    </a:cubicBezTo>
                    <a:cubicBezTo>
                      <a:pt x="27379" y="241679"/>
                      <a:pt x="25185" y="241045"/>
                      <a:pt x="22180" y="240869"/>
                    </a:cubicBezTo>
                    <a:close/>
                    <a:moveTo>
                      <a:pt x="664237" y="234820"/>
                    </a:moveTo>
                    <a:cubicBezTo>
                      <a:pt x="667254" y="234820"/>
                      <a:pt x="671959" y="236147"/>
                      <a:pt x="678353" y="238802"/>
                    </a:cubicBezTo>
                    <a:cubicBezTo>
                      <a:pt x="684748" y="241456"/>
                      <a:pt x="687945" y="245015"/>
                      <a:pt x="687945" y="249479"/>
                    </a:cubicBezTo>
                    <a:cubicBezTo>
                      <a:pt x="687945" y="251530"/>
                      <a:pt x="687281" y="253823"/>
                      <a:pt x="685954" y="256356"/>
                    </a:cubicBezTo>
                    <a:cubicBezTo>
                      <a:pt x="684627" y="258890"/>
                      <a:pt x="683059" y="260157"/>
                      <a:pt x="681249" y="260157"/>
                    </a:cubicBezTo>
                    <a:cubicBezTo>
                      <a:pt x="679439" y="260157"/>
                      <a:pt x="677630" y="258950"/>
                      <a:pt x="675820" y="256537"/>
                    </a:cubicBezTo>
                    <a:lnTo>
                      <a:pt x="667495" y="245498"/>
                    </a:lnTo>
                    <a:cubicBezTo>
                      <a:pt x="663755" y="240551"/>
                      <a:pt x="661885" y="237535"/>
                      <a:pt x="661885" y="236449"/>
                    </a:cubicBezTo>
                    <a:cubicBezTo>
                      <a:pt x="661885" y="235363"/>
                      <a:pt x="662669" y="234820"/>
                      <a:pt x="664237" y="234820"/>
                    </a:cubicBezTo>
                    <a:close/>
                    <a:moveTo>
                      <a:pt x="1064916" y="231925"/>
                    </a:moveTo>
                    <a:cubicBezTo>
                      <a:pt x="1066846" y="231925"/>
                      <a:pt x="1069893" y="233010"/>
                      <a:pt x="1074055" y="235182"/>
                    </a:cubicBezTo>
                    <a:cubicBezTo>
                      <a:pt x="1078218" y="237354"/>
                      <a:pt x="1080299" y="239405"/>
                      <a:pt x="1080299" y="241335"/>
                    </a:cubicBezTo>
                    <a:cubicBezTo>
                      <a:pt x="1080299" y="242421"/>
                      <a:pt x="1079575" y="243929"/>
                      <a:pt x="1078127" y="245860"/>
                    </a:cubicBezTo>
                    <a:cubicBezTo>
                      <a:pt x="1076679" y="247790"/>
                      <a:pt x="1074809" y="251048"/>
                      <a:pt x="1072517" y="255632"/>
                    </a:cubicBezTo>
                    <a:cubicBezTo>
                      <a:pt x="1066364" y="267215"/>
                      <a:pt x="1061055" y="276444"/>
                      <a:pt x="1056591" y="283321"/>
                    </a:cubicBezTo>
                    <a:cubicBezTo>
                      <a:pt x="1066364" y="281391"/>
                      <a:pt x="1076257" y="278073"/>
                      <a:pt x="1086271" y="273368"/>
                    </a:cubicBezTo>
                    <a:cubicBezTo>
                      <a:pt x="1091218" y="271196"/>
                      <a:pt x="1095320" y="270110"/>
                      <a:pt x="1098577" y="270110"/>
                    </a:cubicBezTo>
                    <a:cubicBezTo>
                      <a:pt x="1101835" y="270110"/>
                      <a:pt x="1104459" y="270412"/>
                      <a:pt x="1106450" y="271015"/>
                    </a:cubicBezTo>
                    <a:cubicBezTo>
                      <a:pt x="1108440" y="271618"/>
                      <a:pt x="1109436" y="272463"/>
                      <a:pt x="1109436" y="273549"/>
                    </a:cubicBezTo>
                    <a:cubicBezTo>
                      <a:pt x="1109436" y="274635"/>
                      <a:pt x="1108772" y="275630"/>
                      <a:pt x="1107445" y="276535"/>
                    </a:cubicBezTo>
                    <a:cubicBezTo>
                      <a:pt x="1106118" y="277440"/>
                      <a:pt x="1102981" y="278676"/>
                      <a:pt x="1098034" y="280245"/>
                    </a:cubicBezTo>
                    <a:cubicBezTo>
                      <a:pt x="1093088" y="281813"/>
                      <a:pt x="1085969" y="283563"/>
                      <a:pt x="1076679" y="285493"/>
                    </a:cubicBezTo>
                    <a:cubicBezTo>
                      <a:pt x="1081385" y="289595"/>
                      <a:pt x="1083737" y="292732"/>
                      <a:pt x="1083737" y="294904"/>
                    </a:cubicBezTo>
                    <a:cubicBezTo>
                      <a:pt x="1083737" y="295507"/>
                      <a:pt x="1083345" y="296895"/>
                      <a:pt x="1082561" y="299066"/>
                    </a:cubicBezTo>
                    <a:cubicBezTo>
                      <a:pt x="1081777" y="301238"/>
                      <a:pt x="1081023" y="304073"/>
                      <a:pt x="1080299" y="307572"/>
                    </a:cubicBezTo>
                    <a:cubicBezTo>
                      <a:pt x="1078972" y="314449"/>
                      <a:pt x="1076679" y="322171"/>
                      <a:pt x="1073422" y="330737"/>
                    </a:cubicBezTo>
                    <a:cubicBezTo>
                      <a:pt x="1078851" y="336649"/>
                      <a:pt x="1085336" y="341656"/>
                      <a:pt x="1092877" y="345758"/>
                    </a:cubicBezTo>
                    <a:cubicBezTo>
                      <a:pt x="1100417" y="349860"/>
                      <a:pt x="1111125" y="353721"/>
                      <a:pt x="1125000" y="357340"/>
                    </a:cubicBezTo>
                    <a:cubicBezTo>
                      <a:pt x="1127895" y="358064"/>
                      <a:pt x="1129343" y="358969"/>
                      <a:pt x="1129343" y="360055"/>
                    </a:cubicBezTo>
                    <a:cubicBezTo>
                      <a:pt x="1129343" y="360658"/>
                      <a:pt x="1128800" y="361141"/>
                      <a:pt x="1127714" y="361503"/>
                    </a:cubicBezTo>
                    <a:cubicBezTo>
                      <a:pt x="1126628" y="361865"/>
                      <a:pt x="1122436" y="362468"/>
                      <a:pt x="1115137" y="363312"/>
                    </a:cubicBezTo>
                    <a:cubicBezTo>
                      <a:pt x="1107837" y="364157"/>
                      <a:pt x="1102679" y="364579"/>
                      <a:pt x="1099663" y="364579"/>
                    </a:cubicBezTo>
                    <a:cubicBezTo>
                      <a:pt x="1096647" y="364579"/>
                      <a:pt x="1094324" y="364368"/>
                      <a:pt x="1092696" y="363946"/>
                    </a:cubicBezTo>
                    <a:cubicBezTo>
                      <a:pt x="1091067" y="363524"/>
                      <a:pt x="1089619" y="362800"/>
                      <a:pt x="1088352" y="361774"/>
                    </a:cubicBezTo>
                    <a:cubicBezTo>
                      <a:pt x="1087085" y="360749"/>
                      <a:pt x="1084703" y="358155"/>
                      <a:pt x="1081204" y="353992"/>
                    </a:cubicBezTo>
                    <a:cubicBezTo>
                      <a:pt x="1077705" y="349830"/>
                      <a:pt x="1073663" y="344672"/>
                      <a:pt x="1069078" y="338519"/>
                    </a:cubicBezTo>
                    <a:cubicBezTo>
                      <a:pt x="1059185" y="352152"/>
                      <a:pt x="1047844" y="358969"/>
                      <a:pt x="1035055" y="358969"/>
                    </a:cubicBezTo>
                    <a:cubicBezTo>
                      <a:pt x="1033125" y="358969"/>
                      <a:pt x="1032159" y="358698"/>
                      <a:pt x="1032159" y="358155"/>
                    </a:cubicBezTo>
                    <a:cubicBezTo>
                      <a:pt x="1032159" y="357612"/>
                      <a:pt x="1033064" y="356918"/>
                      <a:pt x="1034874" y="356073"/>
                    </a:cubicBezTo>
                    <a:cubicBezTo>
                      <a:pt x="1048870" y="349558"/>
                      <a:pt x="1058702" y="341475"/>
                      <a:pt x="1064373" y="331823"/>
                    </a:cubicBezTo>
                    <a:cubicBezTo>
                      <a:pt x="1060271" y="325670"/>
                      <a:pt x="1056621" y="319547"/>
                      <a:pt x="1053424" y="313454"/>
                    </a:cubicBezTo>
                    <a:cubicBezTo>
                      <a:pt x="1050227" y="307361"/>
                      <a:pt x="1047241" y="302867"/>
                      <a:pt x="1044466" y="299971"/>
                    </a:cubicBezTo>
                    <a:cubicBezTo>
                      <a:pt x="1041450" y="303229"/>
                      <a:pt x="1039398" y="304857"/>
                      <a:pt x="1038313" y="304857"/>
                    </a:cubicBezTo>
                    <a:cubicBezTo>
                      <a:pt x="1037227" y="304857"/>
                      <a:pt x="1036684" y="304435"/>
                      <a:pt x="1036684" y="303591"/>
                    </a:cubicBezTo>
                    <a:cubicBezTo>
                      <a:pt x="1036684" y="302746"/>
                      <a:pt x="1037046" y="301781"/>
                      <a:pt x="1037770" y="300695"/>
                    </a:cubicBezTo>
                    <a:cubicBezTo>
                      <a:pt x="1045733" y="288871"/>
                      <a:pt x="1052037" y="277410"/>
                      <a:pt x="1056682" y="266310"/>
                    </a:cubicBezTo>
                    <a:cubicBezTo>
                      <a:pt x="1061327" y="255210"/>
                      <a:pt x="1063649" y="246764"/>
                      <a:pt x="1063649" y="240973"/>
                    </a:cubicBezTo>
                    <a:cubicBezTo>
                      <a:pt x="1063649" y="238922"/>
                      <a:pt x="1063378" y="237444"/>
                      <a:pt x="1062835" y="236539"/>
                    </a:cubicBezTo>
                    <a:cubicBezTo>
                      <a:pt x="1062292" y="235635"/>
                      <a:pt x="1062020" y="234880"/>
                      <a:pt x="1062020" y="234277"/>
                    </a:cubicBezTo>
                    <a:cubicBezTo>
                      <a:pt x="1062020" y="232709"/>
                      <a:pt x="1062986" y="231925"/>
                      <a:pt x="1064916" y="231925"/>
                    </a:cubicBezTo>
                    <a:close/>
                    <a:moveTo>
                      <a:pt x="1241186" y="231020"/>
                    </a:moveTo>
                    <a:cubicBezTo>
                      <a:pt x="1242754" y="231020"/>
                      <a:pt x="1246162" y="232166"/>
                      <a:pt x="1251411" y="234458"/>
                    </a:cubicBezTo>
                    <a:cubicBezTo>
                      <a:pt x="1256659" y="236751"/>
                      <a:pt x="1259283" y="238741"/>
                      <a:pt x="1259283" y="240430"/>
                    </a:cubicBezTo>
                    <a:cubicBezTo>
                      <a:pt x="1259283" y="241758"/>
                      <a:pt x="1257956" y="243386"/>
                      <a:pt x="1255302" y="245317"/>
                    </a:cubicBezTo>
                    <a:cubicBezTo>
                      <a:pt x="1252647" y="247247"/>
                      <a:pt x="1249541" y="249811"/>
                      <a:pt x="1245982" y="253008"/>
                    </a:cubicBezTo>
                    <a:cubicBezTo>
                      <a:pt x="1242422" y="256205"/>
                      <a:pt x="1240160" y="258287"/>
                      <a:pt x="1239195" y="259252"/>
                    </a:cubicBezTo>
                    <a:cubicBezTo>
                      <a:pt x="1236661" y="261785"/>
                      <a:pt x="1232167" y="265676"/>
                      <a:pt x="1225712" y="270925"/>
                    </a:cubicBezTo>
                    <a:cubicBezTo>
                      <a:pt x="1219258" y="276173"/>
                      <a:pt x="1215095" y="279370"/>
                      <a:pt x="1213225" y="280516"/>
                    </a:cubicBezTo>
                    <a:cubicBezTo>
                      <a:pt x="1211355" y="281662"/>
                      <a:pt x="1209967" y="282236"/>
                      <a:pt x="1209063" y="282236"/>
                    </a:cubicBezTo>
                    <a:cubicBezTo>
                      <a:pt x="1208158" y="282236"/>
                      <a:pt x="1207705" y="281813"/>
                      <a:pt x="1207705" y="280969"/>
                    </a:cubicBezTo>
                    <a:cubicBezTo>
                      <a:pt x="1207705" y="280124"/>
                      <a:pt x="1208489" y="278918"/>
                      <a:pt x="1210058" y="277349"/>
                    </a:cubicBezTo>
                    <a:cubicBezTo>
                      <a:pt x="1230930" y="255994"/>
                      <a:pt x="1240643" y="242240"/>
                      <a:pt x="1239195" y="236087"/>
                    </a:cubicBezTo>
                    <a:cubicBezTo>
                      <a:pt x="1238954" y="235363"/>
                      <a:pt x="1238833" y="234699"/>
                      <a:pt x="1238833" y="234096"/>
                    </a:cubicBezTo>
                    <a:cubicBezTo>
                      <a:pt x="1238833" y="232045"/>
                      <a:pt x="1239617" y="231020"/>
                      <a:pt x="1241186" y="231020"/>
                    </a:cubicBezTo>
                    <a:close/>
                    <a:moveTo>
                      <a:pt x="486158" y="227219"/>
                    </a:moveTo>
                    <a:cubicBezTo>
                      <a:pt x="489536" y="227219"/>
                      <a:pt x="493095" y="227702"/>
                      <a:pt x="496835" y="228667"/>
                    </a:cubicBezTo>
                    <a:cubicBezTo>
                      <a:pt x="500576" y="229632"/>
                      <a:pt x="503290" y="231502"/>
                      <a:pt x="504979" y="234277"/>
                    </a:cubicBezTo>
                    <a:cubicBezTo>
                      <a:pt x="506668" y="237052"/>
                      <a:pt x="507513" y="239495"/>
                      <a:pt x="507513" y="241607"/>
                    </a:cubicBezTo>
                    <a:cubicBezTo>
                      <a:pt x="507513" y="243718"/>
                      <a:pt x="506940" y="245588"/>
                      <a:pt x="505794" y="247217"/>
                    </a:cubicBezTo>
                    <a:cubicBezTo>
                      <a:pt x="504648" y="248846"/>
                      <a:pt x="503139" y="249660"/>
                      <a:pt x="501269" y="249660"/>
                    </a:cubicBezTo>
                    <a:cubicBezTo>
                      <a:pt x="499399" y="249660"/>
                      <a:pt x="495870" y="246553"/>
                      <a:pt x="490682" y="240340"/>
                    </a:cubicBezTo>
                    <a:cubicBezTo>
                      <a:pt x="485494" y="234126"/>
                      <a:pt x="482900" y="230386"/>
                      <a:pt x="482900" y="229119"/>
                    </a:cubicBezTo>
                    <a:cubicBezTo>
                      <a:pt x="482900" y="227853"/>
                      <a:pt x="483986" y="227219"/>
                      <a:pt x="486158" y="227219"/>
                    </a:cubicBezTo>
                    <a:close/>
                    <a:moveTo>
                      <a:pt x="819876" y="227038"/>
                    </a:moveTo>
                    <a:cubicBezTo>
                      <a:pt x="821686" y="227038"/>
                      <a:pt x="824973" y="228064"/>
                      <a:pt x="829739" y="230115"/>
                    </a:cubicBezTo>
                    <a:cubicBezTo>
                      <a:pt x="834505" y="232166"/>
                      <a:pt x="836887" y="234066"/>
                      <a:pt x="836887" y="235816"/>
                    </a:cubicBezTo>
                    <a:cubicBezTo>
                      <a:pt x="836887" y="237565"/>
                      <a:pt x="836284" y="239767"/>
                      <a:pt x="835078" y="242421"/>
                    </a:cubicBezTo>
                    <a:cubicBezTo>
                      <a:pt x="833751" y="244593"/>
                      <a:pt x="832604" y="255331"/>
                      <a:pt x="831639" y="274635"/>
                    </a:cubicBezTo>
                    <a:cubicBezTo>
                      <a:pt x="837551" y="272946"/>
                      <a:pt x="842166" y="272101"/>
                      <a:pt x="845484" y="272101"/>
                    </a:cubicBezTo>
                    <a:cubicBezTo>
                      <a:pt x="848802" y="272101"/>
                      <a:pt x="851064" y="272463"/>
                      <a:pt x="852270" y="273187"/>
                    </a:cubicBezTo>
                    <a:cubicBezTo>
                      <a:pt x="853477" y="273911"/>
                      <a:pt x="854080" y="274816"/>
                      <a:pt x="854080" y="275901"/>
                    </a:cubicBezTo>
                    <a:cubicBezTo>
                      <a:pt x="854080" y="276987"/>
                      <a:pt x="852270" y="278224"/>
                      <a:pt x="848651" y="279611"/>
                    </a:cubicBezTo>
                    <a:cubicBezTo>
                      <a:pt x="845031" y="280999"/>
                      <a:pt x="839240" y="282537"/>
                      <a:pt x="831277" y="284226"/>
                    </a:cubicBezTo>
                    <a:cubicBezTo>
                      <a:pt x="831036" y="292551"/>
                      <a:pt x="830915" y="299609"/>
                      <a:pt x="830915" y="305400"/>
                    </a:cubicBezTo>
                    <a:cubicBezTo>
                      <a:pt x="840447" y="298885"/>
                      <a:pt x="846298" y="295628"/>
                      <a:pt x="848470" y="295628"/>
                    </a:cubicBezTo>
                    <a:cubicBezTo>
                      <a:pt x="849435" y="295628"/>
                      <a:pt x="849918" y="295990"/>
                      <a:pt x="849918" y="296714"/>
                    </a:cubicBezTo>
                    <a:cubicBezTo>
                      <a:pt x="849918" y="297437"/>
                      <a:pt x="848681" y="298855"/>
                      <a:pt x="846208" y="300967"/>
                    </a:cubicBezTo>
                    <a:cubicBezTo>
                      <a:pt x="843734" y="303078"/>
                      <a:pt x="838637" y="307029"/>
                      <a:pt x="830915" y="312820"/>
                    </a:cubicBezTo>
                    <a:lnTo>
                      <a:pt x="831458" y="349196"/>
                    </a:lnTo>
                    <a:cubicBezTo>
                      <a:pt x="831458" y="355832"/>
                      <a:pt x="830614" y="362046"/>
                      <a:pt x="828925" y="367837"/>
                    </a:cubicBezTo>
                    <a:cubicBezTo>
                      <a:pt x="827236" y="373628"/>
                      <a:pt x="825184" y="376524"/>
                      <a:pt x="822771" y="376524"/>
                    </a:cubicBezTo>
                    <a:cubicBezTo>
                      <a:pt x="821565" y="376524"/>
                      <a:pt x="820358" y="375558"/>
                      <a:pt x="819152" y="373628"/>
                    </a:cubicBezTo>
                    <a:cubicBezTo>
                      <a:pt x="817945" y="371698"/>
                      <a:pt x="816075" y="369194"/>
                      <a:pt x="813542" y="366118"/>
                    </a:cubicBezTo>
                    <a:cubicBezTo>
                      <a:pt x="811008" y="363041"/>
                      <a:pt x="809017" y="360869"/>
                      <a:pt x="807570" y="359602"/>
                    </a:cubicBezTo>
                    <a:cubicBezTo>
                      <a:pt x="806122" y="358336"/>
                      <a:pt x="805398" y="357431"/>
                      <a:pt x="805398" y="356888"/>
                    </a:cubicBezTo>
                    <a:cubicBezTo>
                      <a:pt x="805398" y="356345"/>
                      <a:pt x="805760" y="356073"/>
                      <a:pt x="806484" y="356073"/>
                    </a:cubicBezTo>
                    <a:cubicBezTo>
                      <a:pt x="807208" y="356073"/>
                      <a:pt x="808776" y="356345"/>
                      <a:pt x="811189" y="356888"/>
                    </a:cubicBezTo>
                    <a:cubicBezTo>
                      <a:pt x="813602" y="357431"/>
                      <a:pt x="815593" y="357702"/>
                      <a:pt x="817161" y="357702"/>
                    </a:cubicBezTo>
                    <a:cubicBezTo>
                      <a:pt x="818730" y="357702"/>
                      <a:pt x="819785" y="357099"/>
                      <a:pt x="820328" y="355892"/>
                    </a:cubicBezTo>
                    <a:cubicBezTo>
                      <a:pt x="820871" y="354686"/>
                      <a:pt x="821414" y="351398"/>
                      <a:pt x="821957" y="346029"/>
                    </a:cubicBezTo>
                    <a:cubicBezTo>
                      <a:pt x="822500" y="340660"/>
                      <a:pt x="823013" y="331521"/>
                      <a:pt x="823495" y="318612"/>
                    </a:cubicBezTo>
                    <a:cubicBezTo>
                      <a:pt x="813602" y="326092"/>
                      <a:pt x="805699" y="332788"/>
                      <a:pt x="799788" y="338700"/>
                    </a:cubicBezTo>
                    <a:cubicBezTo>
                      <a:pt x="796530" y="341837"/>
                      <a:pt x="794027" y="343405"/>
                      <a:pt x="792277" y="343405"/>
                    </a:cubicBezTo>
                    <a:cubicBezTo>
                      <a:pt x="790528" y="343405"/>
                      <a:pt x="788235" y="342168"/>
                      <a:pt x="785400" y="339695"/>
                    </a:cubicBezTo>
                    <a:cubicBezTo>
                      <a:pt x="782565" y="337222"/>
                      <a:pt x="781147" y="335261"/>
                      <a:pt x="781147" y="333813"/>
                    </a:cubicBezTo>
                    <a:cubicBezTo>
                      <a:pt x="781147" y="332366"/>
                      <a:pt x="783319" y="331521"/>
                      <a:pt x="787662" y="331280"/>
                    </a:cubicBezTo>
                    <a:cubicBezTo>
                      <a:pt x="792006" y="331039"/>
                      <a:pt x="804071" y="324101"/>
                      <a:pt x="823857" y="310468"/>
                    </a:cubicBezTo>
                    <a:cubicBezTo>
                      <a:pt x="824219" y="298765"/>
                      <a:pt x="824400" y="290560"/>
                      <a:pt x="824400" y="285855"/>
                    </a:cubicBezTo>
                    <a:cubicBezTo>
                      <a:pt x="821625" y="286338"/>
                      <a:pt x="818126" y="287062"/>
                      <a:pt x="813904" y="288027"/>
                    </a:cubicBezTo>
                    <a:cubicBezTo>
                      <a:pt x="809681" y="288992"/>
                      <a:pt x="806122" y="289475"/>
                      <a:pt x="803226" y="289475"/>
                    </a:cubicBezTo>
                    <a:cubicBezTo>
                      <a:pt x="800331" y="289475"/>
                      <a:pt x="797918" y="289022"/>
                      <a:pt x="795987" y="288117"/>
                    </a:cubicBezTo>
                    <a:cubicBezTo>
                      <a:pt x="794057" y="287212"/>
                      <a:pt x="793092" y="286398"/>
                      <a:pt x="793092" y="285674"/>
                    </a:cubicBezTo>
                    <a:cubicBezTo>
                      <a:pt x="793092" y="284950"/>
                      <a:pt x="793936" y="284407"/>
                      <a:pt x="795625" y="284045"/>
                    </a:cubicBezTo>
                    <a:cubicBezTo>
                      <a:pt x="803347" y="282477"/>
                      <a:pt x="812938" y="280124"/>
                      <a:pt x="824400" y="276987"/>
                    </a:cubicBezTo>
                    <a:cubicBezTo>
                      <a:pt x="824280" y="259493"/>
                      <a:pt x="823948" y="248333"/>
                      <a:pt x="823405" y="243507"/>
                    </a:cubicBezTo>
                    <a:cubicBezTo>
                      <a:pt x="822862" y="238681"/>
                      <a:pt x="821686" y="235333"/>
                      <a:pt x="819876" y="233463"/>
                    </a:cubicBezTo>
                    <a:cubicBezTo>
                      <a:pt x="818066" y="231593"/>
                      <a:pt x="817161" y="230054"/>
                      <a:pt x="817161" y="228848"/>
                    </a:cubicBezTo>
                    <a:cubicBezTo>
                      <a:pt x="817161" y="227641"/>
                      <a:pt x="818066" y="227038"/>
                      <a:pt x="819876" y="227038"/>
                    </a:cubicBezTo>
                    <a:close/>
                    <a:moveTo>
                      <a:pt x="1401168" y="226133"/>
                    </a:moveTo>
                    <a:cubicBezTo>
                      <a:pt x="1406476" y="226133"/>
                      <a:pt x="1410970" y="227340"/>
                      <a:pt x="1414650" y="229753"/>
                    </a:cubicBezTo>
                    <a:cubicBezTo>
                      <a:pt x="1418330" y="232166"/>
                      <a:pt x="1420170" y="235423"/>
                      <a:pt x="1420170" y="239525"/>
                    </a:cubicBezTo>
                    <a:cubicBezTo>
                      <a:pt x="1420170" y="241335"/>
                      <a:pt x="1419748" y="242783"/>
                      <a:pt x="1418903" y="243869"/>
                    </a:cubicBezTo>
                    <a:cubicBezTo>
                      <a:pt x="1418059" y="244955"/>
                      <a:pt x="1417033" y="245498"/>
                      <a:pt x="1415827" y="245498"/>
                    </a:cubicBezTo>
                    <a:cubicBezTo>
                      <a:pt x="1414620" y="245498"/>
                      <a:pt x="1413383" y="245075"/>
                      <a:pt x="1412117" y="244231"/>
                    </a:cubicBezTo>
                    <a:cubicBezTo>
                      <a:pt x="1410850" y="243386"/>
                      <a:pt x="1407984" y="240672"/>
                      <a:pt x="1403520" y="236087"/>
                    </a:cubicBezTo>
                    <a:cubicBezTo>
                      <a:pt x="1399056" y="231502"/>
                      <a:pt x="1396824" y="228697"/>
                      <a:pt x="1396824" y="227672"/>
                    </a:cubicBezTo>
                    <a:cubicBezTo>
                      <a:pt x="1396824" y="226646"/>
                      <a:pt x="1398272" y="226133"/>
                      <a:pt x="1401168" y="226133"/>
                    </a:cubicBezTo>
                    <a:close/>
                    <a:moveTo>
                      <a:pt x="1188160" y="225771"/>
                    </a:moveTo>
                    <a:cubicBezTo>
                      <a:pt x="1190211" y="225771"/>
                      <a:pt x="1193197" y="226495"/>
                      <a:pt x="1197118" y="227943"/>
                    </a:cubicBezTo>
                    <a:cubicBezTo>
                      <a:pt x="1201039" y="229391"/>
                      <a:pt x="1203754" y="230778"/>
                      <a:pt x="1205262" y="232106"/>
                    </a:cubicBezTo>
                    <a:cubicBezTo>
                      <a:pt x="1206770" y="233433"/>
                      <a:pt x="1207524" y="235031"/>
                      <a:pt x="1207524" y="236901"/>
                    </a:cubicBezTo>
                    <a:cubicBezTo>
                      <a:pt x="1207524" y="238771"/>
                      <a:pt x="1207223" y="240822"/>
                      <a:pt x="1206619" y="243054"/>
                    </a:cubicBezTo>
                    <a:cubicBezTo>
                      <a:pt x="1206016" y="245287"/>
                      <a:pt x="1205353" y="250565"/>
                      <a:pt x="1204629" y="258890"/>
                    </a:cubicBezTo>
                    <a:cubicBezTo>
                      <a:pt x="1203905" y="267215"/>
                      <a:pt x="1203422" y="277410"/>
                      <a:pt x="1203181" y="289475"/>
                    </a:cubicBezTo>
                    <a:cubicBezTo>
                      <a:pt x="1230086" y="285252"/>
                      <a:pt x="1247007" y="282477"/>
                      <a:pt x="1253944" y="281150"/>
                    </a:cubicBezTo>
                    <a:cubicBezTo>
                      <a:pt x="1260882" y="279823"/>
                      <a:pt x="1266190" y="279159"/>
                      <a:pt x="1269870" y="279159"/>
                    </a:cubicBezTo>
                    <a:cubicBezTo>
                      <a:pt x="1273550" y="279159"/>
                      <a:pt x="1277079" y="280154"/>
                      <a:pt x="1280457" y="282145"/>
                    </a:cubicBezTo>
                    <a:cubicBezTo>
                      <a:pt x="1283835" y="284136"/>
                      <a:pt x="1285524" y="285976"/>
                      <a:pt x="1285524" y="287665"/>
                    </a:cubicBezTo>
                    <a:cubicBezTo>
                      <a:pt x="1285524" y="289957"/>
                      <a:pt x="1283051" y="291103"/>
                      <a:pt x="1278105" y="291103"/>
                    </a:cubicBezTo>
                    <a:lnTo>
                      <a:pt x="1263265" y="290922"/>
                    </a:lnTo>
                    <a:cubicBezTo>
                      <a:pt x="1247701" y="290922"/>
                      <a:pt x="1231292" y="292189"/>
                      <a:pt x="1214039" y="294723"/>
                    </a:cubicBezTo>
                    <a:cubicBezTo>
                      <a:pt x="1230206" y="309683"/>
                      <a:pt x="1241910" y="320029"/>
                      <a:pt x="1249148" y="325760"/>
                    </a:cubicBezTo>
                    <a:cubicBezTo>
                      <a:pt x="1256388" y="331491"/>
                      <a:pt x="1263476" y="335804"/>
                      <a:pt x="1270413" y="338700"/>
                    </a:cubicBezTo>
                    <a:cubicBezTo>
                      <a:pt x="1277351" y="341595"/>
                      <a:pt x="1288179" y="344913"/>
                      <a:pt x="1302898" y="348653"/>
                    </a:cubicBezTo>
                    <a:cubicBezTo>
                      <a:pt x="1305673" y="349257"/>
                      <a:pt x="1307060" y="350222"/>
                      <a:pt x="1307060" y="351549"/>
                    </a:cubicBezTo>
                    <a:cubicBezTo>
                      <a:pt x="1307060" y="352152"/>
                      <a:pt x="1306548" y="352635"/>
                      <a:pt x="1305522" y="352997"/>
                    </a:cubicBezTo>
                    <a:cubicBezTo>
                      <a:pt x="1304497" y="353359"/>
                      <a:pt x="1299641" y="353932"/>
                      <a:pt x="1290954" y="354716"/>
                    </a:cubicBezTo>
                    <a:cubicBezTo>
                      <a:pt x="1282267" y="355500"/>
                      <a:pt x="1276054" y="355892"/>
                      <a:pt x="1272313" y="355892"/>
                    </a:cubicBezTo>
                    <a:cubicBezTo>
                      <a:pt x="1265678" y="355892"/>
                      <a:pt x="1261093" y="354626"/>
                      <a:pt x="1258559" y="352092"/>
                    </a:cubicBezTo>
                    <a:lnTo>
                      <a:pt x="1239014" y="331099"/>
                    </a:lnTo>
                    <a:cubicBezTo>
                      <a:pt x="1228517" y="319878"/>
                      <a:pt x="1217900" y="307994"/>
                      <a:pt x="1207162" y="295447"/>
                    </a:cubicBezTo>
                    <a:cubicBezTo>
                      <a:pt x="1205473" y="295688"/>
                      <a:pt x="1204206" y="295929"/>
                      <a:pt x="1203362" y="296171"/>
                    </a:cubicBezTo>
                    <a:cubicBezTo>
                      <a:pt x="1202759" y="321145"/>
                      <a:pt x="1201914" y="339967"/>
                      <a:pt x="1200828" y="352635"/>
                    </a:cubicBezTo>
                    <a:cubicBezTo>
                      <a:pt x="1216151" y="345034"/>
                      <a:pt x="1224958" y="341233"/>
                      <a:pt x="1227251" y="341233"/>
                    </a:cubicBezTo>
                    <a:cubicBezTo>
                      <a:pt x="1228216" y="341233"/>
                      <a:pt x="1228698" y="341565"/>
                      <a:pt x="1228698" y="342229"/>
                    </a:cubicBezTo>
                    <a:cubicBezTo>
                      <a:pt x="1228698" y="342892"/>
                      <a:pt x="1227974" y="343827"/>
                      <a:pt x="1226527" y="345034"/>
                    </a:cubicBezTo>
                    <a:cubicBezTo>
                      <a:pt x="1210963" y="357702"/>
                      <a:pt x="1200708" y="367173"/>
                      <a:pt x="1195761" y="373447"/>
                    </a:cubicBezTo>
                    <a:cubicBezTo>
                      <a:pt x="1192745" y="377187"/>
                      <a:pt x="1190452" y="379057"/>
                      <a:pt x="1188884" y="379057"/>
                    </a:cubicBezTo>
                    <a:cubicBezTo>
                      <a:pt x="1187315" y="379057"/>
                      <a:pt x="1185596" y="377489"/>
                      <a:pt x="1183726" y="374352"/>
                    </a:cubicBezTo>
                    <a:cubicBezTo>
                      <a:pt x="1181856" y="371215"/>
                      <a:pt x="1180921" y="368530"/>
                      <a:pt x="1180921" y="366298"/>
                    </a:cubicBezTo>
                    <a:cubicBezTo>
                      <a:pt x="1180921" y="364066"/>
                      <a:pt x="1181856" y="362196"/>
                      <a:pt x="1183726" y="360688"/>
                    </a:cubicBezTo>
                    <a:cubicBezTo>
                      <a:pt x="1185596" y="359180"/>
                      <a:pt x="1187346" y="356978"/>
                      <a:pt x="1188974" y="354083"/>
                    </a:cubicBezTo>
                    <a:cubicBezTo>
                      <a:pt x="1190603" y="351187"/>
                      <a:pt x="1192141" y="341837"/>
                      <a:pt x="1193589" y="326032"/>
                    </a:cubicBezTo>
                    <a:cubicBezTo>
                      <a:pt x="1195037" y="310226"/>
                      <a:pt x="1195761" y="300635"/>
                      <a:pt x="1195761" y="297257"/>
                    </a:cubicBezTo>
                    <a:cubicBezTo>
                      <a:pt x="1185747" y="298825"/>
                      <a:pt x="1178086" y="300333"/>
                      <a:pt x="1172777" y="301781"/>
                    </a:cubicBezTo>
                    <a:cubicBezTo>
                      <a:pt x="1167468" y="303229"/>
                      <a:pt x="1163728" y="303953"/>
                      <a:pt x="1161557" y="303953"/>
                    </a:cubicBezTo>
                    <a:cubicBezTo>
                      <a:pt x="1159385" y="303953"/>
                      <a:pt x="1156731" y="302897"/>
                      <a:pt x="1153594" y="300786"/>
                    </a:cubicBezTo>
                    <a:cubicBezTo>
                      <a:pt x="1150457" y="298674"/>
                      <a:pt x="1148888" y="297166"/>
                      <a:pt x="1148888" y="296261"/>
                    </a:cubicBezTo>
                    <a:cubicBezTo>
                      <a:pt x="1148888" y="295356"/>
                      <a:pt x="1149733" y="294904"/>
                      <a:pt x="1151422" y="294904"/>
                    </a:cubicBezTo>
                    <a:lnTo>
                      <a:pt x="1155584" y="295266"/>
                    </a:lnTo>
                    <a:cubicBezTo>
                      <a:pt x="1160290" y="295266"/>
                      <a:pt x="1173742" y="293697"/>
                      <a:pt x="1195942" y="290560"/>
                    </a:cubicBezTo>
                    <a:cubicBezTo>
                      <a:pt x="1195942" y="285855"/>
                      <a:pt x="1195761" y="278556"/>
                      <a:pt x="1195399" y="268662"/>
                    </a:cubicBezTo>
                    <a:cubicBezTo>
                      <a:pt x="1195037" y="258769"/>
                      <a:pt x="1194735" y="252676"/>
                      <a:pt x="1194494" y="250384"/>
                    </a:cubicBezTo>
                    <a:cubicBezTo>
                      <a:pt x="1194253" y="248092"/>
                      <a:pt x="1193800" y="245709"/>
                      <a:pt x="1193137" y="243235"/>
                    </a:cubicBezTo>
                    <a:cubicBezTo>
                      <a:pt x="1192473" y="240762"/>
                      <a:pt x="1191719" y="238621"/>
                      <a:pt x="1190875" y="236811"/>
                    </a:cubicBezTo>
                    <a:cubicBezTo>
                      <a:pt x="1190030" y="235001"/>
                      <a:pt x="1188854" y="233342"/>
                      <a:pt x="1187346" y="231834"/>
                    </a:cubicBezTo>
                    <a:cubicBezTo>
                      <a:pt x="1185837" y="230326"/>
                      <a:pt x="1185083" y="228938"/>
                      <a:pt x="1185083" y="227672"/>
                    </a:cubicBezTo>
                    <a:cubicBezTo>
                      <a:pt x="1185083" y="226405"/>
                      <a:pt x="1186109" y="225771"/>
                      <a:pt x="1188160" y="225771"/>
                    </a:cubicBezTo>
                    <a:close/>
                    <a:moveTo>
                      <a:pt x="1024830" y="219075"/>
                    </a:moveTo>
                    <a:cubicBezTo>
                      <a:pt x="1026700" y="219075"/>
                      <a:pt x="1029294" y="219648"/>
                      <a:pt x="1032612" y="220795"/>
                    </a:cubicBezTo>
                    <a:cubicBezTo>
                      <a:pt x="1035930" y="221941"/>
                      <a:pt x="1037589" y="223781"/>
                      <a:pt x="1037589" y="226314"/>
                    </a:cubicBezTo>
                    <a:cubicBezTo>
                      <a:pt x="1037589" y="226918"/>
                      <a:pt x="1037227" y="228727"/>
                      <a:pt x="1036503" y="231744"/>
                    </a:cubicBezTo>
                    <a:lnTo>
                      <a:pt x="1031255" y="254184"/>
                    </a:lnTo>
                    <a:cubicBezTo>
                      <a:pt x="1036201" y="252616"/>
                      <a:pt x="1040062" y="251832"/>
                      <a:pt x="1042837" y="251832"/>
                    </a:cubicBezTo>
                    <a:cubicBezTo>
                      <a:pt x="1045612" y="251832"/>
                      <a:pt x="1046999" y="252857"/>
                      <a:pt x="1046999" y="254908"/>
                    </a:cubicBezTo>
                    <a:cubicBezTo>
                      <a:pt x="1046999" y="256356"/>
                      <a:pt x="1046245" y="257502"/>
                      <a:pt x="1044737" y="258347"/>
                    </a:cubicBezTo>
                    <a:cubicBezTo>
                      <a:pt x="1043229" y="259191"/>
                      <a:pt x="1038192" y="260760"/>
                      <a:pt x="1029626" y="263052"/>
                    </a:cubicBezTo>
                    <a:lnTo>
                      <a:pt x="1026549" y="280788"/>
                    </a:lnTo>
                    <a:cubicBezTo>
                      <a:pt x="1032582" y="279581"/>
                      <a:pt x="1036865" y="278978"/>
                      <a:pt x="1039398" y="278978"/>
                    </a:cubicBezTo>
                    <a:cubicBezTo>
                      <a:pt x="1041932" y="278978"/>
                      <a:pt x="1043832" y="279370"/>
                      <a:pt x="1045099" y="280154"/>
                    </a:cubicBezTo>
                    <a:cubicBezTo>
                      <a:pt x="1046366" y="280939"/>
                      <a:pt x="1046999" y="281753"/>
                      <a:pt x="1046999" y="282598"/>
                    </a:cubicBezTo>
                    <a:cubicBezTo>
                      <a:pt x="1046999" y="284166"/>
                      <a:pt x="1045160" y="284950"/>
                      <a:pt x="1041480" y="284950"/>
                    </a:cubicBezTo>
                    <a:cubicBezTo>
                      <a:pt x="1037800" y="284950"/>
                      <a:pt x="1027665" y="286790"/>
                      <a:pt x="1011076" y="290470"/>
                    </a:cubicBezTo>
                    <a:cubicBezTo>
                      <a:pt x="994487" y="294150"/>
                      <a:pt x="981486" y="297437"/>
                      <a:pt x="972076" y="300333"/>
                    </a:cubicBezTo>
                    <a:cubicBezTo>
                      <a:pt x="968215" y="301419"/>
                      <a:pt x="965380" y="301962"/>
                      <a:pt x="963570" y="301962"/>
                    </a:cubicBezTo>
                    <a:cubicBezTo>
                      <a:pt x="961760" y="301962"/>
                      <a:pt x="959739" y="301087"/>
                      <a:pt x="957507" y="299338"/>
                    </a:cubicBezTo>
                    <a:cubicBezTo>
                      <a:pt x="955275" y="297588"/>
                      <a:pt x="954159" y="296231"/>
                      <a:pt x="954159" y="295266"/>
                    </a:cubicBezTo>
                    <a:cubicBezTo>
                      <a:pt x="954159" y="294301"/>
                      <a:pt x="954581" y="293637"/>
                      <a:pt x="955426" y="293275"/>
                    </a:cubicBezTo>
                    <a:cubicBezTo>
                      <a:pt x="956271" y="292913"/>
                      <a:pt x="957296" y="292732"/>
                      <a:pt x="958503" y="292732"/>
                    </a:cubicBezTo>
                    <a:lnTo>
                      <a:pt x="961941" y="292732"/>
                    </a:lnTo>
                    <a:cubicBezTo>
                      <a:pt x="968577" y="292732"/>
                      <a:pt x="981124" y="290802"/>
                      <a:pt x="999584" y="286941"/>
                    </a:cubicBezTo>
                    <a:lnTo>
                      <a:pt x="1000127" y="268843"/>
                    </a:lnTo>
                    <a:cubicBezTo>
                      <a:pt x="995301" y="269688"/>
                      <a:pt x="991953" y="270110"/>
                      <a:pt x="990083" y="270110"/>
                    </a:cubicBezTo>
                    <a:cubicBezTo>
                      <a:pt x="988213" y="270110"/>
                      <a:pt x="986162" y="269748"/>
                      <a:pt x="983930" y="269024"/>
                    </a:cubicBezTo>
                    <a:cubicBezTo>
                      <a:pt x="981698" y="268301"/>
                      <a:pt x="980582" y="267546"/>
                      <a:pt x="980582" y="266762"/>
                    </a:cubicBezTo>
                    <a:cubicBezTo>
                      <a:pt x="980582" y="265978"/>
                      <a:pt x="981999" y="265405"/>
                      <a:pt x="984835" y="265043"/>
                    </a:cubicBezTo>
                    <a:cubicBezTo>
                      <a:pt x="987670" y="264681"/>
                      <a:pt x="992767" y="263716"/>
                      <a:pt x="1000127" y="262147"/>
                    </a:cubicBezTo>
                    <a:cubicBezTo>
                      <a:pt x="1000006" y="252254"/>
                      <a:pt x="998076" y="244653"/>
                      <a:pt x="994336" y="239345"/>
                    </a:cubicBezTo>
                    <a:cubicBezTo>
                      <a:pt x="993491" y="237897"/>
                      <a:pt x="993069" y="236660"/>
                      <a:pt x="993069" y="235635"/>
                    </a:cubicBezTo>
                    <a:cubicBezTo>
                      <a:pt x="993069" y="234609"/>
                      <a:pt x="993853" y="234096"/>
                      <a:pt x="995422" y="234096"/>
                    </a:cubicBezTo>
                    <a:cubicBezTo>
                      <a:pt x="996990" y="234096"/>
                      <a:pt x="999524" y="234971"/>
                      <a:pt x="1003022" y="236720"/>
                    </a:cubicBezTo>
                    <a:cubicBezTo>
                      <a:pt x="1006521" y="238470"/>
                      <a:pt x="1008271" y="240672"/>
                      <a:pt x="1008271" y="243326"/>
                    </a:cubicBezTo>
                    <a:cubicBezTo>
                      <a:pt x="1008271" y="244291"/>
                      <a:pt x="1008029" y="245679"/>
                      <a:pt x="1007547" y="247488"/>
                    </a:cubicBezTo>
                    <a:cubicBezTo>
                      <a:pt x="1007064" y="249298"/>
                      <a:pt x="1006763" y="253702"/>
                      <a:pt x="1006642" y="260700"/>
                    </a:cubicBezTo>
                    <a:cubicBezTo>
                      <a:pt x="1011709" y="259855"/>
                      <a:pt x="1017199" y="258649"/>
                      <a:pt x="1023111" y="257080"/>
                    </a:cubicBezTo>
                    <a:cubicBezTo>
                      <a:pt x="1024197" y="247790"/>
                      <a:pt x="1024739" y="240400"/>
                      <a:pt x="1024739" y="234911"/>
                    </a:cubicBezTo>
                    <a:cubicBezTo>
                      <a:pt x="1024739" y="229421"/>
                      <a:pt x="1024287" y="225983"/>
                      <a:pt x="1023382" y="224595"/>
                    </a:cubicBezTo>
                    <a:cubicBezTo>
                      <a:pt x="1022477" y="223208"/>
                      <a:pt x="1022025" y="222092"/>
                      <a:pt x="1022025" y="221247"/>
                    </a:cubicBezTo>
                    <a:cubicBezTo>
                      <a:pt x="1022025" y="219799"/>
                      <a:pt x="1022960" y="219075"/>
                      <a:pt x="1024830" y="219075"/>
                    </a:cubicBezTo>
                    <a:close/>
                    <a:moveTo>
                      <a:pt x="268807" y="120349"/>
                    </a:moveTo>
                    <a:cubicBezTo>
                      <a:pt x="271582" y="120349"/>
                      <a:pt x="273995" y="121374"/>
                      <a:pt x="276046" y="123425"/>
                    </a:cubicBezTo>
                    <a:cubicBezTo>
                      <a:pt x="278097" y="125476"/>
                      <a:pt x="279123" y="127889"/>
                      <a:pt x="279123" y="130664"/>
                    </a:cubicBezTo>
                    <a:cubicBezTo>
                      <a:pt x="279123" y="133439"/>
                      <a:pt x="278097" y="135822"/>
                      <a:pt x="276046" y="137813"/>
                    </a:cubicBezTo>
                    <a:cubicBezTo>
                      <a:pt x="273995" y="139803"/>
                      <a:pt x="271582" y="140799"/>
                      <a:pt x="268807" y="140799"/>
                    </a:cubicBezTo>
                    <a:cubicBezTo>
                      <a:pt x="266032" y="140799"/>
                      <a:pt x="263619" y="139803"/>
                      <a:pt x="261568" y="137813"/>
                    </a:cubicBezTo>
                    <a:cubicBezTo>
                      <a:pt x="259517" y="135822"/>
                      <a:pt x="258491" y="133439"/>
                      <a:pt x="258491" y="130664"/>
                    </a:cubicBezTo>
                    <a:cubicBezTo>
                      <a:pt x="258491" y="127889"/>
                      <a:pt x="259517" y="125476"/>
                      <a:pt x="261568" y="123425"/>
                    </a:cubicBezTo>
                    <a:cubicBezTo>
                      <a:pt x="263619" y="121374"/>
                      <a:pt x="266032" y="120349"/>
                      <a:pt x="268807" y="120349"/>
                    </a:cubicBezTo>
                    <a:close/>
                    <a:moveTo>
                      <a:pt x="123439" y="109704"/>
                    </a:moveTo>
                    <a:cubicBezTo>
                      <a:pt x="126651" y="109704"/>
                      <a:pt x="129136" y="110757"/>
                      <a:pt x="130894" y="112862"/>
                    </a:cubicBezTo>
                    <a:cubicBezTo>
                      <a:pt x="132653" y="114968"/>
                      <a:pt x="133532" y="117735"/>
                      <a:pt x="133532" y="121164"/>
                    </a:cubicBezTo>
                    <a:cubicBezTo>
                      <a:pt x="133532" y="122033"/>
                      <a:pt x="133456" y="122944"/>
                      <a:pt x="133304" y="123899"/>
                    </a:cubicBezTo>
                    <a:cubicBezTo>
                      <a:pt x="133152" y="124854"/>
                      <a:pt x="132880" y="125766"/>
                      <a:pt x="132490" y="126634"/>
                    </a:cubicBezTo>
                    <a:lnTo>
                      <a:pt x="133401" y="126959"/>
                    </a:lnTo>
                    <a:cubicBezTo>
                      <a:pt x="137612" y="121186"/>
                      <a:pt x="141768" y="116867"/>
                      <a:pt x="145870" y="114002"/>
                    </a:cubicBezTo>
                    <a:cubicBezTo>
                      <a:pt x="149972" y="111137"/>
                      <a:pt x="154216" y="109704"/>
                      <a:pt x="158600" y="109704"/>
                    </a:cubicBezTo>
                    <a:cubicBezTo>
                      <a:pt x="163201" y="109704"/>
                      <a:pt x="166641" y="110942"/>
                      <a:pt x="168920" y="113416"/>
                    </a:cubicBezTo>
                    <a:cubicBezTo>
                      <a:pt x="171199" y="115890"/>
                      <a:pt x="172338" y="119363"/>
                      <a:pt x="172338" y="123834"/>
                    </a:cubicBezTo>
                    <a:cubicBezTo>
                      <a:pt x="172338" y="125180"/>
                      <a:pt x="172143" y="127046"/>
                      <a:pt x="171752" y="129434"/>
                    </a:cubicBezTo>
                    <a:cubicBezTo>
                      <a:pt x="171362" y="131821"/>
                      <a:pt x="170863" y="134426"/>
                      <a:pt x="170255" y="137247"/>
                    </a:cubicBezTo>
                    <a:cubicBezTo>
                      <a:pt x="169647" y="140069"/>
                      <a:pt x="168996" y="142966"/>
                      <a:pt x="168301" y="145940"/>
                    </a:cubicBezTo>
                    <a:cubicBezTo>
                      <a:pt x="167607" y="148913"/>
                      <a:pt x="166956" y="151659"/>
                      <a:pt x="166348" y="154176"/>
                    </a:cubicBezTo>
                    <a:cubicBezTo>
                      <a:pt x="165740" y="156694"/>
                      <a:pt x="165241" y="158843"/>
                      <a:pt x="164851" y="160622"/>
                    </a:cubicBezTo>
                    <a:cubicBezTo>
                      <a:pt x="164460" y="162402"/>
                      <a:pt x="164265" y="163509"/>
                      <a:pt x="164265" y="163943"/>
                    </a:cubicBezTo>
                    <a:cubicBezTo>
                      <a:pt x="164265" y="165593"/>
                      <a:pt x="164568" y="166786"/>
                      <a:pt x="165176" y="167524"/>
                    </a:cubicBezTo>
                    <a:cubicBezTo>
                      <a:pt x="165784" y="168262"/>
                      <a:pt x="166761" y="168631"/>
                      <a:pt x="168106" y="168631"/>
                    </a:cubicBezTo>
                    <a:cubicBezTo>
                      <a:pt x="168931" y="168631"/>
                      <a:pt x="169745" y="168479"/>
                      <a:pt x="170548" y="168175"/>
                    </a:cubicBezTo>
                    <a:cubicBezTo>
                      <a:pt x="171351" y="167872"/>
                      <a:pt x="172187" y="167394"/>
                      <a:pt x="173055" y="166743"/>
                    </a:cubicBezTo>
                    <a:cubicBezTo>
                      <a:pt x="173923" y="166092"/>
                      <a:pt x="174878" y="165256"/>
                      <a:pt x="175920" y="164236"/>
                    </a:cubicBezTo>
                    <a:cubicBezTo>
                      <a:pt x="176961" y="163216"/>
                      <a:pt x="178133" y="161990"/>
                      <a:pt x="179436" y="160557"/>
                    </a:cubicBezTo>
                    <a:lnTo>
                      <a:pt x="183928" y="164855"/>
                    </a:lnTo>
                    <a:cubicBezTo>
                      <a:pt x="181801" y="167025"/>
                      <a:pt x="179848" y="168892"/>
                      <a:pt x="178068" y="170454"/>
                    </a:cubicBezTo>
                    <a:cubicBezTo>
                      <a:pt x="176289" y="172017"/>
                      <a:pt x="174563" y="173308"/>
                      <a:pt x="172892" y="174329"/>
                    </a:cubicBezTo>
                    <a:cubicBezTo>
                      <a:pt x="171221" y="175349"/>
                      <a:pt x="169560" y="176108"/>
                      <a:pt x="167911" y="176607"/>
                    </a:cubicBezTo>
                    <a:cubicBezTo>
                      <a:pt x="166261" y="177107"/>
                      <a:pt x="164503" y="177356"/>
                      <a:pt x="162637" y="177356"/>
                    </a:cubicBezTo>
                    <a:cubicBezTo>
                      <a:pt x="161074" y="177356"/>
                      <a:pt x="159631" y="177052"/>
                      <a:pt x="158307" y="176445"/>
                    </a:cubicBezTo>
                    <a:cubicBezTo>
                      <a:pt x="156983" y="175837"/>
                      <a:pt x="155843" y="175001"/>
                      <a:pt x="154888" y="173938"/>
                    </a:cubicBezTo>
                    <a:cubicBezTo>
                      <a:pt x="153933" y="172874"/>
                      <a:pt x="153195" y="171616"/>
                      <a:pt x="152675" y="170161"/>
                    </a:cubicBezTo>
                    <a:cubicBezTo>
                      <a:pt x="152154" y="168707"/>
                      <a:pt x="151893" y="167112"/>
                      <a:pt x="151893" y="165376"/>
                    </a:cubicBezTo>
                    <a:cubicBezTo>
                      <a:pt x="151893" y="163639"/>
                      <a:pt x="152078" y="161610"/>
                      <a:pt x="152447" y="159288"/>
                    </a:cubicBezTo>
                    <a:cubicBezTo>
                      <a:pt x="152816" y="156965"/>
                      <a:pt x="153369" y="154415"/>
                      <a:pt x="154107" y="151637"/>
                    </a:cubicBezTo>
                    <a:cubicBezTo>
                      <a:pt x="154888" y="148815"/>
                      <a:pt x="155615" y="146113"/>
                      <a:pt x="156288" y="143530"/>
                    </a:cubicBezTo>
                    <a:cubicBezTo>
                      <a:pt x="156961" y="140948"/>
                      <a:pt x="157547" y="138560"/>
                      <a:pt x="158046" y="136368"/>
                    </a:cubicBezTo>
                    <a:cubicBezTo>
                      <a:pt x="158546" y="134176"/>
                      <a:pt x="158936" y="132223"/>
                      <a:pt x="159218" y="130508"/>
                    </a:cubicBezTo>
                    <a:cubicBezTo>
                      <a:pt x="159500" y="128793"/>
                      <a:pt x="159642" y="127372"/>
                      <a:pt x="159642" y="126243"/>
                    </a:cubicBezTo>
                    <a:cubicBezTo>
                      <a:pt x="159642" y="123552"/>
                      <a:pt x="159132" y="121577"/>
                      <a:pt x="158111" y="120318"/>
                    </a:cubicBezTo>
                    <a:cubicBezTo>
                      <a:pt x="157091" y="119059"/>
                      <a:pt x="155453" y="118430"/>
                      <a:pt x="153195" y="118430"/>
                    </a:cubicBezTo>
                    <a:cubicBezTo>
                      <a:pt x="151893" y="118430"/>
                      <a:pt x="150493" y="118766"/>
                      <a:pt x="148996" y="119439"/>
                    </a:cubicBezTo>
                    <a:cubicBezTo>
                      <a:pt x="147498" y="120112"/>
                      <a:pt x="145990" y="121045"/>
                      <a:pt x="144470" y="122239"/>
                    </a:cubicBezTo>
                    <a:cubicBezTo>
                      <a:pt x="142951" y="123432"/>
                      <a:pt x="141464" y="124843"/>
                      <a:pt x="140010" y="126471"/>
                    </a:cubicBezTo>
                    <a:cubicBezTo>
                      <a:pt x="138556" y="128099"/>
                      <a:pt x="137221" y="129835"/>
                      <a:pt x="136006" y="131680"/>
                    </a:cubicBezTo>
                    <a:cubicBezTo>
                      <a:pt x="134790" y="133525"/>
                      <a:pt x="133716" y="135456"/>
                      <a:pt x="132783" y="137475"/>
                    </a:cubicBezTo>
                    <a:cubicBezTo>
                      <a:pt x="131849" y="139493"/>
                      <a:pt x="131166" y="141501"/>
                      <a:pt x="130732" y="143498"/>
                    </a:cubicBezTo>
                    <a:lnTo>
                      <a:pt x="123439" y="176184"/>
                    </a:lnTo>
                    <a:lnTo>
                      <a:pt x="110677" y="176184"/>
                    </a:lnTo>
                    <a:lnTo>
                      <a:pt x="120444" y="133731"/>
                    </a:lnTo>
                    <a:cubicBezTo>
                      <a:pt x="121008" y="131474"/>
                      <a:pt x="121421" y="129455"/>
                      <a:pt x="121681" y="127676"/>
                    </a:cubicBezTo>
                    <a:cubicBezTo>
                      <a:pt x="121942" y="125896"/>
                      <a:pt x="122072" y="124442"/>
                      <a:pt x="122072" y="123313"/>
                    </a:cubicBezTo>
                    <a:cubicBezTo>
                      <a:pt x="122072" y="120144"/>
                      <a:pt x="120791" y="118560"/>
                      <a:pt x="118230" y="118560"/>
                    </a:cubicBezTo>
                    <a:cubicBezTo>
                      <a:pt x="117449" y="118560"/>
                      <a:pt x="116657" y="118723"/>
                      <a:pt x="115854" y="119048"/>
                    </a:cubicBezTo>
                    <a:cubicBezTo>
                      <a:pt x="115050" y="119374"/>
                      <a:pt x="114204" y="119862"/>
                      <a:pt x="113314" y="120513"/>
                    </a:cubicBezTo>
                    <a:cubicBezTo>
                      <a:pt x="112424" y="121164"/>
                      <a:pt x="111458" y="121989"/>
                      <a:pt x="110417" y="122987"/>
                    </a:cubicBezTo>
                    <a:cubicBezTo>
                      <a:pt x="109375" y="123986"/>
                      <a:pt x="108203" y="125158"/>
                      <a:pt x="106901" y="126504"/>
                    </a:cubicBezTo>
                    <a:lnTo>
                      <a:pt x="102408" y="122271"/>
                    </a:lnTo>
                    <a:cubicBezTo>
                      <a:pt x="104578" y="120057"/>
                      <a:pt x="106564" y="118158"/>
                      <a:pt x="108366" y="116574"/>
                    </a:cubicBezTo>
                    <a:cubicBezTo>
                      <a:pt x="110167" y="114990"/>
                      <a:pt x="111882" y="113687"/>
                      <a:pt x="113509" y="112667"/>
                    </a:cubicBezTo>
                    <a:cubicBezTo>
                      <a:pt x="115137" y="111647"/>
                      <a:pt x="116754" y="110898"/>
                      <a:pt x="118360" y="110421"/>
                    </a:cubicBezTo>
                    <a:cubicBezTo>
                      <a:pt x="119966" y="109943"/>
                      <a:pt x="121659" y="109704"/>
                      <a:pt x="123439" y="109704"/>
                    </a:cubicBezTo>
                    <a:close/>
                    <a:moveTo>
                      <a:pt x="1429762" y="92297"/>
                    </a:moveTo>
                    <a:cubicBezTo>
                      <a:pt x="1430968" y="92297"/>
                      <a:pt x="1433441" y="93413"/>
                      <a:pt x="1437182" y="95645"/>
                    </a:cubicBezTo>
                    <a:cubicBezTo>
                      <a:pt x="1440922" y="97878"/>
                      <a:pt x="1442792" y="99536"/>
                      <a:pt x="1442792" y="100622"/>
                    </a:cubicBezTo>
                    <a:cubicBezTo>
                      <a:pt x="1442792" y="101708"/>
                      <a:pt x="1441857" y="102794"/>
                      <a:pt x="1439987" y="103880"/>
                    </a:cubicBezTo>
                    <a:cubicBezTo>
                      <a:pt x="1438117" y="104966"/>
                      <a:pt x="1436759" y="106021"/>
                      <a:pt x="1435915" y="107047"/>
                    </a:cubicBezTo>
                    <a:cubicBezTo>
                      <a:pt x="1435070" y="108072"/>
                      <a:pt x="1433260" y="110576"/>
                      <a:pt x="1430486" y="114557"/>
                    </a:cubicBezTo>
                    <a:cubicBezTo>
                      <a:pt x="1427711" y="118539"/>
                      <a:pt x="1424091" y="122882"/>
                      <a:pt x="1419627" y="127588"/>
                    </a:cubicBezTo>
                    <a:cubicBezTo>
                      <a:pt x="1428555" y="133861"/>
                      <a:pt x="1437363" y="138657"/>
                      <a:pt x="1446049" y="141975"/>
                    </a:cubicBezTo>
                    <a:cubicBezTo>
                      <a:pt x="1454736" y="145293"/>
                      <a:pt x="1467947" y="148098"/>
                      <a:pt x="1485683" y="150391"/>
                    </a:cubicBezTo>
                    <a:cubicBezTo>
                      <a:pt x="1489544" y="150873"/>
                      <a:pt x="1491474" y="151778"/>
                      <a:pt x="1491474" y="153105"/>
                    </a:cubicBezTo>
                    <a:cubicBezTo>
                      <a:pt x="1491474" y="153829"/>
                      <a:pt x="1490780" y="154523"/>
                      <a:pt x="1489393" y="155186"/>
                    </a:cubicBezTo>
                    <a:cubicBezTo>
                      <a:pt x="1488005" y="155850"/>
                      <a:pt x="1483632" y="156845"/>
                      <a:pt x="1476272" y="158172"/>
                    </a:cubicBezTo>
                    <a:cubicBezTo>
                      <a:pt x="1468913" y="159500"/>
                      <a:pt x="1462367" y="160163"/>
                      <a:pt x="1456636" y="160163"/>
                    </a:cubicBezTo>
                    <a:cubicBezTo>
                      <a:pt x="1450906" y="160163"/>
                      <a:pt x="1446049" y="158474"/>
                      <a:pt x="1442068" y="155096"/>
                    </a:cubicBezTo>
                    <a:lnTo>
                      <a:pt x="1415103" y="133198"/>
                    </a:lnTo>
                    <a:cubicBezTo>
                      <a:pt x="1408949" y="138868"/>
                      <a:pt x="1401017" y="143604"/>
                      <a:pt x="1391304" y="147404"/>
                    </a:cubicBezTo>
                    <a:cubicBezTo>
                      <a:pt x="1381592" y="151205"/>
                      <a:pt x="1373237" y="153105"/>
                      <a:pt x="1366239" y="153105"/>
                    </a:cubicBezTo>
                    <a:cubicBezTo>
                      <a:pt x="1364309" y="153105"/>
                      <a:pt x="1362590" y="152954"/>
                      <a:pt x="1361082" y="152653"/>
                    </a:cubicBezTo>
                    <a:cubicBezTo>
                      <a:pt x="1359573" y="152351"/>
                      <a:pt x="1358819" y="151929"/>
                      <a:pt x="1358819" y="151386"/>
                    </a:cubicBezTo>
                    <a:cubicBezTo>
                      <a:pt x="1358819" y="150843"/>
                      <a:pt x="1360207" y="150270"/>
                      <a:pt x="1362982" y="149667"/>
                    </a:cubicBezTo>
                    <a:cubicBezTo>
                      <a:pt x="1383372" y="144599"/>
                      <a:pt x="1398453" y="137360"/>
                      <a:pt x="1408226" y="127950"/>
                    </a:cubicBezTo>
                    <a:cubicBezTo>
                      <a:pt x="1398815" y="121073"/>
                      <a:pt x="1391696" y="116729"/>
                      <a:pt x="1386871" y="114919"/>
                    </a:cubicBezTo>
                    <a:cubicBezTo>
                      <a:pt x="1384458" y="113954"/>
                      <a:pt x="1383251" y="113049"/>
                      <a:pt x="1383251" y="112205"/>
                    </a:cubicBezTo>
                    <a:cubicBezTo>
                      <a:pt x="1383251" y="111360"/>
                      <a:pt x="1383794" y="110938"/>
                      <a:pt x="1384880" y="110938"/>
                    </a:cubicBezTo>
                    <a:cubicBezTo>
                      <a:pt x="1385966" y="110938"/>
                      <a:pt x="1388047" y="111149"/>
                      <a:pt x="1391123" y="111571"/>
                    </a:cubicBezTo>
                    <a:cubicBezTo>
                      <a:pt x="1394200" y="111994"/>
                      <a:pt x="1397156" y="112929"/>
                      <a:pt x="1399991" y="114377"/>
                    </a:cubicBezTo>
                    <a:cubicBezTo>
                      <a:pt x="1402826" y="115824"/>
                      <a:pt x="1407140" y="118660"/>
                      <a:pt x="1412931" y="122882"/>
                    </a:cubicBezTo>
                    <a:cubicBezTo>
                      <a:pt x="1415103" y="121073"/>
                      <a:pt x="1417485" y="117483"/>
                      <a:pt x="1420079" y="112114"/>
                    </a:cubicBezTo>
                    <a:cubicBezTo>
                      <a:pt x="1422673" y="106745"/>
                      <a:pt x="1423970" y="103669"/>
                      <a:pt x="1423970" y="102884"/>
                    </a:cubicBezTo>
                    <a:cubicBezTo>
                      <a:pt x="1423970" y="102100"/>
                      <a:pt x="1423458" y="101708"/>
                      <a:pt x="1422432" y="101708"/>
                    </a:cubicBezTo>
                    <a:cubicBezTo>
                      <a:pt x="1421407" y="101708"/>
                      <a:pt x="1417847" y="102462"/>
                      <a:pt x="1411755" y="103970"/>
                    </a:cubicBezTo>
                    <a:cubicBezTo>
                      <a:pt x="1405662" y="105478"/>
                      <a:pt x="1400956" y="106233"/>
                      <a:pt x="1397639" y="106233"/>
                    </a:cubicBezTo>
                    <a:cubicBezTo>
                      <a:pt x="1394321" y="106233"/>
                      <a:pt x="1391757" y="105810"/>
                      <a:pt x="1389947" y="104966"/>
                    </a:cubicBezTo>
                    <a:cubicBezTo>
                      <a:pt x="1388137" y="104121"/>
                      <a:pt x="1387232" y="103397"/>
                      <a:pt x="1387232" y="102794"/>
                    </a:cubicBezTo>
                    <a:cubicBezTo>
                      <a:pt x="1387232" y="102191"/>
                      <a:pt x="1388620" y="101768"/>
                      <a:pt x="1391395" y="101527"/>
                    </a:cubicBezTo>
                    <a:cubicBezTo>
                      <a:pt x="1398272" y="101045"/>
                      <a:pt x="1405089" y="99929"/>
                      <a:pt x="1411845" y="98179"/>
                    </a:cubicBezTo>
                    <a:cubicBezTo>
                      <a:pt x="1418601" y="96430"/>
                      <a:pt x="1422975" y="95012"/>
                      <a:pt x="1424966" y="93926"/>
                    </a:cubicBezTo>
                    <a:cubicBezTo>
                      <a:pt x="1426957" y="92840"/>
                      <a:pt x="1428555" y="92297"/>
                      <a:pt x="1429762" y="92297"/>
                    </a:cubicBezTo>
                    <a:close/>
                    <a:moveTo>
                      <a:pt x="1021844" y="77819"/>
                    </a:moveTo>
                    <a:cubicBezTo>
                      <a:pt x="1023050" y="77819"/>
                      <a:pt x="1025282" y="78604"/>
                      <a:pt x="1028540" y="80172"/>
                    </a:cubicBezTo>
                    <a:cubicBezTo>
                      <a:pt x="1031797" y="81741"/>
                      <a:pt x="1033426" y="82977"/>
                      <a:pt x="1033426" y="83882"/>
                    </a:cubicBezTo>
                    <a:cubicBezTo>
                      <a:pt x="1033426" y="84787"/>
                      <a:pt x="1032763" y="86355"/>
                      <a:pt x="1031436" y="88587"/>
                    </a:cubicBezTo>
                    <a:cubicBezTo>
                      <a:pt x="1030108" y="90819"/>
                      <a:pt x="1029445" y="94952"/>
                      <a:pt x="1029445" y="100984"/>
                    </a:cubicBezTo>
                    <a:cubicBezTo>
                      <a:pt x="1029445" y="107017"/>
                      <a:pt x="1029626" y="113954"/>
                      <a:pt x="1029988" y="121796"/>
                    </a:cubicBezTo>
                    <a:lnTo>
                      <a:pt x="1030531" y="139351"/>
                    </a:lnTo>
                    <a:cubicBezTo>
                      <a:pt x="1030531" y="145022"/>
                      <a:pt x="1029626" y="150119"/>
                      <a:pt x="1027816" y="154643"/>
                    </a:cubicBezTo>
                    <a:cubicBezTo>
                      <a:pt x="1026006" y="159168"/>
                      <a:pt x="1024317" y="161430"/>
                      <a:pt x="1022749" y="161430"/>
                    </a:cubicBezTo>
                    <a:cubicBezTo>
                      <a:pt x="1021784" y="161430"/>
                      <a:pt x="1020637" y="160525"/>
                      <a:pt x="1019310" y="158715"/>
                    </a:cubicBezTo>
                    <a:cubicBezTo>
                      <a:pt x="1015570" y="153769"/>
                      <a:pt x="1012554" y="150270"/>
                      <a:pt x="1010262" y="148219"/>
                    </a:cubicBezTo>
                    <a:cubicBezTo>
                      <a:pt x="1008934" y="146892"/>
                      <a:pt x="1008271" y="145957"/>
                      <a:pt x="1008271" y="145414"/>
                    </a:cubicBezTo>
                    <a:cubicBezTo>
                      <a:pt x="1008271" y="144871"/>
                      <a:pt x="1009809" y="144599"/>
                      <a:pt x="1012886" y="144599"/>
                    </a:cubicBezTo>
                    <a:cubicBezTo>
                      <a:pt x="1015962" y="144599"/>
                      <a:pt x="1017983" y="144298"/>
                      <a:pt x="1018948" y="143694"/>
                    </a:cubicBezTo>
                    <a:cubicBezTo>
                      <a:pt x="1019914" y="143091"/>
                      <a:pt x="1020577" y="141040"/>
                      <a:pt x="1020939" y="137541"/>
                    </a:cubicBezTo>
                    <a:cubicBezTo>
                      <a:pt x="1021301" y="134042"/>
                      <a:pt x="1021482" y="127889"/>
                      <a:pt x="1021482" y="119082"/>
                    </a:cubicBezTo>
                    <a:cubicBezTo>
                      <a:pt x="1021482" y="110274"/>
                      <a:pt x="1021210" y="103035"/>
                      <a:pt x="1020668" y="97365"/>
                    </a:cubicBezTo>
                    <a:cubicBezTo>
                      <a:pt x="1020125" y="91694"/>
                      <a:pt x="1019582" y="88376"/>
                      <a:pt x="1019039" y="87411"/>
                    </a:cubicBezTo>
                    <a:cubicBezTo>
                      <a:pt x="1018496" y="86446"/>
                      <a:pt x="1017018" y="85963"/>
                      <a:pt x="1014605" y="85963"/>
                    </a:cubicBezTo>
                    <a:cubicBezTo>
                      <a:pt x="1011951" y="85963"/>
                      <a:pt x="1009658" y="86325"/>
                      <a:pt x="1007728" y="87049"/>
                    </a:cubicBezTo>
                    <a:cubicBezTo>
                      <a:pt x="1005797" y="87773"/>
                      <a:pt x="1003264" y="88256"/>
                      <a:pt x="1000127" y="88497"/>
                    </a:cubicBezTo>
                    <a:cubicBezTo>
                      <a:pt x="1000609" y="90789"/>
                      <a:pt x="1000851" y="93112"/>
                      <a:pt x="1000851" y="95465"/>
                    </a:cubicBezTo>
                    <a:cubicBezTo>
                      <a:pt x="1000851" y="97817"/>
                      <a:pt x="1000790" y="100140"/>
                      <a:pt x="1000670" y="102432"/>
                    </a:cubicBezTo>
                    <a:cubicBezTo>
                      <a:pt x="1005858" y="100864"/>
                      <a:pt x="1009326" y="100079"/>
                      <a:pt x="1011076" y="100079"/>
                    </a:cubicBezTo>
                    <a:cubicBezTo>
                      <a:pt x="1012825" y="100079"/>
                      <a:pt x="1014424" y="100381"/>
                      <a:pt x="1015872" y="100984"/>
                    </a:cubicBezTo>
                    <a:cubicBezTo>
                      <a:pt x="1017320" y="101588"/>
                      <a:pt x="1018043" y="102432"/>
                      <a:pt x="1018043" y="103518"/>
                    </a:cubicBezTo>
                    <a:cubicBezTo>
                      <a:pt x="1018043" y="104604"/>
                      <a:pt x="1016023" y="105509"/>
                      <a:pt x="1011981" y="106233"/>
                    </a:cubicBezTo>
                    <a:cubicBezTo>
                      <a:pt x="1007939" y="106956"/>
                      <a:pt x="1003988" y="107198"/>
                      <a:pt x="1000127" y="106956"/>
                    </a:cubicBezTo>
                    <a:cubicBezTo>
                      <a:pt x="999644" y="111300"/>
                      <a:pt x="999041" y="115583"/>
                      <a:pt x="998317" y="119806"/>
                    </a:cubicBezTo>
                    <a:cubicBezTo>
                      <a:pt x="1003384" y="118479"/>
                      <a:pt x="1007094" y="117815"/>
                      <a:pt x="1009447" y="117815"/>
                    </a:cubicBezTo>
                    <a:cubicBezTo>
                      <a:pt x="1011800" y="117815"/>
                      <a:pt x="1013640" y="118117"/>
                      <a:pt x="1014967" y="118720"/>
                    </a:cubicBezTo>
                    <a:cubicBezTo>
                      <a:pt x="1016294" y="119323"/>
                      <a:pt x="1016958" y="120138"/>
                      <a:pt x="1016958" y="121163"/>
                    </a:cubicBezTo>
                    <a:cubicBezTo>
                      <a:pt x="1016958" y="122189"/>
                      <a:pt x="1015329" y="123033"/>
                      <a:pt x="1012071" y="123697"/>
                    </a:cubicBezTo>
                    <a:cubicBezTo>
                      <a:pt x="1008814" y="124360"/>
                      <a:pt x="1006190" y="124692"/>
                      <a:pt x="1004199" y="124692"/>
                    </a:cubicBezTo>
                    <a:cubicBezTo>
                      <a:pt x="1002208" y="124692"/>
                      <a:pt x="1000006" y="124571"/>
                      <a:pt x="997593" y="124330"/>
                    </a:cubicBezTo>
                    <a:cubicBezTo>
                      <a:pt x="995301" y="136878"/>
                      <a:pt x="993461" y="144841"/>
                      <a:pt x="992074" y="148219"/>
                    </a:cubicBezTo>
                    <a:cubicBezTo>
                      <a:pt x="990686" y="151597"/>
                      <a:pt x="989359" y="153286"/>
                      <a:pt x="988092" y="153286"/>
                    </a:cubicBezTo>
                    <a:cubicBezTo>
                      <a:pt x="986825" y="153286"/>
                      <a:pt x="985830" y="151808"/>
                      <a:pt x="985106" y="148852"/>
                    </a:cubicBezTo>
                    <a:cubicBezTo>
                      <a:pt x="984382" y="145896"/>
                      <a:pt x="984020" y="143574"/>
                      <a:pt x="984020" y="141885"/>
                    </a:cubicBezTo>
                    <a:cubicBezTo>
                      <a:pt x="984020" y="140196"/>
                      <a:pt x="984804" y="137813"/>
                      <a:pt x="986373" y="134736"/>
                    </a:cubicBezTo>
                    <a:cubicBezTo>
                      <a:pt x="987941" y="131660"/>
                      <a:pt x="989238" y="128493"/>
                      <a:pt x="990264" y="125235"/>
                    </a:cubicBezTo>
                    <a:cubicBezTo>
                      <a:pt x="991289" y="121977"/>
                      <a:pt x="992074" y="117423"/>
                      <a:pt x="992616" y="111571"/>
                    </a:cubicBezTo>
                    <a:cubicBezTo>
                      <a:pt x="993159" y="105720"/>
                      <a:pt x="993431" y="100924"/>
                      <a:pt x="993431" y="97184"/>
                    </a:cubicBezTo>
                    <a:cubicBezTo>
                      <a:pt x="993431" y="93444"/>
                      <a:pt x="993009" y="90669"/>
                      <a:pt x="992164" y="88859"/>
                    </a:cubicBezTo>
                    <a:cubicBezTo>
                      <a:pt x="991320" y="87049"/>
                      <a:pt x="990897" y="85692"/>
                      <a:pt x="990897" y="84787"/>
                    </a:cubicBezTo>
                    <a:cubicBezTo>
                      <a:pt x="990897" y="83882"/>
                      <a:pt x="991440" y="83430"/>
                      <a:pt x="992526" y="83430"/>
                    </a:cubicBezTo>
                    <a:cubicBezTo>
                      <a:pt x="993612" y="83430"/>
                      <a:pt x="995060" y="83731"/>
                      <a:pt x="996869" y="84335"/>
                    </a:cubicBezTo>
                    <a:cubicBezTo>
                      <a:pt x="1000730" y="84214"/>
                      <a:pt x="1004772" y="83580"/>
                      <a:pt x="1008995" y="82434"/>
                    </a:cubicBezTo>
                    <a:cubicBezTo>
                      <a:pt x="1013217" y="81288"/>
                      <a:pt x="1016113" y="80232"/>
                      <a:pt x="1017681" y="79267"/>
                    </a:cubicBezTo>
                    <a:cubicBezTo>
                      <a:pt x="1019250" y="78302"/>
                      <a:pt x="1020637" y="77819"/>
                      <a:pt x="1021844" y="77819"/>
                    </a:cubicBezTo>
                    <a:close/>
                    <a:moveTo>
                      <a:pt x="1070707" y="67504"/>
                    </a:moveTo>
                    <a:cubicBezTo>
                      <a:pt x="1066605" y="68348"/>
                      <a:pt x="1063378" y="68771"/>
                      <a:pt x="1061025" y="68771"/>
                    </a:cubicBezTo>
                    <a:cubicBezTo>
                      <a:pt x="1058672" y="68771"/>
                      <a:pt x="1056470" y="68409"/>
                      <a:pt x="1054419" y="67685"/>
                    </a:cubicBezTo>
                    <a:cubicBezTo>
                      <a:pt x="1052730" y="70219"/>
                      <a:pt x="1050438" y="73355"/>
                      <a:pt x="1047542" y="77096"/>
                    </a:cubicBezTo>
                    <a:cubicBezTo>
                      <a:pt x="1049473" y="78181"/>
                      <a:pt x="1052278" y="81741"/>
                      <a:pt x="1055958" y="87773"/>
                    </a:cubicBezTo>
                    <a:cubicBezTo>
                      <a:pt x="1059638" y="93806"/>
                      <a:pt x="1063528" y="99476"/>
                      <a:pt x="1067631" y="104785"/>
                    </a:cubicBezTo>
                    <a:cubicBezTo>
                      <a:pt x="1070406" y="96339"/>
                      <a:pt x="1071793" y="87471"/>
                      <a:pt x="1071793" y="78181"/>
                    </a:cubicBezTo>
                    <a:cubicBezTo>
                      <a:pt x="1071793" y="73838"/>
                      <a:pt x="1071431" y="70279"/>
                      <a:pt x="1070707" y="67504"/>
                    </a:cubicBezTo>
                    <a:close/>
                    <a:moveTo>
                      <a:pt x="1424875" y="66237"/>
                    </a:moveTo>
                    <a:cubicBezTo>
                      <a:pt x="1420894" y="66720"/>
                      <a:pt x="1413474" y="68047"/>
                      <a:pt x="1402615" y="70219"/>
                    </a:cubicBezTo>
                    <a:cubicBezTo>
                      <a:pt x="1402615" y="76613"/>
                      <a:pt x="1402676" y="81741"/>
                      <a:pt x="1402796" y="85601"/>
                    </a:cubicBezTo>
                    <a:cubicBezTo>
                      <a:pt x="1414861" y="83671"/>
                      <a:pt x="1421165" y="81982"/>
                      <a:pt x="1421708" y="80534"/>
                    </a:cubicBezTo>
                    <a:cubicBezTo>
                      <a:pt x="1422251" y="79086"/>
                      <a:pt x="1423307" y="74321"/>
                      <a:pt x="1424875" y="66237"/>
                    </a:cubicBezTo>
                    <a:close/>
                    <a:moveTo>
                      <a:pt x="488330" y="56102"/>
                    </a:moveTo>
                    <a:cubicBezTo>
                      <a:pt x="476506" y="58515"/>
                      <a:pt x="466733" y="59903"/>
                      <a:pt x="459012" y="60265"/>
                    </a:cubicBezTo>
                    <a:cubicBezTo>
                      <a:pt x="462269" y="77638"/>
                      <a:pt x="464863" y="92599"/>
                      <a:pt x="466794" y="105147"/>
                    </a:cubicBezTo>
                    <a:cubicBezTo>
                      <a:pt x="471982" y="104785"/>
                      <a:pt x="479100" y="103759"/>
                      <a:pt x="488149" y="102070"/>
                    </a:cubicBezTo>
                    <a:lnTo>
                      <a:pt x="488330" y="82525"/>
                    </a:lnTo>
                    <a:cubicBezTo>
                      <a:pt x="484228" y="83128"/>
                      <a:pt x="481091" y="83430"/>
                      <a:pt x="478919" y="83430"/>
                    </a:cubicBezTo>
                    <a:cubicBezTo>
                      <a:pt x="476747" y="83430"/>
                      <a:pt x="474877" y="83158"/>
                      <a:pt x="473309" y="82615"/>
                    </a:cubicBezTo>
                    <a:cubicBezTo>
                      <a:pt x="471740" y="82072"/>
                      <a:pt x="470956" y="81379"/>
                      <a:pt x="470956" y="80534"/>
                    </a:cubicBezTo>
                    <a:cubicBezTo>
                      <a:pt x="470956" y="79690"/>
                      <a:pt x="471921" y="79147"/>
                      <a:pt x="473852" y="78905"/>
                    </a:cubicBezTo>
                    <a:cubicBezTo>
                      <a:pt x="477833" y="78423"/>
                      <a:pt x="482659" y="77397"/>
                      <a:pt x="488330" y="75829"/>
                    </a:cubicBezTo>
                    <a:close/>
                    <a:moveTo>
                      <a:pt x="268807" y="53931"/>
                    </a:moveTo>
                    <a:cubicBezTo>
                      <a:pt x="271582" y="53931"/>
                      <a:pt x="273995" y="54956"/>
                      <a:pt x="276046" y="57007"/>
                    </a:cubicBezTo>
                    <a:cubicBezTo>
                      <a:pt x="278097" y="59058"/>
                      <a:pt x="279123" y="61471"/>
                      <a:pt x="279123" y="64246"/>
                    </a:cubicBezTo>
                    <a:cubicBezTo>
                      <a:pt x="279123" y="67021"/>
                      <a:pt x="278097" y="69404"/>
                      <a:pt x="276046" y="71395"/>
                    </a:cubicBezTo>
                    <a:cubicBezTo>
                      <a:pt x="273995" y="73386"/>
                      <a:pt x="271582" y="74381"/>
                      <a:pt x="268807" y="74381"/>
                    </a:cubicBezTo>
                    <a:cubicBezTo>
                      <a:pt x="266032" y="74381"/>
                      <a:pt x="263619" y="73386"/>
                      <a:pt x="261568" y="71395"/>
                    </a:cubicBezTo>
                    <a:cubicBezTo>
                      <a:pt x="259517" y="69404"/>
                      <a:pt x="258491" y="67021"/>
                      <a:pt x="258491" y="64246"/>
                    </a:cubicBezTo>
                    <a:cubicBezTo>
                      <a:pt x="258491" y="61471"/>
                      <a:pt x="259517" y="59058"/>
                      <a:pt x="261568" y="57007"/>
                    </a:cubicBezTo>
                    <a:cubicBezTo>
                      <a:pt x="263619" y="54956"/>
                      <a:pt x="266032" y="53931"/>
                      <a:pt x="268807" y="53931"/>
                    </a:cubicBezTo>
                    <a:close/>
                    <a:moveTo>
                      <a:pt x="525068" y="51216"/>
                    </a:moveTo>
                    <a:cubicBezTo>
                      <a:pt x="517587" y="51216"/>
                      <a:pt x="508297" y="52242"/>
                      <a:pt x="497197" y="54293"/>
                    </a:cubicBezTo>
                    <a:cubicBezTo>
                      <a:pt x="497197" y="58515"/>
                      <a:pt x="497077" y="64850"/>
                      <a:pt x="496835" y="73295"/>
                    </a:cubicBezTo>
                    <a:cubicBezTo>
                      <a:pt x="502989" y="71485"/>
                      <a:pt x="507091" y="70580"/>
                      <a:pt x="509142" y="70580"/>
                    </a:cubicBezTo>
                    <a:cubicBezTo>
                      <a:pt x="511193" y="70580"/>
                      <a:pt x="513003" y="70942"/>
                      <a:pt x="514571" y="71666"/>
                    </a:cubicBezTo>
                    <a:cubicBezTo>
                      <a:pt x="516140" y="72390"/>
                      <a:pt x="516924" y="73355"/>
                      <a:pt x="516924" y="74562"/>
                    </a:cubicBezTo>
                    <a:cubicBezTo>
                      <a:pt x="516924" y="75768"/>
                      <a:pt x="515868" y="76734"/>
                      <a:pt x="513757" y="77458"/>
                    </a:cubicBezTo>
                    <a:cubicBezTo>
                      <a:pt x="511645" y="78181"/>
                      <a:pt x="505945" y="79388"/>
                      <a:pt x="496654" y="81077"/>
                    </a:cubicBezTo>
                    <a:cubicBezTo>
                      <a:pt x="496654" y="88075"/>
                      <a:pt x="496534" y="94650"/>
                      <a:pt x="496293" y="100803"/>
                    </a:cubicBezTo>
                    <a:cubicBezTo>
                      <a:pt x="504135" y="99355"/>
                      <a:pt x="509443" y="98632"/>
                      <a:pt x="512218" y="98632"/>
                    </a:cubicBezTo>
                    <a:cubicBezTo>
                      <a:pt x="514993" y="98632"/>
                      <a:pt x="516924" y="98933"/>
                      <a:pt x="518010" y="99536"/>
                    </a:cubicBezTo>
                    <a:cubicBezTo>
                      <a:pt x="519095" y="100140"/>
                      <a:pt x="519880" y="100441"/>
                      <a:pt x="520362" y="100441"/>
                    </a:cubicBezTo>
                    <a:cubicBezTo>
                      <a:pt x="522293" y="100441"/>
                      <a:pt x="524555" y="94168"/>
                      <a:pt x="527149" y="81620"/>
                    </a:cubicBezTo>
                    <a:cubicBezTo>
                      <a:pt x="529743" y="69072"/>
                      <a:pt x="531040" y="61230"/>
                      <a:pt x="531040" y="58093"/>
                    </a:cubicBezTo>
                    <a:cubicBezTo>
                      <a:pt x="531040" y="54956"/>
                      <a:pt x="530678" y="53026"/>
                      <a:pt x="529954" y="52302"/>
                    </a:cubicBezTo>
                    <a:cubicBezTo>
                      <a:pt x="529230" y="51578"/>
                      <a:pt x="527601" y="51216"/>
                      <a:pt x="525068" y="51216"/>
                    </a:cubicBezTo>
                    <a:close/>
                    <a:moveTo>
                      <a:pt x="1022206" y="45787"/>
                    </a:moveTo>
                    <a:cubicBezTo>
                      <a:pt x="1017983" y="46631"/>
                      <a:pt x="1012735" y="47597"/>
                      <a:pt x="1006461" y="48682"/>
                    </a:cubicBezTo>
                    <a:lnTo>
                      <a:pt x="1005737" y="66599"/>
                    </a:lnTo>
                    <a:lnTo>
                      <a:pt x="1020034" y="63341"/>
                    </a:lnTo>
                    <a:close/>
                    <a:moveTo>
                      <a:pt x="925294" y="43253"/>
                    </a:moveTo>
                    <a:cubicBezTo>
                      <a:pt x="928853" y="43253"/>
                      <a:pt x="931387" y="43796"/>
                      <a:pt x="932895" y="44882"/>
                    </a:cubicBezTo>
                    <a:cubicBezTo>
                      <a:pt x="934403" y="45968"/>
                      <a:pt x="935157" y="46933"/>
                      <a:pt x="935157" y="47778"/>
                    </a:cubicBezTo>
                    <a:cubicBezTo>
                      <a:pt x="935157" y="49467"/>
                      <a:pt x="933015" y="50794"/>
                      <a:pt x="928732" y="51759"/>
                    </a:cubicBezTo>
                    <a:cubicBezTo>
                      <a:pt x="924449" y="52724"/>
                      <a:pt x="921041" y="53358"/>
                      <a:pt x="918507" y="53659"/>
                    </a:cubicBezTo>
                    <a:cubicBezTo>
                      <a:pt x="915974" y="53961"/>
                      <a:pt x="910906" y="54715"/>
                      <a:pt x="903305" y="55921"/>
                    </a:cubicBezTo>
                    <a:cubicBezTo>
                      <a:pt x="895704" y="57128"/>
                      <a:pt x="890245" y="58093"/>
                      <a:pt x="886927" y="58817"/>
                    </a:cubicBezTo>
                    <a:cubicBezTo>
                      <a:pt x="883609" y="59541"/>
                      <a:pt x="880864" y="59903"/>
                      <a:pt x="878693" y="59903"/>
                    </a:cubicBezTo>
                    <a:cubicBezTo>
                      <a:pt x="876521" y="59903"/>
                      <a:pt x="874651" y="59782"/>
                      <a:pt x="873082" y="59541"/>
                    </a:cubicBezTo>
                    <a:cubicBezTo>
                      <a:pt x="873203" y="61109"/>
                      <a:pt x="873263" y="63160"/>
                      <a:pt x="873263" y="65694"/>
                    </a:cubicBezTo>
                    <a:cubicBezTo>
                      <a:pt x="873263" y="74622"/>
                      <a:pt x="872660" y="84455"/>
                      <a:pt x="871454" y="95193"/>
                    </a:cubicBezTo>
                    <a:cubicBezTo>
                      <a:pt x="870247" y="105931"/>
                      <a:pt x="868437" y="114588"/>
                      <a:pt x="866024" y="121163"/>
                    </a:cubicBezTo>
                    <a:cubicBezTo>
                      <a:pt x="863611" y="127739"/>
                      <a:pt x="860233" y="134073"/>
                      <a:pt x="855890" y="140165"/>
                    </a:cubicBezTo>
                    <a:cubicBezTo>
                      <a:pt x="851546" y="146258"/>
                      <a:pt x="847294" y="150753"/>
                      <a:pt x="843131" y="153648"/>
                    </a:cubicBezTo>
                    <a:cubicBezTo>
                      <a:pt x="838969" y="156544"/>
                      <a:pt x="836405" y="157991"/>
                      <a:pt x="835440" y="157991"/>
                    </a:cubicBezTo>
                    <a:cubicBezTo>
                      <a:pt x="834957" y="157991"/>
                      <a:pt x="834716" y="157660"/>
                      <a:pt x="834716" y="156996"/>
                    </a:cubicBezTo>
                    <a:cubicBezTo>
                      <a:pt x="834716" y="156333"/>
                      <a:pt x="835500" y="155156"/>
                      <a:pt x="837068" y="153467"/>
                    </a:cubicBezTo>
                    <a:cubicBezTo>
                      <a:pt x="848168" y="140196"/>
                      <a:pt x="855347" y="127316"/>
                      <a:pt x="858604" y="114829"/>
                    </a:cubicBezTo>
                    <a:cubicBezTo>
                      <a:pt x="861862" y="102342"/>
                      <a:pt x="863491" y="90397"/>
                      <a:pt x="863491" y="78996"/>
                    </a:cubicBezTo>
                    <a:cubicBezTo>
                      <a:pt x="863491" y="67594"/>
                      <a:pt x="862586" y="60386"/>
                      <a:pt x="860776" y="57369"/>
                    </a:cubicBezTo>
                    <a:cubicBezTo>
                      <a:pt x="859570" y="55439"/>
                      <a:pt x="858966" y="53931"/>
                      <a:pt x="858966" y="52845"/>
                    </a:cubicBezTo>
                    <a:cubicBezTo>
                      <a:pt x="858966" y="51759"/>
                      <a:pt x="859841" y="51216"/>
                      <a:pt x="861591" y="51216"/>
                    </a:cubicBezTo>
                    <a:cubicBezTo>
                      <a:pt x="863340" y="51216"/>
                      <a:pt x="866386" y="52181"/>
                      <a:pt x="870730" y="54112"/>
                    </a:cubicBezTo>
                    <a:cubicBezTo>
                      <a:pt x="879537" y="54353"/>
                      <a:pt x="894076" y="51337"/>
                      <a:pt x="914345" y="45063"/>
                    </a:cubicBezTo>
                    <a:cubicBezTo>
                      <a:pt x="918085" y="43856"/>
                      <a:pt x="921735" y="43253"/>
                      <a:pt x="925294" y="43253"/>
                    </a:cubicBezTo>
                    <a:close/>
                    <a:moveTo>
                      <a:pt x="1425509" y="39453"/>
                    </a:moveTo>
                    <a:cubicBezTo>
                      <a:pt x="1426896" y="39453"/>
                      <a:pt x="1429460" y="40418"/>
                      <a:pt x="1433200" y="42348"/>
                    </a:cubicBezTo>
                    <a:cubicBezTo>
                      <a:pt x="1436940" y="44279"/>
                      <a:pt x="1438810" y="46269"/>
                      <a:pt x="1438810" y="48321"/>
                    </a:cubicBezTo>
                    <a:cubicBezTo>
                      <a:pt x="1438810" y="49286"/>
                      <a:pt x="1438448" y="50492"/>
                      <a:pt x="1437724" y="51940"/>
                    </a:cubicBezTo>
                    <a:cubicBezTo>
                      <a:pt x="1437001" y="53388"/>
                      <a:pt x="1436156" y="55741"/>
                      <a:pt x="1435191" y="58998"/>
                    </a:cubicBezTo>
                    <a:lnTo>
                      <a:pt x="1444240" y="57369"/>
                    </a:lnTo>
                    <a:cubicBezTo>
                      <a:pt x="1448100" y="56283"/>
                      <a:pt x="1451358" y="55741"/>
                      <a:pt x="1454012" y="55741"/>
                    </a:cubicBezTo>
                    <a:cubicBezTo>
                      <a:pt x="1456667" y="55741"/>
                      <a:pt x="1459049" y="56434"/>
                      <a:pt x="1461161" y="57822"/>
                    </a:cubicBezTo>
                    <a:cubicBezTo>
                      <a:pt x="1463272" y="59209"/>
                      <a:pt x="1464328" y="60325"/>
                      <a:pt x="1464328" y="61170"/>
                    </a:cubicBezTo>
                    <a:cubicBezTo>
                      <a:pt x="1464328" y="62014"/>
                      <a:pt x="1463634" y="62678"/>
                      <a:pt x="1462247" y="63160"/>
                    </a:cubicBezTo>
                    <a:cubicBezTo>
                      <a:pt x="1460859" y="63643"/>
                      <a:pt x="1457541" y="63884"/>
                      <a:pt x="1452293" y="63884"/>
                    </a:cubicBezTo>
                    <a:cubicBezTo>
                      <a:pt x="1447045" y="63884"/>
                      <a:pt x="1440620" y="64246"/>
                      <a:pt x="1433019" y="64970"/>
                    </a:cubicBezTo>
                    <a:cubicBezTo>
                      <a:pt x="1431330" y="71365"/>
                      <a:pt x="1430486" y="75105"/>
                      <a:pt x="1430486" y="76191"/>
                    </a:cubicBezTo>
                    <a:cubicBezTo>
                      <a:pt x="1430486" y="77277"/>
                      <a:pt x="1431300" y="78423"/>
                      <a:pt x="1432929" y="79629"/>
                    </a:cubicBezTo>
                    <a:cubicBezTo>
                      <a:pt x="1434557" y="80836"/>
                      <a:pt x="1435372" y="81861"/>
                      <a:pt x="1435372" y="82706"/>
                    </a:cubicBezTo>
                    <a:cubicBezTo>
                      <a:pt x="1435372" y="84033"/>
                      <a:pt x="1433622" y="84908"/>
                      <a:pt x="1430123" y="85330"/>
                    </a:cubicBezTo>
                    <a:cubicBezTo>
                      <a:pt x="1426625" y="85752"/>
                      <a:pt x="1417154" y="87411"/>
                      <a:pt x="1401711" y="90307"/>
                    </a:cubicBezTo>
                    <a:cubicBezTo>
                      <a:pt x="1400987" y="92237"/>
                      <a:pt x="1400082" y="93202"/>
                      <a:pt x="1398996" y="93202"/>
                    </a:cubicBezTo>
                    <a:cubicBezTo>
                      <a:pt x="1396824" y="93202"/>
                      <a:pt x="1395738" y="89824"/>
                      <a:pt x="1395738" y="83068"/>
                    </a:cubicBezTo>
                    <a:lnTo>
                      <a:pt x="1395919" y="71304"/>
                    </a:lnTo>
                    <a:cubicBezTo>
                      <a:pt x="1387232" y="73235"/>
                      <a:pt x="1382075" y="74200"/>
                      <a:pt x="1380446" y="74200"/>
                    </a:cubicBezTo>
                    <a:cubicBezTo>
                      <a:pt x="1378817" y="74200"/>
                      <a:pt x="1377098" y="73808"/>
                      <a:pt x="1375288" y="73024"/>
                    </a:cubicBezTo>
                    <a:cubicBezTo>
                      <a:pt x="1373478" y="72239"/>
                      <a:pt x="1372573" y="71485"/>
                      <a:pt x="1372573" y="70761"/>
                    </a:cubicBezTo>
                    <a:cubicBezTo>
                      <a:pt x="1372573" y="70038"/>
                      <a:pt x="1373629" y="69585"/>
                      <a:pt x="1375741" y="69404"/>
                    </a:cubicBezTo>
                    <a:cubicBezTo>
                      <a:pt x="1377852" y="69223"/>
                      <a:pt x="1384638" y="68167"/>
                      <a:pt x="1396100" y="66237"/>
                    </a:cubicBezTo>
                    <a:cubicBezTo>
                      <a:pt x="1395618" y="60928"/>
                      <a:pt x="1394230" y="56525"/>
                      <a:pt x="1391938" y="53026"/>
                    </a:cubicBezTo>
                    <a:cubicBezTo>
                      <a:pt x="1391093" y="51819"/>
                      <a:pt x="1390671" y="50553"/>
                      <a:pt x="1390671" y="49225"/>
                    </a:cubicBezTo>
                    <a:cubicBezTo>
                      <a:pt x="1390671" y="47898"/>
                      <a:pt x="1391485" y="47235"/>
                      <a:pt x="1393114" y="47235"/>
                    </a:cubicBezTo>
                    <a:cubicBezTo>
                      <a:pt x="1394743" y="47235"/>
                      <a:pt x="1396854" y="48049"/>
                      <a:pt x="1399448" y="49678"/>
                    </a:cubicBezTo>
                    <a:cubicBezTo>
                      <a:pt x="1402042" y="51307"/>
                      <a:pt x="1403339" y="53026"/>
                      <a:pt x="1403339" y="54836"/>
                    </a:cubicBezTo>
                    <a:cubicBezTo>
                      <a:pt x="1403339" y="55318"/>
                      <a:pt x="1403279" y="55861"/>
                      <a:pt x="1403158" y="56464"/>
                    </a:cubicBezTo>
                    <a:cubicBezTo>
                      <a:pt x="1402917" y="57912"/>
                      <a:pt x="1402796" y="60808"/>
                      <a:pt x="1402796" y="65151"/>
                    </a:cubicBezTo>
                    <a:cubicBezTo>
                      <a:pt x="1408467" y="64186"/>
                      <a:pt x="1416128" y="62678"/>
                      <a:pt x="1425780" y="60627"/>
                    </a:cubicBezTo>
                    <a:cubicBezTo>
                      <a:pt x="1426142" y="57369"/>
                      <a:pt x="1426323" y="54715"/>
                      <a:pt x="1426323" y="52664"/>
                    </a:cubicBezTo>
                    <a:cubicBezTo>
                      <a:pt x="1426323" y="49044"/>
                      <a:pt x="1425840" y="46541"/>
                      <a:pt x="1424875" y="45153"/>
                    </a:cubicBezTo>
                    <a:cubicBezTo>
                      <a:pt x="1423910" y="43766"/>
                      <a:pt x="1423428" y="42590"/>
                      <a:pt x="1423428" y="41624"/>
                    </a:cubicBezTo>
                    <a:cubicBezTo>
                      <a:pt x="1423428" y="40177"/>
                      <a:pt x="1424121" y="39453"/>
                      <a:pt x="1425509" y="39453"/>
                    </a:cubicBezTo>
                    <a:close/>
                    <a:moveTo>
                      <a:pt x="1444059" y="25518"/>
                    </a:moveTo>
                    <a:cubicBezTo>
                      <a:pt x="1446472" y="25518"/>
                      <a:pt x="1448704" y="26181"/>
                      <a:pt x="1450755" y="27508"/>
                    </a:cubicBezTo>
                    <a:cubicBezTo>
                      <a:pt x="1452806" y="28836"/>
                      <a:pt x="1453831" y="29801"/>
                      <a:pt x="1453831" y="30404"/>
                    </a:cubicBezTo>
                    <a:cubicBezTo>
                      <a:pt x="1453831" y="31611"/>
                      <a:pt x="1450906" y="32636"/>
                      <a:pt x="1445054" y="33481"/>
                    </a:cubicBezTo>
                    <a:cubicBezTo>
                      <a:pt x="1439202" y="34325"/>
                      <a:pt x="1428947" y="36075"/>
                      <a:pt x="1414288" y="38729"/>
                    </a:cubicBezTo>
                    <a:cubicBezTo>
                      <a:pt x="1399629" y="41383"/>
                      <a:pt x="1389857" y="42710"/>
                      <a:pt x="1384970" y="42710"/>
                    </a:cubicBezTo>
                    <a:cubicBezTo>
                      <a:pt x="1380084" y="42710"/>
                      <a:pt x="1376314" y="42469"/>
                      <a:pt x="1373659" y="41986"/>
                    </a:cubicBezTo>
                    <a:cubicBezTo>
                      <a:pt x="1373901" y="50794"/>
                      <a:pt x="1372966" y="62135"/>
                      <a:pt x="1370854" y="76010"/>
                    </a:cubicBezTo>
                    <a:cubicBezTo>
                      <a:pt x="1368743" y="89884"/>
                      <a:pt x="1365546" y="102191"/>
                      <a:pt x="1361263" y="112929"/>
                    </a:cubicBezTo>
                    <a:cubicBezTo>
                      <a:pt x="1356980" y="123667"/>
                      <a:pt x="1352515" y="131599"/>
                      <a:pt x="1347870" y="136727"/>
                    </a:cubicBezTo>
                    <a:cubicBezTo>
                      <a:pt x="1343225" y="141855"/>
                      <a:pt x="1338972" y="146107"/>
                      <a:pt x="1335112" y="149486"/>
                    </a:cubicBezTo>
                    <a:cubicBezTo>
                      <a:pt x="1331251" y="152864"/>
                      <a:pt x="1328717" y="154553"/>
                      <a:pt x="1327511" y="154553"/>
                    </a:cubicBezTo>
                    <a:cubicBezTo>
                      <a:pt x="1327028" y="154553"/>
                      <a:pt x="1326787" y="154372"/>
                      <a:pt x="1326787" y="154010"/>
                    </a:cubicBezTo>
                    <a:cubicBezTo>
                      <a:pt x="1326787" y="152683"/>
                      <a:pt x="1328416" y="150089"/>
                      <a:pt x="1331673" y="146228"/>
                    </a:cubicBezTo>
                    <a:cubicBezTo>
                      <a:pt x="1343135" y="133198"/>
                      <a:pt x="1351249" y="117121"/>
                      <a:pt x="1356014" y="97998"/>
                    </a:cubicBezTo>
                    <a:cubicBezTo>
                      <a:pt x="1360780" y="78875"/>
                      <a:pt x="1363163" y="62557"/>
                      <a:pt x="1363163" y="49044"/>
                    </a:cubicBezTo>
                    <a:cubicBezTo>
                      <a:pt x="1363163" y="45787"/>
                      <a:pt x="1362921" y="43344"/>
                      <a:pt x="1362439" y="41715"/>
                    </a:cubicBezTo>
                    <a:cubicBezTo>
                      <a:pt x="1361956" y="40086"/>
                      <a:pt x="1361715" y="38578"/>
                      <a:pt x="1361715" y="37191"/>
                    </a:cubicBezTo>
                    <a:cubicBezTo>
                      <a:pt x="1361715" y="35803"/>
                      <a:pt x="1362348" y="35109"/>
                      <a:pt x="1363615" y="35109"/>
                    </a:cubicBezTo>
                    <a:cubicBezTo>
                      <a:pt x="1364882" y="35109"/>
                      <a:pt x="1366722" y="35713"/>
                      <a:pt x="1369135" y="36919"/>
                    </a:cubicBezTo>
                    <a:cubicBezTo>
                      <a:pt x="1381683" y="37764"/>
                      <a:pt x="1402253" y="34627"/>
                      <a:pt x="1430847" y="27508"/>
                    </a:cubicBezTo>
                    <a:cubicBezTo>
                      <a:pt x="1435915" y="26181"/>
                      <a:pt x="1440318" y="25518"/>
                      <a:pt x="1444059" y="25518"/>
                    </a:cubicBezTo>
                    <a:close/>
                    <a:moveTo>
                      <a:pt x="885208" y="17736"/>
                    </a:moveTo>
                    <a:cubicBezTo>
                      <a:pt x="891844" y="17736"/>
                      <a:pt x="897122" y="18852"/>
                      <a:pt x="901043" y="21084"/>
                    </a:cubicBezTo>
                    <a:cubicBezTo>
                      <a:pt x="904964" y="23316"/>
                      <a:pt x="906925" y="26543"/>
                      <a:pt x="906925" y="30766"/>
                    </a:cubicBezTo>
                    <a:cubicBezTo>
                      <a:pt x="906925" y="35713"/>
                      <a:pt x="905417" y="38186"/>
                      <a:pt x="902400" y="38186"/>
                    </a:cubicBezTo>
                    <a:cubicBezTo>
                      <a:pt x="900108" y="38186"/>
                      <a:pt x="895674" y="35592"/>
                      <a:pt x="889099" y="30404"/>
                    </a:cubicBezTo>
                    <a:cubicBezTo>
                      <a:pt x="882523" y="25216"/>
                      <a:pt x="879236" y="21808"/>
                      <a:pt x="879236" y="20179"/>
                    </a:cubicBezTo>
                    <a:cubicBezTo>
                      <a:pt x="879236" y="18550"/>
                      <a:pt x="881226" y="17736"/>
                      <a:pt x="885208" y="17736"/>
                    </a:cubicBezTo>
                    <a:close/>
                    <a:moveTo>
                      <a:pt x="23152" y="17464"/>
                    </a:moveTo>
                    <a:lnTo>
                      <a:pt x="58499" y="17464"/>
                    </a:lnTo>
                    <a:lnTo>
                      <a:pt x="57527" y="21794"/>
                    </a:lnTo>
                    <a:cubicBezTo>
                      <a:pt x="55288" y="22265"/>
                      <a:pt x="53683" y="22795"/>
                      <a:pt x="52711" y="23384"/>
                    </a:cubicBezTo>
                    <a:cubicBezTo>
                      <a:pt x="51739" y="23973"/>
                      <a:pt x="50870" y="24857"/>
                      <a:pt x="50104" y="26035"/>
                    </a:cubicBezTo>
                    <a:cubicBezTo>
                      <a:pt x="49338" y="27213"/>
                      <a:pt x="48543" y="29054"/>
                      <a:pt x="47718" y="31558"/>
                    </a:cubicBezTo>
                    <a:cubicBezTo>
                      <a:pt x="46893" y="34062"/>
                      <a:pt x="45862" y="38141"/>
                      <a:pt x="44625" y="43797"/>
                    </a:cubicBezTo>
                    <a:lnTo>
                      <a:pt x="25715" y="129954"/>
                    </a:lnTo>
                    <a:lnTo>
                      <a:pt x="47453" y="129954"/>
                    </a:lnTo>
                    <a:cubicBezTo>
                      <a:pt x="51400" y="129954"/>
                      <a:pt x="54508" y="129572"/>
                      <a:pt x="56776" y="128806"/>
                    </a:cubicBezTo>
                    <a:cubicBezTo>
                      <a:pt x="59044" y="128040"/>
                      <a:pt x="61194" y="126641"/>
                      <a:pt x="63227" y="124608"/>
                    </a:cubicBezTo>
                    <a:cubicBezTo>
                      <a:pt x="65259" y="122576"/>
                      <a:pt x="67247" y="119822"/>
                      <a:pt x="69191" y="116346"/>
                    </a:cubicBezTo>
                    <a:cubicBezTo>
                      <a:pt x="71135" y="112870"/>
                      <a:pt x="73109" y="108540"/>
                      <a:pt x="75112" y="103356"/>
                    </a:cubicBezTo>
                    <a:lnTo>
                      <a:pt x="83683" y="103356"/>
                    </a:lnTo>
                    <a:lnTo>
                      <a:pt x="74758" y="138084"/>
                    </a:lnTo>
                    <a:lnTo>
                      <a:pt x="0" y="138084"/>
                    </a:lnTo>
                    <a:lnTo>
                      <a:pt x="972" y="133754"/>
                    </a:lnTo>
                    <a:cubicBezTo>
                      <a:pt x="3211" y="133401"/>
                      <a:pt x="4890" y="132826"/>
                      <a:pt x="6009" y="132031"/>
                    </a:cubicBezTo>
                    <a:cubicBezTo>
                      <a:pt x="7128" y="131236"/>
                      <a:pt x="8071" y="130131"/>
                      <a:pt x="8837" y="128717"/>
                    </a:cubicBezTo>
                    <a:cubicBezTo>
                      <a:pt x="9603" y="127303"/>
                      <a:pt x="10310" y="125580"/>
                      <a:pt x="10958" y="123548"/>
                    </a:cubicBezTo>
                    <a:cubicBezTo>
                      <a:pt x="11606" y="121515"/>
                      <a:pt x="12578" y="117583"/>
                      <a:pt x="13874" y="111751"/>
                    </a:cubicBezTo>
                    <a:lnTo>
                      <a:pt x="28896" y="43708"/>
                    </a:lnTo>
                    <a:cubicBezTo>
                      <a:pt x="30192" y="37817"/>
                      <a:pt x="30840" y="33075"/>
                      <a:pt x="30840" y="29481"/>
                    </a:cubicBezTo>
                    <a:cubicBezTo>
                      <a:pt x="30840" y="26713"/>
                      <a:pt x="30148" y="24783"/>
                      <a:pt x="28764" y="23693"/>
                    </a:cubicBezTo>
                    <a:cubicBezTo>
                      <a:pt x="27379" y="22604"/>
                      <a:pt x="25185" y="21970"/>
                      <a:pt x="22180" y="21794"/>
                    </a:cubicBezTo>
                    <a:close/>
                    <a:moveTo>
                      <a:pt x="705319" y="16288"/>
                    </a:moveTo>
                    <a:cubicBezTo>
                      <a:pt x="707370" y="16288"/>
                      <a:pt x="710929" y="17826"/>
                      <a:pt x="715996" y="20903"/>
                    </a:cubicBezTo>
                    <a:cubicBezTo>
                      <a:pt x="721064" y="23979"/>
                      <a:pt x="723597" y="26302"/>
                      <a:pt x="723597" y="27870"/>
                    </a:cubicBezTo>
                    <a:cubicBezTo>
                      <a:pt x="723597" y="29439"/>
                      <a:pt x="721546" y="30947"/>
                      <a:pt x="717444" y="32395"/>
                    </a:cubicBezTo>
                    <a:cubicBezTo>
                      <a:pt x="715272" y="33119"/>
                      <a:pt x="712286" y="35079"/>
                      <a:pt x="708486" y="38276"/>
                    </a:cubicBezTo>
                    <a:cubicBezTo>
                      <a:pt x="704685" y="41474"/>
                      <a:pt x="697356" y="48260"/>
                      <a:pt x="686497" y="58636"/>
                    </a:cubicBezTo>
                    <a:cubicBezTo>
                      <a:pt x="687945" y="60084"/>
                      <a:pt x="689091" y="64488"/>
                      <a:pt x="689936" y="71847"/>
                    </a:cubicBezTo>
                    <a:cubicBezTo>
                      <a:pt x="707792" y="69676"/>
                      <a:pt x="719254" y="68107"/>
                      <a:pt x="724321" y="67142"/>
                    </a:cubicBezTo>
                    <a:cubicBezTo>
                      <a:pt x="729388" y="66177"/>
                      <a:pt x="733943" y="65694"/>
                      <a:pt x="737985" y="65694"/>
                    </a:cubicBezTo>
                    <a:cubicBezTo>
                      <a:pt x="742026" y="65694"/>
                      <a:pt x="746340" y="66840"/>
                      <a:pt x="750924" y="69133"/>
                    </a:cubicBezTo>
                    <a:cubicBezTo>
                      <a:pt x="755509" y="71425"/>
                      <a:pt x="757801" y="73597"/>
                      <a:pt x="757801" y="75648"/>
                    </a:cubicBezTo>
                    <a:cubicBezTo>
                      <a:pt x="757801" y="78302"/>
                      <a:pt x="754846" y="79629"/>
                      <a:pt x="748934" y="79629"/>
                    </a:cubicBezTo>
                    <a:cubicBezTo>
                      <a:pt x="747124" y="79629"/>
                      <a:pt x="744259" y="79328"/>
                      <a:pt x="740337" y="78724"/>
                    </a:cubicBezTo>
                    <a:cubicBezTo>
                      <a:pt x="736416" y="78121"/>
                      <a:pt x="730323" y="77819"/>
                      <a:pt x="722059" y="77819"/>
                    </a:cubicBezTo>
                    <a:cubicBezTo>
                      <a:pt x="713794" y="77819"/>
                      <a:pt x="703449" y="78242"/>
                      <a:pt x="691022" y="79086"/>
                    </a:cubicBezTo>
                    <a:cubicBezTo>
                      <a:pt x="692711" y="94168"/>
                      <a:pt x="693555" y="106594"/>
                      <a:pt x="693555" y="116367"/>
                    </a:cubicBezTo>
                    <a:cubicBezTo>
                      <a:pt x="693555" y="133861"/>
                      <a:pt x="691142" y="146288"/>
                      <a:pt x="686316" y="153648"/>
                    </a:cubicBezTo>
                    <a:cubicBezTo>
                      <a:pt x="681490" y="161008"/>
                      <a:pt x="677388" y="164688"/>
                      <a:pt x="674010" y="164688"/>
                    </a:cubicBezTo>
                    <a:cubicBezTo>
                      <a:pt x="672080" y="164688"/>
                      <a:pt x="670873" y="163572"/>
                      <a:pt x="670391" y="161340"/>
                    </a:cubicBezTo>
                    <a:cubicBezTo>
                      <a:pt x="669908" y="159107"/>
                      <a:pt x="668460" y="156695"/>
                      <a:pt x="666047" y="154101"/>
                    </a:cubicBezTo>
                    <a:cubicBezTo>
                      <a:pt x="663634" y="151507"/>
                      <a:pt x="660618" y="148701"/>
                      <a:pt x="656998" y="145685"/>
                    </a:cubicBezTo>
                    <a:cubicBezTo>
                      <a:pt x="653379" y="142669"/>
                      <a:pt x="651569" y="140799"/>
                      <a:pt x="651569" y="140075"/>
                    </a:cubicBezTo>
                    <a:cubicBezTo>
                      <a:pt x="651569" y="139351"/>
                      <a:pt x="652021" y="138989"/>
                      <a:pt x="652926" y="138989"/>
                    </a:cubicBezTo>
                    <a:cubicBezTo>
                      <a:pt x="653831" y="138989"/>
                      <a:pt x="656274" y="139442"/>
                      <a:pt x="660256" y="140346"/>
                    </a:cubicBezTo>
                    <a:cubicBezTo>
                      <a:pt x="664237" y="141251"/>
                      <a:pt x="667676" y="141704"/>
                      <a:pt x="670572" y="141704"/>
                    </a:cubicBezTo>
                    <a:cubicBezTo>
                      <a:pt x="673467" y="141704"/>
                      <a:pt x="675548" y="140799"/>
                      <a:pt x="676815" y="138989"/>
                    </a:cubicBezTo>
                    <a:cubicBezTo>
                      <a:pt x="678082" y="137179"/>
                      <a:pt x="679379" y="133349"/>
                      <a:pt x="680706" y="127497"/>
                    </a:cubicBezTo>
                    <a:cubicBezTo>
                      <a:pt x="682033" y="121646"/>
                      <a:pt x="682667" y="114346"/>
                      <a:pt x="682606" y="105599"/>
                    </a:cubicBezTo>
                    <a:cubicBezTo>
                      <a:pt x="682546" y="96852"/>
                      <a:pt x="681852" y="88256"/>
                      <a:pt x="680525" y="79810"/>
                    </a:cubicBezTo>
                    <a:cubicBezTo>
                      <a:pt x="670029" y="80655"/>
                      <a:pt x="659803" y="81831"/>
                      <a:pt x="649850" y="83339"/>
                    </a:cubicBezTo>
                    <a:cubicBezTo>
                      <a:pt x="639896" y="84847"/>
                      <a:pt x="632868" y="86144"/>
                      <a:pt x="628766" y="87230"/>
                    </a:cubicBezTo>
                    <a:cubicBezTo>
                      <a:pt x="624664" y="88316"/>
                      <a:pt x="621316" y="88859"/>
                      <a:pt x="618722" y="88859"/>
                    </a:cubicBezTo>
                    <a:cubicBezTo>
                      <a:pt x="616128" y="88859"/>
                      <a:pt x="613112" y="87984"/>
                      <a:pt x="609673" y="86235"/>
                    </a:cubicBezTo>
                    <a:cubicBezTo>
                      <a:pt x="606235" y="84485"/>
                      <a:pt x="604516" y="83188"/>
                      <a:pt x="604516" y="82344"/>
                    </a:cubicBezTo>
                    <a:cubicBezTo>
                      <a:pt x="604516" y="81499"/>
                      <a:pt x="606325" y="80956"/>
                      <a:pt x="609945" y="80715"/>
                    </a:cubicBezTo>
                    <a:lnTo>
                      <a:pt x="679258" y="73114"/>
                    </a:lnTo>
                    <a:cubicBezTo>
                      <a:pt x="677690" y="66720"/>
                      <a:pt x="675759" y="62799"/>
                      <a:pt x="673467" y="61351"/>
                    </a:cubicBezTo>
                    <a:cubicBezTo>
                      <a:pt x="670209" y="59420"/>
                      <a:pt x="668581" y="57761"/>
                      <a:pt x="668581" y="56374"/>
                    </a:cubicBezTo>
                    <a:cubicBezTo>
                      <a:pt x="668581" y="54986"/>
                      <a:pt x="669848" y="54293"/>
                      <a:pt x="672381" y="54293"/>
                    </a:cubicBezTo>
                    <a:cubicBezTo>
                      <a:pt x="673226" y="54293"/>
                      <a:pt x="674794" y="54444"/>
                      <a:pt x="677087" y="54745"/>
                    </a:cubicBezTo>
                    <a:cubicBezTo>
                      <a:pt x="679379" y="55047"/>
                      <a:pt x="681189" y="55439"/>
                      <a:pt x="682516" y="55921"/>
                    </a:cubicBezTo>
                    <a:cubicBezTo>
                      <a:pt x="686256" y="51819"/>
                      <a:pt x="690328" y="46511"/>
                      <a:pt x="694732" y="39996"/>
                    </a:cubicBezTo>
                    <a:cubicBezTo>
                      <a:pt x="699135" y="33481"/>
                      <a:pt x="701337" y="29439"/>
                      <a:pt x="701337" y="27870"/>
                    </a:cubicBezTo>
                    <a:cubicBezTo>
                      <a:pt x="701337" y="26302"/>
                      <a:pt x="700101" y="25518"/>
                      <a:pt x="697627" y="25518"/>
                    </a:cubicBezTo>
                    <a:cubicBezTo>
                      <a:pt x="695154" y="25518"/>
                      <a:pt x="689574" y="26754"/>
                      <a:pt x="680887" y="29228"/>
                    </a:cubicBezTo>
                    <a:cubicBezTo>
                      <a:pt x="672200" y="31701"/>
                      <a:pt x="665776" y="33752"/>
                      <a:pt x="661613" y="35381"/>
                    </a:cubicBezTo>
                    <a:cubicBezTo>
                      <a:pt x="657451" y="37010"/>
                      <a:pt x="654284" y="37824"/>
                      <a:pt x="652112" y="37824"/>
                    </a:cubicBezTo>
                    <a:cubicBezTo>
                      <a:pt x="649940" y="37824"/>
                      <a:pt x="647346" y="36648"/>
                      <a:pt x="644330" y="34295"/>
                    </a:cubicBezTo>
                    <a:cubicBezTo>
                      <a:pt x="641314" y="31942"/>
                      <a:pt x="639806" y="30193"/>
                      <a:pt x="639806" y="29047"/>
                    </a:cubicBezTo>
                    <a:cubicBezTo>
                      <a:pt x="639806" y="27901"/>
                      <a:pt x="641012" y="27327"/>
                      <a:pt x="643425" y="27327"/>
                    </a:cubicBezTo>
                    <a:lnTo>
                      <a:pt x="648493" y="27508"/>
                    </a:lnTo>
                    <a:cubicBezTo>
                      <a:pt x="655611" y="27508"/>
                      <a:pt x="664298" y="26604"/>
                      <a:pt x="674553" y="24794"/>
                    </a:cubicBezTo>
                    <a:cubicBezTo>
                      <a:pt x="684808" y="22984"/>
                      <a:pt x="692349" y="20933"/>
                      <a:pt x="697175" y="18641"/>
                    </a:cubicBezTo>
                    <a:cubicBezTo>
                      <a:pt x="700553" y="17072"/>
                      <a:pt x="703268" y="16288"/>
                      <a:pt x="705319" y="16288"/>
                    </a:cubicBezTo>
                    <a:close/>
                    <a:moveTo>
                      <a:pt x="1064916" y="12849"/>
                    </a:moveTo>
                    <a:cubicBezTo>
                      <a:pt x="1066846" y="12849"/>
                      <a:pt x="1069893" y="13935"/>
                      <a:pt x="1074055" y="16107"/>
                    </a:cubicBezTo>
                    <a:cubicBezTo>
                      <a:pt x="1078218" y="18279"/>
                      <a:pt x="1080299" y="20330"/>
                      <a:pt x="1080299" y="22260"/>
                    </a:cubicBezTo>
                    <a:cubicBezTo>
                      <a:pt x="1080299" y="23346"/>
                      <a:pt x="1079575" y="24854"/>
                      <a:pt x="1078127" y="26785"/>
                    </a:cubicBezTo>
                    <a:cubicBezTo>
                      <a:pt x="1076679" y="28715"/>
                      <a:pt x="1074809" y="31972"/>
                      <a:pt x="1072517" y="36557"/>
                    </a:cubicBezTo>
                    <a:cubicBezTo>
                      <a:pt x="1066364" y="48140"/>
                      <a:pt x="1061055" y="57369"/>
                      <a:pt x="1056591" y="64246"/>
                    </a:cubicBezTo>
                    <a:cubicBezTo>
                      <a:pt x="1066364" y="62316"/>
                      <a:pt x="1076257" y="58998"/>
                      <a:pt x="1086271" y="54293"/>
                    </a:cubicBezTo>
                    <a:cubicBezTo>
                      <a:pt x="1091218" y="52121"/>
                      <a:pt x="1095320" y="51035"/>
                      <a:pt x="1098577" y="51035"/>
                    </a:cubicBezTo>
                    <a:cubicBezTo>
                      <a:pt x="1101835" y="51035"/>
                      <a:pt x="1104459" y="51337"/>
                      <a:pt x="1106450" y="51940"/>
                    </a:cubicBezTo>
                    <a:cubicBezTo>
                      <a:pt x="1108440" y="52543"/>
                      <a:pt x="1109436" y="53388"/>
                      <a:pt x="1109436" y="54474"/>
                    </a:cubicBezTo>
                    <a:cubicBezTo>
                      <a:pt x="1109436" y="55560"/>
                      <a:pt x="1108772" y="56555"/>
                      <a:pt x="1107445" y="57460"/>
                    </a:cubicBezTo>
                    <a:cubicBezTo>
                      <a:pt x="1106118" y="58365"/>
                      <a:pt x="1102981" y="59601"/>
                      <a:pt x="1098034" y="61170"/>
                    </a:cubicBezTo>
                    <a:cubicBezTo>
                      <a:pt x="1093088" y="62738"/>
                      <a:pt x="1085969" y="64488"/>
                      <a:pt x="1076679" y="66418"/>
                    </a:cubicBezTo>
                    <a:cubicBezTo>
                      <a:pt x="1081385" y="70520"/>
                      <a:pt x="1083737" y="73657"/>
                      <a:pt x="1083737" y="75829"/>
                    </a:cubicBezTo>
                    <a:cubicBezTo>
                      <a:pt x="1083737" y="76432"/>
                      <a:pt x="1083345" y="77819"/>
                      <a:pt x="1082561" y="79991"/>
                    </a:cubicBezTo>
                    <a:cubicBezTo>
                      <a:pt x="1081777" y="82163"/>
                      <a:pt x="1081023" y="84998"/>
                      <a:pt x="1080299" y="88497"/>
                    </a:cubicBezTo>
                    <a:cubicBezTo>
                      <a:pt x="1078972" y="95374"/>
                      <a:pt x="1076679" y="103096"/>
                      <a:pt x="1073422" y="111662"/>
                    </a:cubicBezTo>
                    <a:cubicBezTo>
                      <a:pt x="1078851" y="117574"/>
                      <a:pt x="1085336" y="122581"/>
                      <a:pt x="1092877" y="126683"/>
                    </a:cubicBezTo>
                    <a:cubicBezTo>
                      <a:pt x="1100417" y="130785"/>
                      <a:pt x="1111125" y="134646"/>
                      <a:pt x="1125000" y="138265"/>
                    </a:cubicBezTo>
                    <a:cubicBezTo>
                      <a:pt x="1127895" y="138989"/>
                      <a:pt x="1129343" y="139894"/>
                      <a:pt x="1129343" y="140980"/>
                    </a:cubicBezTo>
                    <a:cubicBezTo>
                      <a:pt x="1129343" y="141583"/>
                      <a:pt x="1128800" y="142066"/>
                      <a:pt x="1127714" y="142428"/>
                    </a:cubicBezTo>
                    <a:cubicBezTo>
                      <a:pt x="1126628" y="142790"/>
                      <a:pt x="1122436" y="143393"/>
                      <a:pt x="1115137" y="144237"/>
                    </a:cubicBezTo>
                    <a:cubicBezTo>
                      <a:pt x="1107837" y="145082"/>
                      <a:pt x="1102679" y="145504"/>
                      <a:pt x="1099663" y="145504"/>
                    </a:cubicBezTo>
                    <a:cubicBezTo>
                      <a:pt x="1096647" y="145504"/>
                      <a:pt x="1094324" y="145293"/>
                      <a:pt x="1092696" y="144871"/>
                    </a:cubicBezTo>
                    <a:cubicBezTo>
                      <a:pt x="1091067" y="144449"/>
                      <a:pt x="1089619" y="143725"/>
                      <a:pt x="1088352" y="142699"/>
                    </a:cubicBezTo>
                    <a:cubicBezTo>
                      <a:pt x="1087085" y="141674"/>
                      <a:pt x="1084703" y="139080"/>
                      <a:pt x="1081204" y="134917"/>
                    </a:cubicBezTo>
                    <a:cubicBezTo>
                      <a:pt x="1077705" y="130755"/>
                      <a:pt x="1073663" y="125597"/>
                      <a:pt x="1069078" y="119444"/>
                    </a:cubicBezTo>
                    <a:cubicBezTo>
                      <a:pt x="1059185" y="133077"/>
                      <a:pt x="1047844" y="139894"/>
                      <a:pt x="1035055" y="139894"/>
                    </a:cubicBezTo>
                    <a:cubicBezTo>
                      <a:pt x="1033125" y="139894"/>
                      <a:pt x="1032159" y="139623"/>
                      <a:pt x="1032159" y="139080"/>
                    </a:cubicBezTo>
                    <a:cubicBezTo>
                      <a:pt x="1032159" y="138537"/>
                      <a:pt x="1033064" y="137843"/>
                      <a:pt x="1034874" y="136998"/>
                    </a:cubicBezTo>
                    <a:cubicBezTo>
                      <a:pt x="1048870" y="130483"/>
                      <a:pt x="1058702" y="122400"/>
                      <a:pt x="1064373" y="112748"/>
                    </a:cubicBezTo>
                    <a:cubicBezTo>
                      <a:pt x="1060271" y="106594"/>
                      <a:pt x="1056621" y="100472"/>
                      <a:pt x="1053424" y="94379"/>
                    </a:cubicBezTo>
                    <a:cubicBezTo>
                      <a:pt x="1050227" y="88286"/>
                      <a:pt x="1047241" y="83792"/>
                      <a:pt x="1044466" y="80896"/>
                    </a:cubicBezTo>
                    <a:cubicBezTo>
                      <a:pt x="1041450" y="84154"/>
                      <a:pt x="1039398" y="85782"/>
                      <a:pt x="1038313" y="85782"/>
                    </a:cubicBezTo>
                    <a:cubicBezTo>
                      <a:pt x="1037227" y="85782"/>
                      <a:pt x="1036684" y="85360"/>
                      <a:pt x="1036684" y="84516"/>
                    </a:cubicBezTo>
                    <a:cubicBezTo>
                      <a:pt x="1036684" y="83671"/>
                      <a:pt x="1037046" y="82706"/>
                      <a:pt x="1037770" y="81620"/>
                    </a:cubicBezTo>
                    <a:cubicBezTo>
                      <a:pt x="1045733" y="69796"/>
                      <a:pt x="1052037" y="58334"/>
                      <a:pt x="1056682" y="47235"/>
                    </a:cubicBezTo>
                    <a:cubicBezTo>
                      <a:pt x="1061327" y="36135"/>
                      <a:pt x="1063649" y="27689"/>
                      <a:pt x="1063649" y="21898"/>
                    </a:cubicBezTo>
                    <a:cubicBezTo>
                      <a:pt x="1063649" y="19847"/>
                      <a:pt x="1063378" y="18369"/>
                      <a:pt x="1062835" y="17464"/>
                    </a:cubicBezTo>
                    <a:cubicBezTo>
                      <a:pt x="1062292" y="16559"/>
                      <a:pt x="1062020" y="15805"/>
                      <a:pt x="1062020" y="15202"/>
                    </a:cubicBezTo>
                    <a:cubicBezTo>
                      <a:pt x="1062020" y="13634"/>
                      <a:pt x="1062986" y="12849"/>
                      <a:pt x="1064916" y="12849"/>
                    </a:cubicBezTo>
                    <a:close/>
                    <a:moveTo>
                      <a:pt x="1241186" y="11945"/>
                    </a:moveTo>
                    <a:cubicBezTo>
                      <a:pt x="1242754" y="11945"/>
                      <a:pt x="1246162" y="13091"/>
                      <a:pt x="1251411" y="15383"/>
                    </a:cubicBezTo>
                    <a:cubicBezTo>
                      <a:pt x="1256659" y="17675"/>
                      <a:pt x="1259283" y="19666"/>
                      <a:pt x="1259283" y="21355"/>
                    </a:cubicBezTo>
                    <a:cubicBezTo>
                      <a:pt x="1259283" y="22682"/>
                      <a:pt x="1257956" y="24311"/>
                      <a:pt x="1255302" y="26242"/>
                    </a:cubicBezTo>
                    <a:cubicBezTo>
                      <a:pt x="1252647" y="28172"/>
                      <a:pt x="1249541" y="30736"/>
                      <a:pt x="1245982" y="33933"/>
                    </a:cubicBezTo>
                    <a:cubicBezTo>
                      <a:pt x="1242422" y="37130"/>
                      <a:pt x="1240160" y="39211"/>
                      <a:pt x="1239195" y="40177"/>
                    </a:cubicBezTo>
                    <a:cubicBezTo>
                      <a:pt x="1236661" y="42710"/>
                      <a:pt x="1232167" y="46601"/>
                      <a:pt x="1225712" y="51850"/>
                    </a:cubicBezTo>
                    <a:cubicBezTo>
                      <a:pt x="1219258" y="57098"/>
                      <a:pt x="1215095" y="60295"/>
                      <a:pt x="1213225" y="61441"/>
                    </a:cubicBezTo>
                    <a:cubicBezTo>
                      <a:pt x="1211355" y="62587"/>
                      <a:pt x="1209967" y="63160"/>
                      <a:pt x="1209063" y="63160"/>
                    </a:cubicBezTo>
                    <a:cubicBezTo>
                      <a:pt x="1208158" y="63160"/>
                      <a:pt x="1207705" y="62738"/>
                      <a:pt x="1207705" y="61894"/>
                    </a:cubicBezTo>
                    <a:cubicBezTo>
                      <a:pt x="1207705" y="61049"/>
                      <a:pt x="1208489" y="59843"/>
                      <a:pt x="1210058" y="58274"/>
                    </a:cubicBezTo>
                    <a:cubicBezTo>
                      <a:pt x="1230930" y="36919"/>
                      <a:pt x="1240643" y="23165"/>
                      <a:pt x="1239195" y="17012"/>
                    </a:cubicBezTo>
                    <a:cubicBezTo>
                      <a:pt x="1238954" y="16288"/>
                      <a:pt x="1238833" y="15624"/>
                      <a:pt x="1238833" y="15021"/>
                    </a:cubicBezTo>
                    <a:cubicBezTo>
                      <a:pt x="1238833" y="12970"/>
                      <a:pt x="1239617" y="11945"/>
                      <a:pt x="1241186" y="11945"/>
                    </a:cubicBezTo>
                    <a:close/>
                    <a:moveTo>
                      <a:pt x="483896" y="10497"/>
                    </a:moveTo>
                    <a:cubicBezTo>
                      <a:pt x="485525" y="10497"/>
                      <a:pt x="488752" y="11432"/>
                      <a:pt x="493578" y="13302"/>
                    </a:cubicBezTo>
                    <a:cubicBezTo>
                      <a:pt x="498404" y="15172"/>
                      <a:pt x="500817" y="17675"/>
                      <a:pt x="500817" y="20812"/>
                    </a:cubicBezTo>
                    <a:cubicBezTo>
                      <a:pt x="500817" y="22019"/>
                      <a:pt x="500455" y="23829"/>
                      <a:pt x="499731" y="26242"/>
                    </a:cubicBezTo>
                    <a:cubicBezTo>
                      <a:pt x="498404" y="30585"/>
                      <a:pt x="497559" y="38186"/>
                      <a:pt x="497197" y="49044"/>
                    </a:cubicBezTo>
                    <a:cubicBezTo>
                      <a:pt x="513847" y="46269"/>
                      <a:pt x="523620" y="44399"/>
                      <a:pt x="526515" y="43434"/>
                    </a:cubicBezTo>
                    <a:cubicBezTo>
                      <a:pt x="529532" y="42107"/>
                      <a:pt x="531794" y="41443"/>
                      <a:pt x="533302" y="41443"/>
                    </a:cubicBezTo>
                    <a:cubicBezTo>
                      <a:pt x="534810" y="41443"/>
                      <a:pt x="538309" y="42982"/>
                      <a:pt x="543799" y="46058"/>
                    </a:cubicBezTo>
                    <a:cubicBezTo>
                      <a:pt x="549288" y="49135"/>
                      <a:pt x="552033" y="51638"/>
                      <a:pt x="552033" y="53569"/>
                    </a:cubicBezTo>
                    <a:cubicBezTo>
                      <a:pt x="552033" y="54896"/>
                      <a:pt x="551098" y="56283"/>
                      <a:pt x="549228" y="57731"/>
                    </a:cubicBezTo>
                    <a:cubicBezTo>
                      <a:pt x="547358" y="59179"/>
                      <a:pt x="545729" y="61260"/>
                      <a:pt x="544341" y="63975"/>
                    </a:cubicBezTo>
                    <a:cubicBezTo>
                      <a:pt x="542954" y="66689"/>
                      <a:pt x="541778" y="69947"/>
                      <a:pt x="540812" y="73748"/>
                    </a:cubicBezTo>
                    <a:cubicBezTo>
                      <a:pt x="539847" y="77548"/>
                      <a:pt x="538218" y="82917"/>
                      <a:pt x="535926" y="89854"/>
                    </a:cubicBezTo>
                    <a:cubicBezTo>
                      <a:pt x="533634" y="96792"/>
                      <a:pt x="531341" y="101678"/>
                      <a:pt x="529049" y="104513"/>
                    </a:cubicBezTo>
                    <a:cubicBezTo>
                      <a:pt x="526757" y="107349"/>
                      <a:pt x="524977" y="108766"/>
                      <a:pt x="523710" y="108766"/>
                    </a:cubicBezTo>
                    <a:cubicBezTo>
                      <a:pt x="522443" y="108766"/>
                      <a:pt x="521358" y="108012"/>
                      <a:pt x="520453" y="106504"/>
                    </a:cubicBezTo>
                    <a:cubicBezTo>
                      <a:pt x="519548" y="104996"/>
                      <a:pt x="518070" y="104242"/>
                      <a:pt x="516019" y="104242"/>
                    </a:cubicBezTo>
                    <a:cubicBezTo>
                      <a:pt x="513968" y="104242"/>
                      <a:pt x="507392" y="105026"/>
                      <a:pt x="496293" y="106594"/>
                    </a:cubicBezTo>
                    <a:cubicBezTo>
                      <a:pt x="496172" y="114075"/>
                      <a:pt x="496353" y="119957"/>
                      <a:pt x="496835" y="124240"/>
                    </a:cubicBezTo>
                    <a:cubicBezTo>
                      <a:pt x="497318" y="128523"/>
                      <a:pt x="498283" y="131720"/>
                      <a:pt x="499731" y="133831"/>
                    </a:cubicBezTo>
                    <a:cubicBezTo>
                      <a:pt x="501179" y="135943"/>
                      <a:pt x="504346" y="137632"/>
                      <a:pt x="509232" y="138899"/>
                    </a:cubicBezTo>
                    <a:cubicBezTo>
                      <a:pt x="514119" y="140165"/>
                      <a:pt x="519699" y="140799"/>
                      <a:pt x="525972" y="140799"/>
                    </a:cubicBezTo>
                    <a:cubicBezTo>
                      <a:pt x="532246" y="140799"/>
                      <a:pt x="538309" y="140316"/>
                      <a:pt x="544160" y="139351"/>
                    </a:cubicBezTo>
                    <a:cubicBezTo>
                      <a:pt x="550012" y="138386"/>
                      <a:pt x="553722" y="137149"/>
                      <a:pt x="555290" y="135641"/>
                    </a:cubicBezTo>
                    <a:cubicBezTo>
                      <a:pt x="556859" y="134133"/>
                      <a:pt x="558246" y="132052"/>
                      <a:pt x="559453" y="129397"/>
                    </a:cubicBezTo>
                    <a:cubicBezTo>
                      <a:pt x="560659" y="126743"/>
                      <a:pt x="562228" y="120650"/>
                      <a:pt x="564158" y="111119"/>
                    </a:cubicBezTo>
                    <a:cubicBezTo>
                      <a:pt x="564641" y="108706"/>
                      <a:pt x="565304" y="107499"/>
                      <a:pt x="566149" y="107499"/>
                    </a:cubicBezTo>
                    <a:cubicBezTo>
                      <a:pt x="566993" y="107499"/>
                      <a:pt x="567567" y="109038"/>
                      <a:pt x="567868" y="112114"/>
                    </a:cubicBezTo>
                    <a:cubicBezTo>
                      <a:pt x="568170" y="115191"/>
                      <a:pt x="568954" y="119172"/>
                      <a:pt x="570221" y="124059"/>
                    </a:cubicBezTo>
                    <a:cubicBezTo>
                      <a:pt x="571488" y="128945"/>
                      <a:pt x="572543" y="132142"/>
                      <a:pt x="573388" y="133650"/>
                    </a:cubicBezTo>
                    <a:cubicBezTo>
                      <a:pt x="574232" y="135158"/>
                      <a:pt x="574655" y="136455"/>
                      <a:pt x="574655" y="137541"/>
                    </a:cubicBezTo>
                    <a:cubicBezTo>
                      <a:pt x="574655" y="140920"/>
                      <a:pt x="570221" y="144268"/>
                      <a:pt x="561353" y="147585"/>
                    </a:cubicBezTo>
                    <a:cubicBezTo>
                      <a:pt x="552485" y="150903"/>
                      <a:pt x="542260" y="152562"/>
                      <a:pt x="530678" y="152562"/>
                    </a:cubicBezTo>
                    <a:cubicBezTo>
                      <a:pt x="522353" y="152562"/>
                      <a:pt x="515295" y="151657"/>
                      <a:pt x="509504" y="149848"/>
                    </a:cubicBezTo>
                    <a:cubicBezTo>
                      <a:pt x="503713" y="148038"/>
                      <a:pt x="499188" y="145595"/>
                      <a:pt x="495931" y="142518"/>
                    </a:cubicBezTo>
                    <a:cubicBezTo>
                      <a:pt x="492673" y="139442"/>
                      <a:pt x="490532" y="135370"/>
                      <a:pt x="489506" y="130302"/>
                    </a:cubicBezTo>
                    <a:cubicBezTo>
                      <a:pt x="488480" y="125235"/>
                      <a:pt x="488028" y="117694"/>
                      <a:pt x="488149" y="107680"/>
                    </a:cubicBezTo>
                    <a:cubicBezTo>
                      <a:pt x="478617" y="109128"/>
                      <a:pt x="471559" y="109973"/>
                      <a:pt x="466975" y="110214"/>
                    </a:cubicBezTo>
                    <a:cubicBezTo>
                      <a:pt x="466854" y="113351"/>
                      <a:pt x="465949" y="114919"/>
                      <a:pt x="464260" y="114919"/>
                    </a:cubicBezTo>
                    <a:cubicBezTo>
                      <a:pt x="463295" y="114919"/>
                      <a:pt x="462330" y="114075"/>
                      <a:pt x="461364" y="112386"/>
                    </a:cubicBezTo>
                    <a:cubicBezTo>
                      <a:pt x="460399" y="110697"/>
                      <a:pt x="459675" y="108706"/>
                      <a:pt x="459193" y="106414"/>
                    </a:cubicBezTo>
                    <a:cubicBezTo>
                      <a:pt x="456418" y="93625"/>
                      <a:pt x="453763" y="82887"/>
                      <a:pt x="451230" y="74200"/>
                    </a:cubicBezTo>
                    <a:cubicBezTo>
                      <a:pt x="448696" y="65513"/>
                      <a:pt x="446645" y="60416"/>
                      <a:pt x="445077" y="58908"/>
                    </a:cubicBezTo>
                    <a:cubicBezTo>
                      <a:pt x="443508" y="57399"/>
                      <a:pt x="442724" y="55982"/>
                      <a:pt x="442724" y="54655"/>
                    </a:cubicBezTo>
                    <a:cubicBezTo>
                      <a:pt x="442724" y="53328"/>
                      <a:pt x="443810" y="52664"/>
                      <a:pt x="445981" y="52664"/>
                    </a:cubicBezTo>
                    <a:cubicBezTo>
                      <a:pt x="448153" y="52664"/>
                      <a:pt x="451411" y="53629"/>
                      <a:pt x="455754" y="55560"/>
                    </a:cubicBezTo>
                    <a:cubicBezTo>
                      <a:pt x="467699" y="53870"/>
                      <a:pt x="478557" y="52181"/>
                      <a:pt x="488330" y="50492"/>
                    </a:cubicBezTo>
                    <a:cubicBezTo>
                      <a:pt x="488209" y="36014"/>
                      <a:pt x="487033" y="26513"/>
                      <a:pt x="484801" y="21989"/>
                    </a:cubicBezTo>
                    <a:cubicBezTo>
                      <a:pt x="482569" y="17464"/>
                      <a:pt x="481453" y="14418"/>
                      <a:pt x="481453" y="12849"/>
                    </a:cubicBezTo>
                    <a:cubicBezTo>
                      <a:pt x="481453" y="11281"/>
                      <a:pt x="482267" y="10497"/>
                      <a:pt x="483896" y="10497"/>
                    </a:cubicBezTo>
                    <a:close/>
                    <a:moveTo>
                      <a:pt x="819876" y="7963"/>
                    </a:moveTo>
                    <a:cubicBezTo>
                      <a:pt x="821686" y="7963"/>
                      <a:pt x="824973" y="8989"/>
                      <a:pt x="829739" y="11040"/>
                    </a:cubicBezTo>
                    <a:cubicBezTo>
                      <a:pt x="834505" y="13091"/>
                      <a:pt x="836887" y="14991"/>
                      <a:pt x="836887" y="16740"/>
                    </a:cubicBezTo>
                    <a:cubicBezTo>
                      <a:pt x="836887" y="18490"/>
                      <a:pt x="836284" y="20692"/>
                      <a:pt x="835078" y="23346"/>
                    </a:cubicBezTo>
                    <a:cubicBezTo>
                      <a:pt x="833751" y="25518"/>
                      <a:pt x="832604" y="36256"/>
                      <a:pt x="831639" y="55560"/>
                    </a:cubicBezTo>
                    <a:cubicBezTo>
                      <a:pt x="837551" y="53870"/>
                      <a:pt x="842166" y="53026"/>
                      <a:pt x="845484" y="53026"/>
                    </a:cubicBezTo>
                    <a:cubicBezTo>
                      <a:pt x="848802" y="53026"/>
                      <a:pt x="851064" y="53388"/>
                      <a:pt x="852270" y="54112"/>
                    </a:cubicBezTo>
                    <a:cubicBezTo>
                      <a:pt x="853477" y="54836"/>
                      <a:pt x="854080" y="55741"/>
                      <a:pt x="854080" y="56826"/>
                    </a:cubicBezTo>
                    <a:cubicBezTo>
                      <a:pt x="854080" y="57912"/>
                      <a:pt x="852270" y="59149"/>
                      <a:pt x="848651" y="60536"/>
                    </a:cubicBezTo>
                    <a:cubicBezTo>
                      <a:pt x="845031" y="61924"/>
                      <a:pt x="839240" y="63462"/>
                      <a:pt x="831277" y="65151"/>
                    </a:cubicBezTo>
                    <a:cubicBezTo>
                      <a:pt x="831036" y="73476"/>
                      <a:pt x="830915" y="80534"/>
                      <a:pt x="830915" y="86325"/>
                    </a:cubicBezTo>
                    <a:cubicBezTo>
                      <a:pt x="840447" y="79810"/>
                      <a:pt x="846298" y="76553"/>
                      <a:pt x="848470" y="76553"/>
                    </a:cubicBezTo>
                    <a:cubicBezTo>
                      <a:pt x="849435" y="76553"/>
                      <a:pt x="849918" y="76915"/>
                      <a:pt x="849918" y="77638"/>
                    </a:cubicBezTo>
                    <a:cubicBezTo>
                      <a:pt x="849918" y="78362"/>
                      <a:pt x="848681" y="79780"/>
                      <a:pt x="846208" y="81891"/>
                    </a:cubicBezTo>
                    <a:cubicBezTo>
                      <a:pt x="843734" y="84003"/>
                      <a:pt x="838637" y="87954"/>
                      <a:pt x="830915" y="93745"/>
                    </a:cubicBezTo>
                    <a:lnTo>
                      <a:pt x="831458" y="130121"/>
                    </a:lnTo>
                    <a:cubicBezTo>
                      <a:pt x="831458" y="136757"/>
                      <a:pt x="830614" y="142971"/>
                      <a:pt x="828925" y="148762"/>
                    </a:cubicBezTo>
                    <a:cubicBezTo>
                      <a:pt x="827236" y="154553"/>
                      <a:pt x="825184" y="157449"/>
                      <a:pt x="822771" y="157449"/>
                    </a:cubicBezTo>
                    <a:cubicBezTo>
                      <a:pt x="821565" y="157449"/>
                      <a:pt x="820358" y="156483"/>
                      <a:pt x="819152" y="154553"/>
                    </a:cubicBezTo>
                    <a:cubicBezTo>
                      <a:pt x="817945" y="152623"/>
                      <a:pt x="816075" y="150119"/>
                      <a:pt x="813542" y="147042"/>
                    </a:cubicBezTo>
                    <a:cubicBezTo>
                      <a:pt x="811008" y="143966"/>
                      <a:pt x="809017" y="141794"/>
                      <a:pt x="807570" y="140527"/>
                    </a:cubicBezTo>
                    <a:cubicBezTo>
                      <a:pt x="806122" y="139261"/>
                      <a:pt x="805398" y="138356"/>
                      <a:pt x="805398" y="137813"/>
                    </a:cubicBezTo>
                    <a:cubicBezTo>
                      <a:pt x="805398" y="137270"/>
                      <a:pt x="805760" y="136998"/>
                      <a:pt x="806484" y="136998"/>
                    </a:cubicBezTo>
                    <a:cubicBezTo>
                      <a:pt x="807208" y="136998"/>
                      <a:pt x="808776" y="137270"/>
                      <a:pt x="811189" y="137813"/>
                    </a:cubicBezTo>
                    <a:cubicBezTo>
                      <a:pt x="813602" y="138356"/>
                      <a:pt x="815593" y="138627"/>
                      <a:pt x="817161" y="138627"/>
                    </a:cubicBezTo>
                    <a:cubicBezTo>
                      <a:pt x="818730" y="138627"/>
                      <a:pt x="819785" y="138024"/>
                      <a:pt x="820328" y="136817"/>
                    </a:cubicBezTo>
                    <a:cubicBezTo>
                      <a:pt x="820871" y="135611"/>
                      <a:pt x="821414" y="132323"/>
                      <a:pt x="821957" y="126954"/>
                    </a:cubicBezTo>
                    <a:cubicBezTo>
                      <a:pt x="822500" y="121585"/>
                      <a:pt x="823013" y="112446"/>
                      <a:pt x="823495" y="99536"/>
                    </a:cubicBezTo>
                    <a:cubicBezTo>
                      <a:pt x="813602" y="107017"/>
                      <a:pt x="805699" y="113713"/>
                      <a:pt x="799788" y="119625"/>
                    </a:cubicBezTo>
                    <a:cubicBezTo>
                      <a:pt x="796530" y="122762"/>
                      <a:pt x="794027" y="124330"/>
                      <a:pt x="792277" y="124330"/>
                    </a:cubicBezTo>
                    <a:cubicBezTo>
                      <a:pt x="790528" y="124330"/>
                      <a:pt x="788235" y="123093"/>
                      <a:pt x="785400" y="120620"/>
                    </a:cubicBezTo>
                    <a:cubicBezTo>
                      <a:pt x="782565" y="118147"/>
                      <a:pt x="781147" y="116186"/>
                      <a:pt x="781147" y="114738"/>
                    </a:cubicBezTo>
                    <a:cubicBezTo>
                      <a:pt x="781147" y="113291"/>
                      <a:pt x="783319" y="112446"/>
                      <a:pt x="787662" y="112205"/>
                    </a:cubicBezTo>
                    <a:cubicBezTo>
                      <a:pt x="792006" y="111963"/>
                      <a:pt x="804071" y="105026"/>
                      <a:pt x="823857" y="91393"/>
                    </a:cubicBezTo>
                    <a:cubicBezTo>
                      <a:pt x="824219" y="79690"/>
                      <a:pt x="824400" y="71485"/>
                      <a:pt x="824400" y="66780"/>
                    </a:cubicBezTo>
                    <a:cubicBezTo>
                      <a:pt x="821625" y="67263"/>
                      <a:pt x="818126" y="67986"/>
                      <a:pt x="813904" y="68952"/>
                    </a:cubicBezTo>
                    <a:cubicBezTo>
                      <a:pt x="809681" y="69917"/>
                      <a:pt x="806122" y="70399"/>
                      <a:pt x="803226" y="70399"/>
                    </a:cubicBezTo>
                    <a:cubicBezTo>
                      <a:pt x="800331" y="70399"/>
                      <a:pt x="797918" y="69947"/>
                      <a:pt x="795987" y="69042"/>
                    </a:cubicBezTo>
                    <a:cubicBezTo>
                      <a:pt x="794057" y="68137"/>
                      <a:pt x="793092" y="67323"/>
                      <a:pt x="793092" y="66599"/>
                    </a:cubicBezTo>
                    <a:cubicBezTo>
                      <a:pt x="793092" y="65875"/>
                      <a:pt x="793936" y="65332"/>
                      <a:pt x="795625" y="64970"/>
                    </a:cubicBezTo>
                    <a:cubicBezTo>
                      <a:pt x="803347" y="63402"/>
                      <a:pt x="812938" y="61049"/>
                      <a:pt x="824400" y="57912"/>
                    </a:cubicBezTo>
                    <a:cubicBezTo>
                      <a:pt x="824280" y="40418"/>
                      <a:pt x="823948" y="29258"/>
                      <a:pt x="823405" y="24432"/>
                    </a:cubicBezTo>
                    <a:cubicBezTo>
                      <a:pt x="822862" y="19606"/>
                      <a:pt x="821686" y="16258"/>
                      <a:pt x="819876" y="14388"/>
                    </a:cubicBezTo>
                    <a:cubicBezTo>
                      <a:pt x="818066" y="12518"/>
                      <a:pt x="817161" y="10979"/>
                      <a:pt x="817161" y="9773"/>
                    </a:cubicBezTo>
                    <a:cubicBezTo>
                      <a:pt x="817161" y="8566"/>
                      <a:pt x="818066" y="7963"/>
                      <a:pt x="819876" y="7963"/>
                    </a:cubicBezTo>
                    <a:close/>
                    <a:moveTo>
                      <a:pt x="1401168" y="7058"/>
                    </a:moveTo>
                    <a:cubicBezTo>
                      <a:pt x="1406476" y="7058"/>
                      <a:pt x="1410970" y="8265"/>
                      <a:pt x="1414650" y="10678"/>
                    </a:cubicBezTo>
                    <a:cubicBezTo>
                      <a:pt x="1418330" y="13091"/>
                      <a:pt x="1420170" y="16348"/>
                      <a:pt x="1420170" y="20450"/>
                    </a:cubicBezTo>
                    <a:cubicBezTo>
                      <a:pt x="1420170" y="22260"/>
                      <a:pt x="1419748" y="23708"/>
                      <a:pt x="1418903" y="24794"/>
                    </a:cubicBezTo>
                    <a:cubicBezTo>
                      <a:pt x="1418059" y="25880"/>
                      <a:pt x="1417033" y="26423"/>
                      <a:pt x="1415827" y="26423"/>
                    </a:cubicBezTo>
                    <a:cubicBezTo>
                      <a:pt x="1414620" y="26423"/>
                      <a:pt x="1413383" y="26000"/>
                      <a:pt x="1412117" y="25156"/>
                    </a:cubicBezTo>
                    <a:cubicBezTo>
                      <a:pt x="1410850" y="24311"/>
                      <a:pt x="1407984" y="21597"/>
                      <a:pt x="1403520" y="17012"/>
                    </a:cubicBezTo>
                    <a:cubicBezTo>
                      <a:pt x="1399056" y="12427"/>
                      <a:pt x="1396824" y="9622"/>
                      <a:pt x="1396824" y="8597"/>
                    </a:cubicBezTo>
                    <a:cubicBezTo>
                      <a:pt x="1396824" y="7571"/>
                      <a:pt x="1398272" y="7058"/>
                      <a:pt x="1401168" y="7058"/>
                    </a:cubicBezTo>
                    <a:close/>
                    <a:moveTo>
                      <a:pt x="1188160" y="6696"/>
                    </a:moveTo>
                    <a:cubicBezTo>
                      <a:pt x="1190211" y="6696"/>
                      <a:pt x="1193197" y="7420"/>
                      <a:pt x="1197118" y="8868"/>
                    </a:cubicBezTo>
                    <a:cubicBezTo>
                      <a:pt x="1201039" y="10316"/>
                      <a:pt x="1203754" y="11703"/>
                      <a:pt x="1205262" y="13030"/>
                    </a:cubicBezTo>
                    <a:cubicBezTo>
                      <a:pt x="1206770" y="14358"/>
                      <a:pt x="1207524" y="15956"/>
                      <a:pt x="1207524" y="17826"/>
                    </a:cubicBezTo>
                    <a:cubicBezTo>
                      <a:pt x="1207524" y="19696"/>
                      <a:pt x="1207223" y="21747"/>
                      <a:pt x="1206619" y="23979"/>
                    </a:cubicBezTo>
                    <a:cubicBezTo>
                      <a:pt x="1206016" y="26211"/>
                      <a:pt x="1205353" y="31490"/>
                      <a:pt x="1204629" y="39815"/>
                    </a:cubicBezTo>
                    <a:cubicBezTo>
                      <a:pt x="1203905" y="48140"/>
                      <a:pt x="1203422" y="58334"/>
                      <a:pt x="1203181" y="70399"/>
                    </a:cubicBezTo>
                    <a:cubicBezTo>
                      <a:pt x="1230086" y="66177"/>
                      <a:pt x="1247007" y="63402"/>
                      <a:pt x="1253944" y="62075"/>
                    </a:cubicBezTo>
                    <a:cubicBezTo>
                      <a:pt x="1260882" y="60747"/>
                      <a:pt x="1266190" y="60084"/>
                      <a:pt x="1269870" y="60084"/>
                    </a:cubicBezTo>
                    <a:cubicBezTo>
                      <a:pt x="1273550" y="60084"/>
                      <a:pt x="1277079" y="61079"/>
                      <a:pt x="1280457" y="63070"/>
                    </a:cubicBezTo>
                    <a:cubicBezTo>
                      <a:pt x="1283835" y="65061"/>
                      <a:pt x="1285524" y="66901"/>
                      <a:pt x="1285524" y="68590"/>
                    </a:cubicBezTo>
                    <a:cubicBezTo>
                      <a:pt x="1285524" y="70882"/>
                      <a:pt x="1283051" y="72028"/>
                      <a:pt x="1278105" y="72028"/>
                    </a:cubicBezTo>
                    <a:lnTo>
                      <a:pt x="1263265" y="71847"/>
                    </a:lnTo>
                    <a:cubicBezTo>
                      <a:pt x="1247701" y="71847"/>
                      <a:pt x="1231292" y="73114"/>
                      <a:pt x="1214039" y="75648"/>
                    </a:cubicBezTo>
                    <a:cubicBezTo>
                      <a:pt x="1230206" y="90608"/>
                      <a:pt x="1241910" y="100954"/>
                      <a:pt x="1249148" y="106685"/>
                    </a:cubicBezTo>
                    <a:cubicBezTo>
                      <a:pt x="1256388" y="112416"/>
                      <a:pt x="1263476" y="116729"/>
                      <a:pt x="1270413" y="119625"/>
                    </a:cubicBezTo>
                    <a:cubicBezTo>
                      <a:pt x="1277351" y="122520"/>
                      <a:pt x="1288179" y="125838"/>
                      <a:pt x="1302898" y="129578"/>
                    </a:cubicBezTo>
                    <a:cubicBezTo>
                      <a:pt x="1305673" y="130182"/>
                      <a:pt x="1307060" y="131147"/>
                      <a:pt x="1307060" y="132474"/>
                    </a:cubicBezTo>
                    <a:cubicBezTo>
                      <a:pt x="1307060" y="133077"/>
                      <a:pt x="1306548" y="133560"/>
                      <a:pt x="1305522" y="133922"/>
                    </a:cubicBezTo>
                    <a:cubicBezTo>
                      <a:pt x="1304497" y="134284"/>
                      <a:pt x="1299641" y="134857"/>
                      <a:pt x="1290954" y="135641"/>
                    </a:cubicBezTo>
                    <a:cubicBezTo>
                      <a:pt x="1282267" y="136425"/>
                      <a:pt x="1276054" y="136817"/>
                      <a:pt x="1272313" y="136817"/>
                    </a:cubicBezTo>
                    <a:cubicBezTo>
                      <a:pt x="1265678" y="136817"/>
                      <a:pt x="1261093" y="135551"/>
                      <a:pt x="1258559" y="133017"/>
                    </a:cubicBezTo>
                    <a:lnTo>
                      <a:pt x="1239014" y="112024"/>
                    </a:lnTo>
                    <a:cubicBezTo>
                      <a:pt x="1228517" y="100803"/>
                      <a:pt x="1217900" y="88919"/>
                      <a:pt x="1207162" y="76372"/>
                    </a:cubicBezTo>
                    <a:cubicBezTo>
                      <a:pt x="1205473" y="76613"/>
                      <a:pt x="1204206" y="76854"/>
                      <a:pt x="1203362" y="77096"/>
                    </a:cubicBezTo>
                    <a:cubicBezTo>
                      <a:pt x="1202759" y="102070"/>
                      <a:pt x="1201914" y="120892"/>
                      <a:pt x="1200828" y="133560"/>
                    </a:cubicBezTo>
                    <a:cubicBezTo>
                      <a:pt x="1216151" y="125959"/>
                      <a:pt x="1224958" y="122158"/>
                      <a:pt x="1227251" y="122158"/>
                    </a:cubicBezTo>
                    <a:cubicBezTo>
                      <a:pt x="1228216" y="122158"/>
                      <a:pt x="1228698" y="122490"/>
                      <a:pt x="1228698" y="123154"/>
                    </a:cubicBezTo>
                    <a:cubicBezTo>
                      <a:pt x="1228698" y="123817"/>
                      <a:pt x="1227974" y="124752"/>
                      <a:pt x="1226527" y="125959"/>
                    </a:cubicBezTo>
                    <a:cubicBezTo>
                      <a:pt x="1210963" y="138627"/>
                      <a:pt x="1200708" y="148098"/>
                      <a:pt x="1195761" y="154372"/>
                    </a:cubicBezTo>
                    <a:cubicBezTo>
                      <a:pt x="1192745" y="158112"/>
                      <a:pt x="1190452" y="159982"/>
                      <a:pt x="1188884" y="159982"/>
                    </a:cubicBezTo>
                    <a:cubicBezTo>
                      <a:pt x="1187315" y="159982"/>
                      <a:pt x="1185596" y="158414"/>
                      <a:pt x="1183726" y="155277"/>
                    </a:cubicBezTo>
                    <a:cubicBezTo>
                      <a:pt x="1181856" y="152140"/>
                      <a:pt x="1180921" y="149456"/>
                      <a:pt x="1180921" y="147223"/>
                    </a:cubicBezTo>
                    <a:cubicBezTo>
                      <a:pt x="1180921" y="144991"/>
                      <a:pt x="1181856" y="143121"/>
                      <a:pt x="1183726" y="141613"/>
                    </a:cubicBezTo>
                    <a:cubicBezTo>
                      <a:pt x="1185596" y="140105"/>
                      <a:pt x="1187346" y="137903"/>
                      <a:pt x="1188974" y="135008"/>
                    </a:cubicBezTo>
                    <a:cubicBezTo>
                      <a:pt x="1190603" y="132112"/>
                      <a:pt x="1192141" y="122762"/>
                      <a:pt x="1193589" y="106956"/>
                    </a:cubicBezTo>
                    <a:cubicBezTo>
                      <a:pt x="1195037" y="91151"/>
                      <a:pt x="1195761" y="81560"/>
                      <a:pt x="1195761" y="78181"/>
                    </a:cubicBezTo>
                    <a:cubicBezTo>
                      <a:pt x="1185747" y="79750"/>
                      <a:pt x="1178086" y="81258"/>
                      <a:pt x="1172777" y="82706"/>
                    </a:cubicBezTo>
                    <a:cubicBezTo>
                      <a:pt x="1167468" y="84154"/>
                      <a:pt x="1163728" y="84877"/>
                      <a:pt x="1161557" y="84877"/>
                    </a:cubicBezTo>
                    <a:cubicBezTo>
                      <a:pt x="1159385" y="84877"/>
                      <a:pt x="1156731" y="83822"/>
                      <a:pt x="1153594" y="81710"/>
                    </a:cubicBezTo>
                    <a:cubicBezTo>
                      <a:pt x="1150457" y="79599"/>
                      <a:pt x="1148888" y="78091"/>
                      <a:pt x="1148888" y="77186"/>
                    </a:cubicBezTo>
                    <a:cubicBezTo>
                      <a:pt x="1148888" y="76281"/>
                      <a:pt x="1149733" y="75829"/>
                      <a:pt x="1151422" y="75829"/>
                    </a:cubicBezTo>
                    <a:lnTo>
                      <a:pt x="1155584" y="76191"/>
                    </a:lnTo>
                    <a:cubicBezTo>
                      <a:pt x="1160290" y="76191"/>
                      <a:pt x="1173742" y="74622"/>
                      <a:pt x="1195942" y="71485"/>
                    </a:cubicBezTo>
                    <a:cubicBezTo>
                      <a:pt x="1195942" y="66780"/>
                      <a:pt x="1195761" y="59481"/>
                      <a:pt x="1195399" y="49587"/>
                    </a:cubicBezTo>
                    <a:cubicBezTo>
                      <a:pt x="1195037" y="39694"/>
                      <a:pt x="1194735" y="33601"/>
                      <a:pt x="1194494" y="31309"/>
                    </a:cubicBezTo>
                    <a:cubicBezTo>
                      <a:pt x="1194253" y="29017"/>
                      <a:pt x="1193800" y="26634"/>
                      <a:pt x="1193137" y="24160"/>
                    </a:cubicBezTo>
                    <a:cubicBezTo>
                      <a:pt x="1192473" y="21687"/>
                      <a:pt x="1191719" y="19546"/>
                      <a:pt x="1190875" y="17736"/>
                    </a:cubicBezTo>
                    <a:cubicBezTo>
                      <a:pt x="1190030" y="15926"/>
                      <a:pt x="1188854" y="14267"/>
                      <a:pt x="1187346" y="12759"/>
                    </a:cubicBezTo>
                    <a:cubicBezTo>
                      <a:pt x="1185837" y="11251"/>
                      <a:pt x="1185083" y="9863"/>
                      <a:pt x="1185083" y="8597"/>
                    </a:cubicBezTo>
                    <a:cubicBezTo>
                      <a:pt x="1185083" y="7330"/>
                      <a:pt x="1186109" y="6696"/>
                      <a:pt x="1188160" y="6696"/>
                    </a:cubicBezTo>
                    <a:close/>
                    <a:moveTo>
                      <a:pt x="1024830" y="0"/>
                    </a:moveTo>
                    <a:cubicBezTo>
                      <a:pt x="1026700" y="0"/>
                      <a:pt x="1029294" y="573"/>
                      <a:pt x="1032612" y="1719"/>
                    </a:cubicBezTo>
                    <a:cubicBezTo>
                      <a:pt x="1035930" y="2866"/>
                      <a:pt x="1037589" y="4706"/>
                      <a:pt x="1037589" y="7239"/>
                    </a:cubicBezTo>
                    <a:cubicBezTo>
                      <a:pt x="1037589" y="7842"/>
                      <a:pt x="1037227" y="9652"/>
                      <a:pt x="1036503" y="12668"/>
                    </a:cubicBezTo>
                    <a:lnTo>
                      <a:pt x="1031255" y="35109"/>
                    </a:lnTo>
                    <a:cubicBezTo>
                      <a:pt x="1036201" y="33541"/>
                      <a:pt x="1040062" y="32757"/>
                      <a:pt x="1042837" y="32757"/>
                    </a:cubicBezTo>
                    <a:cubicBezTo>
                      <a:pt x="1045612" y="32757"/>
                      <a:pt x="1046999" y="33782"/>
                      <a:pt x="1046999" y="35833"/>
                    </a:cubicBezTo>
                    <a:cubicBezTo>
                      <a:pt x="1046999" y="37281"/>
                      <a:pt x="1046245" y="38427"/>
                      <a:pt x="1044737" y="39272"/>
                    </a:cubicBezTo>
                    <a:cubicBezTo>
                      <a:pt x="1043229" y="40116"/>
                      <a:pt x="1038192" y="41685"/>
                      <a:pt x="1029626" y="43977"/>
                    </a:cubicBezTo>
                    <a:lnTo>
                      <a:pt x="1026549" y="61713"/>
                    </a:lnTo>
                    <a:cubicBezTo>
                      <a:pt x="1032582" y="60506"/>
                      <a:pt x="1036865" y="59903"/>
                      <a:pt x="1039398" y="59903"/>
                    </a:cubicBezTo>
                    <a:cubicBezTo>
                      <a:pt x="1041932" y="59903"/>
                      <a:pt x="1043832" y="60295"/>
                      <a:pt x="1045099" y="61079"/>
                    </a:cubicBezTo>
                    <a:cubicBezTo>
                      <a:pt x="1046366" y="61863"/>
                      <a:pt x="1046999" y="62678"/>
                      <a:pt x="1046999" y="63522"/>
                    </a:cubicBezTo>
                    <a:cubicBezTo>
                      <a:pt x="1046999" y="65091"/>
                      <a:pt x="1045160" y="65875"/>
                      <a:pt x="1041480" y="65875"/>
                    </a:cubicBezTo>
                    <a:cubicBezTo>
                      <a:pt x="1037800" y="65875"/>
                      <a:pt x="1027665" y="67715"/>
                      <a:pt x="1011076" y="71395"/>
                    </a:cubicBezTo>
                    <a:cubicBezTo>
                      <a:pt x="994487" y="75075"/>
                      <a:pt x="981486" y="78362"/>
                      <a:pt x="972076" y="81258"/>
                    </a:cubicBezTo>
                    <a:cubicBezTo>
                      <a:pt x="968215" y="82344"/>
                      <a:pt x="965380" y="82887"/>
                      <a:pt x="963570" y="82887"/>
                    </a:cubicBezTo>
                    <a:cubicBezTo>
                      <a:pt x="961760" y="82887"/>
                      <a:pt x="959739" y="82012"/>
                      <a:pt x="957507" y="80263"/>
                    </a:cubicBezTo>
                    <a:cubicBezTo>
                      <a:pt x="955275" y="78513"/>
                      <a:pt x="954159" y="77156"/>
                      <a:pt x="954159" y="76191"/>
                    </a:cubicBezTo>
                    <a:cubicBezTo>
                      <a:pt x="954159" y="75225"/>
                      <a:pt x="954581" y="74562"/>
                      <a:pt x="955426" y="74200"/>
                    </a:cubicBezTo>
                    <a:cubicBezTo>
                      <a:pt x="956271" y="73838"/>
                      <a:pt x="957296" y="73657"/>
                      <a:pt x="958503" y="73657"/>
                    </a:cubicBezTo>
                    <a:lnTo>
                      <a:pt x="961941" y="73657"/>
                    </a:lnTo>
                    <a:cubicBezTo>
                      <a:pt x="968577" y="73657"/>
                      <a:pt x="981124" y="71727"/>
                      <a:pt x="999584" y="67866"/>
                    </a:cubicBezTo>
                    <a:lnTo>
                      <a:pt x="1000127" y="49768"/>
                    </a:lnTo>
                    <a:cubicBezTo>
                      <a:pt x="995301" y="50613"/>
                      <a:pt x="991953" y="51035"/>
                      <a:pt x="990083" y="51035"/>
                    </a:cubicBezTo>
                    <a:cubicBezTo>
                      <a:pt x="988213" y="51035"/>
                      <a:pt x="986162" y="50673"/>
                      <a:pt x="983930" y="49949"/>
                    </a:cubicBezTo>
                    <a:cubicBezTo>
                      <a:pt x="981698" y="49225"/>
                      <a:pt x="980582" y="48471"/>
                      <a:pt x="980582" y="47687"/>
                    </a:cubicBezTo>
                    <a:cubicBezTo>
                      <a:pt x="980582" y="46903"/>
                      <a:pt x="981999" y="46330"/>
                      <a:pt x="984835" y="45968"/>
                    </a:cubicBezTo>
                    <a:cubicBezTo>
                      <a:pt x="987670" y="45606"/>
                      <a:pt x="992767" y="44641"/>
                      <a:pt x="1000127" y="43072"/>
                    </a:cubicBezTo>
                    <a:cubicBezTo>
                      <a:pt x="1000006" y="33179"/>
                      <a:pt x="998076" y="25578"/>
                      <a:pt x="994336" y="20269"/>
                    </a:cubicBezTo>
                    <a:cubicBezTo>
                      <a:pt x="993491" y="18822"/>
                      <a:pt x="993069" y="17585"/>
                      <a:pt x="993069" y="16559"/>
                    </a:cubicBezTo>
                    <a:cubicBezTo>
                      <a:pt x="993069" y="15534"/>
                      <a:pt x="993853" y="15021"/>
                      <a:pt x="995422" y="15021"/>
                    </a:cubicBezTo>
                    <a:cubicBezTo>
                      <a:pt x="996990" y="15021"/>
                      <a:pt x="999524" y="15896"/>
                      <a:pt x="1003022" y="17645"/>
                    </a:cubicBezTo>
                    <a:cubicBezTo>
                      <a:pt x="1006521" y="19395"/>
                      <a:pt x="1008271" y="21597"/>
                      <a:pt x="1008271" y="24251"/>
                    </a:cubicBezTo>
                    <a:cubicBezTo>
                      <a:pt x="1008271" y="25216"/>
                      <a:pt x="1008029" y="26604"/>
                      <a:pt x="1007547" y="28413"/>
                    </a:cubicBezTo>
                    <a:cubicBezTo>
                      <a:pt x="1007064" y="30223"/>
                      <a:pt x="1006763" y="34627"/>
                      <a:pt x="1006642" y="41624"/>
                    </a:cubicBezTo>
                    <a:cubicBezTo>
                      <a:pt x="1011709" y="40780"/>
                      <a:pt x="1017199" y="39573"/>
                      <a:pt x="1023111" y="38005"/>
                    </a:cubicBezTo>
                    <a:cubicBezTo>
                      <a:pt x="1024197" y="28715"/>
                      <a:pt x="1024739" y="21325"/>
                      <a:pt x="1024739" y="15836"/>
                    </a:cubicBezTo>
                    <a:cubicBezTo>
                      <a:pt x="1024739" y="10346"/>
                      <a:pt x="1024287" y="6907"/>
                      <a:pt x="1023382" y="5520"/>
                    </a:cubicBezTo>
                    <a:cubicBezTo>
                      <a:pt x="1022477" y="4132"/>
                      <a:pt x="1022025" y="3016"/>
                      <a:pt x="1022025" y="2172"/>
                    </a:cubicBezTo>
                    <a:cubicBezTo>
                      <a:pt x="1022025" y="724"/>
                      <a:pt x="1022960" y="0"/>
                      <a:pt x="10248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 altLang="zh-CN" sz="1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DBE6B16-1B32-4E0C-B452-48907127F0BC}"/>
                  </a:ext>
                </a:extLst>
              </p:cNvPr>
              <p:cNvSpPr txBox="1"/>
              <p:nvPr/>
            </p:nvSpPr>
            <p:spPr>
              <a:xfrm>
                <a:off x="2055252" y="2248792"/>
                <a:ext cx="1497454" cy="324936"/>
              </a:xfrm>
              <a:custGeom>
                <a:avLst/>
                <a:gdLst/>
                <a:ahLst/>
                <a:cxnLst/>
                <a:rect l="l" t="t" r="r" b="b"/>
                <a:pathLst>
                  <a:path w="1497454" h="324936">
                    <a:moveTo>
                      <a:pt x="1464326" y="236477"/>
                    </a:moveTo>
                    <a:lnTo>
                      <a:pt x="1497454" y="236477"/>
                    </a:lnTo>
                    <a:lnTo>
                      <a:pt x="1497454" y="270310"/>
                    </a:lnTo>
                    <a:lnTo>
                      <a:pt x="1464326" y="270310"/>
                    </a:lnTo>
                    <a:close/>
                    <a:moveTo>
                      <a:pt x="1149258" y="221323"/>
                    </a:moveTo>
                    <a:lnTo>
                      <a:pt x="1149258" y="281235"/>
                    </a:lnTo>
                    <a:lnTo>
                      <a:pt x="1279655" y="281235"/>
                    </a:lnTo>
                    <a:lnTo>
                      <a:pt x="1279655" y="221323"/>
                    </a:lnTo>
                    <a:close/>
                    <a:moveTo>
                      <a:pt x="398240" y="210398"/>
                    </a:moveTo>
                    <a:lnTo>
                      <a:pt x="398240" y="235772"/>
                    </a:lnTo>
                    <a:lnTo>
                      <a:pt x="484937" y="235772"/>
                    </a:lnTo>
                    <a:lnTo>
                      <a:pt x="484937" y="210398"/>
                    </a:lnTo>
                    <a:close/>
                    <a:moveTo>
                      <a:pt x="398240" y="166697"/>
                    </a:moveTo>
                    <a:lnTo>
                      <a:pt x="398240" y="195596"/>
                    </a:lnTo>
                    <a:lnTo>
                      <a:pt x="484937" y="195596"/>
                    </a:lnTo>
                    <a:lnTo>
                      <a:pt x="484937" y="166697"/>
                    </a:lnTo>
                    <a:close/>
                    <a:moveTo>
                      <a:pt x="869080" y="153305"/>
                    </a:moveTo>
                    <a:lnTo>
                      <a:pt x="869080" y="207226"/>
                    </a:lnTo>
                    <a:lnTo>
                      <a:pt x="954719" y="207226"/>
                    </a:lnTo>
                    <a:lnTo>
                      <a:pt x="954719" y="153305"/>
                    </a:lnTo>
                    <a:close/>
                    <a:moveTo>
                      <a:pt x="759123" y="153305"/>
                    </a:moveTo>
                    <a:lnTo>
                      <a:pt x="759123" y="207226"/>
                    </a:lnTo>
                    <a:lnTo>
                      <a:pt x="846877" y="207226"/>
                    </a:lnTo>
                    <a:lnTo>
                      <a:pt x="846877" y="153305"/>
                    </a:lnTo>
                    <a:close/>
                    <a:moveTo>
                      <a:pt x="375685" y="149428"/>
                    </a:moveTo>
                    <a:cubicBezTo>
                      <a:pt x="383908" y="150838"/>
                      <a:pt x="406111" y="151543"/>
                      <a:pt x="442293" y="151543"/>
                    </a:cubicBezTo>
                    <a:cubicBezTo>
                      <a:pt x="478476" y="151543"/>
                      <a:pt x="499856" y="150838"/>
                      <a:pt x="506435" y="149428"/>
                    </a:cubicBezTo>
                    <a:cubicBezTo>
                      <a:pt x="505730" y="160706"/>
                      <a:pt x="505378" y="172923"/>
                      <a:pt x="505378" y="186081"/>
                    </a:cubicBezTo>
                    <a:lnTo>
                      <a:pt x="505378" y="286522"/>
                    </a:lnTo>
                    <a:cubicBezTo>
                      <a:pt x="505378" y="293570"/>
                      <a:pt x="504085" y="299092"/>
                      <a:pt x="501501" y="303086"/>
                    </a:cubicBezTo>
                    <a:cubicBezTo>
                      <a:pt x="498916" y="307080"/>
                      <a:pt x="493336" y="310369"/>
                      <a:pt x="484761" y="312954"/>
                    </a:cubicBezTo>
                    <a:cubicBezTo>
                      <a:pt x="476185" y="315538"/>
                      <a:pt x="462969" y="317535"/>
                      <a:pt x="445113" y="318945"/>
                    </a:cubicBezTo>
                    <a:cubicBezTo>
                      <a:pt x="445583" y="309312"/>
                      <a:pt x="442646" y="301206"/>
                      <a:pt x="436302" y="294627"/>
                    </a:cubicBezTo>
                    <a:cubicBezTo>
                      <a:pt x="452044" y="294393"/>
                      <a:pt x="463145" y="293864"/>
                      <a:pt x="469606" y="293042"/>
                    </a:cubicBezTo>
                    <a:cubicBezTo>
                      <a:pt x="476067" y="292219"/>
                      <a:pt x="480238" y="290692"/>
                      <a:pt x="482117" y="288460"/>
                    </a:cubicBezTo>
                    <a:cubicBezTo>
                      <a:pt x="483997" y="286228"/>
                      <a:pt x="484937" y="282410"/>
                      <a:pt x="484937" y="277006"/>
                    </a:cubicBezTo>
                    <a:lnTo>
                      <a:pt x="484937" y="251632"/>
                    </a:lnTo>
                    <a:lnTo>
                      <a:pt x="398240" y="251632"/>
                    </a:lnTo>
                    <a:lnTo>
                      <a:pt x="398240" y="317887"/>
                    </a:lnTo>
                    <a:lnTo>
                      <a:pt x="374628" y="317887"/>
                    </a:lnTo>
                    <a:cubicBezTo>
                      <a:pt x="376037" y="302616"/>
                      <a:pt x="376742" y="289576"/>
                      <a:pt x="376742" y="278768"/>
                    </a:cubicBezTo>
                    <a:lnTo>
                      <a:pt x="376742" y="187490"/>
                    </a:lnTo>
                    <a:cubicBezTo>
                      <a:pt x="376742" y="169869"/>
                      <a:pt x="376390" y="157182"/>
                      <a:pt x="375685" y="149428"/>
                    </a:cubicBezTo>
                    <a:close/>
                    <a:moveTo>
                      <a:pt x="1216219" y="136389"/>
                    </a:moveTo>
                    <a:cubicBezTo>
                      <a:pt x="1183796" y="167167"/>
                      <a:pt x="1155954" y="189252"/>
                      <a:pt x="1132694" y="202645"/>
                    </a:cubicBezTo>
                    <a:cubicBezTo>
                      <a:pt x="1145381" y="203584"/>
                      <a:pt x="1170991" y="204054"/>
                      <a:pt x="1209523" y="204054"/>
                    </a:cubicBezTo>
                    <a:cubicBezTo>
                      <a:pt x="1248054" y="204054"/>
                      <a:pt x="1277423" y="203584"/>
                      <a:pt x="1297629" y="202645"/>
                    </a:cubicBezTo>
                    <a:cubicBezTo>
                      <a:pt x="1272019" y="188313"/>
                      <a:pt x="1244883" y="166227"/>
                      <a:pt x="1216219" y="136389"/>
                    </a:cubicBezTo>
                    <a:close/>
                    <a:moveTo>
                      <a:pt x="1212695" y="103261"/>
                    </a:moveTo>
                    <a:cubicBezTo>
                      <a:pt x="1219508" y="108665"/>
                      <a:pt x="1227026" y="113246"/>
                      <a:pt x="1235250" y="117005"/>
                    </a:cubicBezTo>
                    <a:cubicBezTo>
                      <a:pt x="1238069" y="118180"/>
                      <a:pt x="1239479" y="119590"/>
                      <a:pt x="1239479" y="121234"/>
                    </a:cubicBezTo>
                    <a:cubicBezTo>
                      <a:pt x="1239479" y="122879"/>
                      <a:pt x="1238128" y="123701"/>
                      <a:pt x="1235426" y="123701"/>
                    </a:cubicBezTo>
                    <a:cubicBezTo>
                      <a:pt x="1232724" y="123701"/>
                      <a:pt x="1230198" y="124524"/>
                      <a:pt x="1227849" y="126168"/>
                    </a:cubicBezTo>
                    <a:cubicBezTo>
                      <a:pt x="1265441" y="168224"/>
                      <a:pt x="1313253" y="194774"/>
                      <a:pt x="1371286" y="205816"/>
                    </a:cubicBezTo>
                    <a:cubicBezTo>
                      <a:pt x="1364472" y="212160"/>
                      <a:pt x="1359773" y="219796"/>
                      <a:pt x="1357189" y="228724"/>
                    </a:cubicBezTo>
                    <a:cubicBezTo>
                      <a:pt x="1335808" y="221206"/>
                      <a:pt x="1317835" y="213570"/>
                      <a:pt x="1303268" y="205816"/>
                    </a:cubicBezTo>
                    <a:cubicBezTo>
                      <a:pt x="1302563" y="214510"/>
                      <a:pt x="1302210" y="222263"/>
                      <a:pt x="1302210" y="229076"/>
                    </a:cubicBezTo>
                    <a:lnTo>
                      <a:pt x="1302210" y="298152"/>
                    </a:lnTo>
                    <a:cubicBezTo>
                      <a:pt x="1302210" y="304730"/>
                      <a:pt x="1302798" y="312131"/>
                      <a:pt x="1303973" y="320354"/>
                    </a:cubicBezTo>
                    <a:lnTo>
                      <a:pt x="1279655" y="320354"/>
                    </a:lnTo>
                    <a:lnTo>
                      <a:pt x="1279655" y="297447"/>
                    </a:lnTo>
                    <a:lnTo>
                      <a:pt x="1149258" y="297447"/>
                    </a:lnTo>
                    <a:lnTo>
                      <a:pt x="1149258" y="323879"/>
                    </a:lnTo>
                    <a:lnTo>
                      <a:pt x="1124941" y="323879"/>
                    </a:lnTo>
                    <a:cubicBezTo>
                      <a:pt x="1126585" y="312601"/>
                      <a:pt x="1127408" y="303908"/>
                      <a:pt x="1127408" y="297799"/>
                    </a:cubicBezTo>
                    <a:lnTo>
                      <a:pt x="1127408" y="227314"/>
                    </a:lnTo>
                    <a:cubicBezTo>
                      <a:pt x="1127408" y="220266"/>
                      <a:pt x="1126938" y="213452"/>
                      <a:pt x="1125998" y="206874"/>
                    </a:cubicBezTo>
                    <a:cubicBezTo>
                      <a:pt x="1110726" y="215332"/>
                      <a:pt x="1093457" y="224025"/>
                      <a:pt x="1074191" y="232953"/>
                    </a:cubicBezTo>
                    <a:cubicBezTo>
                      <a:pt x="1071607" y="224965"/>
                      <a:pt x="1066203" y="218386"/>
                      <a:pt x="1057980" y="213217"/>
                    </a:cubicBezTo>
                    <a:cubicBezTo>
                      <a:pt x="1091813" y="203584"/>
                      <a:pt x="1119419" y="191015"/>
                      <a:pt x="1140800" y="175508"/>
                    </a:cubicBezTo>
                    <a:cubicBezTo>
                      <a:pt x="1162180" y="160001"/>
                      <a:pt x="1178568" y="147020"/>
                      <a:pt x="1189963" y="136565"/>
                    </a:cubicBezTo>
                    <a:cubicBezTo>
                      <a:pt x="1201358" y="126110"/>
                      <a:pt x="1208935" y="115008"/>
                      <a:pt x="1212695" y="103261"/>
                    </a:cubicBezTo>
                    <a:close/>
                    <a:moveTo>
                      <a:pt x="1464326" y="93040"/>
                    </a:moveTo>
                    <a:lnTo>
                      <a:pt x="1497454" y="93040"/>
                    </a:lnTo>
                    <a:lnTo>
                      <a:pt x="1497454" y="126873"/>
                    </a:lnTo>
                    <a:lnTo>
                      <a:pt x="1464326" y="126873"/>
                    </a:lnTo>
                    <a:close/>
                    <a:moveTo>
                      <a:pt x="869080" y="78238"/>
                    </a:moveTo>
                    <a:lnTo>
                      <a:pt x="869080" y="136036"/>
                    </a:lnTo>
                    <a:lnTo>
                      <a:pt x="954719" y="136036"/>
                    </a:lnTo>
                    <a:lnTo>
                      <a:pt x="954719" y="78238"/>
                    </a:lnTo>
                    <a:close/>
                    <a:moveTo>
                      <a:pt x="759123" y="78238"/>
                    </a:moveTo>
                    <a:lnTo>
                      <a:pt x="759123" y="136036"/>
                    </a:lnTo>
                    <a:lnTo>
                      <a:pt x="846877" y="136036"/>
                    </a:lnTo>
                    <a:lnTo>
                      <a:pt x="846877" y="78238"/>
                    </a:lnTo>
                    <a:close/>
                    <a:moveTo>
                      <a:pt x="1256748" y="75419"/>
                    </a:moveTo>
                    <a:cubicBezTo>
                      <a:pt x="1290580" y="93510"/>
                      <a:pt x="1319127" y="112306"/>
                      <a:pt x="1342387" y="131807"/>
                    </a:cubicBezTo>
                    <a:lnTo>
                      <a:pt x="1328290" y="148371"/>
                    </a:lnTo>
                    <a:cubicBezTo>
                      <a:pt x="1307144" y="127930"/>
                      <a:pt x="1279773" y="108782"/>
                      <a:pt x="1246175" y="90926"/>
                    </a:cubicBezTo>
                    <a:close/>
                    <a:moveTo>
                      <a:pt x="1168994" y="72247"/>
                    </a:moveTo>
                    <a:cubicBezTo>
                      <a:pt x="1174398" y="78826"/>
                      <a:pt x="1180271" y="83760"/>
                      <a:pt x="1186615" y="87049"/>
                    </a:cubicBezTo>
                    <a:cubicBezTo>
                      <a:pt x="1188965" y="88224"/>
                      <a:pt x="1190139" y="89516"/>
                      <a:pt x="1190139" y="90926"/>
                    </a:cubicBezTo>
                    <a:cubicBezTo>
                      <a:pt x="1190139" y="92336"/>
                      <a:pt x="1188847" y="93158"/>
                      <a:pt x="1186263" y="93393"/>
                    </a:cubicBezTo>
                    <a:cubicBezTo>
                      <a:pt x="1181799" y="93628"/>
                      <a:pt x="1175102" y="97504"/>
                      <a:pt x="1166174" y="105023"/>
                    </a:cubicBezTo>
                    <a:cubicBezTo>
                      <a:pt x="1142679" y="124054"/>
                      <a:pt x="1121064" y="140500"/>
                      <a:pt x="1101328" y="154362"/>
                    </a:cubicBezTo>
                    <a:cubicBezTo>
                      <a:pt x="1098509" y="146609"/>
                      <a:pt x="1093105" y="140735"/>
                      <a:pt x="1085117" y="136741"/>
                    </a:cubicBezTo>
                    <a:cubicBezTo>
                      <a:pt x="1124588" y="117005"/>
                      <a:pt x="1152547" y="95507"/>
                      <a:pt x="1168994" y="72247"/>
                    </a:cubicBezTo>
                    <a:close/>
                    <a:moveTo>
                      <a:pt x="418329" y="70133"/>
                    </a:moveTo>
                    <a:lnTo>
                      <a:pt x="418329" y="111719"/>
                    </a:lnTo>
                    <a:lnTo>
                      <a:pt x="466258" y="111719"/>
                    </a:lnTo>
                    <a:lnTo>
                      <a:pt x="466258" y="70133"/>
                    </a:lnTo>
                    <a:close/>
                    <a:moveTo>
                      <a:pt x="146256" y="67666"/>
                    </a:moveTo>
                    <a:cubicBezTo>
                      <a:pt x="163878" y="69780"/>
                      <a:pt x="194421" y="70838"/>
                      <a:pt x="237887" y="70838"/>
                    </a:cubicBezTo>
                    <a:cubicBezTo>
                      <a:pt x="281353" y="70838"/>
                      <a:pt x="308607" y="69780"/>
                      <a:pt x="319650" y="67666"/>
                    </a:cubicBezTo>
                    <a:lnTo>
                      <a:pt x="319650" y="91278"/>
                    </a:lnTo>
                    <a:cubicBezTo>
                      <a:pt x="309782" y="89869"/>
                      <a:pt x="294157" y="89164"/>
                      <a:pt x="272777" y="89164"/>
                    </a:cubicBezTo>
                    <a:lnTo>
                      <a:pt x="169869" y="89164"/>
                    </a:lnTo>
                    <a:lnTo>
                      <a:pt x="169869" y="181147"/>
                    </a:lnTo>
                    <a:cubicBezTo>
                      <a:pt x="169869" y="216859"/>
                      <a:pt x="165640" y="245053"/>
                      <a:pt x="157182" y="265729"/>
                    </a:cubicBezTo>
                    <a:cubicBezTo>
                      <a:pt x="148723" y="286404"/>
                      <a:pt x="134979" y="305670"/>
                      <a:pt x="115948" y="323526"/>
                    </a:cubicBezTo>
                    <a:cubicBezTo>
                      <a:pt x="110309" y="316008"/>
                      <a:pt x="102791" y="310369"/>
                      <a:pt x="93393" y="306610"/>
                    </a:cubicBezTo>
                    <a:cubicBezTo>
                      <a:pt x="112894" y="292983"/>
                      <a:pt x="127167" y="276713"/>
                      <a:pt x="136212" y="257799"/>
                    </a:cubicBezTo>
                    <a:cubicBezTo>
                      <a:pt x="145258" y="238886"/>
                      <a:pt x="149781" y="210750"/>
                      <a:pt x="149781" y="173393"/>
                    </a:cubicBezTo>
                    <a:cubicBezTo>
                      <a:pt x="149781" y="136036"/>
                      <a:pt x="148606" y="100794"/>
                      <a:pt x="146256" y="67666"/>
                    </a:cubicBezTo>
                    <a:close/>
                    <a:moveTo>
                      <a:pt x="59560" y="5287"/>
                    </a:moveTo>
                    <a:cubicBezTo>
                      <a:pt x="66373" y="6696"/>
                      <a:pt x="75654" y="7401"/>
                      <a:pt x="87401" y="7401"/>
                    </a:cubicBezTo>
                    <a:cubicBezTo>
                      <a:pt x="93040" y="7401"/>
                      <a:pt x="95860" y="8223"/>
                      <a:pt x="95860" y="9868"/>
                    </a:cubicBezTo>
                    <a:cubicBezTo>
                      <a:pt x="95860" y="11513"/>
                      <a:pt x="94098" y="13745"/>
                      <a:pt x="90573" y="16564"/>
                    </a:cubicBezTo>
                    <a:cubicBezTo>
                      <a:pt x="87049" y="19384"/>
                      <a:pt x="85287" y="23848"/>
                      <a:pt x="85287" y="29956"/>
                    </a:cubicBezTo>
                    <a:lnTo>
                      <a:pt x="85287" y="78943"/>
                    </a:lnTo>
                    <a:cubicBezTo>
                      <a:pt x="105493" y="78943"/>
                      <a:pt x="121704" y="78004"/>
                      <a:pt x="133922" y="76124"/>
                    </a:cubicBezTo>
                    <a:lnTo>
                      <a:pt x="133922" y="100089"/>
                    </a:lnTo>
                    <a:cubicBezTo>
                      <a:pt x="121704" y="98209"/>
                      <a:pt x="105493" y="97269"/>
                      <a:pt x="85287" y="97269"/>
                    </a:cubicBezTo>
                    <a:lnTo>
                      <a:pt x="85287" y="164583"/>
                    </a:lnTo>
                    <a:cubicBezTo>
                      <a:pt x="101029" y="157534"/>
                      <a:pt x="115360" y="150368"/>
                      <a:pt x="128283" y="143085"/>
                    </a:cubicBezTo>
                    <a:cubicBezTo>
                      <a:pt x="127343" y="150368"/>
                      <a:pt x="128870" y="157887"/>
                      <a:pt x="132864" y="165640"/>
                    </a:cubicBezTo>
                    <a:cubicBezTo>
                      <a:pt x="117592" y="171279"/>
                      <a:pt x="101733" y="177740"/>
                      <a:pt x="85287" y="185023"/>
                    </a:cubicBezTo>
                    <a:lnTo>
                      <a:pt x="85287" y="285112"/>
                    </a:lnTo>
                    <a:cubicBezTo>
                      <a:pt x="85287" y="293805"/>
                      <a:pt x="83995" y="300501"/>
                      <a:pt x="81410" y="305200"/>
                    </a:cubicBezTo>
                    <a:cubicBezTo>
                      <a:pt x="78826" y="309899"/>
                      <a:pt x="73363" y="313658"/>
                      <a:pt x="65022" y="316478"/>
                    </a:cubicBezTo>
                    <a:cubicBezTo>
                      <a:pt x="56682" y="319297"/>
                      <a:pt x="43936" y="321294"/>
                      <a:pt x="26784" y="322469"/>
                    </a:cubicBezTo>
                    <a:cubicBezTo>
                      <a:pt x="26784" y="311896"/>
                      <a:pt x="24317" y="302733"/>
                      <a:pt x="19383" y="294980"/>
                    </a:cubicBezTo>
                    <a:cubicBezTo>
                      <a:pt x="28077" y="295920"/>
                      <a:pt x="35125" y="296390"/>
                      <a:pt x="40529" y="296390"/>
                    </a:cubicBezTo>
                    <a:cubicBezTo>
                      <a:pt x="50397" y="296390"/>
                      <a:pt x="56799" y="294862"/>
                      <a:pt x="59736" y="291808"/>
                    </a:cubicBezTo>
                    <a:cubicBezTo>
                      <a:pt x="62673" y="288754"/>
                      <a:pt x="64141" y="283115"/>
                      <a:pt x="64141" y="274892"/>
                    </a:cubicBezTo>
                    <a:lnTo>
                      <a:pt x="64141" y="194186"/>
                    </a:lnTo>
                    <a:cubicBezTo>
                      <a:pt x="41351" y="204289"/>
                      <a:pt x="23847" y="212277"/>
                      <a:pt x="11630" y="218151"/>
                    </a:cubicBezTo>
                    <a:cubicBezTo>
                      <a:pt x="9985" y="208753"/>
                      <a:pt x="6109" y="200060"/>
                      <a:pt x="0" y="192072"/>
                    </a:cubicBezTo>
                    <a:cubicBezTo>
                      <a:pt x="23025" y="186903"/>
                      <a:pt x="44406" y="180559"/>
                      <a:pt x="64141" y="173041"/>
                    </a:cubicBezTo>
                    <a:lnTo>
                      <a:pt x="64141" y="96917"/>
                    </a:lnTo>
                    <a:cubicBezTo>
                      <a:pt x="42291" y="96917"/>
                      <a:pt x="23730" y="97974"/>
                      <a:pt x="8458" y="100089"/>
                    </a:cubicBezTo>
                    <a:lnTo>
                      <a:pt x="8458" y="76124"/>
                    </a:lnTo>
                    <a:cubicBezTo>
                      <a:pt x="21850" y="78004"/>
                      <a:pt x="40411" y="78943"/>
                      <a:pt x="64141" y="78943"/>
                    </a:cubicBezTo>
                    <a:cubicBezTo>
                      <a:pt x="63671" y="41821"/>
                      <a:pt x="62144" y="17269"/>
                      <a:pt x="59560" y="5287"/>
                    </a:cubicBezTo>
                    <a:close/>
                    <a:moveTo>
                      <a:pt x="214627" y="3877"/>
                    </a:moveTo>
                    <a:cubicBezTo>
                      <a:pt x="228959" y="19853"/>
                      <a:pt x="241411" y="37122"/>
                      <a:pt x="251984" y="55683"/>
                    </a:cubicBezTo>
                    <a:lnTo>
                      <a:pt x="231896" y="68018"/>
                    </a:lnTo>
                    <a:cubicBezTo>
                      <a:pt x="224377" y="50632"/>
                      <a:pt x="212042" y="33246"/>
                      <a:pt x="194891" y="15859"/>
                    </a:cubicBezTo>
                    <a:close/>
                    <a:moveTo>
                      <a:pt x="843001" y="3172"/>
                    </a:moveTo>
                    <a:cubicBezTo>
                      <a:pt x="853573" y="4582"/>
                      <a:pt x="863911" y="5287"/>
                      <a:pt x="874014" y="5287"/>
                    </a:cubicBezTo>
                    <a:cubicBezTo>
                      <a:pt x="878243" y="5287"/>
                      <a:pt x="880358" y="6285"/>
                      <a:pt x="880358" y="8282"/>
                    </a:cubicBezTo>
                    <a:cubicBezTo>
                      <a:pt x="880358" y="10279"/>
                      <a:pt x="879183" y="11748"/>
                      <a:pt x="876833" y="12687"/>
                    </a:cubicBezTo>
                    <a:cubicBezTo>
                      <a:pt x="874484" y="13627"/>
                      <a:pt x="872604" y="15389"/>
                      <a:pt x="871195" y="17974"/>
                    </a:cubicBezTo>
                    <a:cubicBezTo>
                      <a:pt x="869785" y="20558"/>
                      <a:pt x="869080" y="22908"/>
                      <a:pt x="869080" y="25022"/>
                    </a:cubicBezTo>
                    <a:lnTo>
                      <a:pt x="869080" y="60617"/>
                    </a:lnTo>
                    <a:cubicBezTo>
                      <a:pt x="919829" y="60382"/>
                      <a:pt x="956599" y="58973"/>
                      <a:pt x="979389" y="56388"/>
                    </a:cubicBezTo>
                    <a:cubicBezTo>
                      <a:pt x="977744" y="66021"/>
                      <a:pt x="976922" y="79296"/>
                      <a:pt x="976922" y="96212"/>
                    </a:cubicBezTo>
                    <a:lnTo>
                      <a:pt x="976922" y="200178"/>
                    </a:lnTo>
                    <a:cubicBezTo>
                      <a:pt x="976922" y="216859"/>
                      <a:pt x="978097" y="233658"/>
                      <a:pt x="980446" y="250574"/>
                    </a:cubicBezTo>
                    <a:lnTo>
                      <a:pt x="954719" y="250574"/>
                    </a:lnTo>
                    <a:lnTo>
                      <a:pt x="954719" y="225200"/>
                    </a:lnTo>
                    <a:lnTo>
                      <a:pt x="869080" y="225200"/>
                    </a:lnTo>
                    <a:lnTo>
                      <a:pt x="869080" y="274539"/>
                    </a:lnTo>
                    <a:cubicBezTo>
                      <a:pt x="869080" y="282293"/>
                      <a:pt x="869844" y="287931"/>
                      <a:pt x="871371" y="291456"/>
                    </a:cubicBezTo>
                    <a:cubicBezTo>
                      <a:pt x="872898" y="294980"/>
                      <a:pt x="876246" y="297506"/>
                      <a:pt x="881415" y="299033"/>
                    </a:cubicBezTo>
                    <a:cubicBezTo>
                      <a:pt x="886584" y="300560"/>
                      <a:pt x="894925" y="301324"/>
                      <a:pt x="906437" y="301324"/>
                    </a:cubicBezTo>
                    <a:lnTo>
                      <a:pt x="962120" y="300971"/>
                    </a:lnTo>
                    <a:cubicBezTo>
                      <a:pt x="976217" y="300971"/>
                      <a:pt x="985674" y="296742"/>
                      <a:pt x="990490" y="288284"/>
                    </a:cubicBezTo>
                    <a:cubicBezTo>
                      <a:pt x="995307" y="279826"/>
                      <a:pt x="998772" y="267021"/>
                      <a:pt x="1000887" y="249869"/>
                    </a:cubicBezTo>
                    <a:cubicBezTo>
                      <a:pt x="1006291" y="256213"/>
                      <a:pt x="1014279" y="261030"/>
                      <a:pt x="1024852" y="264319"/>
                    </a:cubicBezTo>
                    <a:cubicBezTo>
                      <a:pt x="1019213" y="286169"/>
                      <a:pt x="1012223" y="301206"/>
                      <a:pt x="1003883" y="309429"/>
                    </a:cubicBezTo>
                    <a:cubicBezTo>
                      <a:pt x="995542" y="317653"/>
                      <a:pt x="981739" y="321764"/>
                      <a:pt x="962473" y="321764"/>
                    </a:cubicBezTo>
                    <a:lnTo>
                      <a:pt x="906790" y="321412"/>
                    </a:lnTo>
                    <a:cubicBezTo>
                      <a:pt x="888229" y="321412"/>
                      <a:pt x="874836" y="320120"/>
                      <a:pt x="866613" y="317535"/>
                    </a:cubicBezTo>
                    <a:cubicBezTo>
                      <a:pt x="858390" y="314951"/>
                      <a:pt x="853045" y="310428"/>
                      <a:pt x="850578" y="303967"/>
                    </a:cubicBezTo>
                    <a:cubicBezTo>
                      <a:pt x="848111" y="297506"/>
                      <a:pt x="846877" y="286992"/>
                      <a:pt x="846877" y="272425"/>
                    </a:cubicBezTo>
                    <a:lnTo>
                      <a:pt x="846877" y="225200"/>
                    </a:lnTo>
                    <a:lnTo>
                      <a:pt x="759123" y="225200"/>
                    </a:lnTo>
                    <a:lnTo>
                      <a:pt x="759123" y="257623"/>
                    </a:lnTo>
                    <a:lnTo>
                      <a:pt x="734454" y="257623"/>
                    </a:lnTo>
                    <a:cubicBezTo>
                      <a:pt x="737038" y="240706"/>
                      <a:pt x="738330" y="222733"/>
                      <a:pt x="738330" y="203702"/>
                    </a:cubicBezTo>
                    <a:lnTo>
                      <a:pt x="738330" y="96212"/>
                    </a:lnTo>
                    <a:cubicBezTo>
                      <a:pt x="738330" y="80705"/>
                      <a:pt x="737508" y="67431"/>
                      <a:pt x="735863" y="56388"/>
                    </a:cubicBezTo>
                    <a:cubicBezTo>
                      <a:pt x="759828" y="58973"/>
                      <a:pt x="796833" y="60382"/>
                      <a:pt x="846877" y="60617"/>
                    </a:cubicBezTo>
                    <a:cubicBezTo>
                      <a:pt x="846877" y="34538"/>
                      <a:pt x="845585" y="15389"/>
                      <a:pt x="843001" y="3172"/>
                    </a:cubicBezTo>
                    <a:close/>
                    <a:moveTo>
                      <a:pt x="559299" y="3172"/>
                    </a:moveTo>
                    <a:cubicBezTo>
                      <a:pt x="567522" y="6696"/>
                      <a:pt x="576098" y="8811"/>
                      <a:pt x="585026" y="9516"/>
                    </a:cubicBezTo>
                    <a:cubicBezTo>
                      <a:pt x="588550" y="9751"/>
                      <a:pt x="590312" y="10749"/>
                      <a:pt x="590312" y="12511"/>
                    </a:cubicBezTo>
                    <a:cubicBezTo>
                      <a:pt x="590312" y="14273"/>
                      <a:pt x="588609" y="16388"/>
                      <a:pt x="585202" y="18855"/>
                    </a:cubicBezTo>
                    <a:cubicBezTo>
                      <a:pt x="581795" y="21322"/>
                      <a:pt x="578506" y="28370"/>
                      <a:pt x="575334" y="40000"/>
                    </a:cubicBezTo>
                    <a:cubicBezTo>
                      <a:pt x="572162" y="51630"/>
                      <a:pt x="568814" y="62497"/>
                      <a:pt x="565290" y="72600"/>
                    </a:cubicBezTo>
                    <a:lnTo>
                      <a:pt x="624145" y="72600"/>
                    </a:lnTo>
                    <a:cubicBezTo>
                      <a:pt x="649754" y="72600"/>
                      <a:pt x="665026" y="72130"/>
                      <a:pt x="669960" y="71190"/>
                    </a:cubicBezTo>
                    <a:lnTo>
                      <a:pt x="669960" y="91278"/>
                    </a:lnTo>
                    <a:cubicBezTo>
                      <a:pt x="663146" y="90338"/>
                      <a:pt x="653161" y="89869"/>
                      <a:pt x="640004" y="89869"/>
                    </a:cubicBezTo>
                    <a:cubicBezTo>
                      <a:pt x="633895" y="166462"/>
                      <a:pt x="620503" y="220501"/>
                      <a:pt x="599827" y="251984"/>
                    </a:cubicBezTo>
                    <a:cubicBezTo>
                      <a:pt x="618153" y="274539"/>
                      <a:pt x="643881" y="291573"/>
                      <a:pt x="677008" y="303086"/>
                    </a:cubicBezTo>
                    <a:cubicBezTo>
                      <a:pt x="669490" y="307550"/>
                      <a:pt x="663381" y="314598"/>
                      <a:pt x="658682" y="324231"/>
                    </a:cubicBezTo>
                    <a:cubicBezTo>
                      <a:pt x="629079" y="309899"/>
                      <a:pt x="605349" y="291573"/>
                      <a:pt x="587493" y="269253"/>
                    </a:cubicBezTo>
                    <a:cubicBezTo>
                      <a:pt x="573396" y="287579"/>
                      <a:pt x="550605" y="306140"/>
                      <a:pt x="519122" y="324936"/>
                    </a:cubicBezTo>
                    <a:cubicBezTo>
                      <a:pt x="516303" y="316948"/>
                      <a:pt x="510194" y="311426"/>
                      <a:pt x="500796" y="308372"/>
                    </a:cubicBezTo>
                    <a:cubicBezTo>
                      <a:pt x="534629" y="291926"/>
                      <a:pt x="559533" y="273130"/>
                      <a:pt x="575510" y="251984"/>
                    </a:cubicBezTo>
                    <a:cubicBezTo>
                      <a:pt x="557184" y="221910"/>
                      <a:pt x="545906" y="182086"/>
                      <a:pt x="541677" y="132512"/>
                    </a:cubicBezTo>
                    <a:lnTo>
                      <a:pt x="562118" y="128988"/>
                    </a:lnTo>
                    <a:cubicBezTo>
                      <a:pt x="563058" y="171749"/>
                      <a:pt x="571516" y="206756"/>
                      <a:pt x="587493" y="234010"/>
                    </a:cubicBezTo>
                    <a:cubicBezTo>
                      <a:pt x="605349" y="203467"/>
                      <a:pt x="616039" y="155420"/>
                      <a:pt x="619563" y="89869"/>
                    </a:cubicBezTo>
                    <a:lnTo>
                      <a:pt x="559299" y="89869"/>
                    </a:lnTo>
                    <a:cubicBezTo>
                      <a:pt x="553190" y="106785"/>
                      <a:pt x="545554" y="124054"/>
                      <a:pt x="536391" y="141675"/>
                    </a:cubicBezTo>
                    <a:cubicBezTo>
                      <a:pt x="529577" y="137211"/>
                      <a:pt x="522294" y="134861"/>
                      <a:pt x="514541" y="134627"/>
                    </a:cubicBezTo>
                    <a:cubicBezTo>
                      <a:pt x="515011" y="133687"/>
                      <a:pt x="516185" y="132042"/>
                      <a:pt x="518065" y="129693"/>
                    </a:cubicBezTo>
                    <a:cubicBezTo>
                      <a:pt x="505378" y="128048"/>
                      <a:pt x="478065" y="127226"/>
                      <a:pt x="436126" y="127226"/>
                    </a:cubicBezTo>
                    <a:cubicBezTo>
                      <a:pt x="394187" y="127226"/>
                      <a:pt x="366287" y="128283"/>
                      <a:pt x="352425" y="130397"/>
                    </a:cubicBezTo>
                    <a:lnTo>
                      <a:pt x="352425" y="108899"/>
                    </a:lnTo>
                    <a:cubicBezTo>
                      <a:pt x="367462" y="110544"/>
                      <a:pt x="382734" y="111484"/>
                      <a:pt x="398240" y="111719"/>
                    </a:cubicBezTo>
                    <a:lnTo>
                      <a:pt x="398240" y="70485"/>
                    </a:lnTo>
                    <a:cubicBezTo>
                      <a:pt x="383438" y="70955"/>
                      <a:pt x="370869" y="71895"/>
                      <a:pt x="360531" y="73305"/>
                    </a:cubicBezTo>
                    <a:lnTo>
                      <a:pt x="360531" y="51807"/>
                    </a:lnTo>
                    <a:cubicBezTo>
                      <a:pt x="370869" y="53216"/>
                      <a:pt x="383438" y="54156"/>
                      <a:pt x="398240" y="54626"/>
                    </a:cubicBezTo>
                    <a:cubicBezTo>
                      <a:pt x="398005" y="32776"/>
                      <a:pt x="396948" y="17856"/>
                      <a:pt x="395068" y="9868"/>
                    </a:cubicBezTo>
                    <a:cubicBezTo>
                      <a:pt x="401647" y="10573"/>
                      <a:pt x="411163" y="10925"/>
                      <a:pt x="423615" y="10925"/>
                    </a:cubicBezTo>
                    <a:cubicBezTo>
                      <a:pt x="425964" y="10925"/>
                      <a:pt x="427139" y="11454"/>
                      <a:pt x="427139" y="12511"/>
                    </a:cubicBezTo>
                    <a:cubicBezTo>
                      <a:pt x="427139" y="13569"/>
                      <a:pt x="426082" y="14919"/>
                      <a:pt x="423967" y="16564"/>
                    </a:cubicBezTo>
                    <a:cubicBezTo>
                      <a:pt x="420208" y="19618"/>
                      <a:pt x="418329" y="23378"/>
                      <a:pt x="418329" y="27842"/>
                    </a:cubicBezTo>
                    <a:lnTo>
                      <a:pt x="418329" y="54978"/>
                    </a:lnTo>
                    <a:lnTo>
                      <a:pt x="466258" y="54978"/>
                    </a:lnTo>
                    <a:cubicBezTo>
                      <a:pt x="466258" y="30779"/>
                      <a:pt x="465201" y="15507"/>
                      <a:pt x="463087" y="9163"/>
                    </a:cubicBezTo>
                    <a:cubicBezTo>
                      <a:pt x="469665" y="9868"/>
                      <a:pt x="479063" y="10220"/>
                      <a:pt x="491280" y="10220"/>
                    </a:cubicBezTo>
                    <a:cubicBezTo>
                      <a:pt x="493630" y="10220"/>
                      <a:pt x="494805" y="10749"/>
                      <a:pt x="494805" y="11806"/>
                    </a:cubicBezTo>
                    <a:cubicBezTo>
                      <a:pt x="494805" y="12864"/>
                      <a:pt x="493336" y="14685"/>
                      <a:pt x="490399" y="17269"/>
                    </a:cubicBezTo>
                    <a:cubicBezTo>
                      <a:pt x="487463" y="19853"/>
                      <a:pt x="485994" y="23143"/>
                      <a:pt x="485994" y="27137"/>
                    </a:cubicBezTo>
                    <a:lnTo>
                      <a:pt x="485994" y="54978"/>
                    </a:lnTo>
                    <a:cubicBezTo>
                      <a:pt x="496802" y="54743"/>
                      <a:pt x="509489" y="53686"/>
                      <a:pt x="524056" y="51807"/>
                    </a:cubicBezTo>
                    <a:lnTo>
                      <a:pt x="524056" y="73305"/>
                    </a:lnTo>
                    <a:cubicBezTo>
                      <a:pt x="513013" y="71660"/>
                      <a:pt x="500326" y="70603"/>
                      <a:pt x="485994" y="70133"/>
                    </a:cubicBezTo>
                    <a:lnTo>
                      <a:pt x="485994" y="111719"/>
                    </a:lnTo>
                    <a:cubicBezTo>
                      <a:pt x="496567" y="111484"/>
                      <a:pt x="509489" y="110544"/>
                      <a:pt x="524761" y="108899"/>
                    </a:cubicBezTo>
                    <a:lnTo>
                      <a:pt x="524761" y="119120"/>
                    </a:lnTo>
                    <a:cubicBezTo>
                      <a:pt x="543557" y="86227"/>
                      <a:pt x="555069" y="47578"/>
                      <a:pt x="559299" y="3172"/>
                    </a:cubicBezTo>
                    <a:close/>
                    <a:moveTo>
                      <a:pt x="1207408" y="0"/>
                    </a:moveTo>
                    <a:cubicBezTo>
                      <a:pt x="1217511" y="13627"/>
                      <a:pt x="1226791" y="27724"/>
                      <a:pt x="1235250" y="42291"/>
                    </a:cubicBezTo>
                    <a:cubicBezTo>
                      <a:pt x="1292812" y="42291"/>
                      <a:pt x="1332636" y="41586"/>
                      <a:pt x="1354722" y="40177"/>
                    </a:cubicBezTo>
                    <a:lnTo>
                      <a:pt x="1354722" y="106433"/>
                    </a:lnTo>
                    <a:lnTo>
                      <a:pt x="1332871" y="106433"/>
                    </a:lnTo>
                    <a:lnTo>
                      <a:pt x="1332871" y="60617"/>
                    </a:lnTo>
                    <a:lnTo>
                      <a:pt x="1100271" y="60617"/>
                    </a:lnTo>
                    <a:lnTo>
                      <a:pt x="1100271" y="108195"/>
                    </a:lnTo>
                    <a:lnTo>
                      <a:pt x="1079125" y="108195"/>
                    </a:lnTo>
                    <a:lnTo>
                      <a:pt x="1079125" y="40177"/>
                    </a:lnTo>
                    <a:cubicBezTo>
                      <a:pt x="1093927" y="41586"/>
                      <a:pt x="1137980" y="42291"/>
                      <a:pt x="1211285" y="42291"/>
                    </a:cubicBezTo>
                    <a:cubicBezTo>
                      <a:pt x="1205176" y="31953"/>
                      <a:pt x="1196953" y="21028"/>
                      <a:pt x="1186615" y="9516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8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E8939FBE-39FD-45A1-8C53-D2A314D8B0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5252" y="2779571"/>
                <a:ext cx="678423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428B819-4423-4DC5-9715-80C2DDF6C4A3}"/>
                </a:ext>
              </a:extLst>
            </p:cNvPr>
            <p:cNvSpPr/>
            <p:nvPr/>
          </p:nvSpPr>
          <p:spPr>
            <a:xfrm>
              <a:off x="1886857" y="2248792"/>
              <a:ext cx="8563429" cy="178617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BA9ACC8-9FA8-4460-9B58-42B4AF0747CC}"/>
              </a:ext>
            </a:extLst>
          </p:cNvPr>
          <p:cNvGrpSpPr/>
          <p:nvPr/>
        </p:nvGrpSpPr>
        <p:grpSpPr>
          <a:xfrm>
            <a:off x="774608" y="7086391"/>
            <a:ext cx="10642785" cy="1714793"/>
            <a:chOff x="-5300" y="3930169"/>
            <a:chExt cx="12197300" cy="196526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45FC2D5-7E28-434E-B84D-3B1B30F9C3D8}"/>
                </a:ext>
              </a:extLst>
            </p:cNvPr>
            <p:cNvGrpSpPr/>
            <p:nvPr/>
          </p:nvGrpSpPr>
          <p:grpSpPr>
            <a:xfrm>
              <a:off x="180977" y="4037104"/>
              <a:ext cx="11824746" cy="1751390"/>
              <a:chOff x="187758" y="3930169"/>
              <a:chExt cx="11824746" cy="1751390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A9FD4EC-5767-45BD-8779-D303F01D924C}"/>
                  </a:ext>
                </a:extLst>
              </p:cNvPr>
              <p:cNvSpPr txBox="1"/>
              <p:nvPr/>
            </p:nvSpPr>
            <p:spPr>
              <a:xfrm>
                <a:off x="278605" y="3930169"/>
                <a:ext cx="2991155" cy="427482"/>
              </a:xfrm>
              <a:custGeom>
                <a:avLst/>
                <a:gdLst/>
                <a:ahLst/>
                <a:cxnLst/>
                <a:rect l="l" t="t" r="r" b="b"/>
                <a:pathLst>
                  <a:path w="2991155" h="427482">
                    <a:moveTo>
                      <a:pt x="751790" y="322783"/>
                    </a:moveTo>
                    <a:cubicBezTo>
                      <a:pt x="751180" y="330708"/>
                      <a:pt x="752247" y="339547"/>
                      <a:pt x="754990" y="349301"/>
                    </a:cubicBezTo>
                    <a:cubicBezTo>
                      <a:pt x="683667" y="364236"/>
                      <a:pt x="635966" y="375971"/>
                      <a:pt x="611887" y="384505"/>
                    </a:cubicBezTo>
                    <a:cubicBezTo>
                      <a:pt x="610363" y="372313"/>
                      <a:pt x="605943" y="360578"/>
                      <a:pt x="598628" y="349301"/>
                    </a:cubicBezTo>
                    <a:cubicBezTo>
                      <a:pt x="644957" y="347167"/>
                      <a:pt x="696011" y="338328"/>
                      <a:pt x="751790" y="322783"/>
                    </a:cubicBezTo>
                    <a:close/>
                    <a:moveTo>
                      <a:pt x="2948178" y="308610"/>
                    </a:moveTo>
                    <a:lnTo>
                      <a:pt x="2991155" y="308610"/>
                    </a:lnTo>
                    <a:lnTo>
                      <a:pt x="2991155" y="352501"/>
                    </a:lnTo>
                    <a:lnTo>
                      <a:pt x="2948178" y="352501"/>
                    </a:lnTo>
                    <a:close/>
                    <a:moveTo>
                      <a:pt x="803453" y="270205"/>
                    </a:moveTo>
                    <a:lnTo>
                      <a:pt x="803453" y="360274"/>
                    </a:lnTo>
                    <a:lnTo>
                      <a:pt x="948386" y="360274"/>
                    </a:lnTo>
                    <a:lnTo>
                      <a:pt x="948386" y="270205"/>
                    </a:lnTo>
                    <a:close/>
                    <a:moveTo>
                      <a:pt x="773735" y="245059"/>
                    </a:moveTo>
                    <a:cubicBezTo>
                      <a:pt x="790499" y="247193"/>
                      <a:pt x="824789" y="248260"/>
                      <a:pt x="876605" y="248260"/>
                    </a:cubicBezTo>
                    <a:cubicBezTo>
                      <a:pt x="928421" y="248260"/>
                      <a:pt x="962254" y="247193"/>
                      <a:pt x="978104" y="245059"/>
                    </a:cubicBezTo>
                    <a:cubicBezTo>
                      <a:pt x="975970" y="258775"/>
                      <a:pt x="974903" y="275996"/>
                      <a:pt x="974903" y="296723"/>
                    </a:cubicBezTo>
                    <a:lnTo>
                      <a:pt x="974903" y="349301"/>
                    </a:lnTo>
                    <a:cubicBezTo>
                      <a:pt x="974903" y="367589"/>
                      <a:pt x="976123" y="389534"/>
                      <a:pt x="978561" y="415138"/>
                    </a:cubicBezTo>
                    <a:lnTo>
                      <a:pt x="948386" y="415138"/>
                    </a:lnTo>
                    <a:lnTo>
                      <a:pt x="948386" y="382676"/>
                    </a:lnTo>
                    <a:lnTo>
                      <a:pt x="803453" y="382676"/>
                    </a:lnTo>
                    <a:lnTo>
                      <a:pt x="803453" y="418338"/>
                    </a:lnTo>
                    <a:lnTo>
                      <a:pt x="771907" y="418338"/>
                    </a:lnTo>
                    <a:cubicBezTo>
                      <a:pt x="774955" y="396697"/>
                      <a:pt x="776479" y="372313"/>
                      <a:pt x="776479" y="345186"/>
                    </a:cubicBezTo>
                    <a:lnTo>
                      <a:pt x="776479" y="296723"/>
                    </a:lnTo>
                    <a:cubicBezTo>
                      <a:pt x="776479" y="278435"/>
                      <a:pt x="775564" y="261214"/>
                      <a:pt x="773735" y="245059"/>
                    </a:cubicBezTo>
                    <a:close/>
                    <a:moveTo>
                      <a:pt x="1595324" y="238201"/>
                    </a:moveTo>
                    <a:cubicBezTo>
                      <a:pt x="1602029" y="246431"/>
                      <a:pt x="1610411" y="252222"/>
                      <a:pt x="1620470" y="255575"/>
                    </a:cubicBezTo>
                    <a:cubicBezTo>
                      <a:pt x="1597610" y="294589"/>
                      <a:pt x="1570787" y="348234"/>
                      <a:pt x="1540003" y="416509"/>
                    </a:cubicBezTo>
                    <a:cubicBezTo>
                      <a:pt x="1529944" y="407060"/>
                      <a:pt x="1519581" y="400202"/>
                      <a:pt x="1508913" y="395935"/>
                    </a:cubicBezTo>
                    <a:cubicBezTo>
                      <a:pt x="1546098" y="345034"/>
                      <a:pt x="1574902" y="292456"/>
                      <a:pt x="1595324" y="238201"/>
                    </a:cubicBezTo>
                    <a:close/>
                    <a:moveTo>
                      <a:pt x="1671219" y="229972"/>
                    </a:moveTo>
                    <a:cubicBezTo>
                      <a:pt x="1676705" y="231191"/>
                      <a:pt x="1687069" y="231800"/>
                      <a:pt x="1702309" y="231800"/>
                    </a:cubicBezTo>
                    <a:cubicBezTo>
                      <a:pt x="1706881" y="231800"/>
                      <a:pt x="1709166" y="232943"/>
                      <a:pt x="1709166" y="235229"/>
                    </a:cubicBezTo>
                    <a:cubicBezTo>
                      <a:pt x="1709166" y="237515"/>
                      <a:pt x="1707795" y="239954"/>
                      <a:pt x="1705052" y="242545"/>
                    </a:cubicBezTo>
                    <a:cubicBezTo>
                      <a:pt x="1702309" y="245135"/>
                      <a:pt x="1700327" y="258851"/>
                      <a:pt x="1699108" y="283693"/>
                    </a:cubicBezTo>
                    <a:cubicBezTo>
                      <a:pt x="1697889" y="308534"/>
                      <a:pt x="1694993" y="328803"/>
                      <a:pt x="1690421" y="344500"/>
                    </a:cubicBezTo>
                    <a:cubicBezTo>
                      <a:pt x="1685849" y="360197"/>
                      <a:pt x="1678077" y="374218"/>
                      <a:pt x="1667104" y="386563"/>
                    </a:cubicBezTo>
                    <a:cubicBezTo>
                      <a:pt x="1656131" y="398907"/>
                      <a:pt x="1639672" y="412090"/>
                      <a:pt x="1617726" y="426110"/>
                    </a:cubicBezTo>
                    <a:cubicBezTo>
                      <a:pt x="1610716" y="416357"/>
                      <a:pt x="1600810" y="409346"/>
                      <a:pt x="1588008" y="405079"/>
                    </a:cubicBezTo>
                    <a:cubicBezTo>
                      <a:pt x="1617269" y="393497"/>
                      <a:pt x="1638758" y="378562"/>
                      <a:pt x="1652474" y="360274"/>
                    </a:cubicBezTo>
                    <a:cubicBezTo>
                      <a:pt x="1666190" y="341986"/>
                      <a:pt x="1673048" y="313182"/>
                      <a:pt x="1673048" y="273863"/>
                    </a:cubicBezTo>
                    <a:cubicBezTo>
                      <a:pt x="1673048" y="261366"/>
                      <a:pt x="1672438" y="246736"/>
                      <a:pt x="1671219" y="229972"/>
                    </a:cubicBezTo>
                    <a:close/>
                    <a:moveTo>
                      <a:pt x="1739799" y="227686"/>
                    </a:moveTo>
                    <a:cubicBezTo>
                      <a:pt x="1748333" y="229514"/>
                      <a:pt x="1755496" y="230429"/>
                      <a:pt x="1761287" y="230429"/>
                    </a:cubicBezTo>
                    <a:lnTo>
                      <a:pt x="1769517" y="229972"/>
                    </a:lnTo>
                    <a:cubicBezTo>
                      <a:pt x="1772870" y="229972"/>
                      <a:pt x="1774546" y="231496"/>
                      <a:pt x="1774546" y="234544"/>
                    </a:cubicBezTo>
                    <a:cubicBezTo>
                      <a:pt x="1774546" y="236677"/>
                      <a:pt x="1773784" y="238354"/>
                      <a:pt x="1772260" y="239573"/>
                    </a:cubicBezTo>
                    <a:cubicBezTo>
                      <a:pt x="1770736" y="240792"/>
                      <a:pt x="1769822" y="242773"/>
                      <a:pt x="1769517" y="245516"/>
                    </a:cubicBezTo>
                    <a:cubicBezTo>
                      <a:pt x="1769212" y="248260"/>
                      <a:pt x="1769060" y="253594"/>
                      <a:pt x="1769060" y="261518"/>
                    </a:cubicBezTo>
                    <a:lnTo>
                      <a:pt x="1769060" y="365303"/>
                    </a:lnTo>
                    <a:cubicBezTo>
                      <a:pt x="1769060" y="379019"/>
                      <a:pt x="1770431" y="394564"/>
                      <a:pt x="1773175" y="411937"/>
                    </a:cubicBezTo>
                    <a:lnTo>
                      <a:pt x="1740713" y="411937"/>
                    </a:lnTo>
                    <a:cubicBezTo>
                      <a:pt x="1742542" y="394868"/>
                      <a:pt x="1743457" y="379324"/>
                      <a:pt x="1743457" y="365303"/>
                    </a:cubicBezTo>
                    <a:lnTo>
                      <a:pt x="1743457" y="267462"/>
                    </a:lnTo>
                    <a:cubicBezTo>
                      <a:pt x="1743457" y="247955"/>
                      <a:pt x="1742237" y="234696"/>
                      <a:pt x="1739799" y="227686"/>
                    </a:cubicBezTo>
                    <a:close/>
                    <a:moveTo>
                      <a:pt x="1811579" y="226771"/>
                    </a:moveTo>
                    <a:cubicBezTo>
                      <a:pt x="1818590" y="228905"/>
                      <a:pt x="1825600" y="229972"/>
                      <a:pt x="1832611" y="229972"/>
                    </a:cubicBezTo>
                    <a:lnTo>
                      <a:pt x="1844041" y="229514"/>
                    </a:lnTo>
                    <a:cubicBezTo>
                      <a:pt x="1848613" y="229514"/>
                      <a:pt x="1850899" y="230657"/>
                      <a:pt x="1850899" y="232943"/>
                    </a:cubicBezTo>
                    <a:cubicBezTo>
                      <a:pt x="1850899" y="235229"/>
                      <a:pt x="1849527" y="237439"/>
                      <a:pt x="1846784" y="239573"/>
                    </a:cubicBezTo>
                    <a:cubicBezTo>
                      <a:pt x="1842517" y="243535"/>
                      <a:pt x="1840383" y="254203"/>
                      <a:pt x="1840383" y="271577"/>
                    </a:cubicBezTo>
                    <a:lnTo>
                      <a:pt x="1840383" y="371246"/>
                    </a:lnTo>
                    <a:cubicBezTo>
                      <a:pt x="1840383" y="384353"/>
                      <a:pt x="1847241" y="390906"/>
                      <a:pt x="1860957" y="390906"/>
                    </a:cubicBezTo>
                    <a:cubicBezTo>
                      <a:pt x="1874673" y="390906"/>
                      <a:pt x="1883207" y="386867"/>
                      <a:pt x="1886560" y="378790"/>
                    </a:cubicBezTo>
                    <a:cubicBezTo>
                      <a:pt x="1889913" y="370713"/>
                      <a:pt x="1891742" y="357226"/>
                      <a:pt x="1892047" y="338328"/>
                    </a:cubicBezTo>
                    <a:cubicBezTo>
                      <a:pt x="1897838" y="346253"/>
                      <a:pt x="1907744" y="350672"/>
                      <a:pt x="1921765" y="351587"/>
                    </a:cubicBezTo>
                    <a:cubicBezTo>
                      <a:pt x="1919021" y="370789"/>
                      <a:pt x="1915440" y="384810"/>
                      <a:pt x="1911020" y="393649"/>
                    </a:cubicBezTo>
                    <a:cubicBezTo>
                      <a:pt x="1906601" y="402488"/>
                      <a:pt x="1900581" y="408280"/>
                      <a:pt x="1892961" y="411023"/>
                    </a:cubicBezTo>
                    <a:cubicBezTo>
                      <a:pt x="1885341" y="413766"/>
                      <a:pt x="1873530" y="415138"/>
                      <a:pt x="1857528" y="415138"/>
                    </a:cubicBezTo>
                    <a:cubicBezTo>
                      <a:pt x="1841526" y="415138"/>
                      <a:pt x="1830553" y="412471"/>
                      <a:pt x="1824610" y="407137"/>
                    </a:cubicBezTo>
                    <a:cubicBezTo>
                      <a:pt x="1818666" y="401803"/>
                      <a:pt x="1815694" y="389077"/>
                      <a:pt x="1815694" y="368960"/>
                    </a:cubicBezTo>
                    <a:lnTo>
                      <a:pt x="1815694" y="265176"/>
                    </a:lnTo>
                    <a:cubicBezTo>
                      <a:pt x="1815694" y="248412"/>
                      <a:pt x="1814323" y="235610"/>
                      <a:pt x="1811579" y="226771"/>
                    </a:cubicBezTo>
                    <a:close/>
                    <a:moveTo>
                      <a:pt x="2591562" y="205740"/>
                    </a:moveTo>
                    <a:cubicBezTo>
                      <a:pt x="2617166" y="208178"/>
                      <a:pt x="2656180" y="209398"/>
                      <a:pt x="2708606" y="209398"/>
                    </a:cubicBezTo>
                    <a:cubicBezTo>
                      <a:pt x="2761031" y="209398"/>
                      <a:pt x="2799436" y="208178"/>
                      <a:pt x="2823820" y="205740"/>
                    </a:cubicBezTo>
                    <a:lnTo>
                      <a:pt x="2823820" y="234086"/>
                    </a:lnTo>
                    <a:cubicBezTo>
                      <a:pt x="2797607" y="231343"/>
                      <a:pt x="2762860" y="229972"/>
                      <a:pt x="2719578" y="229972"/>
                    </a:cubicBezTo>
                    <a:lnTo>
                      <a:pt x="2719578" y="290322"/>
                    </a:lnTo>
                    <a:cubicBezTo>
                      <a:pt x="2757069" y="290017"/>
                      <a:pt x="2786787" y="288646"/>
                      <a:pt x="2808733" y="286207"/>
                    </a:cubicBezTo>
                    <a:lnTo>
                      <a:pt x="2808733" y="315468"/>
                    </a:lnTo>
                    <a:cubicBezTo>
                      <a:pt x="2785873" y="312420"/>
                      <a:pt x="2756154" y="310896"/>
                      <a:pt x="2719578" y="310896"/>
                    </a:cubicBezTo>
                    <a:lnTo>
                      <a:pt x="2719578" y="376733"/>
                    </a:lnTo>
                    <a:cubicBezTo>
                      <a:pt x="2767432" y="376733"/>
                      <a:pt x="2806904" y="375514"/>
                      <a:pt x="2837993" y="373075"/>
                    </a:cubicBezTo>
                    <a:lnTo>
                      <a:pt x="2837993" y="402793"/>
                    </a:lnTo>
                    <a:cubicBezTo>
                      <a:pt x="2802941" y="399745"/>
                      <a:pt x="2758974" y="398221"/>
                      <a:pt x="2706091" y="398221"/>
                    </a:cubicBezTo>
                    <a:cubicBezTo>
                      <a:pt x="2653208" y="398221"/>
                      <a:pt x="2609393" y="399745"/>
                      <a:pt x="2574646" y="402793"/>
                    </a:cubicBezTo>
                    <a:lnTo>
                      <a:pt x="2574646" y="373075"/>
                    </a:lnTo>
                    <a:cubicBezTo>
                      <a:pt x="2607565" y="375514"/>
                      <a:pt x="2646731" y="376733"/>
                      <a:pt x="2692146" y="376733"/>
                    </a:cubicBezTo>
                    <a:lnTo>
                      <a:pt x="2692146" y="310896"/>
                    </a:lnTo>
                    <a:cubicBezTo>
                      <a:pt x="2657704" y="311201"/>
                      <a:pt x="2628138" y="312725"/>
                      <a:pt x="2603450" y="315468"/>
                    </a:cubicBezTo>
                    <a:lnTo>
                      <a:pt x="2603450" y="286207"/>
                    </a:lnTo>
                    <a:cubicBezTo>
                      <a:pt x="2627224" y="288950"/>
                      <a:pt x="2656790" y="290322"/>
                      <a:pt x="2692146" y="290322"/>
                    </a:cubicBezTo>
                    <a:lnTo>
                      <a:pt x="2692146" y="229972"/>
                    </a:lnTo>
                    <a:cubicBezTo>
                      <a:pt x="2652827" y="230276"/>
                      <a:pt x="2619299" y="231648"/>
                      <a:pt x="2591562" y="234086"/>
                    </a:cubicBezTo>
                    <a:close/>
                    <a:moveTo>
                      <a:pt x="1261568" y="200711"/>
                    </a:moveTo>
                    <a:lnTo>
                      <a:pt x="1261568" y="270662"/>
                    </a:lnTo>
                    <a:lnTo>
                      <a:pt x="1372668" y="270662"/>
                    </a:lnTo>
                    <a:lnTo>
                      <a:pt x="1372668" y="200711"/>
                    </a:lnTo>
                    <a:close/>
                    <a:moveTo>
                      <a:pt x="1118922" y="200711"/>
                    </a:moveTo>
                    <a:lnTo>
                      <a:pt x="1118922" y="270662"/>
                    </a:lnTo>
                    <a:lnTo>
                      <a:pt x="1232764" y="270662"/>
                    </a:lnTo>
                    <a:lnTo>
                      <a:pt x="1232764" y="200711"/>
                    </a:lnTo>
                    <a:close/>
                    <a:moveTo>
                      <a:pt x="1526287" y="136246"/>
                    </a:moveTo>
                    <a:cubicBezTo>
                      <a:pt x="1556157" y="151486"/>
                      <a:pt x="1584046" y="169164"/>
                      <a:pt x="1609954" y="189281"/>
                    </a:cubicBezTo>
                    <a:lnTo>
                      <a:pt x="1591209" y="212141"/>
                    </a:lnTo>
                    <a:cubicBezTo>
                      <a:pt x="1566825" y="189281"/>
                      <a:pt x="1540155" y="171755"/>
                      <a:pt x="1511199" y="159563"/>
                    </a:cubicBezTo>
                    <a:close/>
                    <a:moveTo>
                      <a:pt x="2948178" y="122530"/>
                    </a:moveTo>
                    <a:lnTo>
                      <a:pt x="2991155" y="122530"/>
                    </a:lnTo>
                    <a:lnTo>
                      <a:pt x="2991155" y="166421"/>
                    </a:lnTo>
                    <a:lnTo>
                      <a:pt x="2948178" y="166421"/>
                    </a:lnTo>
                    <a:close/>
                    <a:moveTo>
                      <a:pt x="1261568" y="103327"/>
                    </a:moveTo>
                    <a:lnTo>
                      <a:pt x="1261568" y="178308"/>
                    </a:lnTo>
                    <a:lnTo>
                      <a:pt x="1372668" y="178308"/>
                    </a:lnTo>
                    <a:lnTo>
                      <a:pt x="1372668" y="103327"/>
                    </a:lnTo>
                    <a:close/>
                    <a:moveTo>
                      <a:pt x="1118922" y="103327"/>
                    </a:moveTo>
                    <a:lnTo>
                      <a:pt x="1118922" y="178308"/>
                    </a:lnTo>
                    <a:lnTo>
                      <a:pt x="1232764" y="178308"/>
                    </a:lnTo>
                    <a:lnTo>
                      <a:pt x="1232764" y="103327"/>
                    </a:lnTo>
                    <a:close/>
                    <a:moveTo>
                      <a:pt x="2636368" y="60350"/>
                    </a:moveTo>
                    <a:lnTo>
                      <a:pt x="2636368" y="144475"/>
                    </a:lnTo>
                    <a:lnTo>
                      <a:pt x="2776271" y="144475"/>
                    </a:lnTo>
                    <a:lnTo>
                      <a:pt x="2776271" y="60350"/>
                    </a:lnTo>
                    <a:close/>
                    <a:moveTo>
                      <a:pt x="32919" y="56236"/>
                    </a:moveTo>
                    <a:lnTo>
                      <a:pt x="32919" y="168250"/>
                    </a:lnTo>
                    <a:lnTo>
                      <a:pt x="88240" y="168250"/>
                    </a:lnTo>
                    <a:cubicBezTo>
                      <a:pt x="121463" y="168859"/>
                      <a:pt x="143561" y="163449"/>
                      <a:pt x="154534" y="152019"/>
                    </a:cubicBezTo>
                    <a:cubicBezTo>
                      <a:pt x="165507" y="140589"/>
                      <a:pt x="170993" y="127102"/>
                      <a:pt x="170993" y="111557"/>
                    </a:cubicBezTo>
                    <a:cubicBezTo>
                      <a:pt x="170993" y="74676"/>
                      <a:pt x="144323" y="56236"/>
                      <a:pt x="90983" y="56236"/>
                    </a:cubicBezTo>
                    <a:close/>
                    <a:moveTo>
                      <a:pt x="2607565" y="35662"/>
                    </a:moveTo>
                    <a:cubicBezTo>
                      <a:pt x="2629510" y="38100"/>
                      <a:pt x="2661362" y="39319"/>
                      <a:pt x="2703119" y="39319"/>
                    </a:cubicBezTo>
                    <a:cubicBezTo>
                      <a:pt x="2744877" y="39319"/>
                      <a:pt x="2779167" y="38100"/>
                      <a:pt x="2805989" y="35662"/>
                    </a:cubicBezTo>
                    <a:cubicBezTo>
                      <a:pt x="2803856" y="51206"/>
                      <a:pt x="2802789" y="73533"/>
                      <a:pt x="2802789" y="102641"/>
                    </a:cubicBezTo>
                    <a:cubicBezTo>
                      <a:pt x="2802789" y="131750"/>
                      <a:pt x="2803856" y="153924"/>
                      <a:pt x="2805989" y="169164"/>
                    </a:cubicBezTo>
                    <a:cubicBezTo>
                      <a:pt x="2778557" y="166726"/>
                      <a:pt x="2745334" y="165506"/>
                      <a:pt x="2706320" y="165506"/>
                    </a:cubicBezTo>
                    <a:cubicBezTo>
                      <a:pt x="2667305" y="165506"/>
                      <a:pt x="2634387" y="166726"/>
                      <a:pt x="2607565" y="169164"/>
                    </a:cubicBezTo>
                    <a:cubicBezTo>
                      <a:pt x="2609698" y="148133"/>
                      <a:pt x="2610765" y="125578"/>
                      <a:pt x="2610765" y="101498"/>
                    </a:cubicBezTo>
                    <a:cubicBezTo>
                      <a:pt x="2610765" y="77419"/>
                      <a:pt x="2609698" y="55474"/>
                      <a:pt x="2607565" y="35662"/>
                    </a:cubicBezTo>
                    <a:close/>
                    <a:moveTo>
                      <a:pt x="2567331" y="25603"/>
                    </a:moveTo>
                    <a:cubicBezTo>
                      <a:pt x="2571903" y="35966"/>
                      <a:pt x="2576246" y="43205"/>
                      <a:pt x="2580361" y="47320"/>
                    </a:cubicBezTo>
                    <a:cubicBezTo>
                      <a:pt x="2584476" y="51435"/>
                      <a:pt x="2586533" y="54254"/>
                      <a:pt x="2586533" y="55778"/>
                    </a:cubicBezTo>
                    <a:cubicBezTo>
                      <a:pt x="2586533" y="57912"/>
                      <a:pt x="2584933" y="58598"/>
                      <a:pt x="2581733" y="57836"/>
                    </a:cubicBezTo>
                    <a:cubicBezTo>
                      <a:pt x="2578532" y="57074"/>
                      <a:pt x="2573960" y="56693"/>
                      <a:pt x="2568017" y="56693"/>
                    </a:cubicBezTo>
                    <a:cubicBezTo>
                      <a:pt x="2562073" y="56693"/>
                      <a:pt x="2555215" y="57760"/>
                      <a:pt x="2547443" y="59893"/>
                    </a:cubicBezTo>
                    <a:cubicBezTo>
                      <a:pt x="2539670" y="62027"/>
                      <a:pt x="2531060" y="64160"/>
                      <a:pt x="2521611" y="66294"/>
                    </a:cubicBezTo>
                    <a:lnTo>
                      <a:pt x="2521611" y="138989"/>
                    </a:lnTo>
                    <a:cubicBezTo>
                      <a:pt x="2549957" y="138379"/>
                      <a:pt x="2572055" y="137160"/>
                      <a:pt x="2587905" y="135331"/>
                    </a:cubicBezTo>
                    <a:lnTo>
                      <a:pt x="2587905" y="164135"/>
                    </a:lnTo>
                    <a:cubicBezTo>
                      <a:pt x="2571446" y="162306"/>
                      <a:pt x="2549348" y="161087"/>
                      <a:pt x="2521611" y="160477"/>
                    </a:cubicBezTo>
                    <a:lnTo>
                      <a:pt x="2521611" y="192024"/>
                    </a:lnTo>
                    <a:cubicBezTo>
                      <a:pt x="2549348" y="215494"/>
                      <a:pt x="2570379" y="235610"/>
                      <a:pt x="2584704" y="252374"/>
                    </a:cubicBezTo>
                    <a:lnTo>
                      <a:pt x="2563216" y="273406"/>
                    </a:lnTo>
                    <a:cubicBezTo>
                      <a:pt x="2548586" y="250241"/>
                      <a:pt x="2534717" y="231496"/>
                      <a:pt x="2521611" y="217170"/>
                    </a:cubicBezTo>
                    <a:lnTo>
                      <a:pt x="2521611" y="348844"/>
                    </a:lnTo>
                    <a:cubicBezTo>
                      <a:pt x="2521611" y="369265"/>
                      <a:pt x="2522678" y="395478"/>
                      <a:pt x="2524811" y="427482"/>
                    </a:cubicBezTo>
                    <a:lnTo>
                      <a:pt x="2491893" y="427482"/>
                    </a:lnTo>
                    <a:cubicBezTo>
                      <a:pt x="2494331" y="398221"/>
                      <a:pt x="2495551" y="372008"/>
                      <a:pt x="2495551" y="348844"/>
                    </a:cubicBezTo>
                    <a:lnTo>
                      <a:pt x="2495551" y="213970"/>
                    </a:lnTo>
                    <a:cubicBezTo>
                      <a:pt x="2481835" y="254508"/>
                      <a:pt x="2462022" y="294132"/>
                      <a:pt x="2436115" y="332842"/>
                    </a:cubicBezTo>
                    <a:cubicBezTo>
                      <a:pt x="2428799" y="324307"/>
                      <a:pt x="2419198" y="318821"/>
                      <a:pt x="2407311" y="316382"/>
                    </a:cubicBezTo>
                    <a:cubicBezTo>
                      <a:pt x="2424989" y="298399"/>
                      <a:pt x="2442134" y="274853"/>
                      <a:pt x="2458746" y="245745"/>
                    </a:cubicBezTo>
                    <a:cubicBezTo>
                      <a:pt x="2475358" y="216637"/>
                      <a:pt x="2487626" y="188214"/>
                      <a:pt x="2495551" y="160477"/>
                    </a:cubicBezTo>
                    <a:cubicBezTo>
                      <a:pt x="2469338" y="160477"/>
                      <a:pt x="2445259" y="161696"/>
                      <a:pt x="2423313" y="164135"/>
                    </a:cubicBezTo>
                    <a:lnTo>
                      <a:pt x="2423313" y="135331"/>
                    </a:lnTo>
                    <a:cubicBezTo>
                      <a:pt x="2441906" y="137160"/>
                      <a:pt x="2465985" y="138379"/>
                      <a:pt x="2495551" y="138989"/>
                    </a:cubicBezTo>
                    <a:lnTo>
                      <a:pt x="2495551" y="71323"/>
                    </a:lnTo>
                    <a:cubicBezTo>
                      <a:pt x="2468728" y="75590"/>
                      <a:pt x="2450745" y="78181"/>
                      <a:pt x="2441601" y="79096"/>
                    </a:cubicBezTo>
                    <a:cubicBezTo>
                      <a:pt x="2440991" y="69342"/>
                      <a:pt x="2435962" y="59893"/>
                      <a:pt x="2426513" y="50749"/>
                    </a:cubicBezTo>
                    <a:cubicBezTo>
                      <a:pt x="2486559" y="50444"/>
                      <a:pt x="2533498" y="42062"/>
                      <a:pt x="2567331" y="25603"/>
                    </a:cubicBezTo>
                    <a:close/>
                    <a:moveTo>
                      <a:pt x="1543203" y="24232"/>
                    </a:moveTo>
                    <a:cubicBezTo>
                      <a:pt x="1581608" y="45872"/>
                      <a:pt x="1609497" y="63246"/>
                      <a:pt x="1626871" y="76352"/>
                    </a:cubicBezTo>
                    <a:lnTo>
                      <a:pt x="1609040" y="99212"/>
                    </a:lnTo>
                    <a:cubicBezTo>
                      <a:pt x="1593495" y="84887"/>
                      <a:pt x="1566520" y="67361"/>
                      <a:pt x="1528115" y="46634"/>
                    </a:cubicBezTo>
                    <a:close/>
                    <a:moveTo>
                      <a:pt x="267158" y="24232"/>
                    </a:moveTo>
                    <a:lnTo>
                      <a:pt x="274473" y="24232"/>
                    </a:lnTo>
                    <a:lnTo>
                      <a:pt x="492557" y="275692"/>
                    </a:lnTo>
                    <a:lnTo>
                      <a:pt x="492557" y="24232"/>
                    </a:lnTo>
                    <a:lnTo>
                      <a:pt x="525019" y="24232"/>
                    </a:lnTo>
                    <a:lnTo>
                      <a:pt x="525019" y="352501"/>
                    </a:lnTo>
                    <a:lnTo>
                      <a:pt x="517703" y="352501"/>
                    </a:lnTo>
                    <a:lnTo>
                      <a:pt x="300991" y="104242"/>
                    </a:lnTo>
                    <a:lnTo>
                      <a:pt x="300991" y="352501"/>
                    </a:lnTo>
                    <a:lnTo>
                      <a:pt x="267158" y="352501"/>
                    </a:lnTo>
                    <a:close/>
                    <a:moveTo>
                      <a:pt x="0" y="24232"/>
                    </a:moveTo>
                    <a:lnTo>
                      <a:pt x="65380" y="24232"/>
                    </a:lnTo>
                    <a:cubicBezTo>
                      <a:pt x="104090" y="24232"/>
                      <a:pt x="129388" y="25756"/>
                      <a:pt x="141275" y="28804"/>
                    </a:cubicBezTo>
                    <a:cubicBezTo>
                      <a:pt x="153163" y="31852"/>
                      <a:pt x="164059" y="37186"/>
                      <a:pt x="173965" y="44806"/>
                    </a:cubicBezTo>
                    <a:cubicBezTo>
                      <a:pt x="183871" y="52426"/>
                      <a:pt x="191567" y="61951"/>
                      <a:pt x="197054" y="73381"/>
                    </a:cubicBezTo>
                    <a:cubicBezTo>
                      <a:pt x="202540" y="84811"/>
                      <a:pt x="205283" y="97536"/>
                      <a:pt x="205283" y="111557"/>
                    </a:cubicBezTo>
                    <a:cubicBezTo>
                      <a:pt x="205283" y="134112"/>
                      <a:pt x="199187" y="152552"/>
                      <a:pt x="186995" y="166878"/>
                    </a:cubicBezTo>
                    <a:cubicBezTo>
                      <a:pt x="174803" y="181204"/>
                      <a:pt x="159487" y="190271"/>
                      <a:pt x="141047" y="194081"/>
                    </a:cubicBezTo>
                    <a:cubicBezTo>
                      <a:pt x="122606" y="197891"/>
                      <a:pt x="94336" y="199796"/>
                      <a:pt x="56236" y="199796"/>
                    </a:cubicBezTo>
                    <a:lnTo>
                      <a:pt x="32919" y="199796"/>
                    </a:lnTo>
                    <a:lnTo>
                      <a:pt x="32919" y="352501"/>
                    </a:lnTo>
                    <a:lnTo>
                      <a:pt x="0" y="352501"/>
                    </a:lnTo>
                    <a:close/>
                    <a:moveTo>
                      <a:pt x="2157223" y="14173"/>
                    </a:moveTo>
                    <a:cubicBezTo>
                      <a:pt x="2170329" y="37033"/>
                      <a:pt x="2181607" y="61112"/>
                      <a:pt x="2191055" y="86411"/>
                    </a:cubicBezTo>
                    <a:cubicBezTo>
                      <a:pt x="2268475" y="86411"/>
                      <a:pt x="2327301" y="85344"/>
                      <a:pt x="2367535" y="83210"/>
                    </a:cubicBezTo>
                    <a:lnTo>
                      <a:pt x="2367535" y="113843"/>
                    </a:lnTo>
                    <a:cubicBezTo>
                      <a:pt x="2325167" y="111709"/>
                      <a:pt x="2244700" y="110642"/>
                      <a:pt x="2126133" y="110642"/>
                    </a:cubicBezTo>
                    <a:lnTo>
                      <a:pt x="2126133" y="193396"/>
                    </a:lnTo>
                    <a:lnTo>
                      <a:pt x="2260093" y="193396"/>
                    </a:lnTo>
                    <a:cubicBezTo>
                      <a:pt x="2280514" y="193396"/>
                      <a:pt x="2298802" y="192634"/>
                      <a:pt x="2314957" y="191110"/>
                    </a:cubicBezTo>
                    <a:lnTo>
                      <a:pt x="2298497" y="362560"/>
                    </a:lnTo>
                    <a:cubicBezTo>
                      <a:pt x="2297583" y="373228"/>
                      <a:pt x="2294383" y="381686"/>
                      <a:pt x="2288896" y="387934"/>
                    </a:cubicBezTo>
                    <a:cubicBezTo>
                      <a:pt x="2283410" y="394183"/>
                      <a:pt x="2273047" y="399288"/>
                      <a:pt x="2257807" y="403250"/>
                    </a:cubicBezTo>
                    <a:cubicBezTo>
                      <a:pt x="2242567" y="407213"/>
                      <a:pt x="2219859" y="410108"/>
                      <a:pt x="2189684" y="411937"/>
                    </a:cubicBezTo>
                    <a:cubicBezTo>
                      <a:pt x="2189684" y="398526"/>
                      <a:pt x="2184807" y="385267"/>
                      <a:pt x="2175053" y="372161"/>
                    </a:cubicBezTo>
                    <a:cubicBezTo>
                      <a:pt x="2196389" y="375818"/>
                      <a:pt x="2213839" y="377647"/>
                      <a:pt x="2227403" y="377647"/>
                    </a:cubicBezTo>
                    <a:cubicBezTo>
                      <a:pt x="2240966" y="377647"/>
                      <a:pt x="2251253" y="375666"/>
                      <a:pt x="2258264" y="371704"/>
                    </a:cubicBezTo>
                    <a:cubicBezTo>
                      <a:pt x="2265274" y="367741"/>
                      <a:pt x="2269237" y="360883"/>
                      <a:pt x="2270151" y="351130"/>
                    </a:cubicBezTo>
                    <a:lnTo>
                      <a:pt x="2283410" y="216256"/>
                    </a:lnTo>
                    <a:lnTo>
                      <a:pt x="2126133" y="216256"/>
                    </a:lnTo>
                    <a:cubicBezTo>
                      <a:pt x="2125523" y="263500"/>
                      <a:pt x="2116456" y="303352"/>
                      <a:pt x="2098930" y="335813"/>
                    </a:cubicBezTo>
                    <a:cubicBezTo>
                      <a:pt x="2081404" y="368275"/>
                      <a:pt x="2054200" y="396697"/>
                      <a:pt x="2017319" y="421081"/>
                    </a:cubicBezTo>
                    <a:cubicBezTo>
                      <a:pt x="2009699" y="410413"/>
                      <a:pt x="1999946" y="402488"/>
                      <a:pt x="1988059" y="397307"/>
                    </a:cubicBezTo>
                    <a:cubicBezTo>
                      <a:pt x="2017929" y="381457"/>
                      <a:pt x="2040789" y="363931"/>
                      <a:pt x="2056639" y="344729"/>
                    </a:cubicBezTo>
                    <a:cubicBezTo>
                      <a:pt x="2072488" y="325526"/>
                      <a:pt x="2083156" y="304876"/>
                      <a:pt x="2088643" y="282778"/>
                    </a:cubicBezTo>
                    <a:cubicBezTo>
                      <a:pt x="2094129" y="260680"/>
                      <a:pt x="2096872" y="234544"/>
                      <a:pt x="2096872" y="204368"/>
                    </a:cubicBezTo>
                    <a:lnTo>
                      <a:pt x="2096872" y="110642"/>
                    </a:lnTo>
                    <a:cubicBezTo>
                      <a:pt x="2056639" y="110947"/>
                      <a:pt x="2017319" y="112014"/>
                      <a:pt x="1978915" y="113843"/>
                    </a:cubicBezTo>
                    <a:lnTo>
                      <a:pt x="1978915" y="83210"/>
                    </a:lnTo>
                    <a:cubicBezTo>
                      <a:pt x="2020063" y="85344"/>
                      <a:pt x="2080565" y="86411"/>
                      <a:pt x="2160423" y="86411"/>
                    </a:cubicBezTo>
                    <a:cubicBezTo>
                      <a:pt x="2150669" y="63246"/>
                      <a:pt x="2139087" y="43891"/>
                      <a:pt x="2125676" y="28346"/>
                    </a:cubicBezTo>
                    <a:close/>
                    <a:moveTo>
                      <a:pt x="674066" y="14173"/>
                    </a:moveTo>
                    <a:cubicBezTo>
                      <a:pt x="683210" y="21184"/>
                      <a:pt x="691973" y="25603"/>
                      <a:pt x="700355" y="27432"/>
                    </a:cubicBezTo>
                    <a:cubicBezTo>
                      <a:pt x="708737" y="29261"/>
                      <a:pt x="712928" y="31394"/>
                      <a:pt x="712928" y="33833"/>
                    </a:cubicBezTo>
                    <a:cubicBezTo>
                      <a:pt x="712928" y="36271"/>
                      <a:pt x="710947" y="38100"/>
                      <a:pt x="706984" y="39319"/>
                    </a:cubicBezTo>
                    <a:cubicBezTo>
                      <a:pt x="703022" y="40538"/>
                      <a:pt x="698983" y="43510"/>
                      <a:pt x="694868" y="48235"/>
                    </a:cubicBezTo>
                    <a:cubicBezTo>
                      <a:pt x="690754" y="52959"/>
                      <a:pt x="684277" y="63094"/>
                      <a:pt x="675437" y="78638"/>
                    </a:cubicBezTo>
                    <a:cubicBezTo>
                      <a:pt x="666598" y="94183"/>
                      <a:pt x="653187" y="118720"/>
                      <a:pt x="635204" y="152248"/>
                    </a:cubicBezTo>
                    <a:lnTo>
                      <a:pt x="702412" y="149047"/>
                    </a:lnTo>
                    <a:cubicBezTo>
                      <a:pt x="716128" y="126797"/>
                      <a:pt x="724510" y="109880"/>
                      <a:pt x="727558" y="98298"/>
                    </a:cubicBezTo>
                    <a:cubicBezTo>
                      <a:pt x="738531" y="107442"/>
                      <a:pt x="748437" y="114300"/>
                      <a:pt x="757276" y="118872"/>
                    </a:cubicBezTo>
                    <a:cubicBezTo>
                      <a:pt x="760629" y="120701"/>
                      <a:pt x="762305" y="122453"/>
                      <a:pt x="762305" y="124130"/>
                    </a:cubicBezTo>
                    <a:cubicBezTo>
                      <a:pt x="762305" y="125806"/>
                      <a:pt x="760400" y="127178"/>
                      <a:pt x="756590" y="128245"/>
                    </a:cubicBezTo>
                    <a:cubicBezTo>
                      <a:pt x="752780" y="129311"/>
                      <a:pt x="749351" y="131140"/>
                      <a:pt x="746303" y="133731"/>
                    </a:cubicBezTo>
                    <a:cubicBezTo>
                      <a:pt x="743255" y="136322"/>
                      <a:pt x="738531" y="141961"/>
                      <a:pt x="732130" y="150647"/>
                    </a:cubicBezTo>
                    <a:cubicBezTo>
                      <a:pt x="725729" y="159334"/>
                      <a:pt x="714909" y="174498"/>
                      <a:pt x="699669" y="196139"/>
                    </a:cubicBezTo>
                    <a:lnTo>
                      <a:pt x="651206" y="267005"/>
                    </a:lnTo>
                    <a:lnTo>
                      <a:pt x="742189" y="255118"/>
                    </a:lnTo>
                    <a:cubicBezTo>
                      <a:pt x="740665" y="260909"/>
                      <a:pt x="739903" y="265709"/>
                      <a:pt x="739903" y="269519"/>
                    </a:cubicBezTo>
                    <a:cubicBezTo>
                      <a:pt x="739903" y="273329"/>
                      <a:pt x="740207" y="276911"/>
                      <a:pt x="740817" y="280264"/>
                    </a:cubicBezTo>
                    <a:lnTo>
                      <a:pt x="656235" y="289865"/>
                    </a:lnTo>
                    <a:cubicBezTo>
                      <a:pt x="636423" y="292608"/>
                      <a:pt x="622250" y="296113"/>
                      <a:pt x="613715" y="300380"/>
                    </a:cubicBezTo>
                    <a:cubicBezTo>
                      <a:pt x="612496" y="289408"/>
                      <a:pt x="609296" y="279502"/>
                      <a:pt x="604114" y="270662"/>
                    </a:cubicBezTo>
                    <a:cubicBezTo>
                      <a:pt x="608991" y="269748"/>
                      <a:pt x="615087" y="266929"/>
                      <a:pt x="622402" y="262204"/>
                    </a:cubicBezTo>
                    <a:cubicBezTo>
                      <a:pt x="629717" y="257480"/>
                      <a:pt x="637337" y="249326"/>
                      <a:pt x="645262" y="237744"/>
                    </a:cubicBezTo>
                    <a:lnTo>
                      <a:pt x="688239" y="171907"/>
                    </a:lnTo>
                    <a:lnTo>
                      <a:pt x="640233" y="175108"/>
                    </a:lnTo>
                    <a:cubicBezTo>
                      <a:pt x="627127" y="176022"/>
                      <a:pt x="616154" y="178460"/>
                      <a:pt x="607315" y="182423"/>
                    </a:cubicBezTo>
                    <a:cubicBezTo>
                      <a:pt x="606400" y="170231"/>
                      <a:pt x="602743" y="159258"/>
                      <a:pt x="596342" y="149504"/>
                    </a:cubicBezTo>
                    <a:cubicBezTo>
                      <a:pt x="614935" y="145847"/>
                      <a:pt x="640843" y="100736"/>
                      <a:pt x="674066" y="14173"/>
                    </a:cubicBezTo>
                    <a:close/>
                    <a:moveTo>
                      <a:pt x="857860" y="7772"/>
                    </a:moveTo>
                    <a:cubicBezTo>
                      <a:pt x="869747" y="9906"/>
                      <a:pt x="881635" y="10973"/>
                      <a:pt x="893522" y="10973"/>
                    </a:cubicBezTo>
                    <a:cubicBezTo>
                      <a:pt x="897789" y="10973"/>
                      <a:pt x="899923" y="11811"/>
                      <a:pt x="899923" y="13487"/>
                    </a:cubicBezTo>
                    <a:cubicBezTo>
                      <a:pt x="899923" y="15164"/>
                      <a:pt x="898856" y="16383"/>
                      <a:pt x="896722" y="17145"/>
                    </a:cubicBezTo>
                    <a:cubicBezTo>
                      <a:pt x="894589" y="17907"/>
                      <a:pt x="892836" y="19736"/>
                      <a:pt x="891464" y="22631"/>
                    </a:cubicBezTo>
                    <a:cubicBezTo>
                      <a:pt x="890093" y="25527"/>
                      <a:pt x="889407" y="28499"/>
                      <a:pt x="889407" y="31547"/>
                    </a:cubicBezTo>
                    <a:lnTo>
                      <a:pt x="889407" y="82753"/>
                    </a:lnTo>
                    <a:cubicBezTo>
                      <a:pt x="938785" y="82753"/>
                      <a:pt x="977951" y="81229"/>
                      <a:pt x="1006907" y="78181"/>
                    </a:cubicBezTo>
                    <a:lnTo>
                      <a:pt x="1006907" y="109728"/>
                    </a:lnTo>
                    <a:cubicBezTo>
                      <a:pt x="977951" y="106680"/>
                      <a:pt x="938785" y="105156"/>
                      <a:pt x="889407" y="105156"/>
                    </a:cubicBezTo>
                    <a:lnTo>
                      <a:pt x="889407" y="176936"/>
                    </a:lnTo>
                    <a:cubicBezTo>
                      <a:pt x="934822" y="176632"/>
                      <a:pt x="969722" y="175108"/>
                      <a:pt x="994106" y="172364"/>
                    </a:cubicBezTo>
                    <a:lnTo>
                      <a:pt x="994106" y="203454"/>
                    </a:lnTo>
                    <a:cubicBezTo>
                      <a:pt x="967283" y="200406"/>
                      <a:pt x="927735" y="198882"/>
                      <a:pt x="875462" y="198882"/>
                    </a:cubicBezTo>
                    <a:cubicBezTo>
                      <a:pt x="823189" y="198882"/>
                      <a:pt x="783794" y="200406"/>
                      <a:pt x="757276" y="203454"/>
                    </a:cubicBezTo>
                    <a:lnTo>
                      <a:pt x="757276" y="172364"/>
                    </a:lnTo>
                    <a:cubicBezTo>
                      <a:pt x="781660" y="175108"/>
                      <a:pt x="816255" y="176632"/>
                      <a:pt x="861061" y="176936"/>
                    </a:cubicBezTo>
                    <a:lnTo>
                      <a:pt x="861061" y="105156"/>
                    </a:lnTo>
                    <a:cubicBezTo>
                      <a:pt x="815645" y="105461"/>
                      <a:pt x="778003" y="106985"/>
                      <a:pt x="748132" y="109728"/>
                    </a:cubicBezTo>
                    <a:lnTo>
                      <a:pt x="748132" y="78181"/>
                    </a:lnTo>
                    <a:cubicBezTo>
                      <a:pt x="778003" y="80924"/>
                      <a:pt x="815645" y="82448"/>
                      <a:pt x="861061" y="82753"/>
                    </a:cubicBezTo>
                    <a:lnTo>
                      <a:pt x="861061" y="69037"/>
                    </a:lnTo>
                    <a:cubicBezTo>
                      <a:pt x="861061" y="41910"/>
                      <a:pt x="859994" y="21488"/>
                      <a:pt x="857860" y="7772"/>
                    </a:cubicBezTo>
                    <a:close/>
                    <a:moveTo>
                      <a:pt x="1227735" y="5944"/>
                    </a:moveTo>
                    <a:cubicBezTo>
                      <a:pt x="1241451" y="7772"/>
                      <a:pt x="1254862" y="8687"/>
                      <a:pt x="1267969" y="8687"/>
                    </a:cubicBezTo>
                    <a:cubicBezTo>
                      <a:pt x="1273455" y="8687"/>
                      <a:pt x="1276198" y="9982"/>
                      <a:pt x="1276198" y="12573"/>
                    </a:cubicBezTo>
                    <a:cubicBezTo>
                      <a:pt x="1276198" y="15164"/>
                      <a:pt x="1274674" y="17069"/>
                      <a:pt x="1271626" y="18288"/>
                    </a:cubicBezTo>
                    <a:cubicBezTo>
                      <a:pt x="1268578" y="19507"/>
                      <a:pt x="1266140" y="21793"/>
                      <a:pt x="1264311" y="25146"/>
                    </a:cubicBezTo>
                    <a:cubicBezTo>
                      <a:pt x="1262482" y="28499"/>
                      <a:pt x="1261568" y="31547"/>
                      <a:pt x="1261568" y="34290"/>
                    </a:cubicBezTo>
                    <a:lnTo>
                      <a:pt x="1261568" y="80467"/>
                    </a:lnTo>
                    <a:cubicBezTo>
                      <a:pt x="1327405" y="80162"/>
                      <a:pt x="1375106" y="78334"/>
                      <a:pt x="1404672" y="74981"/>
                    </a:cubicBezTo>
                    <a:cubicBezTo>
                      <a:pt x="1402538" y="87478"/>
                      <a:pt x="1401471" y="104699"/>
                      <a:pt x="1401471" y="126644"/>
                    </a:cubicBezTo>
                    <a:lnTo>
                      <a:pt x="1401471" y="261518"/>
                    </a:lnTo>
                    <a:cubicBezTo>
                      <a:pt x="1401471" y="283159"/>
                      <a:pt x="1402995" y="304952"/>
                      <a:pt x="1406043" y="326898"/>
                    </a:cubicBezTo>
                    <a:lnTo>
                      <a:pt x="1372668" y="326898"/>
                    </a:lnTo>
                    <a:lnTo>
                      <a:pt x="1372668" y="293980"/>
                    </a:lnTo>
                    <a:lnTo>
                      <a:pt x="1261568" y="293980"/>
                    </a:lnTo>
                    <a:lnTo>
                      <a:pt x="1261568" y="357988"/>
                    </a:lnTo>
                    <a:cubicBezTo>
                      <a:pt x="1261568" y="368046"/>
                      <a:pt x="1262558" y="375361"/>
                      <a:pt x="1264539" y="379933"/>
                    </a:cubicBezTo>
                    <a:cubicBezTo>
                      <a:pt x="1266521" y="384505"/>
                      <a:pt x="1270864" y="387782"/>
                      <a:pt x="1277570" y="389763"/>
                    </a:cubicBezTo>
                    <a:cubicBezTo>
                      <a:pt x="1284276" y="391744"/>
                      <a:pt x="1295096" y="392735"/>
                      <a:pt x="1310031" y="392735"/>
                    </a:cubicBezTo>
                    <a:lnTo>
                      <a:pt x="1382269" y="392278"/>
                    </a:lnTo>
                    <a:cubicBezTo>
                      <a:pt x="1400557" y="392278"/>
                      <a:pt x="1412825" y="386791"/>
                      <a:pt x="1419073" y="375818"/>
                    </a:cubicBezTo>
                    <a:cubicBezTo>
                      <a:pt x="1425322" y="364846"/>
                      <a:pt x="1429817" y="348234"/>
                      <a:pt x="1432561" y="325984"/>
                    </a:cubicBezTo>
                    <a:cubicBezTo>
                      <a:pt x="1439571" y="334213"/>
                      <a:pt x="1449934" y="340462"/>
                      <a:pt x="1463650" y="344729"/>
                    </a:cubicBezTo>
                    <a:cubicBezTo>
                      <a:pt x="1456335" y="373075"/>
                      <a:pt x="1447267" y="392582"/>
                      <a:pt x="1436447" y="403250"/>
                    </a:cubicBezTo>
                    <a:cubicBezTo>
                      <a:pt x="1425626" y="413918"/>
                      <a:pt x="1407719" y="419252"/>
                      <a:pt x="1382726" y="419252"/>
                    </a:cubicBezTo>
                    <a:lnTo>
                      <a:pt x="1310488" y="418795"/>
                    </a:lnTo>
                    <a:cubicBezTo>
                      <a:pt x="1286409" y="418795"/>
                      <a:pt x="1269035" y="417119"/>
                      <a:pt x="1258367" y="413766"/>
                    </a:cubicBezTo>
                    <a:cubicBezTo>
                      <a:pt x="1247699" y="410413"/>
                      <a:pt x="1240765" y="404546"/>
                      <a:pt x="1237565" y="396164"/>
                    </a:cubicBezTo>
                    <a:cubicBezTo>
                      <a:pt x="1234364" y="387782"/>
                      <a:pt x="1232764" y="374142"/>
                      <a:pt x="1232764" y="355244"/>
                    </a:cubicBezTo>
                    <a:lnTo>
                      <a:pt x="1232764" y="293980"/>
                    </a:lnTo>
                    <a:lnTo>
                      <a:pt x="1118922" y="293980"/>
                    </a:lnTo>
                    <a:lnTo>
                      <a:pt x="1118922" y="336042"/>
                    </a:lnTo>
                    <a:lnTo>
                      <a:pt x="1086917" y="336042"/>
                    </a:lnTo>
                    <a:cubicBezTo>
                      <a:pt x="1090270" y="314096"/>
                      <a:pt x="1091946" y="290779"/>
                      <a:pt x="1091946" y="266090"/>
                    </a:cubicBezTo>
                    <a:lnTo>
                      <a:pt x="1091946" y="126644"/>
                    </a:lnTo>
                    <a:cubicBezTo>
                      <a:pt x="1091946" y="106528"/>
                      <a:pt x="1090880" y="89306"/>
                      <a:pt x="1088746" y="74981"/>
                    </a:cubicBezTo>
                    <a:cubicBezTo>
                      <a:pt x="1119836" y="78334"/>
                      <a:pt x="1167842" y="80162"/>
                      <a:pt x="1232764" y="80467"/>
                    </a:cubicBezTo>
                    <a:cubicBezTo>
                      <a:pt x="1232764" y="46634"/>
                      <a:pt x="1231088" y="21793"/>
                      <a:pt x="1227735" y="5944"/>
                    </a:cubicBezTo>
                    <a:close/>
                    <a:moveTo>
                      <a:pt x="1738885" y="0"/>
                    </a:moveTo>
                    <a:cubicBezTo>
                      <a:pt x="1755649" y="23165"/>
                      <a:pt x="1769365" y="44348"/>
                      <a:pt x="1780033" y="63551"/>
                    </a:cubicBezTo>
                    <a:cubicBezTo>
                      <a:pt x="1836116" y="63551"/>
                      <a:pt x="1879093" y="62332"/>
                      <a:pt x="1908963" y="59893"/>
                    </a:cubicBezTo>
                    <a:lnTo>
                      <a:pt x="1908963" y="88240"/>
                    </a:lnTo>
                    <a:cubicBezTo>
                      <a:pt x="1883969" y="85801"/>
                      <a:pt x="1829867" y="84582"/>
                      <a:pt x="1746657" y="84582"/>
                    </a:cubicBezTo>
                    <a:cubicBezTo>
                      <a:pt x="1739037" y="93116"/>
                      <a:pt x="1717091" y="124968"/>
                      <a:pt x="1680820" y="180137"/>
                    </a:cubicBezTo>
                    <a:lnTo>
                      <a:pt x="1833982" y="174193"/>
                    </a:lnTo>
                    <a:cubicBezTo>
                      <a:pt x="1821181" y="158648"/>
                      <a:pt x="1807617" y="144628"/>
                      <a:pt x="1793291" y="132131"/>
                    </a:cubicBezTo>
                    <a:lnTo>
                      <a:pt x="1813408" y="116129"/>
                    </a:lnTo>
                    <a:cubicBezTo>
                      <a:pt x="1840535" y="140818"/>
                      <a:pt x="1868272" y="172669"/>
                      <a:pt x="1896619" y="211684"/>
                    </a:cubicBezTo>
                    <a:lnTo>
                      <a:pt x="1872844" y="228600"/>
                    </a:lnTo>
                    <a:cubicBezTo>
                      <a:pt x="1866444" y="218237"/>
                      <a:pt x="1858823" y="206807"/>
                      <a:pt x="1849984" y="194310"/>
                    </a:cubicBezTo>
                    <a:cubicBezTo>
                      <a:pt x="1718615" y="201625"/>
                      <a:pt x="1650340" y="207569"/>
                      <a:pt x="1645159" y="212141"/>
                    </a:cubicBezTo>
                    <a:cubicBezTo>
                      <a:pt x="1642720" y="202997"/>
                      <a:pt x="1639367" y="193853"/>
                      <a:pt x="1635100" y="184709"/>
                    </a:cubicBezTo>
                    <a:cubicBezTo>
                      <a:pt x="1642110" y="182270"/>
                      <a:pt x="1649197" y="177546"/>
                      <a:pt x="1656360" y="170536"/>
                    </a:cubicBezTo>
                    <a:cubicBezTo>
                      <a:pt x="1663523" y="163525"/>
                      <a:pt x="1673581" y="150876"/>
                      <a:pt x="1686535" y="132588"/>
                    </a:cubicBezTo>
                    <a:cubicBezTo>
                      <a:pt x="1699489" y="114300"/>
                      <a:pt x="1709166" y="98450"/>
                      <a:pt x="1715567" y="85039"/>
                    </a:cubicBezTo>
                    <a:cubicBezTo>
                      <a:pt x="1682954" y="85039"/>
                      <a:pt x="1655522" y="86106"/>
                      <a:pt x="1633271" y="88240"/>
                    </a:cubicBezTo>
                    <a:lnTo>
                      <a:pt x="1633271" y="59893"/>
                    </a:lnTo>
                    <a:cubicBezTo>
                      <a:pt x="1661618" y="62332"/>
                      <a:pt x="1700785" y="63551"/>
                      <a:pt x="1750772" y="63551"/>
                    </a:cubicBezTo>
                    <a:cubicBezTo>
                      <a:pt x="1741933" y="48920"/>
                      <a:pt x="1730198" y="33071"/>
                      <a:pt x="1715567" y="16002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D8C566-0BE6-497D-B234-2F9ABA4F038B}"/>
                  </a:ext>
                </a:extLst>
              </p:cNvPr>
              <p:cNvSpPr txBox="1"/>
              <p:nvPr/>
            </p:nvSpPr>
            <p:spPr>
              <a:xfrm>
                <a:off x="187758" y="4791962"/>
                <a:ext cx="3544258" cy="889597"/>
              </a:xfrm>
              <a:custGeom>
                <a:avLst/>
                <a:gdLst/>
                <a:ahLst/>
                <a:cxnLst/>
                <a:rect l="l" t="t" r="r" b="b"/>
                <a:pathLst>
                  <a:path w="3544258" h="889597">
                    <a:moveTo>
                      <a:pt x="1172272" y="697762"/>
                    </a:moveTo>
                    <a:cubicBezTo>
                      <a:pt x="1184002" y="697762"/>
                      <a:pt x="1194794" y="698487"/>
                      <a:pt x="1204650" y="699938"/>
                    </a:cubicBezTo>
                    <a:cubicBezTo>
                      <a:pt x="1214505" y="701390"/>
                      <a:pt x="1224088" y="703506"/>
                      <a:pt x="1233399" y="706287"/>
                    </a:cubicBezTo>
                    <a:lnTo>
                      <a:pt x="1224693" y="747280"/>
                    </a:lnTo>
                    <a:lnTo>
                      <a:pt x="1208549" y="747280"/>
                    </a:lnTo>
                    <a:cubicBezTo>
                      <a:pt x="1207219" y="736397"/>
                      <a:pt x="1203622" y="728355"/>
                      <a:pt x="1197757" y="723156"/>
                    </a:cubicBezTo>
                    <a:cubicBezTo>
                      <a:pt x="1191892" y="717956"/>
                      <a:pt x="1182793" y="715356"/>
                      <a:pt x="1170459" y="715356"/>
                    </a:cubicBezTo>
                    <a:cubicBezTo>
                      <a:pt x="1165501" y="715356"/>
                      <a:pt x="1160906" y="716021"/>
                      <a:pt x="1156673" y="717351"/>
                    </a:cubicBezTo>
                    <a:cubicBezTo>
                      <a:pt x="1152441" y="718682"/>
                      <a:pt x="1148813" y="720526"/>
                      <a:pt x="1145790" y="722884"/>
                    </a:cubicBezTo>
                    <a:cubicBezTo>
                      <a:pt x="1142767" y="725242"/>
                      <a:pt x="1140409" y="728053"/>
                      <a:pt x="1138716" y="731318"/>
                    </a:cubicBezTo>
                    <a:cubicBezTo>
                      <a:pt x="1137024" y="734583"/>
                      <a:pt x="1136177" y="738150"/>
                      <a:pt x="1136177" y="742020"/>
                    </a:cubicBezTo>
                    <a:cubicBezTo>
                      <a:pt x="1136177" y="745526"/>
                      <a:pt x="1136600" y="748731"/>
                      <a:pt x="1137447" y="751633"/>
                    </a:cubicBezTo>
                    <a:cubicBezTo>
                      <a:pt x="1138293" y="754535"/>
                      <a:pt x="1139956" y="757377"/>
                      <a:pt x="1142435" y="760158"/>
                    </a:cubicBezTo>
                    <a:cubicBezTo>
                      <a:pt x="1144914" y="762939"/>
                      <a:pt x="1148420" y="765841"/>
                      <a:pt x="1152955" y="768865"/>
                    </a:cubicBezTo>
                    <a:cubicBezTo>
                      <a:pt x="1157490" y="771888"/>
                      <a:pt x="1163445" y="775334"/>
                      <a:pt x="1170821" y="779203"/>
                    </a:cubicBezTo>
                    <a:cubicBezTo>
                      <a:pt x="1178560" y="783436"/>
                      <a:pt x="1184999" y="787487"/>
                      <a:pt x="1190139" y="791356"/>
                    </a:cubicBezTo>
                    <a:cubicBezTo>
                      <a:pt x="1195278" y="795226"/>
                      <a:pt x="1199359" y="799156"/>
                      <a:pt x="1202382" y="803146"/>
                    </a:cubicBezTo>
                    <a:cubicBezTo>
                      <a:pt x="1205405" y="807137"/>
                      <a:pt x="1207521" y="811399"/>
                      <a:pt x="1208731" y="815934"/>
                    </a:cubicBezTo>
                    <a:cubicBezTo>
                      <a:pt x="1209940" y="820468"/>
                      <a:pt x="1210545" y="825517"/>
                      <a:pt x="1210545" y="831079"/>
                    </a:cubicBezTo>
                    <a:cubicBezTo>
                      <a:pt x="1210545" y="839665"/>
                      <a:pt x="1208791" y="847374"/>
                      <a:pt x="1205284" y="854206"/>
                    </a:cubicBezTo>
                    <a:cubicBezTo>
                      <a:pt x="1201778" y="861038"/>
                      <a:pt x="1196880" y="866812"/>
                      <a:pt x="1190593" y="871528"/>
                    </a:cubicBezTo>
                    <a:cubicBezTo>
                      <a:pt x="1184304" y="876244"/>
                      <a:pt x="1176898" y="879872"/>
                      <a:pt x="1168373" y="882411"/>
                    </a:cubicBezTo>
                    <a:cubicBezTo>
                      <a:pt x="1159848" y="884950"/>
                      <a:pt x="1150506" y="886220"/>
                      <a:pt x="1140349" y="886220"/>
                    </a:cubicBezTo>
                    <a:cubicBezTo>
                      <a:pt x="1129224" y="886220"/>
                      <a:pt x="1118280" y="885495"/>
                      <a:pt x="1107518" y="884044"/>
                    </a:cubicBezTo>
                    <a:cubicBezTo>
                      <a:pt x="1096756" y="882592"/>
                      <a:pt x="1085390" y="880114"/>
                      <a:pt x="1073418" y="876607"/>
                    </a:cubicBezTo>
                    <a:lnTo>
                      <a:pt x="1082850" y="835251"/>
                    </a:lnTo>
                    <a:lnTo>
                      <a:pt x="1098631" y="835251"/>
                    </a:lnTo>
                    <a:cubicBezTo>
                      <a:pt x="1099235" y="846497"/>
                      <a:pt x="1102772" y="854931"/>
                      <a:pt x="1109242" y="860554"/>
                    </a:cubicBezTo>
                    <a:cubicBezTo>
                      <a:pt x="1115711" y="866177"/>
                      <a:pt x="1125717" y="868989"/>
                      <a:pt x="1139261" y="868989"/>
                    </a:cubicBezTo>
                    <a:cubicBezTo>
                      <a:pt x="1151353" y="868989"/>
                      <a:pt x="1160875" y="866389"/>
                      <a:pt x="1167829" y="861189"/>
                    </a:cubicBezTo>
                    <a:cubicBezTo>
                      <a:pt x="1174781" y="855989"/>
                      <a:pt x="1178258" y="848734"/>
                      <a:pt x="1178258" y="839423"/>
                    </a:cubicBezTo>
                    <a:cubicBezTo>
                      <a:pt x="1178258" y="835191"/>
                      <a:pt x="1177835" y="831533"/>
                      <a:pt x="1176988" y="828449"/>
                    </a:cubicBezTo>
                    <a:cubicBezTo>
                      <a:pt x="1176142" y="825366"/>
                      <a:pt x="1174479" y="822433"/>
                      <a:pt x="1172000" y="819652"/>
                    </a:cubicBezTo>
                    <a:cubicBezTo>
                      <a:pt x="1169521" y="816871"/>
                      <a:pt x="1166135" y="813999"/>
                      <a:pt x="1161843" y="811036"/>
                    </a:cubicBezTo>
                    <a:cubicBezTo>
                      <a:pt x="1157550" y="808074"/>
                      <a:pt x="1151957" y="804658"/>
                      <a:pt x="1145065" y="800788"/>
                    </a:cubicBezTo>
                    <a:cubicBezTo>
                      <a:pt x="1137930" y="796798"/>
                      <a:pt x="1131794" y="792868"/>
                      <a:pt x="1126654" y="788998"/>
                    </a:cubicBezTo>
                    <a:cubicBezTo>
                      <a:pt x="1121515" y="785129"/>
                      <a:pt x="1117283" y="781199"/>
                      <a:pt x="1113957" y="777208"/>
                    </a:cubicBezTo>
                    <a:cubicBezTo>
                      <a:pt x="1110632" y="773218"/>
                      <a:pt x="1108183" y="769046"/>
                      <a:pt x="1106611" y="764693"/>
                    </a:cubicBezTo>
                    <a:cubicBezTo>
                      <a:pt x="1105039" y="760339"/>
                      <a:pt x="1104253" y="755684"/>
                      <a:pt x="1104253" y="750726"/>
                    </a:cubicBezTo>
                    <a:cubicBezTo>
                      <a:pt x="1104253" y="743108"/>
                      <a:pt x="1105856" y="736064"/>
                      <a:pt x="1109060" y="729595"/>
                    </a:cubicBezTo>
                    <a:cubicBezTo>
                      <a:pt x="1112264" y="723125"/>
                      <a:pt x="1116829" y="717533"/>
                      <a:pt x="1122755" y="712817"/>
                    </a:cubicBezTo>
                    <a:cubicBezTo>
                      <a:pt x="1128680" y="708101"/>
                      <a:pt x="1135814" y="704413"/>
                      <a:pt x="1144158" y="701752"/>
                    </a:cubicBezTo>
                    <a:cubicBezTo>
                      <a:pt x="1152502" y="699092"/>
                      <a:pt x="1161873" y="697762"/>
                      <a:pt x="1172272" y="697762"/>
                    </a:cubicBezTo>
                    <a:close/>
                    <a:moveTo>
                      <a:pt x="424983" y="668736"/>
                    </a:moveTo>
                    <a:lnTo>
                      <a:pt x="728667" y="668736"/>
                    </a:lnTo>
                    <a:lnTo>
                      <a:pt x="728667" y="701520"/>
                    </a:lnTo>
                    <a:lnTo>
                      <a:pt x="424983" y="701520"/>
                    </a:lnTo>
                    <a:close/>
                    <a:moveTo>
                      <a:pt x="2079538" y="624887"/>
                    </a:moveTo>
                    <a:lnTo>
                      <a:pt x="2062720" y="701980"/>
                    </a:lnTo>
                    <a:cubicBezTo>
                      <a:pt x="2066392" y="702476"/>
                      <a:pt x="2074180" y="702724"/>
                      <a:pt x="2086086" y="702724"/>
                    </a:cubicBezTo>
                    <a:cubicBezTo>
                      <a:pt x="2100572" y="702724"/>
                      <a:pt x="2111635" y="701757"/>
                      <a:pt x="2119275" y="699822"/>
                    </a:cubicBezTo>
                    <a:cubicBezTo>
                      <a:pt x="2126915" y="697887"/>
                      <a:pt x="2133314" y="694886"/>
                      <a:pt x="2138474" y="690818"/>
                    </a:cubicBezTo>
                    <a:cubicBezTo>
                      <a:pt x="2143633" y="686750"/>
                      <a:pt x="2147428" y="681814"/>
                      <a:pt x="2149859" y="676010"/>
                    </a:cubicBezTo>
                    <a:cubicBezTo>
                      <a:pt x="2152290" y="670205"/>
                      <a:pt x="2153506" y="662987"/>
                      <a:pt x="2153506" y="654355"/>
                    </a:cubicBezTo>
                    <a:cubicBezTo>
                      <a:pt x="2153506" y="647708"/>
                      <a:pt x="2152042" y="642226"/>
                      <a:pt x="2149115" y="637910"/>
                    </a:cubicBezTo>
                    <a:cubicBezTo>
                      <a:pt x="2146188" y="633594"/>
                      <a:pt x="2141798" y="630344"/>
                      <a:pt x="2135944" y="628161"/>
                    </a:cubicBezTo>
                    <a:cubicBezTo>
                      <a:pt x="2130090" y="625979"/>
                      <a:pt x="2121458" y="624887"/>
                      <a:pt x="2110048" y="624887"/>
                    </a:cubicBezTo>
                    <a:close/>
                    <a:moveTo>
                      <a:pt x="2644308" y="617464"/>
                    </a:moveTo>
                    <a:lnTo>
                      <a:pt x="2947992" y="617464"/>
                    </a:lnTo>
                    <a:lnTo>
                      <a:pt x="2947992" y="650248"/>
                    </a:lnTo>
                    <a:lnTo>
                      <a:pt x="2644308" y="650248"/>
                    </a:lnTo>
                    <a:close/>
                    <a:moveTo>
                      <a:pt x="424983" y="566440"/>
                    </a:moveTo>
                    <a:lnTo>
                      <a:pt x="728667" y="566440"/>
                    </a:lnTo>
                    <a:lnTo>
                      <a:pt x="728667" y="599224"/>
                    </a:lnTo>
                    <a:lnTo>
                      <a:pt x="424983" y="599224"/>
                    </a:lnTo>
                    <a:close/>
                    <a:moveTo>
                      <a:pt x="1651652" y="557812"/>
                    </a:moveTo>
                    <a:cubicBezTo>
                      <a:pt x="1635055" y="557812"/>
                      <a:pt x="1619074" y="566193"/>
                      <a:pt x="1603709" y="582955"/>
                    </a:cubicBezTo>
                    <a:cubicBezTo>
                      <a:pt x="1588344" y="599717"/>
                      <a:pt x="1576553" y="622394"/>
                      <a:pt x="1568337" y="650988"/>
                    </a:cubicBezTo>
                    <a:cubicBezTo>
                      <a:pt x="1591507" y="650824"/>
                      <a:pt x="1611391" y="648728"/>
                      <a:pt x="1627989" y="644702"/>
                    </a:cubicBezTo>
                    <a:cubicBezTo>
                      <a:pt x="1644586" y="640676"/>
                      <a:pt x="1657322" y="634267"/>
                      <a:pt x="1666196" y="625476"/>
                    </a:cubicBezTo>
                    <a:cubicBezTo>
                      <a:pt x="1675070" y="616684"/>
                      <a:pt x="1679506" y="604811"/>
                      <a:pt x="1679506" y="589857"/>
                    </a:cubicBezTo>
                    <a:cubicBezTo>
                      <a:pt x="1679506" y="579833"/>
                      <a:pt x="1677165" y="571986"/>
                      <a:pt x="1672481" y="566316"/>
                    </a:cubicBezTo>
                    <a:cubicBezTo>
                      <a:pt x="1667798" y="560647"/>
                      <a:pt x="1660855" y="557812"/>
                      <a:pt x="1651652" y="557812"/>
                    </a:cubicBezTo>
                    <a:close/>
                    <a:moveTo>
                      <a:pt x="1660526" y="538339"/>
                    </a:moveTo>
                    <a:cubicBezTo>
                      <a:pt x="1680410" y="538339"/>
                      <a:pt x="1695323" y="542365"/>
                      <a:pt x="1705265" y="550417"/>
                    </a:cubicBezTo>
                    <a:cubicBezTo>
                      <a:pt x="1715207" y="558470"/>
                      <a:pt x="1720178" y="571041"/>
                      <a:pt x="1720178" y="588131"/>
                    </a:cubicBezTo>
                    <a:cubicBezTo>
                      <a:pt x="1720178" y="616068"/>
                      <a:pt x="1707073" y="637020"/>
                      <a:pt x="1680862" y="650988"/>
                    </a:cubicBezTo>
                    <a:cubicBezTo>
                      <a:pt x="1654652" y="664956"/>
                      <a:pt x="1615746" y="671940"/>
                      <a:pt x="1564146" y="671940"/>
                    </a:cubicBezTo>
                    <a:cubicBezTo>
                      <a:pt x="1562174" y="681800"/>
                      <a:pt x="1561188" y="692482"/>
                      <a:pt x="1561188" y="703985"/>
                    </a:cubicBezTo>
                    <a:cubicBezTo>
                      <a:pt x="1561188" y="721240"/>
                      <a:pt x="1564557" y="733770"/>
                      <a:pt x="1571295" y="741575"/>
                    </a:cubicBezTo>
                    <a:cubicBezTo>
                      <a:pt x="1578032" y="749381"/>
                      <a:pt x="1589042" y="753284"/>
                      <a:pt x="1604325" y="753284"/>
                    </a:cubicBezTo>
                    <a:cubicBezTo>
                      <a:pt x="1619444" y="753284"/>
                      <a:pt x="1633124" y="749997"/>
                      <a:pt x="1645367" y="743424"/>
                    </a:cubicBezTo>
                    <a:cubicBezTo>
                      <a:pt x="1657610" y="736851"/>
                      <a:pt x="1670550" y="726745"/>
                      <a:pt x="1684190" y="713105"/>
                    </a:cubicBezTo>
                    <a:lnTo>
                      <a:pt x="1699473" y="729127"/>
                    </a:lnTo>
                    <a:cubicBezTo>
                      <a:pt x="1683533" y="746711"/>
                      <a:pt x="1667387" y="759939"/>
                      <a:pt x="1651036" y="768813"/>
                    </a:cubicBezTo>
                    <a:cubicBezTo>
                      <a:pt x="1634685" y="777687"/>
                      <a:pt x="1615664" y="782124"/>
                      <a:pt x="1593972" y="782124"/>
                    </a:cubicBezTo>
                    <a:cubicBezTo>
                      <a:pt x="1570144" y="782124"/>
                      <a:pt x="1551698" y="774853"/>
                      <a:pt x="1538634" y="760309"/>
                    </a:cubicBezTo>
                    <a:cubicBezTo>
                      <a:pt x="1525569" y="745766"/>
                      <a:pt x="1519037" y="725512"/>
                      <a:pt x="1519037" y="699548"/>
                    </a:cubicBezTo>
                    <a:cubicBezTo>
                      <a:pt x="1519037" y="681964"/>
                      <a:pt x="1522201" y="663107"/>
                      <a:pt x="1528528" y="642977"/>
                    </a:cubicBezTo>
                    <a:cubicBezTo>
                      <a:pt x="1534854" y="622846"/>
                      <a:pt x="1544426" y="604770"/>
                      <a:pt x="1557244" y="588748"/>
                    </a:cubicBezTo>
                    <a:cubicBezTo>
                      <a:pt x="1570062" y="572725"/>
                      <a:pt x="1585427" y="560318"/>
                      <a:pt x="1603339" y="551527"/>
                    </a:cubicBezTo>
                    <a:cubicBezTo>
                      <a:pt x="1621251" y="542735"/>
                      <a:pt x="1640314" y="538339"/>
                      <a:pt x="1660526" y="538339"/>
                    </a:cubicBezTo>
                    <a:close/>
                    <a:moveTo>
                      <a:pt x="2129098" y="535888"/>
                    </a:moveTo>
                    <a:cubicBezTo>
                      <a:pt x="2118184" y="535888"/>
                      <a:pt x="2108311" y="536335"/>
                      <a:pt x="2099481" y="537227"/>
                    </a:cubicBezTo>
                    <a:lnTo>
                      <a:pt x="2083705" y="606581"/>
                    </a:lnTo>
                    <a:lnTo>
                      <a:pt x="2110792" y="606581"/>
                    </a:lnTo>
                    <a:cubicBezTo>
                      <a:pt x="2127858" y="606581"/>
                      <a:pt x="2140384" y="604820"/>
                      <a:pt x="2148371" y="601298"/>
                    </a:cubicBezTo>
                    <a:cubicBezTo>
                      <a:pt x="2156358" y="597776"/>
                      <a:pt x="2162435" y="592790"/>
                      <a:pt x="2166602" y="586341"/>
                    </a:cubicBezTo>
                    <a:cubicBezTo>
                      <a:pt x="2170770" y="579892"/>
                      <a:pt x="2172853" y="572351"/>
                      <a:pt x="2172853" y="563719"/>
                    </a:cubicBezTo>
                    <a:cubicBezTo>
                      <a:pt x="2172853" y="557270"/>
                      <a:pt x="2171266" y="552011"/>
                      <a:pt x="2168091" y="547943"/>
                    </a:cubicBezTo>
                    <a:cubicBezTo>
                      <a:pt x="2164916" y="543875"/>
                      <a:pt x="2160302" y="540849"/>
                      <a:pt x="2154250" y="538865"/>
                    </a:cubicBezTo>
                    <a:cubicBezTo>
                      <a:pt x="2148197" y="536880"/>
                      <a:pt x="2139813" y="535888"/>
                      <a:pt x="2129098" y="535888"/>
                    </a:cubicBezTo>
                    <a:close/>
                    <a:moveTo>
                      <a:pt x="2047093" y="517880"/>
                    </a:moveTo>
                    <a:lnTo>
                      <a:pt x="2135944" y="517880"/>
                    </a:lnTo>
                    <a:cubicBezTo>
                      <a:pt x="2148842" y="517880"/>
                      <a:pt x="2159831" y="518897"/>
                      <a:pt x="2168909" y="520931"/>
                    </a:cubicBezTo>
                    <a:cubicBezTo>
                      <a:pt x="2177988" y="522965"/>
                      <a:pt x="2185330" y="525966"/>
                      <a:pt x="2190936" y="529935"/>
                    </a:cubicBezTo>
                    <a:cubicBezTo>
                      <a:pt x="2196542" y="533904"/>
                      <a:pt x="2200659" y="538418"/>
                      <a:pt x="2203289" y="543478"/>
                    </a:cubicBezTo>
                    <a:cubicBezTo>
                      <a:pt x="2205918" y="548538"/>
                      <a:pt x="2207232" y="554640"/>
                      <a:pt x="2207232" y="561784"/>
                    </a:cubicBezTo>
                    <a:cubicBezTo>
                      <a:pt x="2207232" y="574683"/>
                      <a:pt x="2203313" y="585448"/>
                      <a:pt x="2195475" y="594080"/>
                    </a:cubicBezTo>
                    <a:cubicBezTo>
                      <a:pt x="2187637" y="602712"/>
                      <a:pt x="2175582" y="609806"/>
                      <a:pt x="2159310" y="615362"/>
                    </a:cubicBezTo>
                    <a:lnTo>
                      <a:pt x="2159310" y="617743"/>
                    </a:lnTo>
                    <a:cubicBezTo>
                      <a:pt x="2179054" y="625582"/>
                      <a:pt x="2188927" y="638927"/>
                      <a:pt x="2188927" y="657778"/>
                    </a:cubicBezTo>
                    <a:cubicBezTo>
                      <a:pt x="2188927" y="678317"/>
                      <a:pt x="2180468" y="693993"/>
                      <a:pt x="2163551" y="704808"/>
                    </a:cubicBezTo>
                    <a:cubicBezTo>
                      <a:pt x="2146635" y="715623"/>
                      <a:pt x="2121557" y="721030"/>
                      <a:pt x="2088319" y="721030"/>
                    </a:cubicBezTo>
                    <a:lnTo>
                      <a:pt x="2009142" y="721030"/>
                    </a:lnTo>
                    <a:lnTo>
                      <a:pt x="2011672" y="710017"/>
                    </a:lnTo>
                    <a:cubicBezTo>
                      <a:pt x="2016832" y="709223"/>
                      <a:pt x="2020553" y="707933"/>
                      <a:pt x="2022834" y="706147"/>
                    </a:cubicBezTo>
                    <a:cubicBezTo>
                      <a:pt x="2025116" y="704361"/>
                      <a:pt x="2027076" y="701459"/>
                      <a:pt x="2028713" y="697441"/>
                    </a:cubicBezTo>
                    <a:cubicBezTo>
                      <a:pt x="2030350" y="693423"/>
                      <a:pt x="2032409" y="686056"/>
                      <a:pt x="2034890" y="675340"/>
                    </a:cubicBezTo>
                    <a:lnTo>
                      <a:pt x="2060041" y="561635"/>
                    </a:lnTo>
                    <a:cubicBezTo>
                      <a:pt x="2061927" y="552805"/>
                      <a:pt x="2062869" y="546207"/>
                      <a:pt x="2062869" y="541841"/>
                    </a:cubicBezTo>
                    <a:cubicBezTo>
                      <a:pt x="2062869" y="538765"/>
                      <a:pt x="2062398" y="536359"/>
                      <a:pt x="2061455" y="534623"/>
                    </a:cubicBezTo>
                    <a:cubicBezTo>
                      <a:pt x="2060513" y="532887"/>
                      <a:pt x="2058702" y="531522"/>
                      <a:pt x="2056023" y="530530"/>
                    </a:cubicBezTo>
                    <a:cubicBezTo>
                      <a:pt x="2053344" y="529538"/>
                      <a:pt x="2049524" y="528992"/>
                      <a:pt x="2044563" y="528893"/>
                    </a:cubicBezTo>
                    <a:close/>
                    <a:moveTo>
                      <a:pt x="982717" y="441712"/>
                    </a:moveTo>
                    <a:lnTo>
                      <a:pt x="1081315" y="441712"/>
                    </a:lnTo>
                    <a:lnTo>
                      <a:pt x="1078604" y="453791"/>
                    </a:lnTo>
                    <a:cubicBezTo>
                      <a:pt x="1072359" y="455105"/>
                      <a:pt x="1067881" y="456584"/>
                      <a:pt x="1065170" y="458228"/>
                    </a:cubicBezTo>
                    <a:cubicBezTo>
                      <a:pt x="1062458" y="459871"/>
                      <a:pt x="1059993" y="462336"/>
                      <a:pt x="1057775" y="465623"/>
                    </a:cubicBezTo>
                    <a:cubicBezTo>
                      <a:pt x="1055556" y="468909"/>
                      <a:pt x="1053338" y="474044"/>
                      <a:pt x="1051120" y="481029"/>
                    </a:cubicBezTo>
                    <a:cubicBezTo>
                      <a:pt x="1048901" y="488013"/>
                      <a:pt x="1046066" y="499393"/>
                      <a:pt x="1042615" y="515168"/>
                    </a:cubicBezTo>
                    <a:lnTo>
                      <a:pt x="987153" y="767581"/>
                    </a:lnTo>
                    <a:cubicBezTo>
                      <a:pt x="981566" y="793217"/>
                      <a:pt x="974418" y="813635"/>
                      <a:pt x="965708" y="828835"/>
                    </a:cubicBezTo>
                    <a:cubicBezTo>
                      <a:pt x="956999" y="844036"/>
                      <a:pt x="945701" y="855293"/>
                      <a:pt x="931815" y="862605"/>
                    </a:cubicBezTo>
                    <a:cubicBezTo>
                      <a:pt x="917929" y="869918"/>
                      <a:pt x="900880" y="873574"/>
                      <a:pt x="880667" y="873574"/>
                    </a:cubicBezTo>
                    <a:cubicBezTo>
                      <a:pt x="871136" y="873574"/>
                      <a:pt x="863330" y="872753"/>
                      <a:pt x="857250" y="871109"/>
                    </a:cubicBezTo>
                    <a:lnTo>
                      <a:pt x="863659" y="847446"/>
                    </a:lnTo>
                    <a:cubicBezTo>
                      <a:pt x="867110" y="848760"/>
                      <a:pt x="873354" y="849418"/>
                      <a:pt x="882392" y="849418"/>
                    </a:cubicBezTo>
                    <a:cubicBezTo>
                      <a:pt x="898004" y="849418"/>
                      <a:pt x="910247" y="843379"/>
                      <a:pt x="919121" y="831300"/>
                    </a:cubicBezTo>
                    <a:cubicBezTo>
                      <a:pt x="927994" y="819222"/>
                      <a:pt x="935307" y="800365"/>
                      <a:pt x="941059" y="774729"/>
                    </a:cubicBezTo>
                    <a:lnTo>
                      <a:pt x="998739" y="514922"/>
                    </a:lnTo>
                    <a:cubicBezTo>
                      <a:pt x="1002354" y="498653"/>
                      <a:pt x="1004162" y="485424"/>
                      <a:pt x="1004162" y="475236"/>
                    </a:cubicBezTo>
                    <a:cubicBezTo>
                      <a:pt x="1004162" y="467512"/>
                      <a:pt x="1002231" y="462131"/>
                      <a:pt x="998369" y="459090"/>
                    </a:cubicBezTo>
                    <a:cubicBezTo>
                      <a:pt x="994508" y="456050"/>
                      <a:pt x="988386" y="454284"/>
                      <a:pt x="980005" y="453791"/>
                    </a:cubicBezTo>
                    <a:close/>
                    <a:moveTo>
                      <a:pt x="125467" y="441712"/>
                    </a:moveTo>
                    <a:lnTo>
                      <a:pt x="224066" y="441712"/>
                    </a:lnTo>
                    <a:lnTo>
                      <a:pt x="221354" y="453791"/>
                    </a:lnTo>
                    <a:cubicBezTo>
                      <a:pt x="215109" y="455105"/>
                      <a:pt x="210632" y="456584"/>
                      <a:pt x="207920" y="458228"/>
                    </a:cubicBezTo>
                    <a:cubicBezTo>
                      <a:pt x="205209" y="459871"/>
                      <a:pt x="202744" y="462336"/>
                      <a:pt x="200525" y="465623"/>
                    </a:cubicBezTo>
                    <a:cubicBezTo>
                      <a:pt x="198307" y="468909"/>
                      <a:pt x="196088" y="474044"/>
                      <a:pt x="193870" y="481029"/>
                    </a:cubicBezTo>
                    <a:cubicBezTo>
                      <a:pt x="191651" y="488013"/>
                      <a:pt x="188816" y="499393"/>
                      <a:pt x="185366" y="515168"/>
                    </a:cubicBezTo>
                    <a:lnTo>
                      <a:pt x="129904" y="767581"/>
                    </a:lnTo>
                    <a:cubicBezTo>
                      <a:pt x="124316" y="793217"/>
                      <a:pt x="117168" y="813635"/>
                      <a:pt x="108459" y="828835"/>
                    </a:cubicBezTo>
                    <a:cubicBezTo>
                      <a:pt x="99749" y="844036"/>
                      <a:pt x="88451" y="855293"/>
                      <a:pt x="74565" y="862605"/>
                    </a:cubicBezTo>
                    <a:cubicBezTo>
                      <a:pt x="60679" y="869918"/>
                      <a:pt x="43630" y="873574"/>
                      <a:pt x="23417" y="873574"/>
                    </a:cubicBezTo>
                    <a:cubicBezTo>
                      <a:pt x="13886" y="873574"/>
                      <a:pt x="6080" y="872753"/>
                      <a:pt x="0" y="871109"/>
                    </a:cubicBezTo>
                    <a:lnTo>
                      <a:pt x="6409" y="847446"/>
                    </a:lnTo>
                    <a:cubicBezTo>
                      <a:pt x="9860" y="848760"/>
                      <a:pt x="16105" y="849418"/>
                      <a:pt x="25143" y="849418"/>
                    </a:cubicBezTo>
                    <a:cubicBezTo>
                      <a:pt x="40754" y="849418"/>
                      <a:pt x="52997" y="843379"/>
                      <a:pt x="61871" y="831300"/>
                    </a:cubicBezTo>
                    <a:cubicBezTo>
                      <a:pt x="70745" y="819222"/>
                      <a:pt x="78057" y="800365"/>
                      <a:pt x="83809" y="774729"/>
                    </a:cubicBezTo>
                    <a:lnTo>
                      <a:pt x="141489" y="514922"/>
                    </a:lnTo>
                    <a:cubicBezTo>
                      <a:pt x="145104" y="498653"/>
                      <a:pt x="146912" y="485424"/>
                      <a:pt x="146912" y="475236"/>
                    </a:cubicBezTo>
                    <a:cubicBezTo>
                      <a:pt x="146912" y="467512"/>
                      <a:pt x="144981" y="462131"/>
                      <a:pt x="141119" y="459090"/>
                    </a:cubicBezTo>
                    <a:cubicBezTo>
                      <a:pt x="137258" y="456050"/>
                      <a:pt x="131136" y="454284"/>
                      <a:pt x="122755" y="453791"/>
                    </a:cubicBezTo>
                    <a:close/>
                    <a:moveTo>
                      <a:pt x="3262117" y="437768"/>
                    </a:moveTo>
                    <a:lnTo>
                      <a:pt x="3275674" y="437768"/>
                    </a:lnTo>
                    <a:cubicBezTo>
                      <a:pt x="3274688" y="453544"/>
                      <a:pt x="3274195" y="475400"/>
                      <a:pt x="3274195" y="503337"/>
                    </a:cubicBezTo>
                    <a:lnTo>
                      <a:pt x="3274195" y="713845"/>
                    </a:lnTo>
                    <a:cubicBezTo>
                      <a:pt x="3274195" y="723376"/>
                      <a:pt x="3274729" y="730565"/>
                      <a:pt x="3275797" y="735413"/>
                    </a:cubicBezTo>
                    <a:cubicBezTo>
                      <a:pt x="3276866" y="740261"/>
                      <a:pt x="3278755" y="744205"/>
                      <a:pt x="3281467" y="747245"/>
                    </a:cubicBezTo>
                    <a:cubicBezTo>
                      <a:pt x="3284178" y="750285"/>
                      <a:pt x="3288081" y="752668"/>
                      <a:pt x="3293175" y="754393"/>
                    </a:cubicBezTo>
                    <a:cubicBezTo>
                      <a:pt x="3298270" y="756119"/>
                      <a:pt x="3304679" y="757433"/>
                      <a:pt x="3312402" y="758337"/>
                    </a:cubicBezTo>
                    <a:cubicBezTo>
                      <a:pt x="3320126" y="759241"/>
                      <a:pt x="3330314" y="759857"/>
                      <a:pt x="3342968" y="760186"/>
                    </a:cubicBezTo>
                    <a:lnTo>
                      <a:pt x="3342968" y="778180"/>
                    </a:lnTo>
                    <a:lnTo>
                      <a:pt x="3160807" y="778180"/>
                    </a:lnTo>
                    <a:lnTo>
                      <a:pt x="3160807" y="760186"/>
                    </a:lnTo>
                    <a:cubicBezTo>
                      <a:pt x="3179048" y="759364"/>
                      <a:pt x="3192071" y="758255"/>
                      <a:pt x="3199877" y="756858"/>
                    </a:cubicBezTo>
                    <a:cubicBezTo>
                      <a:pt x="3207682" y="755461"/>
                      <a:pt x="3213639" y="753366"/>
                      <a:pt x="3217748" y="750573"/>
                    </a:cubicBezTo>
                    <a:cubicBezTo>
                      <a:pt x="3221856" y="747779"/>
                      <a:pt x="3224855" y="743835"/>
                      <a:pt x="3226745" y="738741"/>
                    </a:cubicBezTo>
                    <a:cubicBezTo>
                      <a:pt x="3228634" y="733647"/>
                      <a:pt x="3229579" y="725348"/>
                      <a:pt x="3229579" y="713845"/>
                    </a:cubicBezTo>
                    <a:lnTo>
                      <a:pt x="3229579" y="513936"/>
                    </a:lnTo>
                    <a:cubicBezTo>
                      <a:pt x="3229579" y="507363"/>
                      <a:pt x="3228429" y="502556"/>
                      <a:pt x="3226128" y="499516"/>
                    </a:cubicBezTo>
                    <a:cubicBezTo>
                      <a:pt x="3223828" y="496476"/>
                      <a:pt x="3220459" y="494956"/>
                      <a:pt x="3216022" y="494956"/>
                    </a:cubicBezTo>
                    <a:cubicBezTo>
                      <a:pt x="3210763" y="494956"/>
                      <a:pt x="3203286" y="497667"/>
                      <a:pt x="3193591" y="503090"/>
                    </a:cubicBezTo>
                    <a:cubicBezTo>
                      <a:pt x="3183895" y="508513"/>
                      <a:pt x="3171899" y="515990"/>
                      <a:pt x="3157602" y="525521"/>
                    </a:cubicBezTo>
                    <a:lnTo>
                      <a:pt x="3146757" y="506541"/>
                    </a:lnTo>
                    <a:close/>
                    <a:moveTo>
                      <a:pt x="3395127" y="421993"/>
                    </a:moveTo>
                    <a:cubicBezTo>
                      <a:pt x="3443112" y="434646"/>
                      <a:pt x="3479963" y="461966"/>
                      <a:pt x="3505681" y="503953"/>
                    </a:cubicBezTo>
                    <a:cubicBezTo>
                      <a:pt x="3531399" y="545939"/>
                      <a:pt x="3544258" y="596594"/>
                      <a:pt x="3544258" y="655918"/>
                    </a:cubicBezTo>
                    <a:cubicBezTo>
                      <a:pt x="3544258" y="715406"/>
                      <a:pt x="3531440" y="766061"/>
                      <a:pt x="3505804" y="807883"/>
                    </a:cubicBezTo>
                    <a:cubicBezTo>
                      <a:pt x="3480169" y="849705"/>
                      <a:pt x="3443276" y="876943"/>
                      <a:pt x="3395127" y="889597"/>
                    </a:cubicBezTo>
                    <a:lnTo>
                      <a:pt x="3389211" y="870616"/>
                    </a:lnTo>
                    <a:cubicBezTo>
                      <a:pt x="3427172" y="857963"/>
                      <a:pt x="3455396" y="832985"/>
                      <a:pt x="3473883" y="795681"/>
                    </a:cubicBezTo>
                    <a:cubicBezTo>
                      <a:pt x="3492370" y="758378"/>
                      <a:pt x="3501614" y="710969"/>
                      <a:pt x="3501614" y="653453"/>
                    </a:cubicBezTo>
                    <a:cubicBezTo>
                      <a:pt x="3501614" y="597909"/>
                      <a:pt x="3492411" y="551773"/>
                      <a:pt x="3474006" y="515045"/>
                    </a:cubicBezTo>
                    <a:cubicBezTo>
                      <a:pt x="3455601" y="478317"/>
                      <a:pt x="3427090" y="453626"/>
                      <a:pt x="3388472" y="440973"/>
                    </a:cubicBezTo>
                    <a:close/>
                    <a:moveTo>
                      <a:pt x="1467580" y="421993"/>
                    </a:moveTo>
                    <a:lnTo>
                      <a:pt x="1474236" y="440973"/>
                    </a:lnTo>
                    <a:cubicBezTo>
                      <a:pt x="1435782" y="453626"/>
                      <a:pt x="1407311" y="478317"/>
                      <a:pt x="1388824" y="515045"/>
                    </a:cubicBezTo>
                    <a:cubicBezTo>
                      <a:pt x="1370337" y="551773"/>
                      <a:pt x="1361093" y="597909"/>
                      <a:pt x="1361093" y="653453"/>
                    </a:cubicBezTo>
                    <a:cubicBezTo>
                      <a:pt x="1361093" y="710969"/>
                      <a:pt x="1370337" y="758378"/>
                      <a:pt x="1388824" y="795681"/>
                    </a:cubicBezTo>
                    <a:cubicBezTo>
                      <a:pt x="1407311" y="832985"/>
                      <a:pt x="1435536" y="857963"/>
                      <a:pt x="1473496" y="870616"/>
                    </a:cubicBezTo>
                    <a:lnTo>
                      <a:pt x="1467580" y="889597"/>
                    </a:lnTo>
                    <a:cubicBezTo>
                      <a:pt x="1419431" y="876943"/>
                      <a:pt x="1382539" y="849705"/>
                      <a:pt x="1356903" y="807883"/>
                    </a:cubicBezTo>
                    <a:cubicBezTo>
                      <a:pt x="1331267" y="766061"/>
                      <a:pt x="1318450" y="715406"/>
                      <a:pt x="1318450" y="655918"/>
                    </a:cubicBezTo>
                    <a:cubicBezTo>
                      <a:pt x="1318450" y="596594"/>
                      <a:pt x="1331309" y="545939"/>
                      <a:pt x="1357026" y="503953"/>
                    </a:cubicBezTo>
                    <a:cubicBezTo>
                      <a:pt x="1382744" y="461966"/>
                      <a:pt x="1419595" y="434646"/>
                      <a:pt x="1467580" y="421993"/>
                    </a:cubicBezTo>
                    <a:close/>
                    <a:moveTo>
                      <a:pt x="2271205" y="409575"/>
                    </a:moveTo>
                    <a:lnTo>
                      <a:pt x="2469096" y="409575"/>
                    </a:lnTo>
                    <a:lnTo>
                      <a:pt x="2454403" y="473603"/>
                    </a:lnTo>
                    <a:lnTo>
                      <a:pt x="2435358" y="473603"/>
                    </a:lnTo>
                    <a:lnTo>
                      <a:pt x="2435358" y="463265"/>
                    </a:lnTo>
                    <a:cubicBezTo>
                      <a:pt x="2435358" y="461330"/>
                      <a:pt x="2435267" y="459123"/>
                      <a:pt x="2435086" y="456644"/>
                    </a:cubicBezTo>
                    <a:cubicBezTo>
                      <a:pt x="2434905" y="454165"/>
                      <a:pt x="2434633" y="451686"/>
                      <a:pt x="2434270" y="449207"/>
                    </a:cubicBezTo>
                    <a:cubicBezTo>
                      <a:pt x="2433907" y="446728"/>
                      <a:pt x="2433484" y="444431"/>
                      <a:pt x="2433000" y="442315"/>
                    </a:cubicBezTo>
                    <a:cubicBezTo>
                      <a:pt x="2432516" y="440199"/>
                      <a:pt x="2431972" y="438475"/>
                      <a:pt x="2431368" y="437145"/>
                    </a:cubicBezTo>
                    <a:cubicBezTo>
                      <a:pt x="2430521" y="435452"/>
                      <a:pt x="2429644" y="434062"/>
                      <a:pt x="2428738" y="432973"/>
                    </a:cubicBezTo>
                    <a:cubicBezTo>
                      <a:pt x="2427831" y="431885"/>
                      <a:pt x="2426682" y="431039"/>
                      <a:pt x="2425291" y="430434"/>
                    </a:cubicBezTo>
                    <a:cubicBezTo>
                      <a:pt x="2423901" y="429829"/>
                      <a:pt x="2422238" y="429406"/>
                      <a:pt x="2420303" y="429164"/>
                    </a:cubicBezTo>
                    <a:cubicBezTo>
                      <a:pt x="2418368" y="428922"/>
                      <a:pt x="2415890" y="428802"/>
                      <a:pt x="2412866" y="428802"/>
                    </a:cubicBezTo>
                    <a:lnTo>
                      <a:pt x="2383664" y="428802"/>
                    </a:lnTo>
                    <a:lnTo>
                      <a:pt x="2346298" y="594224"/>
                    </a:lnTo>
                    <a:cubicBezTo>
                      <a:pt x="2344968" y="599786"/>
                      <a:pt x="2344031" y="604533"/>
                      <a:pt x="2343487" y="608463"/>
                    </a:cubicBezTo>
                    <a:cubicBezTo>
                      <a:pt x="2342943" y="612393"/>
                      <a:pt x="2342671" y="615930"/>
                      <a:pt x="2342671" y="619074"/>
                    </a:cubicBezTo>
                    <a:cubicBezTo>
                      <a:pt x="2342792" y="621492"/>
                      <a:pt x="2343154" y="623578"/>
                      <a:pt x="2343759" y="625331"/>
                    </a:cubicBezTo>
                    <a:cubicBezTo>
                      <a:pt x="2344364" y="627085"/>
                      <a:pt x="2345452" y="628566"/>
                      <a:pt x="2347024" y="629775"/>
                    </a:cubicBezTo>
                    <a:cubicBezTo>
                      <a:pt x="2348596" y="630985"/>
                      <a:pt x="2350712" y="631891"/>
                      <a:pt x="2353372" y="632496"/>
                    </a:cubicBezTo>
                    <a:cubicBezTo>
                      <a:pt x="2356033" y="633101"/>
                      <a:pt x="2359479" y="633524"/>
                      <a:pt x="2363711" y="633766"/>
                    </a:cubicBezTo>
                    <a:lnTo>
                      <a:pt x="2361172" y="644830"/>
                    </a:lnTo>
                    <a:lnTo>
                      <a:pt x="2281000" y="644830"/>
                    </a:lnTo>
                    <a:lnTo>
                      <a:pt x="2283358" y="633766"/>
                    </a:lnTo>
                    <a:cubicBezTo>
                      <a:pt x="2286381" y="633040"/>
                      <a:pt x="2288981" y="632405"/>
                      <a:pt x="2291158" y="631861"/>
                    </a:cubicBezTo>
                    <a:cubicBezTo>
                      <a:pt x="2293334" y="631317"/>
                      <a:pt x="2295208" y="630592"/>
                      <a:pt x="2296780" y="629685"/>
                    </a:cubicBezTo>
                    <a:cubicBezTo>
                      <a:pt x="2298352" y="628778"/>
                      <a:pt x="2299713" y="627538"/>
                      <a:pt x="2300862" y="625966"/>
                    </a:cubicBezTo>
                    <a:cubicBezTo>
                      <a:pt x="2302010" y="624394"/>
                      <a:pt x="2303129" y="622248"/>
                      <a:pt x="2304217" y="619527"/>
                    </a:cubicBezTo>
                    <a:cubicBezTo>
                      <a:pt x="2305306" y="616806"/>
                      <a:pt x="2306394" y="613269"/>
                      <a:pt x="2307482" y="608916"/>
                    </a:cubicBezTo>
                    <a:cubicBezTo>
                      <a:pt x="2308570" y="604563"/>
                      <a:pt x="2309840" y="599182"/>
                      <a:pt x="2311291" y="592773"/>
                    </a:cubicBezTo>
                    <a:lnTo>
                      <a:pt x="2347931" y="428802"/>
                    </a:lnTo>
                    <a:lnTo>
                      <a:pt x="2322900" y="428802"/>
                    </a:lnTo>
                    <a:cubicBezTo>
                      <a:pt x="2318909" y="428802"/>
                      <a:pt x="2315524" y="428922"/>
                      <a:pt x="2312742" y="429164"/>
                    </a:cubicBezTo>
                    <a:cubicBezTo>
                      <a:pt x="2309961" y="429406"/>
                      <a:pt x="2307422" y="430041"/>
                      <a:pt x="2305124" y="431069"/>
                    </a:cubicBezTo>
                    <a:cubicBezTo>
                      <a:pt x="2302827" y="432097"/>
                      <a:pt x="2300680" y="433518"/>
                      <a:pt x="2298685" y="435331"/>
                    </a:cubicBezTo>
                    <a:cubicBezTo>
                      <a:pt x="2296690" y="437145"/>
                      <a:pt x="2294634" y="439624"/>
                      <a:pt x="2292518" y="442768"/>
                    </a:cubicBezTo>
                    <a:cubicBezTo>
                      <a:pt x="2290402" y="445912"/>
                      <a:pt x="2288104" y="449782"/>
                      <a:pt x="2285625" y="454377"/>
                    </a:cubicBezTo>
                    <a:cubicBezTo>
                      <a:pt x="2283146" y="458972"/>
                      <a:pt x="2280275" y="464474"/>
                      <a:pt x="2277010" y="470883"/>
                    </a:cubicBezTo>
                    <a:lnTo>
                      <a:pt x="2257601" y="470883"/>
                    </a:lnTo>
                    <a:close/>
                    <a:moveTo>
                      <a:pt x="1867328" y="397241"/>
                    </a:moveTo>
                    <a:lnTo>
                      <a:pt x="1880387" y="397241"/>
                    </a:lnTo>
                    <a:lnTo>
                      <a:pt x="1848464" y="538358"/>
                    </a:lnTo>
                    <a:lnTo>
                      <a:pt x="1853542" y="538358"/>
                    </a:lnTo>
                    <a:cubicBezTo>
                      <a:pt x="1858137" y="538358"/>
                      <a:pt x="1863095" y="537390"/>
                      <a:pt x="1868416" y="535455"/>
                    </a:cubicBezTo>
                    <a:cubicBezTo>
                      <a:pt x="1873736" y="533521"/>
                      <a:pt x="1879027" y="531012"/>
                      <a:pt x="1884287" y="527928"/>
                    </a:cubicBezTo>
                    <a:cubicBezTo>
                      <a:pt x="1889547" y="524845"/>
                      <a:pt x="1894596" y="521368"/>
                      <a:pt x="1899433" y="517498"/>
                    </a:cubicBezTo>
                    <a:cubicBezTo>
                      <a:pt x="1904270" y="513629"/>
                      <a:pt x="1908532" y="509729"/>
                      <a:pt x="1912220" y="505799"/>
                    </a:cubicBezTo>
                    <a:cubicBezTo>
                      <a:pt x="1915908" y="501869"/>
                      <a:pt x="1918841" y="498151"/>
                      <a:pt x="1921017" y="494644"/>
                    </a:cubicBezTo>
                    <a:cubicBezTo>
                      <a:pt x="1923194" y="491137"/>
                      <a:pt x="1924282" y="488175"/>
                      <a:pt x="1924282" y="485756"/>
                    </a:cubicBezTo>
                    <a:cubicBezTo>
                      <a:pt x="1924282" y="482854"/>
                      <a:pt x="1923315" y="480496"/>
                      <a:pt x="1921380" y="478682"/>
                    </a:cubicBezTo>
                    <a:cubicBezTo>
                      <a:pt x="1919445" y="476868"/>
                      <a:pt x="1915939" y="475659"/>
                      <a:pt x="1910860" y="475055"/>
                    </a:cubicBezTo>
                    <a:lnTo>
                      <a:pt x="1913037" y="463446"/>
                    </a:lnTo>
                    <a:lnTo>
                      <a:pt x="1978335" y="463446"/>
                    </a:lnTo>
                    <a:lnTo>
                      <a:pt x="1982869" y="474692"/>
                    </a:lnTo>
                    <a:cubicBezTo>
                      <a:pt x="1975251" y="481222"/>
                      <a:pt x="1967936" y="487268"/>
                      <a:pt x="1960922" y="492830"/>
                    </a:cubicBezTo>
                    <a:cubicBezTo>
                      <a:pt x="1953908" y="498393"/>
                      <a:pt x="1947046" y="503743"/>
                      <a:pt x="1940335" y="508883"/>
                    </a:cubicBezTo>
                    <a:cubicBezTo>
                      <a:pt x="1933624" y="514022"/>
                      <a:pt x="1926912" y="519070"/>
                      <a:pt x="1920201" y="524028"/>
                    </a:cubicBezTo>
                    <a:cubicBezTo>
                      <a:pt x="1913490" y="528986"/>
                      <a:pt x="1906627" y="534125"/>
                      <a:pt x="1899614" y="539446"/>
                    </a:cubicBezTo>
                    <a:cubicBezTo>
                      <a:pt x="1902516" y="548636"/>
                      <a:pt x="1905479" y="557977"/>
                      <a:pt x="1908502" y="567470"/>
                    </a:cubicBezTo>
                    <a:cubicBezTo>
                      <a:pt x="1911525" y="576962"/>
                      <a:pt x="1914548" y="586364"/>
                      <a:pt x="1917571" y="595675"/>
                    </a:cubicBezTo>
                    <a:cubicBezTo>
                      <a:pt x="1919022" y="600633"/>
                      <a:pt x="1920383" y="604895"/>
                      <a:pt x="1921652" y="608463"/>
                    </a:cubicBezTo>
                    <a:cubicBezTo>
                      <a:pt x="1922922" y="612030"/>
                      <a:pt x="1924282" y="614932"/>
                      <a:pt x="1925733" y="617169"/>
                    </a:cubicBezTo>
                    <a:cubicBezTo>
                      <a:pt x="1927185" y="619406"/>
                      <a:pt x="1928757" y="621069"/>
                      <a:pt x="1930449" y="622157"/>
                    </a:cubicBezTo>
                    <a:cubicBezTo>
                      <a:pt x="1932142" y="623245"/>
                      <a:pt x="1934198" y="623790"/>
                      <a:pt x="1936616" y="623790"/>
                    </a:cubicBezTo>
                    <a:cubicBezTo>
                      <a:pt x="1938309" y="623790"/>
                      <a:pt x="1940063" y="623487"/>
                      <a:pt x="1941877" y="622883"/>
                    </a:cubicBezTo>
                    <a:cubicBezTo>
                      <a:pt x="1943690" y="622278"/>
                      <a:pt x="1945716" y="621190"/>
                      <a:pt x="1947953" y="619618"/>
                    </a:cubicBezTo>
                    <a:cubicBezTo>
                      <a:pt x="1950190" y="618046"/>
                      <a:pt x="1952729" y="615899"/>
                      <a:pt x="1955571" y="613179"/>
                    </a:cubicBezTo>
                    <a:cubicBezTo>
                      <a:pt x="1958413" y="610458"/>
                      <a:pt x="1961648" y="607042"/>
                      <a:pt x="1965275" y="602930"/>
                    </a:cubicBezTo>
                    <a:lnTo>
                      <a:pt x="1977609" y="614720"/>
                    </a:lnTo>
                    <a:cubicBezTo>
                      <a:pt x="1971926" y="620525"/>
                      <a:pt x="1966636" y="625543"/>
                      <a:pt x="1961738" y="629775"/>
                    </a:cubicBezTo>
                    <a:cubicBezTo>
                      <a:pt x="1956841" y="634008"/>
                      <a:pt x="1952185" y="637484"/>
                      <a:pt x="1947772" y="640205"/>
                    </a:cubicBezTo>
                    <a:cubicBezTo>
                      <a:pt x="1943358" y="642926"/>
                      <a:pt x="1939095" y="644921"/>
                      <a:pt x="1934984" y="646191"/>
                    </a:cubicBezTo>
                    <a:cubicBezTo>
                      <a:pt x="1930873" y="647460"/>
                      <a:pt x="1926701" y="648095"/>
                      <a:pt x="1922469" y="648095"/>
                    </a:cubicBezTo>
                    <a:cubicBezTo>
                      <a:pt x="1914850" y="648095"/>
                      <a:pt x="1908713" y="646191"/>
                      <a:pt x="1904058" y="642382"/>
                    </a:cubicBezTo>
                    <a:cubicBezTo>
                      <a:pt x="1899402" y="638572"/>
                      <a:pt x="1895442" y="633131"/>
                      <a:pt x="1892177" y="626057"/>
                    </a:cubicBezTo>
                    <a:cubicBezTo>
                      <a:pt x="1888912" y="618983"/>
                      <a:pt x="1885919" y="610428"/>
                      <a:pt x="1883199" y="600391"/>
                    </a:cubicBezTo>
                    <a:cubicBezTo>
                      <a:pt x="1880478" y="590354"/>
                      <a:pt x="1877304" y="579169"/>
                      <a:pt x="1873676" y="566835"/>
                    </a:cubicBezTo>
                    <a:cubicBezTo>
                      <a:pt x="1872830" y="563933"/>
                      <a:pt x="1872013" y="561605"/>
                      <a:pt x="1871227" y="559852"/>
                    </a:cubicBezTo>
                    <a:cubicBezTo>
                      <a:pt x="1870441" y="558098"/>
                      <a:pt x="1869444" y="556768"/>
                      <a:pt x="1868234" y="555861"/>
                    </a:cubicBezTo>
                    <a:cubicBezTo>
                      <a:pt x="1867025" y="554954"/>
                      <a:pt x="1865514" y="554380"/>
                      <a:pt x="1863700" y="554138"/>
                    </a:cubicBezTo>
                    <a:cubicBezTo>
                      <a:pt x="1861886" y="553896"/>
                      <a:pt x="1859589" y="553775"/>
                      <a:pt x="1856807" y="553775"/>
                    </a:cubicBezTo>
                    <a:lnTo>
                      <a:pt x="1845199" y="553775"/>
                    </a:lnTo>
                    <a:lnTo>
                      <a:pt x="1825246" y="644830"/>
                    </a:lnTo>
                    <a:lnTo>
                      <a:pt x="1790421" y="644830"/>
                    </a:lnTo>
                    <a:lnTo>
                      <a:pt x="1834316" y="450024"/>
                    </a:lnTo>
                    <a:cubicBezTo>
                      <a:pt x="1835767" y="443615"/>
                      <a:pt x="1836795" y="438566"/>
                      <a:pt x="1837399" y="434878"/>
                    </a:cubicBezTo>
                    <a:cubicBezTo>
                      <a:pt x="1838004" y="431190"/>
                      <a:pt x="1838306" y="427895"/>
                      <a:pt x="1838306" y="424992"/>
                    </a:cubicBezTo>
                    <a:cubicBezTo>
                      <a:pt x="1838306" y="422695"/>
                      <a:pt x="1837913" y="420700"/>
                      <a:pt x="1837127" y="419007"/>
                    </a:cubicBezTo>
                    <a:cubicBezTo>
                      <a:pt x="1836341" y="417314"/>
                      <a:pt x="1835041" y="415954"/>
                      <a:pt x="1833227" y="414926"/>
                    </a:cubicBezTo>
                    <a:cubicBezTo>
                      <a:pt x="1831413" y="413898"/>
                      <a:pt x="1828995" y="413142"/>
                      <a:pt x="1825972" y="412658"/>
                    </a:cubicBezTo>
                    <a:cubicBezTo>
                      <a:pt x="1822949" y="412175"/>
                      <a:pt x="1819200" y="411872"/>
                      <a:pt x="1814726" y="411751"/>
                    </a:cubicBezTo>
                    <a:lnTo>
                      <a:pt x="1817447" y="399417"/>
                    </a:lnTo>
                    <a:close/>
                    <a:moveTo>
                      <a:pt x="1769380" y="340030"/>
                    </a:moveTo>
                    <a:lnTo>
                      <a:pt x="2474230" y="340030"/>
                    </a:lnTo>
                    <a:lnTo>
                      <a:pt x="2474230" y="359080"/>
                    </a:lnTo>
                    <a:lnTo>
                      <a:pt x="1769380" y="359080"/>
                    </a:lnTo>
                    <a:close/>
                    <a:moveTo>
                      <a:pt x="2022351" y="68019"/>
                    </a:moveTo>
                    <a:cubicBezTo>
                      <a:pt x="2015700" y="68019"/>
                      <a:pt x="2009140" y="69651"/>
                      <a:pt x="2002671" y="72916"/>
                    </a:cubicBezTo>
                    <a:cubicBezTo>
                      <a:pt x="1996201" y="76181"/>
                      <a:pt x="1990095" y="80807"/>
                      <a:pt x="1984351" y="86792"/>
                    </a:cubicBezTo>
                    <a:cubicBezTo>
                      <a:pt x="1978607" y="92778"/>
                      <a:pt x="1973377" y="100033"/>
                      <a:pt x="1968661" y="108558"/>
                    </a:cubicBezTo>
                    <a:cubicBezTo>
                      <a:pt x="1963945" y="117083"/>
                      <a:pt x="1960015" y="126606"/>
                      <a:pt x="1956871" y="137126"/>
                    </a:cubicBezTo>
                    <a:cubicBezTo>
                      <a:pt x="1972228" y="137005"/>
                      <a:pt x="1985439" y="135796"/>
                      <a:pt x="1996504" y="133499"/>
                    </a:cubicBezTo>
                    <a:cubicBezTo>
                      <a:pt x="2007568" y="131201"/>
                      <a:pt x="2016637" y="128057"/>
                      <a:pt x="2023711" y="124067"/>
                    </a:cubicBezTo>
                    <a:cubicBezTo>
                      <a:pt x="2030785" y="120076"/>
                      <a:pt x="2035985" y="115360"/>
                      <a:pt x="2039310" y="109919"/>
                    </a:cubicBezTo>
                    <a:cubicBezTo>
                      <a:pt x="2042636" y="104477"/>
                      <a:pt x="2044298" y="98491"/>
                      <a:pt x="2044298" y="91962"/>
                    </a:cubicBezTo>
                    <a:cubicBezTo>
                      <a:pt x="2044298" y="84464"/>
                      <a:pt x="2042424" y="78600"/>
                      <a:pt x="2038675" y="74367"/>
                    </a:cubicBezTo>
                    <a:cubicBezTo>
                      <a:pt x="2034927" y="70135"/>
                      <a:pt x="2029485" y="68019"/>
                      <a:pt x="2022351" y="68019"/>
                    </a:cubicBezTo>
                    <a:close/>
                    <a:moveTo>
                      <a:pt x="2030150" y="50062"/>
                    </a:moveTo>
                    <a:cubicBezTo>
                      <a:pt x="2045628" y="50062"/>
                      <a:pt x="2057388" y="53448"/>
                      <a:pt x="2065429" y="60219"/>
                    </a:cubicBezTo>
                    <a:cubicBezTo>
                      <a:pt x="2073471" y="66991"/>
                      <a:pt x="2077492" y="76604"/>
                      <a:pt x="2077492" y="89060"/>
                    </a:cubicBezTo>
                    <a:cubicBezTo>
                      <a:pt x="2077492" y="132834"/>
                      <a:pt x="2036076" y="154721"/>
                      <a:pt x="1953243" y="154721"/>
                    </a:cubicBezTo>
                    <a:cubicBezTo>
                      <a:pt x="1952639" y="157865"/>
                      <a:pt x="1952155" y="161281"/>
                      <a:pt x="1951792" y="164969"/>
                    </a:cubicBezTo>
                    <a:cubicBezTo>
                      <a:pt x="1951430" y="168657"/>
                      <a:pt x="1951248" y="172678"/>
                      <a:pt x="1951248" y="177031"/>
                    </a:cubicBezTo>
                    <a:cubicBezTo>
                      <a:pt x="1951248" y="190211"/>
                      <a:pt x="1953939" y="199825"/>
                      <a:pt x="1959320" y="205871"/>
                    </a:cubicBezTo>
                    <a:cubicBezTo>
                      <a:pt x="1964701" y="211917"/>
                      <a:pt x="1973075" y="214940"/>
                      <a:pt x="1984441" y="214940"/>
                    </a:cubicBezTo>
                    <a:cubicBezTo>
                      <a:pt x="1990367" y="214940"/>
                      <a:pt x="1995990" y="214305"/>
                      <a:pt x="2001310" y="213036"/>
                    </a:cubicBezTo>
                    <a:cubicBezTo>
                      <a:pt x="2006631" y="211766"/>
                      <a:pt x="2011861" y="209801"/>
                      <a:pt x="2017000" y="207141"/>
                    </a:cubicBezTo>
                    <a:cubicBezTo>
                      <a:pt x="2022139" y="204480"/>
                      <a:pt x="2027309" y="201064"/>
                      <a:pt x="2032508" y="196892"/>
                    </a:cubicBezTo>
                    <a:cubicBezTo>
                      <a:pt x="2037708" y="192721"/>
                      <a:pt x="2043150" y="187733"/>
                      <a:pt x="2048833" y="181928"/>
                    </a:cubicBezTo>
                    <a:lnTo>
                      <a:pt x="2062437" y="196620"/>
                    </a:lnTo>
                    <a:cubicBezTo>
                      <a:pt x="2048410" y="210527"/>
                      <a:pt x="2034413" y="220986"/>
                      <a:pt x="2020446" y="228000"/>
                    </a:cubicBezTo>
                    <a:cubicBezTo>
                      <a:pt x="2006480" y="235013"/>
                      <a:pt x="1991455" y="238520"/>
                      <a:pt x="1975372" y="238520"/>
                    </a:cubicBezTo>
                    <a:cubicBezTo>
                      <a:pt x="1965940" y="238520"/>
                      <a:pt x="1957566" y="237099"/>
                      <a:pt x="1950251" y="234258"/>
                    </a:cubicBezTo>
                    <a:cubicBezTo>
                      <a:pt x="1942935" y="231416"/>
                      <a:pt x="1936768" y="227274"/>
                      <a:pt x="1931749" y="221833"/>
                    </a:cubicBezTo>
                    <a:cubicBezTo>
                      <a:pt x="1926731" y="216391"/>
                      <a:pt x="1922922" y="209771"/>
                      <a:pt x="1920322" y="201971"/>
                    </a:cubicBezTo>
                    <a:cubicBezTo>
                      <a:pt x="1917722" y="194172"/>
                      <a:pt x="1916422" y="185375"/>
                      <a:pt x="1916422" y="175580"/>
                    </a:cubicBezTo>
                    <a:cubicBezTo>
                      <a:pt x="1916422" y="168687"/>
                      <a:pt x="1917027" y="161523"/>
                      <a:pt x="1918236" y="154086"/>
                    </a:cubicBezTo>
                    <a:cubicBezTo>
                      <a:pt x="1919445" y="146649"/>
                      <a:pt x="1921320" y="139212"/>
                      <a:pt x="1923859" y="131776"/>
                    </a:cubicBezTo>
                    <a:cubicBezTo>
                      <a:pt x="1926399" y="124339"/>
                      <a:pt x="1929543" y="117083"/>
                      <a:pt x="1933291" y="110009"/>
                    </a:cubicBezTo>
                    <a:cubicBezTo>
                      <a:pt x="1937040" y="102935"/>
                      <a:pt x="1941453" y="96315"/>
                      <a:pt x="1946532" y="90148"/>
                    </a:cubicBezTo>
                    <a:cubicBezTo>
                      <a:pt x="1956690" y="77572"/>
                      <a:pt x="1968933" y="67747"/>
                      <a:pt x="1983262" y="60673"/>
                    </a:cubicBezTo>
                    <a:cubicBezTo>
                      <a:pt x="1997592" y="53599"/>
                      <a:pt x="2013221" y="50062"/>
                      <a:pt x="2030150" y="50062"/>
                    </a:cubicBezTo>
                    <a:close/>
                    <a:moveTo>
                      <a:pt x="2111731" y="0"/>
                    </a:moveTo>
                    <a:lnTo>
                      <a:pt x="2190996" y="0"/>
                    </a:lnTo>
                    <a:lnTo>
                      <a:pt x="2188275" y="11427"/>
                    </a:lnTo>
                    <a:cubicBezTo>
                      <a:pt x="2184285" y="11790"/>
                      <a:pt x="2180960" y="12576"/>
                      <a:pt x="2178299" y="13785"/>
                    </a:cubicBezTo>
                    <a:cubicBezTo>
                      <a:pt x="2175639" y="14994"/>
                      <a:pt x="2173553" y="16717"/>
                      <a:pt x="2172042" y="18954"/>
                    </a:cubicBezTo>
                    <a:cubicBezTo>
                      <a:pt x="2170530" y="21192"/>
                      <a:pt x="2169472" y="24033"/>
                      <a:pt x="2168867" y="27480"/>
                    </a:cubicBezTo>
                    <a:cubicBezTo>
                      <a:pt x="2168263" y="30926"/>
                      <a:pt x="2167960" y="35128"/>
                      <a:pt x="2167960" y="40086"/>
                    </a:cubicBezTo>
                    <a:cubicBezTo>
                      <a:pt x="2167960" y="41537"/>
                      <a:pt x="2168021" y="43562"/>
                      <a:pt x="2168142" y="46162"/>
                    </a:cubicBezTo>
                    <a:cubicBezTo>
                      <a:pt x="2168263" y="48762"/>
                      <a:pt x="2168444" y="52239"/>
                      <a:pt x="2168686" y="56592"/>
                    </a:cubicBezTo>
                    <a:cubicBezTo>
                      <a:pt x="2169412" y="68684"/>
                      <a:pt x="2170167" y="81018"/>
                      <a:pt x="2170953" y="93594"/>
                    </a:cubicBezTo>
                    <a:cubicBezTo>
                      <a:pt x="2171739" y="106170"/>
                      <a:pt x="2172495" y="118383"/>
                      <a:pt x="2173221" y="130234"/>
                    </a:cubicBezTo>
                    <a:cubicBezTo>
                      <a:pt x="2173946" y="142084"/>
                      <a:pt x="2174581" y="153360"/>
                      <a:pt x="2175125" y="164062"/>
                    </a:cubicBezTo>
                    <a:cubicBezTo>
                      <a:pt x="2175669" y="174764"/>
                      <a:pt x="2175941" y="184226"/>
                      <a:pt x="2175941" y="192449"/>
                    </a:cubicBezTo>
                    <a:lnTo>
                      <a:pt x="2177755" y="192449"/>
                    </a:lnTo>
                    <a:lnTo>
                      <a:pt x="2251034" y="69833"/>
                    </a:lnTo>
                    <a:cubicBezTo>
                      <a:pt x="2254662" y="63908"/>
                      <a:pt x="2257625" y="58768"/>
                      <a:pt x="2259922" y="54415"/>
                    </a:cubicBezTo>
                    <a:cubicBezTo>
                      <a:pt x="2262220" y="50062"/>
                      <a:pt x="2264034" y="46253"/>
                      <a:pt x="2265364" y="42988"/>
                    </a:cubicBezTo>
                    <a:cubicBezTo>
                      <a:pt x="2266694" y="39723"/>
                      <a:pt x="2267631" y="36791"/>
                      <a:pt x="2268175" y="34191"/>
                    </a:cubicBezTo>
                    <a:cubicBezTo>
                      <a:pt x="2268719" y="31591"/>
                      <a:pt x="2268991" y="28961"/>
                      <a:pt x="2268991" y="26301"/>
                    </a:cubicBezTo>
                    <a:cubicBezTo>
                      <a:pt x="2268991" y="17231"/>
                      <a:pt x="2262583" y="12274"/>
                      <a:pt x="2249765" y="11427"/>
                    </a:cubicBezTo>
                    <a:lnTo>
                      <a:pt x="2252123" y="0"/>
                    </a:lnTo>
                    <a:lnTo>
                      <a:pt x="2331388" y="0"/>
                    </a:lnTo>
                    <a:lnTo>
                      <a:pt x="2329211" y="11427"/>
                    </a:lnTo>
                    <a:cubicBezTo>
                      <a:pt x="2326551" y="11790"/>
                      <a:pt x="2324102" y="12274"/>
                      <a:pt x="2321865" y="12878"/>
                    </a:cubicBezTo>
                    <a:cubicBezTo>
                      <a:pt x="2319628" y="13483"/>
                      <a:pt x="2317179" y="15025"/>
                      <a:pt x="2314519" y="17503"/>
                    </a:cubicBezTo>
                    <a:cubicBezTo>
                      <a:pt x="2311859" y="19982"/>
                      <a:pt x="2308745" y="23670"/>
                      <a:pt x="2305178" y="28568"/>
                    </a:cubicBezTo>
                    <a:cubicBezTo>
                      <a:pt x="2301610" y="33465"/>
                      <a:pt x="2297106" y="40267"/>
                      <a:pt x="2291665" y="48974"/>
                    </a:cubicBezTo>
                    <a:lnTo>
                      <a:pt x="2174853" y="238702"/>
                    </a:lnTo>
                    <a:lnTo>
                      <a:pt x="2148371" y="238702"/>
                    </a:lnTo>
                    <a:cubicBezTo>
                      <a:pt x="2145711" y="206536"/>
                      <a:pt x="2143081" y="174582"/>
                      <a:pt x="2140481" y="142840"/>
                    </a:cubicBezTo>
                    <a:cubicBezTo>
                      <a:pt x="2137881" y="111098"/>
                      <a:pt x="2135311" y="78962"/>
                      <a:pt x="2132772" y="46434"/>
                    </a:cubicBezTo>
                    <a:cubicBezTo>
                      <a:pt x="2132288" y="40751"/>
                      <a:pt x="2131593" y="35853"/>
                      <a:pt x="2130686" y="31742"/>
                    </a:cubicBezTo>
                    <a:cubicBezTo>
                      <a:pt x="2129779" y="27631"/>
                      <a:pt x="2128388" y="24124"/>
                      <a:pt x="2126514" y="21222"/>
                    </a:cubicBezTo>
                    <a:cubicBezTo>
                      <a:pt x="2124640" y="18320"/>
                      <a:pt x="2122342" y="16083"/>
                      <a:pt x="2119622" y="14511"/>
                    </a:cubicBezTo>
                    <a:cubicBezTo>
                      <a:pt x="2116901" y="12939"/>
                      <a:pt x="2113424" y="11911"/>
                      <a:pt x="2109192" y="1142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4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819F5DC4-9977-404E-ADB4-891F4B82F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428" y="4656725"/>
                <a:ext cx="966310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CAF02CF-09F6-4DAA-BEBA-A78377B228C8}"/>
                  </a:ext>
                </a:extLst>
              </p:cNvPr>
              <p:cNvSpPr txBox="1"/>
              <p:nvPr/>
            </p:nvSpPr>
            <p:spPr>
              <a:xfrm>
                <a:off x="6614483" y="5084762"/>
                <a:ext cx="1995818" cy="526485"/>
              </a:xfrm>
              <a:custGeom>
                <a:avLst/>
                <a:gdLst/>
                <a:ahLst/>
                <a:cxnLst/>
                <a:rect l="l" t="t" r="r" b="b"/>
                <a:pathLst>
                  <a:path w="1995818" h="526485">
                    <a:moveTo>
                      <a:pt x="220749" y="463477"/>
                    </a:moveTo>
                    <a:cubicBezTo>
                      <a:pt x="224692" y="463477"/>
                      <a:pt x="228121" y="464934"/>
                      <a:pt x="231036" y="467849"/>
                    </a:cubicBezTo>
                    <a:cubicBezTo>
                      <a:pt x="233951" y="470764"/>
                      <a:pt x="235408" y="474193"/>
                      <a:pt x="235408" y="478136"/>
                    </a:cubicBezTo>
                    <a:cubicBezTo>
                      <a:pt x="235408" y="482079"/>
                      <a:pt x="233951" y="485466"/>
                      <a:pt x="231036" y="488294"/>
                    </a:cubicBezTo>
                    <a:cubicBezTo>
                      <a:pt x="228121" y="491123"/>
                      <a:pt x="224692" y="492538"/>
                      <a:pt x="220749" y="492538"/>
                    </a:cubicBezTo>
                    <a:cubicBezTo>
                      <a:pt x="216806" y="492538"/>
                      <a:pt x="213377" y="491123"/>
                      <a:pt x="210462" y="488294"/>
                    </a:cubicBezTo>
                    <a:cubicBezTo>
                      <a:pt x="207547" y="485466"/>
                      <a:pt x="206090" y="482079"/>
                      <a:pt x="206090" y="478136"/>
                    </a:cubicBezTo>
                    <a:cubicBezTo>
                      <a:pt x="206090" y="474193"/>
                      <a:pt x="207547" y="470764"/>
                      <a:pt x="210462" y="467849"/>
                    </a:cubicBezTo>
                    <a:cubicBezTo>
                      <a:pt x="213377" y="464934"/>
                      <a:pt x="216806" y="463477"/>
                      <a:pt x="220749" y="463477"/>
                    </a:cubicBezTo>
                    <a:close/>
                    <a:moveTo>
                      <a:pt x="1326859" y="424386"/>
                    </a:moveTo>
                    <a:cubicBezTo>
                      <a:pt x="1324801" y="424386"/>
                      <a:pt x="1321587" y="424815"/>
                      <a:pt x="1317215" y="425672"/>
                    </a:cubicBezTo>
                    <a:cubicBezTo>
                      <a:pt x="1312843" y="426530"/>
                      <a:pt x="1308085" y="426958"/>
                      <a:pt x="1302941" y="426958"/>
                    </a:cubicBezTo>
                    <a:cubicBezTo>
                      <a:pt x="1304484" y="436045"/>
                      <a:pt x="1305256" y="444189"/>
                      <a:pt x="1305256" y="451390"/>
                    </a:cubicBezTo>
                    <a:cubicBezTo>
                      <a:pt x="1316743" y="450704"/>
                      <a:pt x="1323730" y="447918"/>
                      <a:pt x="1326216" y="443032"/>
                    </a:cubicBezTo>
                    <a:cubicBezTo>
                      <a:pt x="1328702" y="438145"/>
                      <a:pt x="1329945" y="433816"/>
                      <a:pt x="1329945" y="430044"/>
                    </a:cubicBezTo>
                    <a:cubicBezTo>
                      <a:pt x="1329945" y="426272"/>
                      <a:pt x="1328916" y="424386"/>
                      <a:pt x="1326859" y="424386"/>
                    </a:cubicBezTo>
                    <a:close/>
                    <a:moveTo>
                      <a:pt x="1332131" y="413585"/>
                    </a:moveTo>
                    <a:cubicBezTo>
                      <a:pt x="1334445" y="413585"/>
                      <a:pt x="1338432" y="415128"/>
                      <a:pt x="1344089" y="418214"/>
                    </a:cubicBezTo>
                    <a:cubicBezTo>
                      <a:pt x="1349747" y="421300"/>
                      <a:pt x="1352576" y="423872"/>
                      <a:pt x="1352576" y="425930"/>
                    </a:cubicBezTo>
                    <a:cubicBezTo>
                      <a:pt x="1352576" y="427987"/>
                      <a:pt x="1351462" y="429744"/>
                      <a:pt x="1349233" y="431202"/>
                    </a:cubicBezTo>
                    <a:cubicBezTo>
                      <a:pt x="1347004" y="432659"/>
                      <a:pt x="1344775" y="434888"/>
                      <a:pt x="1342546" y="437888"/>
                    </a:cubicBezTo>
                    <a:cubicBezTo>
                      <a:pt x="1340317" y="440889"/>
                      <a:pt x="1339203" y="443117"/>
                      <a:pt x="1339203" y="444575"/>
                    </a:cubicBezTo>
                    <a:cubicBezTo>
                      <a:pt x="1339203" y="446032"/>
                      <a:pt x="1339632" y="447232"/>
                      <a:pt x="1340489" y="448175"/>
                    </a:cubicBezTo>
                    <a:cubicBezTo>
                      <a:pt x="1341346" y="449118"/>
                      <a:pt x="1341775" y="450190"/>
                      <a:pt x="1341775" y="451390"/>
                    </a:cubicBezTo>
                    <a:cubicBezTo>
                      <a:pt x="1341775" y="454133"/>
                      <a:pt x="1339632" y="455590"/>
                      <a:pt x="1335345" y="455762"/>
                    </a:cubicBezTo>
                    <a:cubicBezTo>
                      <a:pt x="1331059" y="455933"/>
                      <a:pt x="1320944" y="456962"/>
                      <a:pt x="1304999" y="458848"/>
                    </a:cubicBezTo>
                    <a:cubicBezTo>
                      <a:pt x="1304484" y="465363"/>
                      <a:pt x="1302941" y="468621"/>
                      <a:pt x="1300370" y="468621"/>
                    </a:cubicBezTo>
                    <a:cubicBezTo>
                      <a:pt x="1297798" y="468621"/>
                      <a:pt x="1296169" y="464334"/>
                      <a:pt x="1295483" y="455762"/>
                    </a:cubicBezTo>
                    <a:cubicBezTo>
                      <a:pt x="1294112" y="439474"/>
                      <a:pt x="1292140" y="429444"/>
                      <a:pt x="1289568" y="425672"/>
                    </a:cubicBezTo>
                    <a:cubicBezTo>
                      <a:pt x="1288197" y="423444"/>
                      <a:pt x="1287511" y="421729"/>
                      <a:pt x="1287511" y="420529"/>
                    </a:cubicBezTo>
                    <a:cubicBezTo>
                      <a:pt x="1287511" y="419329"/>
                      <a:pt x="1288325" y="418729"/>
                      <a:pt x="1289954" y="418729"/>
                    </a:cubicBezTo>
                    <a:cubicBezTo>
                      <a:pt x="1291583" y="418729"/>
                      <a:pt x="1294369" y="419586"/>
                      <a:pt x="1298312" y="421300"/>
                    </a:cubicBezTo>
                    <a:cubicBezTo>
                      <a:pt x="1303456" y="421300"/>
                      <a:pt x="1308599" y="420743"/>
                      <a:pt x="1313743" y="419629"/>
                    </a:cubicBezTo>
                    <a:cubicBezTo>
                      <a:pt x="1318886" y="418514"/>
                      <a:pt x="1322658" y="417228"/>
                      <a:pt x="1325058" y="415771"/>
                    </a:cubicBezTo>
                    <a:cubicBezTo>
                      <a:pt x="1327459" y="414314"/>
                      <a:pt x="1329816" y="413585"/>
                      <a:pt x="1332131" y="413585"/>
                    </a:cubicBezTo>
                    <a:close/>
                    <a:moveTo>
                      <a:pt x="1565003" y="408184"/>
                    </a:moveTo>
                    <a:cubicBezTo>
                      <a:pt x="1551287" y="410242"/>
                      <a:pt x="1541686" y="411356"/>
                      <a:pt x="1536199" y="411528"/>
                    </a:cubicBezTo>
                    <a:cubicBezTo>
                      <a:pt x="1537914" y="421300"/>
                      <a:pt x="1540485" y="433559"/>
                      <a:pt x="1543914" y="448304"/>
                    </a:cubicBezTo>
                    <a:cubicBezTo>
                      <a:pt x="1553173" y="447618"/>
                      <a:pt x="1561231" y="446675"/>
                      <a:pt x="1568089" y="445475"/>
                    </a:cubicBezTo>
                    <a:lnTo>
                      <a:pt x="1568346" y="430302"/>
                    </a:lnTo>
                    <a:cubicBezTo>
                      <a:pt x="1564574" y="430816"/>
                      <a:pt x="1560759" y="431073"/>
                      <a:pt x="1556902" y="431073"/>
                    </a:cubicBezTo>
                    <a:cubicBezTo>
                      <a:pt x="1553044" y="431073"/>
                      <a:pt x="1550044" y="430516"/>
                      <a:pt x="1547901" y="429401"/>
                    </a:cubicBezTo>
                    <a:cubicBezTo>
                      <a:pt x="1545757" y="428287"/>
                      <a:pt x="1544686" y="427515"/>
                      <a:pt x="1544686" y="427087"/>
                    </a:cubicBezTo>
                    <a:cubicBezTo>
                      <a:pt x="1544686" y="426658"/>
                      <a:pt x="1547215" y="426187"/>
                      <a:pt x="1552273" y="425672"/>
                    </a:cubicBezTo>
                    <a:cubicBezTo>
                      <a:pt x="1557330" y="425158"/>
                      <a:pt x="1562688" y="424386"/>
                      <a:pt x="1568346" y="423358"/>
                    </a:cubicBezTo>
                    <a:cubicBezTo>
                      <a:pt x="1568003" y="416328"/>
                      <a:pt x="1566889" y="411271"/>
                      <a:pt x="1565003" y="408184"/>
                    </a:cubicBezTo>
                    <a:close/>
                    <a:moveTo>
                      <a:pt x="1603836" y="404070"/>
                    </a:moveTo>
                    <a:cubicBezTo>
                      <a:pt x="1599721" y="404070"/>
                      <a:pt x="1591578" y="404841"/>
                      <a:pt x="1579405" y="406384"/>
                    </a:cubicBezTo>
                    <a:cubicBezTo>
                      <a:pt x="1578719" y="410156"/>
                      <a:pt x="1578376" y="414957"/>
                      <a:pt x="1578376" y="420786"/>
                    </a:cubicBezTo>
                    <a:cubicBezTo>
                      <a:pt x="1584891" y="419414"/>
                      <a:pt x="1589263" y="418729"/>
                      <a:pt x="1591492" y="418729"/>
                    </a:cubicBezTo>
                    <a:cubicBezTo>
                      <a:pt x="1593721" y="418729"/>
                      <a:pt x="1595435" y="419029"/>
                      <a:pt x="1596635" y="419629"/>
                    </a:cubicBezTo>
                    <a:cubicBezTo>
                      <a:pt x="1597835" y="420229"/>
                      <a:pt x="1598436" y="420957"/>
                      <a:pt x="1598436" y="421815"/>
                    </a:cubicBezTo>
                    <a:cubicBezTo>
                      <a:pt x="1598436" y="422672"/>
                      <a:pt x="1598050" y="423358"/>
                      <a:pt x="1597278" y="423872"/>
                    </a:cubicBezTo>
                    <a:cubicBezTo>
                      <a:pt x="1596507" y="424386"/>
                      <a:pt x="1594278" y="425115"/>
                      <a:pt x="1590592" y="426058"/>
                    </a:cubicBezTo>
                    <a:cubicBezTo>
                      <a:pt x="1586905" y="427001"/>
                      <a:pt x="1582834" y="427901"/>
                      <a:pt x="1578376" y="428758"/>
                    </a:cubicBezTo>
                    <a:lnTo>
                      <a:pt x="1577862" y="443675"/>
                    </a:lnTo>
                    <a:cubicBezTo>
                      <a:pt x="1584377" y="442646"/>
                      <a:pt x="1589263" y="442132"/>
                      <a:pt x="1592520" y="442132"/>
                    </a:cubicBezTo>
                    <a:cubicBezTo>
                      <a:pt x="1595778" y="442132"/>
                      <a:pt x="1597921" y="442560"/>
                      <a:pt x="1598950" y="443417"/>
                    </a:cubicBezTo>
                    <a:cubicBezTo>
                      <a:pt x="1599978" y="444275"/>
                      <a:pt x="1600921" y="444703"/>
                      <a:pt x="1601779" y="444703"/>
                    </a:cubicBezTo>
                    <a:cubicBezTo>
                      <a:pt x="1604522" y="444703"/>
                      <a:pt x="1607008" y="440417"/>
                      <a:pt x="1609237" y="431845"/>
                    </a:cubicBezTo>
                    <a:cubicBezTo>
                      <a:pt x="1611466" y="423272"/>
                      <a:pt x="1612580" y="417057"/>
                      <a:pt x="1612580" y="413199"/>
                    </a:cubicBezTo>
                    <a:cubicBezTo>
                      <a:pt x="1612580" y="409342"/>
                      <a:pt x="1612152" y="406856"/>
                      <a:pt x="1611294" y="405741"/>
                    </a:cubicBezTo>
                    <a:cubicBezTo>
                      <a:pt x="1610437" y="404627"/>
                      <a:pt x="1607951" y="404070"/>
                      <a:pt x="1603836" y="404070"/>
                    </a:cubicBezTo>
                    <a:close/>
                    <a:moveTo>
                      <a:pt x="1606665" y="396869"/>
                    </a:moveTo>
                    <a:cubicBezTo>
                      <a:pt x="1611637" y="396869"/>
                      <a:pt x="1618066" y="399140"/>
                      <a:pt x="1625953" y="403684"/>
                    </a:cubicBezTo>
                    <a:cubicBezTo>
                      <a:pt x="1633840" y="408227"/>
                      <a:pt x="1637783" y="411399"/>
                      <a:pt x="1637783" y="413199"/>
                    </a:cubicBezTo>
                    <a:cubicBezTo>
                      <a:pt x="1637783" y="415000"/>
                      <a:pt x="1636540" y="416714"/>
                      <a:pt x="1634054" y="418343"/>
                    </a:cubicBezTo>
                    <a:cubicBezTo>
                      <a:pt x="1631568" y="419972"/>
                      <a:pt x="1629082" y="422629"/>
                      <a:pt x="1626596" y="426315"/>
                    </a:cubicBezTo>
                    <a:cubicBezTo>
                      <a:pt x="1624110" y="430001"/>
                      <a:pt x="1622396" y="433002"/>
                      <a:pt x="1621453" y="435316"/>
                    </a:cubicBezTo>
                    <a:cubicBezTo>
                      <a:pt x="1620510" y="437631"/>
                      <a:pt x="1618752" y="440760"/>
                      <a:pt x="1616181" y="444703"/>
                    </a:cubicBezTo>
                    <a:cubicBezTo>
                      <a:pt x="1613609" y="448647"/>
                      <a:pt x="1611980" y="450876"/>
                      <a:pt x="1611294" y="451390"/>
                    </a:cubicBezTo>
                    <a:cubicBezTo>
                      <a:pt x="1610608" y="451904"/>
                      <a:pt x="1609623" y="452161"/>
                      <a:pt x="1608337" y="452161"/>
                    </a:cubicBezTo>
                    <a:cubicBezTo>
                      <a:pt x="1607051" y="452161"/>
                      <a:pt x="1605851" y="451518"/>
                      <a:pt x="1604736" y="450233"/>
                    </a:cubicBezTo>
                    <a:cubicBezTo>
                      <a:pt x="1603622" y="448947"/>
                      <a:pt x="1600193" y="448304"/>
                      <a:pt x="1594449" y="448304"/>
                    </a:cubicBezTo>
                    <a:cubicBezTo>
                      <a:pt x="1588706" y="448304"/>
                      <a:pt x="1583091" y="448818"/>
                      <a:pt x="1577604" y="449847"/>
                    </a:cubicBezTo>
                    <a:lnTo>
                      <a:pt x="1577090" y="468621"/>
                    </a:lnTo>
                    <a:cubicBezTo>
                      <a:pt x="1591320" y="466049"/>
                      <a:pt x="1599893" y="464763"/>
                      <a:pt x="1602808" y="464763"/>
                    </a:cubicBezTo>
                    <a:cubicBezTo>
                      <a:pt x="1605722" y="464763"/>
                      <a:pt x="1608508" y="465192"/>
                      <a:pt x="1611166" y="466049"/>
                    </a:cubicBezTo>
                    <a:cubicBezTo>
                      <a:pt x="1613823" y="466906"/>
                      <a:pt x="1615152" y="468192"/>
                      <a:pt x="1615152" y="469906"/>
                    </a:cubicBezTo>
                    <a:cubicBezTo>
                      <a:pt x="1615152" y="471621"/>
                      <a:pt x="1612666" y="472993"/>
                      <a:pt x="1607694" y="474021"/>
                    </a:cubicBezTo>
                    <a:cubicBezTo>
                      <a:pt x="1602722" y="475050"/>
                      <a:pt x="1592435" y="476336"/>
                      <a:pt x="1576833" y="477879"/>
                    </a:cubicBezTo>
                    <a:lnTo>
                      <a:pt x="1576061" y="497681"/>
                    </a:lnTo>
                    <a:cubicBezTo>
                      <a:pt x="1605722" y="494938"/>
                      <a:pt x="1622053" y="493395"/>
                      <a:pt x="1625053" y="493052"/>
                    </a:cubicBezTo>
                    <a:cubicBezTo>
                      <a:pt x="1628053" y="492709"/>
                      <a:pt x="1631011" y="492538"/>
                      <a:pt x="1633926" y="492538"/>
                    </a:cubicBezTo>
                    <a:cubicBezTo>
                      <a:pt x="1642327" y="492538"/>
                      <a:pt x="1648842" y="494252"/>
                      <a:pt x="1653471" y="497681"/>
                    </a:cubicBezTo>
                    <a:cubicBezTo>
                      <a:pt x="1658100" y="501110"/>
                      <a:pt x="1660415" y="503896"/>
                      <a:pt x="1660415" y="506040"/>
                    </a:cubicBezTo>
                    <a:cubicBezTo>
                      <a:pt x="1660415" y="508183"/>
                      <a:pt x="1657671" y="509254"/>
                      <a:pt x="1652185" y="509254"/>
                    </a:cubicBezTo>
                    <a:cubicBezTo>
                      <a:pt x="1646699" y="509254"/>
                      <a:pt x="1640055" y="508611"/>
                      <a:pt x="1632254" y="507325"/>
                    </a:cubicBezTo>
                    <a:cubicBezTo>
                      <a:pt x="1624453" y="506040"/>
                      <a:pt x="1611937" y="505397"/>
                      <a:pt x="1594706" y="505397"/>
                    </a:cubicBezTo>
                    <a:cubicBezTo>
                      <a:pt x="1577476" y="505397"/>
                      <a:pt x="1561959" y="506254"/>
                      <a:pt x="1548158" y="507968"/>
                    </a:cubicBezTo>
                    <a:cubicBezTo>
                      <a:pt x="1534356" y="509683"/>
                      <a:pt x="1525226" y="511097"/>
                      <a:pt x="1520769" y="512212"/>
                    </a:cubicBezTo>
                    <a:cubicBezTo>
                      <a:pt x="1516311" y="513326"/>
                      <a:pt x="1512539" y="513883"/>
                      <a:pt x="1509453" y="513883"/>
                    </a:cubicBezTo>
                    <a:cubicBezTo>
                      <a:pt x="1506367" y="513883"/>
                      <a:pt x="1502938" y="512683"/>
                      <a:pt x="1499166" y="510283"/>
                    </a:cubicBezTo>
                    <a:cubicBezTo>
                      <a:pt x="1495394" y="507883"/>
                      <a:pt x="1493508" y="506254"/>
                      <a:pt x="1493508" y="505397"/>
                    </a:cubicBezTo>
                    <a:cubicBezTo>
                      <a:pt x="1493508" y="504539"/>
                      <a:pt x="1494022" y="503982"/>
                      <a:pt x="1495051" y="503725"/>
                    </a:cubicBezTo>
                    <a:cubicBezTo>
                      <a:pt x="1496080" y="503468"/>
                      <a:pt x="1497409" y="503382"/>
                      <a:pt x="1499037" y="503468"/>
                    </a:cubicBezTo>
                    <a:cubicBezTo>
                      <a:pt x="1500666" y="503554"/>
                      <a:pt x="1501652" y="503596"/>
                      <a:pt x="1501995" y="503596"/>
                    </a:cubicBezTo>
                    <a:cubicBezTo>
                      <a:pt x="1504910" y="503596"/>
                      <a:pt x="1526598" y="501882"/>
                      <a:pt x="1567060" y="498453"/>
                    </a:cubicBezTo>
                    <a:lnTo>
                      <a:pt x="1567317" y="478908"/>
                    </a:lnTo>
                    <a:cubicBezTo>
                      <a:pt x="1556345" y="479936"/>
                      <a:pt x="1548672" y="480451"/>
                      <a:pt x="1544300" y="480451"/>
                    </a:cubicBezTo>
                    <a:cubicBezTo>
                      <a:pt x="1539928" y="480451"/>
                      <a:pt x="1536328" y="480022"/>
                      <a:pt x="1533499" y="479165"/>
                    </a:cubicBezTo>
                    <a:cubicBezTo>
                      <a:pt x="1530670" y="478307"/>
                      <a:pt x="1529255" y="477279"/>
                      <a:pt x="1529255" y="476079"/>
                    </a:cubicBezTo>
                    <a:cubicBezTo>
                      <a:pt x="1529255" y="474879"/>
                      <a:pt x="1532470" y="474107"/>
                      <a:pt x="1538899" y="473764"/>
                    </a:cubicBezTo>
                    <a:cubicBezTo>
                      <a:pt x="1545329" y="473421"/>
                      <a:pt x="1554887" y="472307"/>
                      <a:pt x="1567574" y="470421"/>
                    </a:cubicBezTo>
                    <a:lnTo>
                      <a:pt x="1567832" y="451390"/>
                    </a:lnTo>
                    <a:cubicBezTo>
                      <a:pt x="1561659" y="452247"/>
                      <a:pt x="1554116" y="453104"/>
                      <a:pt x="1545200" y="453962"/>
                    </a:cubicBezTo>
                    <a:cubicBezTo>
                      <a:pt x="1545543" y="456533"/>
                      <a:pt x="1544857" y="457819"/>
                      <a:pt x="1543143" y="457819"/>
                    </a:cubicBezTo>
                    <a:cubicBezTo>
                      <a:pt x="1541428" y="457819"/>
                      <a:pt x="1539714" y="456619"/>
                      <a:pt x="1537999" y="454219"/>
                    </a:cubicBezTo>
                    <a:cubicBezTo>
                      <a:pt x="1536285" y="451818"/>
                      <a:pt x="1534913" y="448732"/>
                      <a:pt x="1533885" y="444960"/>
                    </a:cubicBezTo>
                    <a:cubicBezTo>
                      <a:pt x="1528912" y="426958"/>
                      <a:pt x="1524883" y="416543"/>
                      <a:pt x="1521797" y="413714"/>
                    </a:cubicBezTo>
                    <a:cubicBezTo>
                      <a:pt x="1518711" y="410885"/>
                      <a:pt x="1517168" y="408785"/>
                      <a:pt x="1517168" y="407413"/>
                    </a:cubicBezTo>
                    <a:cubicBezTo>
                      <a:pt x="1517168" y="406041"/>
                      <a:pt x="1518454" y="405356"/>
                      <a:pt x="1521026" y="405356"/>
                    </a:cubicBezTo>
                    <a:cubicBezTo>
                      <a:pt x="1523598" y="405356"/>
                      <a:pt x="1526684" y="405698"/>
                      <a:pt x="1530284" y="406384"/>
                    </a:cubicBezTo>
                    <a:cubicBezTo>
                      <a:pt x="1539371" y="405527"/>
                      <a:pt x="1554073" y="403727"/>
                      <a:pt x="1574390" y="400984"/>
                    </a:cubicBezTo>
                    <a:cubicBezTo>
                      <a:pt x="1594706" y="398240"/>
                      <a:pt x="1605465" y="396869"/>
                      <a:pt x="1606665" y="396869"/>
                    </a:cubicBezTo>
                    <a:close/>
                    <a:moveTo>
                      <a:pt x="103849" y="376417"/>
                    </a:moveTo>
                    <a:cubicBezTo>
                      <a:pt x="95394" y="376417"/>
                      <a:pt x="87252" y="380687"/>
                      <a:pt x="79425" y="389226"/>
                    </a:cubicBezTo>
                    <a:cubicBezTo>
                      <a:pt x="71598" y="397765"/>
                      <a:pt x="65591" y="409318"/>
                      <a:pt x="61405" y="423884"/>
                    </a:cubicBezTo>
                    <a:cubicBezTo>
                      <a:pt x="73209" y="423800"/>
                      <a:pt x="83339" y="422733"/>
                      <a:pt x="91794" y="420682"/>
                    </a:cubicBezTo>
                    <a:cubicBezTo>
                      <a:pt x="100249" y="418631"/>
                      <a:pt x="106737" y="415366"/>
                      <a:pt x="111258" y="410887"/>
                    </a:cubicBezTo>
                    <a:cubicBezTo>
                      <a:pt x="115779" y="406409"/>
                      <a:pt x="118039" y="400360"/>
                      <a:pt x="118039" y="392742"/>
                    </a:cubicBezTo>
                    <a:cubicBezTo>
                      <a:pt x="118039" y="387635"/>
                      <a:pt x="116846" y="383638"/>
                      <a:pt x="114460" y="380750"/>
                    </a:cubicBezTo>
                    <a:cubicBezTo>
                      <a:pt x="112074" y="377861"/>
                      <a:pt x="108537" y="376417"/>
                      <a:pt x="103849" y="376417"/>
                    </a:cubicBezTo>
                    <a:close/>
                    <a:moveTo>
                      <a:pt x="1406069" y="376038"/>
                    </a:moveTo>
                    <a:cubicBezTo>
                      <a:pt x="1411212" y="376038"/>
                      <a:pt x="1416141" y="377195"/>
                      <a:pt x="1420856" y="379509"/>
                    </a:cubicBezTo>
                    <a:cubicBezTo>
                      <a:pt x="1425571" y="381824"/>
                      <a:pt x="1427929" y="384181"/>
                      <a:pt x="1427929" y="386582"/>
                    </a:cubicBezTo>
                    <a:cubicBezTo>
                      <a:pt x="1427929" y="388982"/>
                      <a:pt x="1426728" y="390697"/>
                      <a:pt x="1424328" y="391725"/>
                    </a:cubicBezTo>
                    <a:cubicBezTo>
                      <a:pt x="1421928" y="392754"/>
                      <a:pt x="1418456" y="393011"/>
                      <a:pt x="1413912" y="392497"/>
                    </a:cubicBezTo>
                    <a:cubicBezTo>
                      <a:pt x="1409369" y="391982"/>
                      <a:pt x="1403625" y="391725"/>
                      <a:pt x="1396682" y="391725"/>
                    </a:cubicBezTo>
                    <a:cubicBezTo>
                      <a:pt x="1389738" y="391725"/>
                      <a:pt x="1380694" y="392154"/>
                      <a:pt x="1369550" y="393011"/>
                    </a:cubicBezTo>
                    <a:cubicBezTo>
                      <a:pt x="1377094" y="397812"/>
                      <a:pt x="1380865" y="402527"/>
                      <a:pt x="1380865" y="407156"/>
                    </a:cubicBezTo>
                    <a:cubicBezTo>
                      <a:pt x="1380865" y="409042"/>
                      <a:pt x="1380565" y="411099"/>
                      <a:pt x="1379965" y="413328"/>
                    </a:cubicBezTo>
                    <a:cubicBezTo>
                      <a:pt x="1379365" y="415557"/>
                      <a:pt x="1379065" y="420486"/>
                      <a:pt x="1379065" y="428116"/>
                    </a:cubicBezTo>
                    <a:cubicBezTo>
                      <a:pt x="1379065" y="435745"/>
                      <a:pt x="1379622" y="447318"/>
                      <a:pt x="1380737" y="462834"/>
                    </a:cubicBezTo>
                    <a:cubicBezTo>
                      <a:pt x="1381851" y="478350"/>
                      <a:pt x="1382408" y="486709"/>
                      <a:pt x="1382408" y="487909"/>
                    </a:cubicBezTo>
                    <a:cubicBezTo>
                      <a:pt x="1382408" y="497510"/>
                      <a:pt x="1380008" y="506254"/>
                      <a:pt x="1375208" y="514141"/>
                    </a:cubicBezTo>
                    <a:cubicBezTo>
                      <a:pt x="1370407" y="522027"/>
                      <a:pt x="1366464" y="525971"/>
                      <a:pt x="1363378" y="525971"/>
                    </a:cubicBezTo>
                    <a:cubicBezTo>
                      <a:pt x="1361149" y="525971"/>
                      <a:pt x="1358748" y="523827"/>
                      <a:pt x="1356177" y="519541"/>
                    </a:cubicBezTo>
                    <a:cubicBezTo>
                      <a:pt x="1352919" y="513712"/>
                      <a:pt x="1348290" y="507797"/>
                      <a:pt x="1342289" y="501796"/>
                    </a:cubicBezTo>
                    <a:cubicBezTo>
                      <a:pt x="1336288" y="495795"/>
                      <a:pt x="1333288" y="492366"/>
                      <a:pt x="1333288" y="491509"/>
                    </a:cubicBezTo>
                    <a:cubicBezTo>
                      <a:pt x="1333288" y="490652"/>
                      <a:pt x="1334060" y="490223"/>
                      <a:pt x="1335603" y="490223"/>
                    </a:cubicBezTo>
                    <a:cubicBezTo>
                      <a:pt x="1337146" y="490223"/>
                      <a:pt x="1340446" y="491166"/>
                      <a:pt x="1345504" y="493052"/>
                    </a:cubicBezTo>
                    <a:cubicBezTo>
                      <a:pt x="1350562" y="494938"/>
                      <a:pt x="1354505" y="495881"/>
                      <a:pt x="1357334" y="495881"/>
                    </a:cubicBezTo>
                    <a:cubicBezTo>
                      <a:pt x="1360163" y="495881"/>
                      <a:pt x="1362263" y="495024"/>
                      <a:pt x="1363635" y="493309"/>
                    </a:cubicBezTo>
                    <a:cubicBezTo>
                      <a:pt x="1365006" y="491595"/>
                      <a:pt x="1365949" y="485208"/>
                      <a:pt x="1366464" y="474150"/>
                    </a:cubicBezTo>
                    <a:cubicBezTo>
                      <a:pt x="1366978" y="463091"/>
                      <a:pt x="1367235" y="454176"/>
                      <a:pt x="1367235" y="447404"/>
                    </a:cubicBezTo>
                    <a:cubicBezTo>
                      <a:pt x="1367235" y="440631"/>
                      <a:pt x="1366678" y="431759"/>
                      <a:pt x="1365563" y="420786"/>
                    </a:cubicBezTo>
                    <a:cubicBezTo>
                      <a:pt x="1364449" y="409813"/>
                      <a:pt x="1362520" y="400812"/>
                      <a:pt x="1359777" y="393783"/>
                    </a:cubicBezTo>
                    <a:cubicBezTo>
                      <a:pt x="1338174" y="395497"/>
                      <a:pt x="1323773" y="397212"/>
                      <a:pt x="1316572" y="398926"/>
                    </a:cubicBezTo>
                    <a:cubicBezTo>
                      <a:pt x="1311428" y="400126"/>
                      <a:pt x="1307356" y="400726"/>
                      <a:pt x="1304356" y="400726"/>
                    </a:cubicBezTo>
                    <a:cubicBezTo>
                      <a:pt x="1301355" y="400726"/>
                      <a:pt x="1298184" y="399698"/>
                      <a:pt x="1294840" y="397640"/>
                    </a:cubicBezTo>
                    <a:cubicBezTo>
                      <a:pt x="1291497" y="395583"/>
                      <a:pt x="1289825" y="394040"/>
                      <a:pt x="1289825" y="393011"/>
                    </a:cubicBezTo>
                    <a:cubicBezTo>
                      <a:pt x="1289825" y="391982"/>
                      <a:pt x="1293254" y="391468"/>
                      <a:pt x="1300112" y="391468"/>
                    </a:cubicBezTo>
                    <a:cubicBezTo>
                      <a:pt x="1300798" y="391468"/>
                      <a:pt x="1313914" y="389796"/>
                      <a:pt x="1339460" y="386453"/>
                    </a:cubicBezTo>
                    <a:cubicBezTo>
                      <a:pt x="1365006" y="383110"/>
                      <a:pt x="1383009" y="380067"/>
                      <a:pt x="1393467" y="377323"/>
                    </a:cubicBezTo>
                    <a:cubicBezTo>
                      <a:pt x="1396724" y="376466"/>
                      <a:pt x="1400925" y="376038"/>
                      <a:pt x="1406069" y="376038"/>
                    </a:cubicBezTo>
                    <a:close/>
                    <a:moveTo>
                      <a:pt x="1047052" y="372180"/>
                    </a:moveTo>
                    <a:cubicBezTo>
                      <a:pt x="1030250" y="375609"/>
                      <a:pt x="1016363" y="377581"/>
                      <a:pt x="1005390" y="378095"/>
                    </a:cubicBezTo>
                    <a:cubicBezTo>
                      <a:pt x="1010019" y="402784"/>
                      <a:pt x="1013705" y="424044"/>
                      <a:pt x="1016448" y="441874"/>
                    </a:cubicBezTo>
                    <a:cubicBezTo>
                      <a:pt x="1023821" y="441360"/>
                      <a:pt x="1033936" y="439903"/>
                      <a:pt x="1046795" y="437502"/>
                    </a:cubicBezTo>
                    <a:lnTo>
                      <a:pt x="1047052" y="409728"/>
                    </a:lnTo>
                    <a:cubicBezTo>
                      <a:pt x="1041223" y="410585"/>
                      <a:pt x="1036765" y="411013"/>
                      <a:pt x="1033679" y="411013"/>
                    </a:cubicBezTo>
                    <a:cubicBezTo>
                      <a:pt x="1030593" y="411013"/>
                      <a:pt x="1027936" y="410628"/>
                      <a:pt x="1025707" y="409856"/>
                    </a:cubicBezTo>
                    <a:cubicBezTo>
                      <a:pt x="1023478" y="409085"/>
                      <a:pt x="1022363" y="408099"/>
                      <a:pt x="1022363" y="406899"/>
                    </a:cubicBezTo>
                    <a:cubicBezTo>
                      <a:pt x="1022363" y="405698"/>
                      <a:pt x="1023735" y="404927"/>
                      <a:pt x="1026478" y="404584"/>
                    </a:cubicBezTo>
                    <a:cubicBezTo>
                      <a:pt x="1032136" y="403898"/>
                      <a:pt x="1038994" y="402441"/>
                      <a:pt x="1047052" y="400212"/>
                    </a:cubicBezTo>
                    <a:close/>
                    <a:moveTo>
                      <a:pt x="532702" y="372180"/>
                    </a:moveTo>
                    <a:cubicBezTo>
                      <a:pt x="515900" y="375609"/>
                      <a:pt x="502013" y="377581"/>
                      <a:pt x="491040" y="378095"/>
                    </a:cubicBezTo>
                    <a:cubicBezTo>
                      <a:pt x="495669" y="402784"/>
                      <a:pt x="499355" y="424044"/>
                      <a:pt x="502098" y="441874"/>
                    </a:cubicBezTo>
                    <a:cubicBezTo>
                      <a:pt x="509471" y="441360"/>
                      <a:pt x="519586" y="439903"/>
                      <a:pt x="532445" y="437502"/>
                    </a:cubicBezTo>
                    <a:lnTo>
                      <a:pt x="532702" y="409728"/>
                    </a:lnTo>
                    <a:cubicBezTo>
                      <a:pt x="526873" y="410585"/>
                      <a:pt x="522415" y="411013"/>
                      <a:pt x="519329" y="411013"/>
                    </a:cubicBezTo>
                    <a:cubicBezTo>
                      <a:pt x="516243" y="411013"/>
                      <a:pt x="513586" y="410628"/>
                      <a:pt x="511357" y="409856"/>
                    </a:cubicBezTo>
                    <a:cubicBezTo>
                      <a:pt x="509128" y="409085"/>
                      <a:pt x="508013" y="408099"/>
                      <a:pt x="508013" y="406899"/>
                    </a:cubicBezTo>
                    <a:cubicBezTo>
                      <a:pt x="508013" y="405698"/>
                      <a:pt x="509385" y="404927"/>
                      <a:pt x="512128" y="404584"/>
                    </a:cubicBezTo>
                    <a:cubicBezTo>
                      <a:pt x="517786" y="403898"/>
                      <a:pt x="524644" y="402441"/>
                      <a:pt x="532702" y="400212"/>
                    </a:cubicBezTo>
                    <a:close/>
                    <a:moveTo>
                      <a:pt x="1661701" y="370123"/>
                    </a:moveTo>
                    <a:cubicBezTo>
                      <a:pt x="1669587" y="370123"/>
                      <a:pt x="1676274" y="371666"/>
                      <a:pt x="1681760" y="374752"/>
                    </a:cubicBezTo>
                    <a:cubicBezTo>
                      <a:pt x="1687247" y="377838"/>
                      <a:pt x="1689990" y="380495"/>
                      <a:pt x="1689990" y="382724"/>
                    </a:cubicBezTo>
                    <a:cubicBezTo>
                      <a:pt x="1689990" y="384953"/>
                      <a:pt x="1686904" y="386067"/>
                      <a:pt x="1680732" y="386067"/>
                    </a:cubicBezTo>
                    <a:cubicBezTo>
                      <a:pt x="1678331" y="386067"/>
                      <a:pt x="1675588" y="385896"/>
                      <a:pt x="1672502" y="385553"/>
                    </a:cubicBezTo>
                    <a:cubicBezTo>
                      <a:pt x="1663587" y="384353"/>
                      <a:pt x="1647942" y="383753"/>
                      <a:pt x="1625567" y="383753"/>
                    </a:cubicBezTo>
                    <a:cubicBezTo>
                      <a:pt x="1603193" y="383753"/>
                      <a:pt x="1578119" y="385210"/>
                      <a:pt x="1550344" y="388125"/>
                    </a:cubicBezTo>
                    <a:cubicBezTo>
                      <a:pt x="1522569" y="391039"/>
                      <a:pt x="1505124" y="393311"/>
                      <a:pt x="1498009" y="394940"/>
                    </a:cubicBezTo>
                    <a:cubicBezTo>
                      <a:pt x="1490894" y="396569"/>
                      <a:pt x="1486264" y="397383"/>
                      <a:pt x="1484121" y="397383"/>
                    </a:cubicBezTo>
                    <a:cubicBezTo>
                      <a:pt x="1481978" y="397383"/>
                      <a:pt x="1478892" y="396140"/>
                      <a:pt x="1474863" y="393654"/>
                    </a:cubicBezTo>
                    <a:cubicBezTo>
                      <a:pt x="1470834" y="391168"/>
                      <a:pt x="1468819" y="389454"/>
                      <a:pt x="1468819" y="388511"/>
                    </a:cubicBezTo>
                    <a:cubicBezTo>
                      <a:pt x="1468819" y="387568"/>
                      <a:pt x="1469548" y="386968"/>
                      <a:pt x="1471005" y="386710"/>
                    </a:cubicBezTo>
                    <a:cubicBezTo>
                      <a:pt x="1472463" y="386453"/>
                      <a:pt x="1473877" y="386367"/>
                      <a:pt x="1475249" y="386453"/>
                    </a:cubicBezTo>
                    <a:cubicBezTo>
                      <a:pt x="1476620" y="386539"/>
                      <a:pt x="1477992" y="386582"/>
                      <a:pt x="1479363" y="386582"/>
                    </a:cubicBezTo>
                    <a:cubicBezTo>
                      <a:pt x="1486907" y="386582"/>
                      <a:pt x="1514211" y="384524"/>
                      <a:pt x="1561274" y="380410"/>
                    </a:cubicBezTo>
                    <a:cubicBezTo>
                      <a:pt x="1608337" y="376295"/>
                      <a:pt x="1635726" y="373552"/>
                      <a:pt x="1643441" y="372180"/>
                    </a:cubicBezTo>
                    <a:cubicBezTo>
                      <a:pt x="1651156" y="370808"/>
                      <a:pt x="1657243" y="370123"/>
                      <a:pt x="1661701" y="370123"/>
                    </a:cubicBezTo>
                    <a:close/>
                    <a:moveTo>
                      <a:pt x="220749" y="369094"/>
                    </a:moveTo>
                    <a:cubicBezTo>
                      <a:pt x="224692" y="369094"/>
                      <a:pt x="228121" y="370551"/>
                      <a:pt x="231036" y="373466"/>
                    </a:cubicBezTo>
                    <a:cubicBezTo>
                      <a:pt x="233951" y="376380"/>
                      <a:pt x="235408" y="379809"/>
                      <a:pt x="235408" y="383753"/>
                    </a:cubicBezTo>
                    <a:cubicBezTo>
                      <a:pt x="235408" y="387696"/>
                      <a:pt x="233951" y="391082"/>
                      <a:pt x="231036" y="393911"/>
                    </a:cubicBezTo>
                    <a:cubicBezTo>
                      <a:pt x="228121" y="396740"/>
                      <a:pt x="224692" y="398155"/>
                      <a:pt x="220749" y="398155"/>
                    </a:cubicBezTo>
                    <a:cubicBezTo>
                      <a:pt x="216806" y="398155"/>
                      <a:pt x="213377" y="396740"/>
                      <a:pt x="210462" y="393911"/>
                    </a:cubicBezTo>
                    <a:cubicBezTo>
                      <a:pt x="207547" y="391082"/>
                      <a:pt x="206090" y="387696"/>
                      <a:pt x="206090" y="383753"/>
                    </a:cubicBezTo>
                    <a:cubicBezTo>
                      <a:pt x="206090" y="379809"/>
                      <a:pt x="207547" y="376380"/>
                      <a:pt x="210462" y="373466"/>
                    </a:cubicBezTo>
                    <a:cubicBezTo>
                      <a:pt x="213377" y="370551"/>
                      <a:pt x="216806" y="369094"/>
                      <a:pt x="220749" y="369094"/>
                    </a:cubicBezTo>
                    <a:close/>
                    <a:moveTo>
                      <a:pt x="1274138" y="367036"/>
                    </a:moveTo>
                    <a:cubicBezTo>
                      <a:pt x="1276538" y="367036"/>
                      <a:pt x="1279496" y="369137"/>
                      <a:pt x="1283010" y="373337"/>
                    </a:cubicBezTo>
                    <a:cubicBezTo>
                      <a:pt x="1286525" y="377538"/>
                      <a:pt x="1288282" y="380452"/>
                      <a:pt x="1288282" y="382081"/>
                    </a:cubicBezTo>
                    <a:cubicBezTo>
                      <a:pt x="1288282" y="383710"/>
                      <a:pt x="1287297" y="385296"/>
                      <a:pt x="1285325" y="386839"/>
                    </a:cubicBezTo>
                    <a:cubicBezTo>
                      <a:pt x="1283353" y="388382"/>
                      <a:pt x="1276710" y="394897"/>
                      <a:pt x="1265394" y="406384"/>
                    </a:cubicBezTo>
                    <a:cubicBezTo>
                      <a:pt x="1267794" y="407927"/>
                      <a:pt x="1268994" y="414357"/>
                      <a:pt x="1268994" y="425672"/>
                    </a:cubicBezTo>
                    <a:cubicBezTo>
                      <a:pt x="1268994" y="477279"/>
                      <a:pt x="1266165" y="503082"/>
                      <a:pt x="1260507" y="503082"/>
                    </a:cubicBezTo>
                    <a:cubicBezTo>
                      <a:pt x="1258793" y="503082"/>
                      <a:pt x="1256693" y="500467"/>
                      <a:pt x="1254207" y="495238"/>
                    </a:cubicBezTo>
                    <a:cubicBezTo>
                      <a:pt x="1251721" y="490009"/>
                      <a:pt x="1250478" y="485980"/>
                      <a:pt x="1250478" y="483151"/>
                    </a:cubicBezTo>
                    <a:cubicBezTo>
                      <a:pt x="1250478" y="480322"/>
                      <a:pt x="1251421" y="476850"/>
                      <a:pt x="1253307" y="472735"/>
                    </a:cubicBezTo>
                    <a:cubicBezTo>
                      <a:pt x="1257078" y="466049"/>
                      <a:pt x="1258964" y="450190"/>
                      <a:pt x="1258964" y="425158"/>
                    </a:cubicBezTo>
                    <a:cubicBezTo>
                      <a:pt x="1258964" y="420186"/>
                      <a:pt x="1258707" y="416328"/>
                      <a:pt x="1258193" y="413585"/>
                    </a:cubicBezTo>
                    <a:cubicBezTo>
                      <a:pt x="1243620" y="427473"/>
                      <a:pt x="1231832" y="436859"/>
                      <a:pt x="1222831" y="441746"/>
                    </a:cubicBezTo>
                    <a:cubicBezTo>
                      <a:pt x="1213830" y="446632"/>
                      <a:pt x="1207958" y="449075"/>
                      <a:pt x="1205215" y="449075"/>
                    </a:cubicBezTo>
                    <a:cubicBezTo>
                      <a:pt x="1204186" y="449075"/>
                      <a:pt x="1203672" y="448604"/>
                      <a:pt x="1203672" y="447661"/>
                    </a:cubicBezTo>
                    <a:cubicBezTo>
                      <a:pt x="1203672" y="446718"/>
                      <a:pt x="1204872" y="445389"/>
                      <a:pt x="1207272" y="443675"/>
                    </a:cubicBezTo>
                    <a:cubicBezTo>
                      <a:pt x="1226132" y="429273"/>
                      <a:pt x="1241219" y="415600"/>
                      <a:pt x="1252535" y="402655"/>
                    </a:cubicBezTo>
                    <a:cubicBezTo>
                      <a:pt x="1263851" y="389711"/>
                      <a:pt x="1269680" y="380538"/>
                      <a:pt x="1270023" y="375137"/>
                    </a:cubicBezTo>
                    <a:cubicBezTo>
                      <a:pt x="1270366" y="369737"/>
                      <a:pt x="1271737" y="367036"/>
                      <a:pt x="1274138" y="367036"/>
                    </a:cubicBezTo>
                    <a:close/>
                    <a:moveTo>
                      <a:pt x="108370" y="366497"/>
                    </a:moveTo>
                    <a:cubicBezTo>
                      <a:pt x="118499" y="366497"/>
                      <a:pt x="126097" y="368548"/>
                      <a:pt x="131161" y="372650"/>
                    </a:cubicBezTo>
                    <a:cubicBezTo>
                      <a:pt x="136226" y="376752"/>
                      <a:pt x="138759" y="383156"/>
                      <a:pt x="138759" y="391863"/>
                    </a:cubicBezTo>
                    <a:cubicBezTo>
                      <a:pt x="138759" y="406095"/>
                      <a:pt x="132082" y="416768"/>
                      <a:pt x="118730" y="423884"/>
                    </a:cubicBezTo>
                    <a:cubicBezTo>
                      <a:pt x="105377" y="431000"/>
                      <a:pt x="85557" y="434558"/>
                      <a:pt x="59270" y="434558"/>
                    </a:cubicBezTo>
                    <a:cubicBezTo>
                      <a:pt x="58266" y="439581"/>
                      <a:pt x="57764" y="445022"/>
                      <a:pt x="57764" y="450883"/>
                    </a:cubicBezTo>
                    <a:cubicBezTo>
                      <a:pt x="57764" y="459673"/>
                      <a:pt x="59480" y="466056"/>
                      <a:pt x="62912" y="470033"/>
                    </a:cubicBezTo>
                    <a:cubicBezTo>
                      <a:pt x="66344" y="474009"/>
                      <a:pt x="71953" y="475997"/>
                      <a:pt x="79739" y="475997"/>
                    </a:cubicBezTo>
                    <a:cubicBezTo>
                      <a:pt x="87441" y="475997"/>
                      <a:pt x="94410" y="474323"/>
                      <a:pt x="100647" y="470974"/>
                    </a:cubicBezTo>
                    <a:cubicBezTo>
                      <a:pt x="106884" y="467626"/>
                      <a:pt x="113476" y="462477"/>
                      <a:pt x="120425" y="455529"/>
                    </a:cubicBezTo>
                    <a:lnTo>
                      <a:pt x="128210" y="463691"/>
                    </a:lnTo>
                    <a:cubicBezTo>
                      <a:pt x="120090" y="472649"/>
                      <a:pt x="111865" y="479388"/>
                      <a:pt x="103535" y="483908"/>
                    </a:cubicBezTo>
                    <a:cubicBezTo>
                      <a:pt x="95205" y="488429"/>
                      <a:pt x="85515" y="490689"/>
                      <a:pt x="74465" y="490689"/>
                    </a:cubicBezTo>
                    <a:cubicBezTo>
                      <a:pt x="62326" y="490689"/>
                      <a:pt x="52929" y="486985"/>
                      <a:pt x="46274" y="479576"/>
                    </a:cubicBezTo>
                    <a:cubicBezTo>
                      <a:pt x="39618" y="472167"/>
                      <a:pt x="36290" y="461849"/>
                      <a:pt x="36290" y="448622"/>
                    </a:cubicBezTo>
                    <a:cubicBezTo>
                      <a:pt x="36290" y="439665"/>
                      <a:pt x="37902" y="430058"/>
                      <a:pt x="41125" y="419803"/>
                    </a:cubicBezTo>
                    <a:cubicBezTo>
                      <a:pt x="44348" y="409548"/>
                      <a:pt x="49225" y="400339"/>
                      <a:pt x="55754" y="392177"/>
                    </a:cubicBezTo>
                    <a:cubicBezTo>
                      <a:pt x="62284" y="384015"/>
                      <a:pt x="70112" y="377694"/>
                      <a:pt x="79237" y="373215"/>
                    </a:cubicBezTo>
                    <a:cubicBezTo>
                      <a:pt x="88362" y="368736"/>
                      <a:pt x="98073" y="366497"/>
                      <a:pt x="108370" y="366497"/>
                    </a:cubicBezTo>
                    <a:close/>
                    <a:moveTo>
                      <a:pt x="1099259" y="365236"/>
                    </a:moveTo>
                    <a:cubicBezTo>
                      <a:pt x="1088629" y="365236"/>
                      <a:pt x="1075427" y="366694"/>
                      <a:pt x="1059654" y="369608"/>
                    </a:cubicBezTo>
                    <a:cubicBezTo>
                      <a:pt x="1059654" y="375609"/>
                      <a:pt x="1059482" y="384610"/>
                      <a:pt x="1059139" y="396612"/>
                    </a:cubicBezTo>
                    <a:cubicBezTo>
                      <a:pt x="1067883" y="394040"/>
                      <a:pt x="1073713" y="392754"/>
                      <a:pt x="1076627" y="392754"/>
                    </a:cubicBezTo>
                    <a:cubicBezTo>
                      <a:pt x="1079542" y="392754"/>
                      <a:pt x="1082114" y="393268"/>
                      <a:pt x="1084343" y="394297"/>
                    </a:cubicBezTo>
                    <a:cubicBezTo>
                      <a:pt x="1086571" y="395326"/>
                      <a:pt x="1087686" y="396697"/>
                      <a:pt x="1087686" y="398412"/>
                    </a:cubicBezTo>
                    <a:cubicBezTo>
                      <a:pt x="1087686" y="400126"/>
                      <a:pt x="1086186" y="401498"/>
                      <a:pt x="1083185" y="402527"/>
                    </a:cubicBezTo>
                    <a:cubicBezTo>
                      <a:pt x="1080185" y="403555"/>
                      <a:pt x="1072084" y="405270"/>
                      <a:pt x="1058882" y="407670"/>
                    </a:cubicBezTo>
                    <a:cubicBezTo>
                      <a:pt x="1058882" y="417614"/>
                      <a:pt x="1058711" y="426958"/>
                      <a:pt x="1058368" y="435702"/>
                    </a:cubicBezTo>
                    <a:cubicBezTo>
                      <a:pt x="1069512" y="433645"/>
                      <a:pt x="1077056" y="432616"/>
                      <a:pt x="1080999" y="432616"/>
                    </a:cubicBezTo>
                    <a:cubicBezTo>
                      <a:pt x="1084943" y="432616"/>
                      <a:pt x="1087686" y="433045"/>
                      <a:pt x="1089229" y="433902"/>
                    </a:cubicBezTo>
                    <a:cubicBezTo>
                      <a:pt x="1090772" y="434759"/>
                      <a:pt x="1091886" y="435188"/>
                      <a:pt x="1092572" y="435188"/>
                    </a:cubicBezTo>
                    <a:cubicBezTo>
                      <a:pt x="1095315" y="435188"/>
                      <a:pt x="1098530" y="426272"/>
                      <a:pt x="1102216" y="408442"/>
                    </a:cubicBezTo>
                    <a:cubicBezTo>
                      <a:pt x="1105902" y="390611"/>
                      <a:pt x="1107746" y="379467"/>
                      <a:pt x="1107746" y="375009"/>
                    </a:cubicBezTo>
                    <a:cubicBezTo>
                      <a:pt x="1107746" y="370551"/>
                      <a:pt x="1107231" y="367808"/>
                      <a:pt x="1106202" y="366779"/>
                    </a:cubicBezTo>
                    <a:cubicBezTo>
                      <a:pt x="1105174" y="365751"/>
                      <a:pt x="1102859" y="365236"/>
                      <a:pt x="1099259" y="365236"/>
                    </a:cubicBezTo>
                    <a:close/>
                    <a:moveTo>
                      <a:pt x="584909" y="365236"/>
                    </a:moveTo>
                    <a:cubicBezTo>
                      <a:pt x="574279" y="365236"/>
                      <a:pt x="561077" y="366694"/>
                      <a:pt x="545304" y="369608"/>
                    </a:cubicBezTo>
                    <a:cubicBezTo>
                      <a:pt x="545304" y="375609"/>
                      <a:pt x="545132" y="384610"/>
                      <a:pt x="544789" y="396612"/>
                    </a:cubicBezTo>
                    <a:cubicBezTo>
                      <a:pt x="553533" y="394040"/>
                      <a:pt x="559363" y="392754"/>
                      <a:pt x="562277" y="392754"/>
                    </a:cubicBezTo>
                    <a:cubicBezTo>
                      <a:pt x="565192" y="392754"/>
                      <a:pt x="567764" y="393268"/>
                      <a:pt x="569993" y="394297"/>
                    </a:cubicBezTo>
                    <a:cubicBezTo>
                      <a:pt x="572222" y="395326"/>
                      <a:pt x="573336" y="396697"/>
                      <a:pt x="573336" y="398412"/>
                    </a:cubicBezTo>
                    <a:cubicBezTo>
                      <a:pt x="573336" y="400126"/>
                      <a:pt x="571836" y="401498"/>
                      <a:pt x="568835" y="402527"/>
                    </a:cubicBezTo>
                    <a:cubicBezTo>
                      <a:pt x="565835" y="403555"/>
                      <a:pt x="557734" y="405270"/>
                      <a:pt x="544532" y="407670"/>
                    </a:cubicBezTo>
                    <a:cubicBezTo>
                      <a:pt x="544532" y="417614"/>
                      <a:pt x="544361" y="426958"/>
                      <a:pt x="544018" y="435702"/>
                    </a:cubicBezTo>
                    <a:cubicBezTo>
                      <a:pt x="555162" y="433645"/>
                      <a:pt x="562706" y="432616"/>
                      <a:pt x="566649" y="432616"/>
                    </a:cubicBezTo>
                    <a:cubicBezTo>
                      <a:pt x="570593" y="432616"/>
                      <a:pt x="573336" y="433045"/>
                      <a:pt x="574879" y="433902"/>
                    </a:cubicBezTo>
                    <a:cubicBezTo>
                      <a:pt x="576422" y="434759"/>
                      <a:pt x="577536" y="435188"/>
                      <a:pt x="578222" y="435188"/>
                    </a:cubicBezTo>
                    <a:cubicBezTo>
                      <a:pt x="580965" y="435188"/>
                      <a:pt x="584180" y="426272"/>
                      <a:pt x="587866" y="408442"/>
                    </a:cubicBezTo>
                    <a:cubicBezTo>
                      <a:pt x="591552" y="390611"/>
                      <a:pt x="593396" y="379467"/>
                      <a:pt x="593396" y="375009"/>
                    </a:cubicBezTo>
                    <a:cubicBezTo>
                      <a:pt x="593396" y="370551"/>
                      <a:pt x="592881" y="367808"/>
                      <a:pt x="591853" y="366779"/>
                    </a:cubicBezTo>
                    <a:cubicBezTo>
                      <a:pt x="590824" y="365751"/>
                      <a:pt x="588509" y="365236"/>
                      <a:pt x="584909" y="365236"/>
                    </a:cubicBezTo>
                    <a:close/>
                    <a:moveTo>
                      <a:pt x="1598693" y="317402"/>
                    </a:moveTo>
                    <a:cubicBezTo>
                      <a:pt x="1594235" y="317402"/>
                      <a:pt x="1587463" y="317916"/>
                      <a:pt x="1578376" y="318945"/>
                    </a:cubicBezTo>
                    <a:cubicBezTo>
                      <a:pt x="1558145" y="321688"/>
                      <a:pt x="1546229" y="323145"/>
                      <a:pt x="1542628" y="323317"/>
                    </a:cubicBezTo>
                    <a:cubicBezTo>
                      <a:pt x="1543829" y="329660"/>
                      <a:pt x="1544943" y="334975"/>
                      <a:pt x="1545972" y="339262"/>
                    </a:cubicBezTo>
                    <a:cubicBezTo>
                      <a:pt x="1554030" y="338747"/>
                      <a:pt x="1561702" y="337547"/>
                      <a:pt x="1568989" y="335661"/>
                    </a:cubicBezTo>
                    <a:cubicBezTo>
                      <a:pt x="1576276" y="333775"/>
                      <a:pt x="1581162" y="332832"/>
                      <a:pt x="1583648" y="332832"/>
                    </a:cubicBezTo>
                    <a:cubicBezTo>
                      <a:pt x="1586134" y="332832"/>
                      <a:pt x="1588406" y="333261"/>
                      <a:pt x="1590463" y="334118"/>
                    </a:cubicBezTo>
                    <a:cubicBezTo>
                      <a:pt x="1592520" y="334975"/>
                      <a:pt x="1593549" y="335918"/>
                      <a:pt x="1593549" y="336947"/>
                    </a:cubicBezTo>
                    <a:cubicBezTo>
                      <a:pt x="1593549" y="337976"/>
                      <a:pt x="1592649" y="338919"/>
                      <a:pt x="1590849" y="339776"/>
                    </a:cubicBezTo>
                    <a:cubicBezTo>
                      <a:pt x="1589049" y="340633"/>
                      <a:pt x="1583391" y="341662"/>
                      <a:pt x="1573875" y="342862"/>
                    </a:cubicBezTo>
                    <a:cubicBezTo>
                      <a:pt x="1564360" y="344062"/>
                      <a:pt x="1555402" y="344405"/>
                      <a:pt x="1547000" y="343891"/>
                    </a:cubicBezTo>
                    <a:cubicBezTo>
                      <a:pt x="1547858" y="347663"/>
                      <a:pt x="1549315" y="353149"/>
                      <a:pt x="1551372" y="360350"/>
                    </a:cubicBezTo>
                    <a:cubicBezTo>
                      <a:pt x="1571089" y="357435"/>
                      <a:pt x="1583519" y="355849"/>
                      <a:pt x="1588663" y="355592"/>
                    </a:cubicBezTo>
                    <a:cubicBezTo>
                      <a:pt x="1593806" y="355335"/>
                      <a:pt x="1597192" y="354906"/>
                      <a:pt x="1598821" y="354306"/>
                    </a:cubicBezTo>
                    <a:cubicBezTo>
                      <a:pt x="1600450" y="353706"/>
                      <a:pt x="1601736" y="352377"/>
                      <a:pt x="1602679" y="350320"/>
                    </a:cubicBezTo>
                    <a:cubicBezTo>
                      <a:pt x="1603622" y="348263"/>
                      <a:pt x="1604993" y="343934"/>
                      <a:pt x="1606794" y="337333"/>
                    </a:cubicBezTo>
                    <a:cubicBezTo>
                      <a:pt x="1608594" y="330732"/>
                      <a:pt x="1609494" y="326231"/>
                      <a:pt x="1609494" y="323831"/>
                    </a:cubicBezTo>
                    <a:cubicBezTo>
                      <a:pt x="1609494" y="321431"/>
                      <a:pt x="1608808" y="319759"/>
                      <a:pt x="1607437" y="318816"/>
                    </a:cubicBezTo>
                    <a:cubicBezTo>
                      <a:pt x="1606065" y="317873"/>
                      <a:pt x="1603150" y="317402"/>
                      <a:pt x="1598693" y="317402"/>
                    </a:cubicBezTo>
                    <a:close/>
                    <a:moveTo>
                      <a:pt x="841055" y="315601"/>
                    </a:moveTo>
                    <a:cubicBezTo>
                      <a:pt x="843970" y="315601"/>
                      <a:pt x="849027" y="317787"/>
                      <a:pt x="856228" y="322159"/>
                    </a:cubicBezTo>
                    <a:cubicBezTo>
                      <a:pt x="863429" y="326531"/>
                      <a:pt x="867030" y="329832"/>
                      <a:pt x="867030" y="332061"/>
                    </a:cubicBezTo>
                    <a:cubicBezTo>
                      <a:pt x="867030" y="334290"/>
                      <a:pt x="864115" y="336433"/>
                      <a:pt x="858286" y="338490"/>
                    </a:cubicBezTo>
                    <a:cubicBezTo>
                      <a:pt x="855200" y="339519"/>
                      <a:pt x="850956" y="342305"/>
                      <a:pt x="845556" y="346848"/>
                    </a:cubicBezTo>
                    <a:cubicBezTo>
                      <a:pt x="840155" y="351392"/>
                      <a:pt x="829739" y="361036"/>
                      <a:pt x="814309" y="375780"/>
                    </a:cubicBezTo>
                    <a:cubicBezTo>
                      <a:pt x="816366" y="377838"/>
                      <a:pt x="817995" y="384096"/>
                      <a:pt x="819195" y="394554"/>
                    </a:cubicBezTo>
                    <a:cubicBezTo>
                      <a:pt x="844570" y="391468"/>
                      <a:pt x="860858" y="389239"/>
                      <a:pt x="868058" y="387868"/>
                    </a:cubicBezTo>
                    <a:cubicBezTo>
                      <a:pt x="875259" y="386496"/>
                      <a:pt x="881732" y="385810"/>
                      <a:pt x="887475" y="385810"/>
                    </a:cubicBezTo>
                    <a:cubicBezTo>
                      <a:pt x="893219" y="385810"/>
                      <a:pt x="899348" y="387439"/>
                      <a:pt x="905863" y="390697"/>
                    </a:cubicBezTo>
                    <a:cubicBezTo>
                      <a:pt x="912378" y="393954"/>
                      <a:pt x="915636" y="397040"/>
                      <a:pt x="915636" y="399955"/>
                    </a:cubicBezTo>
                    <a:cubicBezTo>
                      <a:pt x="915636" y="403727"/>
                      <a:pt x="911435" y="405613"/>
                      <a:pt x="903034" y="405613"/>
                    </a:cubicBezTo>
                    <a:cubicBezTo>
                      <a:pt x="900462" y="405613"/>
                      <a:pt x="896391" y="405184"/>
                      <a:pt x="890818" y="404327"/>
                    </a:cubicBezTo>
                    <a:cubicBezTo>
                      <a:pt x="885246" y="403470"/>
                      <a:pt x="876588" y="403041"/>
                      <a:pt x="864844" y="403041"/>
                    </a:cubicBezTo>
                    <a:cubicBezTo>
                      <a:pt x="853099" y="403041"/>
                      <a:pt x="838398" y="403641"/>
                      <a:pt x="820738" y="404841"/>
                    </a:cubicBezTo>
                    <a:cubicBezTo>
                      <a:pt x="823138" y="426272"/>
                      <a:pt x="824339" y="443932"/>
                      <a:pt x="824339" y="457819"/>
                    </a:cubicBezTo>
                    <a:cubicBezTo>
                      <a:pt x="824339" y="482679"/>
                      <a:pt x="820910" y="500339"/>
                      <a:pt x="814052" y="510797"/>
                    </a:cubicBezTo>
                    <a:cubicBezTo>
                      <a:pt x="807194" y="521256"/>
                      <a:pt x="801364" y="526485"/>
                      <a:pt x="796564" y="526485"/>
                    </a:cubicBezTo>
                    <a:cubicBezTo>
                      <a:pt x="793821" y="526485"/>
                      <a:pt x="792106" y="524899"/>
                      <a:pt x="791420" y="521727"/>
                    </a:cubicBezTo>
                    <a:cubicBezTo>
                      <a:pt x="790734" y="518555"/>
                      <a:pt x="788677" y="515126"/>
                      <a:pt x="785248" y="511440"/>
                    </a:cubicBezTo>
                    <a:cubicBezTo>
                      <a:pt x="781819" y="507754"/>
                      <a:pt x="777533" y="503768"/>
                      <a:pt x="772389" y="499482"/>
                    </a:cubicBezTo>
                    <a:cubicBezTo>
                      <a:pt x="767246" y="495195"/>
                      <a:pt x="764674" y="492538"/>
                      <a:pt x="764674" y="491509"/>
                    </a:cubicBezTo>
                    <a:cubicBezTo>
                      <a:pt x="764674" y="490480"/>
                      <a:pt x="765317" y="489966"/>
                      <a:pt x="766603" y="489966"/>
                    </a:cubicBezTo>
                    <a:cubicBezTo>
                      <a:pt x="767889" y="489966"/>
                      <a:pt x="771361" y="490609"/>
                      <a:pt x="777018" y="491895"/>
                    </a:cubicBezTo>
                    <a:cubicBezTo>
                      <a:pt x="782676" y="493181"/>
                      <a:pt x="787563" y="493824"/>
                      <a:pt x="791677" y="493824"/>
                    </a:cubicBezTo>
                    <a:cubicBezTo>
                      <a:pt x="795792" y="493824"/>
                      <a:pt x="798750" y="492538"/>
                      <a:pt x="800550" y="489966"/>
                    </a:cubicBezTo>
                    <a:cubicBezTo>
                      <a:pt x="802350" y="487394"/>
                      <a:pt x="804193" y="481951"/>
                      <a:pt x="806079" y="473635"/>
                    </a:cubicBezTo>
                    <a:cubicBezTo>
                      <a:pt x="807965" y="465320"/>
                      <a:pt x="808865" y="454947"/>
                      <a:pt x="808780" y="442517"/>
                    </a:cubicBezTo>
                    <a:cubicBezTo>
                      <a:pt x="808694" y="430087"/>
                      <a:pt x="807708" y="417871"/>
                      <a:pt x="805822" y="405870"/>
                    </a:cubicBezTo>
                    <a:cubicBezTo>
                      <a:pt x="790906" y="407070"/>
                      <a:pt x="776376" y="408742"/>
                      <a:pt x="762231" y="410885"/>
                    </a:cubicBezTo>
                    <a:cubicBezTo>
                      <a:pt x="748086" y="413028"/>
                      <a:pt x="738099" y="414871"/>
                      <a:pt x="732270" y="416414"/>
                    </a:cubicBezTo>
                    <a:cubicBezTo>
                      <a:pt x="726441" y="417957"/>
                      <a:pt x="721683" y="418729"/>
                      <a:pt x="717997" y="418729"/>
                    </a:cubicBezTo>
                    <a:cubicBezTo>
                      <a:pt x="714311" y="418729"/>
                      <a:pt x="710024" y="417486"/>
                      <a:pt x="705138" y="415000"/>
                    </a:cubicBezTo>
                    <a:cubicBezTo>
                      <a:pt x="700252" y="412514"/>
                      <a:pt x="697809" y="410670"/>
                      <a:pt x="697809" y="409470"/>
                    </a:cubicBezTo>
                    <a:cubicBezTo>
                      <a:pt x="697809" y="408270"/>
                      <a:pt x="700380" y="407499"/>
                      <a:pt x="705524" y="407156"/>
                    </a:cubicBezTo>
                    <a:lnTo>
                      <a:pt x="804022" y="396354"/>
                    </a:lnTo>
                    <a:cubicBezTo>
                      <a:pt x="801793" y="387268"/>
                      <a:pt x="799050" y="381695"/>
                      <a:pt x="795792" y="379638"/>
                    </a:cubicBezTo>
                    <a:cubicBezTo>
                      <a:pt x="791163" y="376895"/>
                      <a:pt x="788849" y="374537"/>
                      <a:pt x="788849" y="372566"/>
                    </a:cubicBezTo>
                    <a:cubicBezTo>
                      <a:pt x="788849" y="370594"/>
                      <a:pt x="790649" y="369608"/>
                      <a:pt x="794249" y="369608"/>
                    </a:cubicBezTo>
                    <a:cubicBezTo>
                      <a:pt x="795449" y="369608"/>
                      <a:pt x="797678" y="369823"/>
                      <a:pt x="800936" y="370251"/>
                    </a:cubicBezTo>
                    <a:cubicBezTo>
                      <a:pt x="804193" y="370680"/>
                      <a:pt x="806765" y="371237"/>
                      <a:pt x="808651" y="371923"/>
                    </a:cubicBezTo>
                    <a:cubicBezTo>
                      <a:pt x="813966" y="366093"/>
                      <a:pt x="819752" y="358550"/>
                      <a:pt x="826010" y="349291"/>
                    </a:cubicBezTo>
                    <a:cubicBezTo>
                      <a:pt x="832268" y="340033"/>
                      <a:pt x="835397" y="334290"/>
                      <a:pt x="835397" y="332061"/>
                    </a:cubicBezTo>
                    <a:cubicBezTo>
                      <a:pt x="835397" y="329832"/>
                      <a:pt x="833640" y="328717"/>
                      <a:pt x="830125" y="328717"/>
                    </a:cubicBezTo>
                    <a:cubicBezTo>
                      <a:pt x="826610" y="328717"/>
                      <a:pt x="818681" y="330475"/>
                      <a:pt x="806336" y="333989"/>
                    </a:cubicBezTo>
                    <a:cubicBezTo>
                      <a:pt x="793992" y="337504"/>
                      <a:pt x="784862" y="340419"/>
                      <a:pt x="778947" y="342733"/>
                    </a:cubicBezTo>
                    <a:cubicBezTo>
                      <a:pt x="773032" y="345048"/>
                      <a:pt x="768532" y="346205"/>
                      <a:pt x="765446" y="346205"/>
                    </a:cubicBezTo>
                    <a:cubicBezTo>
                      <a:pt x="762359" y="346205"/>
                      <a:pt x="758673" y="344534"/>
                      <a:pt x="754387" y="341190"/>
                    </a:cubicBezTo>
                    <a:cubicBezTo>
                      <a:pt x="750101" y="337847"/>
                      <a:pt x="747958" y="335361"/>
                      <a:pt x="747958" y="333732"/>
                    </a:cubicBezTo>
                    <a:cubicBezTo>
                      <a:pt x="747958" y="332104"/>
                      <a:pt x="749672" y="331289"/>
                      <a:pt x="753101" y="331289"/>
                    </a:cubicBezTo>
                    <a:lnTo>
                      <a:pt x="760302" y="331546"/>
                    </a:lnTo>
                    <a:cubicBezTo>
                      <a:pt x="770418" y="331546"/>
                      <a:pt x="782762" y="330260"/>
                      <a:pt x="797335" y="327689"/>
                    </a:cubicBezTo>
                    <a:cubicBezTo>
                      <a:pt x="811909" y="325117"/>
                      <a:pt x="822624" y="322202"/>
                      <a:pt x="829482" y="318945"/>
                    </a:cubicBezTo>
                    <a:cubicBezTo>
                      <a:pt x="834283" y="316716"/>
                      <a:pt x="838140" y="315601"/>
                      <a:pt x="841055" y="315601"/>
                    </a:cubicBezTo>
                    <a:close/>
                    <a:moveTo>
                      <a:pt x="1040751" y="307372"/>
                    </a:moveTo>
                    <a:cubicBezTo>
                      <a:pt x="1043066" y="307372"/>
                      <a:pt x="1047652" y="308701"/>
                      <a:pt x="1054510" y="311358"/>
                    </a:cubicBezTo>
                    <a:cubicBezTo>
                      <a:pt x="1061368" y="314016"/>
                      <a:pt x="1064797" y="317573"/>
                      <a:pt x="1064797" y="322031"/>
                    </a:cubicBezTo>
                    <a:cubicBezTo>
                      <a:pt x="1064797" y="323745"/>
                      <a:pt x="1064283" y="326317"/>
                      <a:pt x="1063254" y="329746"/>
                    </a:cubicBezTo>
                    <a:cubicBezTo>
                      <a:pt x="1061368" y="335918"/>
                      <a:pt x="1060168" y="346720"/>
                      <a:pt x="1059654" y="362150"/>
                    </a:cubicBezTo>
                    <a:cubicBezTo>
                      <a:pt x="1083314" y="358207"/>
                      <a:pt x="1097201" y="355549"/>
                      <a:pt x="1101316" y="354178"/>
                    </a:cubicBezTo>
                    <a:cubicBezTo>
                      <a:pt x="1105602" y="352292"/>
                      <a:pt x="1108817" y="351349"/>
                      <a:pt x="1110960" y="351349"/>
                    </a:cubicBezTo>
                    <a:cubicBezTo>
                      <a:pt x="1113103" y="351349"/>
                      <a:pt x="1118075" y="353535"/>
                      <a:pt x="1125876" y="357907"/>
                    </a:cubicBezTo>
                    <a:cubicBezTo>
                      <a:pt x="1133677" y="362279"/>
                      <a:pt x="1137578" y="365836"/>
                      <a:pt x="1137578" y="368579"/>
                    </a:cubicBezTo>
                    <a:cubicBezTo>
                      <a:pt x="1137578" y="370465"/>
                      <a:pt x="1136249" y="372437"/>
                      <a:pt x="1133592" y="374495"/>
                    </a:cubicBezTo>
                    <a:cubicBezTo>
                      <a:pt x="1130934" y="376552"/>
                      <a:pt x="1128620" y="379509"/>
                      <a:pt x="1126648" y="383367"/>
                    </a:cubicBezTo>
                    <a:cubicBezTo>
                      <a:pt x="1124676" y="387225"/>
                      <a:pt x="1123005" y="391854"/>
                      <a:pt x="1121633" y="397255"/>
                    </a:cubicBezTo>
                    <a:cubicBezTo>
                      <a:pt x="1120261" y="402655"/>
                      <a:pt x="1117947" y="410285"/>
                      <a:pt x="1114689" y="420143"/>
                    </a:cubicBezTo>
                    <a:cubicBezTo>
                      <a:pt x="1111432" y="430001"/>
                      <a:pt x="1108174" y="436945"/>
                      <a:pt x="1104917" y="440974"/>
                    </a:cubicBezTo>
                    <a:cubicBezTo>
                      <a:pt x="1101659" y="445003"/>
                      <a:pt x="1099130" y="447018"/>
                      <a:pt x="1097330" y="447018"/>
                    </a:cubicBezTo>
                    <a:cubicBezTo>
                      <a:pt x="1095530" y="447018"/>
                      <a:pt x="1093987" y="445946"/>
                      <a:pt x="1092701" y="443803"/>
                    </a:cubicBezTo>
                    <a:cubicBezTo>
                      <a:pt x="1091415" y="441660"/>
                      <a:pt x="1089315" y="440588"/>
                      <a:pt x="1086400" y="440588"/>
                    </a:cubicBezTo>
                    <a:cubicBezTo>
                      <a:pt x="1083485" y="440588"/>
                      <a:pt x="1074141" y="441703"/>
                      <a:pt x="1058368" y="443932"/>
                    </a:cubicBezTo>
                    <a:cubicBezTo>
                      <a:pt x="1058196" y="454562"/>
                      <a:pt x="1058454" y="462920"/>
                      <a:pt x="1059139" y="469006"/>
                    </a:cubicBezTo>
                    <a:cubicBezTo>
                      <a:pt x="1059825" y="475093"/>
                      <a:pt x="1061197" y="479636"/>
                      <a:pt x="1063254" y="482637"/>
                    </a:cubicBezTo>
                    <a:cubicBezTo>
                      <a:pt x="1065312" y="485637"/>
                      <a:pt x="1069812" y="488037"/>
                      <a:pt x="1076756" y="489838"/>
                    </a:cubicBezTo>
                    <a:cubicBezTo>
                      <a:pt x="1083700" y="491638"/>
                      <a:pt x="1091629" y="492538"/>
                      <a:pt x="1100545" y="492538"/>
                    </a:cubicBezTo>
                    <a:cubicBezTo>
                      <a:pt x="1109460" y="492538"/>
                      <a:pt x="1118075" y="491852"/>
                      <a:pt x="1126391" y="490480"/>
                    </a:cubicBezTo>
                    <a:cubicBezTo>
                      <a:pt x="1134706" y="489109"/>
                      <a:pt x="1139978" y="487351"/>
                      <a:pt x="1142207" y="485208"/>
                    </a:cubicBezTo>
                    <a:cubicBezTo>
                      <a:pt x="1144436" y="483065"/>
                      <a:pt x="1146407" y="480108"/>
                      <a:pt x="1148122" y="476336"/>
                    </a:cubicBezTo>
                    <a:cubicBezTo>
                      <a:pt x="1149836" y="472564"/>
                      <a:pt x="1152065" y="463906"/>
                      <a:pt x="1154809" y="450361"/>
                    </a:cubicBezTo>
                    <a:cubicBezTo>
                      <a:pt x="1155494" y="446932"/>
                      <a:pt x="1156437" y="445218"/>
                      <a:pt x="1157637" y="445218"/>
                    </a:cubicBezTo>
                    <a:cubicBezTo>
                      <a:pt x="1158838" y="445218"/>
                      <a:pt x="1159652" y="447404"/>
                      <a:pt x="1160081" y="451776"/>
                    </a:cubicBezTo>
                    <a:cubicBezTo>
                      <a:pt x="1160509" y="456148"/>
                      <a:pt x="1161624" y="461805"/>
                      <a:pt x="1163424" y="468749"/>
                    </a:cubicBezTo>
                    <a:cubicBezTo>
                      <a:pt x="1165224" y="475693"/>
                      <a:pt x="1166724" y="480236"/>
                      <a:pt x="1167924" y="482379"/>
                    </a:cubicBezTo>
                    <a:cubicBezTo>
                      <a:pt x="1169125" y="484523"/>
                      <a:pt x="1169725" y="486366"/>
                      <a:pt x="1169725" y="487909"/>
                    </a:cubicBezTo>
                    <a:cubicBezTo>
                      <a:pt x="1169725" y="492709"/>
                      <a:pt x="1163424" y="497467"/>
                      <a:pt x="1150822" y="502182"/>
                    </a:cubicBezTo>
                    <a:cubicBezTo>
                      <a:pt x="1138221" y="506897"/>
                      <a:pt x="1123690" y="509254"/>
                      <a:pt x="1107231" y="509254"/>
                    </a:cubicBezTo>
                    <a:cubicBezTo>
                      <a:pt x="1095401" y="509254"/>
                      <a:pt x="1085371" y="507968"/>
                      <a:pt x="1077142" y="505397"/>
                    </a:cubicBezTo>
                    <a:cubicBezTo>
                      <a:pt x="1068912" y="502825"/>
                      <a:pt x="1062483" y="499353"/>
                      <a:pt x="1057854" y="494981"/>
                    </a:cubicBezTo>
                    <a:cubicBezTo>
                      <a:pt x="1053224" y="490609"/>
                      <a:pt x="1050181" y="484823"/>
                      <a:pt x="1048724" y="477622"/>
                    </a:cubicBezTo>
                    <a:cubicBezTo>
                      <a:pt x="1047266" y="470421"/>
                      <a:pt x="1046624" y="459705"/>
                      <a:pt x="1046795" y="445475"/>
                    </a:cubicBezTo>
                    <a:cubicBezTo>
                      <a:pt x="1033250" y="447532"/>
                      <a:pt x="1023221" y="448732"/>
                      <a:pt x="1016706" y="449075"/>
                    </a:cubicBezTo>
                    <a:cubicBezTo>
                      <a:pt x="1016534" y="453533"/>
                      <a:pt x="1015248" y="455762"/>
                      <a:pt x="1012848" y="455762"/>
                    </a:cubicBezTo>
                    <a:cubicBezTo>
                      <a:pt x="1011476" y="455762"/>
                      <a:pt x="1010105" y="454562"/>
                      <a:pt x="1008733" y="452161"/>
                    </a:cubicBezTo>
                    <a:cubicBezTo>
                      <a:pt x="1007362" y="449761"/>
                      <a:pt x="1006333" y="446932"/>
                      <a:pt x="1005647" y="443675"/>
                    </a:cubicBezTo>
                    <a:cubicBezTo>
                      <a:pt x="1001704" y="425501"/>
                      <a:pt x="997932" y="410242"/>
                      <a:pt x="994331" y="397897"/>
                    </a:cubicBezTo>
                    <a:cubicBezTo>
                      <a:pt x="990731" y="385553"/>
                      <a:pt x="987816" y="378309"/>
                      <a:pt x="985587" y="376166"/>
                    </a:cubicBezTo>
                    <a:cubicBezTo>
                      <a:pt x="983358" y="374023"/>
                      <a:pt x="982244" y="372008"/>
                      <a:pt x="982244" y="370123"/>
                    </a:cubicBezTo>
                    <a:cubicBezTo>
                      <a:pt x="982244" y="368237"/>
                      <a:pt x="983787" y="367294"/>
                      <a:pt x="986873" y="367294"/>
                    </a:cubicBezTo>
                    <a:cubicBezTo>
                      <a:pt x="989959" y="367294"/>
                      <a:pt x="994588" y="368665"/>
                      <a:pt x="1000761" y="371408"/>
                    </a:cubicBezTo>
                    <a:cubicBezTo>
                      <a:pt x="1017734" y="369008"/>
                      <a:pt x="1033165" y="366608"/>
                      <a:pt x="1047052" y="364208"/>
                    </a:cubicBezTo>
                    <a:cubicBezTo>
                      <a:pt x="1046881" y="343634"/>
                      <a:pt x="1045209" y="330132"/>
                      <a:pt x="1042037" y="323702"/>
                    </a:cubicBezTo>
                    <a:cubicBezTo>
                      <a:pt x="1038865" y="317273"/>
                      <a:pt x="1037280" y="312944"/>
                      <a:pt x="1037280" y="310715"/>
                    </a:cubicBezTo>
                    <a:cubicBezTo>
                      <a:pt x="1037280" y="308486"/>
                      <a:pt x="1038437" y="307372"/>
                      <a:pt x="1040751" y="307372"/>
                    </a:cubicBezTo>
                    <a:close/>
                    <a:moveTo>
                      <a:pt x="526401" y="307372"/>
                    </a:moveTo>
                    <a:cubicBezTo>
                      <a:pt x="528716" y="307372"/>
                      <a:pt x="533302" y="308701"/>
                      <a:pt x="540160" y="311358"/>
                    </a:cubicBezTo>
                    <a:cubicBezTo>
                      <a:pt x="547018" y="314016"/>
                      <a:pt x="550447" y="317573"/>
                      <a:pt x="550447" y="322031"/>
                    </a:cubicBezTo>
                    <a:cubicBezTo>
                      <a:pt x="550447" y="323745"/>
                      <a:pt x="549933" y="326317"/>
                      <a:pt x="548904" y="329746"/>
                    </a:cubicBezTo>
                    <a:cubicBezTo>
                      <a:pt x="547018" y="335918"/>
                      <a:pt x="545818" y="346720"/>
                      <a:pt x="545304" y="362150"/>
                    </a:cubicBezTo>
                    <a:cubicBezTo>
                      <a:pt x="568964" y="358207"/>
                      <a:pt x="582851" y="355549"/>
                      <a:pt x="586966" y="354178"/>
                    </a:cubicBezTo>
                    <a:cubicBezTo>
                      <a:pt x="591252" y="352292"/>
                      <a:pt x="594467" y="351349"/>
                      <a:pt x="596610" y="351349"/>
                    </a:cubicBezTo>
                    <a:cubicBezTo>
                      <a:pt x="598753" y="351349"/>
                      <a:pt x="603725" y="353535"/>
                      <a:pt x="611526" y="357907"/>
                    </a:cubicBezTo>
                    <a:cubicBezTo>
                      <a:pt x="619327" y="362279"/>
                      <a:pt x="623228" y="365836"/>
                      <a:pt x="623228" y="368579"/>
                    </a:cubicBezTo>
                    <a:cubicBezTo>
                      <a:pt x="623228" y="370465"/>
                      <a:pt x="621899" y="372437"/>
                      <a:pt x="619242" y="374495"/>
                    </a:cubicBezTo>
                    <a:cubicBezTo>
                      <a:pt x="616584" y="376552"/>
                      <a:pt x="614270" y="379509"/>
                      <a:pt x="612298" y="383367"/>
                    </a:cubicBezTo>
                    <a:cubicBezTo>
                      <a:pt x="610326" y="387225"/>
                      <a:pt x="608655" y="391854"/>
                      <a:pt x="607283" y="397255"/>
                    </a:cubicBezTo>
                    <a:cubicBezTo>
                      <a:pt x="605911" y="402655"/>
                      <a:pt x="603597" y="410285"/>
                      <a:pt x="600339" y="420143"/>
                    </a:cubicBezTo>
                    <a:cubicBezTo>
                      <a:pt x="597082" y="430001"/>
                      <a:pt x="593824" y="436945"/>
                      <a:pt x="590567" y="440974"/>
                    </a:cubicBezTo>
                    <a:cubicBezTo>
                      <a:pt x="587309" y="445003"/>
                      <a:pt x="584780" y="447018"/>
                      <a:pt x="582980" y="447018"/>
                    </a:cubicBezTo>
                    <a:cubicBezTo>
                      <a:pt x="581180" y="447018"/>
                      <a:pt x="579637" y="445946"/>
                      <a:pt x="578351" y="443803"/>
                    </a:cubicBezTo>
                    <a:cubicBezTo>
                      <a:pt x="577065" y="441660"/>
                      <a:pt x="574965" y="440588"/>
                      <a:pt x="572050" y="440588"/>
                    </a:cubicBezTo>
                    <a:cubicBezTo>
                      <a:pt x="569135" y="440588"/>
                      <a:pt x="559791" y="441703"/>
                      <a:pt x="544018" y="443932"/>
                    </a:cubicBezTo>
                    <a:cubicBezTo>
                      <a:pt x="543847" y="454562"/>
                      <a:pt x="544104" y="462920"/>
                      <a:pt x="544789" y="469006"/>
                    </a:cubicBezTo>
                    <a:cubicBezTo>
                      <a:pt x="545475" y="475093"/>
                      <a:pt x="546847" y="479636"/>
                      <a:pt x="548904" y="482637"/>
                    </a:cubicBezTo>
                    <a:cubicBezTo>
                      <a:pt x="550962" y="485637"/>
                      <a:pt x="555462" y="488037"/>
                      <a:pt x="562406" y="489838"/>
                    </a:cubicBezTo>
                    <a:cubicBezTo>
                      <a:pt x="569350" y="491638"/>
                      <a:pt x="577279" y="492538"/>
                      <a:pt x="586195" y="492538"/>
                    </a:cubicBezTo>
                    <a:cubicBezTo>
                      <a:pt x="595110" y="492538"/>
                      <a:pt x="603725" y="491852"/>
                      <a:pt x="612041" y="490480"/>
                    </a:cubicBezTo>
                    <a:cubicBezTo>
                      <a:pt x="620356" y="489109"/>
                      <a:pt x="625628" y="487351"/>
                      <a:pt x="627857" y="485208"/>
                    </a:cubicBezTo>
                    <a:cubicBezTo>
                      <a:pt x="630086" y="483065"/>
                      <a:pt x="632058" y="480108"/>
                      <a:pt x="633772" y="476336"/>
                    </a:cubicBezTo>
                    <a:cubicBezTo>
                      <a:pt x="635487" y="472564"/>
                      <a:pt x="637715" y="463906"/>
                      <a:pt x="640459" y="450361"/>
                    </a:cubicBezTo>
                    <a:cubicBezTo>
                      <a:pt x="641144" y="446932"/>
                      <a:pt x="642087" y="445218"/>
                      <a:pt x="643288" y="445218"/>
                    </a:cubicBezTo>
                    <a:cubicBezTo>
                      <a:pt x="644488" y="445218"/>
                      <a:pt x="645302" y="447404"/>
                      <a:pt x="645731" y="451776"/>
                    </a:cubicBezTo>
                    <a:cubicBezTo>
                      <a:pt x="646159" y="456148"/>
                      <a:pt x="647274" y="461805"/>
                      <a:pt x="649074" y="468749"/>
                    </a:cubicBezTo>
                    <a:cubicBezTo>
                      <a:pt x="650874" y="475693"/>
                      <a:pt x="652374" y="480236"/>
                      <a:pt x="653575" y="482379"/>
                    </a:cubicBezTo>
                    <a:cubicBezTo>
                      <a:pt x="654775" y="484523"/>
                      <a:pt x="655375" y="486366"/>
                      <a:pt x="655375" y="487909"/>
                    </a:cubicBezTo>
                    <a:cubicBezTo>
                      <a:pt x="655375" y="492709"/>
                      <a:pt x="649074" y="497467"/>
                      <a:pt x="636472" y="502182"/>
                    </a:cubicBezTo>
                    <a:cubicBezTo>
                      <a:pt x="623871" y="506897"/>
                      <a:pt x="609340" y="509254"/>
                      <a:pt x="592881" y="509254"/>
                    </a:cubicBezTo>
                    <a:cubicBezTo>
                      <a:pt x="581051" y="509254"/>
                      <a:pt x="571021" y="507968"/>
                      <a:pt x="562792" y="505397"/>
                    </a:cubicBezTo>
                    <a:cubicBezTo>
                      <a:pt x="554562" y="502825"/>
                      <a:pt x="548133" y="499353"/>
                      <a:pt x="543504" y="494981"/>
                    </a:cubicBezTo>
                    <a:cubicBezTo>
                      <a:pt x="538874" y="490609"/>
                      <a:pt x="535831" y="484823"/>
                      <a:pt x="534374" y="477622"/>
                    </a:cubicBezTo>
                    <a:cubicBezTo>
                      <a:pt x="532917" y="470421"/>
                      <a:pt x="532274" y="459705"/>
                      <a:pt x="532445" y="445475"/>
                    </a:cubicBezTo>
                    <a:cubicBezTo>
                      <a:pt x="518901" y="447532"/>
                      <a:pt x="508871" y="448732"/>
                      <a:pt x="502356" y="449075"/>
                    </a:cubicBezTo>
                    <a:cubicBezTo>
                      <a:pt x="502184" y="453533"/>
                      <a:pt x="500898" y="455762"/>
                      <a:pt x="498498" y="455762"/>
                    </a:cubicBezTo>
                    <a:cubicBezTo>
                      <a:pt x="497126" y="455762"/>
                      <a:pt x="495755" y="454562"/>
                      <a:pt x="494383" y="452161"/>
                    </a:cubicBezTo>
                    <a:cubicBezTo>
                      <a:pt x="493012" y="449761"/>
                      <a:pt x="491983" y="446932"/>
                      <a:pt x="491297" y="443675"/>
                    </a:cubicBezTo>
                    <a:cubicBezTo>
                      <a:pt x="487354" y="425501"/>
                      <a:pt x="483582" y="410242"/>
                      <a:pt x="479981" y="397897"/>
                    </a:cubicBezTo>
                    <a:cubicBezTo>
                      <a:pt x="476381" y="385553"/>
                      <a:pt x="473466" y="378309"/>
                      <a:pt x="471237" y="376166"/>
                    </a:cubicBezTo>
                    <a:cubicBezTo>
                      <a:pt x="469009" y="374023"/>
                      <a:pt x="467894" y="372008"/>
                      <a:pt x="467894" y="370123"/>
                    </a:cubicBezTo>
                    <a:cubicBezTo>
                      <a:pt x="467894" y="368237"/>
                      <a:pt x="469437" y="367294"/>
                      <a:pt x="472523" y="367294"/>
                    </a:cubicBezTo>
                    <a:cubicBezTo>
                      <a:pt x="475609" y="367294"/>
                      <a:pt x="480239" y="368665"/>
                      <a:pt x="486411" y="371408"/>
                    </a:cubicBezTo>
                    <a:cubicBezTo>
                      <a:pt x="503384" y="369008"/>
                      <a:pt x="518815" y="366608"/>
                      <a:pt x="532702" y="364208"/>
                    </a:cubicBezTo>
                    <a:cubicBezTo>
                      <a:pt x="532531" y="343634"/>
                      <a:pt x="530859" y="330132"/>
                      <a:pt x="527687" y="323702"/>
                    </a:cubicBezTo>
                    <a:cubicBezTo>
                      <a:pt x="524516" y="317273"/>
                      <a:pt x="522930" y="312944"/>
                      <a:pt x="522930" y="310715"/>
                    </a:cubicBezTo>
                    <a:cubicBezTo>
                      <a:pt x="522930" y="308486"/>
                      <a:pt x="524087" y="307372"/>
                      <a:pt x="526401" y="307372"/>
                    </a:cubicBezTo>
                    <a:close/>
                    <a:moveTo>
                      <a:pt x="1612066" y="306857"/>
                    </a:moveTo>
                    <a:cubicBezTo>
                      <a:pt x="1614466" y="306857"/>
                      <a:pt x="1619267" y="308829"/>
                      <a:pt x="1626468" y="312773"/>
                    </a:cubicBezTo>
                    <a:cubicBezTo>
                      <a:pt x="1633668" y="316716"/>
                      <a:pt x="1637269" y="319973"/>
                      <a:pt x="1637269" y="322545"/>
                    </a:cubicBezTo>
                    <a:cubicBezTo>
                      <a:pt x="1637269" y="323917"/>
                      <a:pt x="1635597" y="326017"/>
                      <a:pt x="1632254" y="328846"/>
                    </a:cubicBezTo>
                    <a:cubicBezTo>
                      <a:pt x="1628911" y="331675"/>
                      <a:pt x="1626039" y="335404"/>
                      <a:pt x="1623639" y="340033"/>
                    </a:cubicBezTo>
                    <a:cubicBezTo>
                      <a:pt x="1621238" y="344662"/>
                      <a:pt x="1617809" y="350191"/>
                      <a:pt x="1613352" y="356621"/>
                    </a:cubicBezTo>
                    <a:cubicBezTo>
                      <a:pt x="1608894" y="363050"/>
                      <a:pt x="1605208" y="366265"/>
                      <a:pt x="1602293" y="366265"/>
                    </a:cubicBezTo>
                    <a:cubicBezTo>
                      <a:pt x="1600750" y="366265"/>
                      <a:pt x="1599636" y="365493"/>
                      <a:pt x="1598950" y="363950"/>
                    </a:cubicBezTo>
                    <a:cubicBezTo>
                      <a:pt x="1598264" y="362407"/>
                      <a:pt x="1596378" y="361636"/>
                      <a:pt x="1593292" y="361636"/>
                    </a:cubicBezTo>
                    <a:cubicBezTo>
                      <a:pt x="1592092" y="361636"/>
                      <a:pt x="1586777" y="362150"/>
                      <a:pt x="1577347" y="363179"/>
                    </a:cubicBezTo>
                    <a:lnTo>
                      <a:pt x="1552916" y="366008"/>
                    </a:lnTo>
                    <a:cubicBezTo>
                      <a:pt x="1552916" y="367208"/>
                      <a:pt x="1552315" y="367808"/>
                      <a:pt x="1551115" y="367808"/>
                    </a:cubicBezTo>
                    <a:cubicBezTo>
                      <a:pt x="1549915" y="367808"/>
                      <a:pt x="1548201" y="366265"/>
                      <a:pt x="1545972" y="363179"/>
                    </a:cubicBezTo>
                    <a:cubicBezTo>
                      <a:pt x="1543743" y="360093"/>
                      <a:pt x="1541857" y="356578"/>
                      <a:pt x="1540314" y="352635"/>
                    </a:cubicBezTo>
                    <a:cubicBezTo>
                      <a:pt x="1533970" y="336518"/>
                      <a:pt x="1529255" y="327089"/>
                      <a:pt x="1526169" y="324345"/>
                    </a:cubicBezTo>
                    <a:cubicBezTo>
                      <a:pt x="1523598" y="322117"/>
                      <a:pt x="1522312" y="320316"/>
                      <a:pt x="1522312" y="318945"/>
                    </a:cubicBezTo>
                    <a:cubicBezTo>
                      <a:pt x="1522312" y="317230"/>
                      <a:pt x="1523769" y="316373"/>
                      <a:pt x="1526684" y="316373"/>
                    </a:cubicBezTo>
                    <a:cubicBezTo>
                      <a:pt x="1529598" y="316373"/>
                      <a:pt x="1532427" y="316544"/>
                      <a:pt x="1535170" y="316887"/>
                    </a:cubicBezTo>
                    <a:cubicBezTo>
                      <a:pt x="1548029" y="315859"/>
                      <a:pt x="1562388" y="314358"/>
                      <a:pt x="1578247" y="312387"/>
                    </a:cubicBezTo>
                    <a:cubicBezTo>
                      <a:pt x="1594106" y="310415"/>
                      <a:pt x="1603107" y="309001"/>
                      <a:pt x="1605251" y="308143"/>
                    </a:cubicBezTo>
                    <a:cubicBezTo>
                      <a:pt x="1607394" y="307286"/>
                      <a:pt x="1609665" y="306857"/>
                      <a:pt x="1612066" y="306857"/>
                    </a:cubicBezTo>
                    <a:close/>
                    <a:moveTo>
                      <a:pt x="1347818" y="299399"/>
                    </a:moveTo>
                    <a:cubicBezTo>
                      <a:pt x="1350819" y="299399"/>
                      <a:pt x="1354891" y="300685"/>
                      <a:pt x="1360034" y="303257"/>
                    </a:cubicBezTo>
                    <a:cubicBezTo>
                      <a:pt x="1365178" y="305829"/>
                      <a:pt x="1367749" y="308486"/>
                      <a:pt x="1367749" y="311230"/>
                    </a:cubicBezTo>
                    <a:cubicBezTo>
                      <a:pt x="1367749" y="312773"/>
                      <a:pt x="1366892" y="314916"/>
                      <a:pt x="1365178" y="317659"/>
                    </a:cubicBezTo>
                    <a:cubicBezTo>
                      <a:pt x="1363463" y="320402"/>
                      <a:pt x="1360720" y="325631"/>
                      <a:pt x="1356948" y="333347"/>
                    </a:cubicBezTo>
                    <a:cubicBezTo>
                      <a:pt x="1360377" y="333004"/>
                      <a:pt x="1365563" y="332232"/>
                      <a:pt x="1372507" y="331032"/>
                    </a:cubicBezTo>
                    <a:cubicBezTo>
                      <a:pt x="1379451" y="329832"/>
                      <a:pt x="1385323" y="329232"/>
                      <a:pt x="1390124" y="329232"/>
                    </a:cubicBezTo>
                    <a:cubicBezTo>
                      <a:pt x="1394924" y="329232"/>
                      <a:pt x="1398911" y="330260"/>
                      <a:pt x="1402082" y="332318"/>
                    </a:cubicBezTo>
                    <a:cubicBezTo>
                      <a:pt x="1405254" y="334375"/>
                      <a:pt x="1406840" y="336347"/>
                      <a:pt x="1406840" y="338233"/>
                    </a:cubicBezTo>
                    <a:cubicBezTo>
                      <a:pt x="1406840" y="340119"/>
                      <a:pt x="1405854" y="341533"/>
                      <a:pt x="1403883" y="342476"/>
                    </a:cubicBezTo>
                    <a:cubicBezTo>
                      <a:pt x="1401911" y="343419"/>
                      <a:pt x="1398868" y="343676"/>
                      <a:pt x="1394753" y="343248"/>
                    </a:cubicBezTo>
                    <a:cubicBezTo>
                      <a:pt x="1390638" y="342819"/>
                      <a:pt x="1384895" y="342605"/>
                      <a:pt x="1377522" y="342605"/>
                    </a:cubicBezTo>
                    <a:cubicBezTo>
                      <a:pt x="1370150" y="342605"/>
                      <a:pt x="1361834" y="342948"/>
                      <a:pt x="1352576" y="343634"/>
                    </a:cubicBezTo>
                    <a:cubicBezTo>
                      <a:pt x="1348461" y="353749"/>
                      <a:pt x="1344132" y="361850"/>
                      <a:pt x="1339589" y="367937"/>
                    </a:cubicBezTo>
                    <a:cubicBezTo>
                      <a:pt x="1335045" y="374023"/>
                      <a:pt x="1331831" y="377066"/>
                      <a:pt x="1329945" y="377066"/>
                    </a:cubicBezTo>
                    <a:cubicBezTo>
                      <a:pt x="1329259" y="377066"/>
                      <a:pt x="1328916" y="376509"/>
                      <a:pt x="1328916" y="375395"/>
                    </a:cubicBezTo>
                    <a:cubicBezTo>
                      <a:pt x="1328916" y="374280"/>
                      <a:pt x="1329430" y="372609"/>
                      <a:pt x="1330459" y="370380"/>
                    </a:cubicBezTo>
                    <a:cubicBezTo>
                      <a:pt x="1334745" y="361121"/>
                      <a:pt x="1337917" y="352549"/>
                      <a:pt x="1339975" y="344662"/>
                    </a:cubicBezTo>
                    <a:cubicBezTo>
                      <a:pt x="1330202" y="345177"/>
                      <a:pt x="1317086" y="346377"/>
                      <a:pt x="1300627" y="348263"/>
                    </a:cubicBezTo>
                    <a:cubicBezTo>
                      <a:pt x="1300798" y="350320"/>
                      <a:pt x="1300884" y="354092"/>
                      <a:pt x="1300884" y="359578"/>
                    </a:cubicBezTo>
                    <a:cubicBezTo>
                      <a:pt x="1300884" y="367122"/>
                      <a:pt x="1299512" y="370894"/>
                      <a:pt x="1296769" y="370894"/>
                    </a:cubicBezTo>
                    <a:cubicBezTo>
                      <a:pt x="1294026" y="370894"/>
                      <a:pt x="1292397" y="368579"/>
                      <a:pt x="1291883" y="363950"/>
                    </a:cubicBezTo>
                    <a:lnTo>
                      <a:pt x="1290083" y="349549"/>
                    </a:lnTo>
                    <a:cubicBezTo>
                      <a:pt x="1280824" y="350577"/>
                      <a:pt x="1272809" y="351863"/>
                      <a:pt x="1266037" y="353406"/>
                    </a:cubicBezTo>
                    <a:cubicBezTo>
                      <a:pt x="1259264" y="354949"/>
                      <a:pt x="1254250" y="355721"/>
                      <a:pt x="1250992" y="355721"/>
                    </a:cubicBezTo>
                    <a:cubicBezTo>
                      <a:pt x="1247735" y="355721"/>
                      <a:pt x="1244348" y="354349"/>
                      <a:pt x="1240834" y="351606"/>
                    </a:cubicBezTo>
                    <a:cubicBezTo>
                      <a:pt x="1237319" y="348863"/>
                      <a:pt x="1235561" y="346891"/>
                      <a:pt x="1235561" y="345691"/>
                    </a:cubicBezTo>
                    <a:cubicBezTo>
                      <a:pt x="1235561" y="344319"/>
                      <a:pt x="1237405" y="343762"/>
                      <a:pt x="1241091" y="344019"/>
                    </a:cubicBezTo>
                    <a:cubicBezTo>
                      <a:pt x="1244777" y="344276"/>
                      <a:pt x="1247906" y="344405"/>
                      <a:pt x="1250478" y="344405"/>
                    </a:cubicBezTo>
                    <a:cubicBezTo>
                      <a:pt x="1258536" y="344405"/>
                      <a:pt x="1271395" y="343462"/>
                      <a:pt x="1289054" y="341576"/>
                    </a:cubicBezTo>
                    <a:cubicBezTo>
                      <a:pt x="1287339" y="330089"/>
                      <a:pt x="1285196" y="322802"/>
                      <a:pt x="1282625" y="319716"/>
                    </a:cubicBezTo>
                    <a:cubicBezTo>
                      <a:pt x="1280053" y="316630"/>
                      <a:pt x="1278767" y="314316"/>
                      <a:pt x="1278767" y="312773"/>
                    </a:cubicBezTo>
                    <a:cubicBezTo>
                      <a:pt x="1278767" y="311230"/>
                      <a:pt x="1280053" y="310458"/>
                      <a:pt x="1282625" y="310458"/>
                    </a:cubicBezTo>
                    <a:cubicBezTo>
                      <a:pt x="1285196" y="310458"/>
                      <a:pt x="1289097" y="311358"/>
                      <a:pt x="1294326" y="313158"/>
                    </a:cubicBezTo>
                    <a:cubicBezTo>
                      <a:pt x="1299555" y="314959"/>
                      <a:pt x="1302170" y="317745"/>
                      <a:pt x="1302170" y="321516"/>
                    </a:cubicBezTo>
                    <a:cubicBezTo>
                      <a:pt x="1302170" y="322717"/>
                      <a:pt x="1301913" y="324260"/>
                      <a:pt x="1301398" y="326146"/>
                    </a:cubicBezTo>
                    <a:cubicBezTo>
                      <a:pt x="1300884" y="328032"/>
                      <a:pt x="1300627" y="332746"/>
                      <a:pt x="1300627" y="340290"/>
                    </a:cubicBezTo>
                    <a:cubicBezTo>
                      <a:pt x="1309371" y="339433"/>
                      <a:pt x="1323258" y="337804"/>
                      <a:pt x="1342289" y="335404"/>
                    </a:cubicBezTo>
                    <a:cubicBezTo>
                      <a:pt x="1344861" y="324774"/>
                      <a:pt x="1346147" y="316973"/>
                      <a:pt x="1346147" y="312001"/>
                    </a:cubicBezTo>
                    <a:cubicBezTo>
                      <a:pt x="1346147" y="309258"/>
                      <a:pt x="1345675" y="307286"/>
                      <a:pt x="1344732" y="306086"/>
                    </a:cubicBezTo>
                    <a:cubicBezTo>
                      <a:pt x="1343789" y="304886"/>
                      <a:pt x="1343318" y="303471"/>
                      <a:pt x="1343318" y="301843"/>
                    </a:cubicBezTo>
                    <a:cubicBezTo>
                      <a:pt x="1343318" y="300214"/>
                      <a:pt x="1344818" y="299399"/>
                      <a:pt x="1347818" y="299399"/>
                    </a:cubicBezTo>
                    <a:close/>
                    <a:moveTo>
                      <a:pt x="265555" y="159191"/>
                    </a:moveTo>
                    <a:lnTo>
                      <a:pt x="289729" y="159191"/>
                    </a:lnTo>
                    <a:lnTo>
                      <a:pt x="289729" y="183880"/>
                    </a:lnTo>
                    <a:lnTo>
                      <a:pt x="265555" y="183880"/>
                    </a:lnTo>
                    <a:close/>
                    <a:moveTo>
                      <a:pt x="154558" y="146059"/>
                    </a:moveTo>
                    <a:cubicBezTo>
                      <a:pt x="160573" y="146059"/>
                      <a:pt x="166107" y="146431"/>
                      <a:pt x="171161" y="147175"/>
                    </a:cubicBezTo>
                    <a:cubicBezTo>
                      <a:pt x="176215" y="147920"/>
                      <a:pt x="181130" y="149005"/>
                      <a:pt x="185905" y="150431"/>
                    </a:cubicBezTo>
                    <a:lnTo>
                      <a:pt x="181440" y="171453"/>
                    </a:lnTo>
                    <a:lnTo>
                      <a:pt x="173161" y="171453"/>
                    </a:lnTo>
                    <a:cubicBezTo>
                      <a:pt x="172479" y="165872"/>
                      <a:pt x="170634" y="161748"/>
                      <a:pt x="167627" y="159082"/>
                    </a:cubicBezTo>
                    <a:cubicBezTo>
                      <a:pt x="164619" y="156415"/>
                      <a:pt x="159953" y="155082"/>
                      <a:pt x="153628" y="155082"/>
                    </a:cubicBezTo>
                    <a:cubicBezTo>
                      <a:pt x="151085" y="155082"/>
                      <a:pt x="148729" y="155423"/>
                      <a:pt x="146558" y="156105"/>
                    </a:cubicBezTo>
                    <a:cubicBezTo>
                      <a:pt x="144388" y="156787"/>
                      <a:pt x="142527" y="157733"/>
                      <a:pt x="140977" y="158942"/>
                    </a:cubicBezTo>
                    <a:cubicBezTo>
                      <a:pt x="139427" y="160151"/>
                      <a:pt x="138218" y="161593"/>
                      <a:pt x="137349" y="163268"/>
                    </a:cubicBezTo>
                    <a:cubicBezTo>
                      <a:pt x="136481" y="164942"/>
                      <a:pt x="136047" y="166771"/>
                      <a:pt x="136047" y="168756"/>
                    </a:cubicBezTo>
                    <a:cubicBezTo>
                      <a:pt x="136047" y="170554"/>
                      <a:pt x="136264" y="172197"/>
                      <a:pt x="136698" y="173686"/>
                    </a:cubicBezTo>
                    <a:cubicBezTo>
                      <a:pt x="137132" y="175174"/>
                      <a:pt x="137985" y="176631"/>
                      <a:pt x="139256" y="178057"/>
                    </a:cubicBezTo>
                    <a:cubicBezTo>
                      <a:pt x="140528" y="179484"/>
                      <a:pt x="142326" y="180972"/>
                      <a:pt x="144651" y="182522"/>
                    </a:cubicBezTo>
                    <a:cubicBezTo>
                      <a:pt x="146977" y="184072"/>
                      <a:pt x="150031" y="185840"/>
                      <a:pt x="153814" y="187824"/>
                    </a:cubicBezTo>
                    <a:cubicBezTo>
                      <a:pt x="157782" y="189995"/>
                      <a:pt x="161084" y="192072"/>
                      <a:pt x="163720" y="194056"/>
                    </a:cubicBezTo>
                    <a:cubicBezTo>
                      <a:pt x="166355" y="196041"/>
                      <a:pt x="168448" y="198056"/>
                      <a:pt x="169999" y="200102"/>
                    </a:cubicBezTo>
                    <a:cubicBezTo>
                      <a:pt x="171549" y="202149"/>
                      <a:pt x="172634" y="204335"/>
                      <a:pt x="173254" y="206660"/>
                    </a:cubicBezTo>
                    <a:cubicBezTo>
                      <a:pt x="173874" y="208986"/>
                      <a:pt x="174184" y="211575"/>
                      <a:pt x="174184" y="214427"/>
                    </a:cubicBezTo>
                    <a:cubicBezTo>
                      <a:pt x="174184" y="218830"/>
                      <a:pt x="173285" y="222783"/>
                      <a:pt x="171487" y="226287"/>
                    </a:cubicBezTo>
                    <a:cubicBezTo>
                      <a:pt x="169689" y="229791"/>
                      <a:pt x="167177" y="232752"/>
                      <a:pt x="163952" y="235170"/>
                    </a:cubicBezTo>
                    <a:cubicBezTo>
                      <a:pt x="160728" y="237589"/>
                      <a:pt x="156930" y="239449"/>
                      <a:pt x="152558" y="240751"/>
                    </a:cubicBezTo>
                    <a:cubicBezTo>
                      <a:pt x="148186" y="242053"/>
                      <a:pt x="143396" y="242705"/>
                      <a:pt x="138187" y="242705"/>
                    </a:cubicBezTo>
                    <a:cubicBezTo>
                      <a:pt x="132482" y="242705"/>
                      <a:pt x="126869" y="242332"/>
                      <a:pt x="121350" y="241588"/>
                    </a:cubicBezTo>
                    <a:cubicBezTo>
                      <a:pt x="115831" y="240844"/>
                      <a:pt x="110002" y="239573"/>
                      <a:pt x="103863" y="237775"/>
                    </a:cubicBezTo>
                    <a:lnTo>
                      <a:pt x="108700" y="216567"/>
                    </a:lnTo>
                    <a:lnTo>
                      <a:pt x="116793" y="216567"/>
                    </a:lnTo>
                    <a:cubicBezTo>
                      <a:pt x="117103" y="222334"/>
                      <a:pt x="118916" y="226659"/>
                      <a:pt x="122234" y="229543"/>
                    </a:cubicBezTo>
                    <a:cubicBezTo>
                      <a:pt x="125552" y="232426"/>
                      <a:pt x="130683" y="233868"/>
                      <a:pt x="137628" y="233868"/>
                    </a:cubicBezTo>
                    <a:cubicBezTo>
                      <a:pt x="143830" y="233868"/>
                      <a:pt x="148713" y="232535"/>
                      <a:pt x="152279" y="229868"/>
                    </a:cubicBezTo>
                    <a:cubicBezTo>
                      <a:pt x="155844" y="227202"/>
                      <a:pt x="157627" y="223481"/>
                      <a:pt x="157627" y="218706"/>
                    </a:cubicBezTo>
                    <a:cubicBezTo>
                      <a:pt x="157627" y="216536"/>
                      <a:pt x="157410" y="214660"/>
                      <a:pt x="156976" y="213078"/>
                    </a:cubicBezTo>
                    <a:cubicBezTo>
                      <a:pt x="156542" y="211497"/>
                      <a:pt x="155689" y="209993"/>
                      <a:pt x="154418" y="208567"/>
                    </a:cubicBezTo>
                    <a:cubicBezTo>
                      <a:pt x="153147" y="207141"/>
                      <a:pt x="151411" y="205668"/>
                      <a:pt x="149209" y="204149"/>
                    </a:cubicBezTo>
                    <a:cubicBezTo>
                      <a:pt x="147008" y="202629"/>
                      <a:pt x="144140" y="200878"/>
                      <a:pt x="140605" y="198893"/>
                    </a:cubicBezTo>
                    <a:cubicBezTo>
                      <a:pt x="136946" y="196847"/>
                      <a:pt x="133799" y="194832"/>
                      <a:pt x="131164" y="192847"/>
                    </a:cubicBezTo>
                    <a:cubicBezTo>
                      <a:pt x="128528" y="190863"/>
                      <a:pt x="126358" y="188847"/>
                      <a:pt x="124653" y="186801"/>
                    </a:cubicBezTo>
                    <a:cubicBezTo>
                      <a:pt x="122947" y="184755"/>
                      <a:pt x="121691" y="182615"/>
                      <a:pt x="120885" y="180383"/>
                    </a:cubicBezTo>
                    <a:cubicBezTo>
                      <a:pt x="120079" y="178150"/>
                      <a:pt x="119676" y="175763"/>
                      <a:pt x="119676" y="173220"/>
                    </a:cubicBezTo>
                    <a:cubicBezTo>
                      <a:pt x="119676" y="169314"/>
                      <a:pt x="120498" y="165702"/>
                      <a:pt x="122141" y="162384"/>
                    </a:cubicBezTo>
                    <a:cubicBezTo>
                      <a:pt x="123784" y="159066"/>
                      <a:pt x="126125" y="156198"/>
                      <a:pt x="129164" y="153780"/>
                    </a:cubicBezTo>
                    <a:cubicBezTo>
                      <a:pt x="132202" y="151361"/>
                      <a:pt x="135861" y="149470"/>
                      <a:pt x="140140" y="148106"/>
                    </a:cubicBezTo>
                    <a:cubicBezTo>
                      <a:pt x="144419" y="146741"/>
                      <a:pt x="149225" y="146059"/>
                      <a:pt x="154558" y="146059"/>
                    </a:cubicBezTo>
                    <a:close/>
                    <a:moveTo>
                      <a:pt x="1855529" y="127559"/>
                    </a:moveTo>
                    <a:cubicBezTo>
                      <a:pt x="1857330" y="127559"/>
                      <a:pt x="1859987" y="128588"/>
                      <a:pt x="1863502" y="130645"/>
                    </a:cubicBezTo>
                    <a:cubicBezTo>
                      <a:pt x="1867017" y="132702"/>
                      <a:pt x="1868774" y="135188"/>
                      <a:pt x="1868774" y="138103"/>
                    </a:cubicBezTo>
                    <a:cubicBezTo>
                      <a:pt x="1868774" y="138960"/>
                      <a:pt x="1868603" y="139732"/>
                      <a:pt x="1868259" y="140418"/>
                    </a:cubicBezTo>
                    <a:cubicBezTo>
                      <a:pt x="1866888" y="144361"/>
                      <a:pt x="1865516" y="149505"/>
                      <a:pt x="1864145" y="155848"/>
                    </a:cubicBezTo>
                    <a:cubicBezTo>
                      <a:pt x="1861744" y="167850"/>
                      <a:pt x="1858058" y="177408"/>
                      <a:pt x="1853086" y="184523"/>
                    </a:cubicBezTo>
                    <a:cubicBezTo>
                      <a:pt x="1848114" y="191638"/>
                      <a:pt x="1842542" y="196610"/>
                      <a:pt x="1836370" y="199439"/>
                    </a:cubicBezTo>
                    <a:cubicBezTo>
                      <a:pt x="1830197" y="202268"/>
                      <a:pt x="1825997" y="203683"/>
                      <a:pt x="1823768" y="203683"/>
                    </a:cubicBezTo>
                    <a:cubicBezTo>
                      <a:pt x="1821539" y="203683"/>
                      <a:pt x="1820425" y="203211"/>
                      <a:pt x="1820425" y="202268"/>
                    </a:cubicBezTo>
                    <a:cubicBezTo>
                      <a:pt x="1820425" y="201325"/>
                      <a:pt x="1821282" y="200339"/>
                      <a:pt x="1822997" y="199311"/>
                    </a:cubicBezTo>
                    <a:cubicBezTo>
                      <a:pt x="1833112" y="192453"/>
                      <a:pt x="1840870" y="183966"/>
                      <a:pt x="1846271" y="173850"/>
                    </a:cubicBezTo>
                    <a:cubicBezTo>
                      <a:pt x="1851672" y="163735"/>
                      <a:pt x="1854372" y="153448"/>
                      <a:pt x="1854372" y="142989"/>
                    </a:cubicBezTo>
                    <a:cubicBezTo>
                      <a:pt x="1854372" y="139389"/>
                      <a:pt x="1854115" y="136517"/>
                      <a:pt x="1853601" y="134374"/>
                    </a:cubicBezTo>
                    <a:cubicBezTo>
                      <a:pt x="1853086" y="132231"/>
                      <a:pt x="1852829" y="130559"/>
                      <a:pt x="1852829" y="129359"/>
                    </a:cubicBezTo>
                    <a:cubicBezTo>
                      <a:pt x="1852829" y="128159"/>
                      <a:pt x="1853729" y="127559"/>
                      <a:pt x="1855529" y="127559"/>
                    </a:cubicBezTo>
                    <a:close/>
                    <a:moveTo>
                      <a:pt x="1885619" y="123958"/>
                    </a:moveTo>
                    <a:cubicBezTo>
                      <a:pt x="1887419" y="123958"/>
                      <a:pt x="1890462" y="124901"/>
                      <a:pt x="1894749" y="126787"/>
                    </a:cubicBezTo>
                    <a:cubicBezTo>
                      <a:pt x="1899035" y="128673"/>
                      <a:pt x="1901178" y="130731"/>
                      <a:pt x="1901178" y="132960"/>
                    </a:cubicBezTo>
                    <a:cubicBezTo>
                      <a:pt x="1901178" y="133645"/>
                      <a:pt x="1900835" y="134674"/>
                      <a:pt x="1900149" y="136046"/>
                    </a:cubicBezTo>
                    <a:cubicBezTo>
                      <a:pt x="1898949" y="138617"/>
                      <a:pt x="1898349" y="150962"/>
                      <a:pt x="1898349" y="173079"/>
                    </a:cubicBezTo>
                    <a:cubicBezTo>
                      <a:pt x="1898349" y="180794"/>
                      <a:pt x="1897577" y="186966"/>
                      <a:pt x="1896034" y="191595"/>
                    </a:cubicBezTo>
                    <a:cubicBezTo>
                      <a:pt x="1894491" y="196225"/>
                      <a:pt x="1892905" y="198539"/>
                      <a:pt x="1891277" y="198539"/>
                    </a:cubicBezTo>
                    <a:cubicBezTo>
                      <a:pt x="1889648" y="198539"/>
                      <a:pt x="1888191" y="196439"/>
                      <a:pt x="1886905" y="192238"/>
                    </a:cubicBezTo>
                    <a:cubicBezTo>
                      <a:pt x="1885619" y="188038"/>
                      <a:pt x="1885233" y="184566"/>
                      <a:pt x="1885747" y="181823"/>
                    </a:cubicBezTo>
                    <a:cubicBezTo>
                      <a:pt x="1887290" y="174279"/>
                      <a:pt x="1888062" y="165235"/>
                      <a:pt x="1888062" y="154691"/>
                    </a:cubicBezTo>
                    <a:cubicBezTo>
                      <a:pt x="1888062" y="144147"/>
                      <a:pt x="1886519" y="135531"/>
                      <a:pt x="1883433" y="128845"/>
                    </a:cubicBezTo>
                    <a:cubicBezTo>
                      <a:pt x="1883090" y="128159"/>
                      <a:pt x="1882918" y="127473"/>
                      <a:pt x="1882918" y="126787"/>
                    </a:cubicBezTo>
                    <a:cubicBezTo>
                      <a:pt x="1882918" y="124901"/>
                      <a:pt x="1883819" y="123958"/>
                      <a:pt x="1885619" y="123958"/>
                    </a:cubicBezTo>
                    <a:close/>
                    <a:moveTo>
                      <a:pt x="1342851" y="114186"/>
                    </a:moveTo>
                    <a:cubicBezTo>
                      <a:pt x="1349709" y="114186"/>
                      <a:pt x="1355753" y="115557"/>
                      <a:pt x="1360982" y="118301"/>
                    </a:cubicBezTo>
                    <a:cubicBezTo>
                      <a:pt x="1366211" y="121044"/>
                      <a:pt x="1368826" y="125759"/>
                      <a:pt x="1368826" y="132445"/>
                    </a:cubicBezTo>
                    <a:cubicBezTo>
                      <a:pt x="1368826" y="136903"/>
                      <a:pt x="1367197" y="139132"/>
                      <a:pt x="1363939" y="139132"/>
                    </a:cubicBezTo>
                    <a:cubicBezTo>
                      <a:pt x="1361539" y="139132"/>
                      <a:pt x="1356781" y="135703"/>
                      <a:pt x="1349666" y="128845"/>
                    </a:cubicBezTo>
                    <a:cubicBezTo>
                      <a:pt x="1342551" y="121987"/>
                      <a:pt x="1338994" y="117829"/>
                      <a:pt x="1338994" y="116372"/>
                    </a:cubicBezTo>
                    <a:cubicBezTo>
                      <a:pt x="1338994" y="114914"/>
                      <a:pt x="1340279" y="114186"/>
                      <a:pt x="1342851" y="114186"/>
                    </a:cubicBezTo>
                    <a:close/>
                    <a:moveTo>
                      <a:pt x="854733" y="113157"/>
                    </a:moveTo>
                    <a:cubicBezTo>
                      <a:pt x="851304" y="113157"/>
                      <a:pt x="846203" y="113843"/>
                      <a:pt x="839431" y="115215"/>
                    </a:cubicBezTo>
                    <a:cubicBezTo>
                      <a:pt x="832659" y="116586"/>
                      <a:pt x="827215" y="117186"/>
                      <a:pt x="823100" y="117015"/>
                    </a:cubicBezTo>
                    <a:cubicBezTo>
                      <a:pt x="824129" y="125073"/>
                      <a:pt x="824986" y="136903"/>
                      <a:pt x="825672" y="152505"/>
                    </a:cubicBezTo>
                    <a:cubicBezTo>
                      <a:pt x="840074" y="149590"/>
                      <a:pt x="848647" y="147747"/>
                      <a:pt x="851390" y="146976"/>
                    </a:cubicBezTo>
                    <a:cubicBezTo>
                      <a:pt x="854133" y="146204"/>
                      <a:pt x="856319" y="144918"/>
                      <a:pt x="857948" y="143118"/>
                    </a:cubicBezTo>
                    <a:cubicBezTo>
                      <a:pt x="859576" y="141318"/>
                      <a:pt x="861077" y="138060"/>
                      <a:pt x="862448" y="133345"/>
                    </a:cubicBezTo>
                    <a:cubicBezTo>
                      <a:pt x="863820" y="128630"/>
                      <a:pt x="864506" y="123958"/>
                      <a:pt x="864506" y="119329"/>
                    </a:cubicBezTo>
                    <a:cubicBezTo>
                      <a:pt x="864506" y="115215"/>
                      <a:pt x="861248" y="113157"/>
                      <a:pt x="854733" y="113157"/>
                    </a:cubicBezTo>
                    <a:close/>
                    <a:moveTo>
                      <a:pt x="1920980" y="111614"/>
                    </a:moveTo>
                    <a:cubicBezTo>
                      <a:pt x="1922180" y="111614"/>
                      <a:pt x="1924838" y="112600"/>
                      <a:pt x="1928953" y="114572"/>
                    </a:cubicBezTo>
                    <a:cubicBezTo>
                      <a:pt x="1933067" y="116543"/>
                      <a:pt x="1935125" y="118644"/>
                      <a:pt x="1935125" y="120872"/>
                    </a:cubicBezTo>
                    <a:cubicBezTo>
                      <a:pt x="1935125" y="123101"/>
                      <a:pt x="1934696" y="125416"/>
                      <a:pt x="1933839" y="127816"/>
                    </a:cubicBezTo>
                    <a:cubicBezTo>
                      <a:pt x="1932982" y="130216"/>
                      <a:pt x="1932167" y="134374"/>
                      <a:pt x="1931396" y="140289"/>
                    </a:cubicBezTo>
                    <a:cubicBezTo>
                      <a:pt x="1930624" y="146204"/>
                      <a:pt x="1930239" y="151476"/>
                      <a:pt x="1930239" y="156105"/>
                    </a:cubicBezTo>
                    <a:cubicBezTo>
                      <a:pt x="1930239" y="160734"/>
                      <a:pt x="1931567" y="166735"/>
                      <a:pt x="1934225" y="174108"/>
                    </a:cubicBezTo>
                    <a:cubicBezTo>
                      <a:pt x="1936882" y="181480"/>
                      <a:pt x="1942412" y="185166"/>
                      <a:pt x="1950813" y="185166"/>
                    </a:cubicBezTo>
                    <a:cubicBezTo>
                      <a:pt x="1959214" y="185166"/>
                      <a:pt x="1965472" y="184395"/>
                      <a:pt x="1969586" y="182852"/>
                    </a:cubicBezTo>
                    <a:cubicBezTo>
                      <a:pt x="1973701" y="181308"/>
                      <a:pt x="1976916" y="178180"/>
                      <a:pt x="1979230" y="173465"/>
                    </a:cubicBezTo>
                    <a:cubicBezTo>
                      <a:pt x="1981545" y="168750"/>
                      <a:pt x="1983645" y="161163"/>
                      <a:pt x="1985531" y="150705"/>
                    </a:cubicBezTo>
                    <a:cubicBezTo>
                      <a:pt x="1986045" y="148133"/>
                      <a:pt x="1986731" y="146847"/>
                      <a:pt x="1987589" y="146847"/>
                    </a:cubicBezTo>
                    <a:cubicBezTo>
                      <a:pt x="1988617" y="146847"/>
                      <a:pt x="1989303" y="148390"/>
                      <a:pt x="1989646" y="151476"/>
                    </a:cubicBezTo>
                    <a:cubicBezTo>
                      <a:pt x="1990503" y="163306"/>
                      <a:pt x="1992046" y="172050"/>
                      <a:pt x="1994275" y="177708"/>
                    </a:cubicBezTo>
                    <a:cubicBezTo>
                      <a:pt x="1995304" y="180280"/>
                      <a:pt x="1995818" y="182423"/>
                      <a:pt x="1995818" y="184137"/>
                    </a:cubicBezTo>
                    <a:cubicBezTo>
                      <a:pt x="1995818" y="188938"/>
                      <a:pt x="1992003" y="192967"/>
                      <a:pt x="1984374" y="196225"/>
                    </a:cubicBezTo>
                    <a:cubicBezTo>
                      <a:pt x="1976745" y="199482"/>
                      <a:pt x="1968043" y="201111"/>
                      <a:pt x="1958271" y="201111"/>
                    </a:cubicBezTo>
                    <a:cubicBezTo>
                      <a:pt x="1948498" y="201111"/>
                      <a:pt x="1940954" y="199268"/>
                      <a:pt x="1935639" y="195582"/>
                    </a:cubicBezTo>
                    <a:cubicBezTo>
                      <a:pt x="1930324" y="191896"/>
                      <a:pt x="1926724" y="186452"/>
                      <a:pt x="1924838" y="179251"/>
                    </a:cubicBezTo>
                    <a:cubicBezTo>
                      <a:pt x="1922952" y="172050"/>
                      <a:pt x="1921838" y="161592"/>
                      <a:pt x="1921495" y="147876"/>
                    </a:cubicBezTo>
                    <a:cubicBezTo>
                      <a:pt x="1921323" y="130902"/>
                      <a:pt x="1920295" y="120444"/>
                      <a:pt x="1918409" y="116500"/>
                    </a:cubicBezTo>
                    <a:cubicBezTo>
                      <a:pt x="1917894" y="115815"/>
                      <a:pt x="1917637" y="115129"/>
                      <a:pt x="1917637" y="114443"/>
                    </a:cubicBezTo>
                    <a:cubicBezTo>
                      <a:pt x="1917637" y="112557"/>
                      <a:pt x="1918751" y="111614"/>
                      <a:pt x="1920980" y="111614"/>
                    </a:cubicBezTo>
                    <a:close/>
                    <a:moveTo>
                      <a:pt x="1828140" y="108528"/>
                    </a:moveTo>
                    <a:cubicBezTo>
                      <a:pt x="1828997" y="108528"/>
                      <a:pt x="1829426" y="109299"/>
                      <a:pt x="1829426" y="110843"/>
                    </a:cubicBezTo>
                    <a:cubicBezTo>
                      <a:pt x="1829426" y="111871"/>
                      <a:pt x="1829083" y="113329"/>
                      <a:pt x="1828397" y="115215"/>
                    </a:cubicBezTo>
                    <a:cubicBezTo>
                      <a:pt x="1813824" y="152762"/>
                      <a:pt x="1805337" y="178394"/>
                      <a:pt x="1802937" y="192110"/>
                    </a:cubicBezTo>
                    <a:cubicBezTo>
                      <a:pt x="1801737" y="199482"/>
                      <a:pt x="1799765" y="203168"/>
                      <a:pt x="1797022" y="203168"/>
                    </a:cubicBezTo>
                    <a:cubicBezTo>
                      <a:pt x="1794279" y="203168"/>
                      <a:pt x="1791107" y="199011"/>
                      <a:pt x="1787507" y="190695"/>
                    </a:cubicBezTo>
                    <a:cubicBezTo>
                      <a:pt x="1783906" y="182380"/>
                      <a:pt x="1782106" y="176851"/>
                      <a:pt x="1782106" y="174108"/>
                    </a:cubicBezTo>
                    <a:cubicBezTo>
                      <a:pt x="1782106" y="172565"/>
                      <a:pt x="1782791" y="171707"/>
                      <a:pt x="1784163" y="171536"/>
                    </a:cubicBezTo>
                    <a:cubicBezTo>
                      <a:pt x="1789307" y="171364"/>
                      <a:pt x="1793936" y="167335"/>
                      <a:pt x="1798051" y="159449"/>
                    </a:cubicBezTo>
                    <a:cubicBezTo>
                      <a:pt x="1803537" y="148819"/>
                      <a:pt x="1809281" y="138146"/>
                      <a:pt x="1815281" y="127430"/>
                    </a:cubicBezTo>
                    <a:cubicBezTo>
                      <a:pt x="1821282" y="116715"/>
                      <a:pt x="1824711" y="110885"/>
                      <a:pt x="1825569" y="109942"/>
                    </a:cubicBezTo>
                    <a:cubicBezTo>
                      <a:pt x="1826426" y="108999"/>
                      <a:pt x="1827283" y="108528"/>
                      <a:pt x="1828140" y="108528"/>
                    </a:cubicBezTo>
                    <a:close/>
                    <a:moveTo>
                      <a:pt x="1133768" y="104156"/>
                    </a:moveTo>
                    <a:cubicBezTo>
                      <a:pt x="1132911" y="104156"/>
                      <a:pt x="1131882" y="104413"/>
                      <a:pt x="1130682" y="104928"/>
                    </a:cubicBezTo>
                    <a:cubicBezTo>
                      <a:pt x="1123995" y="107156"/>
                      <a:pt x="1118423" y="108357"/>
                      <a:pt x="1113965" y="108528"/>
                    </a:cubicBezTo>
                    <a:cubicBezTo>
                      <a:pt x="1114308" y="110585"/>
                      <a:pt x="1114480" y="112943"/>
                      <a:pt x="1114480" y="115600"/>
                    </a:cubicBezTo>
                    <a:cubicBezTo>
                      <a:pt x="1114480" y="118258"/>
                      <a:pt x="1114308" y="120572"/>
                      <a:pt x="1113965" y="122544"/>
                    </a:cubicBezTo>
                    <a:cubicBezTo>
                      <a:pt x="1113622" y="124516"/>
                      <a:pt x="1113279" y="129102"/>
                      <a:pt x="1112937" y="136303"/>
                    </a:cubicBezTo>
                    <a:cubicBezTo>
                      <a:pt x="1118423" y="135789"/>
                      <a:pt x="1122881" y="135017"/>
                      <a:pt x="1126310" y="133988"/>
                    </a:cubicBezTo>
                    <a:cubicBezTo>
                      <a:pt x="1129739" y="132960"/>
                      <a:pt x="1131839" y="131802"/>
                      <a:pt x="1132610" y="130516"/>
                    </a:cubicBezTo>
                    <a:cubicBezTo>
                      <a:pt x="1133382" y="129231"/>
                      <a:pt x="1134239" y="125973"/>
                      <a:pt x="1135182" y="120744"/>
                    </a:cubicBezTo>
                    <a:cubicBezTo>
                      <a:pt x="1136125" y="115515"/>
                      <a:pt x="1136597" y="111443"/>
                      <a:pt x="1136597" y="108528"/>
                    </a:cubicBezTo>
                    <a:cubicBezTo>
                      <a:pt x="1136597" y="105613"/>
                      <a:pt x="1135654" y="104156"/>
                      <a:pt x="1133768" y="104156"/>
                    </a:cubicBezTo>
                    <a:close/>
                    <a:moveTo>
                      <a:pt x="867077" y="100556"/>
                    </a:moveTo>
                    <a:cubicBezTo>
                      <a:pt x="869649" y="100556"/>
                      <a:pt x="874021" y="102270"/>
                      <a:pt x="880193" y="105699"/>
                    </a:cubicBezTo>
                    <a:cubicBezTo>
                      <a:pt x="886366" y="109128"/>
                      <a:pt x="889452" y="111871"/>
                      <a:pt x="889452" y="113929"/>
                    </a:cubicBezTo>
                    <a:cubicBezTo>
                      <a:pt x="889452" y="115986"/>
                      <a:pt x="888766" y="117872"/>
                      <a:pt x="887394" y="119586"/>
                    </a:cubicBezTo>
                    <a:cubicBezTo>
                      <a:pt x="880708" y="127816"/>
                      <a:pt x="876593" y="133088"/>
                      <a:pt x="875050" y="135403"/>
                    </a:cubicBezTo>
                    <a:cubicBezTo>
                      <a:pt x="873507" y="137717"/>
                      <a:pt x="872735" y="139818"/>
                      <a:pt x="872735" y="141704"/>
                    </a:cubicBezTo>
                    <a:cubicBezTo>
                      <a:pt x="872735" y="143589"/>
                      <a:pt x="873507" y="145261"/>
                      <a:pt x="875050" y="146718"/>
                    </a:cubicBezTo>
                    <a:cubicBezTo>
                      <a:pt x="876593" y="148176"/>
                      <a:pt x="877364" y="149505"/>
                      <a:pt x="877364" y="150705"/>
                    </a:cubicBezTo>
                    <a:cubicBezTo>
                      <a:pt x="877364" y="151905"/>
                      <a:pt x="876593" y="152805"/>
                      <a:pt x="875050" y="153405"/>
                    </a:cubicBezTo>
                    <a:cubicBezTo>
                      <a:pt x="873507" y="154005"/>
                      <a:pt x="867720" y="155077"/>
                      <a:pt x="857691" y="156620"/>
                    </a:cubicBezTo>
                    <a:cubicBezTo>
                      <a:pt x="847661" y="158163"/>
                      <a:pt x="836902" y="159363"/>
                      <a:pt x="825415" y="160220"/>
                    </a:cubicBezTo>
                    <a:cubicBezTo>
                      <a:pt x="824901" y="165364"/>
                      <a:pt x="823829" y="167935"/>
                      <a:pt x="822200" y="167935"/>
                    </a:cubicBezTo>
                    <a:cubicBezTo>
                      <a:pt x="820572" y="167935"/>
                      <a:pt x="819157" y="166778"/>
                      <a:pt x="817957" y="164464"/>
                    </a:cubicBezTo>
                    <a:cubicBezTo>
                      <a:pt x="816757" y="162149"/>
                      <a:pt x="815985" y="159449"/>
                      <a:pt x="815642" y="156363"/>
                    </a:cubicBezTo>
                    <a:cubicBezTo>
                      <a:pt x="812728" y="134245"/>
                      <a:pt x="809384" y="120529"/>
                      <a:pt x="805613" y="115215"/>
                    </a:cubicBezTo>
                    <a:cubicBezTo>
                      <a:pt x="804412" y="113500"/>
                      <a:pt x="803812" y="111786"/>
                      <a:pt x="803812" y="110071"/>
                    </a:cubicBezTo>
                    <a:cubicBezTo>
                      <a:pt x="803812" y="108357"/>
                      <a:pt x="805012" y="107499"/>
                      <a:pt x="807413" y="107499"/>
                    </a:cubicBezTo>
                    <a:cubicBezTo>
                      <a:pt x="809813" y="107499"/>
                      <a:pt x="812899" y="108357"/>
                      <a:pt x="816671" y="110071"/>
                    </a:cubicBezTo>
                    <a:cubicBezTo>
                      <a:pt x="835016" y="109557"/>
                      <a:pt x="849418" y="106899"/>
                      <a:pt x="859877" y="102099"/>
                    </a:cubicBezTo>
                    <a:cubicBezTo>
                      <a:pt x="862105" y="101070"/>
                      <a:pt x="864506" y="100556"/>
                      <a:pt x="867077" y="100556"/>
                    </a:cubicBezTo>
                    <a:close/>
                    <a:moveTo>
                      <a:pt x="1139297" y="91554"/>
                    </a:moveTo>
                    <a:cubicBezTo>
                      <a:pt x="1141097" y="91554"/>
                      <a:pt x="1144269" y="92626"/>
                      <a:pt x="1148813" y="94769"/>
                    </a:cubicBezTo>
                    <a:cubicBezTo>
                      <a:pt x="1153356" y="96912"/>
                      <a:pt x="1155628" y="98798"/>
                      <a:pt x="1155628" y="100427"/>
                    </a:cubicBezTo>
                    <a:cubicBezTo>
                      <a:pt x="1155628" y="102056"/>
                      <a:pt x="1154599" y="104327"/>
                      <a:pt x="1152542" y="107242"/>
                    </a:cubicBezTo>
                    <a:cubicBezTo>
                      <a:pt x="1146712" y="115300"/>
                      <a:pt x="1143798" y="121130"/>
                      <a:pt x="1143798" y="124730"/>
                    </a:cubicBezTo>
                    <a:cubicBezTo>
                      <a:pt x="1143798" y="126616"/>
                      <a:pt x="1144698" y="128202"/>
                      <a:pt x="1146498" y="129488"/>
                    </a:cubicBezTo>
                    <a:cubicBezTo>
                      <a:pt x="1148298" y="130774"/>
                      <a:pt x="1149198" y="131845"/>
                      <a:pt x="1149198" y="132702"/>
                    </a:cubicBezTo>
                    <a:cubicBezTo>
                      <a:pt x="1149198" y="134417"/>
                      <a:pt x="1144355" y="136474"/>
                      <a:pt x="1134668" y="138875"/>
                    </a:cubicBezTo>
                    <a:cubicBezTo>
                      <a:pt x="1124981" y="141275"/>
                      <a:pt x="1117651" y="142304"/>
                      <a:pt x="1112679" y="141961"/>
                    </a:cubicBezTo>
                    <a:cubicBezTo>
                      <a:pt x="1112508" y="148476"/>
                      <a:pt x="1112422" y="155291"/>
                      <a:pt x="1112422" y="162406"/>
                    </a:cubicBezTo>
                    <a:cubicBezTo>
                      <a:pt x="1112422" y="169521"/>
                      <a:pt x="1113451" y="175265"/>
                      <a:pt x="1115508" y="179637"/>
                    </a:cubicBezTo>
                    <a:cubicBezTo>
                      <a:pt x="1117566" y="184009"/>
                      <a:pt x="1121766" y="187266"/>
                      <a:pt x="1128110" y="189409"/>
                    </a:cubicBezTo>
                    <a:cubicBezTo>
                      <a:pt x="1134454" y="191553"/>
                      <a:pt x="1142597" y="192624"/>
                      <a:pt x="1152542" y="192624"/>
                    </a:cubicBezTo>
                    <a:cubicBezTo>
                      <a:pt x="1162486" y="192624"/>
                      <a:pt x="1171701" y="191467"/>
                      <a:pt x="1180188" y="189152"/>
                    </a:cubicBezTo>
                    <a:cubicBezTo>
                      <a:pt x="1188675" y="186838"/>
                      <a:pt x="1194847" y="184352"/>
                      <a:pt x="1198705" y="181694"/>
                    </a:cubicBezTo>
                    <a:cubicBezTo>
                      <a:pt x="1202562" y="179037"/>
                      <a:pt x="1205262" y="175265"/>
                      <a:pt x="1206806" y="170379"/>
                    </a:cubicBezTo>
                    <a:cubicBezTo>
                      <a:pt x="1208349" y="165492"/>
                      <a:pt x="1209806" y="157391"/>
                      <a:pt x="1211177" y="146076"/>
                    </a:cubicBezTo>
                    <a:cubicBezTo>
                      <a:pt x="1211692" y="141789"/>
                      <a:pt x="1212592" y="139646"/>
                      <a:pt x="1213878" y="139646"/>
                    </a:cubicBezTo>
                    <a:cubicBezTo>
                      <a:pt x="1215164" y="139646"/>
                      <a:pt x="1215978" y="141704"/>
                      <a:pt x="1216321" y="145818"/>
                    </a:cubicBezTo>
                    <a:cubicBezTo>
                      <a:pt x="1217521" y="156963"/>
                      <a:pt x="1219750" y="167335"/>
                      <a:pt x="1223008" y="176937"/>
                    </a:cubicBezTo>
                    <a:cubicBezTo>
                      <a:pt x="1223865" y="179508"/>
                      <a:pt x="1224293" y="181737"/>
                      <a:pt x="1224293" y="183623"/>
                    </a:cubicBezTo>
                    <a:cubicBezTo>
                      <a:pt x="1224293" y="189795"/>
                      <a:pt x="1217564" y="195282"/>
                      <a:pt x="1204105" y="200082"/>
                    </a:cubicBezTo>
                    <a:cubicBezTo>
                      <a:pt x="1190646" y="204883"/>
                      <a:pt x="1176202" y="207283"/>
                      <a:pt x="1160771" y="207283"/>
                    </a:cubicBezTo>
                    <a:cubicBezTo>
                      <a:pt x="1145341" y="207283"/>
                      <a:pt x="1133896" y="205783"/>
                      <a:pt x="1126438" y="202783"/>
                    </a:cubicBezTo>
                    <a:cubicBezTo>
                      <a:pt x="1118980" y="199782"/>
                      <a:pt x="1113494" y="195925"/>
                      <a:pt x="1109979" y="191210"/>
                    </a:cubicBezTo>
                    <a:cubicBezTo>
                      <a:pt x="1106464" y="186495"/>
                      <a:pt x="1104364" y="181609"/>
                      <a:pt x="1103678" y="176551"/>
                    </a:cubicBezTo>
                    <a:cubicBezTo>
                      <a:pt x="1102993" y="171493"/>
                      <a:pt x="1102650" y="165021"/>
                      <a:pt x="1102650" y="157134"/>
                    </a:cubicBezTo>
                    <a:cubicBezTo>
                      <a:pt x="1102650" y="149247"/>
                      <a:pt x="1102821" y="142432"/>
                      <a:pt x="1103164" y="136689"/>
                    </a:cubicBezTo>
                    <a:cubicBezTo>
                      <a:pt x="1103507" y="130945"/>
                      <a:pt x="1103678" y="127130"/>
                      <a:pt x="1103678" y="125244"/>
                    </a:cubicBezTo>
                    <a:cubicBezTo>
                      <a:pt x="1103678" y="115472"/>
                      <a:pt x="1102950" y="109514"/>
                      <a:pt x="1101492" y="107371"/>
                    </a:cubicBezTo>
                    <a:cubicBezTo>
                      <a:pt x="1100035" y="105228"/>
                      <a:pt x="1099306" y="103427"/>
                      <a:pt x="1099306" y="101970"/>
                    </a:cubicBezTo>
                    <a:cubicBezTo>
                      <a:pt x="1099306" y="100513"/>
                      <a:pt x="1100506" y="99784"/>
                      <a:pt x="1102907" y="99784"/>
                    </a:cubicBezTo>
                    <a:cubicBezTo>
                      <a:pt x="1105307" y="99784"/>
                      <a:pt x="1108908" y="100470"/>
                      <a:pt x="1113708" y="101841"/>
                    </a:cubicBezTo>
                    <a:cubicBezTo>
                      <a:pt x="1117309" y="101327"/>
                      <a:pt x="1120738" y="100513"/>
                      <a:pt x="1123995" y="99398"/>
                    </a:cubicBezTo>
                    <a:cubicBezTo>
                      <a:pt x="1127253" y="98284"/>
                      <a:pt x="1129396" y="97384"/>
                      <a:pt x="1130425" y="96698"/>
                    </a:cubicBezTo>
                    <a:cubicBezTo>
                      <a:pt x="1134539" y="93269"/>
                      <a:pt x="1137497" y="91554"/>
                      <a:pt x="1139297" y="91554"/>
                    </a:cubicBezTo>
                    <a:close/>
                    <a:moveTo>
                      <a:pt x="1041828" y="91040"/>
                    </a:moveTo>
                    <a:cubicBezTo>
                      <a:pt x="1043628" y="91040"/>
                      <a:pt x="1047057" y="91812"/>
                      <a:pt x="1052115" y="93355"/>
                    </a:cubicBezTo>
                    <a:cubicBezTo>
                      <a:pt x="1057173" y="94898"/>
                      <a:pt x="1059701" y="97469"/>
                      <a:pt x="1059701" y="101070"/>
                    </a:cubicBezTo>
                    <a:cubicBezTo>
                      <a:pt x="1059701" y="102956"/>
                      <a:pt x="1059101" y="105356"/>
                      <a:pt x="1057901" y="108271"/>
                    </a:cubicBezTo>
                    <a:cubicBezTo>
                      <a:pt x="1056701" y="111185"/>
                      <a:pt x="1055587" y="119244"/>
                      <a:pt x="1054558" y="132445"/>
                    </a:cubicBezTo>
                    <a:cubicBezTo>
                      <a:pt x="1053529" y="145647"/>
                      <a:pt x="1053015" y="154605"/>
                      <a:pt x="1053015" y="159320"/>
                    </a:cubicBezTo>
                    <a:cubicBezTo>
                      <a:pt x="1053015" y="164035"/>
                      <a:pt x="1053444" y="166392"/>
                      <a:pt x="1054301" y="166392"/>
                    </a:cubicBezTo>
                    <a:cubicBezTo>
                      <a:pt x="1055158" y="166392"/>
                      <a:pt x="1056615" y="165364"/>
                      <a:pt x="1058673" y="163306"/>
                    </a:cubicBezTo>
                    <a:cubicBezTo>
                      <a:pt x="1060730" y="161249"/>
                      <a:pt x="1065145" y="157777"/>
                      <a:pt x="1071917" y="152891"/>
                    </a:cubicBezTo>
                    <a:cubicBezTo>
                      <a:pt x="1078689" y="148004"/>
                      <a:pt x="1082933" y="145561"/>
                      <a:pt x="1084647" y="145561"/>
                    </a:cubicBezTo>
                    <a:cubicBezTo>
                      <a:pt x="1085676" y="145561"/>
                      <a:pt x="1086190" y="146161"/>
                      <a:pt x="1086190" y="147361"/>
                    </a:cubicBezTo>
                    <a:cubicBezTo>
                      <a:pt x="1086190" y="148562"/>
                      <a:pt x="1084819" y="150533"/>
                      <a:pt x="1082076" y="153276"/>
                    </a:cubicBezTo>
                    <a:cubicBezTo>
                      <a:pt x="1063559" y="171793"/>
                      <a:pt x="1051300" y="185423"/>
                      <a:pt x="1045300" y="194167"/>
                    </a:cubicBezTo>
                    <a:cubicBezTo>
                      <a:pt x="1042385" y="198625"/>
                      <a:pt x="1040156" y="200854"/>
                      <a:pt x="1038613" y="200854"/>
                    </a:cubicBezTo>
                    <a:cubicBezTo>
                      <a:pt x="1037070" y="200854"/>
                      <a:pt x="1035313" y="199225"/>
                      <a:pt x="1033341" y="195967"/>
                    </a:cubicBezTo>
                    <a:cubicBezTo>
                      <a:pt x="1031369" y="192710"/>
                      <a:pt x="1030384" y="189452"/>
                      <a:pt x="1030384" y="186195"/>
                    </a:cubicBezTo>
                    <a:cubicBezTo>
                      <a:pt x="1030384" y="182937"/>
                      <a:pt x="1032055" y="179337"/>
                      <a:pt x="1035398" y="175393"/>
                    </a:cubicBezTo>
                    <a:cubicBezTo>
                      <a:pt x="1038742" y="171450"/>
                      <a:pt x="1041013" y="165749"/>
                      <a:pt x="1042214" y="158291"/>
                    </a:cubicBezTo>
                    <a:cubicBezTo>
                      <a:pt x="1043414" y="150833"/>
                      <a:pt x="1044014" y="140332"/>
                      <a:pt x="1044014" y="126787"/>
                    </a:cubicBezTo>
                    <a:cubicBezTo>
                      <a:pt x="1044014" y="113243"/>
                      <a:pt x="1043199" y="104670"/>
                      <a:pt x="1041571" y="101070"/>
                    </a:cubicBezTo>
                    <a:cubicBezTo>
                      <a:pt x="1039942" y="97469"/>
                      <a:pt x="1039127" y="94898"/>
                      <a:pt x="1039127" y="93355"/>
                    </a:cubicBezTo>
                    <a:cubicBezTo>
                      <a:pt x="1039127" y="91812"/>
                      <a:pt x="1040028" y="91040"/>
                      <a:pt x="1041828" y="91040"/>
                    </a:cubicBezTo>
                    <a:close/>
                    <a:moveTo>
                      <a:pt x="1443921" y="90526"/>
                    </a:moveTo>
                    <a:cubicBezTo>
                      <a:pt x="1442378" y="90526"/>
                      <a:pt x="1436163" y="91426"/>
                      <a:pt x="1425276" y="93226"/>
                    </a:cubicBezTo>
                    <a:cubicBezTo>
                      <a:pt x="1414389" y="95026"/>
                      <a:pt x="1404316" y="96355"/>
                      <a:pt x="1395058" y="97212"/>
                    </a:cubicBezTo>
                    <a:cubicBezTo>
                      <a:pt x="1396429" y="115900"/>
                      <a:pt x="1398058" y="131588"/>
                      <a:pt x="1399944" y="144275"/>
                    </a:cubicBezTo>
                    <a:cubicBezTo>
                      <a:pt x="1418461" y="142046"/>
                      <a:pt x="1430076" y="140332"/>
                      <a:pt x="1434791" y="139132"/>
                    </a:cubicBezTo>
                    <a:cubicBezTo>
                      <a:pt x="1439506" y="137932"/>
                      <a:pt x="1442464" y="136303"/>
                      <a:pt x="1443664" y="134245"/>
                    </a:cubicBezTo>
                    <a:cubicBezTo>
                      <a:pt x="1444864" y="132188"/>
                      <a:pt x="1446321" y="126187"/>
                      <a:pt x="1448036" y="116243"/>
                    </a:cubicBezTo>
                    <a:cubicBezTo>
                      <a:pt x="1449750" y="106299"/>
                      <a:pt x="1450608" y="99527"/>
                      <a:pt x="1450608" y="95926"/>
                    </a:cubicBezTo>
                    <a:cubicBezTo>
                      <a:pt x="1450608" y="92326"/>
                      <a:pt x="1448379" y="90526"/>
                      <a:pt x="1443921" y="90526"/>
                    </a:cubicBezTo>
                    <a:close/>
                    <a:moveTo>
                      <a:pt x="1452665" y="76895"/>
                    </a:moveTo>
                    <a:cubicBezTo>
                      <a:pt x="1455237" y="76895"/>
                      <a:pt x="1460209" y="78824"/>
                      <a:pt x="1467581" y="82682"/>
                    </a:cubicBezTo>
                    <a:cubicBezTo>
                      <a:pt x="1474953" y="86540"/>
                      <a:pt x="1478640" y="89454"/>
                      <a:pt x="1478640" y="91426"/>
                    </a:cubicBezTo>
                    <a:cubicBezTo>
                      <a:pt x="1478640" y="93397"/>
                      <a:pt x="1476668" y="96441"/>
                      <a:pt x="1472724" y="100556"/>
                    </a:cubicBezTo>
                    <a:cubicBezTo>
                      <a:pt x="1470153" y="103299"/>
                      <a:pt x="1467152" y="109214"/>
                      <a:pt x="1463723" y="118301"/>
                    </a:cubicBezTo>
                    <a:cubicBezTo>
                      <a:pt x="1460294" y="127387"/>
                      <a:pt x="1458580" y="132745"/>
                      <a:pt x="1458580" y="134374"/>
                    </a:cubicBezTo>
                    <a:cubicBezTo>
                      <a:pt x="1458580" y="136003"/>
                      <a:pt x="1459694" y="137246"/>
                      <a:pt x="1461923" y="138103"/>
                    </a:cubicBezTo>
                    <a:cubicBezTo>
                      <a:pt x="1465009" y="139303"/>
                      <a:pt x="1466552" y="140718"/>
                      <a:pt x="1466552" y="142346"/>
                    </a:cubicBezTo>
                    <a:cubicBezTo>
                      <a:pt x="1466552" y="143975"/>
                      <a:pt x="1465824" y="145133"/>
                      <a:pt x="1464366" y="145818"/>
                    </a:cubicBezTo>
                    <a:cubicBezTo>
                      <a:pt x="1462909" y="146504"/>
                      <a:pt x="1454465" y="147661"/>
                      <a:pt x="1439035" y="149290"/>
                    </a:cubicBezTo>
                    <a:cubicBezTo>
                      <a:pt x="1423604" y="150919"/>
                      <a:pt x="1410831" y="151991"/>
                      <a:pt x="1400715" y="152505"/>
                    </a:cubicBezTo>
                    <a:cubicBezTo>
                      <a:pt x="1400887" y="160392"/>
                      <a:pt x="1400673" y="165235"/>
                      <a:pt x="1400073" y="167035"/>
                    </a:cubicBezTo>
                    <a:cubicBezTo>
                      <a:pt x="1399473" y="168835"/>
                      <a:pt x="1398315" y="169736"/>
                      <a:pt x="1396601" y="169736"/>
                    </a:cubicBezTo>
                    <a:cubicBezTo>
                      <a:pt x="1394886" y="169736"/>
                      <a:pt x="1393257" y="167807"/>
                      <a:pt x="1391714" y="163949"/>
                    </a:cubicBezTo>
                    <a:cubicBezTo>
                      <a:pt x="1390171" y="160092"/>
                      <a:pt x="1388714" y="152205"/>
                      <a:pt x="1387342" y="140289"/>
                    </a:cubicBezTo>
                    <a:cubicBezTo>
                      <a:pt x="1385971" y="128373"/>
                      <a:pt x="1384471" y="118558"/>
                      <a:pt x="1382842" y="110843"/>
                    </a:cubicBezTo>
                    <a:cubicBezTo>
                      <a:pt x="1381213" y="103127"/>
                      <a:pt x="1378941" y="97298"/>
                      <a:pt x="1376027" y="93355"/>
                    </a:cubicBezTo>
                    <a:cubicBezTo>
                      <a:pt x="1374827" y="91640"/>
                      <a:pt x="1374226" y="90054"/>
                      <a:pt x="1374226" y="88597"/>
                    </a:cubicBezTo>
                    <a:cubicBezTo>
                      <a:pt x="1374226" y="87140"/>
                      <a:pt x="1375598" y="86411"/>
                      <a:pt x="1378341" y="86411"/>
                    </a:cubicBezTo>
                    <a:cubicBezTo>
                      <a:pt x="1381084" y="86411"/>
                      <a:pt x="1385199" y="87440"/>
                      <a:pt x="1390686" y="89497"/>
                    </a:cubicBezTo>
                    <a:cubicBezTo>
                      <a:pt x="1399258" y="89154"/>
                      <a:pt x="1409245" y="87825"/>
                      <a:pt x="1420647" y="85511"/>
                    </a:cubicBezTo>
                    <a:cubicBezTo>
                      <a:pt x="1432048" y="83196"/>
                      <a:pt x="1440320" y="80839"/>
                      <a:pt x="1445464" y="78438"/>
                    </a:cubicBezTo>
                    <a:cubicBezTo>
                      <a:pt x="1447693" y="77410"/>
                      <a:pt x="1450093" y="76895"/>
                      <a:pt x="1452665" y="76895"/>
                    </a:cubicBezTo>
                    <a:close/>
                    <a:moveTo>
                      <a:pt x="1779534" y="76124"/>
                    </a:moveTo>
                    <a:cubicBezTo>
                      <a:pt x="1783649" y="76124"/>
                      <a:pt x="1789135" y="77753"/>
                      <a:pt x="1795993" y="81010"/>
                    </a:cubicBezTo>
                    <a:cubicBezTo>
                      <a:pt x="1802851" y="84268"/>
                      <a:pt x="1806280" y="89240"/>
                      <a:pt x="1806280" y="95926"/>
                    </a:cubicBezTo>
                    <a:cubicBezTo>
                      <a:pt x="1806280" y="101070"/>
                      <a:pt x="1804352" y="103642"/>
                      <a:pt x="1800494" y="103642"/>
                    </a:cubicBezTo>
                    <a:cubicBezTo>
                      <a:pt x="1796636" y="103642"/>
                      <a:pt x="1791579" y="99955"/>
                      <a:pt x="1785321" y="92583"/>
                    </a:cubicBezTo>
                    <a:cubicBezTo>
                      <a:pt x="1779063" y="85211"/>
                      <a:pt x="1775934" y="80624"/>
                      <a:pt x="1775934" y="78824"/>
                    </a:cubicBezTo>
                    <a:cubicBezTo>
                      <a:pt x="1775934" y="77024"/>
                      <a:pt x="1777134" y="76124"/>
                      <a:pt x="1779534" y="76124"/>
                    </a:cubicBezTo>
                    <a:close/>
                    <a:moveTo>
                      <a:pt x="1609027" y="67380"/>
                    </a:moveTo>
                    <a:cubicBezTo>
                      <a:pt x="1592225" y="70809"/>
                      <a:pt x="1578338" y="72781"/>
                      <a:pt x="1567365" y="73295"/>
                    </a:cubicBezTo>
                    <a:cubicBezTo>
                      <a:pt x="1571994" y="97984"/>
                      <a:pt x="1575680" y="119244"/>
                      <a:pt x="1578423" y="137074"/>
                    </a:cubicBezTo>
                    <a:cubicBezTo>
                      <a:pt x="1585796" y="136560"/>
                      <a:pt x="1595911" y="135103"/>
                      <a:pt x="1608770" y="132702"/>
                    </a:cubicBezTo>
                    <a:lnTo>
                      <a:pt x="1609027" y="104928"/>
                    </a:lnTo>
                    <a:cubicBezTo>
                      <a:pt x="1603198" y="105785"/>
                      <a:pt x="1598740" y="106213"/>
                      <a:pt x="1595654" y="106213"/>
                    </a:cubicBezTo>
                    <a:cubicBezTo>
                      <a:pt x="1592568" y="106213"/>
                      <a:pt x="1589910" y="105828"/>
                      <a:pt x="1587682" y="105056"/>
                    </a:cubicBezTo>
                    <a:cubicBezTo>
                      <a:pt x="1585453" y="104285"/>
                      <a:pt x="1584338" y="103299"/>
                      <a:pt x="1584338" y="102099"/>
                    </a:cubicBezTo>
                    <a:cubicBezTo>
                      <a:pt x="1584338" y="100898"/>
                      <a:pt x="1585710" y="100127"/>
                      <a:pt x="1588453" y="99784"/>
                    </a:cubicBezTo>
                    <a:cubicBezTo>
                      <a:pt x="1594111" y="99098"/>
                      <a:pt x="1600969" y="97641"/>
                      <a:pt x="1609027" y="95412"/>
                    </a:cubicBezTo>
                    <a:close/>
                    <a:moveTo>
                      <a:pt x="1661234" y="60436"/>
                    </a:moveTo>
                    <a:cubicBezTo>
                      <a:pt x="1650604" y="60436"/>
                      <a:pt x="1637402" y="61894"/>
                      <a:pt x="1621629" y="64808"/>
                    </a:cubicBezTo>
                    <a:cubicBezTo>
                      <a:pt x="1621629" y="70809"/>
                      <a:pt x="1621457" y="79810"/>
                      <a:pt x="1621114" y="91812"/>
                    </a:cubicBezTo>
                    <a:cubicBezTo>
                      <a:pt x="1629858" y="89240"/>
                      <a:pt x="1635688" y="87954"/>
                      <a:pt x="1638602" y="87954"/>
                    </a:cubicBezTo>
                    <a:cubicBezTo>
                      <a:pt x="1641517" y="87954"/>
                      <a:pt x="1644089" y="88468"/>
                      <a:pt x="1646318" y="89497"/>
                    </a:cubicBezTo>
                    <a:cubicBezTo>
                      <a:pt x="1648546" y="90526"/>
                      <a:pt x="1649661" y="91897"/>
                      <a:pt x="1649661" y="93612"/>
                    </a:cubicBezTo>
                    <a:cubicBezTo>
                      <a:pt x="1649661" y="95326"/>
                      <a:pt x="1648161" y="96698"/>
                      <a:pt x="1645160" y="97727"/>
                    </a:cubicBezTo>
                    <a:cubicBezTo>
                      <a:pt x="1642160" y="98755"/>
                      <a:pt x="1634059" y="100470"/>
                      <a:pt x="1620857" y="102870"/>
                    </a:cubicBezTo>
                    <a:cubicBezTo>
                      <a:pt x="1620857" y="112814"/>
                      <a:pt x="1620686" y="122158"/>
                      <a:pt x="1620343" y="130902"/>
                    </a:cubicBezTo>
                    <a:cubicBezTo>
                      <a:pt x="1631487" y="128845"/>
                      <a:pt x="1639031" y="127816"/>
                      <a:pt x="1642974" y="127816"/>
                    </a:cubicBezTo>
                    <a:cubicBezTo>
                      <a:pt x="1646918" y="127816"/>
                      <a:pt x="1649661" y="128245"/>
                      <a:pt x="1651204" y="129102"/>
                    </a:cubicBezTo>
                    <a:cubicBezTo>
                      <a:pt x="1652747" y="129959"/>
                      <a:pt x="1653862" y="130388"/>
                      <a:pt x="1654547" y="130388"/>
                    </a:cubicBezTo>
                    <a:cubicBezTo>
                      <a:pt x="1657290" y="130388"/>
                      <a:pt x="1660505" y="121472"/>
                      <a:pt x="1664191" y="103642"/>
                    </a:cubicBezTo>
                    <a:cubicBezTo>
                      <a:pt x="1667878" y="85811"/>
                      <a:pt x="1669721" y="74667"/>
                      <a:pt x="1669721" y="70209"/>
                    </a:cubicBezTo>
                    <a:cubicBezTo>
                      <a:pt x="1669721" y="65751"/>
                      <a:pt x="1669206" y="63008"/>
                      <a:pt x="1668178" y="61979"/>
                    </a:cubicBezTo>
                    <a:cubicBezTo>
                      <a:pt x="1667149" y="60951"/>
                      <a:pt x="1664834" y="60436"/>
                      <a:pt x="1661234" y="60436"/>
                    </a:cubicBezTo>
                    <a:close/>
                    <a:moveTo>
                      <a:pt x="265555" y="54521"/>
                    </a:moveTo>
                    <a:lnTo>
                      <a:pt x="289729" y="54521"/>
                    </a:lnTo>
                    <a:lnTo>
                      <a:pt x="289729" y="79210"/>
                    </a:lnTo>
                    <a:lnTo>
                      <a:pt x="265555" y="79210"/>
                    </a:lnTo>
                    <a:close/>
                    <a:moveTo>
                      <a:pt x="1946955" y="35490"/>
                    </a:moveTo>
                    <a:cubicBezTo>
                      <a:pt x="1950727" y="35490"/>
                      <a:pt x="1954242" y="36133"/>
                      <a:pt x="1957499" y="37419"/>
                    </a:cubicBezTo>
                    <a:cubicBezTo>
                      <a:pt x="1960757" y="38705"/>
                      <a:pt x="1962385" y="40248"/>
                      <a:pt x="1962385" y="42048"/>
                    </a:cubicBezTo>
                    <a:cubicBezTo>
                      <a:pt x="1962385" y="43848"/>
                      <a:pt x="1959599" y="45649"/>
                      <a:pt x="1954027" y="47449"/>
                    </a:cubicBezTo>
                    <a:cubicBezTo>
                      <a:pt x="1948455" y="49249"/>
                      <a:pt x="1930067" y="52635"/>
                      <a:pt x="1898863" y="57607"/>
                    </a:cubicBezTo>
                    <a:cubicBezTo>
                      <a:pt x="1902978" y="60522"/>
                      <a:pt x="1905035" y="63265"/>
                      <a:pt x="1905035" y="65837"/>
                    </a:cubicBezTo>
                    <a:cubicBezTo>
                      <a:pt x="1905035" y="67209"/>
                      <a:pt x="1904435" y="68323"/>
                      <a:pt x="1903235" y="69180"/>
                    </a:cubicBezTo>
                    <a:cubicBezTo>
                      <a:pt x="1892948" y="76038"/>
                      <a:pt x="1882576" y="85725"/>
                      <a:pt x="1872117" y="98241"/>
                    </a:cubicBezTo>
                    <a:cubicBezTo>
                      <a:pt x="1896292" y="93097"/>
                      <a:pt x="1914208" y="89497"/>
                      <a:pt x="1925867" y="87440"/>
                    </a:cubicBezTo>
                    <a:cubicBezTo>
                      <a:pt x="1920209" y="78696"/>
                      <a:pt x="1917380" y="73809"/>
                      <a:pt x="1917380" y="72781"/>
                    </a:cubicBezTo>
                    <a:cubicBezTo>
                      <a:pt x="1917380" y="71752"/>
                      <a:pt x="1918151" y="71238"/>
                      <a:pt x="1919695" y="71238"/>
                    </a:cubicBezTo>
                    <a:cubicBezTo>
                      <a:pt x="1921238" y="71238"/>
                      <a:pt x="1924924" y="72481"/>
                      <a:pt x="1930753" y="74967"/>
                    </a:cubicBezTo>
                    <a:cubicBezTo>
                      <a:pt x="1936582" y="77453"/>
                      <a:pt x="1940869" y="80110"/>
                      <a:pt x="1943612" y="82939"/>
                    </a:cubicBezTo>
                    <a:cubicBezTo>
                      <a:pt x="1946355" y="85768"/>
                      <a:pt x="1947727" y="89411"/>
                      <a:pt x="1947727" y="93869"/>
                    </a:cubicBezTo>
                    <a:cubicBezTo>
                      <a:pt x="1947727" y="101584"/>
                      <a:pt x="1946098" y="105442"/>
                      <a:pt x="1942840" y="105442"/>
                    </a:cubicBezTo>
                    <a:cubicBezTo>
                      <a:pt x="1940097" y="105442"/>
                      <a:pt x="1935639" y="101070"/>
                      <a:pt x="1929467" y="92326"/>
                    </a:cubicBezTo>
                    <a:cubicBezTo>
                      <a:pt x="1912665" y="95926"/>
                      <a:pt x="1898349" y="99827"/>
                      <a:pt x="1886519" y="104027"/>
                    </a:cubicBezTo>
                    <a:cubicBezTo>
                      <a:pt x="1874689" y="108228"/>
                      <a:pt x="1866202" y="112214"/>
                      <a:pt x="1861059" y="115986"/>
                    </a:cubicBezTo>
                    <a:cubicBezTo>
                      <a:pt x="1859001" y="117529"/>
                      <a:pt x="1857201" y="118301"/>
                      <a:pt x="1855658" y="118301"/>
                    </a:cubicBezTo>
                    <a:cubicBezTo>
                      <a:pt x="1854115" y="118301"/>
                      <a:pt x="1852829" y="116843"/>
                      <a:pt x="1851800" y="113929"/>
                    </a:cubicBezTo>
                    <a:cubicBezTo>
                      <a:pt x="1850771" y="111014"/>
                      <a:pt x="1850257" y="108785"/>
                      <a:pt x="1850257" y="107242"/>
                    </a:cubicBezTo>
                    <a:cubicBezTo>
                      <a:pt x="1850257" y="105699"/>
                      <a:pt x="1850814" y="104199"/>
                      <a:pt x="1851929" y="102742"/>
                    </a:cubicBezTo>
                    <a:cubicBezTo>
                      <a:pt x="1853043" y="101284"/>
                      <a:pt x="1854458" y="100256"/>
                      <a:pt x="1856172" y="99655"/>
                    </a:cubicBezTo>
                    <a:cubicBezTo>
                      <a:pt x="1857887" y="99055"/>
                      <a:pt x="1859987" y="97941"/>
                      <a:pt x="1862473" y="96312"/>
                    </a:cubicBezTo>
                    <a:cubicBezTo>
                      <a:pt x="1864959" y="94683"/>
                      <a:pt x="1866931" y="93183"/>
                      <a:pt x="1868388" y="91812"/>
                    </a:cubicBezTo>
                    <a:cubicBezTo>
                      <a:pt x="1869845" y="90440"/>
                      <a:pt x="1872117" y="87654"/>
                      <a:pt x="1875203" y="83453"/>
                    </a:cubicBezTo>
                    <a:cubicBezTo>
                      <a:pt x="1878289" y="79253"/>
                      <a:pt x="1880690" y="75738"/>
                      <a:pt x="1882404" y="72909"/>
                    </a:cubicBezTo>
                    <a:cubicBezTo>
                      <a:pt x="1884119" y="70080"/>
                      <a:pt x="1885405" y="67551"/>
                      <a:pt x="1886262" y="65323"/>
                    </a:cubicBezTo>
                    <a:cubicBezTo>
                      <a:pt x="1887119" y="63094"/>
                      <a:pt x="1887548" y="61036"/>
                      <a:pt x="1887548" y="59150"/>
                    </a:cubicBezTo>
                    <a:cubicBezTo>
                      <a:pt x="1875889" y="61036"/>
                      <a:pt x="1867702" y="61979"/>
                      <a:pt x="1862987" y="61979"/>
                    </a:cubicBezTo>
                    <a:cubicBezTo>
                      <a:pt x="1858273" y="61979"/>
                      <a:pt x="1854458" y="61422"/>
                      <a:pt x="1851543" y="60308"/>
                    </a:cubicBezTo>
                    <a:cubicBezTo>
                      <a:pt x="1848628" y="59193"/>
                      <a:pt x="1847171" y="58122"/>
                      <a:pt x="1847171" y="57093"/>
                    </a:cubicBezTo>
                    <a:cubicBezTo>
                      <a:pt x="1847171" y="56064"/>
                      <a:pt x="1848800" y="55464"/>
                      <a:pt x="1852057" y="55293"/>
                    </a:cubicBezTo>
                    <a:cubicBezTo>
                      <a:pt x="1870574" y="53578"/>
                      <a:pt x="1896892" y="47920"/>
                      <a:pt x="1931010" y="38319"/>
                    </a:cubicBezTo>
                    <a:cubicBezTo>
                      <a:pt x="1937868" y="36433"/>
                      <a:pt x="1943183" y="35490"/>
                      <a:pt x="1946955" y="35490"/>
                    </a:cubicBezTo>
                    <a:close/>
                    <a:moveTo>
                      <a:pt x="1802423" y="29318"/>
                    </a:moveTo>
                    <a:cubicBezTo>
                      <a:pt x="1810652" y="29318"/>
                      <a:pt x="1817382" y="31118"/>
                      <a:pt x="1822611" y="34719"/>
                    </a:cubicBezTo>
                    <a:cubicBezTo>
                      <a:pt x="1827840" y="38319"/>
                      <a:pt x="1830455" y="43291"/>
                      <a:pt x="1830455" y="49635"/>
                    </a:cubicBezTo>
                    <a:cubicBezTo>
                      <a:pt x="1830455" y="54435"/>
                      <a:pt x="1828483" y="56836"/>
                      <a:pt x="1824540" y="56836"/>
                    </a:cubicBezTo>
                    <a:cubicBezTo>
                      <a:pt x="1820596" y="56836"/>
                      <a:pt x="1815067" y="53021"/>
                      <a:pt x="1807952" y="45392"/>
                    </a:cubicBezTo>
                    <a:cubicBezTo>
                      <a:pt x="1800837" y="37762"/>
                      <a:pt x="1797279" y="33176"/>
                      <a:pt x="1797279" y="31633"/>
                    </a:cubicBezTo>
                    <a:cubicBezTo>
                      <a:pt x="1797279" y="30090"/>
                      <a:pt x="1798994" y="29318"/>
                      <a:pt x="1802423" y="29318"/>
                    </a:cubicBezTo>
                    <a:close/>
                    <a:moveTo>
                      <a:pt x="63917" y="12472"/>
                    </a:moveTo>
                    <a:lnTo>
                      <a:pt x="114146" y="12472"/>
                    </a:lnTo>
                    <a:lnTo>
                      <a:pt x="112765" y="18625"/>
                    </a:lnTo>
                    <a:cubicBezTo>
                      <a:pt x="109584" y="19295"/>
                      <a:pt x="107302" y="20048"/>
                      <a:pt x="105921" y="20886"/>
                    </a:cubicBezTo>
                    <a:cubicBezTo>
                      <a:pt x="104540" y="21723"/>
                      <a:pt x="103284" y="22978"/>
                      <a:pt x="102154" y="24653"/>
                    </a:cubicBezTo>
                    <a:cubicBezTo>
                      <a:pt x="101024" y="26327"/>
                      <a:pt x="99894" y="28943"/>
                      <a:pt x="98763" y="32501"/>
                    </a:cubicBezTo>
                    <a:cubicBezTo>
                      <a:pt x="97633" y="36059"/>
                      <a:pt x="96189" y="41856"/>
                      <a:pt x="94431" y="49893"/>
                    </a:cubicBezTo>
                    <a:lnTo>
                      <a:pt x="66177" y="178481"/>
                    </a:lnTo>
                    <a:cubicBezTo>
                      <a:pt x="63331" y="191540"/>
                      <a:pt x="59689" y="201942"/>
                      <a:pt x="55252" y="209686"/>
                    </a:cubicBezTo>
                    <a:cubicBezTo>
                      <a:pt x="50815" y="217429"/>
                      <a:pt x="45060" y="223164"/>
                      <a:pt x="37986" y="226889"/>
                    </a:cubicBezTo>
                    <a:cubicBezTo>
                      <a:pt x="30912" y="230615"/>
                      <a:pt x="22226" y="232477"/>
                      <a:pt x="11929" y="232477"/>
                    </a:cubicBezTo>
                    <a:cubicBezTo>
                      <a:pt x="7074" y="232477"/>
                      <a:pt x="3097" y="232059"/>
                      <a:pt x="0" y="231222"/>
                    </a:cubicBezTo>
                    <a:lnTo>
                      <a:pt x="3265" y="219166"/>
                    </a:lnTo>
                    <a:cubicBezTo>
                      <a:pt x="5023" y="219836"/>
                      <a:pt x="8204" y="220171"/>
                      <a:pt x="12808" y="220171"/>
                    </a:cubicBezTo>
                    <a:cubicBezTo>
                      <a:pt x="20761" y="220171"/>
                      <a:pt x="26998" y="217094"/>
                      <a:pt x="31519" y="210941"/>
                    </a:cubicBezTo>
                    <a:cubicBezTo>
                      <a:pt x="36039" y="204788"/>
                      <a:pt x="39765" y="195182"/>
                      <a:pt x="42695" y="182122"/>
                    </a:cubicBezTo>
                    <a:lnTo>
                      <a:pt x="72079" y="49767"/>
                    </a:lnTo>
                    <a:cubicBezTo>
                      <a:pt x="73921" y="41480"/>
                      <a:pt x="74842" y="34741"/>
                      <a:pt x="74842" y="29550"/>
                    </a:cubicBezTo>
                    <a:cubicBezTo>
                      <a:pt x="74842" y="25615"/>
                      <a:pt x="73858" y="22874"/>
                      <a:pt x="71891" y="21325"/>
                    </a:cubicBezTo>
                    <a:cubicBezTo>
                      <a:pt x="69923" y="19776"/>
                      <a:pt x="66805" y="18876"/>
                      <a:pt x="62535" y="18625"/>
                    </a:cubicBezTo>
                    <a:close/>
                    <a:moveTo>
                      <a:pt x="1047357" y="10544"/>
                    </a:moveTo>
                    <a:cubicBezTo>
                      <a:pt x="1050443" y="10544"/>
                      <a:pt x="1054429" y="12002"/>
                      <a:pt x="1059316" y="14916"/>
                    </a:cubicBezTo>
                    <a:cubicBezTo>
                      <a:pt x="1064202" y="17831"/>
                      <a:pt x="1066645" y="20231"/>
                      <a:pt x="1066645" y="22117"/>
                    </a:cubicBezTo>
                    <a:cubicBezTo>
                      <a:pt x="1066645" y="24003"/>
                      <a:pt x="1065574" y="26318"/>
                      <a:pt x="1063430" y="29061"/>
                    </a:cubicBezTo>
                    <a:cubicBezTo>
                      <a:pt x="1061287" y="31804"/>
                      <a:pt x="1055072" y="43806"/>
                      <a:pt x="1044785" y="65065"/>
                    </a:cubicBezTo>
                    <a:cubicBezTo>
                      <a:pt x="1056272" y="64037"/>
                      <a:pt x="1065359" y="61379"/>
                      <a:pt x="1072046" y="57093"/>
                    </a:cubicBezTo>
                    <a:cubicBezTo>
                      <a:pt x="1075303" y="54864"/>
                      <a:pt x="1078175" y="53750"/>
                      <a:pt x="1080661" y="53750"/>
                    </a:cubicBezTo>
                    <a:cubicBezTo>
                      <a:pt x="1083147" y="53750"/>
                      <a:pt x="1087262" y="55207"/>
                      <a:pt x="1093006" y="58122"/>
                    </a:cubicBezTo>
                    <a:cubicBezTo>
                      <a:pt x="1098749" y="61036"/>
                      <a:pt x="1101621" y="63565"/>
                      <a:pt x="1101621" y="65708"/>
                    </a:cubicBezTo>
                    <a:cubicBezTo>
                      <a:pt x="1101621" y="67851"/>
                      <a:pt x="1099649" y="69866"/>
                      <a:pt x="1095706" y="71752"/>
                    </a:cubicBezTo>
                    <a:cubicBezTo>
                      <a:pt x="1087133" y="75867"/>
                      <a:pt x="1080875" y="80496"/>
                      <a:pt x="1076932" y="85639"/>
                    </a:cubicBezTo>
                    <a:cubicBezTo>
                      <a:pt x="1073675" y="89583"/>
                      <a:pt x="1071274" y="91554"/>
                      <a:pt x="1069731" y="91554"/>
                    </a:cubicBezTo>
                    <a:cubicBezTo>
                      <a:pt x="1068874" y="91554"/>
                      <a:pt x="1068445" y="90826"/>
                      <a:pt x="1068445" y="89368"/>
                    </a:cubicBezTo>
                    <a:cubicBezTo>
                      <a:pt x="1068445" y="87911"/>
                      <a:pt x="1069517" y="84911"/>
                      <a:pt x="1071660" y="80367"/>
                    </a:cubicBezTo>
                    <a:cubicBezTo>
                      <a:pt x="1073803" y="75824"/>
                      <a:pt x="1074875" y="72481"/>
                      <a:pt x="1074875" y="70337"/>
                    </a:cubicBezTo>
                    <a:cubicBezTo>
                      <a:pt x="1074875" y="68194"/>
                      <a:pt x="1074146" y="67123"/>
                      <a:pt x="1072689" y="67123"/>
                    </a:cubicBezTo>
                    <a:cubicBezTo>
                      <a:pt x="1071231" y="67123"/>
                      <a:pt x="1069646" y="67466"/>
                      <a:pt x="1067931" y="68151"/>
                    </a:cubicBezTo>
                    <a:cubicBezTo>
                      <a:pt x="1060902" y="70552"/>
                      <a:pt x="1055501" y="71752"/>
                      <a:pt x="1051729" y="71752"/>
                    </a:cubicBezTo>
                    <a:cubicBezTo>
                      <a:pt x="1047957" y="71752"/>
                      <a:pt x="1044785" y="71495"/>
                      <a:pt x="1042214" y="70980"/>
                    </a:cubicBezTo>
                    <a:cubicBezTo>
                      <a:pt x="1035356" y="84868"/>
                      <a:pt x="1028197" y="96698"/>
                      <a:pt x="1020739" y="106471"/>
                    </a:cubicBezTo>
                    <a:cubicBezTo>
                      <a:pt x="1013281" y="116243"/>
                      <a:pt x="1006895" y="123015"/>
                      <a:pt x="1001580" y="126787"/>
                    </a:cubicBezTo>
                    <a:cubicBezTo>
                      <a:pt x="996265" y="130559"/>
                      <a:pt x="992965" y="132445"/>
                      <a:pt x="991679" y="132445"/>
                    </a:cubicBezTo>
                    <a:cubicBezTo>
                      <a:pt x="990393" y="132445"/>
                      <a:pt x="989750" y="132188"/>
                      <a:pt x="989750" y="131674"/>
                    </a:cubicBezTo>
                    <a:cubicBezTo>
                      <a:pt x="989750" y="130131"/>
                      <a:pt x="991464" y="127645"/>
                      <a:pt x="994893" y="124216"/>
                    </a:cubicBezTo>
                    <a:cubicBezTo>
                      <a:pt x="1001408" y="117015"/>
                      <a:pt x="1008781" y="106556"/>
                      <a:pt x="1017010" y="92840"/>
                    </a:cubicBezTo>
                    <a:cubicBezTo>
                      <a:pt x="1025240" y="79124"/>
                      <a:pt x="1031841" y="65537"/>
                      <a:pt x="1036813" y="52078"/>
                    </a:cubicBezTo>
                    <a:cubicBezTo>
                      <a:pt x="1041785" y="38619"/>
                      <a:pt x="1044271" y="29061"/>
                      <a:pt x="1044271" y="23403"/>
                    </a:cubicBezTo>
                    <a:cubicBezTo>
                      <a:pt x="1044271" y="21517"/>
                      <a:pt x="1044014" y="19931"/>
                      <a:pt x="1043499" y="18645"/>
                    </a:cubicBezTo>
                    <a:cubicBezTo>
                      <a:pt x="1042985" y="17359"/>
                      <a:pt x="1042728" y="16116"/>
                      <a:pt x="1042728" y="14916"/>
                    </a:cubicBezTo>
                    <a:cubicBezTo>
                      <a:pt x="1042728" y="12002"/>
                      <a:pt x="1044271" y="10544"/>
                      <a:pt x="1047357" y="10544"/>
                    </a:cubicBezTo>
                    <a:close/>
                    <a:moveTo>
                      <a:pt x="1349923" y="8487"/>
                    </a:moveTo>
                    <a:cubicBezTo>
                      <a:pt x="1352238" y="8487"/>
                      <a:pt x="1357210" y="9730"/>
                      <a:pt x="1364840" y="12216"/>
                    </a:cubicBezTo>
                    <a:cubicBezTo>
                      <a:pt x="1372469" y="14702"/>
                      <a:pt x="1376284" y="17059"/>
                      <a:pt x="1376284" y="19288"/>
                    </a:cubicBezTo>
                    <a:cubicBezTo>
                      <a:pt x="1376284" y="21517"/>
                      <a:pt x="1374055" y="23232"/>
                      <a:pt x="1369597" y="24432"/>
                    </a:cubicBezTo>
                    <a:cubicBezTo>
                      <a:pt x="1363768" y="25803"/>
                      <a:pt x="1358882" y="27518"/>
                      <a:pt x="1354938" y="29575"/>
                    </a:cubicBezTo>
                    <a:cubicBezTo>
                      <a:pt x="1348252" y="32490"/>
                      <a:pt x="1340108" y="35576"/>
                      <a:pt x="1330507" y="38834"/>
                    </a:cubicBezTo>
                    <a:cubicBezTo>
                      <a:pt x="1338736" y="42948"/>
                      <a:pt x="1342851" y="46892"/>
                      <a:pt x="1342851" y="50664"/>
                    </a:cubicBezTo>
                    <a:cubicBezTo>
                      <a:pt x="1342851" y="51692"/>
                      <a:pt x="1342680" y="52892"/>
                      <a:pt x="1342337" y="54264"/>
                    </a:cubicBezTo>
                    <a:cubicBezTo>
                      <a:pt x="1341137" y="59236"/>
                      <a:pt x="1340022" y="66266"/>
                      <a:pt x="1338994" y="75352"/>
                    </a:cubicBezTo>
                    <a:cubicBezTo>
                      <a:pt x="1347566" y="73638"/>
                      <a:pt x="1353052" y="72352"/>
                      <a:pt x="1355453" y="71495"/>
                    </a:cubicBezTo>
                    <a:cubicBezTo>
                      <a:pt x="1357853" y="70638"/>
                      <a:pt x="1361110" y="70209"/>
                      <a:pt x="1365225" y="70209"/>
                    </a:cubicBezTo>
                    <a:cubicBezTo>
                      <a:pt x="1369340" y="70209"/>
                      <a:pt x="1372726" y="70766"/>
                      <a:pt x="1375384" y="71881"/>
                    </a:cubicBezTo>
                    <a:cubicBezTo>
                      <a:pt x="1378041" y="72995"/>
                      <a:pt x="1379370" y="74324"/>
                      <a:pt x="1379370" y="75867"/>
                    </a:cubicBezTo>
                    <a:cubicBezTo>
                      <a:pt x="1379370" y="78267"/>
                      <a:pt x="1376198" y="79810"/>
                      <a:pt x="1369854" y="80496"/>
                    </a:cubicBezTo>
                    <a:cubicBezTo>
                      <a:pt x="1355796" y="82210"/>
                      <a:pt x="1345337" y="83753"/>
                      <a:pt x="1338479" y="85125"/>
                    </a:cubicBezTo>
                    <a:cubicBezTo>
                      <a:pt x="1338136" y="97298"/>
                      <a:pt x="1337965" y="113586"/>
                      <a:pt x="1337965" y="133988"/>
                    </a:cubicBezTo>
                    <a:lnTo>
                      <a:pt x="1338479" y="192367"/>
                    </a:lnTo>
                    <a:cubicBezTo>
                      <a:pt x="1338479" y="202997"/>
                      <a:pt x="1337665" y="210026"/>
                      <a:pt x="1336036" y="213455"/>
                    </a:cubicBezTo>
                    <a:cubicBezTo>
                      <a:pt x="1334407" y="216884"/>
                      <a:pt x="1332607" y="218599"/>
                      <a:pt x="1330635" y="218599"/>
                    </a:cubicBezTo>
                    <a:cubicBezTo>
                      <a:pt x="1328664" y="218599"/>
                      <a:pt x="1326563" y="216199"/>
                      <a:pt x="1324335" y="211398"/>
                    </a:cubicBezTo>
                    <a:cubicBezTo>
                      <a:pt x="1322106" y="206597"/>
                      <a:pt x="1320991" y="201882"/>
                      <a:pt x="1320991" y="197253"/>
                    </a:cubicBezTo>
                    <a:cubicBezTo>
                      <a:pt x="1320991" y="192624"/>
                      <a:pt x="1321591" y="188295"/>
                      <a:pt x="1322791" y="184266"/>
                    </a:cubicBezTo>
                    <a:cubicBezTo>
                      <a:pt x="1323992" y="180237"/>
                      <a:pt x="1325106" y="170721"/>
                      <a:pt x="1326135" y="155720"/>
                    </a:cubicBezTo>
                    <a:cubicBezTo>
                      <a:pt x="1327163" y="140718"/>
                      <a:pt x="1328021" y="122844"/>
                      <a:pt x="1328707" y="102099"/>
                    </a:cubicBezTo>
                    <a:cubicBezTo>
                      <a:pt x="1321677" y="115986"/>
                      <a:pt x="1313405" y="128288"/>
                      <a:pt x="1303889" y="139003"/>
                    </a:cubicBezTo>
                    <a:cubicBezTo>
                      <a:pt x="1294374" y="149719"/>
                      <a:pt x="1284687" y="158420"/>
                      <a:pt x="1274828" y="165106"/>
                    </a:cubicBezTo>
                    <a:cubicBezTo>
                      <a:pt x="1264970" y="171793"/>
                      <a:pt x="1258841" y="175136"/>
                      <a:pt x="1256440" y="175136"/>
                    </a:cubicBezTo>
                    <a:cubicBezTo>
                      <a:pt x="1255240" y="175136"/>
                      <a:pt x="1254640" y="174665"/>
                      <a:pt x="1254640" y="173722"/>
                    </a:cubicBezTo>
                    <a:cubicBezTo>
                      <a:pt x="1254640" y="172779"/>
                      <a:pt x="1255669" y="171450"/>
                      <a:pt x="1257726" y="169736"/>
                    </a:cubicBezTo>
                    <a:cubicBezTo>
                      <a:pt x="1289444" y="142475"/>
                      <a:pt x="1309847" y="115815"/>
                      <a:pt x="1318934" y="89754"/>
                    </a:cubicBezTo>
                    <a:cubicBezTo>
                      <a:pt x="1304875" y="93355"/>
                      <a:pt x="1291588" y="97212"/>
                      <a:pt x="1279072" y="101327"/>
                    </a:cubicBezTo>
                    <a:cubicBezTo>
                      <a:pt x="1276671" y="102184"/>
                      <a:pt x="1274271" y="102613"/>
                      <a:pt x="1271871" y="102613"/>
                    </a:cubicBezTo>
                    <a:cubicBezTo>
                      <a:pt x="1269471" y="102613"/>
                      <a:pt x="1265827" y="101413"/>
                      <a:pt x="1260941" y="99012"/>
                    </a:cubicBezTo>
                    <a:cubicBezTo>
                      <a:pt x="1256055" y="96612"/>
                      <a:pt x="1253611" y="94512"/>
                      <a:pt x="1253611" y="92712"/>
                    </a:cubicBezTo>
                    <a:cubicBezTo>
                      <a:pt x="1253611" y="90911"/>
                      <a:pt x="1256269" y="90011"/>
                      <a:pt x="1261584" y="90011"/>
                    </a:cubicBezTo>
                    <a:cubicBezTo>
                      <a:pt x="1269128" y="90011"/>
                      <a:pt x="1291502" y="85897"/>
                      <a:pt x="1328707" y="77667"/>
                    </a:cubicBezTo>
                    <a:cubicBezTo>
                      <a:pt x="1328535" y="58636"/>
                      <a:pt x="1326649" y="46549"/>
                      <a:pt x="1323049" y="41405"/>
                    </a:cubicBezTo>
                    <a:cubicBezTo>
                      <a:pt x="1304361" y="47235"/>
                      <a:pt x="1293516" y="50149"/>
                      <a:pt x="1290516" y="50149"/>
                    </a:cubicBezTo>
                    <a:cubicBezTo>
                      <a:pt x="1287516" y="50149"/>
                      <a:pt x="1286015" y="49463"/>
                      <a:pt x="1286015" y="48092"/>
                    </a:cubicBezTo>
                    <a:cubicBezTo>
                      <a:pt x="1286015" y="46720"/>
                      <a:pt x="1287387" y="45520"/>
                      <a:pt x="1290130" y="44491"/>
                    </a:cubicBezTo>
                    <a:cubicBezTo>
                      <a:pt x="1305561" y="38491"/>
                      <a:pt x="1318248" y="32447"/>
                      <a:pt x="1328192" y="26361"/>
                    </a:cubicBezTo>
                    <a:cubicBezTo>
                      <a:pt x="1338136" y="20274"/>
                      <a:pt x="1343366" y="16202"/>
                      <a:pt x="1343880" y="14145"/>
                    </a:cubicBezTo>
                    <a:cubicBezTo>
                      <a:pt x="1344394" y="12087"/>
                      <a:pt x="1344951" y="10630"/>
                      <a:pt x="1345551" y="9773"/>
                    </a:cubicBezTo>
                    <a:cubicBezTo>
                      <a:pt x="1346152" y="8916"/>
                      <a:pt x="1347609" y="8487"/>
                      <a:pt x="1349923" y="8487"/>
                    </a:cubicBezTo>
                    <a:close/>
                    <a:moveTo>
                      <a:pt x="628676" y="6687"/>
                    </a:moveTo>
                    <a:cubicBezTo>
                      <a:pt x="631762" y="6687"/>
                      <a:pt x="636949" y="8487"/>
                      <a:pt x="644235" y="12087"/>
                    </a:cubicBezTo>
                    <a:cubicBezTo>
                      <a:pt x="651522" y="15688"/>
                      <a:pt x="655165" y="19031"/>
                      <a:pt x="655165" y="22117"/>
                    </a:cubicBezTo>
                    <a:cubicBezTo>
                      <a:pt x="655165" y="24003"/>
                      <a:pt x="653536" y="25203"/>
                      <a:pt x="650279" y="25718"/>
                    </a:cubicBezTo>
                    <a:cubicBezTo>
                      <a:pt x="642392" y="26918"/>
                      <a:pt x="636563" y="28204"/>
                      <a:pt x="632791" y="29575"/>
                    </a:cubicBezTo>
                    <a:cubicBezTo>
                      <a:pt x="610502" y="37119"/>
                      <a:pt x="585471" y="43891"/>
                      <a:pt x="557696" y="49892"/>
                    </a:cubicBezTo>
                    <a:cubicBezTo>
                      <a:pt x="554781" y="63437"/>
                      <a:pt x="552381" y="78267"/>
                      <a:pt x="550495" y="94383"/>
                    </a:cubicBezTo>
                    <a:cubicBezTo>
                      <a:pt x="584099" y="86668"/>
                      <a:pt x="606473" y="79810"/>
                      <a:pt x="617618" y="73809"/>
                    </a:cubicBezTo>
                    <a:cubicBezTo>
                      <a:pt x="620361" y="72266"/>
                      <a:pt x="622933" y="71495"/>
                      <a:pt x="625333" y="71495"/>
                    </a:cubicBezTo>
                    <a:cubicBezTo>
                      <a:pt x="627733" y="71495"/>
                      <a:pt x="631977" y="72866"/>
                      <a:pt x="638063" y="75610"/>
                    </a:cubicBezTo>
                    <a:cubicBezTo>
                      <a:pt x="644150" y="78353"/>
                      <a:pt x="647193" y="81010"/>
                      <a:pt x="647193" y="83582"/>
                    </a:cubicBezTo>
                    <a:cubicBezTo>
                      <a:pt x="647193" y="85125"/>
                      <a:pt x="645864" y="87011"/>
                      <a:pt x="643207" y="89240"/>
                    </a:cubicBezTo>
                    <a:cubicBezTo>
                      <a:pt x="640549" y="91469"/>
                      <a:pt x="637849" y="96612"/>
                      <a:pt x="635106" y="104670"/>
                    </a:cubicBezTo>
                    <a:cubicBezTo>
                      <a:pt x="628419" y="124044"/>
                      <a:pt x="621818" y="138875"/>
                      <a:pt x="615303" y="149162"/>
                    </a:cubicBezTo>
                    <a:cubicBezTo>
                      <a:pt x="629876" y="161506"/>
                      <a:pt x="643850" y="170550"/>
                      <a:pt x="657223" y="176294"/>
                    </a:cubicBezTo>
                    <a:cubicBezTo>
                      <a:pt x="670596" y="182037"/>
                      <a:pt x="689455" y="187138"/>
                      <a:pt x="713801" y="191595"/>
                    </a:cubicBezTo>
                    <a:cubicBezTo>
                      <a:pt x="717059" y="192281"/>
                      <a:pt x="718687" y="193481"/>
                      <a:pt x="718687" y="195196"/>
                    </a:cubicBezTo>
                    <a:cubicBezTo>
                      <a:pt x="718687" y="196910"/>
                      <a:pt x="717187" y="198196"/>
                      <a:pt x="714187" y="199054"/>
                    </a:cubicBezTo>
                    <a:cubicBezTo>
                      <a:pt x="711186" y="199911"/>
                      <a:pt x="703814" y="201240"/>
                      <a:pt x="692070" y="203040"/>
                    </a:cubicBezTo>
                    <a:cubicBezTo>
                      <a:pt x="680325" y="204840"/>
                      <a:pt x="671967" y="205740"/>
                      <a:pt x="666995" y="205740"/>
                    </a:cubicBezTo>
                    <a:cubicBezTo>
                      <a:pt x="662023" y="205740"/>
                      <a:pt x="658208" y="205269"/>
                      <a:pt x="655551" y="204326"/>
                    </a:cubicBezTo>
                    <a:cubicBezTo>
                      <a:pt x="652894" y="203383"/>
                      <a:pt x="648564" y="200082"/>
                      <a:pt x="642564" y="194424"/>
                    </a:cubicBezTo>
                    <a:cubicBezTo>
                      <a:pt x="636563" y="188767"/>
                      <a:pt x="630048" y="181866"/>
                      <a:pt x="623018" y="173722"/>
                    </a:cubicBezTo>
                    <a:cubicBezTo>
                      <a:pt x="615989" y="165578"/>
                      <a:pt x="611360" y="160392"/>
                      <a:pt x="609131" y="158163"/>
                    </a:cubicBezTo>
                    <a:cubicBezTo>
                      <a:pt x="599873" y="169821"/>
                      <a:pt x="588643" y="178994"/>
                      <a:pt x="575441" y="185680"/>
                    </a:cubicBezTo>
                    <a:cubicBezTo>
                      <a:pt x="562239" y="192367"/>
                      <a:pt x="548438" y="195710"/>
                      <a:pt x="534036" y="195710"/>
                    </a:cubicBezTo>
                    <a:cubicBezTo>
                      <a:pt x="530264" y="195710"/>
                      <a:pt x="528378" y="195153"/>
                      <a:pt x="528378" y="194039"/>
                    </a:cubicBezTo>
                    <a:cubicBezTo>
                      <a:pt x="528378" y="192924"/>
                      <a:pt x="530521" y="191767"/>
                      <a:pt x="534807" y="190567"/>
                    </a:cubicBezTo>
                    <a:cubicBezTo>
                      <a:pt x="549381" y="186452"/>
                      <a:pt x="561768" y="181008"/>
                      <a:pt x="571969" y="174236"/>
                    </a:cubicBezTo>
                    <a:cubicBezTo>
                      <a:pt x="582170" y="167464"/>
                      <a:pt x="591214" y="158763"/>
                      <a:pt x="599101" y="148133"/>
                    </a:cubicBezTo>
                    <a:lnTo>
                      <a:pt x="584442" y="132960"/>
                    </a:lnTo>
                    <a:cubicBezTo>
                      <a:pt x="579299" y="127816"/>
                      <a:pt x="575312" y="124173"/>
                      <a:pt x="572483" y="122030"/>
                    </a:cubicBezTo>
                    <a:cubicBezTo>
                      <a:pt x="569654" y="119887"/>
                      <a:pt x="566183" y="117743"/>
                      <a:pt x="562068" y="115600"/>
                    </a:cubicBezTo>
                    <a:cubicBezTo>
                      <a:pt x="557953" y="113457"/>
                      <a:pt x="555896" y="111700"/>
                      <a:pt x="555896" y="110328"/>
                    </a:cubicBezTo>
                    <a:cubicBezTo>
                      <a:pt x="555896" y="108957"/>
                      <a:pt x="556967" y="108271"/>
                      <a:pt x="559110" y="108271"/>
                    </a:cubicBezTo>
                    <a:cubicBezTo>
                      <a:pt x="561253" y="108271"/>
                      <a:pt x="564168" y="108742"/>
                      <a:pt x="567854" y="109685"/>
                    </a:cubicBezTo>
                    <a:cubicBezTo>
                      <a:pt x="571540" y="110628"/>
                      <a:pt x="574498" y="111871"/>
                      <a:pt x="576727" y="113414"/>
                    </a:cubicBezTo>
                    <a:cubicBezTo>
                      <a:pt x="578956" y="114957"/>
                      <a:pt x="582942" y="118686"/>
                      <a:pt x="588685" y="124601"/>
                    </a:cubicBezTo>
                    <a:cubicBezTo>
                      <a:pt x="594429" y="130516"/>
                      <a:pt x="599615" y="135531"/>
                      <a:pt x="604245" y="139646"/>
                    </a:cubicBezTo>
                    <a:cubicBezTo>
                      <a:pt x="608016" y="132960"/>
                      <a:pt x="611531" y="124301"/>
                      <a:pt x="614789" y="113671"/>
                    </a:cubicBezTo>
                    <a:cubicBezTo>
                      <a:pt x="618046" y="103042"/>
                      <a:pt x="619675" y="95884"/>
                      <a:pt x="619675" y="92197"/>
                    </a:cubicBezTo>
                    <a:cubicBezTo>
                      <a:pt x="619675" y="88511"/>
                      <a:pt x="618646" y="86668"/>
                      <a:pt x="616589" y="86668"/>
                    </a:cubicBezTo>
                    <a:cubicBezTo>
                      <a:pt x="614532" y="86668"/>
                      <a:pt x="612045" y="87097"/>
                      <a:pt x="609131" y="87954"/>
                    </a:cubicBezTo>
                    <a:cubicBezTo>
                      <a:pt x="590271" y="93440"/>
                      <a:pt x="578098" y="96741"/>
                      <a:pt x="572612" y="97855"/>
                    </a:cubicBezTo>
                    <a:cubicBezTo>
                      <a:pt x="567126" y="98970"/>
                      <a:pt x="562882" y="99527"/>
                      <a:pt x="559882" y="99527"/>
                    </a:cubicBezTo>
                    <a:cubicBezTo>
                      <a:pt x="556881" y="99527"/>
                      <a:pt x="553581" y="99184"/>
                      <a:pt x="549981" y="98498"/>
                    </a:cubicBezTo>
                    <a:cubicBezTo>
                      <a:pt x="547066" y="119072"/>
                      <a:pt x="541708" y="136860"/>
                      <a:pt x="533907" y="151862"/>
                    </a:cubicBezTo>
                    <a:cubicBezTo>
                      <a:pt x="526106" y="166864"/>
                      <a:pt x="516419" y="179551"/>
                      <a:pt x="504846" y="189924"/>
                    </a:cubicBezTo>
                    <a:cubicBezTo>
                      <a:pt x="493274" y="200297"/>
                      <a:pt x="485944" y="205483"/>
                      <a:pt x="482858" y="205483"/>
                    </a:cubicBezTo>
                    <a:cubicBezTo>
                      <a:pt x="482001" y="205483"/>
                      <a:pt x="481572" y="204926"/>
                      <a:pt x="481572" y="203811"/>
                    </a:cubicBezTo>
                    <a:cubicBezTo>
                      <a:pt x="481572" y="202697"/>
                      <a:pt x="483115" y="200768"/>
                      <a:pt x="486201" y="198025"/>
                    </a:cubicBezTo>
                    <a:cubicBezTo>
                      <a:pt x="505575" y="180023"/>
                      <a:pt x="519120" y="159149"/>
                      <a:pt x="526835" y="135403"/>
                    </a:cubicBezTo>
                    <a:cubicBezTo>
                      <a:pt x="534550" y="111657"/>
                      <a:pt x="538408" y="88468"/>
                      <a:pt x="538408" y="65837"/>
                    </a:cubicBezTo>
                    <a:cubicBezTo>
                      <a:pt x="538408" y="57093"/>
                      <a:pt x="537679" y="50964"/>
                      <a:pt x="536222" y="47449"/>
                    </a:cubicBezTo>
                    <a:cubicBezTo>
                      <a:pt x="534764" y="43934"/>
                      <a:pt x="534036" y="41362"/>
                      <a:pt x="534036" y="39734"/>
                    </a:cubicBezTo>
                    <a:cubicBezTo>
                      <a:pt x="534036" y="38105"/>
                      <a:pt x="535322" y="37290"/>
                      <a:pt x="537893" y="37290"/>
                    </a:cubicBezTo>
                    <a:cubicBezTo>
                      <a:pt x="540465" y="37290"/>
                      <a:pt x="547152" y="39519"/>
                      <a:pt x="557953" y="43977"/>
                    </a:cubicBezTo>
                    <a:cubicBezTo>
                      <a:pt x="575612" y="37633"/>
                      <a:pt x="590271" y="31590"/>
                      <a:pt x="601930" y="25846"/>
                    </a:cubicBezTo>
                    <a:cubicBezTo>
                      <a:pt x="613589" y="20103"/>
                      <a:pt x="619932" y="16116"/>
                      <a:pt x="620961" y="13888"/>
                    </a:cubicBezTo>
                    <a:cubicBezTo>
                      <a:pt x="623190" y="9087"/>
                      <a:pt x="625762" y="6687"/>
                      <a:pt x="628676" y="6687"/>
                    </a:cubicBezTo>
                    <a:close/>
                    <a:moveTo>
                      <a:pt x="1893977" y="3086"/>
                    </a:moveTo>
                    <a:cubicBezTo>
                      <a:pt x="1900664" y="3086"/>
                      <a:pt x="1906579" y="4715"/>
                      <a:pt x="1911722" y="7973"/>
                    </a:cubicBezTo>
                    <a:cubicBezTo>
                      <a:pt x="1916866" y="11230"/>
                      <a:pt x="1919437" y="14745"/>
                      <a:pt x="1919437" y="18517"/>
                    </a:cubicBezTo>
                    <a:cubicBezTo>
                      <a:pt x="1919437" y="26746"/>
                      <a:pt x="1917294" y="30861"/>
                      <a:pt x="1913008" y="30861"/>
                    </a:cubicBezTo>
                    <a:cubicBezTo>
                      <a:pt x="1908722" y="30861"/>
                      <a:pt x="1903621" y="27089"/>
                      <a:pt x="1897706" y="19545"/>
                    </a:cubicBezTo>
                    <a:cubicBezTo>
                      <a:pt x="1891791" y="12002"/>
                      <a:pt x="1888833" y="7372"/>
                      <a:pt x="1888833" y="5658"/>
                    </a:cubicBezTo>
                    <a:cubicBezTo>
                      <a:pt x="1888833" y="3943"/>
                      <a:pt x="1890548" y="3086"/>
                      <a:pt x="1893977" y="3086"/>
                    </a:cubicBezTo>
                    <a:close/>
                    <a:moveTo>
                      <a:pt x="1602726" y="2572"/>
                    </a:moveTo>
                    <a:cubicBezTo>
                      <a:pt x="1605041" y="2572"/>
                      <a:pt x="1609627" y="3901"/>
                      <a:pt x="1616485" y="6558"/>
                    </a:cubicBezTo>
                    <a:cubicBezTo>
                      <a:pt x="1623343" y="9216"/>
                      <a:pt x="1626772" y="12773"/>
                      <a:pt x="1626772" y="17231"/>
                    </a:cubicBezTo>
                    <a:cubicBezTo>
                      <a:pt x="1626772" y="18945"/>
                      <a:pt x="1626258" y="21517"/>
                      <a:pt x="1625229" y="24946"/>
                    </a:cubicBezTo>
                    <a:cubicBezTo>
                      <a:pt x="1623343" y="31118"/>
                      <a:pt x="1622143" y="41920"/>
                      <a:pt x="1621629" y="57350"/>
                    </a:cubicBezTo>
                    <a:cubicBezTo>
                      <a:pt x="1645289" y="53407"/>
                      <a:pt x="1659176" y="50749"/>
                      <a:pt x="1663291" y="49378"/>
                    </a:cubicBezTo>
                    <a:cubicBezTo>
                      <a:pt x="1667577" y="47492"/>
                      <a:pt x="1670792" y="46549"/>
                      <a:pt x="1672935" y="46549"/>
                    </a:cubicBezTo>
                    <a:cubicBezTo>
                      <a:pt x="1675078" y="46549"/>
                      <a:pt x="1680050" y="48735"/>
                      <a:pt x="1687851" y="53107"/>
                    </a:cubicBezTo>
                    <a:cubicBezTo>
                      <a:pt x="1695652" y="57479"/>
                      <a:pt x="1699553" y="61036"/>
                      <a:pt x="1699553" y="63780"/>
                    </a:cubicBezTo>
                    <a:cubicBezTo>
                      <a:pt x="1699553" y="65665"/>
                      <a:pt x="1698224" y="67637"/>
                      <a:pt x="1695567" y="69695"/>
                    </a:cubicBezTo>
                    <a:cubicBezTo>
                      <a:pt x="1692909" y="71752"/>
                      <a:pt x="1690595" y="74709"/>
                      <a:pt x="1688623" y="78567"/>
                    </a:cubicBezTo>
                    <a:cubicBezTo>
                      <a:pt x="1686651" y="82425"/>
                      <a:pt x="1684980" y="87054"/>
                      <a:pt x="1683608" y="92455"/>
                    </a:cubicBezTo>
                    <a:cubicBezTo>
                      <a:pt x="1682236" y="97855"/>
                      <a:pt x="1679922" y="105485"/>
                      <a:pt x="1676664" y="115343"/>
                    </a:cubicBezTo>
                    <a:cubicBezTo>
                      <a:pt x="1673407" y="125201"/>
                      <a:pt x="1670149" y="132145"/>
                      <a:pt x="1666892" y="136174"/>
                    </a:cubicBezTo>
                    <a:cubicBezTo>
                      <a:pt x="1663634" y="140203"/>
                      <a:pt x="1661105" y="142218"/>
                      <a:pt x="1659305" y="142218"/>
                    </a:cubicBezTo>
                    <a:cubicBezTo>
                      <a:pt x="1657505" y="142218"/>
                      <a:pt x="1655962" y="141146"/>
                      <a:pt x="1654676" y="139003"/>
                    </a:cubicBezTo>
                    <a:cubicBezTo>
                      <a:pt x="1653390" y="136860"/>
                      <a:pt x="1651290" y="135789"/>
                      <a:pt x="1648375" y="135789"/>
                    </a:cubicBezTo>
                    <a:cubicBezTo>
                      <a:pt x="1645460" y="135789"/>
                      <a:pt x="1636116" y="136903"/>
                      <a:pt x="1620343" y="139132"/>
                    </a:cubicBezTo>
                    <a:cubicBezTo>
                      <a:pt x="1620172" y="149762"/>
                      <a:pt x="1620429" y="158120"/>
                      <a:pt x="1621114" y="164206"/>
                    </a:cubicBezTo>
                    <a:cubicBezTo>
                      <a:pt x="1621800" y="170293"/>
                      <a:pt x="1623172" y="174836"/>
                      <a:pt x="1625229" y="177837"/>
                    </a:cubicBezTo>
                    <a:cubicBezTo>
                      <a:pt x="1627287" y="180837"/>
                      <a:pt x="1631787" y="183237"/>
                      <a:pt x="1638731" y="185038"/>
                    </a:cubicBezTo>
                    <a:cubicBezTo>
                      <a:pt x="1645675" y="186838"/>
                      <a:pt x="1653604" y="187738"/>
                      <a:pt x="1662520" y="187738"/>
                    </a:cubicBezTo>
                    <a:cubicBezTo>
                      <a:pt x="1671435" y="187738"/>
                      <a:pt x="1680050" y="187052"/>
                      <a:pt x="1688366" y="185680"/>
                    </a:cubicBezTo>
                    <a:cubicBezTo>
                      <a:pt x="1696681" y="184309"/>
                      <a:pt x="1701953" y="182551"/>
                      <a:pt x="1704182" y="180408"/>
                    </a:cubicBezTo>
                    <a:cubicBezTo>
                      <a:pt x="1706411" y="178265"/>
                      <a:pt x="1708383" y="175308"/>
                      <a:pt x="1710097" y="171536"/>
                    </a:cubicBezTo>
                    <a:cubicBezTo>
                      <a:pt x="1711811" y="167764"/>
                      <a:pt x="1714040" y="159106"/>
                      <a:pt x="1716784" y="145561"/>
                    </a:cubicBezTo>
                    <a:cubicBezTo>
                      <a:pt x="1717469" y="142132"/>
                      <a:pt x="1718412" y="140418"/>
                      <a:pt x="1719612" y="140418"/>
                    </a:cubicBezTo>
                    <a:cubicBezTo>
                      <a:pt x="1720813" y="140418"/>
                      <a:pt x="1721627" y="142604"/>
                      <a:pt x="1722056" y="146976"/>
                    </a:cubicBezTo>
                    <a:cubicBezTo>
                      <a:pt x="1722484" y="151348"/>
                      <a:pt x="1723599" y="157005"/>
                      <a:pt x="1725399" y="163949"/>
                    </a:cubicBezTo>
                    <a:cubicBezTo>
                      <a:pt x="1727199" y="170893"/>
                      <a:pt x="1728699" y="175436"/>
                      <a:pt x="1729899" y="177579"/>
                    </a:cubicBezTo>
                    <a:cubicBezTo>
                      <a:pt x="1731100" y="179723"/>
                      <a:pt x="1731700" y="181566"/>
                      <a:pt x="1731700" y="183109"/>
                    </a:cubicBezTo>
                    <a:cubicBezTo>
                      <a:pt x="1731700" y="187909"/>
                      <a:pt x="1725399" y="192667"/>
                      <a:pt x="1712797" y="197382"/>
                    </a:cubicBezTo>
                    <a:cubicBezTo>
                      <a:pt x="1700196" y="202097"/>
                      <a:pt x="1685665" y="204454"/>
                      <a:pt x="1669206" y="204454"/>
                    </a:cubicBezTo>
                    <a:cubicBezTo>
                      <a:pt x="1657376" y="204454"/>
                      <a:pt x="1647346" y="203168"/>
                      <a:pt x="1639117" y="200597"/>
                    </a:cubicBezTo>
                    <a:cubicBezTo>
                      <a:pt x="1630887" y="198025"/>
                      <a:pt x="1624458" y="194553"/>
                      <a:pt x="1619829" y="190181"/>
                    </a:cubicBezTo>
                    <a:cubicBezTo>
                      <a:pt x="1615199" y="185809"/>
                      <a:pt x="1612156" y="180023"/>
                      <a:pt x="1610699" y="172822"/>
                    </a:cubicBezTo>
                    <a:cubicBezTo>
                      <a:pt x="1609242" y="165621"/>
                      <a:pt x="1608599" y="154905"/>
                      <a:pt x="1608770" y="140675"/>
                    </a:cubicBezTo>
                    <a:cubicBezTo>
                      <a:pt x="1595226" y="142732"/>
                      <a:pt x="1585196" y="143932"/>
                      <a:pt x="1578681" y="144275"/>
                    </a:cubicBezTo>
                    <a:cubicBezTo>
                      <a:pt x="1578509" y="148733"/>
                      <a:pt x="1577223" y="150962"/>
                      <a:pt x="1574823" y="150962"/>
                    </a:cubicBezTo>
                    <a:cubicBezTo>
                      <a:pt x="1573451" y="150962"/>
                      <a:pt x="1572080" y="149762"/>
                      <a:pt x="1570708" y="147361"/>
                    </a:cubicBezTo>
                    <a:cubicBezTo>
                      <a:pt x="1569336" y="144961"/>
                      <a:pt x="1568308" y="142132"/>
                      <a:pt x="1567622" y="138875"/>
                    </a:cubicBezTo>
                    <a:cubicBezTo>
                      <a:pt x="1563679" y="120701"/>
                      <a:pt x="1559907" y="105442"/>
                      <a:pt x="1556306" y="93097"/>
                    </a:cubicBezTo>
                    <a:cubicBezTo>
                      <a:pt x="1552706" y="80753"/>
                      <a:pt x="1549791" y="73509"/>
                      <a:pt x="1547562" y="71366"/>
                    </a:cubicBezTo>
                    <a:cubicBezTo>
                      <a:pt x="1545334" y="69223"/>
                      <a:pt x="1544219" y="67209"/>
                      <a:pt x="1544219" y="65323"/>
                    </a:cubicBezTo>
                    <a:cubicBezTo>
                      <a:pt x="1544219" y="63437"/>
                      <a:pt x="1545762" y="62494"/>
                      <a:pt x="1548848" y="62494"/>
                    </a:cubicBezTo>
                    <a:cubicBezTo>
                      <a:pt x="1551934" y="62494"/>
                      <a:pt x="1556564" y="63865"/>
                      <a:pt x="1562736" y="66608"/>
                    </a:cubicBezTo>
                    <a:cubicBezTo>
                      <a:pt x="1579709" y="64208"/>
                      <a:pt x="1595140" y="61808"/>
                      <a:pt x="1609027" y="59408"/>
                    </a:cubicBezTo>
                    <a:cubicBezTo>
                      <a:pt x="1608856" y="38834"/>
                      <a:pt x="1607184" y="25332"/>
                      <a:pt x="1604012" y="18902"/>
                    </a:cubicBezTo>
                    <a:cubicBezTo>
                      <a:pt x="1600840" y="12473"/>
                      <a:pt x="1599255" y="8144"/>
                      <a:pt x="1599255" y="5915"/>
                    </a:cubicBezTo>
                    <a:cubicBezTo>
                      <a:pt x="1599255" y="3686"/>
                      <a:pt x="1600412" y="2572"/>
                      <a:pt x="1602726" y="2572"/>
                    </a:cubicBezTo>
                    <a:close/>
                    <a:moveTo>
                      <a:pt x="1136082" y="1029"/>
                    </a:moveTo>
                    <a:cubicBezTo>
                      <a:pt x="1138654" y="1029"/>
                      <a:pt x="1142512" y="2400"/>
                      <a:pt x="1147655" y="5144"/>
                    </a:cubicBezTo>
                    <a:cubicBezTo>
                      <a:pt x="1152799" y="7887"/>
                      <a:pt x="1155371" y="10459"/>
                      <a:pt x="1155371" y="12859"/>
                    </a:cubicBezTo>
                    <a:cubicBezTo>
                      <a:pt x="1155371" y="15259"/>
                      <a:pt x="1153999" y="17617"/>
                      <a:pt x="1151256" y="19931"/>
                    </a:cubicBezTo>
                    <a:cubicBezTo>
                      <a:pt x="1148512" y="22246"/>
                      <a:pt x="1144655" y="28332"/>
                      <a:pt x="1139683" y="38191"/>
                    </a:cubicBezTo>
                    <a:cubicBezTo>
                      <a:pt x="1134711" y="48049"/>
                      <a:pt x="1128710" y="57950"/>
                      <a:pt x="1121681" y="67894"/>
                    </a:cubicBezTo>
                    <a:cubicBezTo>
                      <a:pt x="1129224" y="66694"/>
                      <a:pt x="1138054" y="64465"/>
                      <a:pt x="1148170" y="61208"/>
                    </a:cubicBezTo>
                    <a:cubicBezTo>
                      <a:pt x="1158285" y="57950"/>
                      <a:pt x="1164972" y="55378"/>
                      <a:pt x="1168229" y="53493"/>
                    </a:cubicBezTo>
                    <a:cubicBezTo>
                      <a:pt x="1171487" y="51607"/>
                      <a:pt x="1174273" y="50664"/>
                      <a:pt x="1176587" y="50664"/>
                    </a:cubicBezTo>
                    <a:cubicBezTo>
                      <a:pt x="1178902" y="50664"/>
                      <a:pt x="1183145" y="52292"/>
                      <a:pt x="1189318" y="55550"/>
                    </a:cubicBezTo>
                    <a:cubicBezTo>
                      <a:pt x="1195490" y="58807"/>
                      <a:pt x="1198576" y="61508"/>
                      <a:pt x="1198576" y="63651"/>
                    </a:cubicBezTo>
                    <a:cubicBezTo>
                      <a:pt x="1198576" y="65794"/>
                      <a:pt x="1197676" y="67809"/>
                      <a:pt x="1195876" y="69695"/>
                    </a:cubicBezTo>
                    <a:cubicBezTo>
                      <a:pt x="1194075" y="71580"/>
                      <a:pt x="1192404" y="76038"/>
                      <a:pt x="1190861" y="83068"/>
                    </a:cubicBezTo>
                    <a:cubicBezTo>
                      <a:pt x="1189318" y="90097"/>
                      <a:pt x="1188117" y="99184"/>
                      <a:pt x="1187260" y="110328"/>
                    </a:cubicBezTo>
                    <a:cubicBezTo>
                      <a:pt x="1186403" y="121472"/>
                      <a:pt x="1183960" y="131159"/>
                      <a:pt x="1179931" y="139389"/>
                    </a:cubicBezTo>
                    <a:cubicBezTo>
                      <a:pt x="1175902" y="147619"/>
                      <a:pt x="1172258" y="151733"/>
                      <a:pt x="1169001" y="151733"/>
                    </a:cubicBezTo>
                    <a:cubicBezTo>
                      <a:pt x="1167286" y="151733"/>
                      <a:pt x="1165915" y="150533"/>
                      <a:pt x="1164886" y="148133"/>
                    </a:cubicBezTo>
                    <a:cubicBezTo>
                      <a:pt x="1162657" y="142475"/>
                      <a:pt x="1159142" y="137246"/>
                      <a:pt x="1154342" y="132445"/>
                    </a:cubicBezTo>
                    <a:cubicBezTo>
                      <a:pt x="1153313" y="131417"/>
                      <a:pt x="1152799" y="130516"/>
                      <a:pt x="1152799" y="129745"/>
                    </a:cubicBezTo>
                    <a:cubicBezTo>
                      <a:pt x="1152799" y="128973"/>
                      <a:pt x="1153356" y="128588"/>
                      <a:pt x="1154470" y="128588"/>
                    </a:cubicBezTo>
                    <a:cubicBezTo>
                      <a:pt x="1155585" y="128588"/>
                      <a:pt x="1156828" y="128716"/>
                      <a:pt x="1158199" y="128973"/>
                    </a:cubicBezTo>
                    <a:cubicBezTo>
                      <a:pt x="1159571" y="129231"/>
                      <a:pt x="1161243" y="129359"/>
                      <a:pt x="1163214" y="129359"/>
                    </a:cubicBezTo>
                    <a:cubicBezTo>
                      <a:pt x="1165186" y="129359"/>
                      <a:pt x="1167029" y="127859"/>
                      <a:pt x="1168744" y="124859"/>
                    </a:cubicBezTo>
                    <a:cubicBezTo>
                      <a:pt x="1170458" y="121858"/>
                      <a:pt x="1172001" y="116500"/>
                      <a:pt x="1173373" y="108785"/>
                    </a:cubicBezTo>
                    <a:cubicBezTo>
                      <a:pt x="1174744" y="101070"/>
                      <a:pt x="1175430" y="93183"/>
                      <a:pt x="1175430" y="85125"/>
                    </a:cubicBezTo>
                    <a:cubicBezTo>
                      <a:pt x="1175430" y="77067"/>
                      <a:pt x="1175002" y="71709"/>
                      <a:pt x="1174144" y="69052"/>
                    </a:cubicBezTo>
                    <a:cubicBezTo>
                      <a:pt x="1173287" y="66394"/>
                      <a:pt x="1171273" y="65065"/>
                      <a:pt x="1168101" y="65065"/>
                    </a:cubicBezTo>
                    <a:cubicBezTo>
                      <a:pt x="1164929" y="65065"/>
                      <a:pt x="1152627" y="67809"/>
                      <a:pt x="1131196" y="73295"/>
                    </a:cubicBezTo>
                    <a:cubicBezTo>
                      <a:pt x="1129310" y="73809"/>
                      <a:pt x="1127296" y="74067"/>
                      <a:pt x="1125152" y="74067"/>
                    </a:cubicBezTo>
                    <a:cubicBezTo>
                      <a:pt x="1123009" y="74067"/>
                      <a:pt x="1120738" y="73466"/>
                      <a:pt x="1118337" y="72266"/>
                    </a:cubicBezTo>
                    <a:cubicBezTo>
                      <a:pt x="1113365" y="78953"/>
                      <a:pt x="1108865" y="84139"/>
                      <a:pt x="1104836" y="87825"/>
                    </a:cubicBezTo>
                    <a:cubicBezTo>
                      <a:pt x="1100807" y="91512"/>
                      <a:pt x="1098020" y="93355"/>
                      <a:pt x="1096477" y="93355"/>
                    </a:cubicBezTo>
                    <a:cubicBezTo>
                      <a:pt x="1095792" y="93355"/>
                      <a:pt x="1095449" y="92926"/>
                      <a:pt x="1095449" y="92069"/>
                    </a:cubicBezTo>
                    <a:cubicBezTo>
                      <a:pt x="1095449" y="91212"/>
                      <a:pt x="1096135" y="89754"/>
                      <a:pt x="1097506" y="87697"/>
                    </a:cubicBezTo>
                    <a:cubicBezTo>
                      <a:pt x="1106422" y="76553"/>
                      <a:pt x="1114694" y="62365"/>
                      <a:pt x="1122324" y="45134"/>
                    </a:cubicBezTo>
                    <a:cubicBezTo>
                      <a:pt x="1129953" y="27904"/>
                      <a:pt x="1133768" y="16374"/>
                      <a:pt x="1133768" y="10544"/>
                    </a:cubicBezTo>
                    <a:cubicBezTo>
                      <a:pt x="1133768" y="9858"/>
                      <a:pt x="1133511" y="8958"/>
                      <a:pt x="1132996" y="7844"/>
                    </a:cubicBezTo>
                    <a:cubicBezTo>
                      <a:pt x="1132482" y="6730"/>
                      <a:pt x="1132225" y="5315"/>
                      <a:pt x="1132225" y="3601"/>
                    </a:cubicBezTo>
                    <a:cubicBezTo>
                      <a:pt x="1132225" y="1886"/>
                      <a:pt x="1133511" y="1029"/>
                      <a:pt x="1136082" y="1029"/>
                    </a:cubicBezTo>
                    <a:close/>
                    <a:moveTo>
                      <a:pt x="840331" y="0"/>
                    </a:moveTo>
                    <a:cubicBezTo>
                      <a:pt x="843589" y="0"/>
                      <a:pt x="848947" y="1757"/>
                      <a:pt x="856405" y="5272"/>
                    </a:cubicBezTo>
                    <a:cubicBezTo>
                      <a:pt x="863863" y="8787"/>
                      <a:pt x="867592" y="11744"/>
                      <a:pt x="867592" y="14145"/>
                    </a:cubicBezTo>
                    <a:cubicBezTo>
                      <a:pt x="867592" y="15688"/>
                      <a:pt x="865877" y="17574"/>
                      <a:pt x="862448" y="19803"/>
                    </a:cubicBezTo>
                    <a:cubicBezTo>
                      <a:pt x="859019" y="22031"/>
                      <a:pt x="851347" y="29189"/>
                      <a:pt x="839431" y="41277"/>
                    </a:cubicBezTo>
                    <a:cubicBezTo>
                      <a:pt x="827515" y="53364"/>
                      <a:pt x="814356" y="65151"/>
                      <a:pt x="799955" y="76638"/>
                    </a:cubicBezTo>
                    <a:cubicBezTo>
                      <a:pt x="841617" y="69094"/>
                      <a:pt x="869949" y="64422"/>
                      <a:pt x="884951" y="62622"/>
                    </a:cubicBezTo>
                    <a:cubicBezTo>
                      <a:pt x="899953" y="60822"/>
                      <a:pt x="909083" y="59450"/>
                      <a:pt x="912340" y="58507"/>
                    </a:cubicBezTo>
                    <a:cubicBezTo>
                      <a:pt x="915598" y="57564"/>
                      <a:pt x="918084" y="57093"/>
                      <a:pt x="919798" y="57093"/>
                    </a:cubicBezTo>
                    <a:cubicBezTo>
                      <a:pt x="924085" y="57093"/>
                      <a:pt x="930643" y="59450"/>
                      <a:pt x="939472" y="64165"/>
                    </a:cubicBezTo>
                    <a:cubicBezTo>
                      <a:pt x="948302" y="68880"/>
                      <a:pt x="952717" y="73124"/>
                      <a:pt x="952717" y="76895"/>
                    </a:cubicBezTo>
                    <a:cubicBezTo>
                      <a:pt x="952717" y="78781"/>
                      <a:pt x="951645" y="80710"/>
                      <a:pt x="949502" y="82682"/>
                    </a:cubicBezTo>
                    <a:cubicBezTo>
                      <a:pt x="947359" y="84654"/>
                      <a:pt x="945559" y="88811"/>
                      <a:pt x="944101" y="95155"/>
                    </a:cubicBezTo>
                    <a:cubicBezTo>
                      <a:pt x="942644" y="101499"/>
                      <a:pt x="941187" y="114529"/>
                      <a:pt x="939729" y="134245"/>
                    </a:cubicBezTo>
                    <a:cubicBezTo>
                      <a:pt x="938272" y="153962"/>
                      <a:pt x="936986" y="167378"/>
                      <a:pt x="935872" y="174493"/>
                    </a:cubicBezTo>
                    <a:cubicBezTo>
                      <a:pt x="934757" y="181609"/>
                      <a:pt x="932871" y="188124"/>
                      <a:pt x="930214" y="194039"/>
                    </a:cubicBezTo>
                    <a:cubicBezTo>
                      <a:pt x="927556" y="199954"/>
                      <a:pt x="923999" y="205226"/>
                      <a:pt x="919541" y="209855"/>
                    </a:cubicBezTo>
                    <a:cubicBezTo>
                      <a:pt x="915083" y="214484"/>
                      <a:pt x="911740" y="216799"/>
                      <a:pt x="909511" y="216799"/>
                    </a:cubicBezTo>
                    <a:cubicBezTo>
                      <a:pt x="907282" y="216799"/>
                      <a:pt x="905311" y="214655"/>
                      <a:pt x="903596" y="210369"/>
                    </a:cubicBezTo>
                    <a:cubicBezTo>
                      <a:pt x="899139" y="199225"/>
                      <a:pt x="893995" y="190653"/>
                      <a:pt x="888166" y="184652"/>
                    </a:cubicBezTo>
                    <a:cubicBezTo>
                      <a:pt x="885765" y="182080"/>
                      <a:pt x="884565" y="180323"/>
                      <a:pt x="884565" y="179380"/>
                    </a:cubicBezTo>
                    <a:cubicBezTo>
                      <a:pt x="884565" y="178437"/>
                      <a:pt x="885080" y="177965"/>
                      <a:pt x="886108" y="177965"/>
                    </a:cubicBezTo>
                    <a:cubicBezTo>
                      <a:pt x="887137" y="177965"/>
                      <a:pt x="890137" y="178951"/>
                      <a:pt x="895109" y="180923"/>
                    </a:cubicBezTo>
                    <a:cubicBezTo>
                      <a:pt x="900082" y="182894"/>
                      <a:pt x="904196" y="183880"/>
                      <a:pt x="907454" y="183880"/>
                    </a:cubicBezTo>
                    <a:cubicBezTo>
                      <a:pt x="910711" y="183880"/>
                      <a:pt x="913283" y="182209"/>
                      <a:pt x="915169" y="178865"/>
                    </a:cubicBezTo>
                    <a:cubicBezTo>
                      <a:pt x="917055" y="175522"/>
                      <a:pt x="919155" y="166007"/>
                      <a:pt x="921470" y="150319"/>
                    </a:cubicBezTo>
                    <a:cubicBezTo>
                      <a:pt x="923785" y="134631"/>
                      <a:pt x="924942" y="118215"/>
                      <a:pt x="924942" y="101070"/>
                    </a:cubicBezTo>
                    <a:cubicBezTo>
                      <a:pt x="924942" y="92497"/>
                      <a:pt x="924427" y="86025"/>
                      <a:pt x="923399" y="81653"/>
                    </a:cubicBezTo>
                    <a:cubicBezTo>
                      <a:pt x="922370" y="77281"/>
                      <a:pt x="920484" y="74324"/>
                      <a:pt x="917741" y="72781"/>
                    </a:cubicBezTo>
                    <a:cubicBezTo>
                      <a:pt x="914998" y="71238"/>
                      <a:pt x="909083" y="70466"/>
                      <a:pt x="899996" y="70466"/>
                    </a:cubicBezTo>
                    <a:cubicBezTo>
                      <a:pt x="890909" y="70466"/>
                      <a:pt x="878650" y="71495"/>
                      <a:pt x="863220" y="73552"/>
                    </a:cubicBezTo>
                    <a:cubicBezTo>
                      <a:pt x="847789" y="75610"/>
                      <a:pt x="832530" y="78267"/>
                      <a:pt x="817443" y="81525"/>
                    </a:cubicBezTo>
                    <a:cubicBezTo>
                      <a:pt x="802355" y="84782"/>
                      <a:pt x="789839" y="86582"/>
                      <a:pt x="779895" y="86925"/>
                    </a:cubicBezTo>
                    <a:cubicBezTo>
                      <a:pt x="781267" y="93955"/>
                      <a:pt x="782167" y="102013"/>
                      <a:pt x="782595" y="111100"/>
                    </a:cubicBezTo>
                    <a:cubicBezTo>
                      <a:pt x="783024" y="120187"/>
                      <a:pt x="783924" y="131459"/>
                      <a:pt x="785296" y="144918"/>
                    </a:cubicBezTo>
                    <a:cubicBezTo>
                      <a:pt x="786667" y="158377"/>
                      <a:pt x="787353" y="169093"/>
                      <a:pt x="787353" y="177065"/>
                    </a:cubicBezTo>
                    <a:cubicBezTo>
                      <a:pt x="787353" y="185038"/>
                      <a:pt x="786624" y="191081"/>
                      <a:pt x="785167" y="195196"/>
                    </a:cubicBezTo>
                    <a:cubicBezTo>
                      <a:pt x="783710" y="199311"/>
                      <a:pt x="782124" y="201368"/>
                      <a:pt x="780409" y="201368"/>
                    </a:cubicBezTo>
                    <a:cubicBezTo>
                      <a:pt x="778695" y="201368"/>
                      <a:pt x="776595" y="199011"/>
                      <a:pt x="774109" y="194296"/>
                    </a:cubicBezTo>
                    <a:cubicBezTo>
                      <a:pt x="771623" y="189581"/>
                      <a:pt x="770380" y="185766"/>
                      <a:pt x="770380" y="182852"/>
                    </a:cubicBezTo>
                    <a:cubicBezTo>
                      <a:pt x="770380" y="179937"/>
                      <a:pt x="770551" y="177794"/>
                      <a:pt x="770894" y="176422"/>
                    </a:cubicBezTo>
                    <a:cubicBezTo>
                      <a:pt x="771580" y="173336"/>
                      <a:pt x="771923" y="166992"/>
                      <a:pt x="771923" y="157391"/>
                    </a:cubicBezTo>
                    <a:cubicBezTo>
                      <a:pt x="771923" y="147790"/>
                      <a:pt x="771108" y="134803"/>
                      <a:pt x="769479" y="118429"/>
                    </a:cubicBezTo>
                    <a:cubicBezTo>
                      <a:pt x="767851" y="102056"/>
                      <a:pt x="765150" y="91940"/>
                      <a:pt x="761378" y="88083"/>
                    </a:cubicBezTo>
                    <a:cubicBezTo>
                      <a:pt x="757607" y="84225"/>
                      <a:pt x="755721" y="81525"/>
                      <a:pt x="755721" y="79982"/>
                    </a:cubicBezTo>
                    <a:cubicBezTo>
                      <a:pt x="755721" y="78438"/>
                      <a:pt x="757178" y="77667"/>
                      <a:pt x="760093" y="77667"/>
                    </a:cubicBezTo>
                    <a:cubicBezTo>
                      <a:pt x="763007" y="77667"/>
                      <a:pt x="768408" y="78781"/>
                      <a:pt x="776295" y="81010"/>
                    </a:cubicBezTo>
                    <a:lnTo>
                      <a:pt x="792497" y="77924"/>
                    </a:lnTo>
                    <a:cubicBezTo>
                      <a:pt x="801755" y="68494"/>
                      <a:pt x="811313" y="56536"/>
                      <a:pt x="821172" y="42048"/>
                    </a:cubicBezTo>
                    <a:cubicBezTo>
                      <a:pt x="831030" y="27561"/>
                      <a:pt x="835959" y="16974"/>
                      <a:pt x="835959" y="10287"/>
                    </a:cubicBezTo>
                    <a:cubicBezTo>
                      <a:pt x="835959" y="9258"/>
                      <a:pt x="835873" y="8230"/>
                      <a:pt x="835702" y="7201"/>
                    </a:cubicBezTo>
                    <a:cubicBezTo>
                      <a:pt x="835531" y="6172"/>
                      <a:pt x="835445" y="5315"/>
                      <a:pt x="835445" y="4629"/>
                    </a:cubicBezTo>
                    <a:cubicBezTo>
                      <a:pt x="835445" y="1543"/>
                      <a:pt x="837074" y="0"/>
                      <a:pt x="84033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A2D072D-AB2F-4515-B259-3157D7161ED5}"/>
                  </a:ext>
                </a:extLst>
              </p:cNvPr>
              <p:cNvSpPr txBox="1"/>
              <p:nvPr/>
            </p:nvSpPr>
            <p:spPr>
              <a:xfrm>
                <a:off x="9946387" y="4764383"/>
                <a:ext cx="2066117" cy="826655"/>
              </a:xfrm>
              <a:custGeom>
                <a:avLst/>
                <a:gdLst/>
                <a:ahLst/>
                <a:cxnLst/>
                <a:rect l="l" t="t" r="r" b="b"/>
                <a:pathLst>
                  <a:path w="2066117" h="826655">
                    <a:moveTo>
                      <a:pt x="274579" y="780878"/>
                    </a:moveTo>
                    <a:cubicBezTo>
                      <a:pt x="278522" y="780878"/>
                      <a:pt x="281951" y="782335"/>
                      <a:pt x="284866" y="785250"/>
                    </a:cubicBezTo>
                    <a:cubicBezTo>
                      <a:pt x="287780" y="788165"/>
                      <a:pt x="289238" y="791594"/>
                      <a:pt x="289238" y="795537"/>
                    </a:cubicBezTo>
                    <a:cubicBezTo>
                      <a:pt x="289238" y="799480"/>
                      <a:pt x="287780" y="802867"/>
                      <a:pt x="284866" y="805695"/>
                    </a:cubicBezTo>
                    <a:cubicBezTo>
                      <a:pt x="281951" y="808524"/>
                      <a:pt x="278522" y="809939"/>
                      <a:pt x="274579" y="809939"/>
                    </a:cubicBezTo>
                    <a:cubicBezTo>
                      <a:pt x="270635" y="809939"/>
                      <a:pt x="267206" y="808524"/>
                      <a:pt x="264292" y="805695"/>
                    </a:cubicBezTo>
                    <a:cubicBezTo>
                      <a:pt x="261377" y="802867"/>
                      <a:pt x="259920" y="799480"/>
                      <a:pt x="259920" y="795537"/>
                    </a:cubicBezTo>
                    <a:cubicBezTo>
                      <a:pt x="259920" y="791594"/>
                      <a:pt x="261377" y="788165"/>
                      <a:pt x="264292" y="785250"/>
                    </a:cubicBezTo>
                    <a:cubicBezTo>
                      <a:pt x="267206" y="782335"/>
                      <a:pt x="270635" y="780878"/>
                      <a:pt x="274579" y="780878"/>
                    </a:cubicBezTo>
                    <a:close/>
                    <a:moveTo>
                      <a:pt x="1413607" y="751046"/>
                    </a:moveTo>
                    <a:cubicBezTo>
                      <a:pt x="1416007" y="751046"/>
                      <a:pt x="1420422" y="752074"/>
                      <a:pt x="1426851" y="754132"/>
                    </a:cubicBezTo>
                    <a:cubicBezTo>
                      <a:pt x="1433281" y="756189"/>
                      <a:pt x="1437567" y="758890"/>
                      <a:pt x="1439710" y="762233"/>
                    </a:cubicBezTo>
                    <a:cubicBezTo>
                      <a:pt x="1441853" y="765576"/>
                      <a:pt x="1442925" y="768619"/>
                      <a:pt x="1442925" y="771363"/>
                    </a:cubicBezTo>
                    <a:cubicBezTo>
                      <a:pt x="1442925" y="775477"/>
                      <a:pt x="1440653" y="777535"/>
                      <a:pt x="1436110" y="777535"/>
                    </a:cubicBezTo>
                    <a:cubicBezTo>
                      <a:pt x="1431566" y="777535"/>
                      <a:pt x="1426166" y="773977"/>
                      <a:pt x="1419908" y="766862"/>
                    </a:cubicBezTo>
                    <a:cubicBezTo>
                      <a:pt x="1413650" y="759747"/>
                      <a:pt x="1410521" y="755075"/>
                      <a:pt x="1410521" y="752846"/>
                    </a:cubicBezTo>
                    <a:cubicBezTo>
                      <a:pt x="1410521" y="751646"/>
                      <a:pt x="1411549" y="751046"/>
                      <a:pt x="1413607" y="751046"/>
                    </a:cubicBezTo>
                    <a:close/>
                    <a:moveTo>
                      <a:pt x="929089" y="710155"/>
                    </a:moveTo>
                    <a:cubicBezTo>
                      <a:pt x="926346" y="710155"/>
                      <a:pt x="920860" y="711012"/>
                      <a:pt x="912630" y="712727"/>
                    </a:cubicBezTo>
                    <a:cubicBezTo>
                      <a:pt x="904400" y="714441"/>
                      <a:pt x="897457" y="715384"/>
                      <a:pt x="891799" y="715556"/>
                    </a:cubicBezTo>
                    <a:cubicBezTo>
                      <a:pt x="892827" y="728243"/>
                      <a:pt x="893599" y="747874"/>
                      <a:pt x="894113" y="774449"/>
                    </a:cubicBezTo>
                    <a:cubicBezTo>
                      <a:pt x="906286" y="773420"/>
                      <a:pt x="914902" y="772391"/>
                      <a:pt x="919959" y="771363"/>
                    </a:cubicBezTo>
                    <a:cubicBezTo>
                      <a:pt x="925017" y="770334"/>
                      <a:pt x="928318" y="768877"/>
                      <a:pt x="929861" y="766991"/>
                    </a:cubicBezTo>
                    <a:cubicBezTo>
                      <a:pt x="931404" y="765105"/>
                      <a:pt x="932904" y="757861"/>
                      <a:pt x="934361" y="745259"/>
                    </a:cubicBezTo>
                    <a:cubicBezTo>
                      <a:pt x="935819" y="732658"/>
                      <a:pt x="936547" y="724214"/>
                      <a:pt x="936547" y="719928"/>
                    </a:cubicBezTo>
                    <a:cubicBezTo>
                      <a:pt x="936547" y="715641"/>
                      <a:pt x="935990" y="712941"/>
                      <a:pt x="934876" y="711827"/>
                    </a:cubicBezTo>
                    <a:cubicBezTo>
                      <a:pt x="933761" y="710712"/>
                      <a:pt x="931832" y="710155"/>
                      <a:pt x="929089" y="710155"/>
                    </a:cubicBezTo>
                    <a:close/>
                    <a:moveTo>
                      <a:pt x="938733" y="696782"/>
                    </a:moveTo>
                    <a:cubicBezTo>
                      <a:pt x="940876" y="696782"/>
                      <a:pt x="945505" y="698496"/>
                      <a:pt x="952621" y="701925"/>
                    </a:cubicBezTo>
                    <a:cubicBezTo>
                      <a:pt x="959736" y="705354"/>
                      <a:pt x="963293" y="708269"/>
                      <a:pt x="963293" y="710669"/>
                    </a:cubicBezTo>
                    <a:cubicBezTo>
                      <a:pt x="963293" y="713070"/>
                      <a:pt x="962136" y="715598"/>
                      <a:pt x="959822" y="718256"/>
                    </a:cubicBezTo>
                    <a:cubicBezTo>
                      <a:pt x="957507" y="720913"/>
                      <a:pt x="954249" y="728672"/>
                      <a:pt x="950049" y="741530"/>
                    </a:cubicBezTo>
                    <a:cubicBezTo>
                      <a:pt x="945848" y="754389"/>
                      <a:pt x="943748" y="761976"/>
                      <a:pt x="943748" y="764290"/>
                    </a:cubicBezTo>
                    <a:cubicBezTo>
                      <a:pt x="943748" y="766605"/>
                      <a:pt x="944691" y="768877"/>
                      <a:pt x="946577" y="771105"/>
                    </a:cubicBezTo>
                    <a:cubicBezTo>
                      <a:pt x="948463" y="773334"/>
                      <a:pt x="949406" y="775049"/>
                      <a:pt x="949406" y="776249"/>
                    </a:cubicBezTo>
                    <a:cubicBezTo>
                      <a:pt x="949406" y="777449"/>
                      <a:pt x="948677" y="778435"/>
                      <a:pt x="947220" y="779206"/>
                    </a:cubicBezTo>
                    <a:cubicBezTo>
                      <a:pt x="945763" y="779978"/>
                      <a:pt x="939033" y="780878"/>
                      <a:pt x="927032" y="781907"/>
                    </a:cubicBezTo>
                    <a:cubicBezTo>
                      <a:pt x="915030" y="782935"/>
                      <a:pt x="903886" y="783536"/>
                      <a:pt x="893599" y="783707"/>
                    </a:cubicBezTo>
                    <a:cubicBezTo>
                      <a:pt x="892570" y="793308"/>
                      <a:pt x="891156" y="798109"/>
                      <a:pt x="889356" y="798109"/>
                    </a:cubicBezTo>
                    <a:cubicBezTo>
                      <a:pt x="887555" y="798109"/>
                      <a:pt x="886012" y="796694"/>
                      <a:pt x="884726" y="793865"/>
                    </a:cubicBezTo>
                    <a:cubicBezTo>
                      <a:pt x="883441" y="791036"/>
                      <a:pt x="882798" y="787393"/>
                      <a:pt x="882798" y="782935"/>
                    </a:cubicBezTo>
                    <a:lnTo>
                      <a:pt x="883055" y="770334"/>
                    </a:lnTo>
                    <a:cubicBezTo>
                      <a:pt x="883055" y="758161"/>
                      <a:pt x="882240" y="746631"/>
                      <a:pt x="880612" y="735744"/>
                    </a:cubicBezTo>
                    <a:cubicBezTo>
                      <a:pt x="878983" y="724857"/>
                      <a:pt x="877140" y="717784"/>
                      <a:pt x="875082" y="714527"/>
                    </a:cubicBezTo>
                    <a:cubicBezTo>
                      <a:pt x="873025" y="711269"/>
                      <a:pt x="871996" y="708955"/>
                      <a:pt x="871996" y="707583"/>
                    </a:cubicBezTo>
                    <a:cubicBezTo>
                      <a:pt x="871996" y="706212"/>
                      <a:pt x="873068" y="705526"/>
                      <a:pt x="875211" y="705526"/>
                    </a:cubicBezTo>
                    <a:cubicBezTo>
                      <a:pt x="877354" y="705526"/>
                      <a:pt x="880997" y="706469"/>
                      <a:pt x="886141" y="708355"/>
                    </a:cubicBezTo>
                    <a:cubicBezTo>
                      <a:pt x="899686" y="709041"/>
                      <a:pt x="914173" y="706040"/>
                      <a:pt x="929603" y="699354"/>
                    </a:cubicBezTo>
                    <a:cubicBezTo>
                      <a:pt x="933547" y="697639"/>
                      <a:pt x="936590" y="696782"/>
                      <a:pt x="938733" y="696782"/>
                    </a:cubicBezTo>
                    <a:close/>
                    <a:moveTo>
                      <a:pt x="1100882" y="689581"/>
                    </a:moveTo>
                    <a:cubicBezTo>
                      <a:pt x="1084080" y="693010"/>
                      <a:pt x="1070192" y="694982"/>
                      <a:pt x="1059220" y="695496"/>
                    </a:cubicBezTo>
                    <a:cubicBezTo>
                      <a:pt x="1063849" y="720185"/>
                      <a:pt x="1067535" y="741445"/>
                      <a:pt x="1070278" y="759275"/>
                    </a:cubicBezTo>
                    <a:cubicBezTo>
                      <a:pt x="1077651" y="758761"/>
                      <a:pt x="1087766" y="757304"/>
                      <a:pt x="1100625" y="754903"/>
                    </a:cubicBezTo>
                    <a:lnTo>
                      <a:pt x="1100882" y="727129"/>
                    </a:lnTo>
                    <a:cubicBezTo>
                      <a:pt x="1095053" y="727986"/>
                      <a:pt x="1090595" y="728414"/>
                      <a:pt x="1087509" y="728414"/>
                    </a:cubicBezTo>
                    <a:cubicBezTo>
                      <a:pt x="1084423" y="728414"/>
                      <a:pt x="1081765" y="728029"/>
                      <a:pt x="1079536" y="727257"/>
                    </a:cubicBezTo>
                    <a:cubicBezTo>
                      <a:pt x="1077308" y="726486"/>
                      <a:pt x="1076193" y="725500"/>
                      <a:pt x="1076193" y="724300"/>
                    </a:cubicBezTo>
                    <a:cubicBezTo>
                      <a:pt x="1076193" y="723099"/>
                      <a:pt x="1077565" y="722328"/>
                      <a:pt x="1080308" y="721985"/>
                    </a:cubicBezTo>
                    <a:cubicBezTo>
                      <a:pt x="1085966" y="721299"/>
                      <a:pt x="1092824" y="719842"/>
                      <a:pt x="1100882" y="717613"/>
                    </a:cubicBezTo>
                    <a:close/>
                    <a:moveTo>
                      <a:pt x="577402" y="688038"/>
                    </a:moveTo>
                    <a:cubicBezTo>
                      <a:pt x="580060" y="688038"/>
                      <a:pt x="582417" y="688552"/>
                      <a:pt x="584475" y="689581"/>
                    </a:cubicBezTo>
                    <a:cubicBezTo>
                      <a:pt x="586532" y="690610"/>
                      <a:pt x="587561" y="691895"/>
                      <a:pt x="587561" y="693439"/>
                    </a:cubicBezTo>
                    <a:cubicBezTo>
                      <a:pt x="587561" y="696353"/>
                      <a:pt x="584003" y="698668"/>
                      <a:pt x="576888" y="700382"/>
                    </a:cubicBezTo>
                    <a:cubicBezTo>
                      <a:pt x="569773" y="702097"/>
                      <a:pt x="560729" y="704497"/>
                      <a:pt x="549756" y="707583"/>
                    </a:cubicBezTo>
                    <a:cubicBezTo>
                      <a:pt x="556100" y="711184"/>
                      <a:pt x="559271" y="714355"/>
                      <a:pt x="559271" y="717099"/>
                    </a:cubicBezTo>
                    <a:cubicBezTo>
                      <a:pt x="559271" y="719842"/>
                      <a:pt x="557643" y="724300"/>
                      <a:pt x="554385" y="730472"/>
                    </a:cubicBezTo>
                    <a:cubicBezTo>
                      <a:pt x="562615" y="731500"/>
                      <a:pt x="569044" y="733301"/>
                      <a:pt x="573673" y="735872"/>
                    </a:cubicBezTo>
                    <a:cubicBezTo>
                      <a:pt x="578302" y="738444"/>
                      <a:pt x="580617" y="741616"/>
                      <a:pt x="580617" y="745388"/>
                    </a:cubicBezTo>
                    <a:cubicBezTo>
                      <a:pt x="580617" y="747445"/>
                      <a:pt x="579931" y="749417"/>
                      <a:pt x="578560" y="751303"/>
                    </a:cubicBezTo>
                    <a:lnTo>
                      <a:pt x="577785" y="752979"/>
                    </a:lnTo>
                    <a:lnTo>
                      <a:pt x="584346" y="749760"/>
                    </a:lnTo>
                    <a:cubicBezTo>
                      <a:pt x="588889" y="748388"/>
                      <a:pt x="593819" y="746588"/>
                      <a:pt x="599134" y="744359"/>
                    </a:cubicBezTo>
                    <a:cubicBezTo>
                      <a:pt x="599305" y="733558"/>
                      <a:pt x="598191" y="725671"/>
                      <a:pt x="595790" y="720699"/>
                    </a:cubicBezTo>
                    <a:cubicBezTo>
                      <a:pt x="595105" y="719499"/>
                      <a:pt x="594762" y="718299"/>
                      <a:pt x="594762" y="717099"/>
                    </a:cubicBezTo>
                    <a:cubicBezTo>
                      <a:pt x="594762" y="714870"/>
                      <a:pt x="595833" y="713755"/>
                      <a:pt x="597976" y="713755"/>
                    </a:cubicBezTo>
                    <a:cubicBezTo>
                      <a:pt x="600119" y="713755"/>
                      <a:pt x="602906" y="714698"/>
                      <a:pt x="606334" y="716584"/>
                    </a:cubicBezTo>
                    <a:cubicBezTo>
                      <a:pt x="609764" y="718470"/>
                      <a:pt x="611478" y="720785"/>
                      <a:pt x="611478" y="723528"/>
                    </a:cubicBezTo>
                    <a:cubicBezTo>
                      <a:pt x="611478" y="724557"/>
                      <a:pt x="611049" y="726486"/>
                      <a:pt x="610192" y="729314"/>
                    </a:cubicBezTo>
                    <a:cubicBezTo>
                      <a:pt x="609335" y="732143"/>
                      <a:pt x="608735" y="735787"/>
                      <a:pt x="608392" y="740244"/>
                    </a:cubicBezTo>
                    <a:cubicBezTo>
                      <a:pt x="614736" y="737501"/>
                      <a:pt x="621851" y="734329"/>
                      <a:pt x="629737" y="730729"/>
                    </a:cubicBezTo>
                    <a:cubicBezTo>
                      <a:pt x="629909" y="723871"/>
                      <a:pt x="629780" y="718685"/>
                      <a:pt x="629352" y="715170"/>
                    </a:cubicBezTo>
                    <a:cubicBezTo>
                      <a:pt x="628923" y="711655"/>
                      <a:pt x="628194" y="708869"/>
                      <a:pt x="627166" y="706812"/>
                    </a:cubicBezTo>
                    <a:cubicBezTo>
                      <a:pt x="626137" y="704754"/>
                      <a:pt x="625623" y="703297"/>
                      <a:pt x="625623" y="702440"/>
                    </a:cubicBezTo>
                    <a:cubicBezTo>
                      <a:pt x="625623" y="700554"/>
                      <a:pt x="626566" y="699611"/>
                      <a:pt x="628452" y="699611"/>
                    </a:cubicBezTo>
                    <a:cubicBezTo>
                      <a:pt x="630338" y="699611"/>
                      <a:pt x="633338" y="700511"/>
                      <a:pt x="637453" y="702311"/>
                    </a:cubicBezTo>
                    <a:cubicBezTo>
                      <a:pt x="641568" y="704111"/>
                      <a:pt x="643625" y="706640"/>
                      <a:pt x="643625" y="709898"/>
                    </a:cubicBezTo>
                    <a:cubicBezTo>
                      <a:pt x="643625" y="711098"/>
                      <a:pt x="643368" y="712512"/>
                      <a:pt x="642853" y="714141"/>
                    </a:cubicBezTo>
                    <a:cubicBezTo>
                      <a:pt x="642339" y="715770"/>
                      <a:pt x="641653" y="719585"/>
                      <a:pt x="640796" y="725585"/>
                    </a:cubicBezTo>
                    <a:cubicBezTo>
                      <a:pt x="653655" y="719413"/>
                      <a:pt x="661541" y="715127"/>
                      <a:pt x="664456" y="712727"/>
                    </a:cubicBezTo>
                    <a:cubicBezTo>
                      <a:pt x="666171" y="711527"/>
                      <a:pt x="667885" y="710926"/>
                      <a:pt x="669600" y="710926"/>
                    </a:cubicBezTo>
                    <a:cubicBezTo>
                      <a:pt x="671314" y="710926"/>
                      <a:pt x="674529" y="712298"/>
                      <a:pt x="679244" y="715041"/>
                    </a:cubicBezTo>
                    <a:cubicBezTo>
                      <a:pt x="683958" y="717784"/>
                      <a:pt x="686316" y="720699"/>
                      <a:pt x="686316" y="723785"/>
                    </a:cubicBezTo>
                    <a:cubicBezTo>
                      <a:pt x="686316" y="725671"/>
                      <a:pt x="685544" y="727214"/>
                      <a:pt x="684001" y="728414"/>
                    </a:cubicBezTo>
                    <a:cubicBezTo>
                      <a:pt x="680572" y="730986"/>
                      <a:pt x="676543" y="740159"/>
                      <a:pt x="671914" y="755932"/>
                    </a:cubicBezTo>
                    <a:cubicBezTo>
                      <a:pt x="670714" y="760047"/>
                      <a:pt x="668699" y="764076"/>
                      <a:pt x="665871" y="768019"/>
                    </a:cubicBezTo>
                    <a:cubicBezTo>
                      <a:pt x="663042" y="771963"/>
                      <a:pt x="660598" y="773934"/>
                      <a:pt x="658541" y="773934"/>
                    </a:cubicBezTo>
                    <a:cubicBezTo>
                      <a:pt x="656484" y="773934"/>
                      <a:pt x="655112" y="772906"/>
                      <a:pt x="654426" y="770848"/>
                    </a:cubicBezTo>
                    <a:cubicBezTo>
                      <a:pt x="652026" y="763990"/>
                      <a:pt x="650140" y="759104"/>
                      <a:pt x="648768" y="756189"/>
                    </a:cubicBezTo>
                    <a:cubicBezTo>
                      <a:pt x="647397" y="753275"/>
                      <a:pt x="646711" y="751432"/>
                      <a:pt x="646711" y="750660"/>
                    </a:cubicBezTo>
                    <a:cubicBezTo>
                      <a:pt x="646711" y="749888"/>
                      <a:pt x="647097" y="749503"/>
                      <a:pt x="647868" y="749503"/>
                    </a:cubicBezTo>
                    <a:cubicBezTo>
                      <a:pt x="648640" y="749503"/>
                      <a:pt x="649969" y="749974"/>
                      <a:pt x="651854" y="750917"/>
                    </a:cubicBezTo>
                    <a:cubicBezTo>
                      <a:pt x="653740" y="751860"/>
                      <a:pt x="655455" y="752332"/>
                      <a:pt x="656998" y="752332"/>
                    </a:cubicBezTo>
                    <a:cubicBezTo>
                      <a:pt x="658541" y="752332"/>
                      <a:pt x="659870" y="751346"/>
                      <a:pt x="660984" y="749374"/>
                    </a:cubicBezTo>
                    <a:cubicBezTo>
                      <a:pt x="662099" y="747402"/>
                      <a:pt x="663213" y="743673"/>
                      <a:pt x="664328" y="738187"/>
                    </a:cubicBezTo>
                    <a:cubicBezTo>
                      <a:pt x="665442" y="732701"/>
                      <a:pt x="665999" y="729357"/>
                      <a:pt x="665999" y="728157"/>
                    </a:cubicBezTo>
                    <a:cubicBezTo>
                      <a:pt x="665999" y="725757"/>
                      <a:pt x="665099" y="724557"/>
                      <a:pt x="663299" y="724557"/>
                    </a:cubicBezTo>
                    <a:cubicBezTo>
                      <a:pt x="661499" y="724557"/>
                      <a:pt x="659570" y="724985"/>
                      <a:pt x="657512" y="725843"/>
                    </a:cubicBezTo>
                    <a:lnTo>
                      <a:pt x="640024" y="733301"/>
                    </a:lnTo>
                    <a:cubicBezTo>
                      <a:pt x="638653" y="752332"/>
                      <a:pt x="637410" y="764633"/>
                      <a:pt x="636295" y="770205"/>
                    </a:cubicBezTo>
                    <a:cubicBezTo>
                      <a:pt x="635181" y="775777"/>
                      <a:pt x="633638" y="778564"/>
                      <a:pt x="631666" y="778564"/>
                    </a:cubicBezTo>
                    <a:cubicBezTo>
                      <a:pt x="629695" y="778564"/>
                      <a:pt x="628709" y="774492"/>
                      <a:pt x="628709" y="766348"/>
                    </a:cubicBezTo>
                    <a:cubicBezTo>
                      <a:pt x="628709" y="758204"/>
                      <a:pt x="628966" y="748903"/>
                      <a:pt x="629480" y="738444"/>
                    </a:cubicBezTo>
                    <a:lnTo>
                      <a:pt x="608135" y="748988"/>
                    </a:lnTo>
                    <a:cubicBezTo>
                      <a:pt x="607963" y="753618"/>
                      <a:pt x="607878" y="759704"/>
                      <a:pt x="607878" y="767248"/>
                    </a:cubicBezTo>
                    <a:cubicBezTo>
                      <a:pt x="607878" y="774792"/>
                      <a:pt x="608863" y="781392"/>
                      <a:pt x="610835" y="787050"/>
                    </a:cubicBezTo>
                    <a:cubicBezTo>
                      <a:pt x="612807" y="792708"/>
                      <a:pt x="616407" y="796866"/>
                      <a:pt x="621636" y="799523"/>
                    </a:cubicBezTo>
                    <a:cubicBezTo>
                      <a:pt x="626866" y="802181"/>
                      <a:pt x="637710" y="803509"/>
                      <a:pt x="654169" y="803509"/>
                    </a:cubicBezTo>
                    <a:cubicBezTo>
                      <a:pt x="670628" y="803509"/>
                      <a:pt x="682330" y="802052"/>
                      <a:pt x="689274" y="799137"/>
                    </a:cubicBezTo>
                    <a:cubicBezTo>
                      <a:pt x="696217" y="796223"/>
                      <a:pt x="701532" y="791894"/>
                      <a:pt x="705218" y="786150"/>
                    </a:cubicBezTo>
                    <a:cubicBezTo>
                      <a:pt x="708904" y="780407"/>
                      <a:pt x="711948" y="772477"/>
                      <a:pt x="714348" y="762361"/>
                    </a:cubicBezTo>
                    <a:cubicBezTo>
                      <a:pt x="714862" y="760133"/>
                      <a:pt x="715677" y="759018"/>
                      <a:pt x="716791" y="759018"/>
                    </a:cubicBezTo>
                    <a:cubicBezTo>
                      <a:pt x="717906" y="759018"/>
                      <a:pt x="718463" y="760390"/>
                      <a:pt x="718463" y="763133"/>
                    </a:cubicBezTo>
                    <a:cubicBezTo>
                      <a:pt x="718463" y="777706"/>
                      <a:pt x="718849" y="786965"/>
                      <a:pt x="719620" y="790908"/>
                    </a:cubicBezTo>
                    <a:cubicBezTo>
                      <a:pt x="720392" y="794851"/>
                      <a:pt x="720777" y="797852"/>
                      <a:pt x="720777" y="799909"/>
                    </a:cubicBezTo>
                    <a:cubicBezTo>
                      <a:pt x="720777" y="801966"/>
                      <a:pt x="720134" y="803895"/>
                      <a:pt x="718849" y="805695"/>
                    </a:cubicBezTo>
                    <a:cubicBezTo>
                      <a:pt x="717563" y="807496"/>
                      <a:pt x="714477" y="809510"/>
                      <a:pt x="709590" y="811739"/>
                    </a:cubicBezTo>
                    <a:cubicBezTo>
                      <a:pt x="704704" y="813968"/>
                      <a:pt x="698275" y="815854"/>
                      <a:pt x="690302" y="817397"/>
                    </a:cubicBezTo>
                    <a:cubicBezTo>
                      <a:pt x="682330" y="818940"/>
                      <a:pt x="673543" y="819712"/>
                      <a:pt x="663942" y="819712"/>
                    </a:cubicBezTo>
                    <a:cubicBezTo>
                      <a:pt x="641482" y="819712"/>
                      <a:pt x="624808" y="816368"/>
                      <a:pt x="613921" y="809682"/>
                    </a:cubicBezTo>
                    <a:cubicBezTo>
                      <a:pt x="603034" y="802995"/>
                      <a:pt x="598105" y="784478"/>
                      <a:pt x="599134" y="754132"/>
                    </a:cubicBezTo>
                    <a:cubicBezTo>
                      <a:pt x="594676" y="756361"/>
                      <a:pt x="591033" y="757475"/>
                      <a:pt x="588204" y="757475"/>
                    </a:cubicBezTo>
                    <a:cubicBezTo>
                      <a:pt x="585375" y="757475"/>
                      <a:pt x="582889" y="756961"/>
                      <a:pt x="580746" y="755932"/>
                    </a:cubicBezTo>
                    <a:lnTo>
                      <a:pt x="577670" y="753226"/>
                    </a:lnTo>
                    <a:lnTo>
                      <a:pt x="574991" y="759018"/>
                    </a:lnTo>
                    <a:cubicBezTo>
                      <a:pt x="573898" y="762447"/>
                      <a:pt x="572902" y="766733"/>
                      <a:pt x="572002" y="771877"/>
                    </a:cubicBezTo>
                    <a:cubicBezTo>
                      <a:pt x="570201" y="782164"/>
                      <a:pt x="567330" y="791465"/>
                      <a:pt x="563386" y="799780"/>
                    </a:cubicBezTo>
                    <a:cubicBezTo>
                      <a:pt x="559443" y="808096"/>
                      <a:pt x="555157" y="814397"/>
                      <a:pt x="550528" y="818683"/>
                    </a:cubicBezTo>
                    <a:cubicBezTo>
                      <a:pt x="545898" y="822969"/>
                      <a:pt x="542255" y="825112"/>
                      <a:pt x="539598" y="825112"/>
                    </a:cubicBezTo>
                    <a:cubicBezTo>
                      <a:pt x="536940" y="825112"/>
                      <a:pt x="535097" y="822755"/>
                      <a:pt x="534068" y="818040"/>
                    </a:cubicBezTo>
                    <a:cubicBezTo>
                      <a:pt x="533040" y="813325"/>
                      <a:pt x="531454" y="808867"/>
                      <a:pt x="529311" y="804667"/>
                    </a:cubicBezTo>
                    <a:cubicBezTo>
                      <a:pt x="527167" y="800466"/>
                      <a:pt x="526096" y="797937"/>
                      <a:pt x="526096" y="797080"/>
                    </a:cubicBezTo>
                    <a:cubicBezTo>
                      <a:pt x="526096" y="796223"/>
                      <a:pt x="526525" y="795794"/>
                      <a:pt x="527382" y="795794"/>
                    </a:cubicBezTo>
                    <a:cubicBezTo>
                      <a:pt x="528239" y="795794"/>
                      <a:pt x="530425" y="796437"/>
                      <a:pt x="533940" y="797723"/>
                    </a:cubicBezTo>
                    <a:cubicBezTo>
                      <a:pt x="537454" y="799009"/>
                      <a:pt x="540283" y="799652"/>
                      <a:pt x="542426" y="799652"/>
                    </a:cubicBezTo>
                    <a:cubicBezTo>
                      <a:pt x="544570" y="799652"/>
                      <a:pt x="546370" y="798923"/>
                      <a:pt x="547827" y="797466"/>
                    </a:cubicBezTo>
                    <a:cubicBezTo>
                      <a:pt x="549285" y="796009"/>
                      <a:pt x="551428" y="791937"/>
                      <a:pt x="554257" y="785250"/>
                    </a:cubicBezTo>
                    <a:cubicBezTo>
                      <a:pt x="557086" y="778564"/>
                      <a:pt x="559400" y="771491"/>
                      <a:pt x="561200" y="764033"/>
                    </a:cubicBezTo>
                    <a:cubicBezTo>
                      <a:pt x="563000" y="756575"/>
                      <a:pt x="563901" y="751046"/>
                      <a:pt x="563901" y="747445"/>
                    </a:cubicBezTo>
                    <a:cubicBezTo>
                      <a:pt x="563901" y="743845"/>
                      <a:pt x="562915" y="741187"/>
                      <a:pt x="560943" y="739473"/>
                    </a:cubicBezTo>
                    <a:cubicBezTo>
                      <a:pt x="558972" y="737758"/>
                      <a:pt x="556100" y="736215"/>
                      <a:pt x="552328" y="734844"/>
                    </a:cubicBezTo>
                    <a:cubicBezTo>
                      <a:pt x="540841" y="757132"/>
                      <a:pt x="528196" y="773249"/>
                      <a:pt x="514394" y="783193"/>
                    </a:cubicBezTo>
                    <a:cubicBezTo>
                      <a:pt x="500593" y="793137"/>
                      <a:pt x="491549" y="798109"/>
                      <a:pt x="487262" y="798109"/>
                    </a:cubicBezTo>
                    <a:cubicBezTo>
                      <a:pt x="486234" y="798109"/>
                      <a:pt x="485719" y="797509"/>
                      <a:pt x="485719" y="796309"/>
                    </a:cubicBezTo>
                    <a:cubicBezTo>
                      <a:pt x="485719" y="795108"/>
                      <a:pt x="487348" y="793308"/>
                      <a:pt x="490606" y="790908"/>
                    </a:cubicBezTo>
                    <a:cubicBezTo>
                      <a:pt x="507579" y="777706"/>
                      <a:pt x="520610" y="764076"/>
                      <a:pt x="529696" y="750017"/>
                    </a:cubicBezTo>
                    <a:cubicBezTo>
                      <a:pt x="538783" y="735958"/>
                      <a:pt x="543327" y="723871"/>
                      <a:pt x="543327" y="713755"/>
                    </a:cubicBezTo>
                    <a:cubicBezTo>
                      <a:pt x="543327" y="712384"/>
                      <a:pt x="543241" y="711098"/>
                      <a:pt x="543070" y="709898"/>
                    </a:cubicBezTo>
                    <a:cubicBezTo>
                      <a:pt x="536554" y="711955"/>
                      <a:pt x="530339" y="714098"/>
                      <a:pt x="524424" y="716327"/>
                    </a:cubicBezTo>
                    <a:cubicBezTo>
                      <a:pt x="518509" y="718556"/>
                      <a:pt x="513537" y="719670"/>
                      <a:pt x="509508" y="719670"/>
                    </a:cubicBezTo>
                    <a:cubicBezTo>
                      <a:pt x="505479" y="719670"/>
                      <a:pt x="502222" y="719199"/>
                      <a:pt x="499736" y="718256"/>
                    </a:cubicBezTo>
                    <a:cubicBezTo>
                      <a:pt x="497249" y="717313"/>
                      <a:pt x="496006" y="716199"/>
                      <a:pt x="496006" y="714913"/>
                    </a:cubicBezTo>
                    <a:cubicBezTo>
                      <a:pt x="496006" y="713627"/>
                      <a:pt x="498064" y="712598"/>
                      <a:pt x="502179" y="711827"/>
                    </a:cubicBezTo>
                    <a:cubicBezTo>
                      <a:pt x="506293" y="711055"/>
                      <a:pt x="514009" y="708869"/>
                      <a:pt x="525324" y="705269"/>
                    </a:cubicBezTo>
                    <a:cubicBezTo>
                      <a:pt x="536640" y="701668"/>
                      <a:pt x="547484" y="697896"/>
                      <a:pt x="557857" y="693953"/>
                    </a:cubicBezTo>
                    <a:cubicBezTo>
                      <a:pt x="568230" y="690010"/>
                      <a:pt x="574745" y="688038"/>
                      <a:pt x="577402" y="688038"/>
                    </a:cubicBezTo>
                    <a:close/>
                    <a:moveTo>
                      <a:pt x="274579" y="686495"/>
                    </a:moveTo>
                    <a:cubicBezTo>
                      <a:pt x="278522" y="686495"/>
                      <a:pt x="281951" y="687952"/>
                      <a:pt x="284866" y="690867"/>
                    </a:cubicBezTo>
                    <a:cubicBezTo>
                      <a:pt x="287780" y="693781"/>
                      <a:pt x="289238" y="697210"/>
                      <a:pt x="289238" y="701154"/>
                    </a:cubicBezTo>
                    <a:cubicBezTo>
                      <a:pt x="289238" y="705097"/>
                      <a:pt x="287780" y="708483"/>
                      <a:pt x="284866" y="711312"/>
                    </a:cubicBezTo>
                    <a:cubicBezTo>
                      <a:pt x="281951" y="714141"/>
                      <a:pt x="278522" y="715556"/>
                      <a:pt x="274579" y="715556"/>
                    </a:cubicBezTo>
                    <a:cubicBezTo>
                      <a:pt x="270635" y="715556"/>
                      <a:pt x="267206" y="714141"/>
                      <a:pt x="264292" y="711312"/>
                    </a:cubicBezTo>
                    <a:cubicBezTo>
                      <a:pt x="261377" y="708483"/>
                      <a:pt x="259920" y="705097"/>
                      <a:pt x="259920" y="701154"/>
                    </a:cubicBezTo>
                    <a:cubicBezTo>
                      <a:pt x="259920" y="697210"/>
                      <a:pt x="261377" y="693781"/>
                      <a:pt x="264292" y="690867"/>
                    </a:cubicBezTo>
                    <a:cubicBezTo>
                      <a:pt x="267206" y="687952"/>
                      <a:pt x="270635" y="686495"/>
                      <a:pt x="274579" y="686495"/>
                    </a:cubicBezTo>
                    <a:close/>
                    <a:moveTo>
                      <a:pt x="1153088" y="682637"/>
                    </a:moveTo>
                    <a:cubicBezTo>
                      <a:pt x="1142459" y="682637"/>
                      <a:pt x="1129257" y="684095"/>
                      <a:pt x="1113484" y="687009"/>
                    </a:cubicBezTo>
                    <a:cubicBezTo>
                      <a:pt x="1113484" y="693010"/>
                      <a:pt x="1113312" y="702011"/>
                      <a:pt x="1112969" y="714013"/>
                    </a:cubicBezTo>
                    <a:cubicBezTo>
                      <a:pt x="1121713" y="711441"/>
                      <a:pt x="1127543" y="710155"/>
                      <a:pt x="1130457" y="710155"/>
                    </a:cubicBezTo>
                    <a:cubicBezTo>
                      <a:pt x="1133372" y="710155"/>
                      <a:pt x="1135944" y="710669"/>
                      <a:pt x="1138172" y="711698"/>
                    </a:cubicBezTo>
                    <a:cubicBezTo>
                      <a:pt x="1140401" y="712727"/>
                      <a:pt x="1141516" y="714098"/>
                      <a:pt x="1141516" y="715813"/>
                    </a:cubicBezTo>
                    <a:cubicBezTo>
                      <a:pt x="1141516" y="717527"/>
                      <a:pt x="1140016" y="718899"/>
                      <a:pt x="1137015" y="719928"/>
                    </a:cubicBezTo>
                    <a:cubicBezTo>
                      <a:pt x="1134015" y="720956"/>
                      <a:pt x="1125914" y="722671"/>
                      <a:pt x="1112712" y="725071"/>
                    </a:cubicBezTo>
                    <a:cubicBezTo>
                      <a:pt x="1112712" y="735015"/>
                      <a:pt x="1112541" y="744359"/>
                      <a:pt x="1112198" y="753103"/>
                    </a:cubicBezTo>
                    <a:cubicBezTo>
                      <a:pt x="1123342" y="751046"/>
                      <a:pt x="1130886" y="750017"/>
                      <a:pt x="1134829" y="750017"/>
                    </a:cubicBezTo>
                    <a:cubicBezTo>
                      <a:pt x="1138772" y="750017"/>
                      <a:pt x="1141516" y="750446"/>
                      <a:pt x="1143059" y="751303"/>
                    </a:cubicBezTo>
                    <a:cubicBezTo>
                      <a:pt x="1144602" y="752160"/>
                      <a:pt x="1145716" y="752589"/>
                      <a:pt x="1146402" y="752589"/>
                    </a:cubicBezTo>
                    <a:cubicBezTo>
                      <a:pt x="1149145" y="752589"/>
                      <a:pt x="1152360" y="743673"/>
                      <a:pt x="1156046" y="725843"/>
                    </a:cubicBezTo>
                    <a:cubicBezTo>
                      <a:pt x="1159732" y="708012"/>
                      <a:pt x="1161575" y="696868"/>
                      <a:pt x="1161575" y="692410"/>
                    </a:cubicBezTo>
                    <a:cubicBezTo>
                      <a:pt x="1161575" y="687952"/>
                      <a:pt x="1161061" y="685209"/>
                      <a:pt x="1160032" y="684180"/>
                    </a:cubicBezTo>
                    <a:cubicBezTo>
                      <a:pt x="1159004" y="683152"/>
                      <a:pt x="1156689" y="682637"/>
                      <a:pt x="1153088" y="682637"/>
                    </a:cubicBezTo>
                    <a:close/>
                    <a:moveTo>
                      <a:pt x="1370016" y="673122"/>
                    </a:moveTo>
                    <a:cubicBezTo>
                      <a:pt x="1372159" y="673122"/>
                      <a:pt x="1376488" y="674279"/>
                      <a:pt x="1383003" y="676594"/>
                    </a:cubicBezTo>
                    <a:cubicBezTo>
                      <a:pt x="1389518" y="678908"/>
                      <a:pt x="1392776" y="681694"/>
                      <a:pt x="1392776" y="684952"/>
                    </a:cubicBezTo>
                    <a:cubicBezTo>
                      <a:pt x="1392776" y="686152"/>
                      <a:pt x="1392347" y="687652"/>
                      <a:pt x="1391490" y="689452"/>
                    </a:cubicBezTo>
                    <a:cubicBezTo>
                      <a:pt x="1390632" y="691253"/>
                      <a:pt x="1389732" y="695710"/>
                      <a:pt x="1388789" y="702825"/>
                    </a:cubicBezTo>
                    <a:cubicBezTo>
                      <a:pt x="1387846" y="709941"/>
                      <a:pt x="1387204" y="717527"/>
                      <a:pt x="1386861" y="725585"/>
                    </a:cubicBezTo>
                    <a:lnTo>
                      <a:pt x="1404091" y="720956"/>
                    </a:lnTo>
                    <a:cubicBezTo>
                      <a:pt x="1410949" y="718727"/>
                      <a:pt x="1416993" y="717613"/>
                      <a:pt x="1422222" y="717613"/>
                    </a:cubicBezTo>
                    <a:cubicBezTo>
                      <a:pt x="1427452" y="717613"/>
                      <a:pt x="1431138" y="718385"/>
                      <a:pt x="1433281" y="719928"/>
                    </a:cubicBezTo>
                    <a:cubicBezTo>
                      <a:pt x="1435424" y="721471"/>
                      <a:pt x="1436495" y="722928"/>
                      <a:pt x="1436495" y="724300"/>
                    </a:cubicBezTo>
                    <a:cubicBezTo>
                      <a:pt x="1436495" y="725671"/>
                      <a:pt x="1434310" y="727171"/>
                      <a:pt x="1429938" y="728800"/>
                    </a:cubicBezTo>
                    <a:cubicBezTo>
                      <a:pt x="1425566" y="730429"/>
                      <a:pt x="1411035" y="733129"/>
                      <a:pt x="1386346" y="736901"/>
                    </a:cubicBezTo>
                    <a:lnTo>
                      <a:pt x="1384546" y="795537"/>
                    </a:lnTo>
                    <a:cubicBezTo>
                      <a:pt x="1398776" y="794337"/>
                      <a:pt x="1415493" y="792108"/>
                      <a:pt x="1434695" y="788850"/>
                    </a:cubicBezTo>
                    <a:cubicBezTo>
                      <a:pt x="1439496" y="788165"/>
                      <a:pt x="1444425" y="787822"/>
                      <a:pt x="1449483" y="787822"/>
                    </a:cubicBezTo>
                    <a:cubicBezTo>
                      <a:pt x="1454540" y="787822"/>
                      <a:pt x="1459770" y="789493"/>
                      <a:pt x="1465170" y="792837"/>
                    </a:cubicBezTo>
                    <a:cubicBezTo>
                      <a:pt x="1470571" y="796180"/>
                      <a:pt x="1473272" y="799137"/>
                      <a:pt x="1473272" y="801709"/>
                    </a:cubicBezTo>
                    <a:cubicBezTo>
                      <a:pt x="1473272" y="804795"/>
                      <a:pt x="1470100" y="806338"/>
                      <a:pt x="1463756" y="806338"/>
                    </a:cubicBezTo>
                    <a:cubicBezTo>
                      <a:pt x="1461013" y="806338"/>
                      <a:pt x="1457841" y="805995"/>
                      <a:pt x="1454240" y="805310"/>
                    </a:cubicBezTo>
                    <a:cubicBezTo>
                      <a:pt x="1444639" y="803595"/>
                      <a:pt x="1432638" y="802738"/>
                      <a:pt x="1418236" y="802738"/>
                    </a:cubicBezTo>
                    <a:cubicBezTo>
                      <a:pt x="1387032" y="802738"/>
                      <a:pt x="1356343" y="805995"/>
                      <a:pt x="1326167" y="812511"/>
                    </a:cubicBezTo>
                    <a:cubicBezTo>
                      <a:pt x="1322052" y="813368"/>
                      <a:pt x="1318666" y="813796"/>
                      <a:pt x="1316009" y="813796"/>
                    </a:cubicBezTo>
                    <a:cubicBezTo>
                      <a:pt x="1313352" y="813796"/>
                      <a:pt x="1309965" y="812553"/>
                      <a:pt x="1305850" y="810067"/>
                    </a:cubicBezTo>
                    <a:cubicBezTo>
                      <a:pt x="1301736" y="807581"/>
                      <a:pt x="1299678" y="805695"/>
                      <a:pt x="1299678" y="804410"/>
                    </a:cubicBezTo>
                    <a:cubicBezTo>
                      <a:pt x="1299678" y="803124"/>
                      <a:pt x="1301307" y="802395"/>
                      <a:pt x="1304565" y="802224"/>
                    </a:cubicBezTo>
                    <a:cubicBezTo>
                      <a:pt x="1318624" y="801881"/>
                      <a:pt x="1341341" y="800080"/>
                      <a:pt x="1372716" y="796823"/>
                    </a:cubicBezTo>
                    <a:lnTo>
                      <a:pt x="1373745" y="738959"/>
                    </a:lnTo>
                    <a:cubicBezTo>
                      <a:pt x="1360714" y="740844"/>
                      <a:pt x="1352099" y="741787"/>
                      <a:pt x="1347899" y="741787"/>
                    </a:cubicBezTo>
                    <a:cubicBezTo>
                      <a:pt x="1343698" y="741787"/>
                      <a:pt x="1340183" y="741230"/>
                      <a:pt x="1337354" y="740116"/>
                    </a:cubicBezTo>
                    <a:cubicBezTo>
                      <a:pt x="1334526" y="739001"/>
                      <a:pt x="1333111" y="737887"/>
                      <a:pt x="1333111" y="736773"/>
                    </a:cubicBezTo>
                    <a:cubicBezTo>
                      <a:pt x="1333111" y="735658"/>
                      <a:pt x="1334568" y="734929"/>
                      <a:pt x="1337483" y="734587"/>
                    </a:cubicBezTo>
                    <a:cubicBezTo>
                      <a:pt x="1345198" y="733558"/>
                      <a:pt x="1357286" y="731415"/>
                      <a:pt x="1373745" y="728157"/>
                    </a:cubicBezTo>
                    <a:cubicBezTo>
                      <a:pt x="1373916" y="711527"/>
                      <a:pt x="1373702" y="700297"/>
                      <a:pt x="1373102" y="694467"/>
                    </a:cubicBezTo>
                    <a:cubicBezTo>
                      <a:pt x="1372502" y="688638"/>
                      <a:pt x="1371302" y="684352"/>
                      <a:pt x="1369501" y="681609"/>
                    </a:cubicBezTo>
                    <a:cubicBezTo>
                      <a:pt x="1367701" y="678865"/>
                      <a:pt x="1366801" y="676765"/>
                      <a:pt x="1366801" y="675308"/>
                    </a:cubicBezTo>
                    <a:cubicBezTo>
                      <a:pt x="1366801" y="673850"/>
                      <a:pt x="1367872" y="673122"/>
                      <a:pt x="1370016" y="673122"/>
                    </a:cubicBezTo>
                    <a:close/>
                    <a:moveTo>
                      <a:pt x="1419393" y="642775"/>
                    </a:moveTo>
                    <a:cubicBezTo>
                      <a:pt x="1422908" y="642775"/>
                      <a:pt x="1426380" y="643632"/>
                      <a:pt x="1429809" y="645347"/>
                    </a:cubicBezTo>
                    <a:cubicBezTo>
                      <a:pt x="1433238" y="647061"/>
                      <a:pt x="1434952" y="648604"/>
                      <a:pt x="1434952" y="649976"/>
                    </a:cubicBezTo>
                    <a:cubicBezTo>
                      <a:pt x="1434952" y="651348"/>
                      <a:pt x="1434481" y="652419"/>
                      <a:pt x="1433538" y="653191"/>
                    </a:cubicBezTo>
                    <a:cubicBezTo>
                      <a:pt x="1432595" y="653962"/>
                      <a:pt x="1431138" y="654648"/>
                      <a:pt x="1429166" y="655248"/>
                    </a:cubicBezTo>
                    <a:cubicBezTo>
                      <a:pt x="1427194" y="655848"/>
                      <a:pt x="1418236" y="657348"/>
                      <a:pt x="1402291" y="659749"/>
                    </a:cubicBezTo>
                    <a:cubicBezTo>
                      <a:pt x="1386346" y="662149"/>
                      <a:pt x="1371902" y="663992"/>
                      <a:pt x="1358957" y="665278"/>
                    </a:cubicBezTo>
                    <a:cubicBezTo>
                      <a:pt x="1346013" y="666564"/>
                      <a:pt x="1337312" y="667207"/>
                      <a:pt x="1332854" y="667207"/>
                    </a:cubicBezTo>
                    <a:cubicBezTo>
                      <a:pt x="1328396" y="667207"/>
                      <a:pt x="1324538" y="666864"/>
                      <a:pt x="1321281" y="666178"/>
                    </a:cubicBezTo>
                    <a:cubicBezTo>
                      <a:pt x="1321452" y="682123"/>
                      <a:pt x="1319009" y="702054"/>
                      <a:pt x="1313952" y="725971"/>
                    </a:cubicBezTo>
                    <a:cubicBezTo>
                      <a:pt x="1308894" y="749888"/>
                      <a:pt x="1301950" y="769091"/>
                      <a:pt x="1293120" y="783578"/>
                    </a:cubicBezTo>
                    <a:cubicBezTo>
                      <a:pt x="1284291" y="798066"/>
                      <a:pt x="1276061" y="808524"/>
                      <a:pt x="1268432" y="814954"/>
                    </a:cubicBezTo>
                    <a:cubicBezTo>
                      <a:pt x="1260802" y="821383"/>
                      <a:pt x="1255701" y="824598"/>
                      <a:pt x="1253130" y="824598"/>
                    </a:cubicBezTo>
                    <a:cubicBezTo>
                      <a:pt x="1252615" y="824598"/>
                      <a:pt x="1252358" y="824341"/>
                      <a:pt x="1252358" y="823826"/>
                    </a:cubicBezTo>
                    <a:cubicBezTo>
                      <a:pt x="1252358" y="822626"/>
                      <a:pt x="1253644" y="820654"/>
                      <a:pt x="1256216" y="817911"/>
                    </a:cubicBezTo>
                    <a:cubicBezTo>
                      <a:pt x="1267017" y="806081"/>
                      <a:pt x="1276361" y="791551"/>
                      <a:pt x="1284248" y="774320"/>
                    </a:cubicBezTo>
                    <a:cubicBezTo>
                      <a:pt x="1292134" y="757089"/>
                      <a:pt x="1297621" y="739816"/>
                      <a:pt x="1300707" y="722499"/>
                    </a:cubicBezTo>
                    <a:cubicBezTo>
                      <a:pt x="1303793" y="705183"/>
                      <a:pt x="1305336" y="690824"/>
                      <a:pt x="1305336" y="679423"/>
                    </a:cubicBezTo>
                    <a:cubicBezTo>
                      <a:pt x="1305336" y="668021"/>
                      <a:pt x="1304050" y="660606"/>
                      <a:pt x="1301478" y="657177"/>
                    </a:cubicBezTo>
                    <a:cubicBezTo>
                      <a:pt x="1300107" y="655634"/>
                      <a:pt x="1299421" y="654305"/>
                      <a:pt x="1299421" y="653191"/>
                    </a:cubicBezTo>
                    <a:cubicBezTo>
                      <a:pt x="1299421" y="652076"/>
                      <a:pt x="1300278" y="651519"/>
                      <a:pt x="1301993" y="651519"/>
                    </a:cubicBezTo>
                    <a:cubicBezTo>
                      <a:pt x="1305593" y="651519"/>
                      <a:pt x="1312108" y="654091"/>
                      <a:pt x="1321538" y="659234"/>
                    </a:cubicBezTo>
                    <a:cubicBezTo>
                      <a:pt x="1330796" y="659234"/>
                      <a:pt x="1340998" y="658291"/>
                      <a:pt x="1352142" y="656405"/>
                    </a:cubicBezTo>
                    <a:cubicBezTo>
                      <a:pt x="1363286" y="654519"/>
                      <a:pt x="1380260" y="650833"/>
                      <a:pt x="1403063" y="645347"/>
                    </a:cubicBezTo>
                    <a:cubicBezTo>
                      <a:pt x="1410435" y="643632"/>
                      <a:pt x="1415879" y="642775"/>
                      <a:pt x="1419393" y="642775"/>
                    </a:cubicBezTo>
                    <a:close/>
                    <a:moveTo>
                      <a:pt x="542812" y="638146"/>
                    </a:moveTo>
                    <a:cubicBezTo>
                      <a:pt x="547441" y="638146"/>
                      <a:pt x="553828" y="639818"/>
                      <a:pt x="561972" y="643161"/>
                    </a:cubicBezTo>
                    <a:cubicBezTo>
                      <a:pt x="570116" y="646504"/>
                      <a:pt x="574188" y="651519"/>
                      <a:pt x="574188" y="658206"/>
                    </a:cubicBezTo>
                    <a:cubicBezTo>
                      <a:pt x="574188" y="660949"/>
                      <a:pt x="573716" y="663392"/>
                      <a:pt x="572773" y="665535"/>
                    </a:cubicBezTo>
                    <a:cubicBezTo>
                      <a:pt x="571830" y="667678"/>
                      <a:pt x="570330" y="668750"/>
                      <a:pt x="568273" y="668750"/>
                    </a:cubicBezTo>
                    <a:cubicBezTo>
                      <a:pt x="566215" y="668750"/>
                      <a:pt x="562872" y="666735"/>
                      <a:pt x="558243" y="662706"/>
                    </a:cubicBezTo>
                    <a:cubicBezTo>
                      <a:pt x="553614" y="658677"/>
                      <a:pt x="549285" y="654305"/>
                      <a:pt x="545255" y="649590"/>
                    </a:cubicBezTo>
                    <a:cubicBezTo>
                      <a:pt x="541226" y="644875"/>
                      <a:pt x="539212" y="641918"/>
                      <a:pt x="539212" y="640718"/>
                    </a:cubicBezTo>
                    <a:cubicBezTo>
                      <a:pt x="539212" y="639003"/>
                      <a:pt x="540412" y="638146"/>
                      <a:pt x="542812" y="638146"/>
                    </a:cubicBezTo>
                    <a:close/>
                    <a:moveTo>
                      <a:pt x="4521" y="634673"/>
                    </a:moveTo>
                    <a:lnTo>
                      <a:pt x="56508" y="634673"/>
                    </a:lnTo>
                    <a:lnTo>
                      <a:pt x="55127" y="640826"/>
                    </a:lnTo>
                    <a:cubicBezTo>
                      <a:pt x="51444" y="641245"/>
                      <a:pt x="48576" y="642333"/>
                      <a:pt x="46525" y="644091"/>
                    </a:cubicBezTo>
                    <a:cubicBezTo>
                      <a:pt x="44474" y="645849"/>
                      <a:pt x="43030" y="648298"/>
                      <a:pt x="42193" y="651437"/>
                    </a:cubicBezTo>
                    <a:cubicBezTo>
                      <a:pt x="41356" y="654577"/>
                      <a:pt x="40937" y="658783"/>
                      <a:pt x="40937" y="664057"/>
                    </a:cubicBezTo>
                    <a:cubicBezTo>
                      <a:pt x="40937" y="665313"/>
                      <a:pt x="41063" y="669080"/>
                      <a:pt x="41314" y="675359"/>
                    </a:cubicBezTo>
                    <a:lnTo>
                      <a:pt x="44830" y="767279"/>
                    </a:lnTo>
                    <a:lnTo>
                      <a:pt x="44830" y="777325"/>
                    </a:lnTo>
                    <a:lnTo>
                      <a:pt x="46086" y="777325"/>
                    </a:lnTo>
                    <a:lnTo>
                      <a:pt x="100459" y="679252"/>
                    </a:lnTo>
                    <a:cubicBezTo>
                      <a:pt x="103640" y="673475"/>
                      <a:pt x="106026" y="668515"/>
                      <a:pt x="107617" y="664371"/>
                    </a:cubicBezTo>
                    <a:cubicBezTo>
                      <a:pt x="109207" y="660227"/>
                      <a:pt x="110003" y="656565"/>
                      <a:pt x="110003" y="653384"/>
                    </a:cubicBezTo>
                    <a:cubicBezTo>
                      <a:pt x="110003" y="646351"/>
                      <a:pt x="105817" y="642166"/>
                      <a:pt x="97445" y="640826"/>
                    </a:cubicBezTo>
                    <a:lnTo>
                      <a:pt x="98827" y="634673"/>
                    </a:lnTo>
                    <a:lnTo>
                      <a:pt x="150186" y="634673"/>
                    </a:lnTo>
                    <a:lnTo>
                      <a:pt x="148805" y="640826"/>
                    </a:lnTo>
                    <a:cubicBezTo>
                      <a:pt x="146545" y="641161"/>
                      <a:pt x="144389" y="642019"/>
                      <a:pt x="142338" y="643400"/>
                    </a:cubicBezTo>
                    <a:cubicBezTo>
                      <a:pt x="140287" y="644782"/>
                      <a:pt x="137985" y="647084"/>
                      <a:pt x="135431" y="650307"/>
                    </a:cubicBezTo>
                    <a:cubicBezTo>
                      <a:pt x="132878" y="653530"/>
                      <a:pt x="128923" y="659746"/>
                      <a:pt x="123565" y="668955"/>
                    </a:cubicBezTo>
                    <a:lnTo>
                      <a:pt x="43198" y="808090"/>
                    </a:lnTo>
                    <a:lnTo>
                      <a:pt x="26496" y="808090"/>
                    </a:lnTo>
                    <a:lnTo>
                      <a:pt x="18083" y="668076"/>
                    </a:lnTo>
                    <a:cubicBezTo>
                      <a:pt x="17748" y="662634"/>
                      <a:pt x="17141" y="657967"/>
                      <a:pt x="16262" y="654074"/>
                    </a:cubicBezTo>
                    <a:cubicBezTo>
                      <a:pt x="15383" y="650181"/>
                      <a:pt x="14002" y="647147"/>
                      <a:pt x="12118" y="644970"/>
                    </a:cubicBezTo>
                    <a:cubicBezTo>
                      <a:pt x="10234" y="642794"/>
                      <a:pt x="7242" y="641412"/>
                      <a:pt x="3140" y="640826"/>
                    </a:cubicBezTo>
                    <a:close/>
                    <a:moveTo>
                      <a:pt x="813232" y="625544"/>
                    </a:moveTo>
                    <a:cubicBezTo>
                      <a:pt x="815546" y="625544"/>
                      <a:pt x="819790" y="626916"/>
                      <a:pt x="825962" y="629659"/>
                    </a:cubicBezTo>
                    <a:cubicBezTo>
                      <a:pt x="832134" y="632402"/>
                      <a:pt x="835220" y="635060"/>
                      <a:pt x="835220" y="637632"/>
                    </a:cubicBezTo>
                    <a:cubicBezTo>
                      <a:pt x="835220" y="638660"/>
                      <a:pt x="834620" y="640332"/>
                      <a:pt x="833420" y="642647"/>
                    </a:cubicBezTo>
                    <a:cubicBezTo>
                      <a:pt x="832220" y="644961"/>
                      <a:pt x="830805" y="649462"/>
                      <a:pt x="829177" y="656148"/>
                    </a:cubicBezTo>
                    <a:cubicBezTo>
                      <a:pt x="827548" y="662835"/>
                      <a:pt x="825019" y="675179"/>
                      <a:pt x="821590" y="693181"/>
                    </a:cubicBezTo>
                    <a:cubicBezTo>
                      <a:pt x="830162" y="690953"/>
                      <a:pt x="835692" y="689152"/>
                      <a:pt x="838178" y="687781"/>
                    </a:cubicBezTo>
                    <a:cubicBezTo>
                      <a:pt x="840664" y="686409"/>
                      <a:pt x="842935" y="685723"/>
                      <a:pt x="844993" y="685723"/>
                    </a:cubicBezTo>
                    <a:cubicBezTo>
                      <a:pt x="847050" y="685723"/>
                      <a:pt x="851036" y="687352"/>
                      <a:pt x="856952" y="690610"/>
                    </a:cubicBezTo>
                    <a:cubicBezTo>
                      <a:pt x="862866" y="693867"/>
                      <a:pt x="865824" y="696525"/>
                      <a:pt x="865824" y="698582"/>
                    </a:cubicBezTo>
                    <a:cubicBezTo>
                      <a:pt x="865824" y="699954"/>
                      <a:pt x="864710" y="702054"/>
                      <a:pt x="862481" y="704883"/>
                    </a:cubicBezTo>
                    <a:cubicBezTo>
                      <a:pt x="860252" y="707712"/>
                      <a:pt x="856823" y="724471"/>
                      <a:pt x="852194" y="755161"/>
                    </a:cubicBezTo>
                    <a:cubicBezTo>
                      <a:pt x="848765" y="777792"/>
                      <a:pt x="842721" y="793823"/>
                      <a:pt x="834063" y="803252"/>
                    </a:cubicBezTo>
                    <a:cubicBezTo>
                      <a:pt x="825405" y="812682"/>
                      <a:pt x="819018" y="817397"/>
                      <a:pt x="814903" y="817397"/>
                    </a:cubicBezTo>
                    <a:cubicBezTo>
                      <a:pt x="812503" y="817397"/>
                      <a:pt x="810874" y="815854"/>
                      <a:pt x="810017" y="812768"/>
                    </a:cubicBezTo>
                    <a:cubicBezTo>
                      <a:pt x="807960" y="804881"/>
                      <a:pt x="805945" y="799137"/>
                      <a:pt x="803974" y="795537"/>
                    </a:cubicBezTo>
                    <a:cubicBezTo>
                      <a:pt x="802002" y="791937"/>
                      <a:pt x="801016" y="789793"/>
                      <a:pt x="801016" y="789108"/>
                    </a:cubicBezTo>
                    <a:cubicBezTo>
                      <a:pt x="801016" y="788422"/>
                      <a:pt x="801359" y="788079"/>
                      <a:pt x="802045" y="788079"/>
                    </a:cubicBezTo>
                    <a:cubicBezTo>
                      <a:pt x="802730" y="788079"/>
                      <a:pt x="805045" y="788850"/>
                      <a:pt x="808988" y="790394"/>
                    </a:cubicBezTo>
                    <a:cubicBezTo>
                      <a:pt x="812932" y="791937"/>
                      <a:pt x="816146" y="792708"/>
                      <a:pt x="818632" y="792708"/>
                    </a:cubicBezTo>
                    <a:cubicBezTo>
                      <a:pt x="821118" y="792708"/>
                      <a:pt x="823476" y="791294"/>
                      <a:pt x="825705" y="788465"/>
                    </a:cubicBezTo>
                    <a:cubicBezTo>
                      <a:pt x="827934" y="785636"/>
                      <a:pt x="830334" y="780878"/>
                      <a:pt x="832906" y="774192"/>
                    </a:cubicBezTo>
                    <a:cubicBezTo>
                      <a:pt x="835477" y="767505"/>
                      <a:pt x="837835" y="757518"/>
                      <a:pt x="839978" y="744231"/>
                    </a:cubicBezTo>
                    <a:cubicBezTo>
                      <a:pt x="842121" y="730943"/>
                      <a:pt x="843193" y="719756"/>
                      <a:pt x="843193" y="710669"/>
                    </a:cubicBezTo>
                    <a:cubicBezTo>
                      <a:pt x="843193" y="706726"/>
                      <a:pt x="842678" y="703897"/>
                      <a:pt x="841650" y="702183"/>
                    </a:cubicBezTo>
                    <a:cubicBezTo>
                      <a:pt x="840621" y="700468"/>
                      <a:pt x="838692" y="699611"/>
                      <a:pt x="835863" y="699611"/>
                    </a:cubicBezTo>
                    <a:cubicBezTo>
                      <a:pt x="833034" y="699611"/>
                      <a:pt x="827676" y="700382"/>
                      <a:pt x="819790" y="701925"/>
                    </a:cubicBezTo>
                    <a:cubicBezTo>
                      <a:pt x="813789" y="727129"/>
                      <a:pt x="805259" y="748517"/>
                      <a:pt x="794201" y="766091"/>
                    </a:cubicBezTo>
                    <a:cubicBezTo>
                      <a:pt x="783142" y="783664"/>
                      <a:pt x="771870" y="796866"/>
                      <a:pt x="760382" y="805695"/>
                    </a:cubicBezTo>
                    <a:cubicBezTo>
                      <a:pt x="748895" y="814525"/>
                      <a:pt x="742037" y="818940"/>
                      <a:pt x="739808" y="818940"/>
                    </a:cubicBezTo>
                    <a:cubicBezTo>
                      <a:pt x="739294" y="818940"/>
                      <a:pt x="739037" y="818683"/>
                      <a:pt x="739037" y="818168"/>
                    </a:cubicBezTo>
                    <a:cubicBezTo>
                      <a:pt x="739037" y="817140"/>
                      <a:pt x="740323" y="815425"/>
                      <a:pt x="742894" y="813025"/>
                    </a:cubicBezTo>
                    <a:cubicBezTo>
                      <a:pt x="761411" y="795194"/>
                      <a:pt x="775341" y="777663"/>
                      <a:pt x="784685" y="760433"/>
                    </a:cubicBezTo>
                    <a:cubicBezTo>
                      <a:pt x="794029" y="743202"/>
                      <a:pt x="800673" y="724900"/>
                      <a:pt x="804616" y="705526"/>
                    </a:cubicBezTo>
                    <a:cubicBezTo>
                      <a:pt x="794158" y="708269"/>
                      <a:pt x="786614" y="710498"/>
                      <a:pt x="781985" y="712212"/>
                    </a:cubicBezTo>
                    <a:cubicBezTo>
                      <a:pt x="777356" y="713927"/>
                      <a:pt x="773413" y="714784"/>
                      <a:pt x="770155" y="714784"/>
                    </a:cubicBezTo>
                    <a:cubicBezTo>
                      <a:pt x="766897" y="714784"/>
                      <a:pt x="763683" y="713412"/>
                      <a:pt x="760511" y="710669"/>
                    </a:cubicBezTo>
                    <a:cubicBezTo>
                      <a:pt x="757339" y="707926"/>
                      <a:pt x="755753" y="706083"/>
                      <a:pt x="755753" y="705140"/>
                    </a:cubicBezTo>
                    <a:cubicBezTo>
                      <a:pt x="755753" y="704197"/>
                      <a:pt x="758153" y="703554"/>
                      <a:pt x="762954" y="703211"/>
                    </a:cubicBezTo>
                    <a:cubicBezTo>
                      <a:pt x="775127" y="702183"/>
                      <a:pt x="789615" y="699954"/>
                      <a:pt x="806417" y="696525"/>
                    </a:cubicBezTo>
                    <a:cubicBezTo>
                      <a:pt x="810532" y="673207"/>
                      <a:pt x="812589" y="657906"/>
                      <a:pt x="812589" y="650619"/>
                    </a:cubicBezTo>
                    <a:cubicBezTo>
                      <a:pt x="812589" y="643332"/>
                      <a:pt x="812117" y="638189"/>
                      <a:pt x="811174" y="635188"/>
                    </a:cubicBezTo>
                    <a:cubicBezTo>
                      <a:pt x="810231" y="632188"/>
                      <a:pt x="809760" y="629831"/>
                      <a:pt x="809760" y="628116"/>
                    </a:cubicBezTo>
                    <a:cubicBezTo>
                      <a:pt x="809760" y="626402"/>
                      <a:pt x="810917" y="625544"/>
                      <a:pt x="813232" y="625544"/>
                    </a:cubicBezTo>
                    <a:close/>
                    <a:moveTo>
                      <a:pt x="1094581" y="624773"/>
                    </a:moveTo>
                    <a:cubicBezTo>
                      <a:pt x="1096896" y="624773"/>
                      <a:pt x="1101482" y="626102"/>
                      <a:pt x="1108340" y="628759"/>
                    </a:cubicBezTo>
                    <a:cubicBezTo>
                      <a:pt x="1115198" y="631417"/>
                      <a:pt x="1118627" y="634974"/>
                      <a:pt x="1118627" y="639432"/>
                    </a:cubicBezTo>
                    <a:cubicBezTo>
                      <a:pt x="1118627" y="641146"/>
                      <a:pt x="1118113" y="643718"/>
                      <a:pt x="1117084" y="647147"/>
                    </a:cubicBezTo>
                    <a:cubicBezTo>
                      <a:pt x="1115198" y="653319"/>
                      <a:pt x="1113998" y="664121"/>
                      <a:pt x="1113484" y="679551"/>
                    </a:cubicBezTo>
                    <a:cubicBezTo>
                      <a:pt x="1137144" y="675608"/>
                      <a:pt x="1151031" y="672950"/>
                      <a:pt x="1155146" y="671579"/>
                    </a:cubicBezTo>
                    <a:cubicBezTo>
                      <a:pt x="1159432" y="669693"/>
                      <a:pt x="1162647" y="668750"/>
                      <a:pt x="1164790" y="668750"/>
                    </a:cubicBezTo>
                    <a:cubicBezTo>
                      <a:pt x="1166933" y="668750"/>
                      <a:pt x="1171905" y="670936"/>
                      <a:pt x="1179706" y="675308"/>
                    </a:cubicBezTo>
                    <a:cubicBezTo>
                      <a:pt x="1187507" y="679680"/>
                      <a:pt x="1191408" y="683237"/>
                      <a:pt x="1191408" y="685981"/>
                    </a:cubicBezTo>
                    <a:cubicBezTo>
                      <a:pt x="1191408" y="687866"/>
                      <a:pt x="1190079" y="689838"/>
                      <a:pt x="1187422" y="691895"/>
                    </a:cubicBezTo>
                    <a:cubicBezTo>
                      <a:pt x="1184764" y="693953"/>
                      <a:pt x="1182449" y="696910"/>
                      <a:pt x="1180478" y="700768"/>
                    </a:cubicBezTo>
                    <a:cubicBezTo>
                      <a:pt x="1178506" y="704626"/>
                      <a:pt x="1176834" y="709255"/>
                      <a:pt x="1175463" y="714656"/>
                    </a:cubicBezTo>
                    <a:cubicBezTo>
                      <a:pt x="1174091" y="720056"/>
                      <a:pt x="1171777" y="727686"/>
                      <a:pt x="1168519" y="737544"/>
                    </a:cubicBezTo>
                    <a:cubicBezTo>
                      <a:pt x="1165262" y="747402"/>
                      <a:pt x="1162004" y="754346"/>
                      <a:pt x="1158746" y="758375"/>
                    </a:cubicBezTo>
                    <a:cubicBezTo>
                      <a:pt x="1155489" y="762404"/>
                      <a:pt x="1152960" y="764419"/>
                      <a:pt x="1151160" y="764419"/>
                    </a:cubicBezTo>
                    <a:cubicBezTo>
                      <a:pt x="1149360" y="764419"/>
                      <a:pt x="1147816" y="763347"/>
                      <a:pt x="1146531" y="761204"/>
                    </a:cubicBezTo>
                    <a:cubicBezTo>
                      <a:pt x="1145245" y="759061"/>
                      <a:pt x="1143144" y="757989"/>
                      <a:pt x="1140230" y="757989"/>
                    </a:cubicBezTo>
                    <a:cubicBezTo>
                      <a:pt x="1137315" y="757989"/>
                      <a:pt x="1127971" y="759104"/>
                      <a:pt x="1112198" y="761333"/>
                    </a:cubicBezTo>
                    <a:cubicBezTo>
                      <a:pt x="1112026" y="771963"/>
                      <a:pt x="1112283" y="780321"/>
                      <a:pt x="1112969" y="786407"/>
                    </a:cubicBezTo>
                    <a:cubicBezTo>
                      <a:pt x="1113655" y="792494"/>
                      <a:pt x="1115027" y="797037"/>
                      <a:pt x="1117084" y="800038"/>
                    </a:cubicBezTo>
                    <a:cubicBezTo>
                      <a:pt x="1119142" y="803038"/>
                      <a:pt x="1123642" y="805438"/>
                      <a:pt x="1130586" y="807239"/>
                    </a:cubicBezTo>
                    <a:cubicBezTo>
                      <a:pt x="1137530" y="809039"/>
                      <a:pt x="1145459" y="809939"/>
                      <a:pt x="1154374" y="809939"/>
                    </a:cubicBezTo>
                    <a:cubicBezTo>
                      <a:pt x="1163290" y="809939"/>
                      <a:pt x="1171905" y="809253"/>
                      <a:pt x="1180220" y="807881"/>
                    </a:cubicBezTo>
                    <a:cubicBezTo>
                      <a:pt x="1188536" y="806510"/>
                      <a:pt x="1193808" y="804752"/>
                      <a:pt x="1196037" y="802609"/>
                    </a:cubicBezTo>
                    <a:cubicBezTo>
                      <a:pt x="1198266" y="800466"/>
                      <a:pt x="1200237" y="797509"/>
                      <a:pt x="1201952" y="793737"/>
                    </a:cubicBezTo>
                    <a:cubicBezTo>
                      <a:pt x="1203666" y="789965"/>
                      <a:pt x="1205895" y="781307"/>
                      <a:pt x="1208638" y="767762"/>
                    </a:cubicBezTo>
                    <a:cubicBezTo>
                      <a:pt x="1209324" y="764333"/>
                      <a:pt x="1210267" y="762619"/>
                      <a:pt x="1211467" y="762619"/>
                    </a:cubicBezTo>
                    <a:cubicBezTo>
                      <a:pt x="1212668" y="762619"/>
                      <a:pt x="1213482" y="764805"/>
                      <a:pt x="1213910" y="769177"/>
                    </a:cubicBezTo>
                    <a:cubicBezTo>
                      <a:pt x="1214339" y="773549"/>
                      <a:pt x="1215454" y="779206"/>
                      <a:pt x="1217254" y="786150"/>
                    </a:cubicBezTo>
                    <a:cubicBezTo>
                      <a:pt x="1219054" y="793094"/>
                      <a:pt x="1220554" y="797637"/>
                      <a:pt x="1221754" y="799780"/>
                    </a:cubicBezTo>
                    <a:cubicBezTo>
                      <a:pt x="1222954" y="801924"/>
                      <a:pt x="1223554" y="803767"/>
                      <a:pt x="1223554" y="805310"/>
                    </a:cubicBezTo>
                    <a:cubicBezTo>
                      <a:pt x="1223554" y="810110"/>
                      <a:pt x="1217254" y="814868"/>
                      <a:pt x="1204652" y="819583"/>
                    </a:cubicBezTo>
                    <a:cubicBezTo>
                      <a:pt x="1192051" y="824298"/>
                      <a:pt x="1177520" y="826655"/>
                      <a:pt x="1161061" y="826655"/>
                    </a:cubicBezTo>
                    <a:cubicBezTo>
                      <a:pt x="1149231" y="826655"/>
                      <a:pt x="1139201" y="825369"/>
                      <a:pt x="1130972" y="822798"/>
                    </a:cubicBezTo>
                    <a:cubicBezTo>
                      <a:pt x="1122742" y="820226"/>
                      <a:pt x="1116312" y="816754"/>
                      <a:pt x="1111683" y="812382"/>
                    </a:cubicBezTo>
                    <a:cubicBezTo>
                      <a:pt x="1107054" y="808010"/>
                      <a:pt x="1104011" y="802224"/>
                      <a:pt x="1102554" y="795023"/>
                    </a:cubicBezTo>
                    <a:cubicBezTo>
                      <a:pt x="1101096" y="787822"/>
                      <a:pt x="1100453" y="777106"/>
                      <a:pt x="1100625" y="762876"/>
                    </a:cubicBezTo>
                    <a:cubicBezTo>
                      <a:pt x="1087080" y="764933"/>
                      <a:pt x="1077050" y="766133"/>
                      <a:pt x="1070535" y="766476"/>
                    </a:cubicBezTo>
                    <a:cubicBezTo>
                      <a:pt x="1070364" y="770934"/>
                      <a:pt x="1069078" y="773163"/>
                      <a:pt x="1066678" y="773163"/>
                    </a:cubicBezTo>
                    <a:cubicBezTo>
                      <a:pt x="1065306" y="773163"/>
                      <a:pt x="1063934" y="771963"/>
                      <a:pt x="1062563" y="769562"/>
                    </a:cubicBezTo>
                    <a:cubicBezTo>
                      <a:pt x="1061191" y="767162"/>
                      <a:pt x="1060163" y="764333"/>
                      <a:pt x="1059477" y="761076"/>
                    </a:cubicBezTo>
                    <a:cubicBezTo>
                      <a:pt x="1055534" y="742902"/>
                      <a:pt x="1051762" y="727643"/>
                      <a:pt x="1048161" y="715298"/>
                    </a:cubicBezTo>
                    <a:cubicBezTo>
                      <a:pt x="1044561" y="702954"/>
                      <a:pt x="1041646" y="695710"/>
                      <a:pt x="1039417" y="693567"/>
                    </a:cubicBezTo>
                    <a:cubicBezTo>
                      <a:pt x="1037188" y="691424"/>
                      <a:pt x="1036074" y="689410"/>
                      <a:pt x="1036074" y="687524"/>
                    </a:cubicBezTo>
                    <a:cubicBezTo>
                      <a:pt x="1036074" y="685638"/>
                      <a:pt x="1037617" y="684695"/>
                      <a:pt x="1040703" y="684695"/>
                    </a:cubicBezTo>
                    <a:cubicBezTo>
                      <a:pt x="1043789" y="684695"/>
                      <a:pt x="1048418" y="686066"/>
                      <a:pt x="1054590" y="688809"/>
                    </a:cubicBezTo>
                    <a:cubicBezTo>
                      <a:pt x="1071564" y="686409"/>
                      <a:pt x="1086994" y="684009"/>
                      <a:pt x="1100882" y="681609"/>
                    </a:cubicBezTo>
                    <a:cubicBezTo>
                      <a:pt x="1100710" y="661035"/>
                      <a:pt x="1099039" y="647533"/>
                      <a:pt x="1095867" y="641103"/>
                    </a:cubicBezTo>
                    <a:cubicBezTo>
                      <a:pt x="1092695" y="634674"/>
                      <a:pt x="1091109" y="630345"/>
                      <a:pt x="1091109" y="628116"/>
                    </a:cubicBezTo>
                    <a:cubicBezTo>
                      <a:pt x="1091109" y="625887"/>
                      <a:pt x="1092267" y="624773"/>
                      <a:pt x="1094581" y="624773"/>
                    </a:cubicBezTo>
                    <a:close/>
                    <a:moveTo>
                      <a:pt x="622794" y="622458"/>
                    </a:moveTo>
                    <a:cubicBezTo>
                      <a:pt x="625194" y="622458"/>
                      <a:pt x="629395" y="623487"/>
                      <a:pt x="635395" y="625544"/>
                    </a:cubicBezTo>
                    <a:cubicBezTo>
                      <a:pt x="641396" y="627602"/>
                      <a:pt x="644396" y="629916"/>
                      <a:pt x="644396" y="632488"/>
                    </a:cubicBezTo>
                    <a:cubicBezTo>
                      <a:pt x="644396" y="633517"/>
                      <a:pt x="643882" y="634974"/>
                      <a:pt x="642853" y="636860"/>
                    </a:cubicBezTo>
                    <a:cubicBezTo>
                      <a:pt x="638739" y="644061"/>
                      <a:pt x="635567" y="649805"/>
                      <a:pt x="633338" y="654091"/>
                    </a:cubicBezTo>
                    <a:cubicBezTo>
                      <a:pt x="628366" y="664892"/>
                      <a:pt x="623222" y="674065"/>
                      <a:pt x="617907" y="681609"/>
                    </a:cubicBezTo>
                    <a:cubicBezTo>
                      <a:pt x="625623" y="679894"/>
                      <a:pt x="636767" y="676036"/>
                      <a:pt x="651340" y="670036"/>
                    </a:cubicBezTo>
                    <a:cubicBezTo>
                      <a:pt x="660770" y="665749"/>
                      <a:pt x="668657" y="663606"/>
                      <a:pt x="675000" y="663606"/>
                    </a:cubicBezTo>
                    <a:cubicBezTo>
                      <a:pt x="678086" y="663606"/>
                      <a:pt x="680701" y="664121"/>
                      <a:pt x="682844" y="665149"/>
                    </a:cubicBezTo>
                    <a:cubicBezTo>
                      <a:pt x="684987" y="666178"/>
                      <a:pt x="686059" y="667292"/>
                      <a:pt x="686059" y="668493"/>
                    </a:cubicBezTo>
                    <a:cubicBezTo>
                      <a:pt x="686059" y="669693"/>
                      <a:pt x="685673" y="670721"/>
                      <a:pt x="684902" y="671579"/>
                    </a:cubicBezTo>
                    <a:cubicBezTo>
                      <a:pt x="684130" y="672436"/>
                      <a:pt x="682844" y="673250"/>
                      <a:pt x="681044" y="674022"/>
                    </a:cubicBezTo>
                    <a:cubicBezTo>
                      <a:pt x="679244" y="674793"/>
                      <a:pt x="673286" y="676851"/>
                      <a:pt x="663170" y="680194"/>
                    </a:cubicBezTo>
                    <a:cubicBezTo>
                      <a:pt x="653055" y="683537"/>
                      <a:pt x="645211" y="685852"/>
                      <a:pt x="639639" y="687138"/>
                    </a:cubicBezTo>
                    <a:cubicBezTo>
                      <a:pt x="634066" y="688424"/>
                      <a:pt x="629352" y="689067"/>
                      <a:pt x="625494" y="689067"/>
                    </a:cubicBezTo>
                    <a:cubicBezTo>
                      <a:pt x="621636" y="689067"/>
                      <a:pt x="617822" y="688295"/>
                      <a:pt x="614050" y="686752"/>
                    </a:cubicBezTo>
                    <a:cubicBezTo>
                      <a:pt x="609935" y="692581"/>
                      <a:pt x="605820" y="697682"/>
                      <a:pt x="601705" y="702054"/>
                    </a:cubicBezTo>
                    <a:cubicBezTo>
                      <a:pt x="597591" y="706426"/>
                      <a:pt x="594804" y="709041"/>
                      <a:pt x="593347" y="709898"/>
                    </a:cubicBezTo>
                    <a:cubicBezTo>
                      <a:pt x="591890" y="710755"/>
                      <a:pt x="590733" y="711184"/>
                      <a:pt x="589875" y="711184"/>
                    </a:cubicBezTo>
                    <a:cubicBezTo>
                      <a:pt x="589018" y="711184"/>
                      <a:pt x="588589" y="710712"/>
                      <a:pt x="588589" y="709769"/>
                    </a:cubicBezTo>
                    <a:cubicBezTo>
                      <a:pt x="588589" y="708826"/>
                      <a:pt x="589361" y="707412"/>
                      <a:pt x="590904" y="705526"/>
                    </a:cubicBezTo>
                    <a:cubicBezTo>
                      <a:pt x="600677" y="693353"/>
                      <a:pt x="608263" y="680751"/>
                      <a:pt x="613664" y="667721"/>
                    </a:cubicBezTo>
                    <a:cubicBezTo>
                      <a:pt x="619065" y="654691"/>
                      <a:pt x="621765" y="643890"/>
                      <a:pt x="621765" y="635317"/>
                    </a:cubicBezTo>
                    <a:cubicBezTo>
                      <a:pt x="621765" y="632574"/>
                      <a:pt x="621336" y="630431"/>
                      <a:pt x="620479" y="628888"/>
                    </a:cubicBezTo>
                    <a:cubicBezTo>
                      <a:pt x="619622" y="627345"/>
                      <a:pt x="619193" y="625887"/>
                      <a:pt x="619193" y="624516"/>
                    </a:cubicBezTo>
                    <a:cubicBezTo>
                      <a:pt x="619193" y="623144"/>
                      <a:pt x="620393" y="622458"/>
                      <a:pt x="622794" y="622458"/>
                    </a:cubicBezTo>
                    <a:close/>
                    <a:moveTo>
                      <a:pt x="207904" y="476078"/>
                    </a:moveTo>
                    <a:cubicBezTo>
                      <a:pt x="211847" y="476078"/>
                      <a:pt x="215276" y="477535"/>
                      <a:pt x="218191" y="480450"/>
                    </a:cubicBezTo>
                    <a:cubicBezTo>
                      <a:pt x="221105" y="483365"/>
                      <a:pt x="222563" y="486794"/>
                      <a:pt x="222563" y="490737"/>
                    </a:cubicBezTo>
                    <a:cubicBezTo>
                      <a:pt x="222563" y="494680"/>
                      <a:pt x="221105" y="498067"/>
                      <a:pt x="218191" y="500895"/>
                    </a:cubicBezTo>
                    <a:cubicBezTo>
                      <a:pt x="215276" y="503724"/>
                      <a:pt x="211847" y="505139"/>
                      <a:pt x="207904" y="505139"/>
                    </a:cubicBezTo>
                    <a:cubicBezTo>
                      <a:pt x="203960" y="505139"/>
                      <a:pt x="200531" y="503724"/>
                      <a:pt x="197617" y="500895"/>
                    </a:cubicBezTo>
                    <a:cubicBezTo>
                      <a:pt x="194702" y="498067"/>
                      <a:pt x="193245" y="494680"/>
                      <a:pt x="193245" y="490737"/>
                    </a:cubicBezTo>
                    <a:cubicBezTo>
                      <a:pt x="193245" y="486794"/>
                      <a:pt x="194702" y="483365"/>
                      <a:pt x="197617" y="480450"/>
                    </a:cubicBezTo>
                    <a:cubicBezTo>
                      <a:pt x="200531" y="477535"/>
                      <a:pt x="203960" y="476078"/>
                      <a:pt x="207904" y="476078"/>
                    </a:cubicBezTo>
                    <a:close/>
                    <a:moveTo>
                      <a:pt x="534773" y="442645"/>
                    </a:moveTo>
                    <a:cubicBezTo>
                      <a:pt x="526029" y="444017"/>
                      <a:pt x="519000" y="444788"/>
                      <a:pt x="513685" y="444960"/>
                    </a:cubicBezTo>
                    <a:cubicBezTo>
                      <a:pt x="517285" y="460733"/>
                      <a:pt x="519428" y="478478"/>
                      <a:pt x="520114" y="498195"/>
                    </a:cubicBezTo>
                    <a:cubicBezTo>
                      <a:pt x="524743" y="497509"/>
                      <a:pt x="531430" y="496652"/>
                      <a:pt x="540174" y="495623"/>
                    </a:cubicBezTo>
                    <a:cubicBezTo>
                      <a:pt x="537431" y="475392"/>
                      <a:pt x="535630" y="457733"/>
                      <a:pt x="534773" y="442645"/>
                    </a:cubicBezTo>
                    <a:close/>
                    <a:moveTo>
                      <a:pt x="565891" y="438788"/>
                    </a:moveTo>
                    <a:cubicBezTo>
                      <a:pt x="554061" y="440159"/>
                      <a:pt x="544889" y="441274"/>
                      <a:pt x="538374" y="442131"/>
                    </a:cubicBezTo>
                    <a:cubicBezTo>
                      <a:pt x="543860" y="450361"/>
                      <a:pt x="546603" y="460219"/>
                      <a:pt x="546603" y="471706"/>
                    </a:cubicBezTo>
                    <a:cubicBezTo>
                      <a:pt x="546603" y="477878"/>
                      <a:pt x="545832" y="485679"/>
                      <a:pt x="544289" y="495109"/>
                    </a:cubicBezTo>
                    <a:cubicBezTo>
                      <a:pt x="547546" y="494595"/>
                      <a:pt x="553461" y="494080"/>
                      <a:pt x="562034" y="493566"/>
                    </a:cubicBezTo>
                    <a:cubicBezTo>
                      <a:pt x="565463" y="472649"/>
                      <a:pt x="567177" y="459019"/>
                      <a:pt x="567177" y="452675"/>
                    </a:cubicBezTo>
                    <a:cubicBezTo>
                      <a:pt x="567177" y="446331"/>
                      <a:pt x="566749" y="441702"/>
                      <a:pt x="565891" y="438788"/>
                    </a:cubicBezTo>
                    <a:close/>
                    <a:moveTo>
                      <a:pt x="590837" y="437245"/>
                    </a:moveTo>
                    <a:cubicBezTo>
                      <a:pt x="586723" y="437245"/>
                      <a:pt x="579950" y="437673"/>
                      <a:pt x="570520" y="438531"/>
                    </a:cubicBezTo>
                    <a:cubicBezTo>
                      <a:pt x="573607" y="441102"/>
                      <a:pt x="576007" y="443245"/>
                      <a:pt x="577721" y="444960"/>
                    </a:cubicBezTo>
                    <a:cubicBezTo>
                      <a:pt x="579436" y="446674"/>
                      <a:pt x="580293" y="448217"/>
                      <a:pt x="580293" y="449589"/>
                    </a:cubicBezTo>
                    <a:cubicBezTo>
                      <a:pt x="580293" y="450961"/>
                      <a:pt x="579950" y="452589"/>
                      <a:pt x="579264" y="454475"/>
                    </a:cubicBezTo>
                    <a:lnTo>
                      <a:pt x="568206" y="493052"/>
                    </a:lnTo>
                    <a:cubicBezTo>
                      <a:pt x="578321" y="492023"/>
                      <a:pt x="586122" y="491337"/>
                      <a:pt x="591609" y="490994"/>
                    </a:cubicBezTo>
                    <a:cubicBezTo>
                      <a:pt x="597438" y="468877"/>
                      <a:pt x="600353" y="453447"/>
                      <a:pt x="600353" y="444703"/>
                    </a:cubicBezTo>
                    <a:cubicBezTo>
                      <a:pt x="600353" y="441788"/>
                      <a:pt x="599796" y="439816"/>
                      <a:pt x="598681" y="438788"/>
                    </a:cubicBezTo>
                    <a:cubicBezTo>
                      <a:pt x="597567" y="437759"/>
                      <a:pt x="594952" y="437245"/>
                      <a:pt x="590837" y="437245"/>
                    </a:cubicBezTo>
                    <a:close/>
                    <a:moveTo>
                      <a:pt x="828981" y="436216"/>
                    </a:moveTo>
                    <a:cubicBezTo>
                      <a:pt x="830696" y="436216"/>
                      <a:pt x="834211" y="437802"/>
                      <a:pt x="839526" y="440974"/>
                    </a:cubicBezTo>
                    <a:cubicBezTo>
                      <a:pt x="844840" y="444145"/>
                      <a:pt x="847498" y="446503"/>
                      <a:pt x="847498" y="448046"/>
                    </a:cubicBezTo>
                    <a:cubicBezTo>
                      <a:pt x="847498" y="449589"/>
                      <a:pt x="846169" y="451132"/>
                      <a:pt x="843512" y="452675"/>
                    </a:cubicBezTo>
                    <a:cubicBezTo>
                      <a:pt x="840854" y="454218"/>
                      <a:pt x="838925" y="455718"/>
                      <a:pt x="837725" y="457176"/>
                    </a:cubicBezTo>
                    <a:cubicBezTo>
                      <a:pt x="836525" y="458633"/>
                      <a:pt x="833953" y="462191"/>
                      <a:pt x="830010" y="467848"/>
                    </a:cubicBezTo>
                    <a:cubicBezTo>
                      <a:pt x="826067" y="473506"/>
                      <a:pt x="820923" y="479679"/>
                      <a:pt x="814580" y="486365"/>
                    </a:cubicBezTo>
                    <a:cubicBezTo>
                      <a:pt x="827267" y="495280"/>
                      <a:pt x="839783" y="502096"/>
                      <a:pt x="852127" y="506810"/>
                    </a:cubicBezTo>
                    <a:cubicBezTo>
                      <a:pt x="864472" y="511525"/>
                      <a:pt x="883245" y="515512"/>
                      <a:pt x="908448" y="518769"/>
                    </a:cubicBezTo>
                    <a:cubicBezTo>
                      <a:pt x="913935" y="519455"/>
                      <a:pt x="916678" y="520741"/>
                      <a:pt x="916678" y="522627"/>
                    </a:cubicBezTo>
                    <a:cubicBezTo>
                      <a:pt x="916678" y="523655"/>
                      <a:pt x="915692" y="524641"/>
                      <a:pt x="913721" y="525584"/>
                    </a:cubicBezTo>
                    <a:cubicBezTo>
                      <a:pt x="911749" y="526527"/>
                      <a:pt x="905534" y="527942"/>
                      <a:pt x="895075" y="529828"/>
                    </a:cubicBezTo>
                    <a:cubicBezTo>
                      <a:pt x="884617" y="531714"/>
                      <a:pt x="875316" y="532657"/>
                      <a:pt x="867172" y="532657"/>
                    </a:cubicBezTo>
                    <a:cubicBezTo>
                      <a:pt x="859028" y="532657"/>
                      <a:pt x="852127" y="530256"/>
                      <a:pt x="846469" y="525456"/>
                    </a:cubicBezTo>
                    <a:lnTo>
                      <a:pt x="808150" y="494337"/>
                    </a:lnTo>
                    <a:cubicBezTo>
                      <a:pt x="799406" y="502396"/>
                      <a:pt x="788133" y="509125"/>
                      <a:pt x="774332" y="514526"/>
                    </a:cubicBezTo>
                    <a:cubicBezTo>
                      <a:pt x="760530" y="519926"/>
                      <a:pt x="748657" y="522627"/>
                      <a:pt x="738713" y="522627"/>
                    </a:cubicBezTo>
                    <a:cubicBezTo>
                      <a:pt x="735970" y="522627"/>
                      <a:pt x="733527" y="522412"/>
                      <a:pt x="731384" y="521984"/>
                    </a:cubicBezTo>
                    <a:cubicBezTo>
                      <a:pt x="729240" y="521555"/>
                      <a:pt x="728169" y="520955"/>
                      <a:pt x="728169" y="520184"/>
                    </a:cubicBezTo>
                    <a:cubicBezTo>
                      <a:pt x="728169" y="519412"/>
                      <a:pt x="730140" y="518598"/>
                      <a:pt x="734084" y="517740"/>
                    </a:cubicBezTo>
                    <a:cubicBezTo>
                      <a:pt x="763059" y="510540"/>
                      <a:pt x="784490" y="500253"/>
                      <a:pt x="798378" y="486879"/>
                    </a:cubicBezTo>
                    <a:cubicBezTo>
                      <a:pt x="785004" y="477107"/>
                      <a:pt x="774889" y="470935"/>
                      <a:pt x="768031" y="468363"/>
                    </a:cubicBezTo>
                    <a:cubicBezTo>
                      <a:pt x="764602" y="466991"/>
                      <a:pt x="762887" y="465705"/>
                      <a:pt x="762887" y="464505"/>
                    </a:cubicBezTo>
                    <a:cubicBezTo>
                      <a:pt x="762887" y="463305"/>
                      <a:pt x="763659" y="462705"/>
                      <a:pt x="765202" y="462705"/>
                    </a:cubicBezTo>
                    <a:cubicBezTo>
                      <a:pt x="766745" y="462705"/>
                      <a:pt x="769702" y="463005"/>
                      <a:pt x="774074" y="463605"/>
                    </a:cubicBezTo>
                    <a:cubicBezTo>
                      <a:pt x="778446" y="464205"/>
                      <a:pt x="782647" y="465534"/>
                      <a:pt x="786676" y="467591"/>
                    </a:cubicBezTo>
                    <a:cubicBezTo>
                      <a:pt x="790705" y="469649"/>
                      <a:pt x="796834" y="473678"/>
                      <a:pt x="805064" y="479679"/>
                    </a:cubicBezTo>
                    <a:cubicBezTo>
                      <a:pt x="808150" y="477107"/>
                      <a:pt x="811536" y="472006"/>
                      <a:pt x="815222" y="464377"/>
                    </a:cubicBezTo>
                    <a:cubicBezTo>
                      <a:pt x="818909" y="456747"/>
                      <a:pt x="820752" y="452375"/>
                      <a:pt x="820752" y="451261"/>
                    </a:cubicBezTo>
                    <a:cubicBezTo>
                      <a:pt x="820752" y="450146"/>
                      <a:pt x="820023" y="449589"/>
                      <a:pt x="818566" y="449589"/>
                    </a:cubicBezTo>
                    <a:cubicBezTo>
                      <a:pt x="817108" y="449589"/>
                      <a:pt x="812051" y="450661"/>
                      <a:pt x="803392" y="452804"/>
                    </a:cubicBezTo>
                    <a:cubicBezTo>
                      <a:pt x="794734" y="454947"/>
                      <a:pt x="788048" y="456018"/>
                      <a:pt x="783333" y="456018"/>
                    </a:cubicBezTo>
                    <a:cubicBezTo>
                      <a:pt x="778618" y="456018"/>
                      <a:pt x="774975" y="455418"/>
                      <a:pt x="772403" y="454218"/>
                    </a:cubicBezTo>
                    <a:cubicBezTo>
                      <a:pt x="769831" y="453018"/>
                      <a:pt x="768545" y="451989"/>
                      <a:pt x="768545" y="451132"/>
                    </a:cubicBezTo>
                    <a:cubicBezTo>
                      <a:pt x="768545" y="450275"/>
                      <a:pt x="770517" y="449675"/>
                      <a:pt x="774460" y="449332"/>
                    </a:cubicBezTo>
                    <a:cubicBezTo>
                      <a:pt x="784233" y="448646"/>
                      <a:pt x="793920" y="447060"/>
                      <a:pt x="803521" y="444574"/>
                    </a:cubicBezTo>
                    <a:cubicBezTo>
                      <a:pt x="813122" y="442088"/>
                      <a:pt x="819337" y="440074"/>
                      <a:pt x="822166" y="438531"/>
                    </a:cubicBezTo>
                    <a:cubicBezTo>
                      <a:pt x="824995" y="436987"/>
                      <a:pt x="827267" y="436216"/>
                      <a:pt x="828981" y="436216"/>
                    </a:cubicBezTo>
                    <a:close/>
                    <a:moveTo>
                      <a:pt x="602796" y="425415"/>
                    </a:moveTo>
                    <a:cubicBezTo>
                      <a:pt x="604768" y="425415"/>
                      <a:pt x="608882" y="427301"/>
                      <a:pt x="615140" y="431072"/>
                    </a:cubicBezTo>
                    <a:cubicBezTo>
                      <a:pt x="621398" y="434844"/>
                      <a:pt x="624527" y="437759"/>
                      <a:pt x="624527" y="439816"/>
                    </a:cubicBezTo>
                    <a:cubicBezTo>
                      <a:pt x="624527" y="441874"/>
                      <a:pt x="622727" y="444531"/>
                      <a:pt x="619127" y="447789"/>
                    </a:cubicBezTo>
                    <a:cubicBezTo>
                      <a:pt x="616726" y="450018"/>
                      <a:pt x="611497" y="464162"/>
                      <a:pt x="603439" y="490223"/>
                    </a:cubicBezTo>
                    <a:lnTo>
                      <a:pt x="620670" y="489194"/>
                    </a:lnTo>
                    <a:cubicBezTo>
                      <a:pt x="629071" y="489194"/>
                      <a:pt x="635714" y="490566"/>
                      <a:pt x="640601" y="493309"/>
                    </a:cubicBezTo>
                    <a:cubicBezTo>
                      <a:pt x="645487" y="496052"/>
                      <a:pt x="647930" y="498538"/>
                      <a:pt x="647930" y="500767"/>
                    </a:cubicBezTo>
                    <a:cubicBezTo>
                      <a:pt x="647930" y="502996"/>
                      <a:pt x="647116" y="504667"/>
                      <a:pt x="645487" y="505782"/>
                    </a:cubicBezTo>
                    <a:cubicBezTo>
                      <a:pt x="643858" y="506896"/>
                      <a:pt x="642015" y="507453"/>
                      <a:pt x="639958" y="507453"/>
                    </a:cubicBezTo>
                    <a:cubicBezTo>
                      <a:pt x="637900" y="507453"/>
                      <a:pt x="633871" y="506853"/>
                      <a:pt x="627871" y="505653"/>
                    </a:cubicBezTo>
                    <a:cubicBezTo>
                      <a:pt x="621870" y="504453"/>
                      <a:pt x="615655" y="503553"/>
                      <a:pt x="609225" y="502953"/>
                    </a:cubicBezTo>
                    <a:cubicBezTo>
                      <a:pt x="602796" y="502353"/>
                      <a:pt x="593066" y="502053"/>
                      <a:pt x="580036" y="502053"/>
                    </a:cubicBezTo>
                    <a:cubicBezTo>
                      <a:pt x="567006" y="502053"/>
                      <a:pt x="551618" y="503039"/>
                      <a:pt x="533873" y="505010"/>
                    </a:cubicBezTo>
                    <a:cubicBezTo>
                      <a:pt x="516128" y="506982"/>
                      <a:pt x="504469" y="508696"/>
                      <a:pt x="498897" y="510154"/>
                    </a:cubicBezTo>
                    <a:cubicBezTo>
                      <a:pt x="493325" y="511611"/>
                      <a:pt x="489253" y="512340"/>
                      <a:pt x="486681" y="512340"/>
                    </a:cubicBezTo>
                    <a:cubicBezTo>
                      <a:pt x="484110" y="512340"/>
                      <a:pt x="480852" y="511140"/>
                      <a:pt x="476909" y="508739"/>
                    </a:cubicBezTo>
                    <a:cubicBezTo>
                      <a:pt x="472965" y="506339"/>
                      <a:pt x="470994" y="504453"/>
                      <a:pt x="470994" y="503081"/>
                    </a:cubicBezTo>
                    <a:cubicBezTo>
                      <a:pt x="470994" y="501710"/>
                      <a:pt x="473566" y="501024"/>
                      <a:pt x="478709" y="501024"/>
                    </a:cubicBezTo>
                    <a:lnTo>
                      <a:pt x="485138" y="501281"/>
                    </a:lnTo>
                    <a:cubicBezTo>
                      <a:pt x="488567" y="501281"/>
                      <a:pt x="497826" y="500510"/>
                      <a:pt x="512913" y="498967"/>
                    </a:cubicBezTo>
                    <a:cubicBezTo>
                      <a:pt x="511370" y="485765"/>
                      <a:pt x="509399" y="473935"/>
                      <a:pt x="506998" y="463477"/>
                    </a:cubicBezTo>
                    <a:cubicBezTo>
                      <a:pt x="504598" y="453018"/>
                      <a:pt x="502498" y="446589"/>
                      <a:pt x="500697" y="444188"/>
                    </a:cubicBezTo>
                    <a:cubicBezTo>
                      <a:pt x="498897" y="441788"/>
                      <a:pt x="497997" y="439945"/>
                      <a:pt x="497997" y="438659"/>
                    </a:cubicBezTo>
                    <a:cubicBezTo>
                      <a:pt x="497997" y="437373"/>
                      <a:pt x="498726" y="436730"/>
                      <a:pt x="500183" y="436730"/>
                    </a:cubicBezTo>
                    <a:cubicBezTo>
                      <a:pt x="501640" y="436730"/>
                      <a:pt x="503998" y="437588"/>
                      <a:pt x="507255" y="439302"/>
                    </a:cubicBezTo>
                    <a:cubicBezTo>
                      <a:pt x="521486" y="438445"/>
                      <a:pt x="538888" y="436516"/>
                      <a:pt x="559462" y="433516"/>
                    </a:cubicBezTo>
                    <a:cubicBezTo>
                      <a:pt x="580036" y="430515"/>
                      <a:pt x="591909" y="428415"/>
                      <a:pt x="595081" y="427215"/>
                    </a:cubicBezTo>
                    <a:cubicBezTo>
                      <a:pt x="598252" y="426015"/>
                      <a:pt x="600824" y="425415"/>
                      <a:pt x="602796" y="425415"/>
                    </a:cubicBezTo>
                    <a:close/>
                    <a:moveTo>
                      <a:pt x="481024" y="424386"/>
                    </a:moveTo>
                    <a:cubicBezTo>
                      <a:pt x="481881" y="424386"/>
                      <a:pt x="482309" y="424900"/>
                      <a:pt x="482309" y="425929"/>
                    </a:cubicBezTo>
                    <a:cubicBezTo>
                      <a:pt x="482309" y="427643"/>
                      <a:pt x="481538" y="430387"/>
                      <a:pt x="479995" y="434159"/>
                    </a:cubicBezTo>
                    <a:cubicBezTo>
                      <a:pt x="464736" y="471878"/>
                      <a:pt x="456678" y="495195"/>
                      <a:pt x="455820" y="504110"/>
                    </a:cubicBezTo>
                    <a:cubicBezTo>
                      <a:pt x="454963" y="513026"/>
                      <a:pt x="453463" y="517483"/>
                      <a:pt x="451320" y="517483"/>
                    </a:cubicBezTo>
                    <a:cubicBezTo>
                      <a:pt x="449177" y="517483"/>
                      <a:pt x="446176" y="514054"/>
                      <a:pt x="442319" y="507196"/>
                    </a:cubicBezTo>
                    <a:cubicBezTo>
                      <a:pt x="438461" y="500338"/>
                      <a:pt x="436532" y="495023"/>
                      <a:pt x="436532" y="491251"/>
                    </a:cubicBezTo>
                    <a:cubicBezTo>
                      <a:pt x="436532" y="487480"/>
                      <a:pt x="437304" y="485251"/>
                      <a:pt x="438847" y="484565"/>
                    </a:cubicBezTo>
                    <a:cubicBezTo>
                      <a:pt x="442790" y="482679"/>
                      <a:pt x="447505" y="477278"/>
                      <a:pt x="452992" y="468363"/>
                    </a:cubicBezTo>
                    <a:cubicBezTo>
                      <a:pt x="467565" y="444017"/>
                      <a:pt x="475666" y="430601"/>
                      <a:pt x="477295" y="428115"/>
                    </a:cubicBezTo>
                    <a:cubicBezTo>
                      <a:pt x="478923" y="425629"/>
                      <a:pt x="480166" y="424386"/>
                      <a:pt x="481024" y="424386"/>
                    </a:cubicBezTo>
                    <a:close/>
                    <a:moveTo>
                      <a:pt x="822038" y="399183"/>
                    </a:moveTo>
                    <a:cubicBezTo>
                      <a:pt x="816380" y="399869"/>
                      <a:pt x="805836" y="401754"/>
                      <a:pt x="790405" y="404841"/>
                    </a:cubicBezTo>
                    <a:cubicBezTo>
                      <a:pt x="790405" y="413927"/>
                      <a:pt x="790491" y="421214"/>
                      <a:pt x="790662" y="426700"/>
                    </a:cubicBezTo>
                    <a:cubicBezTo>
                      <a:pt x="807807" y="423957"/>
                      <a:pt x="816766" y="421557"/>
                      <a:pt x="817537" y="419500"/>
                    </a:cubicBezTo>
                    <a:cubicBezTo>
                      <a:pt x="818309" y="417442"/>
                      <a:pt x="819809" y="410670"/>
                      <a:pt x="822038" y="399183"/>
                    </a:cubicBezTo>
                    <a:close/>
                    <a:moveTo>
                      <a:pt x="439361" y="392496"/>
                    </a:moveTo>
                    <a:cubicBezTo>
                      <a:pt x="446219" y="392496"/>
                      <a:pt x="452477" y="393954"/>
                      <a:pt x="458135" y="396868"/>
                    </a:cubicBezTo>
                    <a:cubicBezTo>
                      <a:pt x="463793" y="399783"/>
                      <a:pt x="466622" y="404241"/>
                      <a:pt x="466622" y="410241"/>
                    </a:cubicBezTo>
                    <a:cubicBezTo>
                      <a:pt x="466622" y="412470"/>
                      <a:pt x="466022" y="414313"/>
                      <a:pt x="464822" y="415771"/>
                    </a:cubicBezTo>
                    <a:cubicBezTo>
                      <a:pt x="463621" y="417228"/>
                      <a:pt x="462078" y="417957"/>
                      <a:pt x="460192" y="417957"/>
                    </a:cubicBezTo>
                    <a:cubicBezTo>
                      <a:pt x="458306" y="417957"/>
                      <a:pt x="456078" y="416885"/>
                      <a:pt x="453506" y="414742"/>
                    </a:cubicBezTo>
                    <a:cubicBezTo>
                      <a:pt x="450934" y="412599"/>
                      <a:pt x="447291" y="408955"/>
                      <a:pt x="442576" y="403812"/>
                    </a:cubicBezTo>
                    <a:cubicBezTo>
                      <a:pt x="437861" y="398668"/>
                      <a:pt x="435504" y="395497"/>
                      <a:pt x="435504" y="394296"/>
                    </a:cubicBezTo>
                    <a:cubicBezTo>
                      <a:pt x="435504" y="393096"/>
                      <a:pt x="436790" y="392496"/>
                      <a:pt x="439361" y="392496"/>
                    </a:cubicBezTo>
                    <a:close/>
                    <a:moveTo>
                      <a:pt x="207904" y="381695"/>
                    </a:moveTo>
                    <a:cubicBezTo>
                      <a:pt x="211847" y="381695"/>
                      <a:pt x="215276" y="383152"/>
                      <a:pt x="218191" y="386067"/>
                    </a:cubicBezTo>
                    <a:cubicBezTo>
                      <a:pt x="221105" y="388982"/>
                      <a:pt x="222563" y="392410"/>
                      <a:pt x="222563" y="396354"/>
                    </a:cubicBezTo>
                    <a:cubicBezTo>
                      <a:pt x="222563" y="400297"/>
                      <a:pt x="221105" y="403683"/>
                      <a:pt x="218191" y="406512"/>
                    </a:cubicBezTo>
                    <a:cubicBezTo>
                      <a:pt x="215276" y="409341"/>
                      <a:pt x="211847" y="410756"/>
                      <a:pt x="207904" y="410756"/>
                    </a:cubicBezTo>
                    <a:cubicBezTo>
                      <a:pt x="203960" y="410756"/>
                      <a:pt x="200531" y="409341"/>
                      <a:pt x="197617" y="406512"/>
                    </a:cubicBezTo>
                    <a:cubicBezTo>
                      <a:pt x="194702" y="403683"/>
                      <a:pt x="193245" y="400297"/>
                      <a:pt x="193245" y="396354"/>
                    </a:cubicBezTo>
                    <a:cubicBezTo>
                      <a:pt x="193245" y="392410"/>
                      <a:pt x="194702" y="388982"/>
                      <a:pt x="197617" y="386067"/>
                    </a:cubicBezTo>
                    <a:cubicBezTo>
                      <a:pt x="200531" y="383152"/>
                      <a:pt x="203960" y="381695"/>
                      <a:pt x="207904" y="381695"/>
                    </a:cubicBezTo>
                    <a:close/>
                    <a:moveTo>
                      <a:pt x="822938" y="361121"/>
                    </a:moveTo>
                    <a:cubicBezTo>
                      <a:pt x="824909" y="361121"/>
                      <a:pt x="828553" y="362492"/>
                      <a:pt x="833868" y="365236"/>
                    </a:cubicBezTo>
                    <a:cubicBezTo>
                      <a:pt x="839183" y="367979"/>
                      <a:pt x="841840" y="370808"/>
                      <a:pt x="841840" y="373722"/>
                    </a:cubicBezTo>
                    <a:cubicBezTo>
                      <a:pt x="841840" y="375094"/>
                      <a:pt x="841326" y="376809"/>
                      <a:pt x="840297" y="378866"/>
                    </a:cubicBezTo>
                    <a:cubicBezTo>
                      <a:pt x="839268" y="380923"/>
                      <a:pt x="838068" y="384267"/>
                      <a:pt x="836697" y="388896"/>
                    </a:cubicBezTo>
                    <a:lnTo>
                      <a:pt x="849555" y="386581"/>
                    </a:lnTo>
                    <a:cubicBezTo>
                      <a:pt x="855042" y="385038"/>
                      <a:pt x="859671" y="384267"/>
                      <a:pt x="863443" y="384267"/>
                    </a:cubicBezTo>
                    <a:cubicBezTo>
                      <a:pt x="867215" y="384267"/>
                      <a:pt x="870601" y="385252"/>
                      <a:pt x="873601" y="387224"/>
                    </a:cubicBezTo>
                    <a:cubicBezTo>
                      <a:pt x="876602" y="389196"/>
                      <a:pt x="878102" y="390782"/>
                      <a:pt x="878102" y="391982"/>
                    </a:cubicBezTo>
                    <a:cubicBezTo>
                      <a:pt x="878102" y="393182"/>
                      <a:pt x="877116" y="394125"/>
                      <a:pt x="875144" y="394811"/>
                    </a:cubicBezTo>
                    <a:cubicBezTo>
                      <a:pt x="873173" y="395497"/>
                      <a:pt x="868458" y="395839"/>
                      <a:pt x="861000" y="395839"/>
                    </a:cubicBezTo>
                    <a:cubicBezTo>
                      <a:pt x="853542" y="395839"/>
                      <a:pt x="844412" y="396354"/>
                      <a:pt x="833610" y="397383"/>
                    </a:cubicBezTo>
                    <a:cubicBezTo>
                      <a:pt x="831210" y="406469"/>
                      <a:pt x="830010" y="411784"/>
                      <a:pt x="830010" y="413327"/>
                    </a:cubicBezTo>
                    <a:cubicBezTo>
                      <a:pt x="830010" y="414870"/>
                      <a:pt x="831167" y="416499"/>
                      <a:pt x="833482" y="418214"/>
                    </a:cubicBezTo>
                    <a:cubicBezTo>
                      <a:pt x="835796" y="419928"/>
                      <a:pt x="836954" y="421386"/>
                      <a:pt x="836954" y="422586"/>
                    </a:cubicBezTo>
                    <a:cubicBezTo>
                      <a:pt x="836954" y="424472"/>
                      <a:pt x="834468" y="425715"/>
                      <a:pt x="829496" y="426315"/>
                    </a:cubicBezTo>
                    <a:cubicBezTo>
                      <a:pt x="824524" y="426915"/>
                      <a:pt x="811065" y="429272"/>
                      <a:pt x="789119" y="433387"/>
                    </a:cubicBezTo>
                    <a:cubicBezTo>
                      <a:pt x="788091" y="436130"/>
                      <a:pt x="786805" y="437502"/>
                      <a:pt x="785262" y="437502"/>
                    </a:cubicBezTo>
                    <a:cubicBezTo>
                      <a:pt x="782176" y="437502"/>
                      <a:pt x="780632" y="432701"/>
                      <a:pt x="780632" y="423100"/>
                    </a:cubicBezTo>
                    <a:lnTo>
                      <a:pt x="780890" y="406384"/>
                    </a:lnTo>
                    <a:cubicBezTo>
                      <a:pt x="768545" y="409127"/>
                      <a:pt x="761216" y="410498"/>
                      <a:pt x="758901" y="410498"/>
                    </a:cubicBezTo>
                    <a:cubicBezTo>
                      <a:pt x="756587" y="410498"/>
                      <a:pt x="754143" y="409941"/>
                      <a:pt x="751572" y="408827"/>
                    </a:cubicBezTo>
                    <a:cubicBezTo>
                      <a:pt x="749000" y="407712"/>
                      <a:pt x="747714" y="406641"/>
                      <a:pt x="747714" y="405612"/>
                    </a:cubicBezTo>
                    <a:cubicBezTo>
                      <a:pt x="747714" y="404583"/>
                      <a:pt x="749214" y="403941"/>
                      <a:pt x="752215" y="403683"/>
                    </a:cubicBezTo>
                    <a:cubicBezTo>
                      <a:pt x="755215" y="403426"/>
                      <a:pt x="764859" y="401926"/>
                      <a:pt x="781147" y="399183"/>
                    </a:cubicBezTo>
                    <a:cubicBezTo>
                      <a:pt x="780461" y="391639"/>
                      <a:pt x="778489" y="385381"/>
                      <a:pt x="775232" y="380409"/>
                    </a:cubicBezTo>
                    <a:cubicBezTo>
                      <a:pt x="774032" y="378694"/>
                      <a:pt x="773432" y="376894"/>
                      <a:pt x="773432" y="375008"/>
                    </a:cubicBezTo>
                    <a:cubicBezTo>
                      <a:pt x="773432" y="373122"/>
                      <a:pt x="774589" y="372179"/>
                      <a:pt x="776903" y="372179"/>
                    </a:cubicBezTo>
                    <a:cubicBezTo>
                      <a:pt x="779218" y="372179"/>
                      <a:pt x="782218" y="373337"/>
                      <a:pt x="785905" y="375651"/>
                    </a:cubicBezTo>
                    <a:cubicBezTo>
                      <a:pt x="789591" y="377966"/>
                      <a:pt x="791434" y="380409"/>
                      <a:pt x="791434" y="382981"/>
                    </a:cubicBezTo>
                    <a:cubicBezTo>
                      <a:pt x="791434" y="383667"/>
                      <a:pt x="791348" y="384438"/>
                      <a:pt x="791177" y="385295"/>
                    </a:cubicBezTo>
                    <a:cubicBezTo>
                      <a:pt x="790834" y="387353"/>
                      <a:pt x="790662" y="391468"/>
                      <a:pt x="790662" y="397640"/>
                    </a:cubicBezTo>
                    <a:cubicBezTo>
                      <a:pt x="798720" y="396268"/>
                      <a:pt x="809608" y="394125"/>
                      <a:pt x="823324" y="391210"/>
                    </a:cubicBezTo>
                    <a:cubicBezTo>
                      <a:pt x="823838" y="386581"/>
                      <a:pt x="824095" y="382809"/>
                      <a:pt x="824095" y="379895"/>
                    </a:cubicBezTo>
                    <a:cubicBezTo>
                      <a:pt x="824095" y="374751"/>
                      <a:pt x="823409" y="371194"/>
                      <a:pt x="822038" y="369222"/>
                    </a:cubicBezTo>
                    <a:cubicBezTo>
                      <a:pt x="820666" y="367250"/>
                      <a:pt x="819980" y="365579"/>
                      <a:pt x="819980" y="364207"/>
                    </a:cubicBezTo>
                    <a:cubicBezTo>
                      <a:pt x="819980" y="362150"/>
                      <a:pt x="820966" y="361121"/>
                      <a:pt x="822938" y="361121"/>
                    </a:cubicBezTo>
                    <a:close/>
                    <a:moveTo>
                      <a:pt x="581579" y="344147"/>
                    </a:moveTo>
                    <a:cubicBezTo>
                      <a:pt x="573178" y="344147"/>
                      <a:pt x="563234" y="345433"/>
                      <a:pt x="551747" y="348005"/>
                    </a:cubicBezTo>
                    <a:cubicBezTo>
                      <a:pt x="542146" y="350062"/>
                      <a:pt x="532287" y="351177"/>
                      <a:pt x="522172" y="351348"/>
                    </a:cubicBezTo>
                    <a:cubicBezTo>
                      <a:pt x="524229" y="357349"/>
                      <a:pt x="525944" y="365064"/>
                      <a:pt x="527315" y="374494"/>
                    </a:cubicBezTo>
                    <a:cubicBezTo>
                      <a:pt x="548061" y="369350"/>
                      <a:pt x="560191" y="366779"/>
                      <a:pt x="563705" y="366779"/>
                    </a:cubicBezTo>
                    <a:cubicBezTo>
                      <a:pt x="567220" y="366779"/>
                      <a:pt x="569878" y="367207"/>
                      <a:pt x="571678" y="368065"/>
                    </a:cubicBezTo>
                    <a:cubicBezTo>
                      <a:pt x="573478" y="368922"/>
                      <a:pt x="574378" y="369993"/>
                      <a:pt x="574378" y="371279"/>
                    </a:cubicBezTo>
                    <a:cubicBezTo>
                      <a:pt x="574378" y="372565"/>
                      <a:pt x="573564" y="373637"/>
                      <a:pt x="571935" y="374494"/>
                    </a:cubicBezTo>
                    <a:cubicBezTo>
                      <a:pt x="570306" y="375351"/>
                      <a:pt x="565763" y="376251"/>
                      <a:pt x="558305" y="377194"/>
                    </a:cubicBezTo>
                    <a:cubicBezTo>
                      <a:pt x="550847" y="378137"/>
                      <a:pt x="544632" y="378609"/>
                      <a:pt x="539660" y="378609"/>
                    </a:cubicBezTo>
                    <a:cubicBezTo>
                      <a:pt x="534688" y="378609"/>
                      <a:pt x="530830" y="378437"/>
                      <a:pt x="528087" y="378094"/>
                    </a:cubicBezTo>
                    <a:cubicBezTo>
                      <a:pt x="529287" y="385810"/>
                      <a:pt x="530315" y="393954"/>
                      <a:pt x="531173" y="402526"/>
                    </a:cubicBezTo>
                    <a:cubicBezTo>
                      <a:pt x="553633" y="398926"/>
                      <a:pt x="566106" y="397125"/>
                      <a:pt x="568592" y="397125"/>
                    </a:cubicBezTo>
                    <a:cubicBezTo>
                      <a:pt x="571078" y="397125"/>
                      <a:pt x="572835" y="397254"/>
                      <a:pt x="573864" y="397511"/>
                    </a:cubicBezTo>
                    <a:cubicBezTo>
                      <a:pt x="574892" y="397768"/>
                      <a:pt x="575750" y="397897"/>
                      <a:pt x="576436" y="397897"/>
                    </a:cubicBezTo>
                    <a:cubicBezTo>
                      <a:pt x="578493" y="397897"/>
                      <a:pt x="580165" y="396311"/>
                      <a:pt x="581450" y="393139"/>
                    </a:cubicBezTo>
                    <a:cubicBezTo>
                      <a:pt x="582736" y="389967"/>
                      <a:pt x="584494" y="383538"/>
                      <a:pt x="586723" y="373851"/>
                    </a:cubicBezTo>
                    <a:cubicBezTo>
                      <a:pt x="588951" y="364164"/>
                      <a:pt x="590066" y="357435"/>
                      <a:pt x="590066" y="353663"/>
                    </a:cubicBezTo>
                    <a:cubicBezTo>
                      <a:pt x="590066" y="349891"/>
                      <a:pt x="589466" y="347362"/>
                      <a:pt x="588266" y="346076"/>
                    </a:cubicBezTo>
                    <a:cubicBezTo>
                      <a:pt x="587065" y="344790"/>
                      <a:pt x="584837" y="344147"/>
                      <a:pt x="581579" y="344147"/>
                    </a:cubicBezTo>
                    <a:close/>
                    <a:moveTo>
                      <a:pt x="849298" y="341318"/>
                    </a:moveTo>
                    <a:cubicBezTo>
                      <a:pt x="852727" y="341318"/>
                      <a:pt x="855899" y="342261"/>
                      <a:pt x="858814" y="344147"/>
                    </a:cubicBezTo>
                    <a:cubicBezTo>
                      <a:pt x="861728" y="346033"/>
                      <a:pt x="863186" y="347405"/>
                      <a:pt x="863186" y="348262"/>
                    </a:cubicBezTo>
                    <a:cubicBezTo>
                      <a:pt x="863186" y="349977"/>
                      <a:pt x="859028" y="351434"/>
                      <a:pt x="850713" y="352634"/>
                    </a:cubicBezTo>
                    <a:cubicBezTo>
                      <a:pt x="842397" y="353834"/>
                      <a:pt x="827824" y="356320"/>
                      <a:pt x="806993" y="360092"/>
                    </a:cubicBezTo>
                    <a:cubicBezTo>
                      <a:pt x="786162" y="363864"/>
                      <a:pt x="772274" y="365750"/>
                      <a:pt x="765331" y="365750"/>
                    </a:cubicBezTo>
                    <a:cubicBezTo>
                      <a:pt x="758387" y="365750"/>
                      <a:pt x="753029" y="365407"/>
                      <a:pt x="749257" y="364721"/>
                    </a:cubicBezTo>
                    <a:cubicBezTo>
                      <a:pt x="749600" y="377237"/>
                      <a:pt x="748271" y="393353"/>
                      <a:pt x="745271" y="413070"/>
                    </a:cubicBezTo>
                    <a:cubicBezTo>
                      <a:pt x="742271" y="432787"/>
                      <a:pt x="737727" y="450275"/>
                      <a:pt x="731641" y="465534"/>
                    </a:cubicBezTo>
                    <a:cubicBezTo>
                      <a:pt x="725554" y="480793"/>
                      <a:pt x="719211" y="492066"/>
                      <a:pt x="712610" y="499352"/>
                    </a:cubicBezTo>
                    <a:cubicBezTo>
                      <a:pt x="706009" y="506639"/>
                      <a:pt x="699965" y="512683"/>
                      <a:pt x="694479" y="517483"/>
                    </a:cubicBezTo>
                    <a:cubicBezTo>
                      <a:pt x="688992" y="522284"/>
                      <a:pt x="685392" y="524684"/>
                      <a:pt x="683678" y="524684"/>
                    </a:cubicBezTo>
                    <a:cubicBezTo>
                      <a:pt x="682992" y="524684"/>
                      <a:pt x="682649" y="524427"/>
                      <a:pt x="682649" y="523913"/>
                    </a:cubicBezTo>
                    <a:cubicBezTo>
                      <a:pt x="682649" y="522027"/>
                      <a:pt x="684963" y="518340"/>
                      <a:pt x="689592" y="512854"/>
                    </a:cubicBezTo>
                    <a:cubicBezTo>
                      <a:pt x="705880" y="494337"/>
                      <a:pt x="717410" y="471492"/>
                      <a:pt x="724183" y="444317"/>
                    </a:cubicBezTo>
                    <a:cubicBezTo>
                      <a:pt x="730955" y="417142"/>
                      <a:pt x="734341" y="393954"/>
                      <a:pt x="734341" y="374751"/>
                    </a:cubicBezTo>
                    <a:cubicBezTo>
                      <a:pt x="734341" y="370122"/>
                      <a:pt x="733998" y="366650"/>
                      <a:pt x="733312" y="364336"/>
                    </a:cubicBezTo>
                    <a:cubicBezTo>
                      <a:pt x="732626" y="362021"/>
                      <a:pt x="732284" y="359878"/>
                      <a:pt x="732284" y="357906"/>
                    </a:cubicBezTo>
                    <a:cubicBezTo>
                      <a:pt x="732284" y="355935"/>
                      <a:pt x="733184" y="354949"/>
                      <a:pt x="734984" y="354949"/>
                    </a:cubicBezTo>
                    <a:cubicBezTo>
                      <a:pt x="736784" y="354949"/>
                      <a:pt x="739399" y="355806"/>
                      <a:pt x="742828" y="357520"/>
                    </a:cubicBezTo>
                    <a:cubicBezTo>
                      <a:pt x="760658" y="358721"/>
                      <a:pt x="789891" y="354263"/>
                      <a:pt x="830524" y="344147"/>
                    </a:cubicBezTo>
                    <a:cubicBezTo>
                      <a:pt x="837725" y="342261"/>
                      <a:pt x="843983" y="341318"/>
                      <a:pt x="849298" y="341318"/>
                    </a:cubicBezTo>
                    <a:close/>
                    <a:moveTo>
                      <a:pt x="458649" y="340032"/>
                    </a:moveTo>
                    <a:cubicBezTo>
                      <a:pt x="463964" y="340032"/>
                      <a:pt x="469965" y="341447"/>
                      <a:pt x="476652" y="344276"/>
                    </a:cubicBezTo>
                    <a:cubicBezTo>
                      <a:pt x="483338" y="347105"/>
                      <a:pt x="486681" y="351777"/>
                      <a:pt x="486681" y="358292"/>
                    </a:cubicBezTo>
                    <a:cubicBezTo>
                      <a:pt x="486681" y="361549"/>
                      <a:pt x="486081" y="364121"/>
                      <a:pt x="484881" y="366007"/>
                    </a:cubicBezTo>
                    <a:cubicBezTo>
                      <a:pt x="483681" y="367893"/>
                      <a:pt x="482138" y="368836"/>
                      <a:pt x="480252" y="368836"/>
                    </a:cubicBezTo>
                    <a:cubicBezTo>
                      <a:pt x="478366" y="368836"/>
                      <a:pt x="476094" y="367465"/>
                      <a:pt x="473437" y="364721"/>
                    </a:cubicBezTo>
                    <a:cubicBezTo>
                      <a:pt x="470779" y="361978"/>
                      <a:pt x="467093" y="357692"/>
                      <a:pt x="462378" y="351863"/>
                    </a:cubicBezTo>
                    <a:cubicBezTo>
                      <a:pt x="457664" y="346033"/>
                      <a:pt x="455306" y="342604"/>
                      <a:pt x="455306" y="341576"/>
                    </a:cubicBezTo>
                    <a:cubicBezTo>
                      <a:pt x="455306" y="340547"/>
                      <a:pt x="456420" y="340032"/>
                      <a:pt x="458649" y="340032"/>
                    </a:cubicBezTo>
                    <a:close/>
                    <a:moveTo>
                      <a:pt x="591866" y="332317"/>
                    </a:moveTo>
                    <a:cubicBezTo>
                      <a:pt x="593923" y="332317"/>
                      <a:pt x="598595" y="334589"/>
                      <a:pt x="605882" y="339132"/>
                    </a:cubicBezTo>
                    <a:cubicBezTo>
                      <a:pt x="613169" y="343676"/>
                      <a:pt x="616812" y="346676"/>
                      <a:pt x="616812" y="348134"/>
                    </a:cubicBezTo>
                    <a:cubicBezTo>
                      <a:pt x="616812" y="349591"/>
                      <a:pt x="616426" y="350791"/>
                      <a:pt x="615655" y="351734"/>
                    </a:cubicBezTo>
                    <a:cubicBezTo>
                      <a:pt x="614883" y="352677"/>
                      <a:pt x="613469" y="354220"/>
                      <a:pt x="611411" y="356363"/>
                    </a:cubicBezTo>
                    <a:cubicBezTo>
                      <a:pt x="609354" y="358506"/>
                      <a:pt x="607597" y="361378"/>
                      <a:pt x="606139" y="364978"/>
                    </a:cubicBezTo>
                    <a:cubicBezTo>
                      <a:pt x="604682" y="368579"/>
                      <a:pt x="602582" y="374365"/>
                      <a:pt x="599838" y="382338"/>
                    </a:cubicBezTo>
                    <a:cubicBezTo>
                      <a:pt x="597095" y="390310"/>
                      <a:pt x="594523" y="396697"/>
                      <a:pt x="592123" y="401497"/>
                    </a:cubicBezTo>
                    <a:cubicBezTo>
                      <a:pt x="589723" y="406298"/>
                      <a:pt x="587323" y="408698"/>
                      <a:pt x="584922" y="408698"/>
                    </a:cubicBezTo>
                    <a:cubicBezTo>
                      <a:pt x="583551" y="408698"/>
                      <a:pt x="582222" y="407927"/>
                      <a:pt x="580936" y="406384"/>
                    </a:cubicBezTo>
                    <a:cubicBezTo>
                      <a:pt x="579650" y="404841"/>
                      <a:pt x="577550" y="404069"/>
                      <a:pt x="574635" y="404069"/>
                    </a:cubicBezTo>
                    <a:cubicBezTo>
                      <a:pt x="568806" y="404069"/>
                      <a:pt x="554147" y="405955"/>
                      <a:pt x="530658" y="409727"/>
                    </a:cubicBezTo>
                    <a:cubicBezTo>
                      <a:pt x="529973" y="412470"/>
                      <a:pt x="528987" y="413842"/>
                      <a:pt x="527701" y="413842"/>
                    </a:cubicBezTo>
                    <a:cubicBezTo>
                      <a:pt x="526415" y="413842"/>
                      <a:pt x="525343" y="412856"/>
                      <a:pt x="524486" y="410884"/>
                    </a:cubicBezTo>
                    <a:cubicBezTo>
                      <a:pt x="523629" y="408913"/>
                      <a:pt x="522386" y="403426"/>
                      <a:pt x="520757" y="394425"/>
                    </a:cubicBezTo>
                    <a:cubicBezTo>
                      <a:pt x="519128" y="385424"/>
                      <a:pt x="517028" y="376251"/>
                      <a:pt x="514456" y="366907"/>
                    </a:cubicBezTo>
                    <a:cubicBezTo>
                      <a:pt x="511885" y="357563"/>
                      <a:pt x="509913" y="352120"/>
                      <a:pt x="508541" y="350577"/>
                    </a:cubicBezTo>
                    <a:cubicBezTo>
                      <a:pt x="505455" y="346805"/>
                      <a:pt x="503912" y="344233"/>
                      <a:pt x="503912" y="342861"/>
                    </a:cubicBezTo>
                    <a:cubicBezTo>
                      <a:pt x="503912" y="342004"/>
                      <a:pt x="504727" y="341576"/>
                      <a:pt x="506355" y="341576"/>
                    </a:cubicBezTo>
                    <a:cubicBezTo>
                      <a:pt x="507984" y="341576"/>
                      <a:pt x="511713" y="342861"/>
                      <a:pt x="517542" y="345433"/>
                    </a:cubicBezTo>
                    <a:cubicBezTo>
                      <a:pt x="530401" y="344919"/>
                      <a:pt x="544074" y="343247"/>
                      <a:pt x="558562" y="340418"/>
                    </a:cubicBezTo>
                    <a:cubicBezTo>
                      <a:pt x="573049" y="337589"/>
                      <a:pt x="580979" y="335832"/>
                      <a:pt x="582351" y="335146"/>
                    </a:cubicBezTo>
                    <a:cubicBezTo>
                      <a:pt x="586637" y="333260"/>
                      <a:pt x="589809" y="332317"/>
                      <a:pt x="591866" y="332317"/>
                    </a:cubicBezTo>
                    <a:close/>
                    <a:moveTo>
                      <a:pt x="9418" y="329873"/>
                    </a:moveTo>
                    <a:lnTo>
                      <a:pt x="140517" y="329873"/>
                    </a:lnTo>
                    <a:lnTo>
                      <a:pt x="130722" y="374075"/>
                    </a:lnTo>
                    <a:lnTo>
                      <a:pt x="118667" y="374075"/>
                    </a:lnTo>
                    <a:cubicBezTo>
                      <a:pt x="118667" y="365955"/>
                      <a:pt x="118458" y="359864"/>
                      <a:pt x="118039" y="355804"/>
                    </a:cubicBezTo>
                    <a:cubicBezTo>
                      <a:pt x="117621" y="351744"/>
                      <a:pt x="116826" y="348646"/>
                      <a:pt x="115654" y="346512"/>
                    </a:cubicBezTo>
                    <a:cubicBezTo>
                      <a:pt x="114482" y="344377"/>
                      <a:pt x="113037" y="342912"/>
                      <a:pt x="111321" y="342117"/>
                    </a:cubicBezTo>
                    <a:cubicBezTo>
                      <a:pt x="109605" y="341321"/>
                      <a:pt x="106570" y="340924"/>
                      <a:pt x="102217" y="340924"/>
                    </a:cubicBezTo>
                    <a:lnTo>
                      <a:pt x="83632" y="340924"/>
                    </a:lnTo>
                    <a:lnTo>
                      <a:pt x="56383" y="464739"/>
                    </a:lnTo>
                    <a:cubicBezTo>
                      <a:pt x="55629" y="468004"/>
                      <a:pt x="55106" y="470599"/>
                      <a:pt x="54813" y="472525"/>
                    </a:cubicBezTo>
                    <a:cubicBezTo>
                      <a:pt x="54520" y="474450"/>
                      <a:pt x="54269" y="476480"/>
                      <a:pt x="54060" y="478615"/>
                    </a:cubicBezTo>
                    <a:cubicBezTo>
                      <a:pt x="53850" y="480750"/>
                      <a:pt x="53746" y="482654"/>
                      <a:pt x="53746" y="484329"/>
                    </a:cubicBezTo>
                    <a:cubicBezTo>
                      <a:pt x="53746" y="486924"/>
                      <a:pt x="54164" y="488954"/>
                      <a:pt x="55001" y="490419"/>
                    </a:cubicBezTo>
                    <a:cubicBezTo>
                      <a:pt x="55839" y="491884"/>
                      <a:pt x="57094" y="492951"/>
                      <a:pt x="58769" y="493621"/>
                    </a:cubicBezTo>
                    <a:cubicBezTo>
                      <a:pt x="60443" y="494291"/>
                      <a:pt x="63331" y="494793"/>
                      <a:pt x="67433" y="495128"/>
                    </a:cubicBezTo>
                    <a:lnTo>
                      <a:pt x="66052" y="501281"/>
                    </a:lnTo>
                    <a:lnTo>
                      <a:pt x="13185" y="501281"/>
                    </a:lnTo>
                    <a:lnTo>
                      <a:pt x="14567" y="495128"/>
                    </a:lnTo>
                    <a:cubicBezTo>
                      <a:pt x="17915" y="494626"/>
                      <a:pt x="20385" y="493956"/>
                      <a:pt x="21976" y="493119"/>
                    </a:cubicBezTo>
                    <a:cubicBezTo>
                      <a:pt x="23566" y="492282"/>
                      <a:pt x="24968" y="490984"/>
                      <a:pt x="26182" y="489226"/>
                    </a:cubicBezTo>
                    <a:cubicBezTo>
                      <a:pt x="27396" y="487468"/>
                      <a:pt x="28610" y="484705"/>
                      <a:pt x="29824" y="480938"/>
                    </a:cubicBezTo>
                    <a:cubicBezTo>
                      <a:pt x="31038" y="477171"/>
                      <a:pt x="32482" y="471478"/>
                      <a:pt x="34156" y="463860"/>
                    </a:cubicBezTo>
                    <a:lnTo>
                      <a:pt x="61029" y="340924"/>
                    </a:lnTo>
                    <a:lnTo>
                      <a:pt x="45081" y="340924"/>
                    </a:lnTo>
                    <a:cubicBezTo>
                      <a:pt x="39891" y="340924"/>
                      <a:pt x="35747" y="341677"/>
                      <a:pt x="32649" y="343184"/>
                    </a:cubicBezTo>
                    <a:cubicBezTo>
                      <a:pt x="29552" y="344691"/>
                      <a:pt x="26454" y="347495"/>
                      <a:pt x="23357" y="351597"/>
                    </a:cubicBezTo>
                    <a:cubicBezTo>
                      <a:pt x="20259" y="355699"/>
                      <a:pt x="16492" y="362564"/>
                      <a:pt x="12055" y="372191"/>
                    </a:cubicBezTo>
                    <a:lnTo>
                      <a:pt x="0" y="372191"/>
                    </a:lnTo>
                    <a:close/>
                    <a:moveTo>
                      <a:pt x="788348" y="315087"/>
                    </a:moveTo>
                    <a:cubicBezTo>
                      <a:pt x="795891" y="315087"/>
                      <a:pt x="802278" y="316801"/>
                      <a:pt x="807507" y="320230"/>
                    </a:cubicBezTo>
                    <a:cubicBezTo>
                      <a:pt x="812736" y="323659"/>
                      <a:pt x="815351" y="328288"/>
                      <a:pt x="815351" y="334117"/>
                    </a:cubicBezTo>
                    <a:cubicBezTo>
                      <a:pt x="815351" y="336689"/>
                      <a:pt x="814751" y="338747"/>
                      <a:pt x="813551" y="340290"/>
                    </a:cubicBezTo>
                    <a:cubicBezTo>
                      <a:pt x="812351" y="341833"/>
                      <a:pt x="810893" y="342604"/>
                      <a:pt x="809179" y="342604"/>
                    </a:cubicBezTo>
                    <a:cubicBezTo>
                      <a:pt x="807464" y="342604"/>
                      <a:pt x="805707" y="342004"/>
                      <a:pt x="803907" y="340804"/>
                    </a:cubicBezTo>
                    <a:cubicBezTo>
                      <a:pt x="802107" y="339604"/>
                      <a:pt x="798035" y="335746"/>
                      <a:pt x="791691" y="329231"/>
                    </a:cubicBezTo>
                    <a:cubicBezTo>
                      <a:pt x="785347" y="322716"/>
                      <a:pt x="782176" y="318730"/>
                      <a:pt x="782176" y="317273"/>
                    </a:cubicBezTo>
                    <a:cubicBezTo>
                      <a:pt x="782176" y="315815"/>
                      <a:pt x="784233" y="315087"/>
                      <a:pt x="788348" y="315087"/>
                    </a:cubicBezTo>
                    <a:close/>
                    <a:moveTo>
                      <a:pt x="178733" y="192984"/>
                    </a:moveTo>
                    <a:lnTo>
                      <a:pt x="178733" y="243027"/>
                    </a:lnTo>
                    <a:cubicBezTo>
                      <a:pt x="180842" y="243213"/>
                      <a:pt x="183276" y="243353"/>
                      <a:pt x="186035" y="243446"/>
                    </a:cubicBezTo>
                    <a:cubicBezTo>
                      <a:pt x="188795" y="243539"/>
                      <a:pt x="191787" y="243585"/>
                      <a:pt x="195012" y="243585"/>
                    </a:cubicBezTo>
                    <a:cubicBezTo>
                      <a:pt x="200717" y="243585"/>
                      <a:pt x="205678" y="243136"/>
                      <a:pt x="209894" y="242237"/>
                    </a:cubicBezTo>
                    <a:cubicBezTo>
                      <a:pt x="214111" y="241337"/>
                      <a:pt x="217599" y="239865"/>
                      <a:pt x="220359" y="237818"/>
                    </a:cubicBezTo>
                    <a:cubicBezTo>
                      <a:pt x="223118" y="235772"/>
                      <a:pt x="225180" y="233105"/>
                      <a:pt x="226544" y="229819"/>
                    </a:cubicBezTo>
                    <a:cubicBezTo>
                      <a:pt x="227909" y="226532"/>
                      <a:pt x="228591" y="222532"/>
                      <a:pt x="228591" y="217819"/>
                    </a:cubicBezTo>
                    <a:cubicBezTo>
                      <a:pt x="228591" y="213417"/>
                      <a:pt x="227909" y="209649"/>
                      <a:pt x="226544" y="206518"/>
                    </a:cubicBezTo>
                    <a:cubicBezTo>
                      <a:pt x="225180" y="203386"/>
                      <a:pt x="223087" y="200813"/>
                      <a:pt x="220266" y="198797"/>
                    </a:cubicBezTo>
                    <a:cubicBezTo>
                      <a:pt x="217444" y="196782"/>
                      <a:pt x="213832" y="195309"/>
                      <a:pt x="209429" y="194379"/>
                    </a:cubicBezTo>
                    <a:cubicBezTo>
                      <a:pt x="205026" y="193449"/>
                      <a:pt x="199786" y="192984"/>
                      <a:pt x="193709" y="192984"/>
                    </a:cubicBezTo>
                    <a:close/>
                    <a:moveTo>
                      <a:pt x="331729" y="171278"/>
                    </a:moveTo>
                    <a:cubicBezTo>
                      <a:pt x="335672" y="171278"/>
                      <a:pt x="339101" y="172735"/>
                      <a:pt x="342016" y="175650"/>
                    </a:cubicBezTo>
                    <a:cubicBezTo>
                      <a:pt x="344930" y="178565"/>
                      <a:pt x="346388" y="181994"/>
                      <a:pt x="346388" y="185937"/>
                    </a:cubicBezTo>
                    <a:cubicBezTo>
                      <a:pt x="346388" y="189880"/>
                      <a:pt x="344930" y="193267"/>
                      <a:pt x="342016" y="196095"/>
                    </a:cubicBezTo>
                    <a:cubicBezTo>
                      <a:pt x="339101" y="198924"/>
                      <a:pt x="335672" y="200339"/>
                      <a:pt x="331729" y="200339"/>
                    </a:cubicBezTo>
                    <a:cubicBezTo>
                      <a:pt x="327785" y="200339"/>
                      <a:pt x="324356" y="198924"/>
                      <a:pt x="321442" y="196095"/>
                    </a:cubicBezTo>
                    <a:cubicBezTo>
                      <a:pt x="318527" y="193267"/>
                      <a:pt x="317070" y="189880"/>
                      <a:pt x="317070" y="185937"/>
                    </a:cubicBezTo>
                    <a:cubicBezTo>
                      <a:pt x="317070" y="181994"/>
                      <a:pt x="318527" y="178565"/>
                      <a:pt x="321442" y="175650"/>
                    </a:cubicBezTo>
                    <a:cubicBezTo>
                      <a:pt x="324356" y="172735"/>
                      <a:pt x="327785" y="171278"/>
                      <a:pt x="331729" y="171278"/>
                    </a:cubicBezTo>
                    <a:close/>
                    <a:moveTo>
                      <a:pt x="1926214" y="148904"/>
                    </a:moveTo>
                    <a:lnTo>
                      <a:pt x="1903325" y="154047"/>
                    </a:lnTo>
                    <a:cubicBezTo>
                      <a:pt x="1898525" y="164677"/>
                      <a:pt x="1896124" y="170635"/>
                      <a:pt x="1896124" y="171921"/>
                    </a:cubicBezTo>
                    <a:cubicBezTo>
                      <a:pt x="1896124" y="173207"/>
                      <a:pt x="1897582" y="174364"/>
                      <a:pt x="1900496" y="175393"/>
                    </a:cubicBezTo>
                    <a:cubicBezTo>
                      <a:pt x="1905640" y="177279"/>
                      <a:pt x="1909926" y="179336"/>
                      <a:pt x="1913355" y="181565"/>
                    </a:cubicBezTo>
                    <a:cubicBezTo>
                      <a:pt x="1919013" y="171792"/>
                      <a:pt x="1923299" y="160905"/>
                      <a:pt x="1926214" y="148904"/>
                    </a:cubicBezTo>
                    <a:close/>
                    <a:moveTo>
                      <a:pt x="198174" y="136987"/>
                    </a:moveTo>
                    <a:cubicBezTo>
                      <a:pt x="196748" y="136987"/>
                      <a:pt x="195182" y="137003"/>
                      <a:pt x="193477" y="137034"/>
                    </a:cubicBezTo>
                    <a:cubicBezTo>
                      <a:pt x="191771" y="137065"/>
                      <a:pt x="190066" y="137096"/>
                      <a:pt x="188361" y="137127"/>
                    </a:cubicBezTo>
                    <a:cubicBezTo>
                      <a:pt x="186655" y="137158"/>
                      <a:pt x="184966" y="137189"/>
                      <a:pt x="183291" y="137220"/>
                    </a:cubicBezTo>
                    <a:cubicBezTo>
                      <a:pt x="181617" y="137251"/>
                      <a:pt x="180098" y="137297"/>
                      <a:pt x="178733" y="137359"/>
                    </a:cubicBezTo>
                    <a:lnTo>
                      <a:pt x="178733" y="182845"/>
                    </a:lnTo>
                    <a:lnTo>
                      <a:pt x="196314" y="182845"/>
                    </a:lnTo>
                    <a:cubicBezTo>
                      <a:pt x="206236" y="182845"/>
                      <a:pt x="213832" y="180705"/>
                      <a:pt x="219103" y="176427"/>
                    </a:cubicBezTo>
                    <a:cubicBezTo>
                      <a:pt x="224374" y="172148"/>
                      <a:pt x="227010" y="165854"/>
                      <a:pt x="227010" y="157544"/>
                    </a:cubicBezTo>
                    <a:cubicBezTo>
                      <a:pt x="227010" y="153947"/>
                      <a:pt x="226358" y="150847"/>
                      <a:pt x="225056" y="148242"/>
                    </a:cubicBezTo>
                    <a:cubicBezTo>
                      <a:pt x="223754" y="145638"/>
                      <a:pt x="221863" y="143498"/>
                      <a:pt x="219382" y="141824"/>
                    </a:cubicBezTo>
                    <a:cubicBezTo>
                      <a:pt x="216902" y="140150"/>
                      <a:pt x="213879" y="138925"/>
                      <a:pt x="210313" y="138150"/>
                    </a:cubicBezTo>
                    <a:cubicBezTo>
                      <a:pt x="206747" y="137375"/>
                      <a:pt x="202701" y="136987"/>
                      <a:pt x="198174" y="136987"/>
                    </a:cubicBezTo>
                    <a:close/>
                    <a:moveTo>
                      <a:pt x="1450954" y="131416"/>
                    </a:moveTo>
                    <a:cubicBezTo>
                      <a:pt x="1453526" y="131416"/>
                      <a:pt x="1457684" y="132788"/>
                      <a:pt x="1463427" y="135531"/>
                    </a:cubicBezTo>
                    <a:cubicBezTo>
                      <a:pt x="1469171" y="138274"/>
                      <a:pt x="1472043" y="140503"/>
                      <a:pt x="1472043" y="142217"/>
                    </a:cubicBezTo>
                    <a:cubicBezTo>
                      <a:pt x="1472043" y="143932"/>
                      <a:pt x="1470285" y="145946"/>
                      <a:pt x="1466771" y="148261"/>
                    </a:cubicBezTo>
                    <a:cubicBezTo>
                      <a:pt x="1463256" y="150575"/>
                      <a:pt x="1460041" y="154305"/>
                      <a:pt x="1457126" y="159448"/>
                    </a:cubicBezTo>
                    <a:cubicBezTo>
                      <a:pt x="1452498" y="166135"/>
                      <a:pt x="1446754" y="172907"/>
                      <a:pt x="1439896" y="179765"/>
                    </a:cubicBezTo>
                    <a:cubicBezTo>
                      <a:pt x="1453783" y="187823"/>
                      <a:pt x="1463127" y="193009"/>
                      <a:pt x="1467928" y="195324"/>
                    </a:cubicBezTo>
                    <a:cubicBezTo>
                      <a:pt x="1472728" y="197639"/>
                      <a:pt x="1479201" y="199996"/>
                      <a:pt x="1487345" y="202396"/>
                    </a:cubicBezTo>
                    <a:cubicBezTo>
                      <a:pt x="1495488" y="204797"/>
                      <a:pt x="1504361" y="206897"/>
                      <a:pt x="1513962" y="208697"/>
                    </a:cubicBezTo>
                    <a:cubicBezTo>
                      <a:pt x="1523564" y="210497"/>
                      <a:pt x="1532479" y="211826"/>
                      <a:pt x="1540708" y="212683"/>
                    </a:cubicBezTo>
                    <a:cubicBezTo>
                      <a:pt x="1548938" y="213541"/>
                      <a:pt x="1553053" y="214826"/>
                      <a:pt x="1553053" y="216541"/>
                    </a:cubicBezTo>
                    <a:cubicBezTo>
                      <a:pt x="1553053" y="217398"/>
                      <a:pt x="1552110" y="218213"/>
                      <a:pt x="1550224" y="218984"/>
                    </a:cubicBezTo>
                    <a:cubicBezTo>
                      <a:pt x="1548338" y="219756"/>
                      <a:pt x="1541652" y="221427"/>
                      <a:pt x="1530164" y="223999"/>
                    </a:cubicBezTo>
                    <a:cubicBezTo>
                      <a:pt x="1518677" y="226571"/>
                      <a:pt x="1509419" y="227857"/>
                      <a:pt x="1502390" y="227857"/>
                    </a:cubicBezTo>
                    <a:cubicBezTo>
                      <a:pt x="1495360" y="227857"/>
                      <a:pt x="1489016" y="225799"/>
                      <a:pt x="1483358" y="221684"/>
                    </a:cubicBezTo>
                    <a:lnTo>
                      <a:pt x="1432952" y="187223"/>
                    </a:lnTo>
                    <a:cubicBezTo>
                      <a:pt x="1423351" y="195453"/>
                      <a:pt x="1410278" y="202268"/>
                      <a:pt x="1393733" y="207668"/>
                    </a:cubicBezTo>
                    <a:cubicBezTo>
                      <a:pt x="1377188" y="213069"/>
                      <a:pt x="1362229" y="215769"/>
                      <a:pt x="1348856" y="215769"/>
                    </a:cubicBezTo>
                    <a:cubicBezTo>
                      <a:pt x="1343884" y="215769"/>
                      <a:pt x="1341398" y="215169"/>
                      <a:pt x="1341398" y="213969"/>
                    </a:cubicBezTo>
                    <a:cubicBezTo>
                      <a:pt x="1341398" y="212769"/>
                      <a:pt x="1344141" y="211655"/>
                      <a:pt x="1349627" y="210626"/>
                    </a:cubicBezTo>
                    <a:cubicBezTo>
                      <a:pt x="1381346" y="203768"/>
                      <a:pt x="1405692" y="193652"/>
                      <a:pt x="1422665" y="180279"/>
                    </a:cubicBezTo>
                    <a:cubicBezTo>
                      <a:pt x="1411006" y="172907"/>
                      <a:pt x="1398919" y="167078"/>
                      <a:pt x="1386403" y="162791"/>
                    </a:cubicBezTo>
                    <a:cubicBezTo>
                      <a:pt x="1383489" y="161934"/>
                      <a:pt x="1382031" y="160991"/>
                      <a:pt x="1382031" y="159962"/>
                    </a:cubicBezTo>
                    <a:cubicBezTo>
                      <a:pt x="1382031" y="158934"/>
                      <a:pt x="1384389" y="158419"/>
                      <a:pt x="1389104" y="158419"/>
                    </a:cubicBezTo>
                    <a:cubicBezTo>
                      <a:pt x="1393819" y="158419"/>
                      <a:pt x="1398876" y="159405"/>
                      <a:pt x="1404277" y="161377"/>
                    </a:cubicBezTo>
                    <a:cubicBezTo>
                      <a:pt x="1409678" y="163349"/>
                      <a:pt x="1418036" y="167592"/>
                      <a:pt x="1429352" y="174107"/>
                    </a:cubicBezTo>
                    <a:cubicBezTo>
                      <a:pt x="1433124" y="169992"/>
                      <a:pt x="1437024" y="164420"/>
                      <a:pt x="1441053" y="157391"/>
                    </a:cubicBezTo>
                    <a:cubicBezTo>
                      <a:pt x="1445082" y="150361"/>
                      <a:pt x="1447097" y="146118"/>
                      <a:pt x="1447097" y="144660"/>
                    </a:cubicBezTo>
                    <a:cubicBezTo>
                      <a:pt x="1447097" y="143203"/>
                      <a:pt x="1445597" y="142474"/>
                      <a:pt x="1442596" y="142474"/>
                    </a:cubicBezTo>
                    <a:cubicBezTo>
                      <a:pt x="1439596" y="142474"/>
                      <a:pt x="1431666" y="144018"/>
                      <a:pt x="1418808" y="147104"/>
                    </a:cubicBezTo>
                    <a:cubicBezTo>
                      <a:pt x="1405949" y="150190"/>
                      <a:pt x="1396819" y="151733"/>
                      <a:pt x="1391418" y="151733"/>
                    </a:cubicBezTo>
                    <a:cubicBezTo>
                      <a:pt x="1386018" y="151733"/>
                      <a:pt x="1381646" y="151133"/>
                      <a:pt x="1378302" y="149933"/>
                    </a:cubicBezTo>
                    <a:cubicBezTo>
                      <a:pt x="1374959" y="148732"/>
                      <a:pt x="1373288" y="147704"/>
                      <a:pt x="1373288" y="146846"/>
                    </a:cubicBezTo>
                    <a:cubicBezTo>
                      <a:pt x="1373288" y="145989"/>
                      <a:pt x="1375688" y="145389"/>
                      <a:pt x="1380488" y="145046"/>
                    </a:cubicBezTo>
                    <a:cubicBezTo>
                      <a:pt x="1389061" y="144703"/>
                      <a:pt x="1400377" y="143203"/>
                      <a:pt x="1414436" y="140546"/>
                    </a:cubicBezTo>
                    <a:cubicBezTo>
                      <a:pt x="1428494" y="137888"/>
                      <a:pt x="1437453" y="135702"/>
                      <a:pt x="1441310" y="133988"/>
                    </a:cubicBezTo>
                    <a:cubicBezTo>
                      <a:pt x="1445168" y="132273"/>
                      <a:pt x="1448383" y="131416"/>
                      <a:pt x="1450954" y="131416"/>
                    </a:cubicBezTo>
                    <a:close/>
                    <a:moveTo>
                      <a:pt x="945863" y="130644"/>
                    </a:moveTo>
                    <a:cubicBezTo>
                      <a:pt x="948092" y="130644"/>
                      <a:pt x="955378" y="133516"/>
                      <a:pt x="967722" y="139260"/>
                    </a:cubicBezTo>
                    <a:cubicBezTo>
                      <a:pt x="980067" y="145003"/>
                      <a:pt x="988296" y="151133"/>
                      <a:pt x="992411" y="157648"/>
                    </a:cubicBezTo>
                    <a:cubicBezTo>
                      <a:pt x="996526" y="164163"/>
                      <a:pt x="998584" y="171064"/>
                      <a:pt x="998584" y="178350"/>
                    </a:cubicBezTo>
                    <a:cubicBezTo>
                      <a:pt x="998584" y="185637"/>
                      <a:pt x="996826" y="189280"/>
                      <a:pt x="993311" y="189280"/>
                    </a:cubicBezTo>
                    <a:cubicBezTo>
                      <a:pt x="989797" y="189280"/>
                      <a:pt x="985553" y="185937"/>
                      <a:pt x="980581" y="179251"/>
                    </a:cubicBezTo>
                    <a:cubicBezTo>
                      <a:pt x="975609" y="172564"/>
                      <a:pt x="970123" y="165363"/>
                      <a:pt x="964122" y="157648"/>
                    </a:cubicBezTo>
                    <a:cubicBezTo>
                      <a:pt x="958121" y="149933"/>
                      <a:pt x="953321" y="144018"/>
                      <a:pt x="949720" y="139903"/>
                    </a:cubicBezTo>
                    <a:cubicBezTo>
                      <a:pt x="946120" y="135788"/>
                      <a:pt x="944320" y="133216"/>
                      <a:pt x="944320" y="132187"/>
                    </a:cubicBezTo>
                    <a:cubicBezTo>
                      <a:pt x="944320" y="131159"/>
                      <a:pt x="944834" y="130644"/>
                      <a:pt x="945863" y="130644"/>
                    </a:cubicBezTo>
                    <a:close/>
                    <a:moveTo>
                      <a:pt x="146921" y="126662"/>
                    </a:moveTo>
                    <a:lnTo>
                      <a:pt x="202732" y="126662"/>
                    </a:lnTo>
                    <a:cubicBezTo>
                      <a:pt x="210794" y="126662"/>
                      <a:pt x="217708" y="127267"/>
                      <a:pt x="223475" y="128476"/>
                    </a:cubicBezTo>
                    <a:cubicBezTo>
                      <a:pt x="229242" y="129685"/>
                      <a:pt x="233970" y="131499"/>
                      <a:pt x="237660" y="133918"/>
                    </a:cubicBezTo>
                    <a:cubicBezTo>
                      <a:pt x="241350" y="136336"/>
                      <a:pt x="244063" y="139344"/>
                      <a:pt x="245799" y="142940"/>
                    </a:cubicBezTo>
                    <a:cubicBezTo>
                      <a:pt x="247535" y="146537"/>
                      <a:pt x="248404" y="150754"/>
                      <a:pt x="248404" y="155591"/>
                    </a:cubicBezTo>
                    <a:cubicBezTo>
                      <a:pt x="248404" y="162908"/>
                      <a:pt x="246264" y="169032"/>
                      <a:pt x="241985" y="173962"/>
                    </a:cubicBezTo>
                    <a:cubicBezTo>
                      <a:pt x="237707" y="178892"/>
                      <a:pt x="231567" y="182969"/>
                      <a:pt x="223568" y="186193"/>
                    </a:cubicBezTo>
                    <a:lnTo>
                      <a:pt x="223568" y="187310"/>
                    </a:lnTo>
                    <a:cubicBezTo>
                      <a:pt x="232374" y="190100"/>
                      <a:pt x="238962" y="194022"/>
                      <a:pt x="243334" y="199076"/>
                    </a:cubicBezTo>
                    <a:cubicBezTo>
                      <a:pt x="247706" y="204130"/>
                      <a:pt x="249892" y="210254"/>
                      <a:pt x="249892" y="217447"/>
                    </a:cubicBezTo>
                    <a:cubicBezTo>
                      <a:pt x="249892" y="229788"/>
                      <a:pt x="245582" y="238903"/>
                      <a:pt x="236962" y="244795"/>
                    </a:cubicBezTo>
                    <a:cubicBezTo>
                      <a:pt x="228343" y="250686"/>
                      <a:pt x="215909" y="253631"/>
                      <a:pt x="199662" y="253631"/>
                    </a:cubicBezTo>
                    <a:lnTo>
                      <a:pt x="146921" y="253631"/>
                    </a:lnTo>
                    <a:lnTo>
                      <a:pt x="146921" y="247678"/>
                    </a:lnTo>
                    <a:cubicBezTo>
                      <a:pt x="149898" y="246748"/>
                      <a:pt x="152192" y="245988"/>
                      <a:pt x="153805" y="245399"/>
                    </a:cubicBezTo>
                    <a:cubicBezTo>
                      <a:pt x="155417" y="244810"/>
                      <a:pt x="156595" y="243973"/>
                      <a:pt x="157339" y="242888"/>
                    </a:cubicBezTo>
                    <a:cubicBezTo>
                      <a:pt x="158084" y="241803"/>
                      <a:pt x="158502" y="240283"/>
                      <a:pt x="158595" y="238330"/>
                    </a:cubicBezTo>
                    <a:cubicBezTo>
                      <a:pt x="158688" y="236376"/>
                      <a:pt x="158735" y="233570"/>
                      <a:pt x="158735" y="229912"/>
                    </a:cubicBezTo>
                    <a:lnTo>
                      <a:pt x="158735" y="150382"/>
                    </a:lnTo>
                    <a:cubicBezTo>
                      <a:pt x="158735" y="146599"/>
                      <a:pt x="158657" y="143731"/>
                      <a:pt x="158502" y="141778"/>
                    </a:cubicBezTo>
                    <a:cubicBezTo>
                      <a:pt x="158347" y="139824"/>
                      <a:pt x="157898" y="138336"/>
                      <a:pt x="157153" y="137313"/>
                    </a:cubicBezTo>
                    <a:cubicBezTo>
                      <a:pt x="156409" y="136290"/>
                      <a:pt x="155246" y="135514"/>
                      <a:pt x="153665" y="134987"/>
                    </a:cubicBezTo>
                    <a:cubicBezTo>
                      <a:pt x="152084" y="134460"/>
                      <a:pt x="149836" y="133732"/>
                      <a:pt x="146921" y="132801"/>
                    </a:cubicBezTo>
                    <a:close/>
                    <a:moveTo>
                      <a:pt x="857137" y="122929"/>
                    </a:moveTo>
                    <a:cubicBezTo>
                      <a:pt x="858338" y="122929"/>
                      <a:pt x="859580" y="124129"/>
                      <a:pt x="860866" y="126530"/>
                    </a:cubicBezTo>
                    <a:cubicBezTo>
                      <a:pt x="862152" y="128930"/>
                      <a:pt x="862795" y="131845"/>
                      <a:pt x="862795" y="135274"/>
                    </a:cubicBezTo>
                    <a:cubicBezTo>
                      <a:pt x="862795" y="144703"/>
                      <a:pt x="858295" y="155890"/>
                      <a:pt x="849293" y="168835"/>
                    </a:cubicBezTo>
                    <a:cubicBezTo>
                      <a:pt x="840292" y="181779"/>
                      <a:pt x="834120" y="188252"/>
                      <a:pt x="830777" y="188252"/>
                    </a:cubicBezTo>
                    <a:cubicBezTo>
                      <a:pt x="827434" y="188252"/>
                      <a:pt x="825762" y="184651"/>
                      <a:pt x="825762" y="177450"/>
                    </a:cubicBezTo>
                    <a:cubicBezTo>
                      <a:pt x="825762" y="173850"/>
                      <a:pt x="826662" y="170292"/>
                      <a:pt x="828462" y="166778"/>
                    </a:cubicBezTo>
                    <a:cubicBezTo>
                      <a:pt x="830263" y="163263"/>
                      <a:pt x="833477" y="158677"/>
                      <a:pt x="838106" y="153019"/>
                    </a:cubicBezTo>
                    <a:cubicBezTo>
                      <a:pt x="845136" y="144446"/>
                      <a:pt x="850451" y="135531"/>
                      <a:pt x="854051" y="126272"/>
                    </a:cubicBezTo>
                    <a:cubicBezTo>
                      <a:pt x="854908" y="124044"/>
                      <a:pt x="855937" y="122929"/>
                      <a:pt x="857137" y="122929"/>
                    </a:cubicBezTo>
                    <a:close/>
                    <a:moveTo>
                      <a:pt x="1899982" y="122672"/>
                    </a:moveTo>
                    <a:cubicBezTo>
                      <a:pt x="1901696" y="122672"/>
                      <a:pt x="1904354" y="123872"/>
                      <a:pt x="1907954" y="126272"/>
                    </a:cubicBezTo>
                    <a:cubicBezTo>
                      <a:pt x="1911555" y="128673"/>
                      <a:pt x="1913355" y="130816"/>
                      <a:pt x="1913355" y="132702"/>
                    </a:cubicBezTo>
                    <a:cubicBezTo>
                      <a:pt x="1913355" y="134588"/>
                      <a:pt x="1912841" y="136131"/>
                      <a:pt x="1911812" y="137331"/>
                    </a:cubicBezTo>
                    <a:cubicBezTo>
                      <a:pt x="1910783" y="138531"/>
                      <a:pt x="1909154" y="141617"/>
                      <a:pt x="1906926" y="146589"/>
                    </a:cubicBezTo>
                    <a:lnTo>
                      <a:pt x="1927242" y="142989"/>
                    </a:lnTo>
                    <a:cubicBezTo>
                      <a:pt x="1927757" y="140246"/>
                      <a:pt x="1927886" y="138231"/>
                      <a:pt x="1927628" y="136945"/>
                    </a:cubicBezTo>
                    <a:cubicBezTo>
                      <a:pt x="1927371" y="135659"/>
                      <a:pt x="1927242" y="134674"/>
                      <a:pt x="1927242" y="133988"/>
                    </a:cubicBezTo>
                    <a:cubicBezTo>
                      <a:pt x="1927242" y="131930"/>
                      <a:pt x="1928100" y="130902"/>
                      <a:pt x="1929814" y="130902"/>
                    </a:cubicBezTo>
                    <a:cubicBezTo>
                      <a:pt x="1931529" y="130902"/>
                      <a:pt x="1934444" y="131973"/>
                      <a:pt x="1938558" y="134116"/>
                    </a:cubicBezTo>
                    <a:cubicBezTo>
                      <a:pt x="1942673" y="136259"/>
                      <a:pt x="1944730" y="138103"/>
                      <a:pt x="1944730" y="139646"/>
                    </a:cubicBezTo>
                    <a:cubicBezTo>
                      <a:pt x="1944730" y="141189"/>
                      <a:pt x="1943959" y="143246"/>
                      <a:pt x="1942416" y="145818"/>
                    </a:cubicBezTo>
                    <a:cubicBezTo>
                      <a:pt x="1940873" y="148390"/>
                      <a:pt x="1938944" y="153147"/>
                      <a:pt x="1936629" y="160091"/>
                    </a:cubicBezTo>
                    <a:cubicBezTo>
                      <a:pt x="1934315" y="167035"/>
                      <a:pt x="1929643" y="175907"/>
                      <a:pt x="1922613" y="186709"/>
                    </a:cubicBezTo>
                    <a:cubicBezTo>
                      <a:pt x="1929814" y="190823"/>
                      <a:pt x="1934786" y="194552"/>
                      <a:pt x="1937530" y="197896"/>
                    </a:cubicBezTo>
                    <a:cubicBezTo>
                      <a:pt x="1940273" y="201239"/>
                      <a:pt x="1941644" y="204797"/>
                      <a:pt x="1941644" y="208568"/>
                    </a:cubicBezTo>
                    <a:cubicBezTo>
                      <a:pt x="1941644" y="212512"/>
                      <a:pt x="1940744" y="214483"/>
                      <a:pt x="1938944" y="214483"/>
                    </a:cubicBezTo>
                    <a:cubicBezTo>
                      <a:pt x="1937144" y="214483"/>
                      <a:pt x="1935386" y="213541"/>
                      <a:pt x="1933672" y="211655"/>
                    </a:cubicBezTo>
                    <a:cubicBezTo>
                      <a:pt x="1926642" y="204454"/>
                      <a:pt x="1920985" y="198882"/>
                      <a:pt x="1916698" y="194938"/>
                    </a:cubicBezTo>
                    <a:cubicBezTo>
                      <a:pt x="1909326" y="203168"/>
                      <a:pt x="1899811" y="209683"/>
                      <a:pt x="1888152" y="214483"/>
                    </a:cubicBezTo>
                    <a:cubicBezTo>
                      <a:pt x="1876493" y="219284"/>
                      <a:pt x="1866121" y="221684"/>
                      <a:pt x="1857034" y="221684"/>
                    </a:cubicBezTo>
                    <a:cubicBezTo>
                      <a:pt x="1854805" y="221684"/>
                      <a:pt x="1853690" y="221127"/>
                      <a:pt x="1853690" y="220013"/>
                    </a:cubicBezTo>
                    <a:cubicBezTo>
                      <a:pt x="1853690" y="218898"/>
                      <a:pt x="1854719" y="218084"/>
                      <a:pt x="1856777" y="217570"/>
                    </a:cubicBezTo>
                    <a:cubicBezTo>
                      <a:pt x="1881294" y="209340"/>
                      <a:pt x="1898610" y="199653"/>
                      <a:pt x="1908726" y="188509"/>
                    </a:cubicBezTo>
                    <a:cubicBezTo>
                      <a:pt x="1901182" y="183365"/>
                      <a:pt x="1895524" y="180022"/>
                      <a:pt x="1891752" y="178479"/>
                    </a:cubicBezTo>
                    <a:cubicBezTo>
                      <a:pt x="1887980" y="176936"/>
                      <a:pt x="1886094" y="175221"/>
                      <a:pt x="1886094" y="173336"/>
                    </a:cubicBezTo>
                    <a:cubicBezTo>
                      <a:pt x="1886094" y="172478"/>
                      <a:pt x="1886780" y="170592"/>
                      <a:pt x="1888152" y="167678"/>
                    </a:cubicBezTo>
                    <a:cubicBezTo>
                      <a:pt x="1889524" y="164763"/>
                      <a:pt x="1890809" y="161163"/>
                      <a:pt x="1892010" y="156876"/>
                    </a:cubicBezTo>
                    <a:cubicBezTo>
                      <a:pt x="1879665" y="159962"/>
                      <a:pt x="1867921" y="163391"/>
                      <a:pt x="1856777" y="167163"/>
                    </a:cubicBezTo>
                    <a:cubicBezTo>
                      <a:pt x="1851976" y="168706"/>
                      <a:pt x="1848290" y="169478"/>
                      <a:pt x="1845718" y="169478"/>
                    </a:cubicBezTo>
                    <a:cubicBezTo>
                      <a:pt x="1843146" y="169478"/>
                      <a:pt x="1840360" y="168021"/>
                      <a:pt x="1837360" y="165106"/>
                    </a:cubicBezTo>
                    <a:cubicBezTo>
                      <a:pt x="1834360" y="162191"/>
                      <a:pt x="1832859" y="159877"/>
                      <a:pt x="1832859" y="158162"/>
                    </a:cubicBezTo>
                    <a:cubicBezTo>
                      <a:pt x="1832859" y="156448"/>
                      <a:pt x="1834488" y="155590"/>
                      <a:pt x="1837746" y="155590"/>
                    </a:cubicBezTo>
                    <a:lnTo>
                      <a:pt x="1845204" y="155848"/>
                    </a:lnTo>
                    <a:cubicBezTo>
                      <a:pt x="1852405" y="155848"/>
                      <a:pt x="1868692" y="153533"/>
                      <a:pt x="1894067" y="148904"/>
                    </a:cubicBezTo>
                    <a:cubicBezTo>
                      <a:pt x="1896296" y="141703"/>
                      <a:pt x="1897410" y="134416"/>
                      <a:pt x="1897410" y="127044"/>
                    </a:cubicBezTo>
                    <a:cubicBezTo>
                      <a:pt x="1897410" y="124129"/>
                      <a:pt x="1898268" y="122672"/>
                      <a:pt x="1899982" y="122672"/>
                    </a:cubicBezTo>
                    <a:close/>
                    <a:moveTo>
                      <a:pt x="1398234" y="96183"/>
                    </a:moveTo>
                    <a:cubicBezTo>
                      <a:pt x="1388290" y="97897"/>
                      <a:pt x="1377574" y="98755"/>
                      <a:pt x="1366087" y="98755"/>
                    </a:cubicBezTo>
                    <a:cubicBezTo>
                      <a:pt x="1368830" y="104070"/>
                      <a:pt x="1371916" y="112128"/>
                      <a:pt x="1375345" y="122929"/>
                    </a:cubicBezTo>
                    <a:cubicBezTo>
                      <a:pt x="1390947" y="120529"/>
                      <a:pt x="1400377" y="119243"/>
                      <a:pt x="1403634" y="119072"/>
                    </a:cubicBezTo>
                    <a:cubicBezTo>
                      <a:pt x="1401062" y="113414"/>
                      <a:pt x="1399262" y="105784"/>
                      <a:pt x="1398234" y="96183"/>
                    </a:cubicBezTo>
                    <a:close/>
                    <a:moveTo>
                      <a:pt x="1922613" y="94126"/>
                    </a:moveTo>
                    <a:cubicBezTo>
                      <a:pt x="1927757" y="94126"/>
                      <a:pt x="1933158" y="95454"/>
                      <a:pt x="1938816" y="98112"/>
                    </a:cubicBezTo>
                    <a:cubicBezTo>
                      <a:pt x="1944473" y="100769"/>
                      <a:pt x="1947302" y="104927"/>
                      <a:pt x="1947302" y="110585"/>
                    </a:cubicBezTo>
                    <a:cubicBezTo>
                      <a:pt x="1947302" y="113842"/>
                      <a:pt x="1946102" y="115471"/>
                      <a:pt x="1943702" y="115471"/>
                    </a:cubicBezTo>
                    <a:cubicBezTo>
                      <a:pt x="1941644" y="115471"/>
                      <a:pt x="1937144" y="112385"/>
                      <a:pt x="1930200" y="106213"/>
                    </a:cubicBezTo>
                    <a:cubicBezTo>
                      <a:pt x="1923256" y="100041"/>
                      <a:pt x="1919784" y="96483"/>
                      <a:pt x="1919784" y="95540"/>
                    </a:cubicBezTo>
                    <a:cubicBezTo>
                      <a:pt x="1919784" y="94597"/>
                      <a:pt x="1920727" y="94126"/>
                      <a:pt x="1922613" y="94126"/>
                    </a:cubicBezTo>
                    <a:close/>
                    <a:moveTo>
                      <a:pt x="1124214" y="91297"/>
                    </a:moveTo>
                    <a:cubicBezTo>
                      <a:pt x="1126528" y="91297"/>
                      <a:pt x="1129786" y="92754"/>
                      <a:pt x="1133986" y="95669"/>
                    </a:cubicBezTo>
                    <a:cubicBezTo>
                      <a:pt x="1138187" y="98583"/>
                      <a:pt x="1140287" y="101112"/>
                      <a:pt x="1140287" y="103255"/>
                    </a:cubicBezTo>
                    <a:cubicBezTo>
                      <a:pt x="1140287" y="105398"/>
                      <a:pt x="1139087" y="107927"/>
                      <a:pt x="1136687" y="110842"/>
                    </a:cubicBezTo>
                    <a:cubicBezTo>
                      <a:pt x="1133258" y="114271"/>
                      <a:pt x="1124942" y="124901"/>
                      <a:pt x="1111740" y="142732"/>
                    </a:cubicBezTo>
                    <a:cubicBezTo>
                      <a:pt x="1119627" y="143075"/>
                      <a:pt x="1128714" y="144275"/>
                      <a:pt x="1139001" y="146332"/>
                    </a:cubicBezTo>
                    <a:cubicBezTo>
                      <a:pt x="1142944" y="140160"/>
                      <a:pt x="1145988" y="134288"/>
                      <a:pt x="1148131" y="128716"/>
                    </a:cubicBezTo>
                    <a:cubicBezTo>
                      <a:pt x="1150274" y="123144"/>
                      <a:pt x="1151346" y="118986"/>
                      <a:pt x="1151346" y="116243"/>
                    </a:cubicBezTo>
                    <a:cubicBezTo>
                      <a:pt x="1151346" y="113499"/>
                      <a:pt x="1152460" y="112128"/>
                      <a:pt x="1154689" y="112128"/>
                    </a:cubicBezTo>
                    <a:cubicBezTo>
                      <a:pt x="1156918" y="112128"/>
                      <a:pt x="1159661" y="113671"/>
                      <a:pt x="1162918" y="116757"/>
                    </a:cubicBezTo>
                    <a:cubicBezTo>
                      <a:pt x="1166176" y="119843"/>
                      <a:pt x="1167805" y="122243"/>
                      <a:pt x="1167805" y="123958"/>
                    </a:cubicBezTo>
                    <a:cubicBezTo>
                      <a:pt x="1167805" y="125672"/>
                      <a:pt x="1166948" y="127473"/>
                      <a:pt x="1165233" y="129359"/>
                    </a:cubicBezTo>
                    <a:lnTo>
                      <a:pt x="1109940" y="198539"/>
                    </a:lnTo>
                    <a:cubicBezTo>
                      <a:pt x="1120913" y="196310"/>
                      <a:pt x="1132743" y="194252"/>
                      <a:pt x="1145430" y="192366"/>
                    </a:cubicBezTo>
                    <a:cubicBezTo>
                      <a:pt x="1141659" y="185166"/>
                      <a:pt x="1139773" y="180451"/>
                      <a:pt x="1139773" y="178222"/>
                    </a:cubicBezTo>
                    <a:cubicBezTo>
                      <a:pt x="1139773" y="176679"/>
                      <a:pt x="1140630" y="175907"/>
                      <a:pt x="1142344" y="175907"/>
                    </a:cubicBezTo>
                    <a:cubicBezTo>
                      <a:pt x="1144059" y="175907"/>
                      <a:pt x="1146845" y="176936"/>
                      <a:pt x="1150702" y="178993"/>
                    </a:cubicBezTo>
                    <a:cubicBezTo>
                      <a:pt x="1154560" y="181051"/>
                      <a:pt x="1157818" y="184137"/>
                      <a:pt x="1160475" y="188252"/>
                    </a:cubicBezTo>
                    <a:cubicBezTo>
                      <a:pt x="1163133" y="192366"/>
                      <a:pt x="1164462" y="195967"/>
                      <a:pt x="1164462" y="199053"/>
                    </a:cubicBezTo>
                    <a:cubicBezTo>
                      <a:pt x="1164462" y="202139"/>
                      <a:pt x="1163776" y="204711"/>
                      <a:pt x="1162404" y="206768"/>
                    </a:cubicBezTo>
                    <a:cubicBezTo>
                      <a:pt x="1161032" y="208826"/>
                      <a:pt x="1159661" y="209854"/>
                      <a:pt x="1158289" y="209854"/>
                    </a:cubicBezTo>
                    <a:cubicBezTo>
                      <a:pt x="1156918" y="209854"/>
                      <a:pt x="1155632" y="209126"/>
                      <a:pt x="1154432" y="207668"/>
                    </a:cubicBezTo>
                    <a:cubicBezTo>
                      <a:pt x="1153231" y="206211"/>
                      <a:pt x="1151003" y="202482"/>
                      <a:pt x="1147745" y="196481"/>
                    </a:cubicBezTo>
                    <a:cubicBezTo>
                      <a:pt x="1124428" y="204539"/>
                      <a:pt x="1108226" y="211312"/>
                      <a:pt x="1099139" y="216798"/>
                    </a:cubicBezTo>
                    <a:cubicBezTo>
                      <a:pt x="1097082" y="217998"/>
                      <a:pt x="1095196" y="218598"/>
                      <a:pt x="1093481" y="218598"/>
                    </a:cubicBezTo>
                    <a:cubicBezTo>
                      <a:pt x="1091767" y="218598"/>
                      <a:pt x="1090181" y="216669"/>
                      <a:pt x="1088723" y="212812"/>
                    </a:cubicBezTo>
                    <a:cubicBezTo>
                      <a:pt x="1087266" y="208954"/>
                      <a:pt x="1086537" y="205825"/>
                      <a:pt x="1086537" y="203425"/>
                    </a:cubicBezTo>
                    <a:cubicBezTo>
                      <a:pt x="1086537" y="201025"/>
                      <a:pt x="1087823" y="199310"/>
                      <a:pt x="1090395" y="198281"/>
                    </a:cubicBezTo>
                    <a:cubicBezTo>
                      <a:pt x="1097082" y="195367"/>
                      <a:pt x="1103254" y="191123"/>
                      <a:pt x="1108912" y="185551"/>
                    </a:cubicBezTo>
                    <a:cubicBezTo>
                      <a:pt x="1114570" y="179979"/>
                      <a:pt x="1123228" y="168878"/>
                      <a:pt x="1134886" y="152247"/>
                    </a:cubicBezTo>
                    <a:cubicBezTo>
                      <a:pt x="1117741" y="151733"/>
                      <a:pt x="1105311" y="152504"/>
                      <a:pt x="1097596" y="154562"/>
                    </a:cubicBezTo>
                    <a:cubicBezTo>
                      <a:pt x="1096567" y="154733"/>
                      <a:pt x="1095710" y="154819"/>
                      <a:pt x="1095024" y="154819"/>
                    </a:cubicBezTo>
                    <a:cubicBezTo>
                      <a:pt x="1092452" y="154819"/>
                      <a:pt x="1091166" y="151904"/>
                      <a:pt x="1091166" y="146075"/>
                    </a:cubicBezTo>
                    <a:cubicBezTo>
                      <a:pt x="1091166" y="144018"/>
                      <a:pt x="1091767" y="142046"/>
                      <a:pt x="1092967" y="140160"/>
                    </a:cubicBezTo>
                    <a:cubicBezTo>
                      <a:pt x="1094167" y="138274"/>
                      <a:pt x="1095453" y="137074"/>
                      <a:pt x="1096824" y="136559"/>
                    </a:cubicBezTo>
                    <a:cubicBezTo>
                      <a:pt x="1103682" y="134331"/>
                      <a:pt x="1109512" y="129444"/>
                      <a:pt x="1114312" y="121900"/>
                    </a:cubicBezTo>
                    <a:cubicBezTo>
                      <a:pt x="1119113" y="114357"/>
                      <a:pt x="1121513" y="107413"/>
                      <a:pt x="1121513" y="101069"/>
                    </a:cubicBezTo>
                    <a:lnTo>
                      <a:pt x="1120742" y="94640"/>
                    </a:lnTo>
                    <a:cubicBezTo>
                      <a:pt x="1120742" y="92411"/>
                      <a:pt x="1121899" y="91297"/>
                      <a:pt x="1124214" y="91297"/>
                    </a:cubicBezTo>
                    <a:close/>
                    <a:moveTo>
                      <a:pt x="1436295" y="90268"/>
                    </a:moveTo>
                    <a:lnTo>
                      <a:pt x="1402863" y="95154"/>
                    </a:lnTo>
                    <a:cubicBezTo>
                      <a:pt x="1407835" y="100641"/>
                      <a:pt x="1410321" y="105141"/>
                      <a:pt x="1410321" y="108656"/>
                    </a:cubicBezTo>
                    <a:cubicBezTo>
                      <a:pt x="1410321" y="112171"/>
                      <a:pt x="1409721" y="115385"/>
                      <a:pt x="1408520" y="118300"/>
                    </a:cubicBezTo>
                    <a:cubicBezTo>
                      <a:pt x="1414864" y="117443"/>
                      <a:pt x="1422836" y="116243"/>
                      <a:pt x="1432438" y="114700"/>
                    </a:cubicBezTo>
                    <a:cubicBezTo>
                      <a:pt x="1435524" y="106470"/>
                      <a:pt x="1437067" y="100641"/>
                      <a:pt x="1437067" y="97212"/>
                    </a:cubicBezTo>
                    <a:cubicBezTo>
                      <a:pt x="1437067" y="93783"/>
                      <a:pt x="1436810" y="91468"/>
                      <a:pt x="1436295" y="90268"/>
                    </a:cubicBezTo>
                    <a:close/>
                    <a:moveTo>
                      <a:pt x="1698100" y="85639"/>
                    </a:moveTo>
                    <a:cubicBezTo>
                      <a:pt x="1692442" y="85639"/>
                      <a:pt x="1676840" y="87268"/>
                      <a:pt x="1651294" y="90525"/>
                    </a:cubicBezTo>
                    <a:cubicBezTo>
                      <a:pt x="1652494" y="95669"/>
                      <a:pt x="1653522" y="101927"/>
                      <a:pt x="1654380" y="109299"/>
                    </a:cubicBezTo>
                    <a:cubicBezTo>
                      <a:pt x="1679754" y="105698"/>
                      <a:pt x="1693685" y="103598"/>
                      <a:pt x="1696171" y="102998"/>
                    </a:cubicBezTo>
                    <a:cubicBezTo>
                      <a:pt x="1698657" y="102398"/>
                      <a:pt x="1700243" y="100341"/>
                      <a:pt x="1700928" y="96826"/>
                    </a:cubicBezTo>
                    <a:cubicBezTo>
                      <a:pt x="1701614" y="93311"/>
                      <a:pt x="1701957" y="90568"/>
                      <a:pt x="1701957" y="88596"/>
                    </a:cubicBezTo>
                    <a:cubicBezTo>
                      <a:pt x="1701957" y="86625"/>
                      <a:pt x="1700671" y="85639"/>
                      <a:pt x="1698100" y="85639"/>
                    </a:cubicBezTo>
                    <a:close/>
                    <a:moveTo>
                      <a:pt x="1478986" y="85639"/>
                    </a:moveTo>
                    <a:cubicBezTo>
                      <a:pt x="1473500" y="85639"/>
                      <a:pt x="1461070" y="86925"/>
                      <a:pt x="1441696" y="89496"/>
                    </a:cubicBezTo>
                    <a:cubicBezTo>
                      <a:pt x="1447697" y="91725"/>
                      <a:pt x="1450697" y="93483"/>
                      <a:pt x="1450697" y="94769"/>
                    </a:cubicBezTo>
                    <a:cubicBezTo>
                      <a:pt x="1450697" y="96054"/>
                      <a:pt x="1450011" y="97383"/>
                      <a:pt x="1448640" y="98755"/>
                    </a:cubicBezTo>
                    <a:cubicBezTo>
                      <a:pt x="1445211" y="103041"/>
                      <a:pt x="1442210" y="108013"/>
                      <a:pt x="1439639" y="113671"/>
                    </a:cubicBezTo>
                    <a:cubicBezTo>
                      <a:pt x="1451983" y="111956"/>
                      <a:pt x="1459355" y="111099"/>
                      <a:pt x="1461756" y="111099"/>
                    </a:cubicBezTo>
                    <a:lnTo>
                      <a:pt x="1469471" y="111613"/>
                    </a:lnTo>
                    <a:cubicBezTo>
                      <a:pt x="1471871" y="111613"/>
                      <a:pt x="1473586" y="111356"/>
                      <a:pt x="1474614" y="110842"/>
                    </a:cubicBezTo>
                    <a:cubicBezTo>
                      <a:pt x="1475643" y="110328"/>
                      <a:pt x="1477486" y="106856"/>
                      <a:pt x="1480144" y="100426"/>
                    </a:cubicBezTo>
                    <a:cubicBezTo>
                      <a:pt x="1482801" y="93997"/>
                      <a:pt x="1484130" y="89925"/>
                      <a:pt x="1484130" y="88211"/>
                    </a:cubicBezTo>
                    <a:cubicBezTo>
                      <a:pt x="1484130" y="86496"/>
                      <a:pt x="1482416" y="85639"/>
                      <a:pt x="1478986" y="85639"/>
                    </a:cubicBezTo>
                    <a:close/>
                    <a:moveTo>
                      <a:pt x="903172" y="85639"/>
                    </a:moveTo>
                    <a:cubicBezTo>
                      <a:pt x="905915" y="85639"/>
                      <a:pt x="910072" y="87096"/>
                      <a:pt x="915645" y="90011"/>
                    </a:cubicBezTo>
                    <a:cubicBezTo>
                      <a:pt x="921217" y="92925"/>
                      <a:pt x="924003" y="96269"/>
                      <a:pt x="924003" y="100041"/>
                    </a:cubicBezTo>
                    <a:cubicBezTo>
                      <a:pt x="924003" y="101755"/>
                      <a:pt x="923317" y="104284"/>
                      <a:pt x="921945" y="107627"/>
                    </a:cubicBezTo>
                    <a:cubicBezTo>
                      <a:pt x="920574" y="110971"/>
                      <a:pt x="919888" y="119200"/>
                      <a:pt x="919888" y="132316"/>
                    </a:cubicBezTo>
                    <a:cubicBezTo>
                      <a:pt x="919888" y="145432"/>
                      <a:pt x="920231" y="157048"/>
                      <a:pt x="920917" y="167163"/>
                    </a:cubicBezTo>
                    <a:cubicBezTo>
                      <a:pt x="921602" y="177279"/>
                      <a:pt x="921945" y="182765"/>
                      <a:pt x="921945" y="183622"/>
                    </a:cubicBezTo>
                    <a:cubicBezTo>
                      <a:pt x="921945" y="195453"/>
                      <a:pt x="919588" y="205868"/>
                      <a:pt x="914873" y="214869"/>
                    </a:cubicBezTo>
                    <a:cubicBezTo>
                      <a:pt x="910158" y="223870"/>
                      <a:pt x="906000" y="228371"/>
                      <a:pt x="902400" y="228371"/>
                    </a:cubicBezTo>
                    <a:cubicBezTo>
                      <a:pt x="899828" y="228371"/>
                      <a:pt x="897557" y="226314"/>
                      <a:pt x="895585" y="222199"/>
                    </a:cubicBezTo>
                    <a:cubicBezTo>
                      <a:pt x="893613" y="218084"/>
                      <a:pt x="891084" y="213712"/>
                      <a:pt x="887998" y="209083"/>
                    </a:cubicBezTo>
                    <a:cubicBezTo>
                      <a:pt x="884912" y="204454"/>
                      <a:pt x="882169" y="200853"/>
                      <a:pt x="879769" y="198281"/>
                    </a:cubicBezTo>
                    <a:cubicBezTo>
                      <a:pt x="877368" y="195710"/>
                      <a:pt x="876168" y="193867"/>
                      <a:pt x="876168" y="192752"/>
                    </a:cubicBezTo>
                    <a:cubicBezTo>
                      <a:pt x="876168" y="191638"/>
                      <a:pt x="876854" y="191081"/>
                      <a:pt x="878226" y="191081"/>
                    </a:cubicBezTo>
                    <a:cubicBezTo>
                      <a:pt x="879597" y="191081"/>
                      <a:pt x="882426" y="192024"/>
                      <a:pt x="886712" y="193909"/>
                    </a:cubicBezTo>
                    <a:cubicBezTo>
                      <a:pt x="890999" y="195795"/>
                      <a:pt x="894556" y="196738"/>
                      <a:pt x="897385" y="196738"/>
                    </a:cubicBezTo>
                    <a:cubicBezTo>
                      <a:pt x="900214" y="196738"/>
                      <a:pt x="902186" y="195152"/>
                      <a:pt x="903300" y="191981"/>
                    </a:cubicBezTo>
                    <a:cubicBezTo>
                      <a:pt x="904415" y="188809"/>
                      <a:pt x="905272" y="180751"/>
                      <a:pt x="905872" y="167806"/>
                    </a:cubicBezTo>
                    <a:cubicBezTo>
                      <a:pt x="906472" y="154862"/>
                      <a:pt x="906772" y="142346"/>
                      <a:pt x="906772" y="130259"/>
                    </a:cubicBezTo>
                    <a:cubicBezTo>
                      <a:pt x="906772" y="118171"/>
                      <a:pt x="906000" y="109085"/>
                      <a:pt x="904457" y="102998"/>
                    </a:cubicBezTo>
                    <a:cubicBezTo>
                      <a:pt x="902914" y="96912"/>
                      <a:pt x="901629" y="93140"/>
                      <a:pt x="900600" y="91682"/>
                    </a:cubicBezTo>
                    <a:cubicBezTo>
                      <a:pt x="899571" y="90225"/>
                      <a:pt x="899057" y="88854"/>
                      <a:pt x="899057" y="87568"/>
                    </a:cubicBezTo>
                    <a:cubicBezTo>
                      <a:pt x="899057" y="86282"/>
                      <a:pt x="900428" y="85639"/>
                      <a:pt x="903172" y="85639"/>
                    </a:cubicBezTo>
                    <a:close/>
                    <a:moveTo>
                      <a:pt x="1198408" y="85382"/>
                    </a:moveTo>
                    <a:cubicBezTo>
                      <a:pt x="1200809" y="85382"/>
                      <a:pt x="1204024" y="86668"/>
                      <a:pt x="1208053" y="89239"/>
                    </a:cubicBezTo>
                    <a:cubicBezTo>
                      <a:pt x="1212082" y="91811"/>
                      <a:pt x="1214096" y="94040"/>
                      <a:pt x="1214096" y="95926"/>
                    </a:cubicBezTo>
                    <a:cubicBezTo>
                      <a:pt x="1214096" y="97812"/>
                      <a:pt x="1213325" y="99612"/>
                      <a:pt x="1211782" y="101326"/>
                    </a:cubicBezTo>
                    <a:cubicBezTo>
                      <a:pt x="1209553" y="104070"/>
                      <a:pt x="1201838" y="116586"/>
                      <a:pt x="1188636" y="138874"/>
                    </a:cubicBezTo>
                    <a:cubicBezTo>
                      <a:pt x="1199266" y="139217"/>
                      <a:pt x="1208696" y="139988"/>
                      <a:pt x="1216925" y="141189"/>
                    </a:cubicBezTo>
                    <a:cubicBezTo>
                      <a:pt x="1219154" y="137931"/>
                      <a:pt x="1222112" y="132659"/>
                      <a:pt x="1225798" y="125372"/>
                    </a:cubicBezTo>
                    <a:cubicBezTo>
                      <a:pt x="1229484" y="118086"/>
                      <a:pt x="1231327" y="112428"/>
                      <a:pt x="1231327" y="108399"/>
                    </a:cubicBezTo>
                    <a:cubicBezTo>
                      <a:pt x="1231327" y="104370"/>
                      <a:pt x="1232527" y="102355"/>
                      <a:pt x="1234927" y="102355"/>
                    </a:cubicBezTo>
                    <a:cubicBezTo>
                      <a:pt x="1237328" y="102355"/>
                      <a:pt x="1240285" y="104070"/>
                      <a:pt x="1243800" y="107499"/>
                    </a:cubicBezTo>
                    <a:cubicBezTo>
                      <a:pt x="1247315" y="110928"/>
                      <a:pt x="1249072" y="113842"/>
                      <a:pt x="1249072" y="116243"/>
                    </a:cubicBezTo>
                    <a:cubicBezTo>
                      <a:pt x="1249072" y="118643"/>
                      <a:pt x="1247700" y="120786"/>
                      <a:pt x="1244957" y="122672"/>
                    </a:cubicBezTo>
                    <a:cubicBezTo>
                      <a:pt x="1242557" y="124215"/>
                      <a:pt x="1224212" y="147189"/>
                      <a:pt x="1189922" y="191595"/>
                    </a:cubicBezTo>
                    <a:cubicBezTo>
                      <a:pt x="1211353" y="188680"/>
                      <a:pt x="1225926" y="187480"/>
                      <a:pt x="1233642" y="187994"/>
                    </a:cubicBezTo>
                    <a:cubicBezTo>
                      <a:pt x="1229870" y="179422"/>
                      <a:pt x="1227984" y="173893"/>
                      <a:pt x="1227984" y="171407"/>
                    </a:cubicBezTo>
                    <a:cubicBezTo>
                      <a:pt x="1227984" y="168921"/>
                      <a:pt x="1228669" y="167678"/>
                      <a:pt x="1230041" y="167678"/>
                    </a:cubicBezTo>
                    <a:cubicBezTo>
                      <a:pt x="1233127" y="167678"/>
                      <a:pt x="1238742" y="171450"/>
                      <a:pt x="1246886" y="178993"/>
                    </a:cubicBezTo>
                    <a:cubicBezTo>
                      <a:pt x="1255030" y="186537"/>
                      <a:pt x="1259102" y="194767"/>
                      <a:pt x="1259102" y="203682"/>
                    </a:cubicBezTo>
                    <a:cubicBezTo>
                      <a:pt x="1259102" y="207111"/>
                      <a:pt x="1258502" y="210026"/>
                      <a:pt x="1257302" y="212426"/>
                    </a:cubicBezTo>
                    <a:cubicBezTo>
                      <a:pt x="1256102" y="214826"/>
                      <a:pt x="1254516" y="216027"/>
                      <a:pt x="1252544" y="216027"/>
                    </a:cubicBezTo>
                    <a:cubicBezTo>
                      <a:pt x="1250572" y="216027"/>
                      <a:pt x="1248643" y="215212"/>
                      <a:pt x="1246757" y="213583"/>
                    </a:cubicBezTo>
                    <a:cubicBezTo>
                      <a:pt x="1244872" y="211955"/>
                      <a:pt x="1241185" y="204968"/>
                      <a:pt x="1235699" y="192624"/>
                    </a:cubicBezTo>
                    <a:cubicBezTo>
                      <a:pt x="1208781" y="197939"/>
                      <a:pt x="1190350" y="203168"/>
                      <a:pt x="1180406" y="208311"/>
                    </a:cubicBezTo>
                    <a:cubicBezTo>
                      <a:pt x="1178520" y="209340"/>
                      <a:pt x="1176934" y="209854"/>
                      <a:pt x="1175648" y="209854"/>
                    </a:cubicBezTo>
                    <a:cubicBezTo>
                      <a:pt x="1174363" y="209854"/>
                      <a:pt x="1173205" y="208011"/>
                      <a:pt x="1172177" y="204325"/>
                    </a:cubicBezTo>
                    <a:cubicBezTo>
                      <a:pt x="1171148" y="200639"/>
                      <a:pt x="1170634" y="197681"/>
                      <a:pt x="1170634" y="195453"/>
                    </a:cubicBezTo>
                    <a:cubicBezTo>
                      <a:pt x="1170634" y="193224"/>
                      <a:pt x="1172220" y="191252"/>
                      <a:pt x="1175391" y="189538"/>
                    </a:cubicBezTo>
                    <a:cubicBezTo>
                      <a:pt x="1178563" y="187823"/>
                      <a:pt x="1183450" y="183322"/>
                      <a:pt x="1190050" y="176036"/>
                    </a:cubicBezTo>
                    <a:cubicBezTo>
                      <a:pt x="1196651" y="168749"/>
                      <a:pt x="1204409" y="158934"/>
                      <a:pt x="1213325" y="146589"/>
                    </a:cubicBezTo>
                    <a:cubicBezTo>
                      <a:pt x="1194808" y="147104"/>
                      <a:pt x="1182635" y="148561"/>
                      <a:pt x="1176806" y="150961"/>
                    </a:cubicBezTo>
                    <a:cubicBezTo>
                      <a:pt x="1175777" y="151304"/>
                      <a:pt x="1174920" y="151476"/>
                      <a:pt x="1174234" y="151476"/>
                    </a:cubicBezTo>
                    <a:cubicBezTo>
                      <a:pt x="1171834" y="151476"/>
                      <a:pt x="1170634" y="149804"/>
                      <a:pt x="1170634" y="146461"/>
                    </a:cubicBezTo>
                    <a:cubicBezTo>
                      <a:pt x="1170634" y="143117"/>
                      <a:pt x="1171020" y="140803"/>
                      <a:pt x="1171791" y="139517"/>
                    </a:cubicBezTo>
                    <a:cubicBezTo>
                      <a:pt x="1172562" y="138231"/>
                      <a:pt x="1174148" y="136645"/>
                      <a:pt x="1176549" y="134759"/>
                    </a:cubicBezTo>
                    <a:cubicBezTo>
                      <a:pt x="1181178" y="131159"/>
                      <a:pt x="1185507" y="125372"/>
                      <a:pt x="1189536" y="117400"/>
                    </a:cubicBezTo>
                    <a:cubicBezTo>
                      <a:pt x="1193565" y="109428"/>
                      <a:pt x="1195580" y="102527"/>
                      <a:pt x="1195580" y="96697"/>
                    </a:cubicBezTo>
                    <a:lnTo>
                      <a:pt x="1194808" y="88982"/>
                    </a:lnTo>
                    <a:cubicBezTo>
                      <a:pt x="1194808" y="86582"/>
                      <a:pt x="1196008" y="85382"/>
                      <a:pt x="1198408" y="85382"/>
                    </a:cubicBezTo>
                    <a:close/>
                    <a:moveTo>
                      <a:pt x="331729" y="76895"/>
                    </a:moveTo>
                    <a:cubicBezTo>
                      <a:pt x="335672" y="76895"/>
                      <a:pt x="339101" y="78352"/>
                      <a:pt x="342016" y="81267"/>
                    </a:cubicBezTo>
                    <a:cubicBezTo>
                      <a:pt x="344930" y="84181"/>
                      <a:pt x="346388" y="87610"/>
                      <a:pt x="346388" y="91554"/>
                    </a:cubicBezTo>
                    <a:cubicBezTo>
                      <a:pt x="346388" y="95497"/>
                      <a:pt x="344930" y="98883"/>
                      <a:pt x="342016" y="101712"/>
                    </a:cubicBezTo>
                    <a:cubicBezTo>
                      <a:pt x="339101" y="104541"/>
                      <a:pt x="335672" y="105956"/>
                      <a:pt x="331729" y="105956"/>
                    </a:cubicBezTo>
                    <a:cubicBezTo>
                      <a:pt x="327785" y="105956"/>
                      <a:pt x="324356" y="104541"/>
                      <a:pt x="321442" y="101712"/>
                    </a:cubicBezTo>
                    <a:cubicBezTo>
                      <a:pt x="318527" y="98883"/>
                      <a:pt x="317070" y="95497"/>
                      <a:pt x="317070" y="91554"/>
                    </a:cubicBezTo>
                    <a:cubicBezTo>
                      <a:pt x="317070" y="87610"/>
                      <a:pt x="318527" y="84181"/>
                      <a:pt x="321442" y="81267"/>
                    </a:cubicBezTo>
                    <a:cubicBezTo>
                      <a:pt x="324356" y="78352"/>
                      <a:pt x="327785" y="76895"/>
                      <a:pt x="331729" y="76895"/>
                    </a:cubicBezTo>
                    <a:close/>
                    <a:moveTo>
                      <a:pt x="1483616" y="76381"/>
                    </a:moveTo>
                    <a:cubicBezTo>
                      <a:pt x="1488073" y="76381"/>
                      <a:pt x="1493817" y="78224"/>
                      <a:pt x="1500846" y="81910"/>
                    </a:cubicBezTo>
                    <a:cubicBezTo>
                      <a:pt x="1507876" y="85596"/>
                      <a:pt x="1511390" y="88125"/>
                      <a:pt x="1511390" y="89496"/>
                    </a:cubicBezTo>
                    <a:cubicBezTo>
                      <a:pt x="1511390" y="90868"/>
                      <a:pt x="1509676" y="92583"/>
                      <a:pt x="1506247" y="94640"/>
                    </a:cubicBezTo>
                    <a:cubicBezTo>
                      <a:pt x="1502818" y="96697"/>
                      <a:pt x="1499132" y="100898"/>
                      <a:pt x="1495188" y="107242"/>
                    </a:cubicBezTo>
                    <a:cubicBezTo>
                      <a:pt x="1492960" y="110499"/>
                      <a:pt x="1490045" y="113757"/>
                      <a:pt x="1486444" y="117014"/>
                    </a:cubicBezTo>
                    <a:cubicBezTo>
                      <a:pt x="1482844" y="120272"/>
                      <a:pt x="1479844" y="121900"/>
                      <a:pt x="1477444" y="121900"/>
                    </a:cubicBezTo>
                    <a:cubicBezTo>
                      <a:pt x="1475043" y="121900"/>
                      <a:pt x="1473329" y="121129"/>
                      <a:pt x="1472300" y="119586"/>
                    </a:cubicBezTo>
                    <a:cubicBezTo>
                      <a:pt x="1470928" y="118043"/>
                      <a:pt x="1468785" y="117271"/>
                      <a:pt x="1465870" y="117271"/>
                    </a:cubicBezTo>
                    <a:cubicBezTo>
                      <a:pt x="1462956" y="117271"/>
                      <a:pt x="1460127" y="117529"/>
                      <a:pt x="1457384" y="118043"/>
                    </a:cubicBezTo>
                    <a:cubicBezTo>
                      <a:pt x="1439382" y="121129"/>
                      <a:pt x="1412292" y="124644"/>
                      <a:pt x="1376116" y="128587"/>
                    </a:cubicBezTo>
                    <a:cubicBezTo>
                      <a:pt x="1375945" y="131159"/>
                      <a:pt x="1374873" y="132445"/>
                      <a:pt x="1372902" y="132445"/>
                    </a:cubicBezTo>
                    <a:cubicBezTo>
                      <a:pt x="1370930" y="132445"/>
                      <a:pt x="1368658" y="130044"/>
                      <a:pt x="1366087" y="125244"/>
                    </a:cubicBezTo>
                    <a:cubicBezTo>
                      <a:pt x="1363515" y="119929"/>
                      <a:pt x="1360514" y="114785"/>
                      <a:pt x="1357086" y="109813"/>
                    </a:cubicBezTo>
                    <a:cubicBezTo>
                      <a:pt x="1353656" y="104841"/>
                      <a:pt x="1350828" y="101455"/>
                      <a:pt x="1348599" y="99655"/>
                    </a:cubicBezTo>
                    <a:cubicBezTo>
                      <a:pt x="1346370" y="97855"/>
                      <a:pt x="1345256" y="96354"/>
                      <a:pt x="1345256" y="95154"/>
                    </a:cubicBezTo>
                    <a:cubicBezTo>
                      <a:pt x="1345256" y="93440"/>
                      <a:pt x="1346927" y="92583"/>
                      <a:pt x="1350270" y="92583"/>
                    </a:cubicBezTo>
                    <a:cubicBezTo>
                      <a:pt x="1353614" y="92583"/>
                      <a:pt x="1357600" y="93268"/>
                      <a:pt x="1362229" y="94640"/>
                    </a:cubicBezTo>
                    <a:lnTo>
                      <a:pt x="1432695" y="84096"/>
                    </a:lnTo>
                    <a:cubicBezTo>
                      <a:pt x="1460984" y="80152"/>
                      <a:pt x="1476115" y="77881"/>
                      <a:pt x="1478086" y="77281"/>
                    </a:cubicBezTo>
                    <a:cubicBezTo>
                      <a:pt x="1480058" y="76681"/>
                      <a:pt x="1481901" y="76381"/>
                      <a:pt x="1483616" y="76381"/>
                    </a:cubicBezTo>
                    <a:close/>
                    <a:moveTo>
                      <a:pt x="1706458" y="75352"/>
                    </a:moveTo>
                    <a:cubicBezTo>
                      <a:pt x="1709287" y="75352"/>
                      <a:pt x="1713359" y="76809"/>
                      <a:pt x="1718674" y="79724"/>
                    </a:cubicBezTo>
                    <a:cubicBezTo>
                      <a:pt x="1723988" y="82638"/>
                      <a:pt x="1726646" y="85082"/>
                      <a:pt x="1726646" y="87053"/>
                    </a:cubicBezTo>
                    <a:cubicBezTo>
                      <a:pt x="1726646" y="89025"/>
                      <a:pt x="1725403" y="90654"/>
                      <a:pt x="1722917" y="91940"/>
                    </a:cubicBezTo>
                    <a:cubicBezTo>
                      <a:pt x="1720431" y="93225"/>
                      <a:pt x="1718073" y="94854"/>
                      <a:pt x="1715845" y="96826"/>
                    </a:cubicBezTo>
                    <a:cubicBezTo>
                      <a:pt x="1713616" y="98798"/>
                      <a:pt x="1712287" y="100341"/>
                      <a:pt x="1711858" y="101455"/>
                    </a:cubicBezTo>
                    <a:cubicBezTo>
                      <a:pt x="1711430" y="102570"/>
                      <a:pt x="1711301" y="103598"/>
                      <a:pt x="1711473" y="104541"/>
                    </a:cubicBezTo>
                    <a:cubicBezTo>
                      <a:pt x="1711644" y="105484"/>
                      <a:pt x="1711730" y="106384"/>
                      <a:pt x="1711730" y="107242"/>
                    </a:cubicBezTo>
                    <a:cubicBezTo>
                      <a:pt x="1711730" y="108099"/>
                      <a:pt x="1711258" y="108742"/>
                      <a:pt x="1710316" y="109170"/>
                    </a:cubicBezTo>
                    <a:cubicBezTo>
                      <a:pt x="1709372" y="109599"/>
                      <a:pt x="1705172" y="110113"/>
                      <a:pt x="1697714" y="110713"/>
                    </a:cubicBezTo>
                    <a:cubicBezTo>
                      <a:pt x="1690256" y="111313"/>
                      <a:pt x="1682583" y="112128"/>
                      <a:pt x="1674697" y="113157"/>
                    </a:cubicBezTo>
                    <a:cubicBezTo>
                      <a:pt x="1678468" y="115557"/>
                      <a:pt x="1681298" y="117571"/>
                      <a:pt x="1683183" y="119200"/>
                    </a:cubicBezTo>
                    <a:cubicBezTo>
                      <a:pt x="1685070" y="120829"/>
                      <a:pt x="1686012" y="122372"/>
                      <a:pt x="1686012" y="123829"/>
                    </a:cubicBezTo>
                    <a:cubicBezTo>
                      <a:pt x="1686012" y="125287"/>
                      <a:pt x="1685884" y="126487"/>
                      <a:pt x="1685626" y="127430"/>
                    </a:cubicBezTo>
                    <a:cubicBezTo>
                      <a:pt x="1685370" y="128373"/>
                      <a:pt x="1685241" y="129873"/>
                      <a:pt x="1685241" y="131930"/>
                    </a:cubicBezTo>
                    <a:cubicBezTo>
                      <a:pt x="1699643" y="129530"/>
                      <a:pt x="1708858" y="127601"/>
                      <a:pt x="1712887" y="126144"/>
                    </a:cubicBezTo>
                    <a:cubicBezTo>
                      <a:pt x="1716916" y="124687"/>
                      <a:pt x="1720002" y="123958"/>
                      <a:pt x="1722145" y="123958"/>
                    </a:cubicBezTo>
                    <a:cubicBezTo>
                      <a:pt x="1724289" y="123958"/>
                      <a:pt x="1728489" y="125630"/>
                      <a:pt x="1734747" y="128973"/>
                    </a:cubicBezTo>
                    <a:cubicBezTo>
                      <a:pt x="1741005" y="132316"/>
                      <a:pt x="1744134" y="135531"/>
                      <a:pt x="1744134" y="138617"/>
                    </a:cubicBezTo>
                    <a:cubicBezTo>
                      <a:pt x="1744134" y="139988"/>
                      <a:pt x="1743234" y="142132"/>
                      <a:pt x="1741434" y="145046"/>
                    </a:cubicBezTo>
                    <a:cubicBezTo>
                      <a:pt x="1739633" y="147961"/>
                      <a:pt x="1738733" y="152419"/>
                      <a:pt x="1738733" y="158419"/>
                    </a:cubicBezTo>
                    <a:lnTo>
                      <a:pt x="1739248" y="171021"/>
                    </a:lnTo>
                    <a:cubicBezTo>
                      <a:pt x="1739248" y="177879"/>
                      <a:pt x="1737276" y="184523"/>
                      <a:pt x="1733332" y="190952"/>
                    </a:cubicBezTo>
                    <a:cubicBezTo>
                      <a:pt x="1729389" y="197381"/>
                      <a:pt x="1726046" y="200596"/>
                      <a:pt x="1723303" y="200596"/>
                    </a:cubicBezTo>
                    <a:cubicBezTo>
                      <a:pt x="1721931" y="200596"/>
                      <a:pt x="1720645" y="199653"/>
                      <a:pt x="1719445" y="197767"/>
                    </a:cubicBezTo>
                    <a:cubicBezTo>
                      <a:pt x="1716359" y="192795"/>
                      <a:pt x="1711730" y="186709"/>
                      <a:pt x="1705558" y="179508"/>
                    </a:cubicBezTo>
                    <a:cubicBezTo>
                      <a:pt x="1703843" y="177622"/>
                      <a:pt x="1702986" y="176207"/>
                      <a:pt x="1702986" y="175264"/>
                    </a:cubicBezTo>
                    <a:cubicBezTo>
                      <a:pt x="1702986" y="174321"/>
                      <a:pt x="1703500" y="173850"/>
                      <a:pt x="1704529" y="173850"/>
                    </a:cubicBezTo>
                    <a:cubicBezTo>
                      <a:pt x="1705558" y="173850"/>
                      <a:pt x="1707358" y="174193"/>
                      <a:pt x="1709930" y="174879"/>
                    </a:cubicBezTo>
                    <a:cubicBezTo>
                      <a:pt x="1712501" y="175564"/>
                      <a:pt x="1715116" y="175907"/>
                      <a:pt x="1717773" y="175907"/>
                    </a:cubicBezTo>
                    <a:cubicBezTo>
                      <a:pt x="1720431" y="175907"/>
                      <a:pt x="1722145" y="174493"/>
                      <a:pt x="1722917" y="171664"/>
                    </a:cubicBezTo>
                    <a:cubicBezTo>
                      <a:pt x="1723688" y="168835"/>
                      <a:pt x="1724074" y="164420"/>
                      <a:pt x="1724074" y="158419"/>
                    </a:cubicBezTo>
                    <a:cubicBezTo>
                      <a:pt x="1724074" y="152419"/>
                      <a:pt x="1723474" y="147104"/>
                      <a:pt x="1722274" y="142474"/>
                    </a:cubicBezTo>
                    <a:cubicBezTo>
                      <a:pt x="1721074" y="137845"/>
                      <a:pt x="1717902" y="135531"/>
                      <a:pt x="1712759" y="135531"/>
                    </a:cubicBezTo>
                    <a:cubicBezTo>
                      <a:pt x="1712073" y="135531"/>
                      <a:pt x="1702986" y="136474"/>
                      <a:pt x="1685498" y="138360"/>
                    </a:cubicBezTo>
                    <a:cubicBezTo>
                      <a:pt x="1685669" y="142132"/>
                      <a:pt x="1685755" y="148475"/>
                      <a:pt x="1685755" y="157391"/>
                    </a:cubicBezTo>
                    <a:cubicBezTo>
                      <a:pt x="1685755" y="197853"/>
                      <a:pt x="1684726" y="221470"/>
                      <a:pt x="1682669" y="228242"/>
                    </a:cubicBezTo>
                    <a:cubicBezTo>
                      <a:pt x="1680612" y="235015"/>
                      <a:pt x="1678811" y="238401"/>
                      <a:pt x="1677268" y="238401"/>
                    </a:cubicBezTo>
                    <a:cubicBezTo>
                      <a:pt x="1675725" y="238401"/>
                      <a:pt x="1674440" y="236000"/>
                      <a:pt x="1673411" y="231200"/>
                    </a:cubicBezTo>
                    <a:cubicBezTo>
                      <a:pt x="1672382" y="226399"/>
                      <a:pt x="1671868" y="222156"/>
                      <a:pt x="1671868" y="218470"/>
                    </a:cubicBezTo>
                    <a:cubicBezTo>
                      <a:pt x="1671868" y="214784"/>
                      <a:pt x="1672125" y="206040"/>
                      <a:pt x="1672639" y="192238"/>
                    </a:cubicBezTo>
                    <a:cubicBezTo>
                      <a:pt x="1673154" y="178436"/>
                      <a:pt x="1673239" y="161248"/>
                      <a:pt x="1672896" y="140674"/>
                    </a:cubicBezTo>
                    <a:cubicBezTo>
                      <a:pt x="1659523" y="142560"/>
                      <a:pt x="1649408" y="143932"/>
                      <a:pt x="1642550" y="144789"/>
                    </a:cubicBezTo>
                    <a:cubicBezTo>
                      <a:pt x="1642550" y="156276"/>
                      <a:pt x="1641564" y="167378"/>
                      <a:pt x="1639592" y="178093"/>
                    </a:cubicBezTo>
                    <a:cubicBezTo>
                      <a:pt x="1637621" y="188809"/>
                      <a:pt x="1635349" y="194167"/>
                      <a:pt x="1632777" y="194167"/>
                    </a:cubicBezTo>
                    <a:cubicBezTo>
                      <a:pt x="1631234" y="194167"/>
                      <a:pt x="1629605" y="192666"/>
                      <a:pt x="1627891" y="189666"/>
                    </a:cubicBezTo>
                    <a:cubicBezTo>
                      <a:pt x="1626176" y="186666"/>
                      <a:pt x="1625319" y="184094"/>
                      <a:pt x="1625319" y="181951"/>
                    </a:cubicBezTo>
                    <a:cubicBezTo>
                      <a:pt x="1625319" y="179808"/>
                      <a:pt x="1625662" y="178050"/>
                      <a:pt x="1626348" y="176679"/>
                    </a:cubicBezTo>
                    <a:cubicBezTo>
                      <a:pt x="1627034" y="175307"/>
                      <a:pt x="1627805" y="172007"/>
                      <a:pt x="1628662" y="166778"/>
                    </a:cubicBezTo>
                    <a:cubicBezTo>
                      <a:pt x="1629520" y="161548"/>
                      <a:pt x="1629948" y="156576"/>
                      <a:pt x="1629948" y="151861"/>
                    </a:cubicBezTo>
                    <a:cubicBezTo>
                      <a:pt x="1629948" y="147147"/>
                      <a:pt x="1629177" y="143975"/>
                      <a:pt x="1627634" y="142346"/>
                    </a:cubicBezTo>
                    <a:cubicBezTo>
                      <a:pt x="1626091" y="140717"/>
                      <a:pt x="1625319" y="139217"/>
                      <a:pt x="1625319" y="137845"/>
                    </a:cubicBezTo>
                    <a:cubicBezTo>
                      <a:pt x="1625319" y="136474"/>
                      <a:pt x="1626262" y="135788"/>
                      <a:pt x="1628148" y="135788"/>
                    </a:cubicBezTo>
                    <a:cubicBezTo>
                      <a:pt x="1630034" y="135788"/>
                      <a:pt x="1632606" y="136559"/>
                      <a:pt x="1635863" y="138103"/>
                    </a:cubicBezTo>
                    <a:cubicBezTo>
                      <a:pt x="1639464" y="138445"/>
                      <a:pt x="1651722" y="137160"/>
                      <a:pt x="1672639" y="134245"/>
                    </a:cubicBezTo>
                    <a:cubicBezTo>
                      <a:pt x="1672296" y="125844"/>
                      <a:pt x="1670582" y="119157"/>
                      <a:pt x="1667496" y="114185"/>
                    </a:cubicBezTo>
                    <a:cubicBezTo>
                      <a:pt x="1661324" y="114871"/>
                      <a:pt x="1657123" y="115557"/>
                      <a:pt x="1654894" y="116243"/>
                    </a:cubicBezTo>
                    <a:cubicBezTo>
                      <a:pt x="1654208" y="119157"/>
                      <a:pt x="1653008" y="120615"/>
                      <a:pt x="1651294" y="120615"/>
                    </a:cubicBezTo>
                    <a:cubicBezTo>
                      <a:pt x="1649579" y="120615"/>
                      <a:pt x="1648293" y="119500"/>
                      <a:pt x="1647436" y="117271"/>
                    </a:cubicBezTo>
                    <a:cubicBezTo>
                      <a:pt x="1643150" y="103727"/>
                      <a:pt x="1639292" y="94726"/>
                      <a:pt x="1635863" y="90268"/>
                    </a:cubicBezTo>
                    <a:cubicBezTo>
                      <a:pt x="1634492" y="88382"/>
                      <a:pt x="1633806" y="86839"/>
                      <a:pt x="1633806" y="85639"/>
                    </a:cubicBezTo>
                    <a:cubicBezTo>
                      <a:pt x="1633806" y="84439"/>
                      <a:pt x="1634706" y="83839"/>
                      <a:pt x="1636506" y="83839"/>
                    </a:cubicBezTo>
                    <a:cubicBezTo>
                      <a:pt x="1638306" y="83839"/>
                      <a:pt x="1640492" y="84181"/>
                      <a:pt x="1643064" y="84867"/>
                    </a:cubicBezTo>
                    <a:cubicBezTo>
                      <a:pt x="1652494" y="84010"/>
                      <a:pt x="1663767" y="82596"/>
                      <a:pt x="1676883" y="80624"/>
                    </a:cubicBezTo>
                    <a:cubicBezTo>
                      <a:pt x="1689998" y="78652"/>
                      <a:pt x="1697500" y="77281"/>
                      <a:pt x="1699386" y="76509"/>
                    </a:cubicBezTo>
                    <a:cubicBezTo>
                      <a:pt x="1701272" y="75738"/>
                      <a:pt x="1703629" y="75352"/>
                      <a:pt x="1706458" y="75352"/>
                    </a:cubicBezTo>
                    <a:close/>
                    <a:moveTo>
                      <a:pt x="617450" y="51435"/>
                    </a:moveTo>
                    <a:cubicBezTo>
                      <a:pt x="620879" y="51435"/>
                      <a:pt x="623794" y="52163"/>
                      <a:pt x="626194" y="53621"/>
                    </a:cubicBezTo>
                    <a:cubicBezTo>
                      <a:pt x="628594" y="55078"/>
                      <a:pt x="629795" y="56621"/>
                      <a:pt x="629795" y="58250"/>
                    </a:cubicBezTo>
                    <a:cubicBezTo>
                      <a:pt x="629795" y="59878"/>
                      <a:pt x="629194" y="61121"/>
                      <a:pt x="627994" y="61979"/>
                    </a:cubicBezTo>
                    <a:cubicBezTo>
                      <a:pt x="626794" y="62836"/>
                      <a:pt x="624222" y="63779"/>
                      <a:pt x="620279" y="64808"/>
                    </a:cubicBezTo>
                    <a:cubicBezTo>
                      <a:pt x="609649" y="67379"/>
                      <a:pt x="601505" y="69608"/>
                      <a:pt x="595848" y="71494"/>
                    </a:cubicBezTo>
                    <a:cubicBezTo>
                      <a:pt x="602877" y="75609"/>
                      <a:pt x="605963" y="80367"/>
                      <a:pt x="605106" y="85767"/>
                    </a:cubicBezTo>
                    <a:cubicBezTo>
                      <a:pt x="604248" y="91168"/>
                      <a:pt x="603563" y="98412"/>
                      <a:pt x="603048" y="107499"/>
                    </a:cubicBezTo>
                    <a:cubicBezTo>
                      <a:pt x="608192" y="106127"/>
                      <a:pt x="612521" y="105441"/>
                      <a:pt x="616036" y="105441"/>
                    </a:cubicBezTo>
                    <a:cubicBezTo>
                      <a:pt x="619550" y="105441"/>
                      <a:pt x="622251" y="105956"/>
                      <a:pt x="624137" y="106984"/>
                    </a:cubicBezTo>
                    <a:cubicBezTo>
                      <a:pt x="626023" y="108013"/>
                      <a:pt x="626966" y="109385"/>
                      <a:pt x="626966" y="111099"/>
                    </a:cubicBezTo>
                    <a:cubicBezTo>
                      <a:pt x="626966" y="112814"/>
                      <a:pt x="625251" y="114357"/>
                      <a:pt x="621822" y="115728"/>
                    </a:cubicBezTo>
                    <a:cubicBezTo>
                      <a:pt x="618393" y="117100"/>
                      <a:pt x="611964" y="119072"/>
                      <a:pt x="602534" y="121643"/>
                    </a:cubicBezTo>
                    <a:lnTo>
                      <a:pt x="601763" y="160477"/>
                    </a:lnTo>
                    <a:cubicBezTo>
                      <a:pt x="613078" y="155676"/>
                      <a:pt x="620408" y="153276"/>
                      <a:pt x="623751" y="153276"/>
                    </a:cubicBezTo>
                    <a:cubicBezTo>
                      <a:pt x="627094" y="153276"/>
                      <a:pt x="628766" y="153833"/>
                      <a:pt x="628766" y="154947"/>
                    </a:cubicBezTo>
                    <a:cubicBezTo>
                      <a:pt x="628766" y="156062"/>
                      <a:pt x="625251" y="158334"/>
                      <a:pt x="618222" y="161763"/>
                    </a:cubicBezTo>
                    <a:cubicBezTo>
                      <a:pt x="606392" y="167763"/>
                      <a:pt x="595290" y="173807"/>
                      <a:pt x="584918" y="179893"/>
                    </a:cubicBezTo>
                    <a:cubicBezTo>
                      <a:pt x="574545" y="185980"/>
                      <a:pt x="567987" y="190309"/>
                      <a:pt x="565244" y="192881"/>
                    </a:cubicBezTo>
                    <a:cubicBezTo>
                      <a:pt x="563701" y="194252"/>
                      <a:pt x="561515" y="194938"/>
                      <a:pt x="558686" y="194938"/>
                    </a:cubicBezTo>
                    <a:cubicBezTo>
                      <a:pt x="555857" y="194938"/>
                      <a:pt x="552471" y="193481"/>
                      <a:pt x="548527" y="190566"/>
                    </a:cubicBezTo>
                    <a:cubicBezTo>
                      <a:pt x="544584" y="187652"/>
                      <a:pt x="542612" y="184951"/>
                      <a:pt x="542612" y="182465"/>
                    </a:cubicBezTo>
                    <a:cubicBezTo>
                      <a:pt x="542612" y="179979"/>
                      <a:pt x="544841" y="178736"/>
                      <a:pt x="549299" y="178736"/>
                    </a:cubicBezTo>
                    <a:cubicBezTo>
                      <a:pt x="556157" y="178736"/>
                      <a:pt x="569787" y="174364"/>
                      <a:pt x="590190" y="165620"/>
                    </a:cubicBezTo>
                    <a:lnTo>
                      <a:pt x="591218" y="124472"/>
                    </a:lnTo>
                    <a:cubicBezTo>
                      <a:pt x="586246" y="125329"/>
                      <a:pt x="581874" y="125758"/>
                      <a:pt x="578102" y="125758"/>
                    </a:cubicBezTo>
                    <a:cubicBezTo>
                      <a:pt x="574331" y="125758"/>
                      <a:pt x="571030" y="125029"/>
                      <a:pt x="568201" y="123572"/>
                    </a:cubicBezTo>
                    <a:cubicBezTo>
                      <a:pt x="565372" y="122115"/>
                      <a:pt x="563958" y="120915"/>
                      <a:pt x="563958" y="119972"/>
                    </a:cubicBezTo>
                    <a:cubicBezTo>
                      <a:pt x="563958" y="119029"/>
                      <a:pt x="564558" y="118471"/>
                      <a:pt x="565758" y="118300"/>
                    </a:cubicBezTo>
                    <a:cubicBezTo>
                      <a:pt x="570216" y="117443"/>
                      <a:pt x="578788" y="115042"/>
                      <a:pt x="591476" y="111099"/>
                    </a:cubicBezTo>
                    <a:cubicBezTo>
                      <a:pt x="591647" y="92754"/>
                      <a:pt x="590704" y="80238"/>
                      <a:pt x="588647" y="73552"/>
                    </a:cubicBezTo>
                    <a:cubicBezTo>
                      <a:pt x="585218" y="74237"/>
                      <a:pt x="581617" y="74580"/>
                      <a:pt x="577845" y="74580"/>
                    </a:cubicBezTo>
                    <a:cubicBezTo>
                      <a:pt x="574073" y="74580"/>
                      <a:pt x="570644" y="73809"/>
                      <a:pt x="567558" y="72266"/>
                    </a:cubicBezTo>
                    <a:cubicBezTo>
                      <a:pt x="564472" y="70723"/>
                      <a:pt x="562929" y="69265"/>
                      <a:pt x="562929" y="67894"/>
                    </a:cubicBezTo>
                    <a:cubicBezTo>
                      <a:pt x="562929" y="66522"/>
                      <a:pt x="564729" y="65493"/>
                      <a:pt x="568330" y="64808"/>
                    </a:cubicBezTo>
                    <a:cubicBezTo>
                      <a:pt x="577931" y="62922"/>
                      <a:pt x="587704" y="60178"/>
                      <a:pt x="597648" y="56578"/>
                    </a:cubicBezTo>
                    <a:cubicBezTo>
                      <a:pt x="607420" y="53149"/>
                      <a:pt x="614021" y="51435"/>
                      <a:pt x="617450" y="51435"/>
                    </a:cubicBezTo>
                    <a:close/>
                    <a:moveTo>
                      <a:pt x="1876579" y="47320"/>
                    </a:moveTo>
                    <a:cubicBezTo>
                      <a:pt x="1882065" y="47320"/>
                      <a:pt x="1886352" y="48563"/>
                      <a:pt x="1889438" y="51049"/>
                    </a:cubicBezTo>
                    <a:cubicBezTo>
                      <a:pt x="1892524" y="53535"/>
                      <a:pt x="1894067" y="56964"/>
                      <a:pt x="1894067" y="61336"/>
                    </a:cubicBezTo>
                    <a:cubicBezTo>
                      <a:pt x="1894067" y="65708"/>
                      <a:pt x="1892738" y="67894"/>
                      <a:pt x="1890081" y="67894"/>
                    </a:cubicBezTo>
                    <a:cubicBezTo>
                      <a:pt x="1887423" y="67894"/>
                      <a:pt x="1883780" y="65236"/>
                      <a:pt x="1879151" y="59921"/>
                    </a:cubicBezTo>
                    <a:cubicBezTo>
                      <a:pt x="1874522" y="54606"/>
                      <a:pt x="1872207" y="51177"/>
                      <a:pt x="1872207" y="49634"/>
                    </a:cubicBezTo>
                    <a:cubicBezTo>
                      <a:pt x="1872207" y="48091"/>
                      <a:pt x="1873664" y="47320"/>
                      <a:pt x="1876579" y="47320"/>
                    </a:cubicBezTo>
                    <a:close/>
                    <a:moveTo>
                      <a:pt x="1128714" y="29318"/>
                    </a:moveTo>
                    <a:cubicBezTo>
                      <a:pt x="1135229" y="29318"/>
                      <a:pt x="1141187" y="31289"/>
                      <a:pt x="1146588" y="35233"/>
                    </a:cubicBezTo>
                    <a:cubicBezTo>
                      <a:pt x="1151988" y="39176"/>
                      <a:pt x="1154689" y="44148"/>
                      <a:pt x="1154689" y="50149"/>
                    </a:cubicBezTo>
                    <a:cubicBezTo>
                      <a:pt x="1154689" y="52892"/>
                      <a:pt x="1154174" y="55549"/>
                      <a:pt x="1153146" y="58121"/>
                    </a:cubicBezTo>
                    <a:cubicBezTo>
                      <a:pt x="1152117" y="60693"/>
                      <a:pt x="1150660" y="61979"/>
                      <a:pt x="1148774" y="61979"/>
                    </a:cubicBezTo>
                    <a:cubicBezTo>
                      <a:pt x="1145002" y="61979"/>
                      <a:pt x="1140158" y="57392"/>
                      <a:pt x="1134243" y="48220"/>
                    </a:cubicBezTo>
                    <a:cubicBezTo>
                      <a:pt x="1128328" y="39047"/>
                      <a:pt x="1125371" y="33432"/>
                      <a:pt x="1125371" y="31375"/>
                    </a:cubicBezTo>
                    <a:cubicBezTo>
                      <a:pt x="1125371" y="30003"/>
                      <a:pt x="1126485" y="29318"/>
                      <a:pt x="1128714" y="29318"/>
                    </a:cubicBezTo>
                    <a:close/>
                    <a:moveTo>
                      <a:pt x="1942159" y="28803"/>
                    </a:moveTo>
                    <a:cubicBezTo>
                      <a:pt x="1944388" y="28803"/>
                      <a:pt x="1947474" y="30303"/>
                      <a:pt x="1951417" y="33304"/>
                    </a:cubicBezTo>
                    <a:cubicBezTo>
                      <a:pt x="1955360" y="36304"/>
                      <a:pt x="1957332" y="38662"/>
                      <a:pt x="1957332" y="40376"/>
                    </a:cubicBezTo>
                    <a:cubicBezTo>
                      <a:pt x="1957332" y="41919"/>
                      <a:pt x="1955832" y="43548"/>
                      <a:pt x="1952832" y="45262"/>
                    </a:cubicBezTo>
                    <a:cubicBezTo>
                      <a:pt x="1949831" y="46977"/>
                      <a:pt x="1941902" y="52206"/>
                      <a:pt x="1929043" y="60950"/>
                    </a:cubicBezTo>
                    <a:cubicBezTo>
                      <a:pt x="1927671" y="61979"/>
                      <a:pt x="1926600" y="62493"/>
                      <a:pt x="1925828" y="62493"/>
                    </a:cubicBezTo>
                    <a:cubicBezTo>
                      <a:pt x="1925056" y="62493"/>
                      <a:pt x="1924671" y="62107"/>
                      <a:pt x="1924671" y="61336"/>
                    </a:cubicBezTo>
                    <a:cubicBezTo>
                      <a:pt x="1924671" y="60564"/>
                      <a:pt x="1925014" y="59750"/>
                      <a:pt x="1925699" y="58893"/>
                    </a:cubicBezTo>
                    <a:cubicBezTo>
                      <a:pt x="1930500" y="52549"/>
                      <a:pt x="1933715" y="47791"/>
                      <a:pt x="1935344" y="44619"/>
                    </a:cubicBezTo>
                    <a:cubicBezTo>
                      <a:pt x="1936972" y="41448"/>
                      <a:pt x="1937958" y="38019"/>
                      <a:pt x="1938301" y="34332"/>
                    </a:cubicBezTo>
                    <a:cubicBezTo>
                      <a:pt x="1938644" y="30646"/>
                      <a:pt x="1939930" y="28803"/>
                      <a:pt x="1942159" y="28803"/>
                    </a:cubicBezTo>
                    <a:close/>
                    <a:moveTo>
                      <a:pt x="1629948" y="26231"/>
                    </a:moveTo>
                    <a:cubicBezTo>
                      <a:pt x="1632348" y="26231"/>
                      <a:pt x="1636378" y="27817"/>
                      <a:pt x="1642036" y="30989"/>
                    </a:cubicBezTo>
                    <a:cubicBezTo>
                      <a:pt x="1647693" y="34161"/>
                      <a:pt x="1650522" y="38490"/>
                      <a:pt x="1650522" y="43976"/>
                    </a:cubicBezTo>
                    <a:cubicBezTo>
                      <a:pt x="1650522" y="46377"/>
                      <a:pt x="1650008" y="48391"/>
                      <a:pt x="1648979" y="50020"/>
                    </a:cubicBezTo>
                    <a:cubicBezTo>
                      <a:pt x="1647950" y="51649"/>
                      <a:pt x="1646579" y="52463"/>
                      <a:pt x="1644864" y="52463"/>
                    </a:cubicBezTo>
                    <a:cubicBezTo>
                      <a:pt x="1641264" y="52463"/>
                      <a:pt x="1637535" y="49291"/>
                      <a:pt x="1633677" y="42948"/>
                    </a:cubicBezTo>
                    <a:cubicBezTo>
                      <a:pt x="1629820" y="36604"/>
                      <a:pt x="1627891" y="31804"/>
                      <a:pt x="1627891" y="28546"/>
                    </a:cubicBezTo>
                    <a:cubicBezTo>
                      <a:pt x="1627891" y="27003"/>
                      <a:pt x="1628576" y="26231"/>
                      <a:pt x="1629948" y="26231"/>
                    </a:cubicBezTo>
                    <a:close/>
                    <a:moveTo>
                      <a:pt x="1989479" y="22117"/>
                    </a:moveTo>
                    <a:cubicBezTo>
                      <a:pt x="1992222" y="22117"/>
                      <a:pt x="1996166" y="23660"/>
                      <a:pt x="2001309" y="26746"/>
                    </a:cubicBezTo>
                    <a:cubicBezTo>
                      <a:pt x="2006452" y="29832"/>
                      <a:pt x="2009024" y="32918"/>
                      <a:pt x="2009024" y="36004"/>
                    </a:cubicBezTo>
                    <a:cubicBezTo>
                      <a:pt x="2009024" y="37719"/>
                      <a:pt x="2008167" y="39433"/>
                      <a:pt x="2006452" y="41148"/>
                    </a:cubicBezTo>
                    <a:cubicBezTo>
                      <a:pt x="2003709" y="44748"/>
                      <a:pt x="1999380" y="52720"/>
                      <a:pt x="1993465" y="65065"/>
                    </a:cubicBezTo>
                    <a:cubicBezTo>
                      <a:pt x="1987550" y="77409"/>
                      <a:pt x="1981764" y="87782"/>
                      <a:pt x="1976106" y="96183"/>
                    </a:cubicBezTo>
                    <a:cubicBezTo>
                      <a:pt x="1983650" y="95326"/>
                      <a:pt x="1994580" y="92025"/>
                      <a:pt x="2008896" y="86282"/>
                    </a:cubicBezTo>
                    <a:cubicBezTo>
                      <a:pt x="2023212" y="80538"/>
                      <a:pt x="2032213" y="77666"/>
                      <a:pt x="2035899" y="77666"/>
                    </a:cubicBezTo>
                    <a:cubicBezTo>
                      <a:pt x="2039585" y="77666"/>
                      <a:pt x="2042543" y="78266"/>
                      <a:pt x="2044772" y="79467"/>
                    </a:cubicBezTo>
                    <a:cubicBezTo>
                      <a:pt x="2047000" y="80667"/>
                      <a:pt x="2048115" y="81824"/>
                      <a:pt x="2048115" y="82938"/>
                    </a:cubicBezTo>
                    <a:cubicBezTo>
                      <a:pt x="2048115" y="84053"/>
                      <a:pt x="2047172" y="85210"/>
                      <a:pt x="2045286" y="86410"/>
                    </a:cubicBezTo>
                    <a:cubicBezTo>
                      <a:pt x="2043400" y="87610"/>
                      <a:pt x="2038085" y="89539"/>
                      <a:pt x="2029341" y="92197"/>
                    </a:cubicBezTo>
                    <a:cubicBezTo>
                      <a:pt x="2020597" y="94854"/>
                      <a:pt x="2009796" y="97212"/>
                      <a:pt x="1996937" y="99269"/>
                    </a:cubicBezTo>
                    <a:cubicBezTo>
                      <a:pt x="2007224" y="105613"/>
                      <a:pt x="2012368" y="110242"/>
                      <a:pt x="2012368" y="113157"/>
                    </a:cubicBezTo>
                    <a:cubicBezTo>
                      <a:pt x="2012368" y="114014"/>
                      <a:pt x="2011896" y="115042"/>
                      <a:pt x="2010953" y="116243"/>
                    </a:cubicBezTo>
                    <a:cubicBezTo>
                      <a:pt x="2010010" y="117443"/>
                      <a:pt x="2009196" y="119372"/>
                      <a:pt x="2008510" y="122029"/>
                    </a:cubicBezTo>
                    <a:cubicBezTo>
                      <a:pt x="2007824" y="124687"/>
                      <a:pt x="2006881" y="129187"/>
                      <a:pt x="2005681" y="135531"/>
                    </a:cubicBezTo>
                    <a:cubicBezTo>
                      <a:pt x="2003795" y="145818"/>
                      <a:pt x="2000623" y="155933"/>
                      <a:pt x="1996166" y="165877"/>
                    </a:cubicBezTo>
                    <a:cubicBezTo>
                      <a:pt x="2005595" y="176850"/>
                      <a:pt x="2015068" y="185551"/>
                      <a:pt x="2024583" y="191981"/>
                    </a:cubicBezTo>
                    <a:cubicBezTo>
                      <a:pt x="2034099" y="198410"/>
                      <a:pt x="2046229" y="203596"/>
                      <a:pt x="2060974" y="207540"/>
                    </a:cubicBezTo>
                    <a:cubicBezTo>
                      <a:pt x="2064402" y="208397"/>
                      <a:pt x="2066117" y="209383"/>
                      <a:pt x="2066117" y="210497"/>
                    </a:cubicBezTo>
                    <a:cubicBezTo>
                      <a:pt x="2066117" y="211612"/>
                      <a:pt x="2065517" y="212426"/>
                      <a:pt x="2064317" y="212940"/>
                    </a:cubicBezTo>
                    <a:cubicBezTo>
                      <a:pt x="2063117" y="213455"/>
                      <a:pt x="2058702" y="214141"/>
                      <a:pt x="2051072" y="214998"/>
                    </a:cubicBezTo>
                    <a:cubicBezTo>
                      <a:pt x="2043443" y="215855"/>
                      <a:pt x="2037656" y="216284"/>
                      <a:pt x="2033713" y="216284"/>
                    </a:cubicBezTo>
                    <a:cubicBezTo>
                      <a:pt x="2025140" y="216284"/>
                      <a:pt x="2019268" y="213926"/>
                      <a:pt x="2016096" y="209211"/>
                    </a:cubicBezTo>
                    <a:cubicBezTo>
                      <a:pt x="2012924" y="204497"/>
                      <a:pt x="2004481" y="193052"/>
                      <a:pt x="1990765" y="174879"/>
                    </a:cubicBezTo>
                    <a:cubicBezTo>
                      <a:pt x="1983392" y="184823"/>
                      <a:pt x="1974948" y="191895"/>
                      <a:pt x="1965433" y="196095"/>
                    </a:cubicBezTo>
                    <a:cubicBezTo>
                      <a:pt x="1955918" y="200296"/>
                      <a:pt x="1949788" y="202396"/>
                      <a:pt x="1947045" y="202396"/>
                    </a:cubicBezTo>
                    <a:cubicBezTo>
                      <a:pt x="1945845" y="202396"/>
                      <a:pt x="1945245" y="202011"/>
                      <a:pt x="1945245" y="201239"/>
                    </a:cubicBezTo>
                    <a:cubicBezTo>
                      <a:pt x="1945245" y="200467"/>
                      <a:pt x="1946016" y="199653"/>
                      <a:pt x="1947559" y="198796"/>
                    </a:cubicBezTo>
                    <a:cubicBezTo>
                      <a:pt x="1957675" y="192624"/>
                      <a:pt x="1965347" y="187009"/>
                      <a:pt x="1970576" y="181951"/>
                    </a:cubicBezTo>
                    <a:cubicBezTo>
                      <a:pt x="1975806" y="176893"/>
                      <a:pt x="1980221" y="171107"/>
                      <a:pt x="1983821" y="164592"/>
                    </a:cubicBezTo>
                    <a:cubicBezTo>
                      <a:pt x="1982621" y="163049"/>
                      <a:pt x="1979149" y="157862"/>
                      <a:pt x="1973406" y="149032"/>
                    </a:cubicBezTo>
                    <a:cubicBezTo>
                      <a:pt x="1967662" y="140203"/>
                      <a:pt x="1962561" y="134245"/>
                      <a:pt x="1958104" y="131159"/>
                    </a:cubicBezTo>
                    <a:cubicBezTo>
                      <a:pt x="1956732" y="130302"/>
                      <a:pt x="1956046" y="129230"/>
                      <a:pt x="1956046" y="127944"/>
                    </a:cubicBezTo>
                    <a:cubicBezTo>
                      <a:pt x="1956046" y="126658"/>
                      <a:pt x="1958018" y="126015"/>
                      <a:pt x="1961961" y="126015"/>
                    </a:cubicBezTo>
                    <a:cubicBezTo>
                      <a:pt x="1965904" y="126015"/>
                      <a:pt x="1970019" y="129487"/>
                      <a:pt x="1974306" y="136431"/>
                    </a:cubicBezTo>
                    <a:cubicBezTo>
                      <a:pt x="1978592" y="143375"/>
                      <a:pt x="1983050" y="149847"/>
                      <a:pt x="1987679" y="155848"/>
                    </a:cubicBezTo>
                    <a:cubicBezTo>
                      <a:pt x="1992136" y="143332"/>
                      <a:pt x="1994365" y="129873"/>
                      <a:pt x="1994365" y="115471"/>
                    </a:cubicBezTo>
                    <a:cubicBezTo>
                      <a:pt x="1994365" y="109299"/>
                      <a:pt x="1993851" y="104155"/>
                      <a:pt x="1992822" y="100041"/>
                    </a:cubicBezTo>
                    <a:cubicBezTo>
                      <a:pt x="1987507" y="100898"/>
                      <a:pt x="1983350" y="101326"/>
                      <a:pt x="1980349" y="101326"/>
                    </a:cubicBezTo>
                    <a:cubicBezTo>
                      <a:pt x="1977349" y="101326"/>
                      <a:pt x="1974991" y="101069"/>
                      <a:pt x="1973277" y="100555"/>
                    </a:cubicBezTo>
                    <a:cubicBezTo>
                      <a:pt x="1969162" y="106727"/>
                      <a:pt x="1964619" y="112256"/>
                      <a:pt x="1959647" y="117143"/>
                    </a:cubicBezTo>
                    <a:cubicBezTo>
                      <a:pt x="1954674" y="122029"/>
                      <a:pt x="1951717" y="124472"/>
                      <a:pt x="1950774" y="124472"/>
                    </a:cubicBezTo>
                    <a:cubicBezTo>
                      <a:pt x="1949831" y="124472"/>
                      <a:pt x="1949360" y="124044"/>
                      <a:pt x="1949360" y="123186"/>
                    </a:cubicBezTo>
                    <a:cubicBezTo>
                      <a:pt x="1949360" y="122329"/>
                      <a:pt x="1949788" y="121215"/>
                      <a:pt x="1950645" y="119843"/>
                    </a:cubicBezTo>
                    <a:cubicBezTo>
                      <a:pt x="1964190" y="99269"/>
                      <a:pt x="1973620" y="81138"/>
                      <a:pt x="1978935" y="65451"/>
                    </a:cubicBezTo>
                    <a:cubicBezTo>
                      <a:pt x="1984250" y="49763"/>
                      <a:pt x="1986907" y="39176"/>
                      <a:pt x="1986907" y="33689"/>
                    </a:cubicBezTo>
                    <a:cubicBezTo>
                      <a:pt x="1986907" y="32318"/>
                      <a:pt x="1986650" y="30989"/>
                      <a:pt x="1986136" y="29703"/>
                    </a:cubicBezTo>
                    <a:cubicBezTo>
                      <a:pt x="1985621" y="28417"/>
                      <a:pt x="1985364" y="27174"/>
                      <a:pt x="1985364" y="25974"/>
                    </a:cubicBezTo>
                    <a:cubicBezTo>
                      <a:pt x="1985364" y="23402"/>
                      <a:pt x="1986736" y="22117"/>
                      <a:pt x="1989479" y="22117"/>
                    </a:cubicBezTo>
                    <a:close/>
                    <a:moveTo>
                      <a:pt x="1457641" y="22117"/>
                    </a:moveTo>
                    <a:cubicBezTo>
                      <a:pt x="1454212" y="22117"/>
                      <a:pt x="1448640" y="22717"/>
                      <a:pt x="1440924" y="23917"/>
                    </a:cubicBezTo>
                    <a:lnTo>
                      <a:pt x="1386661" y="31632"/>
                    </a:lnTo>
                    <a:cubicBezTo>
                      <a:pt x="1387518" y="33518"/>
                      <a:pt x="1389490" y="38747"/>
                      <a:pt x="1392576" y="47320"/>
                    </a:cubicBezTo>
                    <a:cubicBezTo>
                      <a:pt x="1398234" y="46977"/>
                      <a:pt x="1404063" y="45948"/>
                      <a:pt x="1410064" y="44234"/>
                    </a:cubicBezTo>
                    <a:cubicBezTo>
                      <a:pt x="1426008" y="40290"/>
                      <a:pt x="1436424" y="38319"/>
                      <a:pt x="1441310" y="38319"/>
                    </a:cubicBezTo>
                    <a:cubicBezTo>
                      <a:pt x="1446197" y="38319"/>
                      <a:pt x="1448640" y="39347"/>
                      <a:pt x="1448640" y="41405"/>
                    </a:cubicBezTo>
                    <a:cubicBezTo>
                      <a:pt x="1448640" y="42605"/>
                      <a:pt x="1447611" y="43719"/>
                      <a:pt x="1445554" y="44748"/>
                    </a:cubicBezTo>
                    <a:cubicBezTo>
                      <a:pt x="1443496" y="45777"/>
                      <a:pt x="1436595" y="47191"/>
                      <a:pt x="1424851" y="48991"/>
                    </a:cubicBezTo>
                    <a:cubicBezTo>
                      <a:pt x="1413107" y="50792"/>
                      <a:pt x="1402691" y="51435"/>
                      <a:pt x="1393604" y="50920"/>
                    </a:cubicBezTo>
                    <a:cubicBezTo>
                      <a:pt x="1395319" y="55206"/>
                      <a:pt x="1396948" y="60779"/>
                      <a:pt x="1398491" y="67637"/>
                    </a:cubicBezTo>
                    <a:cubicBezTo>
                      <a:pt x="1424894" y="62836"/>
                      <a:pt x="1441182" y="60436"/>
                      <a:pt x="1447354" y="60436"/>
                    </a:cubicBezTo>
                    <a:cubicBezTo>
                      <a:pt x="1449754" y="60436"/>
                      <a:pt x="1451512" y="59793"/>
                      <a:pt x="1452626" y="58507"/>
                    </a:cubicBezTo>
                    <a:cubicBezTo>
                      <a:pt x="1453740" y="57221"/>
                      <a:pt x="1455155" y="54606"/>
                      <a:pt x="1456869" y="50663"/>
                    </a:cubicBezTo>
                    <a:cubicBezTo>
                      <a:pt x="1458584" y="46720"/>
                      <a:pt x="1459998" y="42091"/>
                      <a:pt x="1461113" y="36776"/>
                    </a:cubicBezTo>
                    <a:cubicBezTo>
                      <a:pt x="1462227" y="31461"/>
                      <a:pt x="1462784" y="28117"/>
                      <a:pt x="1462784" y="26746"/>
                    </a:cubicBezTo>
                    <a:cubicBezTo>
                      <a:pt x="1462784" y="23660"/>
                      <a:pt x="1461070" y="22117"/>
                      <a:pt x="1457641" y="22117"/>
                    </a:cubicBezTo>
                    <a:close/>
                    <a:moveTo>
                      <a:pt x="56634" y="16911"/>
                    </a:moveTo>
                    <a:lnTo>
                      <a:pt x="63917" y="16911"/>
                    </a:lnTo>
                    <a:lnTo>
                      <a:pt x="39305" y="126537"/>
                    </a:lnTo>
                    <a:lnTo>
                      <a:pt x="43323" y="126537"/>
                    </a:lnTo>
                    <a:cubicBezTo>
                      <a:pt x="49602" y="126537"/>
                      <a:pt x="56655" y="123795"/>
                      <a:pt x="64482" y="118312"/>
                    </a:cubicBezTo>
                    <a:cubicBezTo>
                      <a:pt x="72310" y="112828"/>
                      <a:pt x="78567" y="107742"/>
                      <a:pt x="83256" y="103054"/>
                    </a:cubicBezTo>
                    <a:cubicBezTo>
                      <a:pt x="87944" y="98366"/>
                      <a:pt x="90288" y="93846"/>
                      <a:pt x="90288" y="89492"/>
                    </a:cubicBezTo>
                    <a:cubicBezTo>
                      <a:pt x="90288" y="85390"/>
                      <a:pt x="87441" y="83088"/>
                      <a:pt x="81749" y="82586"/>
                    </a:cubicBezTo>
                    <a:lnTo>
                      <a:pt x="83130" y="76433"/>
                    </a:lnTo>
                    <a:lnTo>
                      <a:pt x="123816" y="76433"/>
                    </a:lnTo>
                    <a:lnTo>
                      <a:pt x="126202" y="82586"/>
                    </a:lnTo>
                    <a:cubicBezTo>
                      <a:pt x="119253" y="88865"/>
                      <a:pt x="111886" y="95018"/>
                      <a:pt x="104101" y="101045"/>
                    </a:cubicBezTo>
                    <a:lnTo>
                      <a:pt x="72958" y="125155"/>
                    </a:lnTo>
                    <a:lnTo>
                      <a:pt x="85265" y="170487"/>
                    </a:lnTo>
                    <a:cubicBezTo>
                      <a:pt x="86269" y="174338"/>
                      <a:pt x="87169" y="177122"/>
                      <a:pt x="87965" y="178838"/>
                    </a:cubicBezTo>
                    <a:cubicBezTo>
                      <a:pt x="88760" y="180554"/>
                      <a:pt x="89681" y="181831"/>
                      <a:pt x="90727" y="182668"/>
                    </a:cubicBezTo>
                    <a:cubicBezTo>
                      <a:pt x="91774" y="183505"/>
                      <a:pt x="93176" y="183924"/>
                      <a:pt x="94934" y="183924"/>
                    </a:cubicBezTo>
                    <a:cubicBezTo>
                      <a:pt x="97111" y="183924"/>
                      <a:pt x="99706" y="182752"/>
                      <a:pt x="102719" y="180408"/>
                    </a:cubicBezTo>
                    <a:cubicBezTo>
                      <a:pt x="105733" y="178064"/>
                      <a:pt x="109166" y="174673"/>
                      <a:pt x="113017" y="170236"/>
                    </a:cubicBezTo>
                    <a:lnTo>
                      <a:pt x="120174" y="177268"/>
                    </a:lnTo>
                    <a:cubicBezTo>
                      <a:pt x="112640" y="185221"/>
                      <a:pt x="106403" y="190747"/>
                      <a:pt x="101464" y="193844"/>
                    </a:cubicBezTo>
                    <a:cubicBezTo>
                      <a:pt x="96524" y="196942"/>
                      <a:pt x="91753" y="198490"/>
                      <a:pt x="87148" y="198490"/>
                    </a:cubicBezTo>
                    <a:cubicBezTo>
                      <a:pt x="81456" y="198490"/>
                      <a:pt x="76935" y="196879"/>
                      <a:pt x="73586" y="193656"/>
                    </a:cubicBezTo>
                    <a:cubicBezTo>
                      <a:pt x="70238" y="190433"/>
                      <a:pt x="67601" y="185054"/>
                      <a:pt x="65675" y="177520"/>
                    </a:cubicBezTo>
                    <a:lnTo>
                      <a:pt x="57387" y="144870"/>
                    </a:lnTo>
                    <a:cubicBezTo>
                      <a:pt x="56550" y="141606"/>
                      <a:pt x="55713" y="139345"/>
                      <a:pt x="54876" y="138089"/>
                    </a:cubicBezTo>
                    <a:cubicBezTo>
                      <a:pt x="54039" y="136834"/>
                      <a:pt x="53076" y="135997"/>
                      <a:pt x="51988" y="135578"/>
                    </a:cubicBezTo>
                    <a:cubicBezTo>
                      <a:pt x="50899" y="135159"/>
                      <a:pt x="48974" y="134950"/>
                      <a:pt x="46211" y="134950"/>
                    </a:cubicBezTo>
                    <a:lnTo>
                      <a:pt x="37547" y="134950"/>
                    </a:lnTo>
                    <a:lnTo>
                      <a:pt x="24487" y="196481"/>
                    </a:lnTo>
                    <a:lnTo>
                      <a:pt x="2763" y="196481"/>
                    </a:lnTo>
                    <a:lnTo>
                      <a:pt x="35035" y="52950"/>
                    </a:lnTo>
                    <a:cubicBezTo>
                      <a:pt x="36124" y="48095"/>
                      <a:pt x="36898" y="44307"/>
                      <a:pt x="37358" y="41586"/>
                    </a:cubicBezTo>
                    <a:cubicBezTo>
                      <a:pt x="37819" y="38865"/>
                      <a:pt x="38049" y="36458"/>
                      <a:pt x="38049" y="34366"/>
                    </a:cubicBezTo>
                    <a:cubicBezTo>
                      <a:pt x="38049" y="30849"/>
                      <a:pt x="36982" y="28380"/>
                      <a:pt x="34847" y="26957"/>
                    </a:cubicBezTo>
                    <a:cubicBezTo>
                      <a:pt x="32712" y="25534"/>
                      <a:pt x="28882" y="24738"/>
                      <a:pt x="23357" y="24571"/>
                    </a:cubicBezTo>
                    <a:lnTo>
                      <a:pt x="24864" y="18041"/>
                    </a:lnTo>
                    <a:close/>
                    <a:moveTo>
                      <a:pt x="1466385" y="11058"/>
                    </a:moveTo>
                    <a:cubicBezTo>
                      <a:pt x="1469814" y="11058"/>
                      <a:pt x="1474743" y="12944"/>
                      <a:pt x="1481172" y="16716"/>
                    </a:cubicBezTo>
                    <a:cubicBezTo>
                      <a:pt x="1487602" y="20488"/>
                      <a:pt x="1490816" y="23360"/>
                      <a:pt x="1490816" y="25331"/>
                    </a:cubicBezTo>
                    <a:cubicBezTo>
                      <a:pt x="1490816" y="27303"/>
                      <a:pt x="1489702" y="29060"/>
                      <a:pt x="1487473" y="30603"/>
                    </a:cubicBezTo>
                    <a:cubicBezTo>
                      <a:pt x="1482330" y="34547"/>
                      <a:pt x="1478986" y="37976"/>
                      <a:pt x="1477444" y="40890"/>
                    </a:cubicBezTo>
                    <a:cubicBezTo>
                      <a:pt x="1474357" y="47063"/>
                      <a:pt x="1470928" y="53020"/>
                      <a:pt x="1467156" y="58764"/>
                    </a:cubicBezTo>
                    <a:cubicBezTo>
                      <a:pt x="1463385" y="64508"/>
                      <a:pt x="1460898" y="67765"/>
                      <a:pt x="1459698" y="68537"/>
                    </a:cubicBezTo>
                    <a:cubicBezTo>
                      <a:pt x="1458498" y="69308"/>
                      <a:pt x="1457341" y="69694"/>
                      <a:pt x="1456226" y="69694"/>
                    </a:cubicBezTo>
                    <a:cubicBezTo>
                      <a:pt x="1455112" y="69694"/>
                      <a:pt x="1453826" y="69180"/>
                      <a:pt x="1452369" y="68151"/>
                    </a:cubicBezTo>
                    <a:cubicBezTo>
                      <a:pt x="1450912" y="67122"/>
                      <a:pt x="1449283" y="66608"/>
                      <a:pt x="1447482" y="66608"/>
                    </a:cubicBezTo>
                    <a:cubicBezTo>
                      <a:pt x="1445682" y="66608"/>
                      <a:pt x="1443925" y="66779"/>
                      <a:pt x="1442210" y="67122"/>
                    </a:cubicBezTo>
                    <a:cubicBezTo>
                      <a:pt x="1430209" y="69180"/>
                      <a:pt x="1416322" y="71066"/>
                      <a:pt x="1400548" y="72780"/>
                    </a:cubicBezTo>
                    <a:cubicBezTo>
                      <a:pt x="1400720" y="74152"/>
                      <a:pt x="1400291" y="75266"/>
                      <a:pt x="1399262" y="76123"/>
                    </a:cubicBezTo>
                    <a:cubicBezTo>
                      <a:pt x="1398234" y="76981"/>
                      <a:pt x="1397290" y="77409"/>
                      <a:pt x="1396433" y="77409"/>
                    </a:cubicBezTo>
                    <a:cubicBezTo>
                      <a:pt x="1394204" y="77409"/>
                      <a:pt x="1391976" y="74152"/>
                      <a:pt x="1389747" y="67637"/>
                    </a:cubicBezTo>
                    <a:cubicBezTo>
                      <a:pt x="1383232" y="47748"/>
                      <a:pt x="1376202" y="34975"/>
                      <a:pt x="1368658" y="29318"/>
                    </a:cubicBezTo>
                    <a:cubicBezTo>
                      <a:pt x="1367287" y="28460"/>
                      <a:pt x="1366601" y="27603"/>
                      <a:pt x="1366601" y="26746"/>
                    </a:cubicBezTo>
                    <a:cubicBezTo>
                      <a:pt x="1366601" y="25031"/>
                      <a:pt x="1368144" y="24174"/>
                      <a:pt x="1371230" y="24174"/>
                    </a:cubicBezTo>
                    <a:cubicBezTo>
                      <a:pt x="1374316" y="24174"/>
                      <a:pt x="1377660" y="24603"/>
                      <a:pt x="1381260" y="25460"/>
                    </a:cubicBezTo>
                    <a:cubicBezTo>
                      <a:pt x="1396348" y="23917"/>
                      <a:pt x="1411821" y="21817"/>
                      <a:pt x="1427680" y="19159"/>
                    </a:cubicBezTo>
                    <a:cubicBezTo>
                      <a:pt x="1443539" y="16502"/>
                      <a:pt x="1453355" y="14401"/>
                      <a:pt x="1457126" y="12858"/>
                    </a:cubicBezTo>
                    <a:cubicBezTo>
                      <a:pt x="1459870" y="11658"/>
                      <a:pt x="1462956" y="11058"/>
                      <a:pt x="1466385" y="11058"/>
                    </a:cubicBezTo>
                    <a:close/>
                    <a:moveTo>
                      <a:pt x="1721502" y="10801"/>
                    </a:moveTo>
                    <a:cubicBezTo>
                      <a:pt x="1723560" y="10801"/>
                      <a:pt x="1727418" y="12558"/>
                      <a:pt x="1733075" y="16073"/>
                    </a:cubicBezTo>
                    <a:cubicBezTo>
                      <a:pt x="1738733" y="19588"/>
                      <a:pt x="1741562" y="22374"/>
                      <a:pt x="1741562" y="24431"/>
                    </a:cubicBezTo>
                    <a:cubicBezTo>
                      <a:pt x="1741562" y="26146"/>
                      <a:pt x="1739419" y="27560"/>
                      <a:pt x="1735133" y="28675"/>
                    </a:cubicBezTo>
                    <a:cubicBezTo>
                      <a:pt x="1730847" y="29789"/>
                      <a:pt x="1726132" y="31461"/>
                      <a:pt x="1720988" y="33689"/>
                    </a:cubicBezTo>
                    <a:cubicBezTo>
                      <a:pt x="1715845" y="35918"/>
                      <a:pt x="1710787" y="37890"/>
                      <a:pt x="1705815" y="39605"/>
                    </a:cubicBezTo>
                    <a:cubicBezTo>
                      <a:pt x="1700843" y="41319"/>
                      <a:pt x="1697800" y="42176"/>
                      <a:pt x="1696685" y="42176"/>
                    </a:cubicBezTo>
                    <a:cubicBezTo>
                      <a:pt x="1695571" y="42176"/>
                      <a:pt x="1695014" y="41748"/>
                      <a:pt x="1695014" y="40890"/>
                    </a:cubicBezTo>
                    <a:cubicBezTo>
                      <a:pt x="1695014" y="40033"/>
                      <a:pt x="1696128" y="38747"/>
                      <a:pt x="1698357" y="37033"/>
                    </a:cubicBezTo>
                    <a:cubicBezTo>
                      <a:pt x="1711387" y="26574"/>
                      <a:pt x="1717988" y="19716"/>
                      <a:pt x="1718159" y="16459"/>
                    </a:cubicBezTo>
                    <a:cubicBezTo>
                      <a:pt x="1718331" y="12687"/>
                      <a:pt x="1719445" y="10801"/>
                      <a:pt x="1721502" y="10801"/>
                    </a:cubicBezTo>
                    <a:close/>
                    <a:moveTo>
                      <a:pt x="1206510" y="10029"/>
                    </a:moveTo>
                    <a:cubicBezTo>
                      <a:pt x="1208653" y="10029"/>
                      <a:pt x="1213025" y="11958"/>
                      <a:pt x="1219626" y="15816"/>
                    </a:cubicBezTo>
                    <a:cubicBezTo>
                      <a:pt x="1226226" y="19673"/>
                      <a:pt x="1229527" y="22631"/>
                      <a:pt x="1229527" y="24688"/>
                    </a:cubicBezTo>
                    <a:cubicBezTo>
                      <a:pt x="1229527" y="26746"/>
                      <a:pt x="1228069" y="28803"/>
                      <a:pt x="1225155" y="30861"/>
                    </a:cubicBezTo>
                    <a:cubicBezTo>
                      <a:pt x="1218640" y="34804"/>
                      <a:pt x="1203981" y="47834"/>
                      <a:pt x="1181178" y="69951"/>
                    </a:cubicBezTo>
                    <a:cubicBezTo>
                      <a:pt x="1202438" y="67722"/>
                      <a:pt x="1219583" y="65622"/>
                      <a:pt x="1232613" y="63650"/>
                    </a:cubicBezTo>
                    <a:cubicBezTo>
                      <a:pt x="1245643" y="61679"/>
                      <a:pt x="1254901" y="60693"/>
                      <a:pt x="1260388" y="60693"/>
                    </a:cubicBezTo>
                    <a:cubicBezTo>
                      <a:pt x="1265874" y="60693"/>
                      <a:pt x="1270932" y="62064"/>
                      <a:pt x="1275561" y="64808"/>
                    </a:cubicBezTo>
                    <a:cubicBezTo>
                      <a:pt x="1280190" y="67551"/>
                      <a:pt x="1282505" y="70037"/>
                      <a:pt x="1282505" y="72266"/>
                    </a:cubicBezTo>
                    <a:cubicBezTo>
                      <a:pt x="1282505" y="74495"/>
                      <a:pt x="1281476" y="76123"/>
                      <a:pt x="1279419" y="77152"/>
                    </a:cubicBezTo>
                    <a:cubicBezTo>
                      <a:pt x="1277361" y="78181"/>
                      <a:pt x="1274961" y="78695"/>
                      <a:pt x="1272218" y="78695"/>
                    </a:cubicBezTo>
                    <a:cubicBezTo>
                      <a:pt x="1269474" y="78695"/>
                      <a:pt x="1266903" y="78524"/>
                      <a:pt x="1264502" y="78181"/>
                    </a:cubicBezTo>
                    <a:cubicBezTo>
                      <a:pt x="1255073" y="76809"/>
                      <a:pt x="1242214" y="76123"/>
                      <a:pt x="1225926" y="76123"/>
                    </a:cubicBezTo>
                    <a:cubicBezTo>
                      <a:pt x="1209638" y="76123"/>
                      <a:pt x="1186193" y="78052"/>
                      <a:pt x="1155589" y="81910"/>
                    </a:cubicBezTo>
                    <a:cubicBezTo>
                      <a:pt x="1124985" y="85767"/>
                      <a:pt x="1105654" y="88596"/>
                      <a:pt x="1097596" y="90397"/>
                    </a:cubicBezTo>
                    <a:cubicBezTo>
                      <a:pt x="1089538" y="92197"/>
                      <a:pt x="1083966" y="93097"/>
                      <a:pt x="1080880" y="93097"/>
                    </a:cubicBezTo>
                    <a:cubicBezTo>
                      <a:pt x="1077794" y="93097"/>
                      <a:pt x="1074579" y="91725"/>
                      <a:pt x="1071235" y="88982"/>
                    </a:cubicBezTo>
                    <a:cubicBezTo>
                      <a:pt x="1067892" y="86239"/>
                      <a:pt x="1066220" y="84139"/>
                      <a:pt x="1066220" y="82681"/>
                    </a:cubicBezTo>
                    <a:cubicBezTo>
                      <a:pt x="1066220" y="81224"/>
                      <a:pt x="1068406" y="80495"/>
                      <a:pt x="1072778" y="80495"/>
                    </a:cubicBezTo>
                    <a:cubicBezTo>
                      <a:pt x="1077150" y="80495"/>
                      <a:pt x="1085252" y="79810"/>
                      <a:pt x="1097082" y="78438"/>
                    </a:cubicBezTo>
                    <a:lnTo>
                      <a:pt x="1173205" y="71237"/>
                    </a:lnTo>
                    <a:cubicBezTo>
                      <a:pt x="1193779" y="45005"/>
                      <a:pt x="1204066" y="27603"/>
                      <a:pt x="1204066" y="19031"/>
                    </a:cubicBezTo>
                    <a:cubicBezTo>
                      <a:pt x="1204066" y="18173"/>
                      <a:pt x="1203938" y="17273"/>
                      <a:pt x="1203681" y="16330"/>
                    </a:cubicBezTo>
                    <a:cubicBezTo>
                      <a:pt x="1203423" y="15387"/>
                      <a:pt x="1203295" y="14487"/>
                      <a:pt x="1203295" y="13630"/>
                    </a:cubicBezTo>
                    <a:cubicBezTo>
                      <a:pt x="1203295" y="11230"/>
                      <a:pt x="1204366" y="10029"/>
                      <a:pt x="1206510" y="10029"/>
                    </a:cubicBezTo>
                    <a:close/>
                    <a:moveTo>
                      <a:pt x="1903711" y="7200"/>
                    </a:moveTo>
                    <a:cubicBezTo>
                      <a:pt x="1906026" y="7200"/>
                      <a:pt x="1909669" y="8315"/>
                      <a:pt x="1914641" y="10544"/>
                    </a:cubicBezTo>
                    <a:cubicBezTo>
                      <a:pt x="1919613" y="12773"/>
                      <a:pt x="1922099" y="15173"/>
                      <a:pt x="1922099" y="17745"/>
                    </a:cubicBezTo>
                    <a:cubicBezTo>
                      <a:pt x="1922099" y="18945"/>
                      <a:pt x="1921670" y="20659"/>
                      <a:pt x="1920813" y="22888"/>
                    </a:cubicBezTo>
                    <a:cubicBezTo>
                      <a:pt x="1919956" y="25117"/>
                      <a:pt x="1919227" y="29017"/>
                      <a:pt x="1918627" y="34590"/>
                    </a:cubicBezTo>
                    <a:cubicBezTo>
                      <a:pt x="1918027" y="40162"/>
                      <a:pt x="1917213" y="54178"/>
                      <a:pt x="1916184" y="76638"/>
                    </a:cubicBezTo>
                    <a:cubicBezTo>
                      <a:pt x="1934701" y="72351"/>
                      <a:pt x="1945202" y="70208"/>
                      <a:pt x="1947688" y="70208"/>
                    </a:cubicBezTo>
                    <a:cubicBezTo>
                      <a:pt x="1950174" y="70208"/>
                      <a:pt x="1951888" y="70680"/>
                      <a:pt x="1952832" y="71623"/>
                    </a:cubicBezTo>
                    <a:cubicBezTo>
                      <a:pt x="1953774" y="72566"/>
                      <a:pt x="1954246" y="73466"/>
                      <a:pt x="1954246" y="74323"/>
                    </a:cubicBezTo>
                    <a:cubicBezTo>
                      <a:pt x="1954246" y="76895"/>
                      <a:pt x="1951417" y="78867"/>
                      <a:pt x="1945759" y="80238"/>
                    </a:cubicBezTo>
                    <a:cubicBezTo>
                      <a:pt x="1940101" y="81610"/>
                      <a:pt x="1930157" y="83496"/>
                      <a:pt x="1915927" y="85896"/>
                    </a:cubicBezTo>
                    <a:cubicBezTo>
                      <a:pt x="1915241" y="100641"/>
                      <a:pt x="1914598" y="110285"/>
                      <a:pt x="1913998" y="114828"/>
                    </a:cubicBezTo>
                    <a:cubicBezTo>
                      <a:pt x="1913398" y="119372"/>
                      <a:pt x="1912326" y="121643"/>
                      <a:pt x="1910783" y="121643"/>
                    </a:cubicBezTo>
                    <a:cubicBezTo>
                      <a:pt x="1909240" y="121643"/>
                      <a:pt x="1907869" y="120272"/>
                      <a:pt x="1906669" y="117529"/>
                    </a:cubicBezTo>
                    <a:cubicBezTo>
                      <a:pt x="1905468" y="114785"/>
                      <a:pt x="1904868" y="110585"/>
                      <a:pt x="1904868" y="104927"/>
                    </a:cubicBezTo>
                    <a:cubicBezTo>
                      <a:pt x="1904868" y="99269"/>
                      <a:pt x="1905040" y="93526"/>
                      <a:pt x="1905383" y="87696"/>
                    </a:cubicBezTo>
                    <a:cubicBezTo>
                      <a:pt x="1901268" y="96097"/>
                      <a:pt x="1895310" y="104113"/>
                      <a:pt x="1887509" y="111742"/>
                    </a:cubicBezTo>
                    <a:cubicBezTo>
                      <a:pt x="1879708" y="119372"/>
                      <a:pt x="1871650" y="125458"/>
                      <a:pt x="1863334" y="130001"/>
                    </a:cubicBezTo>
                    <a:cubicBezTo>
                      <a:pt x="1855019" y="134545"/>
                      <a:pt x="1849576" y="136817"/>
                      <a:pt x="1847004" y="136817"/>
                    </a:cubicBezTo>
                    <a:cubicBezTo>
                      <a:pt x="1846490" y="136817"/>
                      <a:pt x="1846232" y="136559"/>
                      <a:pt x="1846232" y="136045"/>
                    </a:cubicBezTo>
                    <a:cubicBezTo>
                      <a:pt x="1846232" y="135531"/>
                      <a:pt x="1846918" y="134759"/>
                      <a:pt x="1848290" y="133731"/>
                    </a:cubicBezTo>
                    <a:cubicBezTo>
                      <a:pt x="1868692" y="118643"/>
                      <a:pt x="1883008" y="103984"/>
                      <a:pt x="1891238" y="89754"/>
                    </a:cubicBezTo>
                    <a:cubicBezTo>
                      <a:pt x="1882837" y="90782"/>
                      <a:pt x="1876750" y="91297"/>
                      <a:pt x="1872979" y="91297"/>
                    </a:cubicBezTo>
                    <a:cubicBezTo>
                      <a:pt x="1869207" y="91297"/>
                      <a:pt x="1866121" y="90868"/>
                      <a:pt x="1863720" y="90011"/>
                    </a:cubicBezTo>
                    <a:cubicBezTo>
                      <a:pt x="1861320" y="89154"/>
                      <a:pt x="1860120" y="88211"/>
                      <a:pt x="1860120" y="87182"/>
                    </a:cubicBezTo>
                    <a:cubicBezTo>
                      <a:pt x="1860120" y="86153"/>
                      <a:pt x="1861749" y="85553"/>
                      <a:pt x="1865006" y="85382"/>
                    </a:cubicBezTo>
                    <a:cubicBezTo>
                      <a:pt x="1872550" y="85039"/>
                      <a:pt x="1886180" y="82810"/>
                      <a:pt x="1905897" y="78695"/>
                    </a:cubicBezTo>
                    <a:cubicBezTo>
                      <a:pt x="1906411" y="69951"/>
                      <a:pt x="1906669" y="61293"/>
                      <a:pt x="1906669" y="52720"/>
                    </a:cubicBezTo>
                    <a:cubicBezTo>
                      <a:pt x="1906669" y="31632"/>
                      <a:pt x="1905383" y="19373"/>
                      <a:pt x="1902811" y="15944"/>
                    </a:cubicBezTo>
                    <a:cubicBezTo>
                      <a:pt x="1901096" y="13544"/>
                      <a:pt x="1900239" y="11487"/>
                      <a:pt x="1900239" y="9772"/>
                    </a:cubicBezTo>
                    <a:cubicBezTo>
                      <a:pt x="1900239" y="8058"/>
                      <a:pt x="1901396" y="7200"/>
                      <a:pt x="1903711" y="7200"/>
                    </a:cubicBezTo>
                    <a:close/>
                    <a:moveTo>
                      <a:pt x="677886" y="6686"/>
                    </a:moveTo>
                    <a:cubicBezTo>
                      <a:pt x="680630" y="6686"/>
                      <a:pt x="685130" y="8058"/>
                      <a:pt x="691388" y="10801"/>
                    </a:cubicBezTo>
                    <a:cubicBezTo>
                      <a:pt x="697646" y="13544"/>
                      <a:pt x="700775" y="16202"/>
                      <a:pt x="700775" y="18773"/>
                    </a:cubicBezTo>
                    <a:cubicBezTo>
                      <a:pt x="700775" y="19802"/>
                      <a:pt x="700346" y="21302"/>
                      <a:pt x="699489" y="23274"/>
                    </a:cubicBezTo>
                    <a:cubicBezTo>
                      <a:pt x="698632" y="25246"/>
                      <a:pt x="697946" y="28289"/>
                      <a:pt x="697432" y="32404"/>
                    </a:cubicBezTo>
                    <a:cubicBezTo>
                      <a:pt x="696917" y="36518"/>
                      <a:pt x="696146" y="46120"/>
                      <a:pt x="695117" y="61207"/>
                    </a:cubicBezTo>
                    <a:cubicBezTo>
                      <a:pt x="706776" y="57778"/>
                      <a:pt x="716034" y="53749"/>
                      <a:pt x="722892" y="49120"/>
                    </a:cubicBezTo>
                    <a:cubicBezTo>
                      <a:pt x="723921" y="48434"/>
                      <a:pt x="725121" y="48091"/>
                      <a:pt x="726492" y="48091"/>
                    </a:cubicBezTo>
                    <a:cubicBezTo>
                      <a:pt x="730607" y="48091"/>
                      <a:pt x="736608" y="50406"/>
                      <a:pt x="744495" y="55035"/>
                    </a:cubicBezTo>
                    <a:cubicBezTo>
                      <a:pt x="752381" y="59664"/>
                      <a:pt x="756325" y="63136"/>
                      <a:pt x="756325" y="65451"/>
                    </a:cubicBezTo>
                    <a:cubicBezTo>
                      <a:pt x="756325" y="67765"/>
                      <a:pt x="754782" y="69180"/>
                      <a:pt x="751696" y="69694"/>
                    </a:cubicBezTo>
                    <a:cubicBezTo>
                      <a:pt x="742266" y="71237"/>
                      <a:pt x="733350" y="74752"/>
                      <a:pt x="724949" y="80238"/>
                    </a:cubicBezTo>
                    <a:cubicBezTo>
                      <a:pt x="723578" y="81267"/>
                      <a:pt x="722463" y="81781"/>
                      <a:pt x="721606" y="81781"/>
                    </a:cubicBezTo>
                    <a:cubicBezTo>
                      <a:pt x="720749" y="81781"/>
                      <a:pt x="720320" y="81224"/>
                      <a:pt x="720320" y="80110"/>
                    </a:cubicBezTo>
                    <a:cubicBezTo>
                      <a:pt x="720320" y="78995"/>
                      <a:pt x="721049" y="76681"/>
                      <a:pt x="722506" y="73166"/>
                    </a:cubicBezTo>
                    <a:cubicBezTo>
                      <a:pt x="723964" y="69651"/>
                      <a:pt x="724692" y="67036"/>
                      <a:pt x="724692" y="65322"/>
                    </a:cubicBezTo>
                    <a:cubicBezTo>
                      <a:pt x="724692" y="63607"/>
                      <a:pt x="723749" y="62750"/>
                      <a:pt x="721863" y="62750"/>
                    </a:cubicBezTo>
                    <a:cubicBezTo>
                      <a:pt x="718606" y="62750"/>
                      <a:pt x="709519" y="64636"/>
                      <a:pt x="694603" y="68408"/>
                    </a:cubicBezTo>
                    <a:lnTo>
                      <a:pt x="691517" y="115214"/>
                    </a:lnTo>
                    <a:cubicBezTo>
                      <a:pt x="697174" y="113499"/>
                      <a:pt x="702146" y="111442"/>
                      <a:pt x="706433" y="109042"/>
                    </a:cubicBezTo>
                    <a:cubicBezTo>
                      <a:pt x="707976" y="108184"/>
                      <a:pt x="709605" y="107756"/>
                      <a:pt x="711319" y="107756"/>
                    </a:cubicBezTo>
                    <a:cubicBezTo>
                      <a:pt x="713034" y="107756"/>
                      <a:pt x="716634" y="109042"/>
                      <a:pt x="722120" y="111613"/>
                    </a:cubicBezTo>
                    <a:cubicBezTo>
                      <a:pt x="727607" y="114185"/>
                      <a:pt x="730350" y="116328"/>
                      <a:pt x="730350" y="118043"/>
                    </a:cubicBezTo>
                    <a:cubicBezTo>
                      <a:pt x="730350" y="119757"/>
                      <a:pt x="729107" y="121643"/>
                      <a:pt x="726621" y="123701"/>
                    </a:cubicBezTo>
                    <a:cubicBezTo>
                      <a:pt x="724135" y="125758"/>
                      <a:pt x="720577" y="133216"/>
                      <a:pt x="715948" y="146075"/>
                    </a:cubicBezTo>
                    <a:cubicBezTo>
                      <a:pt x="713548" y="153962"/>
                      <a:pt x="709605" y="162106"/>
                      <a:pt x="704118" y="170507"/>
                    </a:cubicBezTo>
                    <a:cubicBezTo>
                      <a:pt x="718348" y="183537"/>
                      <a:pt x="731679" y="193009"/>
                      <a:pt x="744109" y="198924"/>
                    </a:cubicBezTo>
                    <a:cubicBezTo>
                      <a:pt x="756539" y="204839"/>
                      <a:pt x="769098" y="209254"/>
                      <a:pt x="781785" y="212169"/>
                    </a:cubicBezTo>
                    <a:cubicBezTo>
                      <a:pt x="783671" y="212683"/>
                      <a:pt x="784614" y="213541"/>
                      <a:pt x="784614" y="214741"/>
                    </a:cubicBezTo>
                    <a:cubicBezTo>
                      <a:pt x="784614" y="215941"/>
                      <a:pt x="784057" y="216798"/>
                      <a:pt x="782942" y="217312"/>
                    </a:cubicBezTo>
                    <a:cubicBezTo>
                      <a:pt x="781828" y="217827"/>
                      <a:pt x="776127" y="218641"/>
                      <a:pt x="765840" y="219756"/>
                    </a:cubicBezTo>
                    <a:cubicBezTo>
                      <a:pt x="755553" y="220870"/>
                      <a:pt x="747795" y="221427"/>
                      <a:pt x="742566" y="221427"/>
                    </a:cubicBezTo>
                    <a:cubicBezTo>
                      <a:pt x="737337" y="221427"/>
                      <a:pt x="733479" y="220827"/>
                      <a:pt x="730993" y="219627"/>
                    </a:cubicBezTo>
                    <a:cubicBezTo>
                      <a:pt x="728507" y="218427"/>
                      <a:pt x="724478" y="214612"/>
                      <a:pt x="718906" y="208183"/>
                    </a:cubicBezTo>
                    <a:cubicBezTo>
                      <a:pt x="713334" y="201753"/>
                      <a:pt x="706261" y="192538"/>
                      <a:pt x="697689" y="180536"/>
                    </a:cubicBezTo>
                    <a:cubicBezTo>
                      <a:pt x="688945" y="192366"/>
                      <a:pt x="679687" y="200596"/>
                      <a:pt x="669914" y="205225"/>
                    </a:cubicBezTo>
                    <a:cubicBezTo>
                      <a:pt x="660141" y="209854"/>
                      <a:pt x="651569" y="212169"/>
                      <a:pt x="644196" y="212169"/>
                    </a:cubicBezTo>
                    <a:cubicBezTo>
                      <a:pt x="641282" y="212169"/>
                      <a:pt x="639824" y="211569"/>
                      <a:pt x="639824" y="210369"/>
                    </a:cubicBezTo>
                    <a:cubicBezTo>
                      <a:pt x="639824" y="209169"/>
                      <a:pt x="641367" y="208054"/>
                      <a:pt x="644454" y="207025"/>
                    </a:cubicBezTo>
                    <a:cubicBezTo>
                      <a:pt x="663485" y="200339"/>
                      <a:pt x="678658" y="188252"/>
                      <a:pt x="689974" y="170764"/>
                    </a:cubicBezTo>
                    <a:cubicBezTo>
                      <a:pt x="677115" y="153447"/>
                      <a:pt x="668199" y="143160"/>
                      <a:pt x="663227" y="139903"/>
                    </a:cubicBezTo>
                    <a:cubicBezTo>
                      <a:pt x="661513" y="138703"/>
                      <a:pt x="660656" y="137460"/>
                      <a:pt x="660656" y="136174"/>
                    </a:cubicBezTo>
                    <a:cubicBezTo>
                      <a:pt x="660656" y="134888"/>
                      <a:pt x="661684" y="134245"/>
                      <a:pt x="663742" y="134245"/>
                    </a:cubicBezTo>
                    <a:cubicBezTo>
                      <a:pt x="669228" y="134245"/>
                      <a:pt x="675400" y="138531"/>
                      <a:pt x="682258" y="147104"/>
                    </a:cubicBezTo>
                    <a:cubicBezTo>
                      <a:pt x="685344" y="151390"/>
                      <a:pt x="689545" y="156276"/>
                      <a:pt x="694860" y="161763"/>
                    </a:cubicBezTo>
                    <a:cubicBezTo>
                      <a:pt x="698803" y="154562"/>
                      <a:pt x="701846" y="147104"/>
                      <a:pt x="703990" y="139388"/>
                    </a:cubicBezTo>
                    <a:cubicBezTo>
                      <a:pt x="706133" y="131673"/>
                      <a:pt x="707204" y="126701"/>
                      <a:pt x="707204" y="124472"/>
                    </a:cubicBezTo>
                    <a:cubicBezTo>
                      <a:pt x="707204" y="122243"/>
                      <a:pt x="706004" y="121129"/>
                      <a:pt x="703604" y="121129"/>
                    </a:cubicBezTo>
                    <a:cubicBezTo>
                      <a:pt x="699146" y="121129"/>
                      <a:pt x="689974" y="123272"/>
                      <a:pt x="676086" y="127558"/>
                    </a:cubicBezTo>
                    <a:cubicBezTo>
                      <a:pt x="674372" y="127901"/>
                      <a:pt x="672571" y="128073"/>
                      <a:pt x="670685" y="128073"/>
                    </a:cubicBezTo>
                    <a:cubicBezTo>
                      <a:pt x="668800" y="128073"/>
                      <a:pt x="666742" y="127601"/>
                      <a:pt x="664513" y="126658"/>
                    </a:cubicBezTo>
                    <a:cubicBezTo>
                      <a:pt x="662284" y="125715"/>
                      <a:pt x="661170" y="124729"/>
                      <a:pt x="661170" y="123701"/>
                    </a:cubicBezTo>
                    <a:cubicBezTo>
                      <a:pt x="661170" y="122672"/>
                      <a:pt x="662113" y="122072"/>
                      <a:pt x="663999" y="121900"/>
                    </a:cubicBezTo>
                    <a:cubicBezTo>
                      <a:pt x="665885" y="121729"/>
                      <a:pt x="671714" y="120529"/>
                      <a:pt x="681487" y="118300"/>
                    </a:cubicBezTo>
                    <a:lnTo>
                      <a:pt x="682773" y="71494"/>
                    </a:lnTo>
                    <a:cubicBezTo>
                      <a:pt x="671971" y="74066"/>
                      <a:pt x="663056" y="75523"/>
                      <a:pt x="656026" y="75866"/>
                    </a:cubicBezTo>
                    <a:cubicBezTo>
                      <a:pt x="656369" y="78609"/>
                      <a:pt x="656541" y="83410"/>
                      <a:pt x="656541" y="90268"/>
                    </a:cubicBezTo>
                    <a:cubicBezTo>
                      <a:pt x="656541" y="97126"/>
                      <a:pt x="655769" y="110199"/>
                      <a:pt x="654226" y="129487"/>
                    </a:cubicBezTo>
                    <a:cubicBezTo>
                      <a:pt x="652683" y="148775"/>
                      <a:pt x="648826" y="165063"/>
                      <a:pt x="642653" y="178350"/>
                    </a:cubicBezTo>
                    <a:cubicBezTo>
                      <a:pt x="636481" y="191638"/>
                      <a:pt x="628980" y="201839"/>
                      <a:pt x="620150" y="208954"/>
                    </a:cubicBezTo>
                    <a:cubicBezTo>
                      <a:pt x="611321" y="216069"/>
                      <a:pt x="605963" y="219627"/>
                      <a:pt x="604077" y="219627"/>
                    </a:cubicBezTo>
                    <a:cubicBezTo>
                      <a:pt x="603391" y="219627"/>
                      <a:pt x="603048" y="219284"/>
                      <a:pt x="603048" y="218598"/>
                    </a:cubicBezTo>
                    <a:cubicBezTo>
                      <a:pt x="603048" y="217912"/>
                      <a:pt x="603820" y="216712"/>
                      <a:pt x="605363" y="214998"/>
                    </a:cubicBezTo>
                    <a:cubicBezTo>
                      <a:pt x="621822" y="197167"/>
                      <a:pt x="632324" y="178608"/>
                      <a:pt x="636867" y="159319"/>
                    </a:cubicBezTo>
                    <a:cubicBezTo>
                      <a:pt x="641410" y="140031"/>
                      <a:pt x="643682" y="120615"/>
                      <a:pt x="643682" y="101069"/>
                    </a:cubicBezTo>
                    <a:cubicBezTo>
                      <a:pt x="643682" y="87868"/>
                      <a:pt x="642225" y="78867"/>
                      <a:pt x="639310" y="74066"/>
                    </a:cubicBezTo>
                    <a:cubicBezTo>
                      <a:pt x="638281" y="72523"/>
                      <a:pt x="637767" y="70980"/>
                      <a:pt x="637767" y="69437"/>
                    </a:cubicBezTo>
                    <a:cubicBezTo>
                      <a:pt x="637767" y="67894"/>
                      <a:pt x="638924" y="67122"/>
                      <a:pt x="641239" y="67122"/>
                    </a:cubicBezTo>
                    <a:cubicBezTo>
                      <a:pt x="643553" y="67122"/>
                      <a:pt x="646768" y="68065"/>
                      <a:pt x="650883" y="69951"/>
                    </a:cubicBezTo>
                    <a:cubicBezTo>
                      <a:pt x="659455" y="68922"/>
                      <a:pt x="670171" y="67036"/>
                      <a:pt x="683030" y="64293"/>
                    </a:cubicBezTo>
                    <a:cubicBezTo>
                      <a:pt x="683544" y="37376"/>
                      <a:pt x="681401" y="21259"/>
                      <a:pt x="676600" y="15944"/>
                    </a:cubicBezTo>
                    <a:cubicBezTo>
                      <a:pt x="674715" y="13716"/>
                      <a:pt x="673772" y="11744"/>
                      <a:pt x="673772" y="10029"/>
                    </a:cubicBezTo>
                    <a:cubicBezTo>
                      <a:pt x="673772" y="7801"/>
                      <a:pt x="675143" y="6686"/>
                      <a:pt x="677886" y="6686"/>
                    </a:cubicBezTo>
                    <a:close/>
                    <a:moveTo>
                      <a:pt x="886198" y="4886"/>
                    </a:moveTo>
                    <a:cubicBezTo>
                      <a:pt x="889456" y="4886"/>
                      <a:pt x="894042" y="7072"/>
                      <a:pt x="899957" y="11444"/>
                    </a:cubicBezTo>
                    <a:cubicBezTo>
                      <a:pt x="905872" y="15816"/>
                      <a:pt x="908829" y="19245"/>
                      <a:pt x="908829" y="21731"/>
                    </a:cubicBezTo>
                    <a:cubicBezTo>
                      <a:pt x="908829" y="24217"/>
                      <a:pt x="907715" y="26489"/>
                      <a:pt x="905486" y="28546"/>
                    </a:cubicBezTo>
                    <a:cubicBezTo>
                      <a:pt x="900514" y="33175"/>
                      <a:pt x="896142" y="38919"/>
                      <a:pt x="892370" y="45777"/>
                    </a:cubicBezTo>
                    <a:cubicBezTo>
                      <a:pt x="886541" y="55378"/>
                      <a:pt x="881054" y="63607"/>
                      <a:pt x="875911" y="70465"/>
                    </a:cubicBezTo>
                    <a:cubicBezTo>
                      <a:pt x="900257" y="66008"/>
                      <a:pt x="919674" y="62836"/>
                      <a:pt x="934161" y="60950"/>
                    </a:cubicBezTo>
                    <a:cubicBezTo>
                      <a:pt x="948649" y="59064"/>
                      <a:pt x="958207" y="56664"/>
                      <a:pt x="962836" y="53749"/>
                    </a:cubicBezTo>
                    <a:cubicBezTo>
                      <a:pt x="965065" y="52206"/>
                      <a:pt x="967208" y="51435"/>
                      <a:pt x="969266" y="51435"/>
                    </a:cubicBezTo>
                    <a:cubicBezTo>
                      <a:pt x="973209" y="51435"/>
                      <a:pt x="979681" y="53921"/>
                      <a:pt x="988682" y="58893"/>
                    </a:cubicBezTo>
                    <a:cubicBezTo>
                      <a:pt x="997683" y="63865"/>
                      <a:pt x="1002184" y="67637"/>
                      <a:pt x="1002184" y="70208"/>
                    </a:cubicBezTo>
                    <a:cubicBezTo>
                      <a:pt x="1002184" y="72094"/>
                      <a:pt x="1000984" y="73466"/>
                      <a:pt x="998584" y="74323"/>
                    </a:cubicBezTo>
                    <a:cubicBezTo>
                      <a:pt x="996183" y="75523"/>
                      <a:pt x="991554" y="78567"/>
                      <a:pt x="984696" y="83453"/>
                    </a:cubicBezTo>
                    <a:cubicBezTo>
                      <a:pt x="977838" y="88339"/>
                      <a:pt x="972480" y="92411"/>
                      <a:pt x="968623" y="95669"/>
                    </a:cubicBezTo>
                    <a:cubicBezTo>
                      <a:pt x="964765" y="98926"/>
                      <a:pt x="962493" y="100555"/>
                      <a:pt x="961808" y="100555"/>
                    </a:cubicBezTo>
                    <a:cubicBezTo>
                      <a:pt x="961122" y="100555"/>
                      <a:pt x="960779" y="100126"/>
                      <a:pt x="960779" y="99269"/>
                    </a:cubicBezTo>
                    <a:cubicBezTo>
                      <a:pt x="960779" y="97897"/>
                      <a:pt x="962065" y="93826"/>
                      <a:pt x="964636" y="87053"/>
                    </a:cubicBezTo>
                    <a:cubicBezTo>
                      <a:pt x="967208" y="80281"/>
                      <a:pt x="968494" y="75995"/>
                      <a:pt x="968494" y="74195"/>
                    </a:cubicBezTo>
                    <a:cubicBezTo>
                      <a:pt x="968494" y="72394"/>
                      <a:pt x="968065" y="71151"/>
                      <a:pt x="967208" y="70465"/>
                    </a:cubicBezTo>
                    <a:cubicBezTo>
                      <a:pt x="966351" y="69780"/>
                      <a:pt x="962879" y="69437"/>
                      <a:pt x="956792" y="69437"/>
                    </a:cubicBezTo>
                    <a:cubicBezTo>
                      <a:pt x="950706" y="69437"/>
                      <a:pt x="941019" y="70208"/>
                      <a:pt x="927732" y="71751"/>
                    </a:cubicBezTo>
                    <a:cubicBezTo>
                      <a:pt x="914444" y="73294"/>
                      <a:pt x="904457" y="74837"/>
                      <a:pt x="897771" y="76381"/>
                    </a:cubicBezTo>
                    <a:cubicBezTo>
                      <a:pt x="891084" y="77924"/>
                      <a:pt x="886327" y="78695"/>
                      <a:pt x="883498" y="78695"/>
                    </a:cubicBezTo>
                    <a:cubicBezTo>
                      <a:pt x="880669" y="78695"/>
                      <a:pt x="876854" y="77495"/>
                      <a:pt x="872053" y="75095"/>
                    </a:cubicBezTo>
                    <a:cubicBezTo>
                      <a:pt x="863310" y="86067"/>
                      <a:pt x="854308" y="95240"/>
                      <a:pt x="845050" y="102612"/>
                    </a:cubicBezTo>
                    <a:cubicBezTo>
                      <a:pt x="835792" y="109985"/>
                      <a:pt x="829877" y="113671"/>
                      <a:pt x="827305" y="113671"/>
                    </a:cubicBezTo>
                    <a:cubicBezTo>
                      <a:pt x="826619" y="113671"/>
                      <a:pt x="826276" y="113414"/>
                      <a:pt x="826276" y="112899"/>
                    </a:cubicBezTo>
                    <a:cubicBezTo>
                      <a:pt x="826276" y="111185"/>
                      <a:pt x="828505" y="108013"/>
                      <a:pt x="832963" y="103384"/>
                    </a:cubicBezTo>
                    <a:cubicBezTo>
                      <a:pt x="844964" y="91040"/>
                      <a:pt x="856323" y="76080"/>
                      <a:pt x="867039" y="58507"/>
                    </a:cubicBezTo>
                    <a:cubicBezTo>
                      <a:pt x="877754" y="40933"/>
                      <a:pt x="883112" y="28032"/>
                      <a:pt x="883112" y="19802"/>
                    </a:cubicBezTo>
                    <a:cubicBezTo>
                      <a:pt x="883112" y="17745"/>
                      <a:pt x="882812" y="15516"/>
                      <a:pt x="882212" y="13115"/>
                    </a:cubicBezTo>
                    <a:cubicBezTo>
                      <a:pt x="881612" y="10715"/>
                      <a:pt x="881312" y="9429"/>
                      <a:pt x="881312" y="9258"/>
                    </a:cubicBezTo>
                    <a:cubicBezTo>
                      <a:pt x="881312" y="6343"/>
                      <a:pt x="882940" y="4886"/>
                      <a:pt x="886198" y="4886"/>
                    </a:cubicBezTo>
                    <a:close/>
                    <a:moveTo>
                      <a:pt x="1666081" y="0"/>
                    </a:moveTo>
                    <a:cubicBezTo>
                      <a:pt x="1668396" y="0"/>
                      <a:pt x="1671910" y="857"/>
                      <a:pt x="1676626" y="2571"/>
                    </a:cubicBezTo>
                    <a:cubicBezTo>
                      <a:pt x="1681340" y="4286"/>
                      <a:pt x="1684512" y="5743"/>
                      <a:pt x="1686141" y="6943"/>
                    </a:cubicBezTo>
                    <a:cubicBezTo>
                      <a:pt x="1687770" y="8143"/>
                      <a:pt x="1688584" y="9644"/>
                      <a:pt x="1688584" y="11444"/>
                    </a:cubicBezTo>
                    <a:cubicBezTo>
                      <a:pt x="1688584" y="13244"/>
                      <a:pt x="1687855" y="16502"/>
                      <a:pt x="1686398" y="21216"/>
                    </a:cubicBezTo>
                    <a:cubicBezTo>
                      <a:pt x="1684941" y="25931"/>
                      <a:pt x="1684041" y="37804"/>
                      <a:pt x="1683698" y="56835"/>
                    </a:cubicBezTo>
                    <a:cubicBezTo>
                      <a:pt x="1724503" y="52549"/>
                      <a:pt x="1746106" y="49977"/>
                      <a:pt x="1748506" y="49120"/>
                    </a:cubicBezTo>
                    <a:cubicBezTo>
                      <a:pt x="1752106" y="47577"/>
                      <a:pt x="1755107" y="46805"/>
                      <a:pt x="1757507" y="46805"/>
                    </a:cubicBezTo>
                    <a:cubicBezTo>
                      <a:pt x="1762136" y="46805"/>
                      <a:pt x="1768737" y="49806"/>
                      <a:pt x="1777310" y="55807"/>
                    </a:cubicBezTo>
                    <a:cubicBezTo>
                      <a:pt x="1785882" y="61807"/>
                      <a:pt x="1790168" y="66136"/>
                      <a:pt x="1790168" y="68794"/>
                    </a:cubicBezTo>
                    <a:cubicBezTo>
                      <a:pt x="1790168" y="71451"/>
                      <a:pt x="1787339" y="73037"/>
                      <a:pt x="1781682" y="73552"/>
                    </a:cubicBezTo>
                    <a:cubicBezTo>
                      <a:pt x="1769851" y="74580"/>
                      <a:pt x="1760165" y="77066"/>
                      <a:pt x="1752621" y="81010"/>
                    </a:cubicBezTo>
                    <a:cubicBezTo>
                      <a:pt x="1750563" y="82038"/>
                      <a:pt x="1748892" y="82553"/>
                      <a:pt x="1747606" y="82553"/>
                    </a:cubicBezTo>
                    <a:cubicBezTo>
                      <a:pt x="1746320" y="82553"/>
                      <a:pt x="1745677" y="82124"/>
                      <a:pt x="1745677" y="81267"/>
                    </a:cubicBezTo>
                    <a:cubicBezTo>
                      <a:pt x="1745677" y="80410"/>
                      <a:pt x="1746020" y="79467"/>
                      <a:pt x="1746706" y="78438"/>
                    </a:cubicBezTo>
                    <a:cubicBezTo>
                      <a:pt x="1752364" y="70551"/>
                      <a:pt x="1755192" y="65708"/>
                      <a:pt x="1755192" y="63908"/>
                    </a:cubicBezTo>
                    <a:cubicBezTo>
                      <a:pt x="1755192" y="62107"/>
                      <a:pt x="1754464" y="60950"/>
                      <a:pt x="1753006" y="60436"/>
                    </a:cubicBezTo>
                    <a:cubicBezTo>
                      <a:pt x="1751549" y="59921"/>
                      <a:pt x="1748763" y="59664"/>
                      <a:pt x="1744648" y="59664"/>
                    </a:cubicBezTo>
                    <a:cubicBezTo>
                      <a:pt x="1731790" y="59664"/>
                      <a:pt x="1713573" y="60864"/>
                      <a:pt x="1689998" y="63265"/>
                    </a:cubicBezTo>
                    <a:cubicBezTo>
                      <a:pt x="1666424" y="65665"/>
                      <a:pt x="1649151" y="67937"/>
                      <a:pt x="1638178" y="70080"/>
                    </a:cubicBezTo>
                    <a:cubicBezTo>
                      <a:pt x="1627205" y="72223"/>
                      <a:pt x="1618032" y="73209"/>
                      <a:pt x="1610660" y="73037"/>
                    </a:cubicBezTo>
                    <a:cubicBezTo>
                      <a:pt x="1607917" y="83153"/>
                      <a:pt x="1604702" y="91682"/>
                      <a:pt x="1601016" y="98626"/>
                    </a:cubicBezTo>
                    <a:cubicBezTo>
                      <a:pt x="1597330" y="105570"/>
                      <a:pt x="1594244" y="109042"/>
                      <a:pt x="1591758" y="109042"/>
                    </a:cubicBezTo>
                    <a:cubicBezTo>
                      <a:pt x="1589272" y="109042"/>
                      <a:pt x="1587472" y="107713"/>
                      <a:pt x="1586357" y="105056"/>
                    </a:cubicBezTo>
                    <a:cubicBezTo>
                      <a:pt x="1585242" y="102398"/>
                      <a:pt x="1584686" y="100212"/>
                      <a:pt x="1584686" y="98498"/>
                    </a:cubicBezTo>
                    <a:cubicBezTo>
                      <a:pt x="1584686" y="96783"/>
                      <a:pt x="1585157" y="94640"/>
                      <a:pt x="1586100" y="92068"/>
                    </a:cubicBezTo>
                    <a:cubicBezTo>
                      <a:pt x="1587043" y="89496"/>
                      <a:pt x="1588114" y="87439"/>
                      <a:pt x="1589314" y="85896"/>
                    </a:cubicBezTo>
                    <a:cubicBezTo>
                      <a:pt x="1592744" y="81781"/>
                      <a:pt x="1596001" y="74066"/>
                      <a:pt x="1599087" y="62750"/>
                    </a:cubicBezTo>
                    <a:cubicBezTo>
                      <a:pt x="1600116" y="59493"/>
                      <a:pt x="1601488" y="57864"/>
                      <a:pt x="1603202" y="57864"/>
                    </a:cubicBezTo>
                    <a:cubicBezTo>
                      <a:pt x="1604916" y="57864"/>
                      <a:pt x="1606888" y="60607"/>
                      <a:pt x="1609117" y="66094"/>
                    </a:cubicBezTo>
                    <a:cubicBezTo>
                      <a:pt x="1628662" y="62836"/>
                      <a:pt x="1649751" y="60178"/>
                      <a:pt x="1672382" y="58121"/>
                    </a:cubicBezTo>
                    <a:cubicBezTo>
                      <a:pt x="1672725" y="45605"/>
                      <a:pt x="1672425" y="35404"/>
                      <a:pt x="1671482" y="27517"/>
                    </a:cubicBezTo>
                    <a:cubicBezTo>
                      <a:pt x="1670539" y="19631"/>
                      <a:pt x="1668824" y="13887"/>
                      <a:pt x="1666338" y="10287"/>
                    </a:cubicBezTo>
                    <a:cubicBezTo>
                      <a:pt x="1663852" y="6686"/>
                      <a:pt x="1662610" y="4071"/>
                      <a:pt x="1662610" y="2443"/>
                    </a:cubicBezTo>
                    <a:cubicBezTo>
                      <a:pt x="1662610" y="814"/>
                      <a:pt x="1663767" y="0"/>
                      <a:pt x="166608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288F78-2049-49A5-9B7F-AEAA559FC236}"/>
                </a:ext>
              </a:extLst>
            </p:cNvPr>
            <p:cNvSpPr/>
            <p:nvPr/>
          </p:nvSpPr>
          <p:spPr>
            <a:xfrm>
              <a:off x="-5300" y="3930169"/>
              <a:ext cx="12197300" cy="196526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9146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874863B-FA97-4D44-B1F8-FE3DCC376DEE}"/>
              </a:ext>
            </a:extLst>
          </p:cNvPr>
          <p:cNvGrpSpPr/>
          <p:nvPr/>
        </p:nvGrpSpPr>
        <p:grpSpPr>
          <a:xfrm>
            <a:off x="774608" y="1264474"/>
            <a:ext cx="10642785" cy="2219896"/>
            <a:chOff x="1886857" y="2248792"/>
            <a:chExt cx="8563429" cy="178617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84E33E-352E-4714-AC7C-D0B8B378C02C}"/>
                </a:ext>
              </a:extLst>
            </p:cNvPr>
            <p:cNvGrpSpPr/>
            <p:nvPr/>
          </p:nvGrpSpPr>
          <p:grpSpPr>
            <a:xfrm>
              <a:off x="2038710" y="2330311"/>
              <a:ext cx="8259722" cy="1623141"/>
              <a:chOff x="2055252" y="2248792"/>
              <a:chExt cx="8259722" cy="1623141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821EC8B-C079-41C1-9490-31BCA9D6DFDC}"/>
                  </a:ext>
                </a:extLst>
              </p:cNvPr>
              <p:cNvSpPr txBox="1"/>
              <p:nvPr/>
            </p:nvSpPr>
            <p:spPr>
              <a:xfrm>
                <a:off x="6499291" y="3035971"/>
                <a:ext cx="2040585" cy="835962"/>
              </a:xfrm>
              <a:custGeom>
                <a:avLst/>
                <a:gdLst/>
                <a:ahLst/>
                <a:cxnLst/>
                <a:rect l="l" t="t" r="r" b="b"/>
                <a:pathLst>
                  <a:path w="2040585" h="835962">
                    <a:moveTo>
                      <a:pt x="662460" y="783479"/>
                    </a:moveTo>
                    <a:cubicBezTo>
                      <a:pt x="664632" y="783479"/>
                      <a:pt x="667950" y="784776"/>
                      <a:pt x="672414" y="787370"/>
                    </a:cubicBezTo>
                    <a:cubicBezTo>
                      <a:pt x="676878" y="789964"/>
                      <a:pt x="679110" y="793433"/>
                      <a:pt x="679110" y="797776"/>
                    </a:cubicBezTo>
                    <a:cubicBezTo>
                      <a:pt x="679110" y="799586"/>
                      <a:pt x="678688" y="801124"/>
                      <a:pt x="677843" y="802391"/>
                    </a:cubicBezTo>
                    <a:cubicBezTo>
                      <a:pt x="676999" y="803658"/>
                      <a:pt x="675973" y="804291"/>
                      <a:pt x="674767" y="804291"/>
                    </a:cubicBezTo>
                    <a:cubicBezTo>
                      <a:pt x="672836" y="804291"/>
                      <a:pt x="670061" y="801546"/>
                      <a:pt x="666442" y="796057"/>
                    </a:cubicBezTo>
                    <a:cubicBezTo>
                      <a:pt x="662822" y="790567"/>
                      <a:pt x="661013" y="786857"/>
                      <a:pt x="661013" y="784927"/>
                    </a:cubicBezTo>
                    <a:cubicBezTo>
                      <a:pt x="661013" y="783962"/>
                      <a:pt x="661495" y="783479"/>
                      <a:pt x="662460" y="783479"/>
                    </a:cubicBezTo>
                    <a:close/>
                    <a:moveTo>
                      <a:pt x="726888" y="782574"/>
                    </a:moveTo>
                    <a:cubicBezTo>
                      <a:pt x="728335" y="782574"/>
                      <a:pt x="731834" y="783720"/>
                      <a:pt x="737384" y="786013"/>
                    </a:cubicBezTo>
                    <a:cubicBezTo>
                      <a:pt x="742934" y="788305"/>
                      <a:pt x="747247" y="791020"/>
                      <a:pt x="750324" y="794157"/>
                    </a:cubicBezTo>
                    <a:cubicBezTo>
                      <a:pt x="753400" y="797293"/>
                      <a:pt x="754939" y="801154"/>
                      <a:pt x="754939" y="805739"/>
                    </a:cubicBezTo>
                    <a:cubicBezTo>
                      <a:pt x="754939" y="810686"/>
                      <a:pt x="753853" y="813159"/>
                      <a:pt x="751681" y="813159"/>
                    </a:cubicBezTo>
                    <a:cubicBezTo>
                      <a:pt x="750475" y="813159"/>
                      <a:pt x="748936" y="812526"/>
                      <a:pt x="747066" y="811259"/>
                    </a:cubicBezTo>
                    <a:cubicBezTo>
                      <a:pt x="745196" y="809992"/>
                      <a:pt x="742783" y="807488"/>
                      <a:pt x="739827" y="803748"/>
                    </a:cubicBezTo>
                    <a:cubicBezTo>
                      <a:pt x="736871" y="800008"/>
                      <a:pt x="733795" y="795846"/>
                      <a:pt x="730597" y="791261"/>
                    </a:cubicBezTo>
                    <a:cubicBezTo>
                      <a:pt x="727400" y="786676"/>
                      <a:pt x="725802" y="784082"/>
                      <a:pt x="725802" y="783479"/>
                    </a:cubicBezTo>
                    <a:cubicBezTo>
                      <a:pt x="725802" y="782876"/>
                      <a:pt x="726164" y="782574"/>
                      <a:pt x="726888" y="782574"/>
                    </a:cubicBezTo>
                    <a:close/>
                    <a:moveTo>
                      <a:pt x="694493" y="781126"/>
                    </a:moveTo>
                    <a:cubicBezTo>
                      <a:pt x="696785" y="781126"/>
                      <a:pt x="700194" y="782363"/>
                      <a:pt x="704718" y="784836"/>
                    </a:cubicBezTo>
                    <a:cubicBezTo>
                      <a:pt x="709242" y="787310"/>
                      <a:pt x="711505" y="790839"/>
                      <a:pt x="711505" y="795423"/>
                    </a:cubicBezTo>
                    <a:cubicBezTo>
                      <a:pt x="711505" y="797112"/>
                      <a:pt x="711203" y="798771"/>
                      <a:pt x="710600" y="800400"/>
                    </a:cubicBezTo>
                    <a:cubicBezTo>
                      <a:pt x="709996" y="802029"/>
                      <a:pt x="709092" y="802843"/>
                      <a:pt x="707885" y="802843"/>
                    </a:cubicBezTo>
                    <a:cubicBezTo>
                      <a:pt x="705713" y="802843"/>
                      <a:pt x="702697" y="799948"/>
                      <a:pt x="698836" y="794157"/>
                    </a:cubicBezTo>
                    <a:cubicBezTo>
                      <a:pt x="694976" y="788365"/>
                      <a:pt x="693045" y="784444"/>
                      <a:pt x="693045" y="782393"/>
                    </a:cubicBezTo>
                    <a:cubicBezTo>
                      <a:pt x="693045" y="781549"/>
                      <a:pt x="693528" y="781126"/>
                      <a:pt x="694493" y="781126"/>
                    </a:cubicBezTo>
                    <a:close/>
                    <a:moveTo>
                      <a:pt x="637848" y="780764"/>
                    </a:moveTo>
                    <a:cubicBezTo>
                      <a:pt x="638692" y="780764"/>
                      <a:pt x="639477" y="781549"/>
                      <a:pt x="640200" y="783117"/>
                    </a:cubicBezTo>
                    <a:cubicBezTo>
                      <a:pt x="640924" y="784686"/>
                      <a:pt x="641286" y="786556"/>
                      <a:pt x="641286" y="788727"/>
                    </a:cubicBezTo>
                    <a:cubicBezTo>
                      <a:pt x="641286" y="795363"/>
                      <a:pt x="638934" y="801758"/>
                      <a:pt x="634228" y="807911"/>
                    </a:cubicBezTo>
                    <a:cubicBezTo>
                      <a:pt x="629523" y="814064"/>
                      <a:pt x="625541" y="817140"/>
                      <a:pt x="622284" y="817140"/>
                    </a:cubicBezTo>
                    <a:cubicBezTo>
                      <a:pt x="620474" y="817140"/>
                      <a:pt x="619569" y="816115"/>
                      <a:pt x="619569" y="814064"/>
                    </a:cubicBezTo>
                    <a:cubicBezTo>
                      <a:pt x="619569" y="812013"/>
                      <a:pt x="619811" y="809871"/>
                      <a:pt x="620293" y="807639"/>
                    </a:cubicBezTo>
                    <a:cubicBezTo>
                      <a:pt x="620776" y="805407"/>
                      <a:pt x="621319" y="803990"/>
                      <a:pt x="621922" y="803386"/>
                    </a:cubicBezTo>
                    <a:cubicBezTo>
                      <a:pt x="628920" y="796992"/>
                      <a:pt x="633263" y="790839"/>
                      <a:pt x="634952" y="784927"/>
                    </a:cubicBezTo>
                    <a:cubicBezTo>
                      <a:pt x="635797" y="782152"/>
                      <a:pt x="636762" y="780764"/>
                      <a:pt x="637848" y="780764"/>
                    </a:cubicBezTo>
                    <a:close/>
                    <a:moveTo>
                      <a:pt x="249475" y="780041"/>
                    </a:moveTo>
                    <a:cubicBezTo>
                      <a:pt x="252130" y="780041"/>
                      <a:pt x="254422" y="781006"/>
                      <a:pt x="256352" y="782936"/>
                    </a:cubicBezTo>
                    <a:cubicBezTo>
                      <a:pt x="258283" y="784867"/>
                      <a:pt x="259248" y="787159"/>
                      <a:pt x="259248" y="789813"/>
                    </a:cubicBezTo>
                    <a:cubicBezTo>
                      <a:pt x="259248" y="792467"/>
                      <a:pt x="258283" y="794760"/>
                      <a:pt x="256352" y="796690"/>
                    </a:cubicBezTo>
                    <a:cubicBezTo>
                      <a:pt x="254422" y="798621"/>
                      <a:pt x="252130" y="799586"/>
                      <a:pt x="249475" y="799586"/>
                    </a:cubicBezTo>
                    <a:cubicBezTo>
                      <a:pt x="246821" y="799586"/>
                      <a:pt x="244529" y="798621"/>
                      <a:pt x="242598" y="796690"/>
                    </a:cubicBezTo>
                    <a:cubicBezTo>
                      <a:pt x="240668" y="794760"/>
                      <a:pt x="239703" y="792467"/>
                      <a:pt x="239703" y="789813"/>
                    </a:cubicBezTo>
                    <a:cubicBezTo>
                      <a:pt x="239703" y="787159"/>
                      <a:pt x="240668" y="784867"/>
                      <a:pt x="242598" y="782936"/>
                    </a:cubicBezTo>
                    <a:cubicBezTo>
                      <a:pt x="244529" y="781006"/>
                      <a:pt x="246821" y="780041"/>
                      <a:pt x="249475" y="780041"/>
                    </a:cubicBezTo>
                    <a:close/>
                    <a:moveTo>
                      <a:pt x="1048661" y="774249"/>
                    </a:moveTo>
                    <a:cubicBezTo>
                      <a:pt x="1050953" y="774249"/>
                      <a:pt x="1054784" y="775456"/>
                      <a:pt x="1060153" y="777869"/>
                    </a:cubicBezTo>
                    <a:cubicBezTo>
                      <a:pt x="1065522" y="780282"/>
                      <a:pt x="1068206" y="783720"/>
                      <a:pt x="1068206" y="788184"/>
                    </a:cubicBezTo>
                    <a:cubicBezTo>
                      <a:pt x="1068206" y="791321"/>
                      <a:pt x="1067000" y="792890"/>
                      <a:pt x="1064587" y="792890"/>
                    </a:cubicBezTo>
                    <a:cubicBezTo>
                      <a:pt x="1063622" y="792890"/>
                      <a:pt x="1062626" y="792618"/>
                      <a:pt x="1061601" y="792075"/>
                    </a:cubicBezTo>
                    <a:cubicBezTo>
                      <a:pt x="1060575" y="791532"/>
                      <a:pt x="1059640" y="790778"/>
                      <a:pt x="1058796" y="789813"/>
                    </a:cubicBezTo>
                    <a:lnTo>
                      <a:pt x="1052642" y="782936"/>
                    </a:lnTo>
                    <a:cubicBezTo>
                      <a:pt x="1049264" y="779196"/>
                      <a:pt x="1047424" y="777085"/>
                      <a:pt x="1047123" y="776602"/>
                    </a:cubicBezTo>
                    <a:cubicBezTo>
                      <a:pt x="1046821" y="776119"/>
                      <a:pt x="1046670" y="775607"/>
                      <a:pt x="1046670" y="775064"/>
                    </a:cubicBezTo>
                    <a:cubicBezTo>
                      <a:pt x="1046670" y="774521"/>
                      <a:pt x="1047334" y="774249"/>
                      <a:pt x="1048661" y="774249"/>
                    </a:cubicBezTo>
                    <a:close/>
                    <a:moveTo>
                      <a:pt x="120100" y="768311"/>
                    </a:moveTo>
                    <a:cubicBezTo>
                      <a:pt x="123312" y="768311"/>
                      <a:pt x="125797" y="769363"/>
                      <a:pt x="127555" y="771469"/>
                    </a:cubicBezTo>
                    <a:cubicBezTo>
                      <a:pt x="129313" y="773574"/>
                      <a:pt x="130192" y="776341"/>
                      <a:pt x="130192" y="779770"/>
                    </a:cubicBezTo>
                    <a:cubicBezTo>
                      <a:pt x="130192" y="780638"/>
                      <a:pt x="130116" y="781550"/>
                      <a:pt x="129965" y="782505"/>
                    </a:cubicBezTo>
                    <a:cubicBezTo>
                      <a:pt x="129813" y="783460"/>
                      <a:pt x="129541" y="784372"/>
                      <a:pt x="129151" y="785240"/>
                    </a:cubicBezTo>
                    <a:lnTo>
                      <a:pt x="130062" y="785565"/>
                    </a:lnTo>
                    <a:cubicBezTo>
                      <a:pt x="134273" y="779792"/>
                      <a:pt x="138429" y="775473"/>
                      <a:pt x="142531" y="772608"/>
                    </a:cubicBezTo>
                    <a:cubicBezTo>
                      <a:pt x="146633" y="769743"/>
                      <a:pt x="150876" y="768311"/>
                      <a:pt x="155261" y="768311"/>
                    </a:cubicBezTo>
                    <a:cubicBezTo>
                      <a:pt x="159862" y="768311"/>
                      <a:pt x="163302" y="769548"/>
                      <a:pt x="165581" y="772022"/>
                    </a:cubicBezTo>
                    <a:cubicBezTo>
                      <a:pt x="167860" y="774496"/>
                      <a:pt x="168999" y="777969"/>
                      <a:pt x="168999" y="782440"/>
                    </a:cubicBezTo>
                    <a:cubicBezTo>
                      <a:pt x="168999" y="783786"/>
                      <a:pt x="168804" y="785652"/>
                      <a:pt x="168413" y="788040"/>
                    </a:cubicBezTo>
                    <a:cubicBezTo>
                      <a:pt x="168023" y="790427"/>
                      <a:pt x="167523" y="793032"/>
                      <a:pt x="166916" y="795853"/>
                    </a:cubicBezTo>
                    <a:cubicBezTo>
                      <a:pt x="166308" y="798675"/>
                      <a:pt x="165657" y="801572"/>
                      <a:pt x="164962" y="804546"/>
                    </a:cubicBezTo>
                    <a:cubicBezTo>
                      <a:pt x="164268" y="807519"/>
                      <a:pt x="163617" y="810265"/>
                      <a:pt x="163009" y="812782"/>
                    </a:cubicBezTo>
                    <a:cubicBezTo>
                      <a:pt x="162401" y="815300"/>
                      <a:pt x="161902" y="817449"/>
                      <a:pt x="161511" y="819228"/>
                    </a:cubicBezTo>
                    <a:cubicBezTo>
                      <a:pt x="161121" y="821008"/>
                      <a:pt x="160925" y="822115"/>
                      <a:pt x="160925" y="822549"/>
                    </a:cubicBezTo>
                    <a:cubicBezTo>
                      <a:pt x="160925" y="824199"/>
                      <a:pt x="161229" y="825392"/>
                      <a:pt x="161837" y="826130"/>
                    </a:cubicBezTo>
                    <a:cubicBezTo>
                      <a:pt x="162445" y="826868"/>
                      <a:pt x="163421" y="827237"/>
                      <a:pt x="164767" y="827237"/>
                    </a:cubicBezTo>
                    <a:cubicBezTo>
                      <a:pt x="165592" y="827237"/>
                      <a:pt x="166406" y="827085"/>
                      <a:pt x="167209" y="826781"/>
                    </a:cubicBezTo>
                    <a:cubicBezTo>
                      <a:pt x="168012" y="826478"/>
                      <a:pt x="168847" y="826000"/>
                      <a:pt x="169716" y="825349"/>
                    </a:cubicBezTo>
                    <a:cubicBezTo>
                      <a:pt x="170584" y="824698"/>
                      <a:pt x="171539" y="823862"/>
                      <a:pt x="172581" y="822842"/>
                    </a:cubicBezTo>
                    <a:cubicBezTo>
                      <a:pt x="173622" y="821822"/>
                      <a:pt x="174794" y="820596"/>
                      <a:pt x="176097" y="819163"/>
                    </a:cubicBezTo>
                    <a:lnTo>
                      <a:pt x="180589" y="823461"/>
                    </a:lnTo>
                    <a:cubicBezTo>
                      <a:pt x="178462" y="825631"/>
                      <a:pt x="176509" y="827498"/>
                      <a:pt x="174729" y="829060"/>
                    </a:cubicBezTo>
                    <a:cubicBezTo>
                      <a:pt x="172950" y="830623"/>
                      <a:pt x="171224" y="831914"/>
                      <a:pt x="169553" y="832935"/>
                    </a:cubicBezTo>
                    <a:cubicBezTo>
                      <a:pt x="167882" y="833955"/>
                      <a:pt x="166221" y="834714"/>
                      <a:pt x="164572" y="835213"/>
                    </a:cubicBezTo>
                    <a:cubicBezTo>
                      <a:pt x="162922" y="835713"/>
                      <a:pt x="161164" y="835962"/>
                      <a:pt x="159298" y="835962"/>
                    </a:cubicBezTo>
                    <a:cubicBezTo>
                      <a:pt x="157735" y="835962"/>
                      <a:pt x="156292" y="835658"/>
                      <a:pt x="154968" y="835051"/>
                    </a:cubicBezTo>
                    <a:cubicBezTo>
                      <a:pt x="153644" y="834443"/>
                      <a:pt x="152504" y="833607"/>
                      <a:pt x="151549" y="832544"/>
                    </a:cubicBezTo>
                    <a:cubicBezTo>
                      <a:pt x="150594" y="831480"/>
                      <a:pt x="149856" y="830221"/>
                      <a:pt x="149335" y="828767"/>
                    </a:cubicBezTo>
                    <a:cubicBezTo>
                      <a:pt x="148815" y="827313"/>
                      <a:pt x="148554" y="825718"/>
                      <a:pt x="148554" y="823982"/>
                    </a:cubicBezTo>
                    <a:cubicBezTo>
                      <a:pt x="148554" y="822245"/>
                      <a:pt x="148739" y="820216"/>
                      <a:pt x="149108" y="817894"/>
                    </a:cubicBezTo>
                    <a:cubicBezTo>
                      <a:pt x="149477" y="815571"/>
                      <a:pt x="150030" y="813021"/>
                      <a:pt x="150768" y="810243"/>
                    </a:cubicBezTo>
                    <a:cubicBezTo>
                      <a:pt x="151549" y="807421"/>
                      <a:pt x="152276" y="804719"/>
                      <a:pt x="152949" y="802136"/>
                    </a:cubicBezTo>
                    <a:cubicBezTo>
                      <a:pt x="153622" y="799554"/>
                      <a:pt x="154208" y="797166"/>
                      <a:pt x="154707" y="794974"/>
                    </a:cubicBezTo>
                    <a:cubicBezTo>
                      <a:pt x="155206" y="792782"/>
                      <a:pt x="155597" y="790829"/>
                      <a:pt x="155879" y="789114"/>
                    </a:cubicBezTo>
                    <a:cubicBezTo>
                      <a:pt x="156161" y="787399"/>
                      <a:pt x="156302" y="785978"/>
                      <a:pt x="156302" y="784849"/>
                    </a:cubicBezTo>
                    <a:cubicBezTo>
                      <a:pt x="156302" y="782158"/>
                      <a:pt x="155792" y="780183"/>
                      <a:pt x="154772" y="778924"/>
                    </a:cubicBezTo>
                    <a:cubicBezTo>
                      <a:pt x="153752" y="777665"/>
                      <a:pt x="152114" y="777036"/>
                      <a:pt x="149856" y="777036"/>
                    </a:cubicBezTo>
                    <a:cubicBezTo>
                      <a:pt x="148554" y="777036"/>
                      <a:pt x="147154" y="777372"/>
                      <a:pt x="145657" y="778045"/>
                    </a:cubicBezTo>
                    <a:cubicBezTo>
                      <a:pt x="144159" y="778718"/>
                      <a:pt x="142651" y="779651"/>
                      <a:pt x="141131" y="780845"/>
                    </a:cubicBezTo>
                    <a:cubicBezTo>
                      <a:pt x="139612" y="782038"/>
                      <a:pt x="138125" y="783449"/>
                      <a:pt x="136671" y="785077"/>
                    </a:cubicBezTo>
                    <a:cubicBezTo>
                      <a:pt x="135217" y="786705"/>
                      <a:pt x="133882" y="788441"/>
                      <a:pt x="132667" y="790286"/>
                    </a:cubicBezTo>
                    <a:cubicBezTo>
                      <a:pt x="131451" y="792131"/>
                      <a:pt x="130377" y="794063"/>
                      <a:pt x="129444" y="796081"/>
                    </a:cubicBezTo>
                    <a:cubicBezTo>
                      <a:pt x="128510" y="798099"/>
                      <a:pt x="127827" y="800107"/>
                      <a:pt x="127393" y="802104"/>
                    </a:cubicBezTo>
                    <a:lnTo>
                      <a:pt x="120100" y="834790"/>
                    </a:lnTo>
                    <a:lnTo>
                      <a:pt x="107338" y="834790"/>
                    </a:lnTo>
                    <a:lnTo>
                      <a:pt x="117105" y="792337"/>
                    </a:lnTo>
                    <a:cubicBezTo>
                      <a:pt x="117669" y="790080"/>
                      <a:pt x="118082" y="788061"/>
                      <a:pt x="118342" y="786282"/>
                    </a:cubicBezTo>
                    <a:cubicBezTo>
                      <a:pt x="118602" y="784502"/>
                      <a:pt x="118733" y="783048"/>
                      <a:pt x="118733" y="781919"/>
                    </a:cubicBezTo>
                    <a:cubicBezTo>
                      <a:pt x="118733" y="778750"/>
                      <a:pt x="117452" y="777166"/>
                      <a:pt x="114891" y="777166"/>
                    </a:cubicBezTo>
                    <a:cubicBezTo>
                      <a:pt x="114110" y="777166"/>
                      <a:pt x="113317" y="777329"/>
                      <a:pt x="112514" y="777654"/>
                    </a:cubicBezTo>
                    <a:cubicBezTo>
                      <a:pt x="111711" y="777980"/>
                      <a:pt x="110865" y="778468"/>
                      <a:pt x="109975" y="779119"/>
                    </a:cubicBezTo>
                    <a:cubicBezTo>
                      <a:pt x="109085" y="779770"/>
                      <a:pt x="108119" y="780595"/>
                      <a:pt x="107078" y="781593"/>
                    </a:cubicBezTo>
                    <a:cubicBezTo>
                      <a:pt x="106036" y="782592"/>
                      <a:pt x="104864" y="783764"/>
                      <a:pt x="103561" y="785110"/>
                    </a:cubicBezTo>
                    <a:lnTo>
                      <a:pt x="99069" y="780877"/>
                    </a:lnTo>
                    <a:cubicBezTo>
                      <a:pt x="101239" y="778663"/>
                      <a:pt x="103225" y="776764"/>
                      <a:pt x="105027" y="775180"/>
                    </a:cubicBezTo>
                    <a:cubicBezTo>
                      <a:pt x="106828" y="773596"/>
                      <a:pt x="108543" y="772293"/>
                      <a:pt x="110170" y="771273"/>
                    </a:cubicBezTo>
                    <a:cubicBezTo>
                      <a:pt x="111798" y="770253"/>
                      <a:pt x="113415" y="769504"/>
                      <a:pt x="115021" y="769027"/>
                    </a:cubicBezTo>
                    <a:cubicBezTo>
                      <a:pt x="116627" y="768549"/>
                      <a:pt x="118320" y="768311"/>
                      <a:pt x="120100" y="768311"/>
                    </a:cubicBezTo>
                    <a:close/>
                    <a:moveTo>
                      <a:pt x="1427442" y="754523"/>
                    </a:moveTo>
                    <a:cubicBezTo>
                      <a:pt x="1430458" y="754523"/>
                      <a:pt x="1433112" y="755006"/>
                      <a:pt x="1435405" y="755971"/>
                    </a:cubicBezTo>
                    <a:cubicBezTo>
                      <a:pt x="1437697" y="756936"/>
                      <a:pt x="1438843" y="758022"/>
                      <a:pt x="1438843" y="759228"/>
                    </a:cubicBezTo>
                    <a:cubicBezTo>
                      <a:pt x="1438843" y="761159"/>
                      <a:pt x="1436400" y="762788"/>
                      <a:pt x="1431514" y="764115"/>
                    </a:cubicBezTo>
                    <a:cubicBezTo>
                      <a:pt x="1426627" y="765442"/>
                      <a:pt x="1418453" y="766709"/>
                      <a:pt x="1406992" y="767915"/>
                    </a:cubicBezTo>
                    <a:cubicBezTo>
                      <a:pt x="1409646" y="769242"/>
                      <a:pt x="1411395" y="770449"/>
                      <a:pt x="1412240" y="771535"/>
                    </a:cubicBezTo>
                    <a:cubicBezTo>
                      <a:pt x="1413084" y="772621"/>
                      <a:pt x="1413326" y="774008"/>
                      <a:pt x="1412964" y="775697"/>
                    </a:cubicBezTo>
                    <a:cubicBezTo>
                      <a:pt x="1411999" y="779920"/>
                      <a:pt x="1411275" y="786978"/>
                      <a:pt x="1410792" y="796871"/>
                    </a:cubicBezTo>
                    <a:cubicBezTo>
                      <a:pt x="1428407" y="794700"/>
                      <a:pt x="1439024" y="793342"/>
                      <a:pt x="1442644" y="792799"/>
                    </a:cubicBezTo>
                    <a:cubicBezTo>
                      <a:pt x="1446263" y="792256"/>
                      <a:pt x="1449400" y="791985"/>
                      <a:pt x="1452054" y="791985"/>
                    </a:cubicBezTo>
                    <a:cubicBezTo>
                      <a:pt x="1458087" y="791985"/>
                      <a:pt x="1462943" y="793433"/>
                      <a:pt x="1466623" y="796328"/>
                    </a:cubicBezTo>
                    <a:cubicBezTo>
                      <a:pt x="1470303" y="799224"/>
                      <a:pt x="1472143" y="801456"/>
                      <a:pt x="1472143" y="803024"/>
                    </a:cubicBezTo>
                    <a:cubicBezTo>
                      <a:pt x="1472143" y="804955"/>
                      <a:pt x="1469488" y="805920"/>
                      <a:pt x="1464180" y="805920"/>
                    </a:cubicBezTo>
                    <a:cubicBezTo>
                      <a:pt x="1460560" y="805920"/>
                      <a:pt x="1456006" y="805498"/>
                      <a:pt x="1450516" y="804653"/>
                    </a:cubicBezTo>
                    <a:cubicBezTo>
                      <a:pt x="1445027" y="803809"/>
                      <a:pt x="1437727" y="803386"/>
                      <a:pt x="1428618" y="803386"/>
                    </a:cubicBezTo>
                    <a:cubicBezTo>
                      <a:pt x="1419509" y="803386"/>
                      <a:pt x="1408138" y="804291"/>
                      <a:pt x="1394504" y="806101"/>
                    </a:cubicBezTo>
                    <a:cubicBezTo>
                      <a:pt x="1380871" y="807911"/>
                      <a:pt x="1369771" y="809962"/>
                      <a:pt x="1361205" y="812254"/>
                    </a:cubicBezTo>
                    <a:cubicBezTo>
                      <a:pt x="1359516" y="812737"/>
                      <a:pt x="1357646" y="812978"/>
                      <a:pt x="1355595" y="812978"/>
                    </a:cubicBezTo>
                    <a:cubicBezTo>
                      <a:pt x="1353544" y="812978"/>
                      <a:pt x="1351191" y="811952"/>
                      <a:pt x="1348537" y="809901"/>
                    </a:cubicBezTo>
                    <a:cubicBezTo>
                      <a:pt x="1345882" y="807850"/>
                      <a:pt x="1344555" y="806342"/>
                      <a:pt x="1344555" y="805377"/>
                    </a:cubicBezTo>
                    <a:cubicBezTo>
                      <a:pt x="1344555" y="804412"/>
                      <a:pt x="1345460" y="803869"/>
                      <a:pt x="1347270" y="803748"/>
                    </a:cubicBezTo>
                    <a:lnTo>
                      <a:pt x="1401381" y="797957"/>
                    </a:lnTo>
                    <a:cubicBezTo>
                      <a:pt x="1401623" y="793855"/>
                      <a:pt x="1401743" y="790235"/>
                      <a:pt x="1401743" y="787099"/>
                    </a:cubicBezTo>
                    <a:cubicBezTo>
                      <a:pt x="1401743" y="778291"/>
                      <a:pt x="1400899" y="772138"/>
                      <a:pt x="1399210" y="768639"/>
                    </a:cubicBezTo>
                    <a:cubicBezTo>
                      <a:pt x="1394022" y="769122"/>
                      <a:pt x="1389648" y="769363"/>
                      <a:pt x="1386089" y="769363"/>
                    </a:cubicBezTo>
                    <a:cubicBezTo>
                      <a:pt x="1382530" y="769363"/>
                      <a:pt x="1379664" y="768669"/>
                      <a:pt x="1377493" y="767282"/>
                    </a:cubicBezTo>
                    <a:cubicBezTo>
                      <a:pt x="1375321" y="765894"/>
                      <a:pt x="1374235" y="764839"/>
                      <a:pt x="1374235" y="764115"/>
                    </a:cubicBezTo>
                    <a:cubicBezTo>
                      <a:pt x="1374235" y="763391"/>
                      <a:pt x="1375894" y="762878"/>
                      <a:pt x="1379212" y="762576"/>
                    </a:cubicBezTo>
                    <a:cubicBezTo>
                      <a:pt x="1382530" y="762275"/>
                      <a:pt x="1388140" y="761491"/>
                      <a:pt x="1396043" y="760224"/>
                    </a:cubicBezTo>
                    <a:cubicBezTo>
                      <a:pt x="1403945" y="758957"/>
                      <a:pt x="1410400" y="757690"/>
                      <a:pt x="1415407" y="756423"/>
                    </a:cubicBezTo>
                    <a:cubicBezTo>
                      <a:pt x="1420414" y="755156"/>
                      <a:pt x="1424426" y="754523"/>
                      <a:pt x="1427442" y="754523"/>
                    </a:cubicBezTo>
                    <a:close/>
                    <a:moveTo>
                      <a:pt x="1728856" y="751989"/>
                    </a:moveTo>
                    <a:cubicBezTo>
                      <a:pt x="1729399" y="751989"/>
                      <a:pt x="1729670" y="752412"/>
                      <a:pt x="1729670" y="753256"/>
                    </a:cubicBezTo>
                    <a:cubicBezTo>
                      <a:pt x="1729670" y="754945"/>
                      <a:pt x="1728494" y="758866"/>
                      <a:pt x="1726141" y="765020"/>
                    </a:cubicBezTo>
                    <a:cubicBezTo>
                      <a:pt x="1723788" y="771173"/>
                      <a:pt x="1721436" y="778472"/>
                      <a:pt x="1719083" y="786918"/>
                    </a:cubicBezTo>
                    <a:cubicBezTo>
                      <a:pt x="1716730" y="795363"/>
                      <a:pt x="1715283" y="801667"/>
                      <a:pt x="1714740" y="805829"/>
                    </a:cubicBezTo>
                    <a:cubicBezTo>
                      <a:pt x="1714197" y="809992"/>
                      <a:pt x="1713171" y="812073"/>
                      <a:pt x="1711663" y="812073"/>
                    </a:cubicBezTo>
                    <a:cubicBezTo>
                      <a:pt x="1710155" y="812073"/>
                      <a:pt x="1708134" y="809479"/>
                      <a:pt x="1705600" y="804291"/>
                    </a:cubicBezTo>
                    <a:cubicBezTo>
                      <a:pt x="1703067" y="799103"/>
                      <a:pt x="1701800" y="795544"/>
                      <a:pt x="1701800" y="793614"/>
                    </a:cubicBezTo>
                    <a:cubicBezTo>
                      <a:pt x="1701800" y="792407"/>
                      <a:pt x="1702403" y="791442"/>
                      <a:pt x="1703610" y="790718"/>
                    </a:cubicBezTo>
                    <a:cubicBezTo>
                      <a:pt x="1705902" y="789391"/>
                      <a:pt x="1707742" y="787672"/>
                      <a:pt x="1709129" y="785560"/>
                    </a:cubicBezTo>
                    <a:cubicBezTo>
                      <a:pt x="1710517" y="783449"/>
                      <a:pt x="1714227" y="776602"/>
                      <a:pt x="1720259" y="765020"/>
                    </a:cubicBezTo>
                    <a:cubicBezTo>
                      <a:pt x="1723276" y="759470"/>
                      <a:pt x="1725327" y="755911"/>
                      <a:pt x="1726413" y="754342"/>
                    </a:cubicBezTo>
                    <a:cubicBezTo>
                      <a:pt x="1727498" y="752774"/>
                      <a:pt x="1728313" y="751989"/>
                      <a:pt x="1728856" y="751989"/>
                    </a:cubicBezTo>
                    <a:close/>
                    <a:moveTo>
                      <a:pt x="1978873" y="750904"/>
                    </a:moveTo>
                    <a:cubicBezTo>
                      <a:pt x="1980079" y="750904"/>
                      <a:pt x="1982552" y="752020"/>
                      <a:pt x="1986293" y="754252"/>
                    </a:cubicBezTo>
                    <a:cubicBezTo>
                      <a:pt x="1990033" y="756484"/>
                      <a:pt x="1991903" y="758143"/>
                      <a:pt x="1991903" y="759228"/>
                    </a:cubicBezTo>
                    <a:cubicBezTo>
                      <a:pt x="1991903" y="760314"/>
                      <a:pt x="1990968" y="761400"/>
                      <a:pt x="1989098" y="762486"/>
                    </a:cubicBezTo>
                    <a:cubicBezTo>
                      <a:pt x="1987228" y="763572"/>
                      <a:pt x="1985870" y="764627"/>
                      <a:pt x="1985026" y="765653"/>
                    </a:cubicBezTo>
                    <a:cubicBezTo>
                      <a:pt x="1984181" y="766679"/>
                      <a:pt x="1982371" y="769182"/>
                      <a:pt x="1979597" y="773163"/>
                    </a:cubicBezTo>
                    <a:cubicBezTo>
                      <a:pt x="1976822" y="777145"/>
                      <a:pt x="1973202" y="781488"/>
                      <a:pt x="1968738" y="786194"/>
                    </a:cubicBezTo>
                    <a:cubicBezTo>
                      <a:pt x="1977666" y="792467"/>
                      <a:pt x="1986474" y="797263"/>
                      <a:pt x="1995160" y="800581"/>
                    </a:cubicBezTo>
                    <a:cubicBezTo>
                      <a:pt x="2003847" y="803899"/>
                      <a:pt x="2017058" y="806704"/>
                      <a:pt x="2034794" y="808997"/>
                    </a:cubicBezTo>
                    <a:cubicBezTo>
                      <a:pt x="2038655" y="809479"/>
                      <a:pt x="2040585" y="810384"/>
                      <a:pt x="2040585" y="811711"/>
                    </a:cubicBezTo>
                    <a:cubicBezTo>
                      <a:pt x="2040585" y="812435"/>
                      <a:pt x="2039891" y="813129"/>
                      <a:pt x="2038504" y="813792"/>
                    </a:cubicBezTo>
                    <a:cubicBezTo>
                      <a:pt x="2037116" y="814456"/>
                      <a:pt x="2032743" y="815451"/>
                      <a:pt x="2025383" y="816778"/>
                    </a:cubicBezTo>
                    <a:cubicBezTo>
                      <a:pt x="2018023" y="818106"/>
                      <a:pt x="2011478" y="818769"/>
                      <a:pt x="2005747" y="818769"/>
                    </a:cubicBezTo>
                    <a:cubicBezTo>
                      <a:pt x="2000016" y="818769"/>
                      <a:pt x="1995160" y="817080"/>
                      <a:pt x="1991179" y="813702"/>
                    </a:cubicBezTo>
                    <a:lnTo>
                      <a:pt x="1964214" y="791804"/>
                    </a:lnTo>
                    <a:cubicBezTo>
                      <a:pt x="1958060" y="797474"/>
                      <a:pt x="1950128" y="802210"/>
                      <a:pt x="1940415" y="806010"/>
                    </a:cubicBezTo>
                    <a:cubicBezTo>
                      <a:pt x="1930703" y="809811"/>
                      <a:pt x="1922348" y="811711"/>
                      <a:pt x="1915350" y="811711"/>
                    </a:cubicBezTo>
                    <a:cubicBezTo>
                      <a:pt x="1913420" y="811711"/>
                      <a:pt x="1911701" y="811560"/>
                      <a:pt x="1910193" y="811259"/>
                    </a:cubicBezTo>
                    <a:cubicBezTo>
                      <a:pt x="1908685" y="810957"/>
                      <a:pt x="1907930" y="810535"/>
                      <a:pt x="1907930" y="809992"/>
                    </a:cubicBezTo>
                    <a:cubicBezTo>
                      <a:pt x="1907930" y="809449"/>
                      <a:pt x="1909318" y="808876"/>
                      <a:pt x="1912093" y="808273"/>
                    </a:cubicBezTo>
                    <a:cubicBezTo>
                      <a:pt x="1932483" y="803205"/>
                      <a:pt x="1947564" y="795966"/>
                      <a:pt x="1957337" y="786556"/>
                    </a:cubicBezTo>
                    <a:cubicBezTo>
                      <a:pt x="1947926" y="779679"/>
                      <a:pt x="1940808" y="775335"/>
                      <a:pt x="1935982" y="773525"/>
                    </a:cubicBezTo>
                    <a:cubicBezTo>
                      <a:pt x="1933569" y="772560"/>
                      <a:pt x="1932362" y="771655"/>
                      <a:pt x="1932362" y="770811"/>
                    </a:cubicBezTo>
                    <a:cubicBezTo>
                      <a:pt x="1932362" y="769966"/>
                      <a:pt x="1932905" y="769544"/>
                      <a:pt x="1933991" y="769544"/>
                    </a:cubicBezTo>
                    <a:cubicBezTo>
                      <a:pt x="1935077" y="769544"/>
                      <a:pt x="1937158" y="769755"/>
                      <a:pt x="1940235" y="770177"/>
                    </a:cubicBezTo>
                    <a:cubicBezTo>
                      <a:pt x="1943311" y="770600"/>
                      <a:pt x="1946267" y="771535"/>
                      <a:pt x="1949102" y="772982"/>
                    </a:cubicBezTo>
                    <a:cubicBezTo>
                      <a:pt x="1951938" y="774430"/>
                      <a:pt x="1956251" y="777266"/>
                      <a:pt x="1962042" y="781488"/>
                    </a:cubicBezTo>
                    <a:cubicBezTo>
                      <a:pt x="1964214" y="779679"/>
                      <a:pt x="1966597" y="776089"/>
                      <a:pt x="1969190" y="770720"/>
                    </a:cubicBezTo>
                    <a:cubicBezTo>
                      <a:pt x="1971784" y="765351"/>
                      <a:pt x="1973081" y="762275"/>
                      <a:pt x="1973081" y="761491"/>
                    </a:cubicBezTo>
                    <a:cubicBezTo>
                      <a:pt x="1973081" y="760706"/>
                      <a:pt x="1972569" y="760314"/>
                      <a:pt x="1971543" y="760314"/>
                    </a:cubicBezTo>
                    <a:cubicBezTo>
                      <a:pt x="1970518" y="760314"/>
                      <a:pt x="1966958" y="761068"/>
                      <a:pt x="1960866" y="762576"/>
                    </a:cubicBezTo>
                    <a:cubicBezTo>
                      <a:pt x="1954773" y="764085"/>
                      <a:pt x="1950067" y="764839"/>
                      <a:pt x="1946750" y="764839"/>
                    </a:cubicBezTo>
                    <a:cubicBezTo>
                      <a:pt x="1943432" y="764839"/>
                      <a:pt x="1940868" y="764416"/>
                      <a:pt x="1939058" y="763572"/>
                    </a:cubicBezTo>
                    <a:cubicBezTo>
                      <a:pt x="1937248" y="762727"/>
                      <a:pt x="1936343" y="762003"/>
                      <a:pt x="1936343" y="761400"/>
                    </a:cubicBezTo>
                    <a:cubicBezTo>
                      <a:pt x="1936343" y="760797"/>
                      <a:pt x="1937731" y="760375"/>
                      <a:pt x="1940506" y="760133"/>
                    </a:cubicBezTo>
                    <a:cubicBezTo>
                      <a:pt x="1947383" y="759651"/>
                      <a:pt x="1954200" y="758535"/>
                      <a:pt x="1960956" y="756785"/>
                    </a:cubicBezTo>
                    <a:cubicBezTo>
                      <a:pt x="1967712" y="755036"/>
                      <a:pt x="1972086" y="753618"/>
                      <a:pt x="1974077" y="752532"/>
                    </a:cubicBezTo>
                    <a:cubicBezTo>
                      <a:pt x="1976068" y="751446"/>
                      <a:pt x="1977666" y="750904"/>
                      <a:pt x="1978873" y="750904"/>
                    </a:cubicBezTo>
                    <a:close/>
                    <a:moveTo>
                      <a:pt x="1043232" y="748370"/>
                    </a:moveTo>
                    <a:cubicBezTo>
                      <a:pt x="1044197" y="748370"/>
                      <a:pt x="1045464" y="748762"/>
                      <a:pt x="1047032" y="749546"/>
                    </a:cubicBezTo>
                    <a:cubicBezTo>
                      <a:pt x="1048601" y="750330"/>
                      <a:pt x="1049385" y="751537"/>
                      <a:pt x="1049385" y="753166"/>
                    </a:cubicBezTo>
                    <a:cubicBezTo>
                      <a:pt x="1049385" y="754794"/>
                      <a:pt x="1049204" y="756695"/>
                      <a:pt x="1048842" y="758866"/>
                    </a:cubicBezTo>
                    <a:cubicBezTo>
                      <a:pt x="1055719" y="757419"/>
                      <a:pt x="1060636" y="756303"/>
                      <a:pt x="1063592" y="755518"/>
                    </a:cubicBezTo>
                    <a:cubicBezTo>
                      <a:pt x="1066547" y="754734"/>
                      <a:pt x="1068930" y="754342"/>
                      <a:pt x="1070740" y="754342"/>
                    </a:cubicBezTo>
                    <a:cubicBezTo>
                      <a:pt x="1072550" y="754342"/>
                      <a:pt x="1074390" y="754855"/>
                      <a:pt x="1076260" y="755880"/>
                    </a:cubicBezTo>
                    <a:cubicBezTo>
                      <a:pt x="1078130" y="756906"/>
                      <a:pt x="1079065" y="758143"/>
                      <a:pt x="1079065" y="759590"/>
                    </a:cubicBezTo>
                    <a:cubicBezTo>
                      <a:pt x="1079065" y="761762"/>
                      <a:pt x="1076953" y="762848"/>
                      <a:pt x="1072731" y="762848"/>
                    </a:cubicBezTo>
                    <a:lnTo>
                      <a:pt x="1068749" y="762667"/>
                    </a:lnTo>
                    <a:cubicBezTo>
                      <a:pt x="1065130" y="762667"/>
                      <a:pt x="1058072" y="763210"/>
                      <a:pt x="1047575" y="764296"/>
                    </a:cubicBezTo>
                    <a:cubicBezTo>
                      <a:pt x="1045524" y="773224"/>
                      <a:pt x="1042387" y="780282"/>
                      <a:pt x="1038165" y="785470"/>
                    </a:cubicBezTo>
                    <a:cubicBezTo>
                      <a:pt x="1033942" y="790658"/>
                      <a:pt x="1029357" y="794579"/>
                      <a:pt x="1024410" y="797233"/>
                    </a:cubicBezTo>
                    <a:cubicBezTo>
                      <a:pt x="1019464" y="799887"/>
                      <a:pt x="1016086" y="801215"/>
                      <a:pt x="1014276" y="801215"/>
                    </a:cubicBezTo>
                    <a:cubicBezTo>
                      <a:pt x="1013431" y="801215"/>
                      <a:pt x="1013009" y="800853"/>
                      <a:pt x="1013009" y="800129"/>
                    </a:cubicBezTo>
                    <a:cubicBezTo>
                      <a:pt x="1013009" y="799405"/>
                      <a:pt x="1014035" y="798379"/>
                      <a:pt x="1016086" y="797052"/>
                    </a:cubicBezTo>
                    <a:cubicBezTo>
                      <a:pt x="1019584" y="794639"/>
                      <a:pt x="1023747" y="790959"/>
                      <a:pt x="1028573" y="786013"/>
                    </a:cubicBezTo>
                    <a:cubicBezTo>
                      <a:pt x="1033399" y="781066"/>
                      <a:pt x="1036837" y="774189"/>
                      <a:pt x="1038888" y="765382"/>
                    </a:cubicBezTo>
                    <a:cubicBezTo>
                      <a:pt x="1033218" y="766226"/>
                      <a:pt x="1028814" y="767191"/>
                      <a:pt x="1025677" y="768277"/>
                    </a:cubicBezTo>
                    <a:cubicBezTo>
                      <a:pt x="1022540" y="769363"/>
                      <a:pt x="1020127" y="769906"/>
                      <a:pt x="1018438" y="769906"/>
                    </a:cubicBezTo>
                    <a:cubicBezTo>
                      <a:pt x="1016749" y="769906"/>
                      <a:pt x="1015151" y="769423"/>
                      <a:pt x="1013642" y="768458"/>
                    </a:cubicBezTo>
                    <a:cubicBezTo>
                      <a:pt x="1012134" y="767493"/>
                      <a:pt x="1011380" y="766648"/>
                      <a:pt x="1011380" y="765924"/>
                    </a:cubicBezTo>
                    <a:cubicBezTo>
                      <a:pt x="1011380" y="764597"/>
                      <a:pt x="1014336" y="763873"/>
                      <a:pt x="1020248" y="763753"/>
                    </a:cubicBezTo>
                    <a:cubicBezTo>
                      <a:pt x="1022058" y="763753"/>
                      <a:pt x="1028633" y="762667"/>
                      <a:pt x="1039974" y="760495"/>
                    </a:cubicBezTo>
                    <a:cubicBezTo>
                      <a:pt x="1040578" y="757600"/>
                      <a:pt x="1040879" y="755488"/>
                      <a:pt x="1040879" y="754161"/>
                    </a:cubicBezTo>
                    <a:lnTo>
                      <a:pt x="1040698" y="751627"/>
                    </a:lnTo>
                    <a:cubicBezTo>
                      <a:pt x="1040698" y="749456"/>
                      <a:pt x="1041543" y="748370"/>
                      <a:pt x="1043232" y="748370"/>
                    </a:cubicBezTo>
                    <a:close/>
                    <a:moveTo>
                      <a:pt x="1561454" y="746560"/>
                    </a:moveTo>
                    <a:cubicBezTo>
                      <a:pt x="1562962" y="746560"/>
                      <a:pt x="1565586" y="747495"/>
                      <a:pt x="1569326" y="749365"/>
                    </a:cubicBezTo>
                    <a:cubicBezTo>
                      <a:pt x="1573066" y="751235"/>
                      <a:pt x="1574936" y="752834"/>
                      <a:pt x="1574936" y="754161"/>
                    </a:cubicBezTo>
                    <a:cubicBezTo>
                      <a:pt x="1574936" y="754885"/>
                      <a:pt x="1574424" y="755911"/>
                      <a:pt x="1573398" y="757238"/>
                    </a:cubicBezTo>
                    <a:cubicBezTo>
                      <a:pt x="1572373" y="758565"/>
                      <a:pt x="1569447" y="763572"/>
                      <a:pt x="1564621" y="772259"/>
                    </a:cubicBezTo>
                    <a:cubicBezTo>
                      <a:pt x="1561001" y="778412"/>
                      <a:pt x="1556417" y="784173"/>
                      <a:pt x="1550867" y="789542"/>
                    </a:cubicBezTo>
                    <a:cubicBezTo>
                      <a:pt x="1545317" y="794911"/>
                      <a:pt x="1540099" y="798862"/>
                      <a:pt x="1535212" y="801396"/>
                    </a:cubicBezTo>
                    <a:cubicBezTo>
                      <a:pt x="1530326" y="803929"/>
                      <a:pt x="1526918" y="805196"/>
                      <a:pt x="1524987" y="805196"/>
                    </a:cubicBezTo>
                    <a:cubicBezTo>
                      <a:pt x="1524022" y="805196"/>
                      <a:pt x="1523539" y="804834"/>
                      <a:pt x="1523539" y="804110"/>
                    </a:cubicBezTo>
                    <a:cubicBezTo>
                      <a:pt x="1523539" y="803386"/>
                      <a:pt x="1524263" y="802481"/>
                      <a:pt x="1525711" y="801396"/>
                    </a:cubicBezTo>
                    <a:cubicBezTo>
                      <a:pt x="1537414" y="792588"/>
                      <a:pt x="1546131" y="783509"/>
                      <a:pt x="1551862" y="774159"/>
                    </a:cubicBezTo>
                    <a:cubicBezTo>
                      <a:pt x="1557593" y="764808"/>
                      <a:pt x="1560157" y="757962"/>
                      <a:pt x="1559554" y="753618"/>
                    </a:cubicBezTo>
                    <a:cubicBezTo>
                      <a:pt x="1559312" y="752050"/>
                      <a:pt x="1559191" y="750843"/>
                      <a:pt x="1559191" y="749999"/>
                    </a:cubicBezTo>
                    <a:cubicBezTo>
                      <a:pt x="1559191" y="747706"/>
                      <a:pt x="1559946" y="746560"/>
                      <a:pt x="1561454" y="746560"/>
                    </a:cubicBezTo>
                    <a:close/>
                    <a:moveTo>
                      <a:pt x="1225112" y="740045"/>
                    </a:moveTo>
                    <a:cubicBezTo>
                      <a:pt x="1227042" y="740045"/>
                      <a:pt x="1230571" y="741372"/>
                      <a:pt x="1235699" y="744027"/>
                    </a:cubicBezTo>
                    <a:cubicBezTo>
                      <a:pt x="1240826" y="746681"/>
                      <a:pt x="1243390" y="750843"/>
                      <a:pt x="1243390" y="756514"/>
                    </a:cubicBezTo>
                    <a:cubicBezTo>
                      <a:pt x="1243390" y="758806"/>
                      <a:pt x="1242968" y="760616"/>
                      <a:pt x="1242123" y="761943"/>
                    </a:cubicBezTo>
                    <a:cubicBezTo>
                      <a:pt x="1241279" y="763270"/>
                      <a:pt x="1240163" y="763934"/>
                      <a:pt x="1238775" y="763934"/>
                    </a:cubicBezTo>
                    <a:cubicBezTo>
                      <a:pt x="1237388" y="763934"/>
                      <a:pt x="1236000" y="763059"/>
                      <a:pt x="1234613" y="761310"/>
                    </a:cubicBezTo>
                    <a:cubicBezTo>
                      <a:pt x="1233225" y="759560"/>
                      <a:pt x="1231084" y="755941"/>
                      <a:pt x="1228188" y="750451"/>
                    </a:cubicBezTo>
                    <a:cubicBezTo>
                      <a:pt x="1225293" y="744962"/>
                      <a:pt x="1223845" y="741855"/>
                      <a:pt x="1223845" y="741131"/>
                    </a:cubicBezTo>
                    <a:cubicBezTo>
                      <a:pt x="1223845" y="740407"/>
                      <a:pt x="1224267" y="740045"/>
                      <a:pt x="1225112" y="740045"/>
                    </a:cubicBezTo>
                    <a:close/>
                    <a:moveTo>
                      <a:pt x="1587605" y="738778"/>
                    </a:moveTo>
                    <a:cubicBezTo>
                      <a:pt x="1591586" y="738778"/>
                      <a:pt x="1594964" y="741071"/>
                      <a:pt x="1597739" y="745655"/>
                    </a:cubicBezTo>
                    <a:cubicBezTo>
                      <a:pt x="1602203" y="753256"/>
                      <a:pt x="1608507" y="761189"/>
                      <a:pt x="1616651" y="769453"/>
                    </a:cubicBezTo>
                    <a:cubicBezTo>
                      <a:pt x="1624795" y="777718"/>
                      <a:pt x="1631732" y="783570"/>
                      <a:pt x="1637463" y="787008"/>
                    </a:cubicBezTo>
                    <a:cubicBezTo>
                      <a:pt x="1643194" y="790447"/>
                      <a:pt x="1652997" y="794277"/>
                      <a:pt x="1666872" y="798500"/>
                    </a:cubicBezTo>
                    <a:cubicBezTo>
                      <a:pt x="1669285" y="799224"/>
                      <a:pt x="1670491" y="799918"/>
                      <a:pt x="1670491" y="800581"/>
                    </a:cubicBezTo>
                    <a:cubicBezTo>
                      <a:pt x="1670491" y="801245"/>
                      <a:pt x="1669978" y="801788"/>
                      <a:pt x="1668953" y="802210"/>
                    </a:cubicBezTo>
                    <a:cubicBezTo>
                      <a:pt x="1667927" y="802632"/>
                      <a:pt x="1663976" y="803115"/>
                      <a:pt x="1657099" y="803658"/>
                    </a:cubicBezTo>
                    <a:cubicBezTo>
                      <a:pt x="1650222" y="804201"/>
                      <a:pt x="1644461" y="804472"/>
                      <a:pt x="1639816" y="804472"/>
                    </a:cubicBezTo>
                    <a:cubicBezTo>
                      <a:pt x="1635171" y="804472"/>
                      <a:pt x="1631340" y="803658"/>
                      <a:pt x="1628324" y="802029"/>
                    </a:cubicBezTo>
                    <a:cubicBezTo>
                      <a:pt x="1625308" y="800400"/>
                      <a:pt x="1620783" y="795212"/>
                      <a:pt x="1614751" y="786465"/>
                    </a:cubicBezTo>
                    <a:cubicBezTo>
                      <a:pt x="1608718" y="777718"/>
                      <a:pt x="1604164" y="770208"/>
                      <a:pt x="1601087" y="763934"/>
                    </a:cubicBezTo>
                    <a:cubicBezTo>
                      <a:pt x="1598011" y="757660"/>
                      <a:pt x="1593637" y="751145"/>
                      <a:pt x="1587967" y="744388"/>
                    </a:cubicBezTo>
                    <a:cubicBezTo>
                      <a:pt x="1586398" y="742458"/>
                      <a:pt x="1585614" y="741040"/>
                      <a:pt x="1585614" y="740136"/>
                    </a:cubicBezTo>
                    <a:cubicBezTo>
                      <a:pt x="1585614" y="739231"/>
                      <a:pt x="1586277" y="738778"/>
                      <a:pt x="1587605" y="738778"/>
                    </a:cubicBezTo>
                    <a:close/>
                    <a:moveTo>
                      <a:pt x="1706143" y="725929"/>
                    </a:moveTo>
                    <a:cubicBezTo>
                      <a:pt x="1711331" y="725929"/>
                      <a:pt x="1715554" y="727105"/>
                      <a:pt x="1718812" y="729458"/>
                    </a:cubicBezTo>
                    <a:cubicBezTo>
                      <a:pt x="1722069" y="731811"/>
                      <a:pt x="1723698" y="734736"/>
                      <a:pt x="1723698" y="738235"/>
                    </a:cubicBezTo>
                    <a:cubicBezTo>
                      <a:pt x="1723698" y="742458"/>
                      <a:pt x="1722371" y="744569"/>
                      <a:pt x="1719716" y="744569"/>
                    </a:cubicBezTo>
                    <a:cubicBezTo>
                      <a:pt x="1718027" y="744569"/>
                      <a:pt x="1716097" y="743604"/>
                      <a:pt x="1713925" y="741674"/>
                    </a:cubicBezTo>
                    <a:cubicBezTo>
                      <a:pt x="1711754" y="739743"/>
                      <a:pt x="1709129" y="737180"/>
                      <a:pt x="1706053" y="733982"/>
                    </a:cubicBezTo>
                    <a:cubicBezTo>
                      <a:pt x="1702976" y="730785"/>
                      <a:pt x="1701438" y="728644"/>
                      <a:pt x="1701438" y="727558"/>
                    </a:cubicBezTo>
                    <a:cubicBezTo>
                      <a:pt x="1701438" y="726472"/>
                      <a:pt x="1703006" y="725929"/>
                      <a:pt x="1706143" y="725929"/>
                    </a:cubicBezTo>
                    <a:close/>
                    <a:moveTo>
                      <a:pt x="1973986" y="724843"/>
                    </a:moveTo>
                    <a:cubicBezTo>
                      <a:pt x="1970005" y="725326"/>
                      <a:pt x="1962585" y="726653"/>
                      <a:pt x="1951726" y="728825"/>
                    </a:cubicBezTo>
                    <a:cubicBezTo>
                      <a:pt x="1951726" y="735219"/>
                      <a:pt x="1951787" y="740347"/>
                      <a:pt x="1951907" y="744207"/>
                    </a:cubicBezTo>
                    <a:cubicBezTo>
                      <a:pt x="1963972" y="742277"/>
                      <a:pt x="1970276" y="740588"/>
                      <a:pt x="1970819" y="739140"/>
                    </a:cubicBezTo>
                    <a:cubicBezTo>
                      <a:pt x="1971362" y="737692"/>
                      <a:pt x="1972418" y="732927"/>
                      <a:pt x="1973986" y="724843"/>
                    </a:cubicBezTo>
                    <a:close/>
                    <a:moveTo>
                      <a:pt x="249475" y="724481"/>
                    </a:moveTo>
                    <a:cubicBezTo>
                      <a:pt x="252130" y="724481"/>
                      <a:pt x="254422" y="725446"/>
                      <a:pt x="256352" y="727377"/>
                    </a:cubicBezTo>
                    <a:cubicBezTo>
                      <a:pt x="258283" y="729307"/>
                      <a:pt x="259248" y="731600"/>
                      <a:pt x="259248" y="734254"/>
                    </a:cubicBezTo>
                    <a:cubicBezTo>
                      <a:pt x="259248" y="736908"/>
                      <a:pt x="258283" y="739201"/>
                      <a:pt x="256352" y="741131"/>
                    </a:cubicBezTo>
                    <a:cubicBezTo>
                      <a:pt x="254422" y="743061"/>
                      <a:pt x="252130" y="744027"/>
                      <a:pt x="249475" y="744027"/>
                    </a:cubicBezTo>
                    <a:cubicBezTo>
                      <a:pt x="246821" y="744027"/>
                      <a:pt x="244529" y="743061"/>
                      <a:pt x="242598" y="741131"/>
                    </a:cubicBezTo>
                    <a:cubicBezTo>
                      <a:pt x="240668" y="739201"/>
                      <a:pt x="239703" y="736908"/>
                      <a:pt x="239703" y="734254"/>
                    </a:cubicBezTo>
                    <a:cubicBezTo>
                      <a:pt x="239703" y="731600"/>
                      <a:pt x="240668" y="729307"/>
                      <a:pt x="242598" y="727377"/>
                    </a:cubicBezTo>
                    <a:cubicBezTo>
                      <a:pt x="244529" y="725446"/>
                      <a:pt x="246821" y="724481"/>
                      <a:pt x="249475" y="724481"/>
                    </a:cubicBezTo>
                    <a:close/>
                    <a:moveTo>
                      <a:pt x="339906" y="721224"/>
                    </a:moveTo>
                    <a:lnTo>
                      <a:pt x="342801" y="721224"/>
                    </a:lnTo>
                    <a:lnTo>
                      <a:pt x="342801" y="737511"/>
                    </a:lnTo>
                    <a:cubicBezTo>
                      <a:pt x="347386" y="733530"/>
                      <a:pt x="352453" y="730363"/>
                      <a:pt x="358003" y="728010"/>
                    </a:cubicBezTo>
                    <a:cubicBezTo>
                      <a:pt x="363553" y="725658"/>
                      <a:pt x="368439" y="724481"/>
                      <a:pt x="372662" y="724481"/>
                    </a:cubicBezTo>
                    <a:cubicBezTo>
                      <a:pt x="386537" y="724481"/>
                      <a:pt x="393474" y="732746"/>
                      <a:pt x="393474" y="749275"/>
                    </a:cubicBezTo>
                    <a:lnTo>
                      <a:pt x="393474" y="785289"/>
                    </a:lnTo>
                    <a:cubicBezTo>
                      <a:pt x="393474" y="787581"/>
                      <a:pt x="393776" y="789331"/>
                      <a:pt x="394379" y="790537"/>
                    </a:cubicBezTo>
                    <a:cubicBezTo>
                      <a:pt x="394982" y="791744"/>
                      <a:pt x="396189" y="792528"/>
                      <a:pt x="397999" y="792890"/>
                    </a:cubicBezTo>
                    <a:lnTo>
                      <a:pt x="405962" y="794338"/>
                    </a:lnTo>
                    <a:lnTo>
                      <a:pt x="405962" y="797233"/>
                    </a:lnTo>
                    <a:cubicBezTo>
                      <a:pt x="399688" y="796871"/>
                      <a:pt x="393414" y="796690"/>
                      <a:pt x="387140" y="796690"/>
                    </a:cubicBezTo>
                    <a:cubicBezTo>
                      <a:pt x="380866" y="796690"/>
                      <a:pt x="374593" y="796871"/>
                      <a:pt x="368319" y="797233"/>
                    </a:cubicBezTo>
                    <a:lnTo>
                      <a:pt x="368319" y="794338"/>
                    </a:lnTo>
                    <a:lnTo>
                      <a:pt x="378272" y="792890"/>
                    </a:lnTo>
                    <a:cubicBezTo>
                      <a:pt x="380927" y="792528"/>
                      <a:pt x="382254" y="790175"/>
                      <a:pt x="382254" y="785832"/>
                    </a:cubicBezTo>
                    <a:lnTo>
                      <a:pt x="382254" y="750180"/>
                    </a:lnTo>
                    <a:cubicBezTo>
                      <a:pt x="382254" y="744871"/>
                      <a:pt x="380746" y="740648"/>
                      <a:pt x="377730" y="737511"/>
                    </a:cubicBezTo>
                    <a:cubicBezTo>
                      <a:pt x="374713" y="734375"/>
                      <a:pt x="370611" y="732806"/>
                      <a:pt x="365423" y="732806"/>
                    </a:cubicBezTo>
                    <a:cubicBezTo>
                      <a:pt x="357702" y="732806"/>
                      <a:pt x="350161" y="736486"/>
                      <a:pt x="342801" y="743846"/>
                    </a:cubicBezTo>
                    <a:lnTo>
                      <a:pt x="342801" y="787822"/>
                    </a:lnTo>
                    <a:cubicBezTo>
                      <a:pt x="342801" y="789753"/>
                      <a:pt x="344249" y="791080"/>
                      <a:pt x="347145" y="791804"/>
                    </a:cubicBezTo>
                    <a:lnTo>
                      <a:pt x="357822" y="794338"/>
                    </a:lnTo>
                    <a:lnTo>
                      <a:pt x="357822" y="797233"/>
                    </a:lnTo>
                    <a:cubicBezTo>
                      <a:pt x="353358" y="796871"/>
                      <a:pt x="346843" y="796690"/>
                      <a:pt x="338277" y="796690"/>
                    </a:cubicBezTo>
                    <a:cubicBezTo>
                      <a:pt x="329711" y="796690"/>
                      <a:pt x="323196" y="796871"/>
                      <a:pt x="318732" y="797233"/>
                    </a:cubicBezTo>
                    <a:lnTo>
                      <a:pt x="318732" y="794338"/>
                    </a:lnTo>
                    <a:lnTo>
                      <a:pt x="328323" y="792528"/>
                    </a:lnTo>
                    <a:cubicBezTo>
                      <a:pt x="330736" y="792166"/>
                      <a:pt x="331943" y="790356"/>
                      <a:pt x="331943" y="787099"/>
                    </a:cubicBezTo>
                    <a:lnTo>
                      <a:pt x="331943" y="751265"/>
                    </a:lnTo>
                    <a:cubicBezTo>
                      <a:pt x="331943" y="747525"/>
                      <a:pt x="331189" y="744992"/>
                      <a:pt x="329681" y="743665"/>
                    </a:cubicBezTo>
                    <a:cubicBezTo>
                      <a:pt x="328173" y="742337"/>
                      <a:pt x="325488" y="741372"/>
                      <a:pt x="321627" y="740769"/>
                    </a:cubicBezTo>
                    <a:lnTo>
                      <a:pt x="321627" y="737511"/>
                    </a:lnTo>
                    <a:cubicBezTo>
                      <a:pt x="329349" y="735702"/>
                      <a:pt x="335442" y="730272"/>
                      <a:pt x="339906" y="721224"/>
                    </a:cubicBezTo>
                    <a:close/>
                    <a:moveTo>
                      <a:pt x="66187" y="721137"/>
                    </a:moveTo>
                    <a:cubicBezTo>
                      <a:pt x="63183" y="721137"/>
                      <a:pt x="60222" y="722153"/>
                      <a:pt x="57306" y="724185"/>
                    </a:cubicBezTo>
                    <a:cubicBezTo>
                      <a:pt x="54390" y="726218"/>
                      <a:pt x="51194" y="729473"/>
                      <a:pt x="47718" y="733950"/>
                    </a:cubicBezTo>
                    <a:cubicBezTo>
                      <a:pt x="44243" y="738427"/>
                      <a:pt x="41533" y="742845"/>
                      <a:pt x="39589" y="747205"/>
                    </a:cubicBezTo>
                    <a:cubicBezTo>
                      <a:pt x="37645" y="751564"/>
                      <a:pt x="36113" y="756572"/>
                      <a:pt x="34994" y="762227"/>
                    </a:cubicBezTo>
                    <a:lnTo>
                      <a:pt x="34287" y="765939"/>
                    </a:lnTo>
                    <a:cubicBezTo>
                      <a:pt x="33697" y="769061"/>
                      <a:pt x="33329" y="771447"/>
                      <a:pt x="33182" y="773096"/>
                    </a:cubicBezTo>
                    <a:cubicBezTo>
                      <a:pt x="33035" y="774746"/>
                      <a:pt x="32961" y="776366"/>
                      <a:pt x="32961" y="777957"/>
                    </a:cubicBezTo>
                    <a:cubicBezTo>
                      <a:pt x="32961" y="782552"/>
                      <a:pt x="33948" y="785895"/>
                      <a:pt x="35921" y="787986"/>
                    </a:cubicBezTo>
                    <a:cubicBezTo>
                      <a:pt x="37895" y="790077"/>
                      <a:pt x="41297" y="791123"/>
                      <a:pt x="46128" y="791123"/>
                    </a:cubicBezTo>
                    <a:cubicBezTo>
                      <a:pt x="49132" y="791123"/>
                      <a:pt x="51901" y="790534"/>
                      <a:pt x="54434" y="789356"/>
                    </a:cubicBezTo>
                    <a:cubicBezTo>
                      <a:pt x="56967" y="788178"/>
                      <a:pt x="59368" y="786469"/>
                      <a:pt x="61636" y="784231"/>
                    </a:cubicBezTo>
                    <a:cubicBezTo>
                      <a:pt x="63904" y="781992"/>
                      <a:pt x="65951" y="779282"/>
                      <a:pt x="67778" y="776101"/>
                    </a:cubicBezTo>
                    <a:cubicBezTo>
                      <a:pt x="69604" y="772920"/>
                      <a:pt x="71239" y="769223"/>
                      <a:pt x="72682" y="765011"/>
                    </a:cubicBezTo>
                    <a:cubicBezTo>
                      <a:pt x="74125" y="760799"/>
                      <a:pt x="75215" y="756469"/>
                      <a:pt x="75952" y="752021"/>
                    </a:cubicBezTo>
                    <a:cubicBezTo>
                      <a:pt x="76688" y="747573"/>
                      <a:pt x="77056" y="743405"/>
                      <a:pt x="77056" y="739517"/>
                    </a:cubicBezTo>
                    <a:cubicBezTo>
                      <a:pt x="77056" y="733331"/>
                      <a:pt x="76187" y="728722"/>
                      <a:pt x="74449" y="725688"/>
                    </a:cubicBezTo>
                    <a:cubicBezTo>
                      <a:pt x="72711" y="722654"/>
                      <a:pt x="69957" y="721137"/>
                      <a:pt x="66187" y="721137"/>
                    </a:cubicBezTo>
                    <a:close/>
                    <a:moveTo>
                      <a:pt x="1418031" y="719233"/>
                    </a:moveTo>
                    <a:cubicBezTo>
                      <a:pt x="1420323" y="719233"/>
                      <a:pt x="1424214" y="720228"/>
                      <a:pt x="1429704" y="722219"/>
                    </a:cubicBezTo>
                    <a:cubicBezTo>
                      <a:pt x="1435194" y="724210"/>
                      <a:pt x="1439296" y="726774"/>
                      <a:pt x="1442010" y="729910"/>
                    </a:cubicBezTo>
                    <a:cubicBezTo>
                      <a:pt x="1444725" y="733047"/>
                      <a:pt x="1446082" y="736064"/>
                      <a:pt x="1446082" y="738959"/>
                    </a:cubicBezTo>
                    <a:cubicBezTo>
                      <a:pt x="1446082" y="742096"/>
                      <a:pt x="1444815" y="743665"/>
                      <a:pt x="1442282" y="743665"/>
                    </a:cubicBezTo>
                    <a:cubicBezTo>
                      <a:pt x="1440955" y="743665"/>
                      <a:pt x="1439175" y="742880"/>
                      <a:pt x="1436943" y="741312"/>
                    </a:cubicBezTo>
                    <a:cubicBezTo>
                      <a:pt x="1434711" y="739743"/>
                      <a:pt x="1431091" y="736697"/>
                      <a:pt x="1426085" y="732173"/>
                    </a:cubicBezTo>
                    <a:cubicBezTo>
                      <a:pt x="1421078" y="727648"/>
                      <a:pt x="1418061" y="724753"/>
                      <a:pt x="1417036" y="723486"/>
                    </a:cubicBezTo>
                    <a:cubicBezTo>
                      <a:pt x="1416010" y="722219"/>
                      <a:pt x="1415497" y="721193"/>
                      <a:pt x="1415497" y="720409"/>
                    </a:cubicBezTo>
                    <a:cubicBezTo>
                      <a:pt x="1415497" y="719625"/>
                      <a:pt x="1416342" y="719233"/>
                      <a:pt x="1418031" y="719233"/>
                    </a:cubicBezTo>
                    <a:close/>
                    <a:moveTo>
                      <a:pt x="1042689" y="717966"/>
                    </a:moveTo>
                    <a:cubicBezTo>
                      <a:pt x="1036536" y="719414"/>
                      <a:pt x="1031468" y="720198"/>
                      <a:pt x="1027487" y="720319"/>
                    </a:cubicBezTo>
                    <a:cubicBezTo>
                      <a:pt x="1029417" y="728040"/>
                      <a:pt x="1030684" y="736667"/>
                      <a:pt x="1031287" y="746198"/>
                    </a:cubicBezTo>
                    <a:cubicBezTo>
                      <a:pt x="1035752" y="745233"/>
                      <a:pt x="1039552" y="744509"/>
                      <a:pt x="1042689" y="744027"/>
                    </a:cubicBezTo>
                    <a:lnTo>
                      <a:pt x="1043232" y="733892"/>
                    </a:lnTo>
                    <a:cubicBezTo>
                      <a:pt x="1040095" y="734133"/>
                      <a:pt x="1037712" y="733952"/>
                      <a:pt x="1036083" y="733349"/>
                    </a:cubicBezTo>
                    <a:cubicBezTo>
                      <a:pt x="1034454" y="732746"/>
                      <a:pt x="1033640" y="732142"/>
                      <a:pt x="1033640" y="731539"/>
                    </a:cubicBezTo>
                    <a:cubicBezTo>
                      <a:pt x="1033640" y="730333"/>
                      <a:pt x="1036958" y="729126"/>
                      <a:pt x="1043594" y="727920"/>
                    </a:cubicBezTo>
                    <a:cubicBezTo>
                      <a:pt x="1043835" y="722249"/>
                      <a:pt x="1043533" y="718931"/>
                      <a:pt x="1042689" y="717966"/>
                    </a:cubicBezTo>
                    <a:close/>
                    <a:moveTo>
                      <a:pt x="1386270" y="717785"/>
                    </a:moveTo>
                    <a:cubicBezTo>
                      <a:pt x="1387295" y="717785"/>
                      <a:pt x="1389618" y="718660"/>
                      <a:pt x="1393238" y="720409"/>
                    </a:cubicBezTo>
                    <a:cubicBezTo>
                      <a:pt x="1396857" y="722159"/>
                      <a:pt x="1398667" y="723697"/>
                      <a:pt x="1398667" y="725024"/>
                    </a:cubicBezTo>
                    <a:cubicBezTo>
                      <a:pt x="1398667" y="725748"/>
                      <a:pt x="1398154" y="726502"/>
                      <a:pt x="1397128" y="727286"/>
                    </a:cubicBezTo>
                    <a:cubicBezTo>
                      <a:pt x="1396103" y="728071"/>
                      <a:pt x="1394444" y="730031"/>
                      <a:pt x="1392152" y="733168"/>
                    </a:cubicBezTo>
                    <a:cubicBezTo>
                      <a:pt x="1385637" y="741855"/>
                      <a:pt x="1378790" y="748792"/>
                      <a:pt x="1371611" y="753980"/>
                    </a:cubicBezTo>
                    <a:cubicBezTo>
                      <a:pt x="1364432" y="759168"/>
                      <a:pt x="1359697" y="761762"/>
                      <a:pt x="1357404" y="761762"/>
                    </a:cubicBezTo>
                    <a:cubicBezTo>
                      <a:pt x="1356560" y="761762"/>
                      <a:pt x="1356138" y="761400"/>
                      <a:pt x="1356138" y="760676"/>
                    </a:cubicBezTo>
                    <a:cubicBezTo>
                      <a:pt x="1356138" y="759952"/>
                      <a:pt x="1356922" y="758927"/>
                      <a:pt x="1358490" y="757600"/>
                    </a:cubicBezTo>
                    <a:cubicBezTo>
                      <a:pt x="1366453" y="750723"/>
                      <a:pt x="1372576" y="744087"/>
                      <a:pt x="1376859" y="737692"/>
                    </a:cubicBezTo>
                    <a:cubicBezTo>
                      <a:pt x="1381142" y="731298"/>
                      <a:pt x="1383344" y="726774"/>
                      <a:pt x="1383465" y="724119"/>
                    </a:cubicBezTo>
                    <a:cubicBezTo>
                      <a:pt x="1383586" y="721465"/>
                      <a:pt x="1383827" y="719746"/>
                      <a:pt x="1384189" y="718961"/>
                    </a:cubicBezTo>
                    <a:cubicBezTo>
                      <a:pt x="1384551" y="718177"/>
                      <a:pt x="1385244" y="717785"/>
                      <a:pt x="1386270" y="717785"/>
                    </a:cubicBezTo>
                    <a:close/>
                    <a:moveTo>
                      <a:pt x="1062053" y="714528"/>
                    </a:moveTo>
                    <a:cubicBezTo>
                      <a:pt x="1058796" y="714528"/>
                      <a:pt x="1054151" y="715251"/>
                      <a:pt x="1048118" y="716699"/>
                    </a:cubicBezTo>
                    <a:cubicBezTo>
                      <a:pt x="1049807" y="718026"/>
                      <a:pt x="1050652" y="719836"/>
                      <a:pt x="1050652" y="722129"/>
                    </a:cubicBezTo>
                    <a:cubicBezTo>
                      <a:pt x="1050652" y="722611"/>
                      <a:pt x="1050561" y="723365"/>
                      <a:pt x="1050380" y="724391"/>
                    </a:cubicBezTo>
                    <a:cubicBezTo>
                      <a:pt x="1050199" y="725416"/>
                      <a:pt x="1050049" y="726170"/>
                      <a:pt x="1049928" y="726653"/>
                    </a:cubicBezTo>
                    <a:cubicBezTo>
                      <a:pt x="1051376" y="726412"/>
                      <a:pt x="1052642" y="726291"/>
                      <a:pt x="1053728" y="726291"/>
                    </a:cubicBezTo>
                    <a:cubicBezTo>
                      <a:pt x="1057348" y="726291"/>
                      <a:pt x="1059158" y="727105"/>
                      <a:pt x="1059158" y="728734"/>
                    </a:cubicBezTo>
                    <a:cubicBezTo>
                      <a:pt x="1059158" y="730363"/>
                      <a:pt x="1055719" y="731841"/>
                      <a:pt x="1048842" y="733168"/>
                    </a:cubicBezTo>
                    <a:lnTo>
                      <a:pt x="1047756" y="743122"/>
                    </a:lnTo>
                    <a:cubicBezTo>
                      <a:pt x="1052703" y="742277"/>
                      <a:pt x="1055870" y="741855"/>
                      <a:pt x="1057257" y="741855"/>
                    </a:cubicBezTo>
                    <a:cubicBezTo>
                      <a:pt x="1058645" y="741855"/>
                      <a:pt x="1059670" y="741493"/>
                      <a:pt x="1060334" y="740769"/>
                    </a:cubicBezTo>
                    <a:cubicBezTo>
                      <a:pt x="1060997" y="740045"/>
                      <a:pt x="1062053" y="736667"/>
                      <a:pt x="1063501" y="730634"/>
                    </a:cubicBezTo>
                    <a:cubicBezTo>
                      <a:pt x="1064949" y="724602"/>
                      <a:pt x="1065673" y="720409"/>
                      <a:pt x="1065673" y="718057"/>
                    </a:cubicBezTo>
                    <a:cubicBezTo>
                      <a:pt x="1065673" y="715704"/>
                      <a:pt x="1064466" y="714528"/>
                      <a:pt x="1062053" y="714528"/>
                    </a:cubicBezTo>
                    <a:close/>
                    <a:moveTo>
                      <a:pt x="28985" y="710709"/>
                    </a:moveTo>
                    <a:cubicBezTo>
                      <a:pt x="32637" y="710709"/>
                      <a:pt x="35538" y="711917"/>
                      <a:pt x="37689" y="714332"/>
                    </a:cubicBezTo>
                    <a:cubicBezTo>
                      <a:pt x="39839" y="716748"/>
                      <a:pt x="40914" y="719958"/>
                      <a:pt x="40914" y="723964"/>
                    </a:cubicBezTo>
                    <a:cubicBezTo>
                      <a:pt x="40914" y="727263"/>
                      <a:pt x="40237" y="730739"/>
                      <a:pt x="38882" y="734392"/>
                    </a:cubicBezTo>
                    <a:lnTo>
                      <a:pt x="39942" y="734745"/>
                    </a:lnTo>
                    <a:cubicBezTo>
                      <a:pt x="50841" y="718780"/>
                      <a:pt x="61680" y="710798"/>
                      <a:pt x="72461" y="710798"/>
                    </a:cubicBezTo>
                    <a:cubicBezTo>
                      <a:pt x="78882" y="710798"/>
                      <a:pt x="83875" y="713243"/>
                      <a:pt x="87439" y="718132"/>
                    </a:cubicBezTo>
                    <a:cubicBezTo>
                      <a:pt x="91003" y="723022"/>
                      <a:pt x="92785" y="729914"/>
                      <a:pt x="92785" y="738810"/>
                    </a:cubicBezTo>
                    <a:cubicBezTo>
                      <a:pt x="92785" y="748530"/>
                      <a:pt x="90827" y="758089"/>
                      <a:pt x="86909" y="767485"/>
                    </a:cubicBezTo>
                    <a:cubicBezTo>
                      <a:pt x="82991" y="776881"/>
                      <a:pt x="77557" y="784334"/>
                      <a:pt x="70605" y="789842"/>
                    </a:cubicBezTo>
                    <a:cubicBezTo>
                      <a:pt x="63654" y="795350"/>
                      <a:pt x="55878" y="798104"/>
                      <a:pt x="47277" y="798104"/>
                    </a:cubicBezTo>
                    <a:cubicBezTo>
                      <a:pt x="39441" y="798104"/>
                      <a:pt x="32932" y="796396"/>
                      <a:pt x="27747" y="792979"/>
                    </a:cubicBezTo>
                    <a:lnTo>
                      <a:pt x="23683" y="812331"/>
                    </a:lnTo>
                    <a:cubicBezTo>
                      <a:pt x="22799" y="816514"/>
                      <a:pt x="22357" y="819960"/>
                      <a:pt x="22357" y="822670"/>
                    </a:cubicBezTo>
                    <a:cubicBezTo>
                      <a:pt x="22357" y="825262"/>
                      <a:pt x="23020" y="827103"/>
                      <a:pt x="24345" y="828193"/>
                    </a:cubicBezTo>
                    <a:cubicBezTo>
                      <a:pt x="25671" y="829283"/>
                      <a:pt x="28248" y="830004"/>
                      <a:pt x="32077" y="830358"/>
                    </a:cubicBezTo>
                    <a:lnTo>
                      <a:pt x="31370" y="834688"/>
                    </a:lnTo>
                    <a:lnTo>
                      <a:pt x="4065" y="834688"/>
                    </a:lnTo>
                    <a:lnTo>
                      <a:pt x="25362" y="740931"/>
                    </a:lnTo>
                    <a:cubicBezTo>
                      <a:pt x="26599" y="735511"/>
                      <a:pt x="27217" y="731063"/>
                      <a:pt x="27217" y="727587"/>
                    </a:cubicBezTo>
                    <a:cubicBezTo>
                      <a:pt x="27217" y="725231"/>
                      <a:pt x="26834" y="723523"/>
                      <a:pt x="26068" y="722462"/>
                    </a:cubicBezTo>
                    <a:cubicBezTo>
                      <a:pt x="25303" y="721402"/>
                      <a:pt x="24095" y="720872"/>
                      <a:pt x="22445" y="720872"/>
                    </a:cubicBezTo>
                    <a:cubicBezTo>
                      <a:pt x="20619" y="720872"/>
                      <a:pt x="18690" y="721623"/>
                      <a:pt x="16657" y="723125"/>
                    </a:cubicBezTo>
                    <a:cubicBezTo>
                      <a:pt x="14625" y="724627"/>
                      <a:pt x="11841" y="727352"/>
                      <a:pt x="8307" y="731299"/>
                    </a:cubicBezTo>
                    <a:lnTo>
                      <a:pt x="3270" y="726350"/>
                    </a:lnTo>
                    <a:cubicBezTo>
                      <a:pt x="8572" y="720813"/>
                      <a:pt x="13064" y="716821"/>
                      <a:pt x="16746" y="714377"/>
                    </a:cubicBezTo>
                    <a:cubicBezTo>
                      <a:pt x="20428" y="711932"/>
                      <a:pt x="24507" y="710709"/>
                      <a:pt x="28985" y="710709"/>
                    </a:cubicBezTo>
                    <a:close/>
                    <a:moveTo>
                      <a:pt x="827600" y="708555"/>
                    </a:moveTo>
                    <a:cubicBezTo>
                      <a:pt x="829108" y="708555"/>
                      <a:pt x="832215" y="710033"/>
                      <a:pt x="836920" y="712989"/>
                    </a:cubicBezTo>
                    <a:cubicBezTo>
                      <a:pt x="841626" y="715945"/>
                      <a:pt x="843978" y="719896"/>
                      <a:pt x="843978" y="724843"/>
                    </a:cubicBezTo>
                    <a:cubicBezTo>
                      <a:pt x="843978" y="727256"/>
                      <a:pt x="843496" y="729247"/>
                      <a:pt x="842531" y="730815"/>
                    </a:cubicBezTo>
                    <a:cubicBezTo>
                      <a:pt x="841565" y="732384"/>
                      <a:pt x="840419" y="733168"/>
                      <a:pt x="839092" y="733168"/>
                    </a:cubicBezTo>
                    <a:cubicBezTo>
                      <a:pt x="836438" y="733168"/>
                      <a:pt x="833482" y="729579"/>
                      <a:pt x="830224" y="722400"/>
                    </a:cubicBezTo>
                    <a:cubicBezTo>
                      <a:pt x="826967" y="715221"/>
                      <a:pt x="825338" y="711119"/>
                      <a:pt x="825338" y="710094"/>
                    </a:cubicBezTo>
                    <a:cubicBezTo>
                      <a:pt x="825338" y="709068"/>
                      <a:pt x="826092" y="708555"/>
                      <a:pt x="827600" y="708555"/>
                    </a:cubicBezTo>
                    <a:close/>
                    <a:moveTo>
                      <a:pt x="1008304" y="708193"/>
                    </a:moveTo>
                    <a:cubicBezTo>
                      <a:pt x="1009390" y="708193"/>
                      <a:pt x="1011018" y="709249"/>
                      <a:pt x="1013190" y="711360"/>
                    </a:cubicBezTo>
                    <a:cubicBezTo>
                      <a:pt x="1015362" y="713472"/>
                      <a:pt x="1016448" y="715251"/>
                      <a:pt x="1016448" y="716699"/>
                    </a:cubicBezTo>
                    <a:cubicBezTo>
                      <a:pt x="1016448" y="718147"/>
                      <a:pt x="1015452" y="719685"/>
                      <a:pt x="1013461" y="721314"/>
                    </a:cubicBezTo>
                    <a:cubicBezTo>
                      <a:pt x="1011471" y="722943"/>
                      <a:pt x="1007640" y="727678"/>
                      <a:pt x="1001970" y="735521"/>
                    </a:cubicBezTo>
                    <a:cubicBezTo>
                      <a:pt x="1004503" y="739623"/>
                      <a:pt x="1005770" y="744690"/>
                      <a:pt x="1005770" y="750723"/>
                    </a:cubicBezTo>
                    <a:lnTo>
                      <a:pt x="1004684" y="779498"/>
                    </a:lnTo>
                    <a:cubicBezTo>
                      <a:pt x="1004322" y="788788"/>
                      <a:pt x="1003629" y="795604"/>
                      <a:pt x="1002603" y="799948"/>
                    </a:cubicBezTo>
                    <a:cubicBezTo>
                      <a:pt x="1001577" y="804291"/>
                      <a:pt x="1000703" y="807006"/>
                      <a:pt x="999979" y="808092"/>
                    </a:cubicBezTo>
                    <a:cubicBezTo>
                      <a:pt x="999255" y="809177"/>
                      <a:pt x="998410" y="809720"/>
                      <a:pt x="997445" y="809720"/>
                    </a:cubicBezTo>
                    <a:cubicBezTo>
                      <a:pt x="996480" y="809720"/>
                      <a:pt x="995394" y="808544"/>
                      <a:pt x="994188" y="806191"/>
                    </a:cubicBezTo>
                    <a:cubicBezTo>
                      <a:pt x="992981" y="803839"/>
                      <a:pt x="992378" y="801305"/>
                      <a:pt x="992378" y="798590"/>
                    </a:cubicBezTo>
                    <a:cubicBezTo>
                      <a:pt x="992378" y="795876"/>
                      <a:pt x="993072" y="792618"/>
                      <a:pt x="994459" y="788818"/>
                    </a:cubicBezTo>
                    <a:cubicBezTo>
                      <a:pt x="995847" y="785017"/>
                      <a:pt x="996872" y="779769"/>
                      <a:pt x="997536" y="773073"/>
                    </a:cubicBezTo>
                    <a:cubicBezTo>
                      <a:pt x="998199" y="766377"/>
                      <a:pt x="998531" y="760043"/>
                      <a:pt x="998531" y="754071"/>
                    </a:cubicBezTo>
                    <a:cubicBezTo>
                      <a:pt x="998531" y="748098"/>
                      <a:pt x="998350" y="743665"/>
                      <a:pt x="997988" y="740769"/>
                    </a:cubicBezTo>
                    <a:cubicBezTo>
                      <a:pt x="991956" y="748129"/>
                      <a:pt x="985501" y="754191"/>
                      <a:pt x="978624" y="758957"/>
                    </a:cubicBezTo>
                    <a:cubicBezTo>
                      <a:pt x="971747" y="763723"/>
                      <a:pt x="967041" y="766105"/>
                      <a:pt x="964508" y="766105"/>
                    </a:cubicBezTo>
                    <a:cubicBezTo>
                      <a:pt x="963663" y="766105"/>
                      <a:pt x="963241" y="765713"/>
                      <a:pt x="963241" y="764929"/>
                    </a:cubicBezTo>
                    <a:cubicBezTo>
                      <a:pt x="963241" y="764145"/>
                      <a:pt x="964387" y="762908"/>
                      <a:pt x="966679" y="761219"/>
                    </a:cubicBezTo>
                    <a:cubicBezTo>
                      <a:pt x="971747" y="757479"/>
                      <a:pt x="977327" y="752382"/>
                      <a:pt x="983420" y="745927"/>
                    </a:cubicBezTo>
                    <a:cubicBezTo>
                      <a:pt x="989512" y="739472"/>
                      <a:pt x="994700" y="732866"/>
                      <a:pt x="998983" y="726110"/>
                    </a:cubicBezTo>
                    <a:cubicBezTo>
                      <a:pt x="1003267" y="719354"/>
                      <a:pt x="1005529" y="715251"/>
                      <a:pt x="1005770" y="713804"/>
                    </a:cubicBezTo>
                    <a:cubicBezTo>
                      <a:pt x="1006373" y="710063"/>
                      <a:pt x="1007218" y="708193"/>
                      <a:pt x="1008304" y="708193"/>
                    </a:cubicBezTo>
                    <a:close/>
                    <a:moveTo>
                      <a:pt x="1631672" y="700231"/>
                    </a:moveTo>
                    <a:cubicBezTo>
                      <a:pt x="1634507" y="700231"/>
                      <a:pt x="1638941" y="702734"/>
                      <a:pt x="1644974" y="707741"/>
                    </a:cubicBezTo>
                    <a:cubicBezTo>
                      <a:pt x="1651006" y="712748"/>
                      <a:pt x="1654022" y="716217"/>
                      <a:pt x="1654022" y="718147"/>
                    </a:cubicBezTo>
                    <a:cubicBezTo>
                      <a:pt x="1654022" y="720077"/>
                      <a:pt x="1652454" y="721043"/>
                      <a:pt x="1649317" y="721043"/>
                    </a:cubicBezTo>
                    <a:cubicBezTo>
                      <a:pt x="1646180" y="721043"/>
                      <a:pt x="1641837" y="721616"/>
                      <a:pt x="1636287" y="722762"/>
                    </a:cubicBezTo>
                    <a:cubicBezTo>
                      <a:pt x="1630737" y="723908"/>
                      <a:pt x="1626605" y="725054"/>
                      <a:pt x="1623890" y="726200"/>
                    </a:cubicBezTo>
                    <a:cubicBezTo>
                      <a:pt x="1621176" y="727347"/>
                      <a:pt x="1619426" y="727920"/>
                      <a:pt x="1618642" y="727920"/>
                    </a:cubicBezTo>
                    <a:cubicBezTo>
                      <a:pt x="1617858" y="727920"/>
                      <a:pt x="1617466" y="727648"/>
                      <a:pt x="1617466" y="727105"/>
                    </a:cubicBezTo>
                    <a:cubicBezTo>
                      <a:pt x="1617466" y="726562"/>
                      <a:pt x="1618310" y="725446"/>
                      <a:pt x="1619999" y="723757"/>
                    </a:cubicBezTo>
                    <a:cubicBezTo>
                      <a:pt x="1624705" y="718690"/>
                      <a:pt x="1627057" y="715191"/>
                      <a:pt x="1627057" y="713261"/>
                    </a:cubicBezTo>
                    <a:cubicBezTo>
                      <a:pt x="1627057" y="711572"/>
                      <a:pt x="1625247" y="710727"/>
                      <a:pt x="1621628" y="710727"/>
                    </a:cubicBezTo>
                    <a:cubicBezTo>
                      <a:pt x="1618008" y="710727"/>
                      <a:pt x="1612217" y="711330"/>
                      <a:pt x="1604254" y="712537"/>
                    </a:cubicBezTo>
                    <a:cubicBezTo>
                      <a:pt x="1581090" y="716277"/>
                      <a:pt x="1564983" y="718147"/>
                      <a:pt x="1555934" y="718147"/>
                    </a:cubicBezTo>
                    <a:cubicBezTo>
                      <a:pt x="1554004" y="718147"/>
                      <a:pt x="1552254" y="718087"/>
                      <a:pt x="1550686" y="717966"/>
                    </a:cubicBezTo>
                    <a:cubicBezTo>
                      <a:pt x="1550203" y="721827"/>
                      <a:pt x="1548785" y="726442"/>
                      <a:pt x="1546433" y="731811"/>
                    </a:cubicBezTo>
                    <a:cubicBezTo>
                      <a:pt x="1544080" y="737180"/>
                      <a:pt x="1541516" y="740980"/>
                      <a:pt x="1538741" y="743212"/>
                    </a:cubicBezTo>
                    <a:cubicBezTo>
                      <a:pt x="1535966" y="745444"/>
                      <a:pt x="1534006" y="746560"/>
                      <a:pt x="1532860" y="746560"/>
                    </a:cubicBezTo>
                    <a:cubicBezTo>
                      <a:pt x="1531714" y="746560"/>
                      <a:pt x="1530869" y="745957"/>
                      <a:pt x="1530326" y="744750"/>
                    </a:cubicBezTo>
                    <a:cubicBezTo>
                      <a:pt x="1529783" y="743544"/>
                      <a:pt x="1529512" y="742036"/>
                      <a:pt x="1529512" y="740226"/>
                    </a:cubicBezTo>
                    <a:cubicBezTo>
                      <a:pt x="1529512" y="738416"/>
                      <a:pt x="1529934" y="736848"/>
                      <a:pt x="1530779" y="735521"/>
                    </a:cubicBezTo>
                    <a:cubicBezTo>
                      <a:pt x="1536449" y="726351"/>
                      <a:pt x="1539948" y="718207"/>
                      <a:pt x="1541275" y="711089"/>
                    </a:cubicBezTo>
                    <a:cubicBezTo>
                      <a:pt x="1541878" y="707952"/>
                      <a:pt x="1542723" y="706384"/>
                      <a:pt x="1543809" y="706384"/>
                    </a:cubicBezTo>
                    <a:cubicBezTo>
                      <a:pt x="1544895" y="706384"/>
                      <a:pt x="1547187" y="708616"/>
                      <a:pt x="1550686" y="713080"/>
                    </a:cubicBezTo>
                    <a:cubicBezTo>
                      <a:pt x="1559614" y="713321"/>
                      <a:pt x="1573428" y="711903"/>
                      <a:pt x="1592129" y="708827"/>
                    </a:cubicBezTo>
                    <a:cubicBezTo>
                      <a:pt x="1610830" y="705750"/>
                      <a:pt x="1621387" y="703548"/>
                      <a:pt x="1623800" y="702221"/>
                    </a:cubicBezTo>
                    <a:cubicBezTo>
                      <a:pt x="1626213" y="700894"/>
                      <a:pt x="1628837" y="700231"/>
                      <a:pt x="1631672" y="700231"/>
                    </a:cubicBezTo>
                    <a:close/>
                    <a:moveTo>
                      <a:pt x="1198146" y="698964"/>
                    </a:moveTo>
                    <a:cubicBezTo>
                      <a:pt x="1196457" y="698964"/>
                      <a:pt x="1193532" y="699446"/>
                      <a:pt x="1189369" y="700412"/>
                    </a:cubicBezTo>
                    <a:cubicBezTo>
                      <a:pt x="1185207" y="701377"/>
                      <a:pt x="1181014" y="701859"/>
                      <a:pt x="1176791" y="701859"/>
                    </a:cubicBezTo>
                    <a:cubicBezTo>
                      <a:pt x="1177033" y="711270"/>
                      <a:pt x="1177153" y="722792"/>
                      <a:pt x="1177153" y="736426"/>
                    </a:cubicBezTo>
                    <a:cubicBezTo>
                      <a:pt x="1184392" y="733892"/>
                      <a:pt x="1188977" y="732625"/>
                      <a:pt x="1190907" y="732625"/>
                    </a:cubicBezTo>
                    <a:cubicBezTo>
                      <a:pt x="1192838" y="732625"/>
                      <a:pt x="1194557" y="732957"/>
                      <a:pt x="1196065" y="733620"/>
                    </a:cubicBezTo>
                    <a:cubicBezTo>
                      <a:pt x="1197573" y="734284"/>
                      <a:pt x="1198327" y="735219"/>
                      <a:pt x="1198327" y="736426"/>
                    </a:cubicBezTo>
                    <a:cubicBezTo>
                      <a:pt x="1198327" y="737632"/>
                      <a:pt x="1196307" y="738688"/>
                      <a:pt x="1192265" y="739593"/>
                    </a:cubicBezTo>
                    <a:cubicBezTo>
                      <a:pt x="1188223" y="740497"/>
                      <a:pt x="1185116" y="740950"/>
                      <a:pt x="1182945" y="740950"/>
                    </a:cubicBezTo>
                    <a:cubicBezTo>
                      <a:pt x="1180773" y="740950"/>
                      <a:pt x="1178842" y="740709"/>
                      <a:pt x="1177153" y="740226"/>
                    </a:cubicBezTo>
                    <a:cubicBezTo>
                      <a:pt x="1177274" y="753618"/>
                      <a:pt x="1177214" y="765502"/>
                      <a:pt x="1176972" y="775878"/>
                    </a:cubicBezTo>
                    <a:cubicBezTo>
                      <a:pt x="1183970" y="775034"/>
                      <a:pt x="1189007" y="774611"/>
                      <a:pt x="1192084" y="774611"/>
                    </a:cubicBezTo>
                    <a:cubicBezTo>
                      <a:pt x="1195160" y="774611"/>
                      <a:pt x="1198146" y="775878"/>
                      <a:pt x="1201042" y="778412"/>
                    </a:cubicBezTo>
                    <a:cubicBezTo>
                      <a:pt x="1202611" y="771293"/>
                      <a:pt x="1203395" y="755911"/>
                      <a:pt x="1203395" y="732263"/>
                    </a:cubicBezTo>
                    <a:cubicBezTo>
                      <a:pt x="1203395" y="722008"/>
                      <a:pt x="1203274" y="714437"/>
                      <a:pt x="1203033" y="709551"/>
                    </a:cubicBezTo>
                    <a:cubicBezTo>
                      <a:pt x="1202791" y="704664"/>
                      <a:pt x="1202339" y="701678"/>
                      <a:pt x="1201675" y="700592"/>
                    </a:cubicBezTo>
                    <a:cubicBezTo>
                      <a:pt x="1201012" y="699507"/>
                      <a:pt x="1199836" y="698964"/>
                      <a:pt x="1198146" y="698964"/>
                    </a:cubicBezTo>
                    <a:close/>
                    <a:moveTo>
                      <a:pt x="899809" y="698602"/>
                    </a:moveTo>
                    <a:cubicBezTo>
                      <a:pt x="901800" y="698602"/>
                      <a:pt x="904635" y="699748"/>
                      <a:pt x="908315" y="702040"/>
                    </a:cubicBezTo>
                    <a:cubicBezTo>
                      <a:pt x="911995" y="704333"/>
                      <a:pt x="913835" y="705961"/>
                      <a:pt x="913835" y="706927"/>
                    </a:cubicBezTo>
                    <a:cubicBezTo>
                      <a:pt x="913835" y="707530"/>
                      <a:pt x="913081" y="708344"/>
                      <a:pt x="911572" y="709370"/>
                    </a:cubicBezTo>
                    <a:cubicBezTo>
                      <a:pt x="910064" y="710395"/>
                      <a:pt x="907863" y="712386"/>
                      <a:pt x="904967" y="715342"/>
                    </a:cubicBezTo>
                    <a:cubicBezTo>
                      <a:pt x="902071" y="718298"/>
                      <a:pt x="897969" y="721917"/>
                      <a:pt x="892661" y="726200"/>
                    </a:cubicBezTo>
                    <a:cubicBezTo>
                      <a:pt x="887352" y="730484"/>
                      <a:pt x="884155" y="732625"/>
                      <a:pt x="883069" y="732625"/>
                    </a:cubicBezTo>
                    <a:cubicBezTo>
                      <a:pt x="882586" y="732625"/>
                      <a:pt x="882345" y="732323"/>
                      <a:pt x="882345" y="731720"/>
                    </a:cubicBezTo>
                    <a:cubicBezTo>
                      <a:pt x="882345" y="731117"/>
                      <a:pt x="882888" y="730091"/>
                      <a:pt x="883974" y="728644"/>
                    </a:cubicBezTo>
                    <a:cubicBezTo>
                      <a:pt x="888438" y="722611"/>
                      <a:pt x="891726" y="717725"/>
                      <a:pt x="893837" y="713985"/>
                    </a:cubicBezTo>
                    <a:cubicBezTo>
                      <a:pt x="895948" y="710245"/>
                      <a:pt x="897004" y="706987"/>
                      <a:pt x="897004" y="704212"/>
                    </a:cubicBezTo>
                    <a:lnTo>
                      <a:pt x="896823" y="701678"/>
                    </a:lnTo>
                    <a:cubicBezTo>
                      <a:pt x="896823" y="699627"/>
                      <a:pt x="897818" y="698602"/>
                      <a:pt x="899809" y="698602"/>
                    </a:cubicBezTo>
                    <a:close/>
                    <a:moveTo>
                      <a:pt x="1974620" y="698059"/>
                    </a:moveTo>
                    <a:cubicBezTo>
                      <a:pt x="1976007" y="698059"/>
                      <a:pt x="1978571" y="699024"/>
                      <a:pt x="1982311" y="700954"/>
                    </a:cubicBezTo>
                    <a:cubicBezTo>
                      <a:pt x="1986051" y="702885"/>
                      <a:pt x="1987921" y="704876"/>
                      <a:pt x="1987921" y="706927"/>
                    </a:cubicBezTo>
                    <a:cubicBezTo>
                      <a:pt x="1987921" y="707892"/>
                      <a:pt x="1987559" y="709098"/>
                      <a:pt x="1986835" y="710546"/>
                    </a:cubicBezTo>
                    <a:cubicBezTo>
                      <a:pt x="1986112" y="711994"/>
                      <a:pt x="1985267" y="714347"/>
                      <a:pt x="1984302" y="717604"/>
                    </a:cubicBezTo>
                    <a:lnTo>
                      <a:pt x="1993351" y="715975"/>
                    </a:lnTo>
                    <a:cubicBezTo>
                      <a:pt x="1997211" y="714889"/>
                      <a:pt x="2000469" y="714347"/>
                      <a:pt x="2003123" y="714347"/>
                    </a:cubicBezTo>
                    <a:cubicBezTo>
                      <a:pt x="2005778" y="714347"/>
                      <a:pt x="2008160" y="715040"/>
                      <a:pt x="2010272" y="716428"/>
                    </a:cubicBezTo>
                    <a:cubicBezTo>
                      <a:pt x="2012383" y="717815"/>
                      <a:pt x="2013439" y="718931"/>
                      <a:pt x="2013439" y="719776"/>
                    </a:cubicBezTo>
                    <a:cubicBezTo>
                      <a:pt x="2013439" y="720620"/>
                      <a:pt x="2012745" y="721284"/>
                      <a:pt x="2011358" y="721767"/>
                    </a:cubicBezTo>
                    <a:cubicBezTo>
                      <a:pt x="2009970" y="722249"/>
                      <a:pt x="2006652" y="722490"/>
                      <a:pt x="2001404" y="722490"/>
                    </a:cubicBezTo>
                    <a:cubicBezTo>
                      <a:pt x="1996156" y="722490"/>
                      <a:pt x="1989731" y="722852"/>
                      <a:pt x="1982130" y="723576"/>
                    </a:cubicBezTo>
                    <a:cubicBezTo>
                      <a:pt x="1980441" y="729971"/>
                      <a:pt x="1979597" y="733711"/>
                      <a:pt x="1979597" y="734797"/>
                    </a:cubicBezTo>
                    <a:cubicBezTo>
                      <a:pt x="1979597" y="735883"/>
                      <a:pt x="1980411" y="737029"/>
                      <a:pt x="1982040" y="738235"/>
                    </a:cubicBezTo>
                    <a:cubicBezTo>
                      <a:pt x="1983668" y="739442"/>
                      <a:pt x="1984483" y="740467"/>
                      <a:pt x="1984483" y="741312"/>
                    </a:cubicBezTo>
                    <a:cubicBezTo>
                      <a:pt x="1984483" y="742639"/>
                      <a:pt x="1982733" y="743514"/>
                      <a:pt x="1979235" y="743936"/>
                    </a:cubicBezTo>
                    <a:cubicBezTo>
                      <a:pt x="1975736" y="744358"/>
                      <a:pt x="1966265" y="746017"/>
                      <a:pt x="1950822" y="748913"/>
                    </a:cubicBezTo>
                    <a:cubicBezTo>
                      <a:pt x="1950098" y="750843"/>
                      <a:pt x="1949193" y="751808"/>
                      <a:pt x="1948107" y="751808"/>
                    </a:cubicBezTo>
                    <a:cubicBezTo>
                      <a:pt x="1945935" y="751808"/>
                      <a:pt x="1944849" y="748430"/>
                      <a:pt x="1944849" y="741674"/>
                    </a:cubicBezTo>
                    <a:lnTo>
                      <a:pt x="1945030" y="729910"/>
                    </a:lnTo>
                    <a:cubicBezTo>
                      <a:pt x="1936343" y="731841"/>
                      <a:pt x="1931186" y="732806"/>
                      <a:pt x="1929557" y="732806"/>
                    </a:cubicBezTo>
                    <a:cubicBezTo>
                      <a:pt x="1927928" y="732806"/>
                      <a:pt x="1926209" y="732414"/>
                      <a:pt x="1924399" y="731630"/>
                    </a:cubicBezTo>
                    <a:cubicBezTo>
                      <a:pt x="1922589" y="730846"/>
                      <a:pt x="1921684" y="730091"/>
                      <a:pt x="1921684" y="729368"/>
                    </a:cubicBezTo>
                    <a:cubicBezTo>
                      <a:pt x="1921684" y="728644"/>
                      <a:pt x="1922740" y="728191"/>
                      <a:pt x="1924852" y="728010"/>
                    </a:cubicBezTo>
                    <a:cubicBezTo>
                      <a:pt x="1926963" y="727829"/>
                      <a:pt x="1933750" y="726774"/>
                      <a:pt x="1945211" y="724843"/>
                    </a:cubicBezTo>
                    <a:cubicBezTo>
                      <a:pt x="1944729" y="719535"/>
                      <a:pt x="1943341" y="715131"/>
                      <a:pt x="1941049" y="711632"/>
                    </a:cubicBezTo>
                    <a:cubicBezTo>
                      <a:pt x="1940204" y="710425"/>
                      <a:pt x="1939782" y="709159"/>
                      <a:pt x="1939782" y="707832"/>
                    </a:cubicBezTo>
                    <a:cubicBezTo>
                      <a:pt x="1939782" y="706504"/>
                      <a:pt x="1940596" y="705841"/>
                      <a:pt x="1942225" y="705841"/>
                    </a:cubicBezTo>
                    <a:cubicBezTo>
                      <a:pt x="1943854" y="705841"/>
                      <a:pt x="1945965" y="706655"/>
                      <a:pt x="1948559" y="708284"/>
                    </a:cubicBezTo>
                    <a:cubicBezTo>
                      <a:pt x="1951153" y="709913"/>
                      <a:pt x="1952450" y="711632"/>
                      <a:pt x="1952450" y="713442"/>
                    </a:cubicBezTo>
                    <a:cubicBezTo>
                      <a:pt x="1952450" y="713924"/>
                      <a:pt x="1952390" y="714467"/>
                      <a:pt x="1952269" y="715071"/>
                    </a:cubicBezTo>
                    <a:cubicBezTo>
                      <a:pt x="1952028" y="716518"/>
                      <a:pt x="1951907" y="719414"/>
                      <a:pt x="1951907" y="723757"/>
                    </a:cubicBezTo>
                    <a:cubicBezTo>
                      <a:pt x="1957578" y="722792"/>
                      <a:pt x="1965239" y="721284"/>
                      <a:pt x="1974891" y="719233"/>
                    </a:cubicBezTo>
                    <a:cubicBezTo>
                      <a:pt x="1975253" y="715975"/>
                      <a:pt x="1975434" y="713321"/>
                      <a:pt x="1975434" y="711270"/>
                    </a:cubicBezTo>
                    <a:cubicBezTo>
                      <a:pt x="1975434" y="707651"/>
                      <a:pt x="1974951" y="705147"/>
                      <a:pt x="1973986" y="703760"/>
                    </a:cubicBezTo>
                    <a:cubicBezTo>
                      <a:pt x="1973021" y="702372"/>
                      <a:pt x="1972539" y="701196"/>
                      <a:pt x="1972539" y="700231"/>
                    </a:cubicBezTo>
                    <a:cubicBezTo>
                      <a:pt x="1972539" y="698783"/>
                      <a:pt x="1973232" y="698059"/>
                      <a:pt x="1974620" y="698059"/>
                    </a:cubicBezTo>
                    <a:close/>
                    <a:moveTo>
                      <a:pt x="525553" y="696611"/>
                    </a:moveTo>
                    <a:cubicBezTo>
                      <a:pt x="527423" y="696611"/>
                      <a:pt x="530077" y="697727"/>
                      <a:pt x="533516" y="699959"/>
                    </a:cubicBezTo>
                    <a:cubicBezTo>
                      <a:pt x="536954" y="702191"/>
                      <a:pt x="538674" y="704453"/>
                      <a:pt x="538674" y="706746"/>
                    </a:cubicBezTo>
                    <a:cubicBezTo>
                      <a:pt x="538674" y="708073"/>
                      <a:pt x="538131" y="709189"/>
                      <a:pt x="537045" y="710094"/>
                    </a:cubicBezTo>
                    <a:cubicBezTo>
                      <a:pt x="535959" y="710999"/>
                      <a:pt x="533365" y="715674"/>
                      <a:pt x="529263" y="724119"/>
                    </a:cubicBezTo>
                    <a:cubicBezTo>
                      <a:pt x="527453" y="728342"/>
                      <a:pt x="524799" y="733228"/>
                      <a:pt x="521300" y="738778"/>
                    </a:cubicBezTo>
                    <a:cubicBezTo>
                      <a:pt x="533124" y="749033"/>
                      <a:pt x="540091" y="756212"/>
                      <a:pt x="542203" y="760314"/>
                    </a:cubicBezTo>
                    <a:cubicBezTo>
                      <a:pt x="544314" y="764416"/>
                      <a:pt x="545370" y="768820"/>
                      <a:pt x="545370" y="773525"/>
                    </a:cubicBezTo>
                    <a:cubicBezTo>
                      <a:pt x="545370" y="776662"/>
                      <a:pt x="544495" y="778231"/>
                      <a:pt x="542745" y="778231"/>
                    </a:cubicBezTo>
                    <a:cubicBezTo>
                      <a:pt x="540996" y="778231"/>
                      <a:pt x="538613" y="776240"/>
                      <a:pt x="535597" y="772259"/>
                    </a:cubicBezTo>
                    <a:cubicBezTo>
                      <a:pt x="528117" y="762003"/>
                      <a:pt x="521481" y="753799"/>
                      <a:pt x="515690" y="747646"/>
                    </a:cubicBezTo>
                    <a:cubicBezTo>
                      <a:pt x="508933" y="756936"/>
                      <a:pt x="501242" y="764386"/>
                      <a:pt x="492615" y="769996"/>
                    </a:cubicBezTo>
                    <a:cubicBezTo>
                      <a:pt x="483989" y="775607"/>
                      <a:pt x="478168" y="778412"/>
                      <a:pt x="475151" y="778412"/>
                    </a:cubicBezTo>
                    <a:cubicBezTo>
                      <a:pt x="474186" y="778412"/>
                      <a:pt x="473703" y="778110"/>
                      <a:pt x="473703" y="777507"/>
                    </a:cubicBezTo>
                    <a:cubicBezTo>
                      <a:pt x="473703" y="776904"/>
                      <a:pt x="474307" y="776119"/>
                      <a:pt x="475513" y="775154"/>
                    </a:cubicBezTo>
                    <a:cubicBezTo>
                      <a:pt x="489388" y="764778"/>
                      <a:pt x="500608" y="753437"/>
                      <a:pt x="509175" y="741131"/>
                    </a:cubicBezTo>
                    <a:cubicBezTo>
                      <a:pt x="502539" y="734013"/>
                      <a:pt x="494214" y="726050"/>
                      <a:pt x="484200" y="717242"/>
                    </a:cubicBezTo>
                    <a:cubicBezTo>
                      <a:pt x="482511" y="715674"/>
                      <a:pt x="481666" y="714316"/>
                      <a:pt x="481666" y="713170"/>
                    </a:cubicBezTo>
                    <a:cubicBezTo>
                      <a:pt x="481666" y="712024"/>
                      <a:pt x="482149" y="711451"/>
                      <a:pt x="483114" y="711451"/>
                    </a:cubicBezTo>
                    <a:cubicBezTo>
                      <a:pt x="484079" y="711451"/>
                      <a:pt x="485075" y="711662"/>
                      <a:pt x="486100" y="712084"/>
                    </a:cubicBezTo>
                    <a:cubicBezTo>
                      <a:pt x="487126" y="712507"/>
                      <a:pt x="490715" y="714950"/>
                      <a:pt x="496868" y="719414"/>
                    </a:cubicBezTo>
                    <a:cubicBezTo>
                      <a:pt x="503021" y="723878"/>
                      <a:pt x="508873" y="728402"/>
                      <a:pt x="514423" y="732987"/>
                    </a:cubicBezTo>
                    <a:cubicBezTo>
                      <a:pt x="520455" y="721043"/>
                      <a:pt x="523472" y="711753"/>
                      <a:pt x="523472" y="705117"/>
                    </a:cubicBezTo>
                    <a:cubicBezTo>
                      <a:pt x="523472" y="703790"/>
                      <a:pt x="523351" y="702674"/>
                      <a:pt x="523110" y="701769"/>
                    </a:cubicBezTo>
                    <a:cubicBezTo>
                      <a:pt x="522868" y="700864"/>
                      <a:pt x="522748" y="700050"/>
                      <a:pt x="522748" y="699326"/>
                    </a:cubicBezTo>
                    <a:cubicBezTo>
                      <a:pt x="522748" y="697516"/>
                      <a:pt x="523683" y="696611"/>
                      <a:pt x="525553" y="696611"/>
                    </a:cubicBezTo>
                    <a:close/>
                    <a:moveTo>
                      <a:pt x="1203576" y="690639"/>
                    </a:moveTo>
                    <a:cubicBezTo>
                      <a:pt x="1205144" y="690639"/>
                      <a:pt x="1207889" y="691725"/>
                      <a:pt x="1211810" y="693896"/>
                    </a:cubicBezTo>
                    <a:cubicBezTo>
                      <a:pt x="1215731" y="696068"/>
                      <a:pt x="1217692" y="697818"/>
                      <a:pt x="1217692" y="699145"/>
                    </a:cubicBezTo>
                    <a:cubicBezTo>
                      <a:pt x="1217692" y="700472"/>
                      <a:pt x="1216727" y="702040"/>
                      <a:pt x="1214796" y="703850"/>
                    </a:cubicBezTo>
                    <a:cubicBezTo>
                      <a:pt x="1212383" y="706142"/>
                      <a:pt x="1211177" y="718147"/>
                      <a:pt x="1211177" y="739864"/>
                    </a:cubicBezTo>
                    <a:lnTo>
                      <a:pt x="1211720" y="772802"/>
                    </a:lnTo>
                    <a:cubicBezTo>
                      <a:pt x="1211720" y="781006"/>
                      <a:pt x="1210905" y="787159"/>
                      <a:pt x="1209276" y="791261"/>
                    </a:cubicBezTo>
                    <a:cubicBezTo>
                      <a:pt x="1207648" y="795363"/>
                      <a:pt x="1206260" y="797414"/>
                      <a:pt x="1205114" y="797414"/>
                    </a:cubicBezTo>
                    <a:cubicBezTo>
                      <a:pt x="1203968" y="797414"/>
                      <a:pt x="1202731" y="795725"/>
                      <a:pt x="1201404" y="792347"/>
                    </a:cubicBezTo>
                    <a:cubicBezTo>
                      <a:pt x="1200077" y="788969"/>
                      <a:pt x="1199413" y="786495"/>
                      <a:pt x="1199413" y="784927"/>
                    </a:cubicBezTo>
                    <a:cubicBezTo>
                      <a:pt x="1198689" y="783238"/>
                      <a:pt x="1197815" y="782092"/>
                      <a:pt x="1196789" y="781488"/>
                    </a:cubicBezTo>
                    <a:cubicBezTo>
                      <a:pt x="1195764" y="780885"/>
                      <a:pt x="1194044" y="780583"/>
                      <a:pt x="1191631" y="780583"/>
                    </a:cubicBezTo>
                    <a:cubicBezTo>
                      <a:pt x="1189218" y="780583"/>
                      <a:pt x="1184151" y="781066"/>
                      <a:pt x="1176429" y="782031"/>
                    </a:cubicBezTo>
                    <a:cubicBezTo>
                      <a:pt x="1175223" y="789632"/>
                      <a:pt x="1173534" y="793433"/>
                      <a:pt x="1171362" y="793433"/>
                    </a:cubicBezTo>
                    <a:cubicBezTo>
                      <a:pt x="1170156" y="793433"/>
                      <a:pt x="1169130" y="791864"/>
                      <a:pt x="1168286" y="788727"/>
                    </a:cubicBezTo>
                    <a:cubicBezTo>
                      <a:pt x="1167441" y="785590"/>
                      <a:pt x="1167019" y="783117"/>
                      <a:pt x="1167019" y="781307"/>
                    </a:cubicBezTo>
                    <a:cubicBezTo>
                      <a:pt x="1167019" y="779498"/>
                      <a:pt x="1167441" y="777326"/>
                      <a:pt x="1168286" y="774792"/>
                    </a:cubicBezTo>
                    <a:cubicBezTo>
                      <a:pt x="1169492" y="771293"/>
                      <a:pt x="1170095" y="760736"/>
                      <a:pt x="1170095" y="743122"/>
                    </a:cubicBezTo>
                    <a:cubicBezTo>
                      <a:pt x="1170095" y="725507"/>
                      <a:pt x="1169673" y="714256"/>
                      <a:pt x="1168829" y="709370"/>
                    </a:cubicBezTo>
                    <a:cubicBezTo>
                      <a:pt x="1167984" y="704483"/>
                      <a:pt x="1167139" y="701407"/>
                      <a:pt x="1166295" y="700140"/>
                    </a:cubicBezTo>
                    <a:cubicBezTo>
                      <a:pt x="1165450" y="698873"/>
                      <a:pt x="1165028" y="697727"/>
                      <a:pt x="1165028" y="696702"/>
                    </a:cubicBezTo>
                    <a:cubicBezTo>
                      <a:pt x="1165028" y="695676"/>
                      <a:pt x="1165842" y="695163"/>
                      <a:pt x="1167471" y="695163"/>
                    </a:cubicBezTo>
                    <a:cubicBezTo>
                      <a:pt x="1169100" y="695163"/>
                      <a:pt x="1171784" y="695947"/>
                      <a:pt x="1175525" y="697516"/>
                    </a:cubicBezTo>
                    <a:cubicBezTo>
                      <a:pt x="1176972" y="697637"/>
                      <a:pt x="1178360" y="697697"/>
                      <a:pt x="1179687" y="697697"/>
                    </a:cubicBezTo>
                    <a:cubicBezTo>
                      <a:pt x="1186081" y="697697"/>
                      <a:pt x="1192476" y="695766"/>
                      <a:pt x="1198870" y="691906"/>
                    </a:cubicBezTo>
                    <a:cubicBezTo>
                      <a:pt x="1200439" y="691061"/>
                      <a:pt x="1202007" y="690639"/>
                      <a:pt x="1203576" y="690639"/>
                    </a:cubicBezTo>
                    <a:close/>
                    <a:moveTo>
                      <a:pt x="1453321" y="689734"/>
                    </a:moveTo>
                    <a:cubicBezTo>
                      <a:pt x="1456579" y="689734"/>
                      <a:pt x="1461284" y="691845"/>
                      <a:pt x="1467437" y="696068"/>
                    </a:cubicBezTo>
                    <a:cubicBezTo>
                      <a:pt x="1473590" y="700291"/>
                      <a:pt x="1476667" y="703277"/>
                      <a:pt x="1476667" y="705026"/>
                    </a:cubicBezTo>
                    <a:cubicBezTo>
                      <a:pt x="1476667" y="706776"/>
                      <a:pt x="1475219" y="707952"/>
                      <a:pt x="1472324" y="708555"/>
                    </a:cubicBezTo>
                    <a:cubicBezTo>
                      <a:pt x="1464602" y="710124"/>
                      <a:pt x="1457785" y="712718"/>
                      <a:pt x="1451873" y="716337"/>
                    </a:cubicBezTo>
                    <a:cubicBezTo>
                      <a:pt x="1449340" y="717906"/>
                      <a:pt x="1447801" y="718690"/>
                      <a:pt x="1447259" y="718690"/>
                    </a:cubicBezTo>
                    <a:cubicBezTo>
                      <a:pt x="1446716" y="718690"/>
                      <a:pt x="1446444" y="718418"/>
                      <a:pt x="1446444" y="717876"/>
                    </a:cubicBezTo>
                    <a:cubicBezTo>
                      <a:pt x="1446444" y="717333"/>
                      <a:pt x="1446927" y="715975"/>
                      <a:pt x="1447892" y="713804"/>
                    </a:cubicBezTo>
                    <a:cubicBezTo>
                      <a:pt x="1450546" y="708254"/>
                      <a:pt x="1451873" y="704725"/>
                      <a:pt x="1451873" y="703217"/>
                    </a:cubicBezTo>
                    <a:cubicBezTo>
                      <a:pt x="1451873" y="701708"/>
                      <a:pt x="1451270" y="700743"/>
                      <a:pt x="1450064" y="700321"/>
                    </a:cubicBezTo>
                    <a:cubicBezTo>
                      <a:pt x="1448857" y="699899"/>
                      <a:pt x="1447168" y="699688"/>
                      <a:pt x="1444996" y="699688"/>
                    </a:cubicBezTo>
                    <a:cubicBezTo>
                      <a:pt x="1439929" y="699688"/>
                      <a:pt x="1430941" y="700381"/>
                      <a:pt x="1418031" y="701769"/>
                    </a:cubicBezTo>
                    <a:cubicBezTo>
                      <a:pt x="1405122" y="703156"/>
                      <a:pt x="1394836" y="704664"/>
                      <a:pt x="1387175" y="706293"/>
                    </a:cubicBezTo>
                    <a:cubicBezTo>
                      <a:pt x="1379514" y="707922"/>
                      <a:pt x="1374205" y="708736"/>
                      <a:pt x="1371249" y="708736"/>
                    </a:cubicBezTo>
                    <a:cubicBezTo>
                      <a:pt x="1368293" y="708736"/>
                      <a:pt x="1365609" y="708374"/>
                      <a:pt x="1363196" y="707651"/>
                    </a:cubicBezTo>
                    <a:cubicBezTo>
                      <a:pt x="1361506" y="714648"/>
                      <a:pt x="1359124" y="720590"/>
                      <a:pt x="1356047" y="725477"/>
                    </a:cubicBezTo>
                    <a:cubicBezTo>
                      <a:pt x="1352971" y="730363"/>
                      <a:pt x="1350467" y="732806"/>
                      <a:pt x="1348537" y="732806"/>
                    </a:cubicBezTo>
                    <a:cubicBezTo>
                      <a:pt x="1346606" y="732806"/>
                      <a:pt x="1345279" y="731539"/>
                      <a:pt x="1344555" y="729006"/>
                    </a:cubicBezTo>
                    <a:cubicBezTo>
                      <a:pt x="1343831" y="726472"/>
                      <a:pt x="1343469" y="724481"/>
                      <a:pt x="1343469" y="723033"/>
                    </a:cubicBezTo>
                    <a:cubicBezTo>
                      <a:pt x="1343469" y="721586"/>
                      <a:pt x="1344012" y="720319"/>
                      <a:pt x="1345098" y="719233"/>
                    </a:cubicBezTo>
                    <a:cubicBezTo>
                      <a:pt x="1347149" y="716941"/>
                      <a:pt x="1349170" y="713743"/>
                      <a:pt x="1351161" y="709641"/>
                    </a:cubicBezTo>
                    <a:cubicBezTo>
                      <a:pt x="1353151" y="705539"/>
                      <a:pt x="1354569" y="702131"/>
                      <a:pt x="1355414" y="699416"/>
                    </a:cubicBezTo>
                    <a:cubicBezTo>
                      <a:pt x="1356258" y="696702"/>
                      <a:pt x="1357163" y="695344"/>
                      <a:pt x="1358128" y="695344"/>
                    </a:cubicBezTo>
                    <a:cubicBezTo>
                      <a:pt x="1359938" y="695344"/>
                      <a:pt x="1361687" y="698059"/>
                      <a:pt x="1363377" y="703488"/>
                    </a:cubicBezTo>
                    <a:cubicBezTo>
                      <a:pt x="1416342" y="696128"/>
                      <a:pt x="1444242" y="691996"/>
                      <a:pt x="1447078" y="691091"/>
                    </a:cubicBezTo>
                    <a:cubicBezTo>
                      <a:pt x="1449913" y="690186"/>
                      <a:pt x="1451994" y="689734"/>
                      <a:pt x="1453321" y="689734"/>
                    </a:cubicBezTo>
                    <a:close/>
                    <a:moveTo>
                      <a:pt x="1106573" y="688286"/>
                    </a:moveTo>
                    <a:cubicBezTo>
                      <a:pt x="1108383" y="688286"/>
                      <a:pt x="1110615" y="688769"/>
                      <a:pt x="1113269" y="689734"/>
                    </a:cubicBezTo>
                    <a:cubicBezTo>
                      <a:pt x="1115923" y="690699"/>
                      <a:pt x="1117251" y="691966"/>
                      <a:pt x="1117251" y="693534"/>
                    </a:cubicBezTo>
                    <a:cubicBezTo>
                      <a:pt x="1117251" y="694500"/>
                      <a:pt x="1116587" y="695344"/>
                      <a:pt x="1115260" y="696068"/>
                    </a:cubicBezTo>
                    <a:cubicBezTo>
                      <a:pt x="1113933" y="696792"/>
                      <a:pt x="1110102" y="697787"/>
                      <a:pt x="1103768" y="699054"/>
                    </a:cubicBezTo>
                    <a:cubicBezTo>
                      <a:pt x="1097434" y="700321"/>
                      <a:pt x="1092759" y="700954"/>
                      <a:pt x="1089742" y="700954"/>
                    </a:cubicBezTo>
                    <a:cubicBezTo>
                      <a:pt x="1086726" y="700954"/>
                      <a:pt x="1084283" y="700562"/>
                      <a:pt x="1082413" y="699778"/>
                    </a:cubicBezTo>
                    <a:cubicBezTo>
                      <a:pt x="1080543" y="698994"/>
                      <a:pt x="1079608" y="698149"/>
                      <a:pt x="1079608" y="697244"/>
                    </a:cubicBezTo>
                    <a:cubicBezTo>
                      <a:pt x="1079608" y="696340"/>
                      <a:pt x="1081176" y="695525"/>
                      <a:pt x="1084313" y="694801"/>
                    </a:cubicBezTo>
                    <a:cubicBezTo>
                      <a:pt x="1087450" y="694077"/>
                      <a:pt x="1092638" y="692388"/>
                      <a:pt x="1099877" y="689734"/>
                    </a:cubicBezTo>
                    <a:cubicBezTo>
                      <a:pt x="1102531" y="688769"/>
                      <a:pt x="1104763" y="688286"/>
                      <a:pt x="1106573" y="688286"/>
                    </a:cubicBezTo>
                    <a:close/>
                    <a:moveTo>
                      <a:pt x="1718088" y="684848"/>
                    </a:moveTo>
                    <a:cubicBezTo>
                      <a:pt x="1723879" y="684848"/>
                      <a:pt x="1728524" y="686054"/>
                      <a:pt x="1732023" y="688467"/>
                    </a:cubicBezTo>
                    <a:cubicBezTo>
                      <a:pt x="1735522" y="690880"/>
                      <a:pt x="1737271" y="694017"/>
                      <a:pt x="1737271" y="697878"/>
                    </a:cubicBezTo>
                    <a:cubicBezTo>
                      <a:pt x="1737271" y="699688"/>
                      <a:pt x="1736788" y="701226"/>
                      <a:pt x="1735823" y="702493"/>
                    </a:cubicBezTo>
                    <a:cubicBezTo>
                      <a:pt x="1734858" y="703760"/>
                      <a:pt x="1733772" y="704393"/>
                      <a:pt x="1732566" y="704393"/>
                    </a:cubicBezTo>
                    <a:cubicBezTo>
                      <a:pt x="1731359" y="704393"/>
                      <a:pt x="1730092" y="703971"/>
                      <a:pt x="1728765" y="703126"/>
                    </a:cubicBezTo>
                    <a:cubicBezTo>
                      <a:pt x="1727438" y="702282"/>
                      <a:pt x="1725659" y="700713"/>
                      <a:pt x="1723426" y="698421"/>
                    </a:cubicBezTo>
                    <a:cubicBezTo>
                      <a:pt x="1721194" y="696128"/>
                      <a:pt x="1719053" y="693746"/>
                      <a:pt x="1717002" y="691272"/>
                    </a:cubicBezTo>
                    <a:cubicBezTo>
                      <a:pt x="1714951" y="688799"/>
                      <a:pt x="1713925" y="687261"/>
                      <a:pt x="1713925" y="686657"/>
                    </a:cubicBezTo>
                    <a:cubicBezTo>
                      <a:pt x="1713925" y="685451"/>
                      <a:pt x="1715313" y="684848"/>
                      <a:pt x="1718088" y="684848"/>
                    </a:cubicBezTo>
                    <a:close/>
                    <a:moveTo>
                      <a:pt x="1993170" y="684124"/>
                    </a:moveTo>
                    <a:cubicBezTo>
                      <a:pt x="1995583" y="684124"/>
                      <a:pt x="1997815" y="684787"/>
                      <a:pt x="1999866" y="686115"/>
                    </a:cubicBezTo>
                    <a:cubicBezTo>
                      <a:pt x="2001917" y="687442"/>
                      <a:pt x="2002942" y="688407"/>
                      <a:pt x="2002942" y="689010"/>
                    </a:cubicBezTo>
                    <a:cubicBezTo>
                      <a:pt x="2002942" y="690217"/>
                      <a:pt x="2000016" y="691242"/>
                      <a:pt x="1994165" y="692087"/>
                    </a:cubicBezTo>
                    <a:cubicBezTo>
                      <a:pt x="1988314" y="692931"/>
                      <a:pt x="1978058" y="694681"/>
                      <a:pt x="1963399" y="697335"/>
                    </a:cubicBezTo>
                    <a:cubicBezTo>
                      <a:pt x="1948740" y="699989"/>
                      <a:pt x="1938968" y="701316"/>
                      <a:pt x="1934081" y="701316"/>
                    </a:cubicBezTo>
                    <a:cubicBezTo>
                      <a:pt x="1929195" y="701316"/>
                      <a:pt x="1925425" y="701075"/>
                      <a:pt x="1922770" y="700592"/>
                    </a:cubicBezTo>
                    <a:cubicBezTo>
                      <a:pt x="1923012" y="709400"/>
                      <a:pt x="1922077" y="720741"/>
                      <a:pt x="1919965" y="734616"/>
                    </a:cubicBezTo>
                    <a:cubicBezTo>
                      <a:pt x="1917854" y="748491"/>
                      <a:pt x="1914657" y="760797"/>
                      <a:pt x="1910374" y="771535"/>
                    </a:cubicBezTo>
                    <a:cubicBezTo>
                      <a:pt x="1906090" y="782273"/>
                      <a:pt x="1901627" y="790205"/>
                      <a:pt x="1896981" y="795333"/>
                    </a:cubicBezTo>
                    <a:cubicBezTo>
                      <a:pt x="1892336" y="800461"/>
                      <a:pt x="1888083" y="804713"/>
                      <a:pt x="1884223" y="808092"/>
                    </a:cubicBezTo>
                    <a:cubicBezTo>
                      <a:pt x="1880362" y="811470"/>
                      <a:pt x="1877828" y="813159"/>
                      <a:pt x="1876622" y="813159"/>
                    </a:cubicBezTo>
                    <a:cubicBezTo>
                      <a:pt x="1876139" y="813159"/>
                      <a:pt x="1875898" y="812978"/>
                      <a:pt x="1875898" y="812616"/>
                    </a:cubicBezTo>
                    <a:cubicBezTo>
                      <a:pt x="1875898" y="811289"/>
                      <a:pt x="1877527" y="808695"/>
                      <a:pt x="1880784" y="804834"/>
                    </a:cubicBezTo>
                    <a:cubicBezTo>
                      <a:pt x="1892246" y="791804"/>
                      <a:pt x="1900360" y="775727"/>
                      <a:pt x="1905125" y="756604"/>
                    </a:cubicBezTo>
                    <a:cubicBezTo>
                      <a:pt x="1909891" y="737481"/>
                      <a:pt x="1912274" y="721163"/>
                      <a:pt x="1912274" y="707651"/>
                    </a:cubicBezTo>
                    <a:cubicBezTo>
                      <a:pt x="1912274" y="704393"/>
                      <a:pt x="1912033" y="701950"/>
                      <a:pt x="1911550" y="700321"/>
                    </a:cubicBezTo>
                    <a:cubicBezTo>
                      <a:pt x="1911067" y="698692"/>
                      <a:pt x="1910826" y="697184"/>
                      <a:pt x="1910826" y="695797"/>
                    </a:cubicBezTo>
                    <a:cubicBezTo>
                      <a:pt x="1910826" y="694409"/>
                      <a:pt x="1911459" y="693715"/>
                      <a:pt x="1912726" y="693715"/>
                    </a:cubicBezTo>
                    <a:cubicBezTo>
                      <a:pt x="1913993" y="693715"/>
                      <a:pt x="1915833" y="694319"/>
                      <a:pt x="1918246" y="695525"/>
                    </a:cubicBezTo>
                    <a:cubicBezTo>
                      <a:pt x="1930794" y="696370"/>
                      <a:pt x="1951364" y="693233"/>
                      <a:pt x="1979958" y="686115"/>
                    </a:cubicBezTo>
                    <a:cubicBezTo>
                      <a:pt x="1985026" y="684787"/>
                      <a:pt x="1989429" y="684124"/>
                      <a:pt x="1993170" y="684124"/>
                    </a:cubicBezTo>
                    <a:close/>
                    <a:moveTo>
                      <a:pt x="888046" y="674894"/>
                    </a:moveTo>
                    <a:cubicBezTo>
                      <a:pt x="892087" y="674894"/>
                      <a:pt x="895405" y="675256"/>
                      <a:pt x="897999" y="675980"/>
                    </a:cubicBezTo>
                    <a:cubicBezTo>
                      <a:pt x="900593" y="676704"/>
                      <a:pt x="901890" y="677609"/>
                      <a:pt x="901890" y="678695"/>
                    </a:cubicBezTo>
                    <a:cubicBezTo>
                      <a:pt x="901890" y="679780"/>
                      <a:pt x="901378" y="680655"/>
                      <a:pt x="900352" y="681319"/>
                    </a:cubicBezTo>
                    <a:cubicBezTo>
                      <a:pt x="899327" y="681982"/>
                      <a:pt x="895556" y="683128"/>
                      <a:pt x="889041" y="684757"/>
                    </a:cubicBezTo>
                    <a:cubicBezTo>
                      <a:pt x="882526" y="686386"/>
                      <a:pt x="873839" y="687924"/>
                      <a:pt x="862981" y="689372"/>
                    </a:cubicBezTo>
                    <a:cubicBezTo>
                      <a:pt x="868048" y="691302"/>
                      <a:pt x="871426" y="692841"/>
                      <a:pt x="873115" y="693987"/>
                    </a:cubicBezTo>
                    <a:cubicBezTo>
                      <a:pt x="874804" y="695133"/>
                      <a:pt x="875649" y="696400"/>
                      <a:pt x="875649" y="697787"/>
                    </a:cubicBezTo>
                    <a:cubicBezTo>
                      <a:pt x="875649" y="699175"/>
                      <a:pt x="875347" y="701135"/>
                      <a:pt x="874744" y="703669"/>
                    </a:cubicBezTo>
                    <a:cubicBezTo>
                      <a:pt x="873055" y="709822"/>
                      <a:pt x="872210" y="722611"/>
                      <a:pt x="872210" y="742036"/>
                    </a:cubicBezTo>
                    <a:cubicBezTo>
                      <a:pt x="893324" y="739864"/>
                      <a:pt x="906354" y="738326"/>
                      <a:pt x="911301" y="737421"/>
                    </a:cubicBezTo>
                    <a:cubicBezTo>
                      <a:pt x="916248" y="736516"/>
                      <a:pt x="921074" y="736064"/>
                      <a:pt x="925779" y="736064"/>
                    </a:cubicBezTo>
                    <a:cubicBezTo>
                      <a:pt x="930484" y="736064"/>
                      <a:pt x="934798" y="737029"/>
                      <a:pt x="938719" y="738959"/>
                    </a:cubicBezTo>
                    <a:cubicBezTo>
                      <a:pt x="942640" y="740890"/>
                      <a:pt x="944600" y="742699"/>
                      <a:pt x="944600" y="744388"/>
                    </a:cubicBezTo>
                    <a:cubicBezTo>
                      <a:pt x="944600" y="746078"/>
                      <a:pt x="943665" y="747314"/>
                      <a:pt x="941795" y="748098"/>
                    </a:cubicBezTo>
                    <a:cubicBezTo>
                      <a:pt x="939925" y="748883"/>
                      <a:pt x="936668" y="749064"/>
                      <a:pt x="932023" y="748641"/>
                    </a:cubicBezTo>
                    <a:cubicBezTo>
                      <a:pt x="927378" y="748219"/>
                      <a:pt x="919173" y="748008"/>
                      <a:pt x="907410" y="748008"/>
                    </a:cubicBezTo>
                    <a:cubicBezTo>
                      <a:pt x="895647" y="748008"/>
                      <a:pt x="883853" y="748370"/>
                      <a:pt x="872029" y="749094"/>
                    </a:cubicBezTo>
                    <a:cubicBezTo>
                      <a:pt x="872150" y="757901"/>
                      <a:pt x="872210" y="765985"/>
                      <a:pt x="872210" y="773344"/>
                    </a:cubicBezTo>
                    <a:cubicBezTo>
                      <a:pt x="872210" y="780704"/>
                      <a:pt x="871788" y="790356"/>
                      <a:pt x="870944" y="802300"/>
                    </a:cubicBezTo>
                    <a:cubicBezTo>
                      <a:pt x="870099" y="814245"/>
                      <a:pt x="869164" y="821514"/>
                      <a:pt x="868139" y="824108"/>
                    </a:cubicBezTo>
                    <a:cubicBezTo>
                      <a:pt x="867113" y="826702"/>
                      <a:pt x="866178" y="827999"/>
                      <a:pt x="865333" y="827999"/>
                    </a:cubicBezTo>
                    <a:cubicBezTo>
                      <a:pt x="864489" y="827999"/>
                      <a:pt x="863705" y="826581"/>
                      <a:pt x="862981" y="823746"/>
                    </a:cubicBezTo>
                    <a:cubicBezTo>
                      <a:pt x="862257" y="820911"/>
                      <a:pt x="861895" y="815723"/>
                      <a:pt x="861895" y="808182"/>
                    </a:cubicBezTo>
                    <a:cubicBezTo>
                      <a:pt x="861895" y="800642"/>
                      <a:pt x="862016" y="793644"/>
                      <a:pt x="862257" y="787189"/>
                    </a:cubicBezTo>
                    <a:cubicBezTo>
                      <a:pt x="862498" y="780734"/>
                      <a:pt x="862619" y="768277"/>
                      <a:pt x="862619" y="749818"/>
                    </a:cubicBezTo>
                    <a:cubicBezTo>
                      <a:pt x="841384" y="751507"/>
                      <a:pt x="825157" y="753678"/>
                      <a:pt x="813937" y="756333"/>
                    </a:cubicBezTo>
                    <a:cubicBezTo>
                      <a:pt x="809955" y="757177"/>
                      <a:pt x="806728" y="757600"/>
                      <a:pt x="804254" y="757600"/>
                    </a:cubicBezTo>
                    <a:cubicBezTo>
                      <a:pt x="801781" y="757600"/>
                      <a:pt x="798795" y="756574"/>
                      <a:pt x="795296" y="754523"/>
                    </a:cubicBezTo>
                    <a:cubicBezTo>
                      <a:pt x="791797" y="752472"/>
                      <a:pt x="790048" y="750934"/>
                      <a:pt x="790048" y="749908"/>
                    </a:cubicBezTo>
                    <a:cubicBezTo>
                      <a:pt x="790048" y="748883"/>
                      <a:pt x="792340" y="748310"/>
                      <a:pt x="796925" y="748189"/>
                    </a:cubicBezTo>
                    <a:cubicBezTo>
                      <a:pt x="803681" y="748068"/>
                      <a:pt x="814751" y="747254"/>
                      <a:pt x="830134" y="745746"/>
                    </a:cubicBezTo>
                    <a:cubicBezTo>
                      <a:pt x="845517" y="744238"/>
                      <a:pt x="856405" y="743242"/>
                      <a:pt x="862800" y="742760"/>
                    </a:cubicBezTo>
                    <a:cubicBezTo>
                      <a:pt x="862800" y="724421"/>
                      <a:pt x="862619" y="711964"/>
                      <a:pt x="862257" y="705388"/>
                    </a:cubicBezTo>
                    <a:cubicBezTo>
                      <a:pt x="861895" y="698813"/>
                      <a:pt x="860869" y="693595"/>
                      <a:pt x="859180" y="689734"/>
                    </a:cubicBezTo>
                    <a:cubicBezTo>
                      <a:pt x="853751" y="690337"/>
                      <a:pt x="849046" y="690639"/>
                      <a:pt x="845064" y="690639"/>
                    </a:cubicBezTo>
                    <a:cubicBezTo>
                      <a:pt x="841083" y="690639"/>
                      <a:pt x="838006" y="690005"/>
                      <a:pt x="835834" y="688739"/>
                    </a:cubicBezTo>
                    <a:cubicBezTo>
                      <a:pt x="833663" y="687472"/>
                      <a:pt x="832577" y="686507"/>
                      <a:pt x="832577" y="685843"/>
                    </a:cubicBezTo>
                    <a:cubicBezTo>
                      <a:pt x="832577" y="685179"/>
                      <a:pt x="833844" y="684727"/>
                      <a:pt x="836377" y="684486"/>
                    </a:cubicBezTo>
                    <a:cubicBezTo>
                      <a:pt x="846633" y="683400"/>
                      <a:pt x="856466" y="681650"/>
                      <a:pt x="865876" y="679237"/>
                    </a:cubicBezTo>
                    <a:cubicBezTo>
                      <a:pt x="876614" y="676342"/>
                      <a:pt x="884004" y="674894"/>
                      <a:pt x="888046" y="674894"/>
                    </a:cubicBezTo>
                    <a:close/>
                    <a:moveTo>
                      <a:pt x="1575298" y="674351"/>
                    </a:moveTo>
                    <a:cubicBezTo>
                      <a:pt x="1578315" y="674351"/>
                      <a:pt x="1583020" y="675678"/>
                      <a:pt x="1589414" y="678333"/>
                    </a:cubicBezTo>
                    <a:cubicBezTo>
                      <a:pt x="1595809" y="680987"/>
                      <a:pt x="1599006" y="684546"/>
                      <a:pt x="1599006" y="689010"/>
                    </a:cubicBezTo>
                    <a:cubicBezTo>
                      <a:pt x="1599006" y="691061"/>
                      <a:pt x="1598342" y="693353"/>
                      <a:pt x="1597015" y="695887"/>
                    </a:cubicBezTo>
                    <a:cubicBezTo>
                      <a:pt x="1595688" y="698421"/>
                      <a:pt x="1594120" y="699688"/>
                      <a:pt x="1592310" y="699688"/>
                    </a:cubicBezTo>
                    <a:cubicBezTo>
                      <a:pt x="1590500" y="699688"/>
                      <a:pt x="1588690" y="698481"/>
                      <a:pt x="1586881" y="696068"/>
                    </a:cubicBezTo>
                    <a:lnTo>
                      <a:pt x="1578556" y="685029"/>
                    </a:lnTo>
                    <a:cubicBezTo>
                      <a:pt x="1574816" y="680082"/>
                      <a:pt x="1572946" y="677066"/>
                      <a:pt x="1572946" y="675980"/>
                    </a:cubicBezTo>
                    <a:cubicBezTo>
                      <a:pt x="1572946" y="674894"/>
                      <a:pt x="1573730" y="674351"/>
                      <a:pt x="1575298" y="674351"/>
                    </a:cubicBezTo>
                    <a:close/>
                    <a:moveTo>
                      <a:pt x="541660" y="674351"/>
                    </a:moveTo>
                    <a:cubicBezTo>
                      <a:pt x="546787" y="674351"/>
                      <a:pt x="550467" y="675135"/>
                      <a:pt x="552699" y="676704"/>
                    </a:cubicBezTo>
                    <a:cubicBezTo>
                      <a:pt x="554931" y="678272"/>
                      <a:pt x="556047" y="679720"/>
                      <a:pt x="556047" y="681047"/>
                    </a:cubicBezTo>
                    <a:cubicBezTo>
                      <a:pt x="556047" y="682254"/>
                      <a:pt x="555142" y="683249"/>
                      <a:pt x="553333" y="684033"/>
                    </a:cubicBezTo>
                    <a:cubicBezTo>
                      <a:pt x="551523" y="684817"/>
                      <a:pt x="539428" y="686145"/>
                      <a:pt x="517047" y="688015"/>
                    </a:cubicBezTo>
                    <a:cubicBezTo>
                      <a:pt x="494666" y="689885"/>
                      <a:pt x="479736" y="690820"/>
                      <a:pt x="472256" y="690820"/>
                    </a:cubicBezTo>
                    <a:cubicBezTo>
                      <a:pt x="469963" y="690820"/>
                      <a:pt x="467973" y="690760"/>
                      <a:pt x="466284" y="690639"/>
                    </a:cubicBezTo>
                    <a:cubicBezTo>
                      <a:pt x="466284" y="705961"/>
                      <a:pt x="465077" y="741131"/>
                      <a:pt x="462664" y="796147"/>
                    </a:cubicBezTo>
                    <a:cubicBezTo>
                      <a:pt x="500427" y="793010"/>
                      <a:pt x="526669" y="790235"/>
                      <a:pt x="541388" y="787822"/>
                    </a:cubicBezTo>
                    <a:cubicBezTo>
                      <a:pt x="543560" y="787461"/>
                      <a:pt x="545732" y="787279"/>
                      <a:pt x="547903" y="787279"/>
                    </a:cubicBezTo>
                    <a:cubicBezTo>
                      <a:pt x="554660" y="787279"/>
                      <a:pt x="560029" y="788637"/>
                      <a:pt x="564010" y="791351"/>
                    </a:cubicBezTo>
                    <a:cubicBezTo>
                      <a:pt x="567991" y="794066"/>
                      <a:pt x="569982" y="796449"/>
                      <a:pt x="569982" y="798500"/>
                    </a:cubicBezTo>
                    <a:cubicBezTo>
                      <a:pt x="569982" y="800551"/>
                      <a:pt x="567690" y="801577"/>
                      <a:pt x="563105" y="801577"/>
                    </a:cubicBezTo>
                    <a:cubicBezTo>
                      <a:pt x="561537" y="801577"/>
                      <a:pt x="559787" y="801456"/>
                      <a:pt x="557857" y="801215"/>
                    </a:cubicBezTo>
                    <a:cubicBezTo>
                      <a:pt x="550738" y="800249"/>
                      <a:pt x="542203" y="799767"/>
                      <a:pt x="532249" y="799767"/>
                    </a:cubicBezTo>
                    <a:cubicBezTo>
                      <a:pt x="522295" y="799767"/>
                      <a:pt x="511195" y="800189"/>
                      <a:pt x="498949" y="801034"/>
                    </a:cubicBezTo>
                    <a:cubicBezTo>
                      <a:pt x="486704" y="801878"/>
                      <a:pt x="477926" y="802783"/>
                      <a:pt x="472618" y="803748"/>
                    </a:cubicBezTo>
                    <a:cubicBezTo>
                      <a:pt x="467309" y="804713"/>
                      <a:pt x="462845" y="806463"/>
                      <a:pt x="459226" y="808997"/>
                    </a:cubicBezTo>
                    <a:cubicBezTo>
                      <a:pt x="456933" y="810565"/>
                      <a:pt x="455063" y="811349"/>
                      <a:pt x="453615" y="811349"/>
                    </a:cubicBezTo>
                    <a:cubicBezTo>
                      <a:pt x="452167" y="811349"/>
                      <a:pt x="450629" y="809901"/>
                      <a:pt x="449000" y="807006"/>
                    </a:cubicBezTo>
                    <a:cubicBezTo>
                      <a:pt x="447372" y="804110"/>
                      <a:pt x="446557" y="801878"/>
                      <a:pt x="446557" y="800310"/>
                    </a:cubicBezTo>
                    <a:cubicBezTo>
                      <a:pt x="446557" y="798741"/>
                      <a:pt x="447402" y="796962"/>
                      <a:pt x="449091" y="794971"/>
                    </a:cubicBezTo>
                    <a:cubicBezTo>
                      <a:pt x="450780" y="792980"/>
                      <a:pt x="452107" y="788878"/>
                      <a:pt x="453072" y="782665"/>
                    </a:cubicBezTo>
                    <a:cubicBezTo>
                      <a:pt x="454038" y="776451"/>
                      <a:pt x="454852" y="765291"/>
                      <a:pt x="455515" y="749184"/>
                    </a:cubicBezTo>
                    <a:cubicBezTo>
                      <a:pt x="456179" y="733077"/>
                      <a:pt x="456511" y="721163"/>
                      <a:pt x="456511" y="713442"/>
                    </a:cubicBezTo>
                    <a:cubicBezTo>
                      <a:pt x="456511" y="700170"/>
                      <a:pt x="455606" y="692117"/>
                      <a:pt x="453796" y="689282"/>
                    </a:cubicBezTo>
                    <a:cubicBezTo>
                      <a:pt x="451986" y="686446"/>
                      <a:pt x="451082" y="684305"/>
                      <a:pt x="451082" y="682857"/>
                    </a:cubicBezTo>
                    <a:cubicBezTo>
                      <a:pt x="451082" y="681409"/>
                      <a:pt x="452348" y="680685"/>
                      <a:pt x="454882" y="680685"/>
                    </a:cubicBezTo>
                    <a:cubicBezTo>
                      <a:pt x="457416" y="680685"/>
                      <a:pt x="462121" y="682073"/>
                      <a:pt x="468998" y="684848"/>
                    </a:cubicBezTo>
                    <a:cubicBezTo>
                      <a:pt x="478168" y="684365"/>
                      <a:pt x="488302" y="683219"/>
                      <a:pt x="499402" y="681409"/>
                    </a:cubicBezTo>
                    <a:cubicBezTo>
                      <a:pt x="510502" y="679599"/>
                      <a:pt x="520033" y="677669"/>
                      <a:pt x="527996" y="675618"/>
                    </a:cubicBezTo>
                    <a:cubicBezTo>
                      <a:pt x="531977" y="674773"/>
                      <a:pt x="536532" y="674351"/>
                      <a:pt x="541660" y="674351"/>
                    </a:cubicBezTo>
                    <a:close/>
                    <a:moveTo>
                      <a:pt x="649340" y="671636"/>
                    </a:moveTo>
                    <a:cubicBezTo>
                      <a:pt x="650848" y="671636"/>
                      <a:pt x="653683" y="672360"/>
                      <a:pt x="657846" y="673808"/>
                    </a:cubicBezTo>
                    <a:cubicBezTo>
                      <a:pt x="662008" y="675256"/>
                      <a:pt x="664089" y="677247"/>
                      <a:pt x="664089" y="679780"/>
                    </a:cubicBezTo>
                    <a:cubicBezTo>
                      <a:pt x="664089" y="680746"/>
                      <a:pt x="663848" y="681952"/>
                      <a:pt x="663365" y="683400"/>
                    </a:cubicBezTo>
                    <a:cubicBezTo>
                      <a:pt x="662521" y="686416"/>
                      <a:pt x="661797" y="693233"/>
                      <a:pt x="661194" y="703850"/>
                    </a:cubicBezTo>
                    <a:cubicBezTo>
                      <a:pt x="667709" y="702161"/>
                      <a:pt x="671750" y="701316"/>
                      <a:pt x="673319" y="701316"/>
                    </a:cubicBezTo>
                    <a:cubicBezTo>
                      <a:pt x="674887" y="701316"/>
                      <a:pt x="676275" y="701588"/>
                      <a:pt x="677481" y="702131"/>
                    </a:cubicBezTo>
                    <a:cubicBezTo>
                      <a:pt x="678688" y="702674"/>
                      <a:pt x="679291" y="703367"/>
                      <a:pt x="679291" y="704212"/>
                    </a:cubicBezTo>
                    <a:cubicBezTo>
                      <a:pt x="679291" y="706625"/>
                      <a:pt x="673138" y="709279"/>
                      <a:pt x="660832" y="712175"/>
                    </a:cubicBezTo>
                    <a:lnTo>
                      <a:pt x="660289" y="729910"/>
                    </a:lnTo>
                    <a:cubicBezTo>
                      <a:pt x="667045" y="726774"/>
                      <a:pt x="671268" y="725205"/>
                      <a:pt x="672957" y="725205"/>
                    </a:cubicBezTo>
                    <a:cubicBezTo>
                      <a:pt x="674646" y="725205"/>
                      <a:pt x="675491" y="725567"/>
                      <a:pt x="675491" y="726291"/>
                    </a:cubicBezTo>
                    <a:cubicBezTo>
                      <a:pt x="675491" y="727256"/>
                      <a:pt x="670423" y="730634"/>
                      <a:pt x="660289" y="736426"/>
                    </a:cubicBezTo>
                    <a:cubicBezTo>
                      <a:pt x="660168" y="742941"/>
                      <a:pt x="660168" y="748430"/>
                      <a:pt x="660289" y="752894"/>
                    </a:cubicBezTo>
                    <a:lnTo>
                      <a:pt x="660470" y="763391"/>
                    </a:lnTo>
                    <a:cubicBezTo>
                      <a:pt x="660470" y="768337"/>
                      <a:pt x="659625" y="772440"/>
                      <a:pt x="657936" y="775697"/>
                    </a:cubicBezTo>
                    <a:cubicBezTo>
                      <a:pt x="656247" y="778955"/>
                      <a:pt x="654859" y="780583"/>
                      <a:pt x="653774" y="780583"/>
                    </a:cubicBezTo>
                    <a:cubicBezTo>
                      <a:pt x="652688" y="780583"/>
                      <a:pt x="651662" y="779920"/>
                      <a:pt x="650697" y="778593"/>
                    </a:cubicBezTo>
                    <a:cubicBezTo>
                      <a:pt x="646836" y="773525"/>
                      <a:pt x="643096" y="769725"/>
                      <a:pt x="639477" y="767191"/>
                    </a:cubicBezTo>
                    <a:cubicBezTo>
                      <a:pt x="638029" y="766105"/>
                      <a:pt x="637305" y="765261"/>
                      <a:pt x="637305" y="764658"/>
                    </a:cubicBezTo>
                    <a:cubicBezTo>
                      <a:pt x="637305" y="764054"/>
                      <a:pt x="637727" y="763753"/>
                      <a:pt x="638572" y="763753"/>
                    </a:cubicBezTo>
                    <a:cubicBezTo>
                      <a:pt x="639416" y="763753"/>
                      <a:pt x="640653" y="763904"/>
                      <a:pt x="642282" y="764205"/>
                    </a:cubicBezTo>
                    <a:cubicBezTo>
                      <a:pt x="643910" y="764507"/>
                      <a:pt x="645690" y="764658"/>
                      <a:pt x="647620" y="764658"/>
                    </a:cubicBezTo>
                    <a:cubicBezTo>
                      <a:pt x="649551" y="764658"/>
                      <a:pt x="650788" y="763904"/>
                      <a:pt x="651330" y="762395"/>
                    </a:cubicBezTo>
                    <a:cubicBezTo>
                      <a:pt x="651873" y="760887"/>
                      <a:pt x="652627" y="753498"/>
                      <a:pt x="653593" y="740226"/>
                    </a:cubicBezTo>
                    <a:cubicBezTo>
                      <a:pt x="640924" y="747224"/>
                      <a:pt x="632600" y="752110"/>
                      <a:pt x="628618" y="754885"/>
                    </a:cubicBezTo>
                    <a:cubicBezTo>
                      <a:pt x="626929" y="755971"/>
                      <a:pt x="625240" y="756514"/>
                      <a:pt x="623551" y="756514"/>
                    </a:cubicBezTo>
                    <a:cubicBezTo>
                      <a:pt x="621862" y="756514"/>
                      <a:pt x="619690" y="755368"/>
                      <a:pt x="617036" y="753075"/>
                    </a:cubicBezTo>
                    <a:cubicBezTo>
                      <a:pt x="614381" y="750783"/>
                      <a:pt x="613054" y="749094"/>
                      <a:pt x="613054" y="748008"/>
                    </a:cubicBezTo>
                    <a:cubicBezTo>
                      <a:pt x="613054" y="746922"/>
                      <a:pt x="614653" y="746379"/>
                      <a:pt x="617850" y="746379"/>
                    </a:cubicBezTo>
                    <a:cubicBezTo>
                      <a:pt x="621047" y="746379"/>
                      <a:pt x="624999" y="745504"/>
                      <a:pt x="629704" y="743755"/>
                    </a:cubicBezTo>
                    <a:cubicBezTo>
                      <a:pt x="634409" y="742006"/>
                      <a:pt x="642433" y="738416"/>
                      <a:pt x="653774" y="732987"/>
                    </a:cubicBezTo>
                    <a:cubicBezTo>
                      <a:pt x="654136" y="726351"/>
                      <a:pt x="654256" y="719957"/>
                      <a:pt x="654136" y="713804"/>
                    </a:cubicBezTo>
                    <a:cubicBezTo>
                      <a:pt x="647862" y="715493"/>
                      <a:pt x="643458" y="716337"/>
                      <a:pt x="640924" y="716337"/>
                    </a:cubicBezTo>
                    <a:cubicBezTo>
                      <a:pt x="636581" y="716337"/>
                      <a:pt x="633414" y="715825"/>
                      <a:pt x="631423" y="714799"/>
                    </a:cubicBezTo>
                    <a:cubicBezTo>
                      <a:pt x="629432" y="713774"/>
                      <a:pt x="628437" y="712869"/>
                      <a:pt x="628437" y="712084"/>
                    </a:cubicBezTo>
                    <a:cubicBezTo>
                      <a:pt x="628437" y="711300"/>
                      <a:pt x="629221" y="710787"/>
                      <a:pt x="630790" y="710546"/>
                    </a:cubicBezTo>
                    <a:cubicBezTo>
                      <a:pt x="638149" y="709340"/>
                      <a:pt x="645931" y="707711"/>
                      <a:pt x="654136" y="705660"/>
                    </a:cubicBezTo>
                    <a:cubicBezTo>
                      <a:pt x="654015" y="696370"/>
                      <a:pt x="653562" y="689915"/>
                      <a:pt x="652778" y="686295"/>
                    </a:cubicBezTo>
                    <a:cubicBezTo>
                      <a:pt x="651994" y="682676"/>
                      <a:pt x="650456" y="679117"/>
                      <a:pt x="648163" y="675618"/>
                    </a:cubicBezTo>
                    <a:cubicBezTo>
                      <a:pt x="647439" y="674532"/>
                      <a:pt x="647078" y="673597"/>
                      <a:pt x="647078" y="672813"/>
                    </a:cubicBezTo>
                    <a:cubicBezTo>
                      <a:pt x="647078" y="672029"/>
                      <a:pt x="647832" y="671636"/>
                      <a:pt x="649340" y="671636"/>
                    </a:cubicBezTo>
                    <a:close/>
                    <a:moveTo>
                      <a:pt x="1007942" y="671094"/>
                    </a:moveTo>
                    <a:cubicBezTo>
                      <a:pt x="1009269" y="671094"/>
                      <a:pt x="1011441" y="672421"/>
                      <a:pt x="1014457" y="675075"/>
                    </a:cubicBezTo>
                    <a:cubicBezTo>
                      <a:pt x="1017473" y="677729"/>
                      <a:pt x="1018981" y="679780"/>
                      <a:pt x="1018981" y="681228"/>
                    </a:cubicBezTo>
                    <a:cubicBezTo>
                      <a:pt x="1018981" y="682555"/>
                      <a:pt x="1017895" y="684154"/>
                      <a:pt x="1015724" y="686024"/>
                    </a:cubicBezTo>
                    <a:cubicBezTo>
                      <a:pt x="1013552" y="687894"/>
                      <a:pt x="1010325" y="691423"/>
                      <a:pt x="1006041" y="696611"/>
                    </a:cubicBezTo>
                    <a:cubicBezTo>
                      <a:pt x="1001758" y="701799"/>
                      <a:pt x="996842" y="706414"/>
                      <a:pt x="991292" y="710456"/>
                    </a:cubicBezTo>
                    <a:cubicBezTo>
                      <a:pt x="985742" y="714497"/>
                      <a:pt x="982183" y="716518"/>
                      <a:pt x="980614" y="716518"/>
                    </a:cubicBezTo>
                    <a:cubicBezTo>
                      <a:pt x="980132" y="716518"/>
                      <a:pt x="979891" y="716277"/>
                      <a:pt x="979891" y="715794"/>
                    </a:cubicBezTo>
                    <a:cubicBezTo>
                      <a:pt x="979891" y="714467"/>
                      <a:pt x="981731" y="712205"/>
                      <a:pt x="985410" y="709008"/>
                    </a:cubicBezTo>
                    <a:cubicBezTo>
                      <a:pt x="989090" y="705811"/>
                      <a:pt x="993434" y="700472"/>
                      <a:pt x="998441" y="692992"/>
                    </a:cubicBezTo>
                    <a:cubicBezTo>
                      <a:pt x="1003448" y="685511"/>
                      <a:pt x="1005951" y="679479"/>
                      <a:pt x="1005951" y="674894"/>
                    </a:cubicBezTo>
                    <a:cubicBezTo>
                      <a:pt x="1005951" y="672360"/>
                      <a:pt x="1006615" y="671094"/>
                      <a:pt x="1007942" y="671094"/>
                    </a:cubicBezTo>
                    <a:close/>
                    <a:moveTo>
                      <a:pt x="1042055" y="668560"/>
                    </a:moveTo>
                    <a:cubicBezTo>
                      <a:pt x="1043684" y="668560"/>
                      <a:pt x="1045765" y="669223"/>
                      <a:pt x="1048299" y="670551"/>
                    </a:cubicBezTo>
                    <a:cubicBezTo>
                      <a:pt x="1050833" y="671878"/>
                      <a:pt x="1052100" y="673235"/>
                      <a:pt x="1052100" y="674623"/>
                    </a:cubicBezTo>
                    <a:cubicBezTo>
                      <a:pt x="1052100" y="676010"/>
                      <a:pt x="1051466" y="677277"/>
                      <a:pt x="1050199" y="678423"/>
                    </a:cubicBezTo>
                    <a:cubicBezTo>
                      <a:pt x="1048933" y="679569"/>
                      <a:pt x="1046731" y="682314"/>
                      <a:pt x="1043594" y="686657"/>
                    </a:cubicBezTo>
                    <a:cubicBezTo>
                      <a:pt x="1044921" y="686899"/>
                      <a:pt x="1046188" y="687019"/>
                      <a:pt x="1047394" y="687019"/>
                    </a:cubicBezTo>
                    <a:cubicBezTo>
                      <a:pt x="1050652" y="687019"/>
                      <a:pt x="1053457" y="686235"/>
                      <a:pt x="1055810" y="684667"/>
                    </a:cubicBezTo>
                    <a:cubicBezTo>
                      <a:pt x="1058162" y="683098"/>
                      <a:pt x="1060002" y="682314"/>
                      <a:pt x="1061329" y="682314"/>
                    </a:cubicBezTo>
                    <a:cubicBezTo>
                      <a:pt x="1062656" y="682314"/>
                      <a:pt x="1064828" y="683008"/>
                      <a:pt x="1067844" y="684395"/>
                    </a:cubicBezTo>
                    <a:cubicBezTo>
                      <a:pt x="1070861" y="685783"/>
                      <a:pt x="1072369" y="687110"/>
                      <a:pt x="1072369" y="688377"/>
                    </a:cubicBezTo>
                    <a:cubicBezTo>
                      <a:pt x="1072369" y="689644"/>
                      <a:pt x="1070861" y="690941"/>
                      <a:pt x="1067844" y="692268"/>
                    </a:cubicBezTo>
                    <a:cubicBezTo>
                      <a:pt x="1063501" y="694439"/>
                      <a:pt x="1056383" y="701437"/>
                      <a:pt x="1046489" y="713261"/>
                    </a:cubicBezTo>
                    <a:cubicBezTo>
                      <a:pt x="1054090" y="711692"/>
                      <a:pt x="1058615" y="710606"/>
                      <a:pt x="1060062" y="710003"/>
                    </a:cubicBezTo>
                    <a:cubicBezTo>
                      <a:pt x="1062475" y="708676"/>
                      <a:pt x="1064436" y="708012"/>
                      <a:pt x="1065944" y="708012"/>
                    </a:cubicBezTo>
                    <a:cubicBezTo>
                      <a:pt x="1067452" y="708012"/>
                      <a:pt x="1070137" y="708917"/>
                      <a:pt x="1073998" y="710727"/>
                    </a:cubicBezTo>
                    <a:cubicBezTo>
                      <a:pt x="1077858" y="712537"/>
                      <a:pt x="1079789" y="714226"/>
                      <a:pt x="1079789" y="715794"/>
                    </a:cubicBezTo>
                    <a:cubicBezTo>
                      <a:pt x="1079789" y="717363"/>
                      <a:pt x="1079005" y="718630"/>
                      <a:pt x="1077436" y="719595"/>
                    </a:cubicBezTo>
                    <a:cubicBezTo>
                      <a:pt x="1075747" y="720922"/>
                      <a:pt x="1073937" y="724059"/>
                      <a:pt x="1072007" y="729006"/>
                    </a:cubicBezTo>
                    <a:cubicBezTo>
                      <a:pt x="1077557" y="728402"/>
                      <a:pt x="1084223" y="727286"/>
                      <a:pt x="1092005" y="725658"/>
                    </a:cubicBezTo>
                    <a:cubicBezTo>
                      <a:pt x="1099786" y="724029"/>
                      <a:pt x="1105970" y="722460"/>
                      <a:pt x="1110554" y="720952"/>
                    </a:cubicBezTo>
                    <a:cubicBezTo>
                      <a:pt x="1115139" y="719444"/>
                      <a:pt x="1118940" y="718690"/>
                      <a:pt x="1121956" y="718690"/>
                    </a:cubicBezTo>
                    <a:cubicBezTo>
                      <a:pt x="1124972" y="718690"/>
                      <a:pt x="1127988" y="719504"/>
                      <a:pt x="1131005" y="721133"/>
                    </a:cubicBezTo>
                    <a:cubicBezTo>
                      <a:pt x="1134021" y="722762"/>
                      <a:pt x="1135529" y="724421"/>
                      <a:pt x="1135529" y="726110"/>
                    </a:cubicBezTo>
                    <a:cubicBezTo>
                      <a:pt x="1135529" y="728644"/>
                      <a:pt x="1132814" y="729609"/>
                      <a:pt x="1127385" y="729006"/>
                    </a:cubicBezTo>
                    <a:cubicBezTo>
                      <a:pt x="1126179" y="728885"/>
                      <a:pt x="1124731" y="728825"/>
                      <a:pt x="1123042" y="728825"/>
                    </a:cubicBezTo>
                    <a:cubicBezTo>
                      <a:pt x="1115682" y="728825"/>
                      <a:pt x="1106633" y="729609"/>
                      <a:pt x="1095896" y="731177"/>
                    </a:cubicBezTo>
                    <a:cubicBezTo>
                      <a:pt x="1098309" y="732866"/>
                      <a:pt x="1100028" y="734284"/>
                      <a:pt x="1101053" y="735430"/>
                    </a:cubicBezTo>
                    <a:cubicBezTo>
                      <a:pt x="1102079" y="736576"/>
                      <a:pt x="1102592" y="737904"/>
                      <a:pt x="1102592" y="739412"/>
                    </a:cubicBezTo>
                    <a:cubicBezTo>
                      <a:pt x="1102592" y="740920"/>
                      <a:pt x="1102411" y="742609"/>
                      <a:pt x="1102049" y="744479"/>
                    </a:cubicBezTo>
                    <a:cubicBezTo>
                      <a:pt x="1101687" y="746349"/>
                      <a:pt x="1101506" y="748430"/>
                      <a:pt x="1101506" y="750723"/>
                    </a:cubicBezTo>
                    <a:cubicBezTo>
                      <a:pt x="1101506" y="753015"/>
                      <a:pt x="1101838" y="760344"/>
                      <a:pt x="1102501" y="772711"/>
                    </a:cubicBezTo>
                    <a:cubicBezTo>
                      <a:pt x="1103165" y="785078"/>
                      <a:pt x="1103496" y="794126"/>
                      <a:pt x="1103496" y="799857"/>
                    </a:cubicBezTo>
                    <a:cubicBezTo>
                      <a:pt x="1103496" y="805588"/>
                      <a:pt x="1102139" y="810867"/>
                      <a:pt x="1099425" y="815693"/>
                    </a:cubicBezTo>
                    <a:cubicBezTo>
                      <a:pt x="1096710" y="820519"/>
                      <a:pt x="1094508" y="822932"/>
                      <a:pt x="1092819" y="822932"/>
                    </a:cubicBezTo>
                    <a:cubicBezTo>
                      <a:pt x="1091130" y="822932"/>
                      <a:pt x="1089712" y="821816"/>
                      <a:pt x="1088566" y="819584"/>
                    </a:cubicBezTo>
                    <a:cubicBezTo>
                      <a:pt x="1087420" y="817352"/>
                      <a:pt x="1085851" y="814878"/>
                      <a:pt x="1083861" y="812164"/>
                    </a:cubicBezTo>
                    <a:cubicBezTo>
                      <a:pt x="1081870" y="809449"/>
                      <a:pt x="1079879" y="807187"/>
                      <a:pt x="1077889" y="805377"/>
                    </a:cubicBezTo>
                    <a:cubicBezTo>
                      <a:pt x="1075898" y="803567"/>
                      <a:pt x="1074902" y="802391"/>
                      <a:pt x="1074902" y="801848"/>
                    </a:cubicBezTo>
                    <a:cubicBezTo>
                      <a:pt x="1074902" y="801305"/>
                      <a:pt x="1075385" y="801034"/>
                      <a:pt x="1076350" y="801034"/>
                    </a:cubicBezTo>
                    <a:cubicBezTo>
                      <a:pt x="1077315" y="801034"/>
                      <a:pt x="1079216" y="801305"/>
                      <a:pt x="1082051" y="801848"/>
                    </a:cubicBezTo>
                    <a:cubicBezTo>
                      <a:pt x="1084886" y="802391"/>
                      <a:pt x="1087088" y="802662"/>
                      <a:pt x="1088657" y="802662"/>
                    </a:cubicBezTo>
                    <a:cubicBezTo>
                      <a:pt x="1090225" y="802662"/>
                      <a:pt x="1091341" y="801999"/>
                      <a:pt x="1092005" y="800672"/>
                    </a:cubicBezTo>
                    <a:cubicBezTo>
                      <a:pt x="1092668" y="799345"/>
                      <a:pt x="1093181" y="796208"/>
                      <a:pt x="1093543" y="791261"/>
                    </a:cubicBezTo>
                    <a:cubicBezTo>
                      <a:pt x="1093905" y="786314"/>
                      <a:pt x="1094086" y="780101"/>
                      <a:pt x="1094086" y="772621"/>
                    </a:cubicBezTo>
                    <a:cubicBezTo>
                      <a:pt x="1094086" y="765140"/>
                      <a:pt x="1093754" y="757298"/>
                      <a:pt x="1093090" y="749094"/>
                    </a:cubicBezTo>
                    <a:cubicBezTo>
                      <a:pt x="1092427" y="740890"/>
                      <a:pt x="1091431" y="735279"/>
                      <a:pt x="1090104" y="732263"/>
                    </a:cubicBezTo>
                    <a:cubicBezTo>
                      <a:pt x="1085037" y="733349"/>
                      <a:pt x="1081297" y="733892"/>
                      <a:pt x="1078884" y="733892"/>
                    </a:cubicBezTo>
                    <a:cubicBezTo>
                      <a:pt x="1076471" y="733892"/>
                      <a:pt x="1073817" y="733228"/>
                      <a:pt x="1070921" y="731901"/>
                    </a:cubicBezTo>
                    <a:cubicBezTo>
                      <a:pt x="1067543" y="740347"/>
                      <a:pt x="1065612" y="744962"/>
                      <a:pt x="1065130" y="745746"/>
                    </a:cubicBezTo>
                    <a:cubicBezTo>
                      <a:pt x="1064647" y="746530"/>
                      <a:pt x="1063984" y="746922"/>
                      <a:pt x="1063139" y="746922"/>
                    </a:cubicBezTo>
                    <a:cubicBezTo>
                      <a:pt x="1062295" y="746922"/>
                      <a:pt x="1061571" y="746711"/>
                      <a:pt x="1060967" y="746289"/>
                    </a:cubicBezTo>
                    <a:cubicBezTo>
                      <a:pt x="1060364" y="745866"/>
                      <a:pt x="1059701" y="745655"/>
                      <a:pt x="1058977" y="745655"/>
                    </a:cubicBezTo>
                    <a:cubicBezTo>
                      <a:pt x="1054392" y="745655"/>
                      <a:pt x="1045102" y="747224"/>
                      <a:pt x="1031107" y="750361"/>
                    </a:cubicBezTo>
                    <a:cubicBezTo>
                      <a:pt x="1030624" y="751688"/>
                      <a:pt x="1029840" y="752351"/>
                      <a:pt x="1028754" y="752351"/>
                    </a:cubicBezTo>
                    <a:cubicBezTo>
                      <a:pt x="1027668" y="752351"/>
                      <a:pt x="1026914" y="751899"/>
                      <a:pt x="1026492" y="750994"/>
                    </a:cubicBezTo>
                    <a:cubicBezTo>
                      <a:pt x="1026069" y="750089"/>
                      <a:pt x="1025587" y="747375"/>
                      <a:pt x="1025044" y="742850"/>
                    </a:cubicBezTo>
                    <a:cubicBezTo>
                      <a:pt x="1024501" y="738326"/>
                      <a:pt x="1023717" y="733832"/>
                      <a:pt x="1022691" y="729368"/>
                    </a:cubicBezTo>
                    <a:cubicBezTo>
                      <a:pt x="1021666" y="724903"/>
                      <a:pt x="1020821" y="721978"/>
                      <a:pt x="1020157" y="720590"/>
                    </a:cubicBezTo>
                    <a:cubicBezTo>
                      <a:pt x="1019494" y="719203"/>
                      <a:pt x="1019162" y="718087"/>
                      <a:pt x="1019162" y="717242"/>
                    </a:cubicBezTo>
                    <a:cubicBezTo>
                      <a:pt x="1019162" y="716398"/>
                      <a:pt x="1019916" y="715975"/>
                      <a:pt x="1021424" y="715975"/>
                    </a:cubicBezTo>
                    <a:cubicBezTo>
                      <a:pt x="1022932" y="715975"/>
                      <a:pt x="1024169" y="716277"/>
                      <a:pt x="1025134" y="716880"/>
                    </a:cubicBezTo>
                    <a:cubicBezTo>
                      <a:pt x="1030925" y="716036"/>
                      <a:pt x="1036234" y="715131"/>
                      <a:pt x="1041060" y="714166"/>
                    </a:cubicBezTo>
                    <a:cubicBezTo>
                      <a:pt x="1049988" y="701618"/>
                      <a:pt x="1054452" y="694319"/>
                      <a:pt x="1054452" y="692268"/>
                    </a:cubicBezTo>
                    <a:cubicBezTo>
                      <a:pt x="1054452" y="691544"/>
                      <a:pt x="1054151" y="691182"/>
                      <a:pt x="1053547" y="691182"/>
                    </a:cubicBezTo>
                    <a:cubicBezTo>
                      <a:pt x="1052944" y="691182"/>
                      <a:pt x="1052281" y="691242"/>
                      <a:pt x="1051557" y="691363"/>
                    </a:cubicBezTo>
                    <a:cubicBezTo>
                      <a:pt x="1050833" y="691483"/>
                      <a:pt x="1050109" y="691544"/>
                      <a:pt x="1049385" y="691544"/>
                    </a:cubicBezTo>
                    <a:cubicBezTo>
                      <a:pt x="1047093" y="691544"/>
                      <a:pt x="1044378" y="690941"/>
                      <a:pt x="1041241" y="689734"/>
                    </a:cubicBezTo>
                    <a:cubicBezTo>
                      <a:pt x="1039069" y="692630"/>
                      <a:pt x="1036083" y="696038"/>
                      <a:pt x="1032283" y="699959"/>
                    </a:cubicBezTo>
                    <a:cubicBezTo>
                      <a:pt x="1028482" y="703880"/>
                      <a:pt x="1025919" y="705841"/>
                      <a:pt x="1024591" y="705841"/>
                    </a:cubicBezTo>
                    <a:cubicBezTo>
                      <a:pt x="1024229" y="705841"/>
                      <a:pt x="1024048" y="705509"/>
                      <a:pt x="1024048" y="704845"/>
                    </a:cubicBezTo>
                    <a:cubicBezTo>
                      <a:pt x="1024048" y="704182"/>
                      <a:pt x="1024591" y="703126"/>
                      <a:pt x="1025677" y="701678"/>
                    </a:cubicBezTo>
                    <a:cubicBezTo>
                      <a:pt x="1030021" y="695887"/>
                      <a:pt x="1033550" y="690066"/>
                      <a:pt x="1036264" y="684214"/>
                    </a:cubicBezTo>
                    <a:cubicBezTo>
                      <a:pt x="1038979" y="678363"/>
                      <a:pt x="1040155" y="674653"/>
                      <a:pt x="1039793" y="673084"/>
                    </a:cubicBezTo>
                    <a:cubicBezTo>
                      <a:pt x="1039673" y="672360"/>
                      <a:pt x="1039612" y="671757"/>
                      <a:pt x="1039612" y="671275"/>
                    </a:cubicBezTo>
                    <a:cubicBezTo>
                      <a:pt x="1039612" y="669465"/>
                      <a:pt x="1040427" y="668560"/>
                      <a:pt x="1042055" y="668560"/>
                    </a:cubicBezTo>
                    <a:close/>
                    <a:moveTo>
                      <a:pt x="1259316" y="668017"/>
                    </a:moveTo>
                    <a:cubicBezTo>
                      <a:pt x="1260764" y="668017"/>
                      <a:pt x="1263961" y="669103"/>
                      <a:pt x="1268908" y="671275"/>
                    </a:cubicBezTo>
                    <a:cubicBezTo>
                      <a:pt x="1273854" y="673446"/>
                      <a:pt x="1276328" y="675799"/>
                      <a:pt x="1276328" y="678333"/>
                    </a:cubicBezTo>
                    <a:cubicBezTo>
                      <a:pt x="1276328" y="679539"/>
                      <a:pt x="1275845" y="681349"/>
                      <a:pt x="1274880" y="683762"/>
                    </a:cubicBezTo>
                    <a:cubicBezTo>
                      <a:pt x="1272708" y="688588"/>
                      <a:pt x="1271683" y="699265"/>
                      <a:pt x="1271803" y="715794"/>
                    </a:cubicBezTo>
                    <a:cubicBezTo>
                      <a:pt x="1277594" y="714709"/>
                      <a:pt x="1282722" y="713502"/>
                      <a:pt x="1287186" y="712175"/>
                    </a:cubicBezTo>
                    <a:cubicBezTo>
                      <a:pt x="1290564" y="711330"/>
                      <a:pt x="1293762" y="710908"/>
                      <a:pt x="1296778" y="710908"/>
                    </a:cubicBezTo>
                    <a:cubicBezTo>
                      <a:pt x="1299794" y="710908"/>
                      <a:pt x="1302780" y="711813"/>
                      <a:pt x="1305736" y="713623"/>
                    </a:cubicBezTo>
                    <a:cubicBezTo>
                      <a:pt x="1308692" y="715432"/>
                      <a:pt x="1310170" y="717242"/>
                      <a:pt x="1310170" y="719052"/>
                    </a:cubicBezTo>
                    <a:cubicBezTo>
                      <a:pt x="1310170" y="721344"/>
                      <a:pt x="1307516" y="722490"/>
                      <a:pt x="1302207" y="722490"/>
                    </a:cubicBezTo>
                    <a:cubicBezTo>
                      <a:pt x="1300759" y="722490"/>
                      <a:pt x="1299251" y="722400"/>
                      <a:pt x="1297683" y="722219"/>
                    </a:cubicBezTo>
                    <a:cubicBezTo>
                      <a:pt x="1296114" y="722038"/>
                      <a:pt x="1293641" y="721948"/>
                      <a:pt x="1290263" y="721948"/>
                    </a:cubicBezTo>
                    <a:cubicBezTo>
                      <a:pt x="1286885" y="721948"/>
                      <a:pt x="1280731" y="722309"/>
                      <a:pt x="1271803" y="723033"/>
                    </a:cubicBezTo>
                    <a:cubicBezTo>
                      <a:pt x="1271924" y="735943"/>
                      <a:pt x="1272286" y="749516"/>
                      <a:pt x="1272889" y="763753"/>
                    </a:cubicBezTo>
                    <a:lnTo>
                      <a:pt x="1274156" y="794700"/>
                    </a:lnTo>
                    <a:cubicBezTo>
                      <a:pt x="1274156" y="801697"/>
                      <a:pt x="1272587" y="808062"/>
                      <a:pt x="1269451" y="813792"/>
                    </a:cubicBezTo>
                    <a:cubicBezTo>
                      <a:pt x="1266314" y="819523"/>
                      <a:pt x="1264021" y="822389"/>
                      <a:pt x="1262574" y="822389"/>
                    </a:cubicBezTo>
                    <a:cubicBezTo>
                      <a:pt x="1261126" y="822389"/>
                      <a:pt x="1259618" y="821243"/>
                      <a:pt x="1258049" y="818950"/>
                    </a:cubicBezTo>
                    <a:cubicBezTo>
                      <a:pt x="1253223" y="812556"/>
                      <a:pt x="1248940" y="807428"/>
                      <a:pt x="1245200" y="803567"/>
                    </a:cubicBezTo>
                    <a:cubicBezTo>
                      <a:pt x="1241460" y="799706"/>
                      <a:pt x="1239590" y="797625"/>
                      <a:pt x="1239590" y="797324"/>
                    </a:cubicBezTo>
                    <a:cubicBezTo>
                      <a:pt x="1239590" y="797022"/>
                      <a:pt x="1239891" y="796871"/>
                      <a:pt x="1240495" y="796871"/>
                    </a:cubicBezTo>
                    <a:cubicBezTo>
                      <a:pt x="1241098" y="796871"/>
                      <a:pt x="1243481" y="797474"/>
                      <a:pt x="1247643" y="798681"/>
                    </a:cubicBezTo>
                    <a:cubicBezTo>
                      <a:pt x="1251805" y="799887"/>
                      <a:pt x="1255093" y="800491"/>
                      <a:pt x="1257506" y="800491"/>
                    </a:cubicBezTo>
                    <a:cubicBezTo>
                      <a:pt x="1259919" y="800491"/>
                      <a:pt x="1261397" y="799737"/>
                      <a:pt x="1261940" y="798229"/>
                    </a:cubicBezTo>
                    <a:cubicBezTo>
                      <a:pt x="1262483" y="796720"/>
                      <a:pt x="1262996" y="790688"/>
                      <a:pt x="1263478" y="780131"/>
                    </a:cubicBezTo>
                    <a:cubicBezTo>
                      <a:pt x="1263961" y="769574"/>
                      <a:pt x="1264202" y="758957"/>
                      <a:pt x="1264202" y="748279"/>
                    </a:cubicBezTo>
                    <a:cubicBezTo>
                      <a:pt x="1264202" y="737602"/>
                      <a:pt x="1264142" y="729488"/>
                      <a:pt x="1264021" y="723938"/>
                    </a:cubicBezTo>
                    <a:cubicBezTo>
                      <a:pt x="1250388" y="725627"/>
                      <a:pt x="1241611" y="727015"/>
                      <a:pt x="1237689" y="728101"/>
                    </a:cubicBezTo>
                    <a:cubicBezTo>
                      <a:pt x="1233768" y="729187"/>
                      <a:pt x="1230631" y="729729"/>
                      <a:pt x="1228279" y="729729"/>
                    </a:cubicBezTo>
                    <a:cubicBezTo>
                      <a:pt x="1225926" y="729729"/>
                      <a:pt x="1223242" y="729156"/>
                      <a:pt x="1220225" y="728010"/>
                    </a:cubicBezTo>
                    <a:cubicBezTo>
                      <a:pt x="1217209" y="726864"/>
                      <a:pt x="1215701" y="725869"/>
                      <a:pt x="1215701" y="725024"/>
                    </a:cubicBezTo>
                    <a:cubicBezTo>
                      <a:pt x="1215701" y="724180"/>
                      <a:pt x="1218567" y="723606"/>
                      <a:pt x="1224297" y="723305"/>
                    </a:cubicBezTo>
                    <a:cubicBezTo>
                      <a:pt x="1230028" y="723003"/>
                      <a:pt x="1243209" y="720982"/>
                      <a:pt x="1263840" y="717242"/>
                    </a:cubicBezTo>
                    <a:cubicBezTo>
                      <a:pt x="1263720" y="707832"/>
                      <a:pt x="1263388" y="699235"/>
                      <a:pt x="1262845" y="691453"/>
                    </a:cubicBezTo>
                    <a:cubicBezTo>
                      <a:pt x="1262302" y="683671"/>
                      <a:pt x="1261216" y="678423"/>
                      <a:pt x="1259587" y="675708"/>
                    </a:cubicBezTo>
                    <a:cubicBezTo>
                      <a:pt x="1257959" y="672994"/>
                      <a:pt x="1257144" y="671033"/>
                      <a:pt x="1257144" y="669827"/>
                    </a:cubicBezTo>
                    <a:cubicBezTo>
                      <a:pt x="1257144" y="668620"/>
                      <a:pt x="1257868" y="668017"/>
                      <a:pt x="1259316" y="668017"/>
                    </a:cubicBezTo>
                    <a:close/>
                    <a:moveTo>
                      <a:pt x="1397219" y="666750"/>
                    </a:moveTo>
                    <a:cubicBezTo>
                      <a:pt x="1400597" y="666750"/>
                      <a:pt x="1404156" y="667233"/>
                      <a:pt x="1407897" y="668198"/>
                    </a:cubicBezTo>
                    <a:cubicBezTo>
                      <a:pt x="1411637" y="669163"/>
                      <a:pt x="1414351" y="671033"/>
                      <a:pt x="1416040" y="673808"/>
                    </a:cubicBezTo>
                    <a:cubicBezTo>
                      <a:pt x="1417729" y="676583"/>
                      <a:pt x="1418574" y="679026"/>
                      <a:pt x="1418574" y="681138"/>
                    </a:cubicBezTo>
                    <a:cubicBezTo>
                      <a:pt x="1418574" y="683249"/>
                      <a:pt x="1418001" y="685119"/>
                      <a:pt x="1416855" y="686748"/>
                    </a:cubicBezTo>
                    <a:cubicBezTo>
                      <a:pt x="1415709" y="688377"/>
                      <a:pt x="1414200" y="689191"/>
                      <a:pt x="1412330" y="689191"/>
                    </a:cubicBezTo>
                    <a:cubicBezTo>
                      <a:pt x="1410460" y="689191"/>
                      <a:pt x="1406931" y="686084"/>
                      <a:pt x="1401743" y="679871"/>
                    </a:cubicBezTo>
                    <a:cubicBezTo>
                      <a:pt x="1396555" y="673657"/>
                      <a:pt x="1393961" y="669917"/>
                      <a:pt x="1393961" y="668650"/>
                    </a:cubicBezTo>
                    <a:cubicBezTo>
                      <a:pt x="1393961" y="667384"/>
                      <a:pt x="1395047" y="666750"/>
                      <a:pt x="1397219" y="666750"/>
                    </a:cubicBezTo>
                    <a:close/>
                    <a:moveTo>
                      <a:pt x="698112" y="666569"/>
                    </a:moveTo>
                    <a:cubicBezTo>
                      <a:pt x="699681" y="666569"/>
                      <a:pt x="702546" y="667414"/>
                      <a:pt x="706709" y="669103"/>
                    </a:cubicBezTo>
                    <a:cubicBezTo>
                      <a:pt x="710871" y="670792"/>
                      <a:pt x="712952" y="672179"/>
                      <a:pt x="712952" y="673265"/>
                    </a:cubicBezTo>
                    <a:cubicBezTo>
                      <a:pt x="712952" y="674351"/>
                      <a:pt x="712560" y="675648"/>
                      <a:pt x="711776" y="677156"/>
                    </a:cubicBezTo>
                    <a:cubicBezTo>
                      <a:pt x="710992" y="678664"/>
                      <a:pt x="710298" y="681077"/>
                      <a:pt x="709695" y="684395"/>
                    </a:cubicBezTo>
                    <a:cubicBezTo>
                      <a:pt x="709092" y="687713"/>
                      <a:pt x="708066" y="694620"/>
                      <a:pt x="706618" y="705117"/>
                    </a:cubicBezTo>
                    <a:cubicBezTo>
                      <a:pt x="716270" y="701497"/>
                      <a:pt x="721760" y="698964"/>
                      <a:pt x="723087" y="697516"/>
                    </a:cubicBezTo>
                    <a:cubicBezTo>
                      <a:pt x="724414" y="696068"/>
                      <a:pt x="725651" y="695344"/>
                      <a:pt x="726797" y="695344"/>
                    </a:cubicBezTo>
                    <a:cubicBezTo>
                      <a:pt x="727943" y="695344"/>
                      <a:pt x="730145" y="696309"/>
                      <a:pt x="733403" y="698240"/>
                    </a:cubicBezTo>
                    <a:cubicBezTo>
                      <a:pt x="736660" y="700170"/>
                      <a:pt x="738289" y="701739"/>
                      <a:pt x="738289" y="702945"/>
                    </a:cubicBezTo>
                    <a:cubicBezTo>
                      <a:pt x="738289" y="704152"/>
                      <a:pt x="737203" y="705479"/>
                      <a:pt x="735031" y="706927"/>
                    </a:cubicBezTo>
                    <a:cubicBezTo>
                      <a:pt x="728637" y="711270"/>
                      <a:pt x="725440" y="719625"/>
                      <a:pt x="725440" y="731992"/>
                    </a:cubicBezTo>
                    <a:cubicBezTo>
                      <a:pt x="725440" y="744358"/>
                      <a:pt x="727883" y="752894"/>
                      <a:pt x="732769" y="757600"/>
                    </a:cubicBezTo>
                    <a:cubicBezTo>
                      <a:pt x="737655" y="762305"/>
                      <a:pt x="741124" y="764658"/>
                      <a:pt x="743175" y="764658"/>
                    </a:cubicBezTo>
                    <a:cubicBezTo>
                      <a:pt x="744623" y="764658"/>
                      <a:pt x="745920" y="763632"/>
                      <a:pt x="747066" y="761581"/>
                    </a:cubicBezTo>
                    <a:cubicBezTo>
                      <a:pt x="748212" y="759530"/>
                      <a:pt x="749570" y="756212"/>
                      <a:pt x="751138" y="751627"/>
                    </a:cubicBezTo>
                    <a:cubicBezTo>
                      <a:pt x="751983" y="749214"/>
                      <a:pt x="752707" y="748008"/>
                      <a:pt x="753310" y="748008"/>
                    </a:cubicBezTo>
                    <a:cubicBezTo>
                      <a:pt x="753913" y="748008"/>
                      <a:pt x="754215" y="749576"/>
                      <a:pt x="754215" y="752713"/>
                    </a:cubicBezTo>
                    <a:cubicBezTo>
                      <a:pt x="754215" y="755850"/>
                      <a:pt x="754426" y="759530"/>
                      <a:pt x="754848" y="763753"/>
                    </a:cubicBezTo>
                    <a:cubicBezTo>
                      <a:pt x="755270" y="767976"/>
                      <a:pt x="755663" y="770539"/>
                      <a:pt x="756025" y="771444"/>
                    </a:cubicBezTo>
                    <a:cubicBezTo>
                      <a:pt x="756386" y="772349"/>
                      <a:pt x="756567" y="773284"/>
                      <a:pt x="756567" y="774249"/>
                    </a:cubicBezTo>
                    <a:cubicBezTo>
                      <a:pt x="756567" y="776542"/>
                      <a:pt x="755120" y="777688"/>
                      <a:pt x="752224" y="777688"/>
                    </a:cubicBezTo>
                    <a:cubicBezTo>
                      <a:pt x="749328" y="777688"/>
                      <a:pt x="744683" y="776210"/>
                      <a:pt x="738289" y="773254"/>
                    </a:cubicBezTo>
                    <a:cubicBezTo>
                      <a:pt x="731895" y="770298"/>
                      <a:pt x="727068" y="765442"/>
                      <a:pt x="723811" y="758685"/>
                    </a:cubicBezTo>
                    <a:cubicBezTo>
                      <a:pt x="720553" y="751929"/>
                      <a:pt x="718925" y="744569"/>
                      <a:pt x="718925" y="736606"/>
                    </a:cubicBezTo>
                    <a:cubicBezTo>
                      <a:pt x="718925" y="727075"/>
                      <a:pt x="719950" y="718207"/>
                      <a:pt x="722001" y="710003"/>
                    </a:cubicBezTo>
                    <a:cubicBezTo>
                      <a:pt x="722242" y="709159"/>
                      <a:pt x="722363" y="708495"/>
                      <a:pt x="722363" y="708012"/>
                    </a:cubicBezTo>
                    <a:cubicBezTo>
                      <a:pt x="722363" y="706685"/>
                      <a:pt x="721971" y="706022"/>
                      <a:pt x="721187" y="706022"/>
                    </a:cubicBezTo>
                    <a:cubicBezTo>
                      <a:pt x="720403" y="706022"/>
                      <a:pt x="717990" y="706685"/>
                      <a:pt x="713948" y="708012"/>
                    </a:cubicBezTo>
                    <a:cubicBezTo>
                      <a:pt x="709906" y="709340"/>
                      <a:pt x="707222" y="710184"/>
                      <a:pt x="705894" y="710546"/>
                    </a:cubicBezTo>
                    <a:cubicBezTo>
                      <a:pt x="704326" y="721284"/>
                      <a:pt x="702275" y="730333"/>
                      <a:pt x="699741" y="737692"/>
                    </a:cubicBezTo>
                    <a:cubicBezTo>
                      <a:pt x="702396" y="739502"/>
                      <a:pt x="704658" y="741221"/>
                      <a:pt x="706528" y="742850"/>
                    </a:cubicBezTo>
                    <a:cubicBezTo>
                      <a:pt x="708398" y="744479"/>
                      <a:pt x="709665" y="745836"/>
                      <a:pt x="710328" y="746922"/>
                    </a:cubicBezTo>
                    <a:cubicBezTo>
                      <a:pt x="710992" y="748008"/>
                      <a:pt x="711324" y="749818"/>
                      <a:pt x="711324" y="752351"/>
                    </a:cubicBezTo>
                    <a:cubicBezTo>
                      <a:pt x="711324" y="754885"/>
                      <a:pt x="710479" y="756152"/>
                      <a:pt x="708790" y="756152"/>
                    </a:cubicBezTo>
                    <a:cubicBezTo>
                      <a:pt x="707101" y="756152"/>
                      <a:pt x="703059" y="752713"/>
                      <a:pt x="696665" y="745836"/>
                    </a:cubicBezTo>
                    <a:cubicBezTo>
                      <a:pt x="691718" y="756936"/>
                      <a:pt x="686047" y="764778"/>
                      <a:pt x="679653" y="769363"/>
                    </a:cubicBezTo>
                    <a:cubicBezTo>
                      <a:pt x="673259" y="773948"/>
                      <a:pt x="668915" y="776240"/>
                      <a:pt x="666623" y="776240"/>
                    </a:cubicBezTo>
                    <a:cubicBezTo>
                      <a:pt x="666140" y="776240"/>
                      <a:pt x="665899" y="775938"/>
                      <a:pt x="665899" y="775335"/>
                    </a:cubicBezTo>
                    <a:cubicBezTo>
                      <a:pt x="665899" y="774732"/>
                      <a:pt x="666864" y="773586"/>
                      <a:pt x="668795" y="771897"/>
                    </a:cubicBezTo>
                    <a:cubicBezTo>
                      <a:pt x="679532" y="762245"/>
                      <a:pt x="687073" y="751688"/>
                      <a:pt x="691416" y="740226"/>
                    </a:cubicBezTo>
                    <a:cubicBezTo>
                      <a:pt x="686832" y="735159"/>
                      <a:pt x="684539" y="732233"/>
                      <a:pt x="684539" y="731449"/>
                    </a:cubicBezTo>
                    <a:cubicBezTo>
                      <a:pt x="684539" y="730664"/>
                      <a:pt x="684841" y="730272"/>
                      <a:pt x="685444" y="730272"/>
                    </a:cubicBezTo>
                    <a:cubicBezTo>
                      <a:pt x="686771" y="730272"/>
                      <a:pt x="689426" y="731539"/>
                      <a:pt x="693407" y="734073"/>
                    </a:cubicBezTo>
                    <a:cubicBezTo>
                      <a:pt x="695458" y="726955"/>
                      <a:pt x="696906" y="719957"/>
                      <a:pt x="697751" y="713080"/>
                    </a:cubicBezTo>
                    <a:cubicBezTo>
                      <a:pt x="690150" y="715372"/>
                      <a:pt x="685474" y="716518"/>
                      <a:pt x="683725" y="716518"/>
                    </a:cubicBezTo>
                    <a:cubicBezTo>
                      <a:pt x="681976" y="716518"/>
                      <a:pt x="680618" y="716277"/>
                      <a:pt x="679653" y="715794"/>
                    </a:cubicBezTo>
                    <a:cubicBezTo>
                      <a:pt x="678688" y="715312"/>
                      <a:pt x="678205" y="714769"/>
                      <a:pt x="678205" y="714166"/>
                    </a:cubicBezTo>
                    <a:cubicBezTo>
                      <a:pt x="678205" y="713080"/>
                      <a:pt x="679110" y="712356"/>
                      <a:pt x="680920" y="711994"/>
                    </a:cubicBezTo>
                    <a:cubicBezTo>
                      <a:pt x="685143" y="711391"/>
                      <a:pt x="690994" y="709943"/>
                      <a:pt x="698474" y="707651"/>
                    </a:cubicBezTo>
                    <a:cubicBezTo>
                      <a:pt x="699319" y="699205"/>
                      <a:pt x="699741" y="692147"/>
                      <a:pt x="699741" y="686476"/>
                    </a:cubicBezTo>
                    <a:cubicBezTo>
                      <a:pt x="699741" y="678875"/>
                      <a:pt x="699078" y="674170"/>
                      <a:pt x="697751" y="672360"/>
                    </a:cubicBezTo>
                    <a:cubicBezTo>
                      <a:pt x="696423" y="670551"/>
                      <a:pt x="695760" y="669133"/>
                      <a:pt x="695760" y="668107"/>
                    </a:cubicBezTo>
                    <a:cubicBezTo>
                      <a:pt x="695760" y="667082"/>
                      <a:pt x="696544" y="666569"/>
                      <a:pt x="698112" y="666569"/>
                    </a:cubicBezTo>
                    <a:close/>
                    <a:moveTo>
                      <a:pt x="1950279" y="665664"/>
                    </a:moveTo>
                    <a:cubicBezTo>
                      <a:pt x="1955587" y="665664"/>
                      <a:pt x="1960081" y="666871"/>
                      <a:pt x="1963761" y="669284"/>
                    </a:cubicBezTo>
                    <a:cubicBezTo>
                      <a:pt x="1967441" y="671697"/>
                      <a:pt x="1969281" y="674954"/>
                      <a:pt x="1969281" y="679056"/>
                    </a:cubicBezTo>
                    <a:cubicBezTo>
                      <a:pt x="1969281" y="680866"/>
                      <a:pt x="1968859" y="682314"/>
                      <a:pt x="1968014" y="683400"/>
                    </a:cubicBezTo>
                    <a:cubicBezTo>
                      <a:pt x="1967170" y="684486"/>
                      <a:pt x="1966144" y="685029"/>
                      <a:pt x="1964938" y="685029"/>
                    </a:cubicBezTo>
                    <a:cubicBezTo>
                      <a:pt x="1963731" y="685029"/>
                      <a:pt x="1962494" y="684606"/>
                      <a:pt x="1961228" y="683762"/>
                    </a:cubicBezTo>
                    <a:cubicBezTo>
                      <a:pt x="1959961" y="682917"/>
                      <a:pt x="1957095" y="680203"/>
                      <a:pt x="1952631" y="675618"/>
                    </a:cubicBezTo>
                    <a:cubicBezTo>
                      <a:pt x="1948167" y="671033"/>
                      <a:pt x="1945935" y="668228"/>
                      <a:pt x="1945935" y="667203"/>
                    </a:cubicBezTo>
                    <a:cubicBezTo>
                      <a:pt x="1945935" y="666177"/>
                      <a:pt x="1947383" y="665664"/>
                      <a:pt x="1950279" y="665664"/>
                    </a:cubicBezTo>
                    <a:close/>
                    <a:moveTo>
                      <a:pt x="1777085" y="664940"/>
                    </a:moveTo>
                    <a:cubicBezTo>
                      <a:pt x="1779016" y="664940"/>
                      <a:pt x="1782062" y="665875"/>
                      <a:pt x="1786225" y="667746"/>
                    </a:cubicBezTo>
                    <a:cubicBezTo>
                      <a:pt x="1790387" y="669616"/>
                      <a:pt x="1792468" y="671456"/>
                      <a:pt x="1792468" y="673265"/>
                    </a:cubicBezTo>
                    <a:cubicBezTo>
                      <a:pt x="1792468" y="674110"/>
                      <a:pt x="1791865" y="675497"/>
                      <a:pt x="1790659" y="677428"/>
                    </a:cubicBezTo>
                    <a:cubicBezTo>
                      <a:pt x="1788728" y="680685"/>
                      <a:pt x="1786979" y="684968"/>
                      <a:pt x="1785410" y="690277"/>
                    </a:cubicBezTo>
                    <a:cubicBezTo>
                      <a:pt x="1784686" y="692931"/>
                      <a:pt x="1783782" y="695827"/>
                      <a:pt x="1782696" y="698964"/>
                    </a:cubicBezTo>
                    <a:cubicBezTo>
                      <a:pt x="1793313" y="696671"/>
                      <a:pt x="1801155" y="694138"/>
                      <a:pt x="1806222" y="691363"/>
                    </a:cubicBezTo>
                    <a:cubicBezTo>
                      <a:pt x="1807912" y="690518"/>
                      <a:pt x="1809118" y="690096"/>
                      <a:pt x="1809842" y="690096"/>
                    </a:cubicBezTo>
                    <a:cubicBezTo>
                      <a:pt x="1811290" y="690096"/>
                      <a:pt x="1814578" y="691785"/>
                      <a:pt x="1819705" y="695163"/>
                    </a:cubicBezTo>
                    <a:cubicBezTo>
                      <a:pt x="1824833" y="698541"/>
                      <a:pt x="1827396" y="700954"/>
                      <a:pt x="1827396" y="702402"/>
                    </a:cubicBezTo>
                    <a:cubicBezTo>
                      <a:pt x="1827396" y="703850"/>
                      <a:pt x="1825587" y="705147"/>
                      <a:pt x="1821967" y="706293"/>
                    </a:cubicBezTo>
                    <a:cubicBezTo>
                      <a:pt x="1818348" y="707439"/>
                      <a:pt x="1815301" y="708736"/>
                      <a:pt x="1812828" y="710184"/>
                    </a:cubicBezTo>
                    <a:cubicBezTo>
                      <a:pt x="1810355" y="711632"/>
                      <a:pt x="1807067" y="714045"/>
                      <a:pt x="1802965" y="717423"/>
                    </a:cubicBezTo>
                    <a:cubicBezTo>
                      <a:pt x="1802000" y="718147"/>
                      <a:pt x="1801185" y="718509"/>
                      <a:pt x="1800522" y="718509"/>
                    </a:cubicBezTo>
                    <a:cubicBezTo>
                      <a:pt x="1799858" y="718509"/>
                      <a:pt x="1799526" y="718177"/>
                      <a:pt x="1799526" y="717514"/>
                    </a:cubicBezTo>
                    <a:cubicBezTo>
                      <a:pt x="1799526" y="716850"/>
                      <a:pt x="1799707" y="716217"/>
                      <a:pt x="1800069" y="715613"/>
                    </a:cubicBezTo>
                    <a:cubicBezTo>
                      <a:pt x="1803568" y="708012"/>
                      <a:pt x="1805318" y="703518"/>
                      <a:pt x="1805318" y="702131"/>
                    </a:cubicBezTo>
                    <a:cubicBezTo>
                      <a:pt x="1805318" y="700743"/>
                      <a:pt x="1804413" y="700050"/>
                      <a:pt x="1802603" y="700050"/>
                    </a:cubicBezTo>
                    <a:cubicBezTo>
                      <a:pt x="1800793" y="700050"/>
                      <a:pt x="1793615" y="701316"/>
                      <a:pt x="1781067" y="703850"/>
                    </a:cubicBezTo>
                    <a:cubicBezTo>
                      <a:pt x="1777085" y="715191"/>
                      <a:pt x="1774069" y="723214"/>
                      <a:pt x="1772018" y="727920"/>
                    </a:cubicBezTo>
                    <a:cubicBezTo>
                      <a:pt x="1779619" y="737934"/>
                      <a:pt x="1786134" y="746078"/>
                      <a:pt x="1791564" y="752351"/>
                    </a:cubicBezTo>
                    <a:cubicBezTo>
                      <a:pt x="1799285" y="743544"/>
                      <a:pt x="1803628" y="737089"/>
                      <a:pt x="1804594" y="732987"/>
                    </a:cubicBezTo>
                    <a:cubicBezTo>
                      <a:pt x="1805076" y="731177"/>
                      <a:pt x="1805529" y="730031"/>
                      <a:pt x="1805951" y="729548"/>
                    </a:cubicBezTo>
                    <a:cubicBezTo>
                      <a:pt x="1806373" y="729066"/>
                      <a:pt x="1807097" y="728825"/>
                      <a:pt x="1808123" y="728825"/>
                    </a:cubicBezTo>
                    <a:cubicBezTo>
                      <a:pt x="1809148" y="728825"/>
                      <a:pt x="1811380" y="729729"/>
                      <a:pt x="1814819" y="731539"/>
                    </a:cubicBezTo>
                    <a:cubicBezTo>
                      <a:pt x="1818257" y="733349"/>
                      <a:pt x="1819977" y="734948"/>
                      <a:pt x="1819977" y="736335"/>
                    </a:cubicBezTo>
                    <a:cubicBezTo>
                      <a:pt x="1819977" y="737723"/>
                      <a:pt x="1819132" y="738899"/>
                      <a:pt x="1817443" y="739864"/>
                    </a:cubicBezTo>
                    <a:cubicBezTo>
                      <a:pt x="1814668" y="741433"/>
                      <a:pt x="1806946" y="746681"/>
                      <a:pt x="1794278" y="755609"/>
                    </a:cubicBezTo>
                    <a:cubicBezTo>
                      <a:pt x="1801035" y="763210"/>
                      <a:pt x="1807188" y="769182"/>
                      <a:pt x="1812738" y="773525"/>
                    </a:cubicBezTo>
                    <a:cubicBezTo>
                      <a:pt x="1818287" y="777869"/>
                      <a:pt x="1823928" y="781277"/>
                      <a:pt x="1829659" y="783750"/>
                    </a:cubicBezTo>
                    <a:cubicBezTo>
                      <a:pt x="1835390" y="786224"/>
                      <a:pt x="1842840" y="788788"/>
                      <a:pt x="1852009" y="791442"/>
                    </a:cubicBezTo>
                    <a:cubicBezTo>
                      <a:pt x="1855025" y="792287"/>
                      <a:pt x="1856534" y="793312"/>
                      <a:pt x="1856534" y="794519"/>
                    </a:cubicBezTo>
                    <a:cubicBezTo>
                      <a:pt x="1856534" y="795122"/>
                      <a:pt x="1856051" y="795604"/>
                      <a:pt x="1855086" y="795966"/>
                    </a:cubicBezTo>
                    <a:cubicBezTo>
                      <a:pt x="1854120" y="796328"/>
                      <a:pt x="1850018" y="796751"/>
                      <a:pt x="1842779" y="797233"/>
                    </a:cubicBezTo>
                    <a:cubicBezTo>
                      <a:pt x="1835540" y="797716"/>
                      <a:pt x="1829870" y="797957"/>
                      <a:pt x="1825768" y="797957"/>
                    </a:cubicBezTo>
                    <a:cubicBezTo>
                      <a:pt x="1821666" y="797957"/>
                      <a:pt x="1818559" y="797293"/>
                      <a:pt x="1816448" y="795966"/>
                    </a:cubicBezTo>
                    <a:cubicBezTo>
                      <a:pt x="1814336" y="794639"/>
                      <a:pt x="1808937" y="788124"/>
                      <a:pt x="1800250" y="776421"/>
                    </a:cubicBezTo>
                    <a:cubicBezTo>
                      <a:pt x="1791564" y="764718"/>
                      <a:pt x="1781550" y="749999"/>
                      <a:pt x="1770208" y="732263"/>
                    </a:cubicBezTo>
                    <a:cubicBezTo>
                      <a:pt x="1767072" y="739381"/>
                      <a:pt x="1764236" y="745293"/>
                      <a:pt x="1761703" y="749999"/>
                    </a:cubicBezTo>
                    <a:cubicBezTo>
                      <a:pt x="1767011" y="752774"/>
                      <a:pt x="1769666" y="755669"/>
                      <a:pt x="1769666" y="758685"/>
                    </a:cubicBezTo>
                    <a:cubicBezTo>
                      <a:pt x="1769666" y="759651"/>
                      <a:pt x="1769364" y="760978"/>
                      <a:pt x="1768761" y="762667"/>
                    </a:cubicBezTo>
                    <a:cubicBezTo>
                      <a:pt x="1768157" y="764356"/>
                      <a:pt x="1767614" y="768850"/>
                      <a:pt x="1767132" y="776150"/>
                    </a:cubicBezTo>
                    <a:cubicBezTo>
                      <a:pt x="1766649" y="783449"/>
                      <a:pt x="1766468" y="790477"/>
                      <a:pt x="1766589" y="797233"/>
                    </a:cubicBezTo>
                    <a:cubicBezTo>
                      <a:pt x="1777085" y="789874"/>
                      <a:pt x="1783148" y="785711"/>
                      <a:pt x="1784777" y="784746"/>
                    </a:cubicBezTo>
                    <a:cubicBezTo>
                      <a:pt x="1786406" y="783781"/>
                      <a:pt x="1787522" y="783298"/>
                      <a:pt x="1788125" y="783298"/>
                    </a:cubicBezTo>
                    <a:cubicBezTo>
                      <a:pt x="1788728" y="783298"/>
                      <a:pt x="1789030" y="783660"/>
                      <a:pt x="1789030" y="784384"/>
                    </a:cubicBezTo>
                    <a:cubicBezTo>
                      <a:pt x="1789030" y="785108"/>
                      <a:pt x="1787642" y="787038"/>
                      <a:pt x="1784867" y="790175"/>
                    </a:cubicBezTo>
                    <a:cubicBezTo>
                      <a:pt x="1779197" y="796328"/>
                      <a:pt x="1771294" y="805498"/>
                      <a:pt x="1761160" y="817683"/>
                    </a:cubicBezTo>
                    <a:cubicBezTo>
                      <a:pt x="1760074" y="819010"/>
                      <a:pt x="1758897" y="819674"/>
                      <a:pt x="1757631" y="819674"/>
                    </a:cubicBezTo>
                    <a:cubicBezTo>
                      <a:pt x="1756364" y="819674"/>
                      <a:pt x="1754916" y="818136"/>
                      <a:pt x="1753287" y="815059"/>
                    </a:cubicBezTo>
                    <a:cubicBezTo>
                      <a:pt x="1751659" y="811983"/>
                      <a:pt x="1750844" y="809841"/>
                      <a:pt x="1750844" y="808635"/>
                    </a:cubicBezTo>
                    <a:cubicBezTo>
                      <a:pt x="1750844" y="807428"/>
                      <a:pt x="1751628" y="806041"/>
                      <a:pt x="1753197" y="804472"/>
                    </a:cubicBezTo>
                    <a:cubicBezTo>
                      <a:pt x="1755610" y="802300"/>
                      <a:pt x="1757299" y="799073"/>
                      <a:pt x="1758264" y="794790"/>
                    </a:cubicBezTo>
                    <a:cubicBezTo>
                      <a:pt x="1759229" y="790507"/>
                      <a:pt x="1759712" y="785017"/>
                      <a:pt x="1759712" y="778321"/>
                    </a:cubicBezTo>
                    <a:cubicBezTo>
                      <a:pt x="1759712" y="771625"/>
                      <a:pt x="1759410" y="763692"/>
                      <a:pt x="1758807" y="754523"/>
                    </a:cubicBezTo>
                    <a:cubicBezTo>
                      <a:pt x="1753257" y="764054"/>
                      <a:pt x="1746531" y="772409"/>
                      <a:pt x="1738628" y="779588"/>
                    </a:cubicBezTo>
                    <a:cubicBezTo>
                      <a:pt x="1730726" y="786767"/>
                      <a:pt x="1725870" y="790356"/>
                      <a:pt x="1724060" y="790356"/>
                    </a:cubicBezTo>
                    <a:cubicBezTo>
                      <a:pt x="1723577" y="790356"/>
                      <a:pt x="1723336" y="789994"/>
                      <a:pt x="1723336" y="789270"/>
                    </a:cubicBezTo>
                    <a:cubicBezTo>
                      <a:pt x="1723336" y="788546"/>
                      <a:pt x="1724361" y="787099"/>
                      <a:pt x="1726413" y="784927"/>
                    </a:cubicBezTo>
                    <a:cubicBezTo>
                      <a:pt x="1746440" y="763331"/>
                      <a:pt x="1761280" y="737029"/>
                      <a:pt x="1770932" y="706022"/>
                    </a:cubicBezTo>
                    <a:cubicBezTo>
                      <a:pt x="1761160" y="708073"/>
                      <a:pt x="1754826" y="709098"/>
                      <a:pt x="1751930" y="709098"/>
                    </a:cubicBezTo>
                    <a:cubicBezTo>
                      <a:pt x="1750965" y="715734"/>
                      <a:pt x="1749819" y="720681"/>
                      <a:pt x="1748491" y="723938"/>
                    </a:cubicBezTo>
                    <a:cubicBezTo>
                      <a:pt x="1747164" y="727196"/>
                      <a:pt x="1746109" y="729337"/>
                      <a:pt x="1745324" y="730363"/>
                    </a:cubicBezTo>
                    <a:cubicBezTo>
                      <a:pt x="1744540" y="731388"/>
                      <a:pt x="1743515" y="731901"/>
                      <a:pt x="1742248" y="731901"/>
                    </a:cubicBezTo>
                    <a:cubicBezTo>
                      <a:pt x="1740981" y="731901"/>
                      <a:pt x="1739895" y="730996"/>
                      <a:pt x="1738990" y="729187"/>
                    </a:cubicBezTo>
                    <a:cubicBezTo>
                      <a:pt x="1738085" y="727377"/>
                      <a:pt x="1737633" y="725597"/>
                      <a:pt x="1737633" y="723848"/>
                    </a:cubicBezTo>
                    <a:cubicBezTo>
                      <a:pt x="1737633" y="722098"/>
                      <a:pt x="1738478" y="719595"/>
                      <a:pt x="1740167" y="716337"/>
                    </a:cubicBezTo>
                    <a:cubicBezTo>
                      <a:pt x="1742942" y="711149"/>
                      <a:pt x="1744691" y="706022"/>
                      <a:pt x="1745415" y="700954"/>
                    </a:cubicBezTo>
                    <a:cubicBezTo>
                      <a:pt x="1745897" y="697938"/>
                      <a:pt x="1746652" y="696430"/>
                      <a:pt x="1747677" y="696430"/>
                    </a:cubicBezTo>
                    <a:cubicBezTo>
                      <a:pt x="1748703" y="696430"/>
                      <a:pt x="1750120" y="699326"/>
                      <a:pt x="1751930" y="705117"/>
                    </a:cubicBezTo>
                    <a:cubicBezTo>
                      <a:pt x="1757842" y="704152"/>
                      <a:pt x="1764659" y="702885"/>
                      <a:pt x="1772380" y="701316"/>
                    </a:cubicBezTo>
                    <a:cubicBezTo>
                      <a:pt x="1774914" y="692268"/>
                      <a:pt x="1776181" y="684365"/>
                      <a:pt x="1776181" y="677609"/>
                    </a:cubicBezTo>
                    <a:cubicBezTo>
                      <a:pt x="1776181" y="674230"/>
                      <a:pt x="1775849" y="671878"/>
                      <a:pt x="1775185" y="670551"/>
                    </a:cubicBezTo>
                    <a:cubicBezTo>
                      <a:pt x="1774522" y="669223"/>
                      <a:pt x="1774190" y="668138"/>
                      <a:pt x="1774190" y="667293"/>
                    </a:cubicBezTo>
                    <a:cubicBezTo>
                      <a:pt x="1774190" y="665725"/>
                      <a:pt x="1775155" y="664940"/>
                      <a:pt x="1777085" y="664940"/>
                    </a:cubicBezTo>
                    <a:close/>
                    <a:moveTo>
                      <a:pt x="144536" y="652011"/>
                    </a:moveTo>
                    <a:cubicBezTo>
                      <a:pt x="141497" y="652011"/>
                      <a:pt x="138958" y="652803"/>
                      <a:pt x="136918" y="654387"/>
                    </a:cubicBezTo>
                    <a:cubicBezTo>
                      <a:pt x="134877" y="655972"/>
                      <a:pt x="133260" y="658294"/>
                      <a:pt x="132067" y="661354"/>
                    </a:cubicBezTo>
                    <a:cubicBezTo>
                      <a:pt x="130873" y="664415"/>
                      <a:pt x="130027" y="668148"/>
                      <a:pt x="129527" y="672554"/>
                    </a:cubicBezTo>
                    <a:cubicBezTo>
                      <a:pt x="129028" y="676960"/>
                      <a:pt x="128779" y="681962"/>
                      <a:pt x="128779" y="687562"/>
                    </a:cubicBezTo>
                    <a:cubicBezTo>
                      <a:pt x="128779" y="694030"/>
                      <a:pt x="129093" y="699619"/>
                      <a:pt x="129723" y="704328"/>
                    </a:cubicBezTo>
                    <a:cubicBezTo>
                      <a:pt x="130352" y="709038"/>
                      <a:pt x="131329" y="712912"/>
                      <a:pt x="132653" y="715951"/>
                    </a:cubicBezTo>
                    <a:cubicBezTo>
                      <a:pt x="133977" y="718990"/>
                      <a:pt x="135637" y="721225"/>
                      <a:pt x="137634" y="722658"/>
                    </a:cubicBezTo>
                    <a:cubicBezTo>
                      <a:pt x="139631" y="724090"/>
                      <a:pt x="142018" y="724806"/>
                      <a:pt x="144796" y="724806"/>
                    </a:cubicBezTo>
                    <a:cubicBezTo>
                      <a:pt x="147401" y="724806"/>
                      <a:pt x="149680" y="724133"/>
                      <a:pt x="151633" y="722788"/>
                    </a:cubicBezTo>
                    <a:cubicBezTo>
                      <a:pt x="153586" y="721442"/>
                      <a:pt x="155203" y="719348"/>
                      <a:pt x="156484" y="716504"/>
                    </a:cubicBezTo>
                    <a:cubicBezTo>
                      <a:pt x="157764" y="713661"/>
                      <a:pt x="158730" y="710058"/>
                      <a:pt x="159381" y="705696"/>
                    </a:cubicBezTo>
                    <a:cubicBezTo>
                      <a:pt x="160032" y="701333"/>
                      <a:pt x="160358" y="696179"/>
                      <a:pt x="160358" y="690232"/>
                    </a:cubicBezTo>
                    <a:cubicBezTo>
                      <a:pt x="160358" y="683547"/>
                      <a:pt x="160000" y="677795"/>
                      <a:pt x="159284" y="672977"/>
                    </a:cubicBezTo>
                    <a:cubicBezTo>
                      <a:pt x="158567" y="668159"/>
                      <a:pt x="157558" y="664198"/>
                      <a:pt x="156256" y="661094"/>
                    </a:cubicBezTo>
                    <a:cubicBezTo>
                      <a:pt x="154954" y="657990"/>
                      <a:pt x="153315" y="655700"/>
                      <a:pt x="151340" y="654225"/>
                    </a:cubicBezTo>
                    <a:cubicBezTo>
                      <a:pt x="149365" y="652749"/>
                      <a:pt x="147097" y="652011"/>
                      <a:pt x="144536" y="652011"/>
                    </a:cubicBezTo>
                    <a:close/>
                    <a:moveTo>
                      <a:pt x="144796" y="645695"/>
                    </a:moveTo>
                    <a:cubicBezTo>
                      <a:pt x="149962" y="645695"/>
                      <a:pt x="154379" y="646661"/>
                      <a:pt x="158047" y="648592"/>
                    </a:cubicBezTo>
                    <a:cubicBezTo>
                      <a:pt x="161715" y="650524"/>
                      <a:pt x="164710" y="653280"/>
                      <a:pt x="167032" y="656862"/>
                    </a:cubicBezTo>
                    <a:cubicBezTo>
                      <a:pt x="169354" y="660443"/>
                      <a:pt x="171058" y="664816"/>
                      <a:pt x="172143" y="669982"/>
                    </a:cubicBezTo>
                    <a:cubicBezTo>
                      <a:pt x="173229" y="675147"/>
                      <a:pt x="173771" y="680986"/>
                      <a:pt x="173771" y="687497"/>
                    </a:cubicBezTo>
                    <a:cubicBezTo>
                      <a:pt x="173771" y="701952"/>
                      <a:pt x="171210" y="712880"/>
                      <a:pt x="166088" y="720281"/>
                    </a:cubicBezTo>
                    <a:cubicBezTo>
                      <a:pt x="160966" y="727682"/>
                      <a:pt x="153543" y="731383"/>
                      <a:pt x="143819" y="731383"/>
                    </a:cubicBezTo>
                    <a:cubicBezTo>
                      <a:pt x="134183" y="731383"/>
                      <a:pt x="127021" y="727888"/>
                      <a:pt x="122332" y="720900"/>
                    </a:cubicBezTo>
                    <a:cubicBezTo>
                      <a:pt x="117644" y="713911"/>
                      <a:pt x="115300" y="703319"/>
                      <a:pt x="115300" y="689125"/>
                    </a:cubicBezTo>
                    <a:cubicBezTo>
                      <a:pt x="115300" y="681702"/>
                      <a:pt x="116027" y="675277"/>
                      <a:pt x="117482" y="669851"/>
                    </a:cubicBezTo>
                    <a:cubicBezTo>
                      <a:pt x="118936" y="664425"/>
                      <a:pt x="120976" y="659922"/>
                      <a:pt x="123602" y="656341"/>
                    </a:cubicBezTo>
                    <a:cubicBezTo>
                      <a:pt x="126228" y="652759"/>
                      <a:pt x="129343" y="650090"/>
                      <a:pt x="132946" y="648332"/>
                    </a:cubicBezTo>
                    <a:cubicBezTo>
                      <a:pt x="136549" y="646574"/>
                      <a:pt x="140499" y="645695"/>
                      <a:pt x="144796" y="645695"/>
                    </a:cubicBezTo>
                    <a:close/>
                    <a:moveTo>
                      <a:pt x="662460" y="554879"/>
                    </a:moveTo>
                    <a:cubicBezTo>
                      <a:pt x="664632" y="554879"/>
                      <a:pt x="667950" y="556176"/>
                      <a:pt x="672414" y="558770"/>
                    </a:cubicBezTo>
                    <a:cubicBezTo>
                      <a:pt x="676878" y="561364"/>
                      <a:pt x="679110" y="564833"/>
                      <a:pt x="679110" y="569176"/>
                    </a:cubicBezTo>
                    <a:cubicBezTo>
                      <a:pt x="679110" y="570986"/>
                      <a:pt x="678688" y="572524"/>
                      <a:pt x="677843" y="573791"/>
                    </a:cubicBezTo>
                    <a:cubicBezTo>
                      <a:pt x="676999" y="575058"/>
                      <a:pt x="675973" y="575691"/>
                      <a:pt x="674767" y="575691"/>
                    </a:cubicBezTo>
                    <a:cubicBezTo>
                      <a:pt x="672836" y="575691"/>
                      <a:pt x="670061" y="572946"/>
                      <a:pt x="666442" y="567457"/>
                    </a:cubicBezTo>
                    <a:cubicBezTo>
                      <a:pt x="662822" y="561967"/>
                      <a:pt x="661013" y="558257"/>
                      <a:pt x="661013" y="556327"/>
                    </a:cubicBezTo>
                    <a:cubicBezTo>
                      <a:pt x="661013" y="555362"/>
                      <a:pt x="661495" y="554879"/>
                      <a:pt x="662460" y="554879"/>
                    </a:cubicBezTo>
                    <a:close/>
                    <a:moveTo>
                      <a:pt x="726888" y="553974"/>
                    </a:moveTo>
                    <a:cubicBezTo>
                      <a:pt x="728335" y="553974"/>
                      <a:pt x="731834" y="555120"/>
                      <a:pt x="737384" y="557413"/>
                    </a:cubicBezTo>
                    <a:cubicBezTo>
                      <a:pt x="742934" y="559705"/>
                      <a:pt x="747247" y="562420"/>
                      <a:pt x="750324" y="565557"/>
                    </a:cubicBezTo>
                    <a:cubicBezTo>
                      <a:pt x="753400" y="568693"/>
                      <a:pt x="754939" y="572554"/>
                      <a:pt x="754939" y="577139"/>
                    </a:cubicBezTo>
                    <a:cubicBezTo>
                      <a:pt x="754939" y="582086"/>
                      <a:pt x="753853" y="584559"/>
                      <a:pt x="751681" y="584559"/>
                    </a:cubicBezTo>
                    <a:cubicBezTo>
                      <a:pt x="750475" y="584559"/>
                      <a:pt x="748936" y="583926"/>
                      <a:pt x="747066" y="582659"/>
                    </a:cubicBezTo>
                    <a:cubicBezTo>
                      <a:pt x="745196" y="581392"/>
                      <a:pt x="742783" y="578888"/>
                      <a:pt x="739827" y="575148"/>
                    </a:cubicBezTo>
                    <a:cubicBezTo>
                      <a:pt x="736871" y="571408"/>
                      <a:pt x="733795" y="567246"/>
                      <a:pt x="730597" y="562661"/>
                    </a:cubicBezTo>
                    <a:cubicBezTo>
                      <a:pt x="727400" y="558076"/>
                      <a:pt x="725802" y="555482"/>
                      <a:pt x="725802" y="554879"/>
                    </a:cubicBezTo>
                    <a:cubicBezTo>
                      <a:pt x="725802" y="554276"/>
                      <a:pt x="726164" y="553974"/>
                      <a:pt x="726888" y="553974"/>
                    </a:cubicBezTo>
                    <a:close/>
                    <a:moveTo>
                      <a:pt x="694493" y="552526"/>
                    </a:moveTo>
                    <a:cubicBezTo>
                      <a:pt x="696785" y="552526"/>
                      <a:pt x="700194" y="553763"/>
                      <a:pt x="704718" y="556236"/>
                    </a:cubicBezTo>
                    <a:cubicBezTo>
                      <a:pt x="709242" y="558710"/>
                      <a:pt x="711505" y="562239"/>
                      <a:pt x="711505" y="566823"/>
                    </a:cubicBezTo>
                    <a:cubicBezTo>
                      <a:pt x="711505" y="568512"/>
                      <a:pt x="711203" y="570171"/>
                      <a:pt x="710600" y="571800"/>
                    </a:cubicBezTo>
                    <a:cubicBezTo>
                      <a:pt x="709996" y="573429"/>
                      <a:pt x="709092" y="574243"/>
                      <a:pt x="707885" y="574243"/>
                    </a:cubicBezTo>
                    <a:cubicBezTo>
                      <a:pt x="705713" y="574243"/>
                      <a:pt x="702697" y="571348"/>
                      <a:pt x="698836" y="565557"/>
                    </a:cubicBezTo>
                    <a:cubicBezTo>
                      <a:pt x="694976" y="559765"/>
                      <a:pt x="693045" y="555844"/>
                      <a:pt x="693045" y="553793"/>
                    </a:cubicBezTo>
                    <a:cubicBezTo>
                      <a:pt x="693045" y="552949"/>
                      <a:pt x="693528" y="552526"/>
                      <a:pt x="694493" y="552526"/>
                    </a:cubicBezTo>
                    <a:close/>
                    <a:moveTo>
                      <a:pt x="637848" y="552164"/>
                    </a:moveTo>
                    <a:cubicBezTo>
                      <a:pt x="638692" y="552164"/>
                      <a:pt x="639477" y="552949"/>
                      <a:pt x="640200" y="554517"/>
                    </a:cubicBezTo>
                    <a:cubicBezTo>
                      <a:pt x="640924" y="556086"/>
                      <a:pt x="641286" y="557956"/>
                      <a:pt x="641286" y="560127"/>
                    </a:cubicBezTo>
                    <a:cubicBezTo>
                      <a:pt x="641286" y="566763"/>
                      <a:pt x="638934" y="573158"/>
                      <a:pt x="634228" y="579311"/>
                    </a:cubicBezTo>
                    <a:cubicBezTo>
                      <a:pt x="629523" y="585464"/>
                      <a:pt x="625541" y="588540"/>
                      <a:pt x="622284" y="588540"/>
                    </a:cubicBezTo>
                    <a:cubicBezTo>
                      <a:pt x="620474" y="588540"/>
                      <a:pt x="619569" y="587515"/>
                      <a:pt x="619569" y="585464"/>
                    </a:cubicBezTo>
                    <a:cubicBezTo>
                      <a:pt x="619569" y="583413"/>
                      <a:pt x="619811" y="581271"/>
                      <a:pt x="620293" y="579039"/>
                    </a:cubicBezTo>
                    <a:cubicBezTo>
                      <a:pt x="620776" y="576807"/>
                      <a:pt x="621319" y="575390"/>
                      <a:pt x="621922" y="574786"/>
                    </a:cubicBezTo>
                    <a:cubicBezTo>
                      <a:pt x="628920" y="568392"/>
                      <a:pt x="633263" y="562239"/>
                      <a:pt x="634952" y="556327"/>
                    </a:cubicBezTo>
                    <a:cubicBezTo>
                      <a:pt x="635797" y="553552"/>
                      <a:pt x="636762" y="552164"/>
                      <a:pt x="637848" y="552164"/>
                    </a:cubicBezTo>
                    <a:close/>
                    <a:moveTo>
                      <a:pt x="249475" y="551441"/>
                    </a:moveTo>
                    <a:cubicBezTo>
                      <a:pt x="252130" y="551441"/>
                      <a:pt x="254422" y="552406"/>
                      <a:pt x="256352" y="554336"/>
                    </a:cubicBezTo>
                    <a:cubicBezTo>
                      <a:pt x="258283" y="556267"/>
                      <a:pt x="259248" y="558559"/>
                      <a:pt x="259248" y="561213"/>
                    </a:cubicBezTo>
                    <a:cubicBezTo>
                      <a:pt x="259248" y="563867"/>
                      <a:pt x="258283" y="566160"/>
                      <a:pt x="256352" y="568090"/>
                    </a:cubicBezTo>
                    <a:cubicBezTo>
                      <a:pt x="254422" y="570021"/>
                      <a:pt x="252130" y="570986"/>
                      <a:pt x="249475" y="570986"/>
                    </a:cubicBezTo>
                    <a:cubicBezTo>
                      <a:pt x="246821" y="570986"/>
                      <a:pt x="244529" y="570021"/>
                      <a:pt x="242598" y="568090"/>
                    </a:cubicBezTo>
                    <a:cubicBezTo>
                      <a:pt x="240668" y="566160"/>
                      <a:pt x="239703" y="563867"/>
                      <a:pt x="239703" y="561213"/>
                    </a:cubicBezTo>
                    <a:cubicBezTo>
                      <a:pt x="239703" y="558559"/>
                      <a:pt x="240668" y="556267"/>
                      <a:pt x="242598" y="554336"/>
                    </a:cubicBezTo>
                    <a:cubicBezTo>
                      <a:pt x="244529" y="552406"/>
                      <a:pt x="246821" y="551441"/>
                      <a:pt x="249475" y="551441"/>
                    </a:cubicBezTo>
                    <a:close/>
                    <a:moveTo>
                      <a:pt x="160163" y="548436"/>
                    </a:moveTo>
                    <a:cubicBezTo>
                      <a:pt x="157515" y="548436"/>
                      <a:pt x="155073" y="549228"/>
                      <a:pt x="152838" y="550812"/>
                    </a:cubicBezTo>
                    <a:cubicBezTo>
                      <a:pt x="150602" y="552397"/>
                      <a:pt x="148204" y="554665"/>
                      <a:pt x="145643" y="557616"/>
                    </a:cubicBezTo>
                    <a:cubicBezTo>
                      <a:pt x="144471" y="559005"/>
                      <a:pt x="143385" y="560373"/>
                      <a:pt x="142387" y="561719"/>
                    </a:cubicBezTo>
                    <a:cubicBezTo>
                      <a:pt x="141389" y="563064"/>
                      <a:pt x="140488" y="564529"/>
                      <a:pt x="139685" y="566114"/>
                    </a:cubicBezTo>
                    <a:cubicBezTo>
                      <a:pt x="138882" y="567698"/>
                      <a:pt x="138166" y="569456"/>
                      <a:pt x="137536" y="571388"/>
                    </a:cubicBezTo>
                    <a:cubicBezTo>
                      <a:pt x="136907" y="573319"/>
                      <a:pt x="136353" y="575544"/>
                      <a:pt x="135876" y="578062"/>
                    </a:cubicBezTo>
                    <a:cubicBezTo>
                      <a:pt x="135268" y="581057"/>
                      <a:pt x="134791" y="583575"/>
                      <a:pt x="134443" y="585615"/>
                    </a:cubicBezTo>
                    <a:cubicBezTo>
                      <a:pt x="134096" y="587655"/>
                      <a:pt x="133922" y="589587"/>
                      <a:pt x="133922" y="591410"/>
                    </a:cubicBezTo>
                    <a:cubicBezTo>
                      <a:pt x="133922" y="594926"/>
                      <a:pt x="134736" y="597411"/>
                      <a:pt x="136364" y="598865"/>
                    </a:cubicBezTo>
                    <a:cubicBezTo>
                      <a:pt x="137992" y="600319"/>
                      <a:pt x="140607" y="601046"/>
                      <a:pt x="144210" y="601046"/>
                    </a:cubicBezTo>
                    <a:cubicBezTo>
                      <a:pt x="146728" y="601046"/>
                      <a:pt x="149083" y="600493"/>
                      <a:pt x="151275" y="599386"/>
                    </a:cubicBezTo>
                    <a:cubicBezTo>
                      <a:pt x="153467" y="598279"/>
                      <a:pt x="155453" y="596771"/>
                      <a:pt x="157233" y="594861"/>
                    </a:cubicBezTo>
                    <a:cubicBezTo>
                      <a:pt x="159012" y="592951"/>
                      <a:pt x="160597" y="590726"/>
                      <a:pt x="161986" y="588187"/>
                    </a:cubicBezTo>
                    <a:cubicBezTo>
                      <a:pt x="163375" y="585647"/>
                      <a:pt x="164536" y="582934"/>
                      <a:pt x="165469" y="580048"/>
                    </a:cubicBezTo>
                    <a:cubicBezTo>
                      <a:pt x="166403" y="577161"/>
                      <a:pt x="167119" y="574198"/>
                      <a:pt x="167618" y="571160"/>
                    </a:cubicBezTo>
                    <a:cubicBezTo>
                      <a:pt x="168117" y="568121"/>
                      <a:pt x="168367" y="565169"/>
                      <a:pt x="168367" y="562305"/>
                    </a:cubicBezTo>
                    <a:cubicBezTo>
                      <a:pt x="168367" y="557660"/>
                      <a:pt x="167727" y="554187"/>
                      <a:pt x="166446" y="551887"/>
                    </a:cubicBezTo>
                    <a:cubicBezTo>
                      <a:pt x="165165" y="549586"/>
                      <a:pt x="163071" y="548436"/>
                      <a:pt x="160163" y="548436"/>
                    </a:cubicBezTo>
                    <a:close/>
                    <a:moveTo>
                      <a:pt x="1048661" y="545649"/>
                    </a:moveTo>
                    <a:cubicBezTo>
                      <a:pt x="1050953" y="545649"/>
                      <a:pt x="1054784" y="546856"/>
                      <a:pt x="1060153" y="549269"/>
                    </a:cubicBezTo>
                    <a:cubicBezTo>
                      <a:pt x="1065522" y="551682"/>
                      <a:pt x="1068206" y="555120"/>
                      <a:pt x="1068206" y="559584"/>
                    </a:cubicBezTo>
                    <a:cubicBezTo>
                      <a:pt x="1068206" y="562721"/>
                      <a:pt x="1067000" y="564290"/>
                      <a:pt x="1064587" y="564290"/>
                    </a:cubicBezTo>
                    <a:cubicBezTo>
                      <a:pt x="1063622" y="564290"/>
                      <a:pt x="1062626" y="564018"/>
                      <a:pt x="1061601" y="563475"/>
                    </a:cubicBezTo>
                    <a:cubicBezTo>
                      <a:pt x="1060575" y="562932"/>
                      <a:pt x="1059640" y="562178"/>
                      <a:pt x="1058796" y="561213"/>
                    </a:cubicBezTo>
                    <a:lnTo>
                      <a:pt x="1052642" y="554336"/>
                    </a:lnTo>
                    <a:cubicBezTo>
                      <a:pt x="1049264" y="550596"/>
                      <a:pt x="1047424" y="548485"/>
                      <a:pt x="1047123" y="548002"/>
                    </a:cubicBezTo>
                    <a:cubicBezTo>
                      <a:pt x="1046821" y="547519"/>
                      <a:pt x="1046670" y="547007"/>
                      <a:pt x="1046670" y="546464"/>
                    </a:cubicBezTo>
                    <a:cubicBezTo>
                      <a:pt x="1046670" y="545921"/>
                      <a:pt x="1047334" y="545649"/>
                      <a:pt x="1048661" y="545649"/>
                    </a:cubicBezTo>
                    <a:close/>
                    <a:moveTo>
                      <a:pt x="129951" y="539711"/>
                    </a:moveTo>
                    <a:cubicBezTo>
                      <a:pt x="133119" y="539711"/>
                      <a:pt x="135583" y="540763"/>
                      <a:pt x="137341" y="542869"/>
                    </a:cubicBezTo>
                    <a:cubicBezTo>
                      <a:pt x="139099" y="544974"/>
                      <a:pt x="139978" y="547741"/>
                      <a:pt x="139978" y="551170"/>
                    </a:cubicBezTo>
                    <a:cubicBezTo>
                      <a:pt x="139978" y="552169"/>
                      <a:pt x="139902" y="553124"/>
                      <a:pt x="139750" y="554035"/>
                    </a:cubicBezTo>
                    <a:cubicBezTo>
                      <a:pt x="139598" y="554947"/>
                      <a:pt x="139327" y="555858"/>
                      <a:pt x="138936" y="556770"/>
                    </a:cubicBezTo>
                    <a:lnTo>
                      <a:pt x="139848" y="557226"/>
                    </a:lnTo>
                    <a:cubicBezTo>
                      <a:pt x="144102" y="551279"/>
                      <a:pt x="148280" y="546873"/>
                      <a:pt x="152382" y="544008"/>
                    </a:cubicBezTo>
                    <a:cubicBezTo>
                      <a:pt x="156484" y="541143"/>
                      <a:pt x="160792" y="539711"/>
                      <a:pt x="165307" y="539711"/>
                    </a:cubicBezTo>
                    <a:cubicBezTo>
                      <a:pt x="170472" y="539711"/>
                      <a:pt x="174433" y="541577"/>
                      <a:pt x="177190" y="545310"/>
                    </a:cubicBezTo>
                    <a:cubicBezTo>
                      <a:pt x="179946" y="549043"/>
                      <a:pt x="181324" y="554491"/>
                      <a:pt x="181324" y="561653"/>
                    </a:cubicBezTo>
                    <a:cubicBezTo>
                      <a:pt x="181324" y="567904"/>
                      <a:pt x="180358" y="573797"/>
                      <a:pt x="178427" y="579331"/>
                    </a:cubicBezTo>
                    <a:cubicBezTo>
                      <a:pt x="176495" y="584866"/>
                      <a:pt x="173880" y="589717"/>
                      <a:pt x="170581" y="593884"/>
                    </a:cubicBezTo>
                    <a:cubicBezTo>
                      <a:pt x="167282" y="598051"/>
                      <a:pt x="163451" y="601339"/>
                      <a:pt x="159088" y="603749"/>
                    </a:cubicBezTo>
                    <a:cubicBezTo>
                      <a:pt x="154726" y="606158"/>
                      <a:pt x="150114" y="607362"/>
                      <a:pt x="145252" y="607362"/>
                    </a:cubicBezTo>
                    <a:cubicBezTo>
                      <a:pt x="141866" y="607362"/>
                      <a:pt x="138925" y="607026"/>
                      <a:pt x="136429" y="606353"/>
                    </a:cubicBezTo>
                    <a:cubicBezTo>
                      <a:pt x="133933" y="605680"/>
                      <a:pt x="131861" y="604866"/>
                      <a:pt x="130211" y="603911"/>
                    </a:cubicBezTo>
                    <a:cubicBezTo>
                      <a:pt x="129820" y="605604"/>
                      <a:pt x="129397" y="607362"/>
                      <a:pt x="128941" y="609185"/>
                    </a:cubicBezTo>
                    <a:cubicBezTo>
                      <a:pt x="128486" y="611009"/>
                      <a:pt x="128051" y="612767"/>
                      <a:pt x="127639" y="614460"/>
                    </a:cubicBezTo>
                    <a:cubicBezTo>
                      <a:pt x="127227" y="616152"/>
                      <a:pt x="126890" y="617715"/>
                      <a:pt x="126630" y="619148"/>
                    </a:cubicBezTo>
                    <a:cubicBezTo>
                      <a:pt x="126369" y="620580"/>
                      <a:pt x="126239" y="621730"/>
                      <a:pt x="126239" y="622599"/>
                    </a:cubicBezTo>
                    <a:cubicBezTo>
                      <a:pt x="126239" y="623380"/>
                      <a:pt x="126359" y="624031"/>
                      <a:pt x="126597" y="624552"/>
                    </a:cubicBezTo>
                    <a:cubicBezTo>
                      <a:pt x="126836" y="625073"/>
                      <a:pt x="127270" y="625507"/>
                      <a:pt x="127900" y="625854"/>
                    </a:cubicBezTo>
                    <a:cubicBezTo>
                      <a:pt x="128529" y="626201"/>
                      <a:pt x="129365" y="626473"/>
                      <a:pt x="130406" y="626668"/>
                    </a:cubicBezTo>
                    <a:cubicBezTo>
                      <a:pt x="131448" y="626863"/>
                      <a:pt x="132750" y="627026"/>
                      <a:pt x="134313" y="627156"/>
                    </a:cubicBezTo>
                    <a:lnTo>
                      <a:pt x="134118" y="631454"/>
                    </a:lnTo>
                    <a:lnTo>
                      <a:pt x="111198" y="631454"/>
                    </a:lnTo>
                    <a:lnTo>
                      <a:pt x="127086" y="563607"/>
                    </a:lnTo>
                    <a:cubicBezTo>
                      <a:pt x="127607" y="561219"/>
                      <a:pt x="127975" y="559223"/>
                      <a:pt x="128193" y="557616"/>
                    </a:cubicBezTo>
                    <a:cubicBezTo>
                      <a:pt x="128410" y="556010"/>
                      <a:pt x="128518" y="554578"/>
                      <a:pt x="128518" y="553319"/>
                    </a:cubicBezTo>
                    <a:cubicBezTo>
                      <a:pt x="128518" y="550150"/>
                      <a:pt x="127238" y="548566"/>
                      <a:pt x="124676" y="548566"/>
                    </a:cubicBezTo>
                    <a:cubicBezTo>
                      <a:pt x="123895" y="548566"/>
                      <a:pt x="123114" y="548729"/>
                      <a:pt x="122332" y="549054"/>
                    </a:cubicBezTo>
                    <a:cubicBezTo>
                      <a:pt x="121551" y="549380"/>
                      <a:pt x="120715" y="549868"/>
                      <a:pt x="119826" y="550519"/>
                    </a:cubicBezTo>
                    <a:cubicBezTo>
                      <a:pt x="118936" y="551170"/>
                      <a:pt x="117959" y="551995"/>
                      <a:pt x="116896" y="552993"/>
                    </a:cubicBezTo>
                    <a:cubicBezTo>
                      <a:pt x="115832" y="553992"/>
                      <a:pt x="114649" y="555164"/>
                      <a:pt x="113347" y="556510"/>
                    </a:cubicBezTo>
                    <a:lnTo>
                      <a:pt x="108854" y="552277"/>
                    </a:lnTo>
                    <a:cubicBezTo>
                      <a:pt x="111025" y="550107"/>
                      <a:pt x="113011" y="548229"/>
                      <a:pt x="114812" y="546645"/>
                    </a:cubicBezTo>
                    <a:cubicBezTo>
                      <a:pt x="116613" y="545061"/>
                      <a:pt x="118350" y="543758"/>
                      <a:pt x="120021" y="542738"/>
                    </a:cubicBezTo>
                    <a:cubicBezTo>
                      <a:pt x="121692" y="541718"/>
                      <a:pt x="123320" y="540959"/>
                      <a:pt x="124904" y="540459"/>
                    </a:cubicBezTo>
                    <a:cubicBezTo>
                      <a:pt x="126489" y="539960"/>
                      <a:pt x="128171" y="539711"/>
                      <a:pt x="129951" y="539711"/>
                    </a:cubicBezTo>
                    <a:close/>
                    <a:moveTo>
                      <a:pt x="1547881" y="523389"/>
                    </a:moveTo>
                    <a:cubicBezTo>
                      <a:pt x="1548424" y="523389"/>
                      <a:pt x="1548695" y="523812"/>
                      <a:pt x="1548695" y="524656"/>
                    </a:cubicBezTo>
                    <a:cubicBezTo>
                      <a:pt x="1548695" y="526345"/>
                      <a:pt x="1547519" y="530266"/>
                      <a:pt x="1545166" y="536420"/>
                    </a:cubicBezTo>
                    <a:cubicBezTo>
                      <a:pt x="1542813" y="542573"/>
                      <a:pt x="1540461" y="549872"/>
                      <a:pt x="1538108" y="558318"/>
                    </a:cubicBezTo>
                    <a:cubicBezTo>
                      <a:pt x="1535755" y="566763"/>
                      <a:pt x="1534308" y="573067"/>
                      <a:pt x="1533765" y="577229"/>
                    </a:cubicBezTo>
                    <a:cubicBezTo>
                      <a:pt x="1533222" y="581392"/>
                      <a:pt x="1532196" y="583473"/>
                      <a:pt x="1530688" y="583473"/>
                    </a:cubicBezTo>
                    <a:cubicBezTo>
                      <a:pt x="1529180" y="583473"/>
                      <a:pt x="1527159" y="580879"/>
                      <a:pt x="1524625" y="575691"/>
                    </a:cubicBezTo>
                    <a:cubicBezTo>
                      <a:pt x="1522092" y="570503"/>
                      <a:pt x="1520825" y="566944"/>
                      <a:pt x="1520825" y="565014"/>
                    </a:cubicBezTo>
                    <a:cubicBezTo>
                      <a:pt x="1520825" y="563807"/>
                      <a:pt x="1521428" y="562842"/>
                      <a:pt x="1522635" y="562118"/>
                    </a:cubicBezTo>
                    <a:cubicBezTo>
                      <a:pt x="1524927" y="560791"/>
                      <a:pt x="1526767" y="559072"/>
                      <a:pt x="1528154" y="556960"/>
                    </a:cubicBezTo>
                    <a:cubicBezTo>
                      <a:pt x="1529542" y="554849"/>
                      <a:pt x="1533252" y="548002"/>
                      <a:pt x="1539284" y="536420"/>
                    </a:cubicBezTo>
                    <a:cubicBezTo>
                      <a:pt x="1542301" y="530870"/>
                      <a:pt x="1544352" y="527311"/>
                      <a:pt x="1545437" y="525742"/>
                    </a:cubicBezTo>
                    <a:cubicBezTo>
                      <a:pt x="1546523" y="524174"/>
                      <a:pt x="1547338" y="523389"/>
                      <a:pt x="1547881" y="523389"/>
                    </a:cubicBezTo>
                    <a:close/>
                    <a:moveTo>
                      <a:pt x="1797898" y="522304"/>
                    </a:moveTo>
                    <a:cubicBezTo>
                      <a:pt x="1799104" y="522304"/>
                      <a:pt x="1801577" y="523420"/>
                      <a:pt x="1805318" y="525652"/>
                    </a:cubicBezTo>
                    <a:cubicBezTo>
                      <a:pt x="1809058" y="527884"/>
                      <a:pt x="1810928" y="529543"/>
                      <a:pt x="1810928" y="530628"/>
                    </a:cubicBezTo>
                    <a:cubicBezTo>
                      <a:pt x="1810928" y="531714"/>
                      <a:pt x="1809993" y="532800"/>
                      <a:pt x="1808123" y="533886"/>
                    </a:cubicBezTo>
                    <a:cubicBezTo>
                      <a:pt x="1806253" y="534972"/>
                      <a:pt x="1804895" y="536027"/>
                      <a:pt x="1804051" y="537053"/>
                    </a:cubicBezTo>
                    <a:cubicBezTo>
                      <a:pt x="1803206" y="538079"/>
                      <a:pt x="1801396" y="540582"/>
                      <a:pt x="1798622" y="544563"/>
                    </a:cubicBezTo>
                    <a:cubicBezTo>
                      <a:pt x="1795847" y="548545"/>
                      <a:pt x="1792227" y="552888"/>
                      <a:pt x="1787763" y="557594"/>
                    </a:cubicBezTo>
                    <a:cubicBezTo>
                      <a:pt x="1796691" y="563867"/>
                      <a:pt x="1805499" y="568663"/>
                      <a:pt x="1814185" y="571981"/>
                    </a:cubicBezTo>
                    <a:cubicBezTo>
                      <a:pt x="1822872" y="575299"/>
                      <a:pt x="1836083" y="578104"/>
                      <a:pt x="1853819" y="580397"/>
                    </a:cubicBezTo>
                    <a:cubicBezTo>
                      <a:pt x="1857680" y="580879"/>
                      <a:pt x="1859610" y="581784"/>
                      <a:pt x="1859610" y="583111"/>
                    </a:cubicBezTo>
                    <a:cubicBezTo>
                      <a:pt x="1859610" y="583835"/>
                      <a:pt x="1858916" y="584529"/>
                      <a:pt x="1857529" y="585192"/>
                    </a:cubicBezTo>
                    <a:cubicBezTo>
                      <a:pt x="1856141" y="585856"/>
                      <a:pt x="1851768" y="586851"/>
                      <a:pt x="1844408" y="588178"/>
                    </a:cubicBezTo>
                    <a:cubicBezTo>
                      <a:pt x="1837049" y="589506"/>
                      <a:pt x="1830503" y="590169"/>
                      <a:pt x="1824772" y="590169"/>
                    </a:cubicBezTo>
                    <a:cubicBezTo>
                      <a:pt x="1819042" y="590169"/>
                      <a:pt x="1814185" y="588480"/>
                      <a:pt x="1810204" y="585102"/>
                    </a:cubicBezTo>
                    <a:lnTo>
                      <a:pt x="1783239" y="563204"/>
                    </a:lnTo>
                    <a:cubicBezTo>
                      <a:pt x="1777085" y="568874"/>
                      <a:pt x="1769153" y="573610"/>
                      <a:pt x="1759440" y="577410"/>
                    </a:cubicBezTo>
                    <a:cubicBezTo>
                      <a:pt x="1749728" y="581211"/>
                      <a:pt x="1741373" y="583111"/>
                      <a:pt x="1734375" y="583111"/>
                    </a:cubicBezTo>
                    <a:cubicBezTo>
                      <a:pt x="1732445" y="583111"/>
                      <a:pt x="1730726" y="582960"/>
                      <a:pt x="1729218" y="582659"/>
                    </a:cubicBezTo>
                    <a:cubicBezTo>
                      <a:pt x="1727709" y="582357"/>
                      <a:pt x="1726955" y="581935"/>
                      <a:pt x="1726955" y="581392"/>
                    </a:cubicBezTo>
                    <a:cubicBezTo>
                      <a:pt x="1726955" y="580849"/>
                      <a:pt x="1728343" y="580276"/>
                      <a:pt x="1731118" y="579673"/>
                    </a:cubicBezTo>
                    <a:cubicBezTo>
                      <a:pt x="1751508" y="574605"/>
                      <a:pt x="1766589" y="567366"/>
                      <a:pt x="1776362" y="557956"/>
                    </a:cubicBezTo>
                    <a:cubicBezTo>
                      <a:pt x="1766951" y="551079"/>
                      <a:pt x="1759832" y="546735"/>
                      <a:pt x="1755007" y="544925"/>
                    </a:cubicBezTo>
                    <a:cubicBezTo>
                      <a:pt x="1752594" y="543960"/>
                      <a:pt x="1751387" y="543055"/>
                      <a:pt x="1751387" y="542211"/>
                    </a:cubicBezTo>
                    <a:cubicBezTo>
                      <a:pt x="1751387" y="541366"/>
                      <a:pt x="1751930" y="540944"/>
                      <a:pt x="1753016" y="540944"/>
                    </a:cubicBezTo>
                    <a:cubicBezTo>
                      <a:pt x="1754102" y="540944"/>
                      <a:pt x="1756183" y="541155"/>
                      <a:pt x="1759260" y="541577"/>
                    </a:cubicBezTo>
                    <a:cubicBezTo>
                      <a:pt x="1762336" y="542000"/>
                      <a:pt x="1765292" y="542935"/>
                      <a:pt x="1768127" y="544382"/>
                    </a:cubicBezTo>
                    <a:cubicBezTo>
                      <a:pt x="1770962" y="545830"/>
                      <a:pt x="1775276" y="548666"/>
                      <a:pt x="1781067" y="552888"/>
                    </a:cubicBezTo>
                    <a:cubicBezTo>
                      <a:pt x="1783239" y="551079"/>
                      <a:pt x="1785621" y="547489"/>
                      <a:pt x="1788215" y="542120"/>
                    </a:cubicBezTo>
                    <a:cubicBezTo>
                      <a:pt x="1790809" y="536751"/>
                      <a:pt x="1792106" y="533675"/>
                      <a:pt x="1792106" y="532891"/>
                    </a:cubicBezTo>
                    <a:cubicBezTo>
                      <a:pt x="1792106" y="532106"/>
                      <a:pt x="1791594" y="531714"/>
                      <a:pt x="1790568" y="531714"/>
                    </a:cubicBezTo>
                    <a:cubicBezTo>
                      <a:pt x="1789543" y="531714"/>
                      <a:pt x="1785983" y="532468"/>
                      <a:pt x="1779891" y="533976"/>
                    </a:cubicBezTo>
                    <a:cubicBezTo>
                      <a:pt x="1773798" y="535485"/>
                      <a:pt x="1769092" y="536239"/>
                      <a:pt x="1765775" y="536239"/>
                    </a:cubicBezTo>
                    <a:cubicBezTo>
                      <a:pt x="1762457" y="536239"/>
                      <a:pt x="1759893" y="535816"/>
                      <a:pt x="1758083" y="534972"/>
                    </a:cubicBezTo>
                    <a:cubicBezTo>
                      <a:pt x="1756273" y="534127"/>
                      <a:pt x="1755368" y="533403"/>
                      <a:pt x="1755368" y="532800"/>
                    </a:cubicBezTo>
                    <a:cubicBezTo>
                      <a:pt x="1755368" y="532197"/>
                      <a:pt x="1756756" y="531775"/>
                      <a:pt x="1759531" y="531533"/>
                    </a:cubicBezTo>
                    <a:cubicBezTo>
                      <a:pt x="1766408" y="531051"/>
                      <a:pt x="1773225" y="529935"/>
                      <a:pt x="1779981" y="528185"/>
                    </a:cubicBezTo>
                    <a:cubicBezTo>
                      <a:pt x="1786737" y="526436"/>
                      <a:pt x="1791111" y="525018"/>
                      <a:pt x="1793102" y="523932"/>
                    </a:cubicBezTo>
                    <a:cubicBezTo>
                      <a:pt x="1795093" y="522846"/>
                      <a:pt x="1796691" y="522304"/>
                      <a:pt x="1797898" y="522304"/>
                    </a:cubicBezTo>
                    <a:close/>
                    <a:moveTo>
                      <a:pt x="1043232" y="519770"/>
                    </a:moveTo>
                    <a:cubicBezTo>
                      <a:pt x="1044197" y="519770"/>
                      <a:pt x="1045464" y="520162"/>
                      <a:pt x="1047032" y="520946"/>
                    </a:cubicBezTo>
                    <a:cubicBezTo>
                      <a:pt x="1048601" y="521730"/>
                      <a:pt x="1049385" y="522937"/>
                      <a:pt x="1049385" y="524566"/>
                    </a:cubicBezTo>
                    <a:cubicBezTo>
                      <a:pt x="1049385" y="526195"/>
                      <a:pt x="1049204" y="528095"/>
                      <a:pt x="1048842" y="530266"/>
                    </a:cubicBezTo>
                    <a:cubicBezTo>
                      <a:pt x="1055719" y="528819"/>
                      <a:pt x="1060636" y="527703"/>
                      <a:pt x="1063592" y="526918"/>
                    </a:cubicBezTo>
                    <a:cubicBezTo>
                      <a:pt x="1066547" y="526134"/>
                      <a:pt x="1068930" y="525742"/>
                      <a:pt x="1070740" y="525742"/>
                    </a:cubicBezTo>
                    <a:cubicBezTo>
                      <a:pt x="1072550" y="525742"/>
                      <a:pt x="1074390" y="526255"/>
                      <a:pt x="1076260" y="527280"/>
                    </a:cubicBezTo>
                    <a:cubicBezTo>
                      <a:pt x="1078130" y="528306"/>
                      <a:pt x="1079065" y="529543"/>
                      <a:pt x="1079065" y="530990"/>
                    </a:cubicBezTo>
                    <a:cubicBezTo>
                      <a:pt x="1079065" y="533162"/>
                      <a:pt x="1076953" y="534248"/>
                      <a:pt x="1072731" y="534248"/>
                    </a:cubicBezTo>
                    <a:lnTo>
                      <a:pt x="1068749" y="534067"/>
                    </a:lnTo>
                    <a:cubicBezTo>
                      <a:pt x="1065130" y="534067"/>
                      <a:pt x="1058072" y="534610"/>
                      <a:pt x="1047575" y="535696"/>
                    </a:cubicBezTo>
                    <a:cubicBezTo>
                      <a:pt x="1045524" y="544624"/>
                      <a:pt x="1042387" y="551682"/>
                      <a:pt x="1038165" y="556870"/>
                    </a:cubicBezTo>
                    <a:cubicBezTo>
                      <a:pt x="1033942" y="562058"/>
                      <a:pt x="1029357" y="565979"/>
                      <a:pt x="1024410" y="568633"/>
                    </a:cubicBezTo>
                    <a:cubicBezTo>
                      <a:pt x="1019464" y="571287"/>
                      <a:pt x="1016086" y="572615"/>
                      <a:pt x="1014276" y="572615"/>
                    </a:cubicBezTo>
                    <a:cubicBezTo>
                      <a:pt x="1013431" y="572615"/>
                      <a:pt x="1013009" y="572253"/>
                      <a:pt x="1013009" y="571529"/>
                    </a:cubicBezTo>
                    <a:cubicBezTo>
                      <a:pt x="1013009" y="570805"/>
                      <a:pt x="1014035" y="569779"/>
                      <a:pt x="1016086" y="568452"/>
                    </a:cubicBezTo>
                    <a:cubicBezTo>
                      <a:pt x="1019584" y="566039"/>
                      <a:pt x="1023747" y="562359"/>
                      <a:pt x="1028573" y="557413"/>
                    </a:cubicBezTo>
                    <a:cubicBezTo>
                      <a:pt x="1033399" y="552466"/>
                      <a:pt x="1036837" y="545589"/>
                      <a:pt x="1038888" y="536782"/>
                    </a:cubicBezTo>
                    <a:cubicBezTo>
                      <a:pt x="1033218" y="537626"/>
                      <a:pt x="1028814" y="538591"/>
                      <a:pt x="1025677" y="539677"/>
                    </a:cubicBezTo>
                    <a:cubicBezTo>
                      <a:pt x="1022540" y="540763"/>
                      <a:pt x="1020127" y="541306"/>
                      <a:pt x="1018438" y="541306"/>
                    </a:cubicBezTo>
                    <a:cubicBezTo>
                      <a:pt x="1016749" y="541306"/>
                      <a:pt x="1015151" y="540823"/>
                      <a:pt x="1013642" y="539858"/>
                    </a:cubicBezTo>
                    <a:cubicBezTo>
                      <a:pt x="1012134" y="538893"/>
                      <a:pt x="1011380" y="538048"/>
                      <a:pt x="1011380" y="537324"/>
                    </a:cubicBezTo>
                    <a:cubicBezTo>
                      <a:pt x="1011380" y="535997"/>
                      <a:pt x="1014336" y="535273"/>
                      <a:pt x="1020248" y="535153"/>
                    </a:cubicBezTo>
                    <a:cubicBezTo>
                      <a:pt x="1022058" y="535153"/>
                      <a:pt x="1028633" y="534067"/>
                      <a:pt x="1039974" y="531895"/>
                    </a:cubicBezTo>
                    <a:cubicBezTo>
                      <a:pt x="1040578" y="529000"/>
                      <a:pt x="1040879" y="526888"/>
                      <a:pt x="1040879" y="525561"/>
                    </a:cubicBezTo>
                    <a:lnTo>
                      <a:pt x="1040698" y="523027"/>
                    </a:lnTo>
                    <a:cubicBezTo>
                      <a:pt x="1040698" y="520856"/>
                      <a:pt x="1041543" y="519770"/>
                      <a:pt x="1043232" y="519770"/>
                    </a:cubicBezTo>
                    <a:close/>
                    <a:moveTo>
                      <a:pt x="364156" y="504206"/>
                    </a:moveTo>
                    <a:cubicBezTo>
                      <a:pt x="356797" y="504206"/>
                      <a:pt x="348955" y="506981"/>
                      <a:pt x="340630" y="512531"/>
                    </a:cubicBezTo>
                    <a:lnTo>
                      <a:pt x="340630" y="552164"/>
                    </a:lnTo>
                    <a:cubicBezTo>
                      <a:pt x="340630" y="556508"/>
                      <a:pt x="342620" y="560097"/>
                      <a:pt x="346602" y="562932"/>
                    </a:cubicBezTo>
                    <a:cubicBezTo>
                      <a:pt x="350583" y="565768"/>
                      <a:pt x="355711" y="567185"/>
                      <a:pt x="361985" y="567185"/>
                    </a:cubicBezTo>
                    <a:cubicBezTo>
                      <a:pt x="369706" y="567185"/>
                      <a:pt x="376101" y="564320"/>
                      <a:pt x="381168" y="558589"/>
                    </a:cubicBezTo>
                    <a:cubicBezTo>
                      <a:pt x="386235" y="552858"/>
                      <a:pt x="388769" y="545891"/>
                      <a:pt x="388769" y="537686"/>
                    </a:cubicBezTo>
                    <a:cubicBezTo>
                      <a:pt x="388769" y="527190"/>
                      <a:pt x="386537" y="518986"/>
                      <a:pt x="382073" y="513074"/>
                    </a:cubicBezTo>
                    <a:cubicBezTo>
                      <a:pt x="377609" y="507162"/>
                      <a:pt x="371637" y="504206"/>
                      <a:pt x="364156" y="504206"/>
                    </a:cubicBezTo>
                    <a:close/>
                    <a:moveTo>
                      <a:pt x="1525168" y="497329"/>
                    </a:moveTo>
                    <a:cubicBezTo>
                      <a:pt x="1530356" y="497329"/>
                      <a:pt x="1534579" y="498505"/>
                      <a:pt x="1537837" y="500858"/>
                    </a:cubicBezTo>
                    <a:cubicBezTo>
                      <a:pt x="1541094" y="503211"/>
                      <a:pt x="1542723" y="506136"/>
                      <a:pt x="1542723" y="509635"/>
                    </a:cubicBezTo>
                    <a:cubicBezTo>
                      <a:pt x="1542723" y="513858"/>
                      <a:pt x="1541396" y="515969"/>
                      <a:pt x="1538741" y="515969"/>
                    </a:cubicBezTo>
                    <a:cubicBezTo>
                      <a:pt x="1537052" y="515969"/>
                      <a:pt x="1535122" y="515004"/>
                      <a:pt x="1532950" y="513074"/>
                    </a:cubicBezTo>
                    <a:cubicBezTo>
                      <a:pt x="1530779" y="511143"/>
                      <a:pt x="1528154" y="508580"/>
                      <a:pt x="1525078" y="505382"/>
                    </a:cubicBezTo>
                    <a:cubicBezTo>
                      <a:pt x="1522001" y="502185"/>
                      <a:pt x="1520463" y="500044"/>
                      <a:pt x="1520463" y="498958"/>
                    </a:cubicBezTo>
                    <a:cubicBezTo>
                      <a:pt x="1520463" y="497872"/>
                      <a:pt x="1522031" y="497329"/>
                      <a:pt x="1525168" y="497329"/>
                    </a:cubicBezTo>
                    <a:close/>
                    <a:moveTo>
                      <a:pt x="1793011" y="496243"/>
                    </a:moveTo>
                    <a:cubicBezTo>
                      <a:pt x="1789030" y="496726"/>
                      <a:pt x="1781610" y="498053"/>
                      <a:pt x="1770751" y="500225"/>
                    </a:cubicBezTo>
                    <a:cubicBezTo>
                      <a:pt x="1770751" y="506619"/>
                      <a:pt x="1770812" y="511747"/>
                      <a:pt x="1770932" y="515607"/>
                    </a:cubicBezTo>
                    <a:cubicBezTo>
                      <a:pt x="1782997" y="513677"/>
                      <a:pt x="1789301" y="511988"/>
                      <a:pt x="1789844" y="510540"/>
                    </a:cubicBezTo>
                    <a:cubicBezTo>
                      <a:pt x="1790387" y="509092"/>
                      <a:pt x="1791443" y="504327"/>
                      <a:pt x="1793011" y="496243"/>
                    </a:cubicBezTo>
                    <a:close/>
                    <a:moveTo>
                      <a:pt x="249475" y="495881"/>
                    </a:moveTo>
                    <a:cubicBezTo>
                      <a:pt x="252130" y="495881"/>
                      <a:pt x="254422" y="496846"/>
                      <a:pt x="256352" y="498777"/>
                    </a:cubicBezTo>
                    <a:cubicBezTo>
                      <a:pt x="258283" y="500707"/>
                      <a:pt x="259248" y="503000"/>
                      <a:pt x="259248" y="505654"/>
                    </a:cubicBezTo>
                    <a:cubicBezTo>
                      <a:pt x="259248" y="508308"/>
                      <a:pt x="258283" y="510600"/>
                      <a:pt x="256352" y="512531"/>
                    </a:cubicBezTo>
                    <a:cubicBezTo>
                      <a:pt x="254422" y="514461"/>
                      <a:pt x="252130" y="515426"/>
                      <a:pt x="249475" y="515426"/>
                    </a:cubicBezTo>
                    <a:cubicBezTo>
                      <a:pt x="246821" y="515426"/>
                      <a:pt x="244529" y="514461"/>
                      <a:pt x="242598" y="512531"/>
                    </a:cubicBezTo>
                    <a:cubicBezTo>
                      <a:pt x="240668" y="510600"/>
                      <a:pt x="239703" y="508308"/>
                      <a:pt x="239703" y="505654"/>
                    </a:cubicBezTo>
                    <a:cubicBezTo>
                      <a:pt x="239703" y="503000"/>
                      <a:pt x="240668" y="500707"/>
                      <a:pt x="242598" y="498777"/>
                    </a:cubicBezTo>
                    <a:cubicBezTo>
                      <a:pt x="244529" y="496846"/>
                      <a:pt x="246821" y="495881"/>
                      <a:pt x="249475" y="495881"/>
                    </a:cubicBezTo>
                    <a:close/>
                    <a:moveTo>
                      <a:pt x="1042689" y="489366"/>
                    </a:moveTo>
                    <a:cubicBezTo>
                      <a:pt x="1036536" y="490814"/>
                      <a:pt x="1031468" y="491598"/>
                      <a:pt x="1027487" y="491719"/>
                    </a:cubicBezTo>
                    <a:cubicBezTo>
                      <a:pt x="1029417" y="499440"/>
                      <a:pt x="1030684" y="508067"/>
                      <a:pt x="1031287" y="517598"/>
                    </a:cubicBezTo>
                    <a:cubicBezTo>
                      <a:pt x="1035752" y="516633"/>
                      <a:pt x="1039552" y="515909"/>
                      <a:pt x="1042689" y="515426"/>
                    </a:cubicBezTo>
                    <a:lnTo>
                      <a:pt x="1043232" y="505292"/>
                    </a:lnTo>
                    <a:cubicBezTo>
                      <a:pt x="1040095" y="505533"/>
                      <a:pt x="1037712" y="505352"/>
                      <a:pt x="1036083" y="504749"/>
                    </a:cubicBezTo>
                    <a:cubicBezTo>
                      <a:pt x="1034454" y="504146"/>
                      <a:pt x="1033640" y="503542"/>
                      <a:pt x="1033640" y="502939"/>
                    </a:cubicBezTo>
                    <a:cubicBezTo>
                      <a:pt x="1033640" y="501733"/>
                      <a:pt x="1036958" y="500526"/>
                      <a:pt x="1043594" y="499320"/>
                    </a:cubicBezTo>
                    <a:cubicBezTo>
                      <a:pt x="1043835" y="493649"/>
                      <a:pt x="1043533" y="490331"/>
                      <a:pt x="1042689" y="489366"/>
                    </a:cubicBezTo>
                    <a:close/>
                    <a:moveTo>
                      <a:pt x="337915" y="489366"/>
                    </a:moveTo>
                    <a:lnTo>
                      <a:pt x="340630" y="489366"/>
                    </a:lnTo>
                    <a:lnTo>
                      <a:pt x="340630" y="507102"/>
                    </a:lnTo>
                    <a:cubicBezTo>
                      <a:pt x="351126" y="499621"/>
                      <a:pt x="361261" y="495881"/>
                      <a:pt x="371033" y="495881"/>
                    </a:cubicBezTo>
                    <a:cubicBezTo>
                      <a:pt x="380082" y="495881"/>
                      <a:pt x="387382" y="499109"/>
                      <a:pt x="392931" y="505563"/>
                    </a:cubicBezTo>
                    <a:cubicBezTo>
                      <a:pt x="398481" y="512018"/>
                      <a:pt x="401256" y="520675"/>
                      <a:pt x="401256" y="531533"/>
                    </a:cubicBezTo>
                    <a:cubicBezTo>
                      <a:pt x="401256" y="542512"/>
                      <a:pt x="397576" y="551833"/>
                      <a:pt x="390217" y="559494"/>
                    </a:cubicBezTo>
                    <a:cubicBezTo>
                      <a:pt x="382857" y="567155"/>
                      <a:pt x="373446" y="570986"/>
                      <a:pt x="361985" y="570986"/>
                    </a:cubicBezTo>
                    <a:cubicBezTo>
                      <a:pt x="355108" y="570986"/>
                      <a:pt x="347989" y="569236"/>
                      <a:pt x="340630" y="565738"/>
                    </a:cubicBezTo>
                    <a:lnTo>
                      <a:pt x="340630" y="604104"/>
                    </a:lnTo>
                    <a:cubicBezTo>
                      <a:pt x="340630" y="605673"/>
                      <a:pt x="341142" y="606909"/>
                      <a:pt x="342168" y="607814"/>
                    </a:cubicBezTo>
                    <a:cubicBezTo>
                      <a:pt x="343193" y="608719"/>
                      <a:pt x="345214" y="609413"/>
                      <a:pt x="348231" y="609895"/>
                    </a:cubicBezTo>
                    <a:lnTo>
                      <a:pt x="359089" y="611705"/>
                    </a:lnTo>
                    <a:lnTo>
                      <a:pt x="359089" y="614601"/>
                    </a:lnTo>
                    <a:cubicBezTo>
                      <a:pt x="354384" y="614118"/>
                      <a:pt x="347446" y="613877"/>
                      <a:pt x="338277" y="613877"/>
                    </a:cubicBezTo>
                    <a:cubicBezTo>
                      <a:pt x="330676" y="613877"/>
                      <a:pt x="323799" y="614118"/>
                      <a:pt x="317646" y="614601"/>
                    </a:cubicBezTo>
                    <a:lnTo>
                      <a:pt x="317646" y="611705"/>
                    </a:lnTo>
                    <a:lnTo>
                      <a:pt x="325247" y="610257"/>
                    </a:lnTo>
                    <a:cubicBezTo>
                      <a:pt x="327057" y="609895"/>
                      <a:pt x="328233" y="609322"/>
                      <a:pt x="328776" y="608538"/>
                    </a:cubicBezTo>
                    <a:cubicBezTo>
                      <a:pt x="329319" y="607754"/>
                      <a:pt x="329590" y="606216"/>
                      <a:pt x="329590" y="603923"/>
                    </a:cubicBezTo>
                    <a:lnTo>
                      <a:pt x="329590" y="513255"/>
                    </a:lnTo>
                    <a:cubicBezTo>
                      <a:pt x="329590" y="508911"/>
                      <a:pt x="328806" y="506619"/>
                      <a:pt x="327238" y="506378"/>
                    </a:cubicBezTo>
                    <a:lnTo>
                      <a:pt x="318370" y="504930"/>
                    </a:lnTo>
                    <a:lnTo>
                      <a:pt x="318913" y="502396"/>
                    </a:lnTo>
                    <a:cubicBezTo>
                      <a:pt x="324945" y="499863"/>
                      <a:pt x="329198" y="497751"/>
                      <a:pt x="331671" y="496062"/>
                    </a:cubicBezTo>
                    <a:cubicBezTo>
                      <a:pt x="334145" y="494373"/>
                      <a:pt x="336226" y="492141"/>
                      <a:pt x="337915" y="489366"/>
                    </a:cubicBezTo>
                    <a:close/>
                    <a:moveTo>
                      <a:pt x="1218416" y="486109"/>
                    </a:moveTo>
                    <a:cubicBezTo>
                      <a:pt x="1206592" y="488522"/>
                      <a:pt x="1196819" y="489909"/>
                      <a:pt x="1189098" y="490271"/>
                    </a:cubicBezTo>
                    <a:cubicBezTo>
                      <a:pt x="1192355" y="507645"/>
                      <a:pt x="1194949" y="522605"/>
                      <a:pt x="1196880" y="535153"/>
                    </a:cubicBezTo>
                    <a:cubicBezTo>
                      <a:pt x="1202068" y="534791"/>
                      <a:pt x="1209186" y="533765"/>
                      <a:pt x="1218235" y="532076"/>
                    </a:cubicBezTo>
                    <a:lnTo>
                      <a:pt x="1218416" y="512531"/>
                    </a:lnTo>
                    <a:cubicBezTo>
                      <a:pt x="1214314" y="513134"/>
                      <a:pt x="1211177" y="513436"/>
                      <a:pt x="1209005" y="513436"/>
                    </a:cubicBezTo>
                    <a:cubicBezTo>
                      <a:pt x="1206833" y="513436"/>
                      <a:pt x="1204963" y="513164"/>
                      <a:pt x="1203395" y="512621"/>
                    </a:cubicBezTo>
                    <a:cubicBezTo>
                      <a:pt x="1201826" y="512078"/>
                      <a:pt x="1201042" y="511385"/>
                      <a:pt x="1201042" y="510540"/>
                    </a:cubicBezTo>
                    <a:cubicBezTo>
                      <a:pt x="1201042" y="509696"/>
                      <a:pt x="1202007" y="509153"/>
                      <a:pt x="1203938" y="508911"/>
                    </a:cubicBezTo>
                    <a:cubicBezTo>
                      <a:pt x="1207919" y="508429"/>
                      <a:pt x="1212745" y="507403"/>
                      <a:pt x="1218416" y="505835"/>
                    </a:cubicBezTo>
                    <a:close/>
                    <a:moveTo>
                      <a:pt x="1062053" y="485928"/>
                    </a:moveTo>
                    <a:cubicBezTo>
                      <a:pt x="1058796" y="485928"/>
                      <a:pt x="1054151" y="486651"/>
                      <a:pt x="1048118" y="488099"/>
                    </a:cubicBezTo>
                    <a:cubicBezTo>
                      <a:pt x="1049807" y="489426"/>
                      <a:pt x="1050652" y="491236"/>
                      <a:pt x="1050652" y="493529"/>
                    </a:cubicBezTo>
                    <a:cubicBezTo>
                      <a:pt x="1050652" y="494011"/>
                      <a:pt x="1050561" y="494765"/>
                      <a:pt x="1050380" y="495791"/>
                    </a:cubicBezTo>
                    <a:cubicBezTo>
                      <a:pt x="1050199" y="496816"/>
                      <a:pt x="1050049" y="497570"/>
                      <a:pt x="1049928" y="498053"/>
                    </a:cubicBezTo>
                    <a:cubicBezTo>
                      <a:pt x="1051376" y="497812"/>
                      <a:pt x="1052642" y="497691"/>
                      <a:pt x="1053728" y="497691"/>
                    </a:cubicBezTo>
                    <a:cubicBezTo>
                      <a:pt x="1057348" y="497691"/>
                      <a:pt x="1059158" y="498505"/>
                      <a:pt x="1059158" y="500134"/>
                    </a:cubicBezTo>
                    <a:cubicBezTo>
                      <a:pt x="1059158" y="501763"/>
                      <a:pt x="1055719" y="503241"/>
                      <a:pt x="1048842" y="504568"/>
                    </a:cubicBezTo>
                    <a:lnTo>
                      <a:pt x="1047756" y="514522"/>
                    </a:lnTo>
                    <a:cubicBezTo>
                      <a:pt x="1052703" y="513677"/>
                      <a:pt x="1055870" y="513255"/>
                      <a:pt x="1057257" y="513255"/>
                    </a:cubicBezTo>
                    <a:cubicBezTo>
                      <a:pt x="1058645" y="513255"/>
                      <a:pt x="1059670" y="512893"/>
                      <a:pt x="1060334" y="512169"/>
                    </a:cubicBezTo>
                    <a:cubicBezTo>
                      <a:pt x="1060997" y="511445"/>
                      <a:pt x="1062053" y="508067"/>
                      <a:pt x="1063501" y="502034"/>
                    </a:cubicBezTo>
                    <a:cubicBezTo>
                      <a:pt x="1064949" y="496002"/>
                      <a:pt x="1065673" y="491809"/>
                      <a:pt x="1065673" y="489457"/>
                    </a:cubicBezTo>
                    <a:cubicBezTo>
                      <a:pt x="1065673" y="487104"/>
                      <a:pt x="1064466" y="485928"/>
                      <a:pt x="1062053" y="485928"/>
                    </a:cubicBezTo>
                    <a:close/>
                    <a:moveTo>
                      <a:pt x="28985" y="482109"/>
                    </a:moveTo>
                    <a:cubicBezTo>
                      <a:pt x="32696" y="482109"/>
                      <a:pt x="35627" y="483332"/>
                      <a:pt x="37777" y="485777"/>
                    </a:cubicBezTo>
                    <a:cubicBezTo>
                      <a:pt x="39927" y="488221"/>
                      <a:pt x="41002" y="491417"/>
                      <a:pt x="41002" y="495364"/>
                    </a:cubicBezTo>
                    <a:cubicBezTo>
                      <a:pt x="41002" y="498487"/>
                      <a:pt x="40296" y="501962"/>
                      <a:pt x="38882" y="505792"/>
                    </a:cubicBezTo>
                    <a:lnTo>
                      <a:pt x="39942" y="506145"/>
                    </a:lnTo>
                    <a:cubicBezTo>
                      <a:pt x="45715" y="498015"/>
                      <a:pt x="51209" y="491992"/>
                      <a:pt x="56423" y="488074"/>
                    </a:cubicBezTo>
                    <a:cubicBezTo>
                      <a:pt x="61636" y="484157"/>
                      <a:pt x="67012" y="482198"/>
                      <a:pt x="72549" y="482198"/>
                    </a:cubicBezTo>
                    <a:cubicBezTo>
                      <a:pt x="78028" y="482198"/>
                      <a:pt x="82240" y="483774"/>
                      <a:pt x="85186" y="486925"/>
                    </a:cubicBezTo>
                    <a:cubicBezTo>
                      <a:pt x="88131" y="490077"/>
                      <a:pt x="89604" y="494451"/>
                      <a:pt x="89604" y="500048"/>
                    </a:cubicBezTo>
                    <a:cubicBezTo>
                      <a:pt x="89604" y="503759"/>
                      <a:pt x="88750" y="509032"/>
                      <a:pt x="87042" y="515865"/>
                    </a:cubicBezTo>
                    <a:lnTo>
                      <a:pt x="81298" y="539018"/>
                    </a:lnTo>
                    <a:cubicBezTo>
                      <a:pt x="79707" y="545439"/>
                      <a:pt x="78912" y="549975"/>
                      <a:pt x="78912" y="552626"/>
                    </a:cubicBezTo>
                    <a:cubicBezTo>
                      <a:pt x="78912" y="554982"/>
                      <a:pt x="79295" y="556691"/>
                      <a:pt x="80061" y="557751"/>
                    </a:cubicBezTo>
                    <a:cubicBezTo>
                      <a:pt x="80826" y="558812"/>
                      <a:pt x="82034" y="559342"/>
                      <a:pt x="83684" y="559342"/>
                    </a:cubicBezTo>
                    <a:cubicBezTo>
                      <a:pt x="85451" y="559342"/>
                      <a:pt x="87336" y="558620"/>
                      <a:pt x="89339" y="557177"/>
                    </a:cubicBezTo>
                    <a:cubicBezTo>
                      <a:pt x="91342" y="555734"/>
                      <a:pt x="94170" y="552980"/>
                      <a:pt x="97822" y="548915"/>
                    </a:cubicBezTo>
                    <a:lnTo>
                      <a:pt x="102859" y="553863"/>
                    </a:lnTo>
                    <a:cubicBezTo>
                      <a:pt x="97793" y="559283"/>
                      <a:pt x="93375" y="563245"/>
                      <a:pt x="89604" y="565749"/>
                    </a:cubicBezTo>
                    <a:cubicBezTo>
                      <a:pt x="85834" y="568252"/>
                      <a:pt x="81533" y="569504"/>
                      <a:pt x="76703" y="569504"/>
                    </a:cubicBezTo>
                    <a:cubicBezTo>
                      <a:pt x="72873" y="569504"/>
                      <a:pt x="69810" y="568134"/>
                      <a:pt x="67513" y="565395"/>
                    </a:cubicBezTo>
                    <a:cubicBezTo>
                      <a:pt x="65215" y="562656"/>
                      <a:pt x="64066" y="559165"/>
                      <a:pt x="64066" y="554924"/>
                    </a:cubicBezTo>
                    <a:cubicBezTo>
                      <a:pt x="64066" y="551094"/>
                      <a:pt x="65038" y="545468"/>
                      <a:pt x="66982" y="538046"/>
                    </a:cubicBezTo>
                    <a:lnTo>
                      <a:pt x="70870" y="522758"/>
                    </a:lnTo>
                    <a:cubicBezTo>
                      <a:pt x="72284" y="517220"/>
                      <a:pt x="73212" y="513126"/>
                      <a:pt x="73654" y="510475"/>
                    </a:cubicBezTo>
                    <a:cubicBezTo>
                      <a:pt x="74096" y="507824"/>
                      <a:pt x="74317" y="505674"/>
                      <a:pt x="74317" y="504024"/>
                    </a:cubicBezTo>
                    <a:cubicBezTo>
                      <a:pt x="74317" y="499959"/>
                      <a:pt x="73639" y="497029"/>
                      <a:pt x="72284" y="495232"/>
                    </a:cubicBezTo>
                    <a:cubicBezTo>
                      <a:pt x="70929" y="493435"/>
                      <a:pt x="68720" y="492537"/>
                      <a:pt x="65657" y="492537"/>
                    </a:cubicBezTo>
                    <a:cubicBezTo>
                      <a:pt x="63183" y="492537"/>
                      <a:pt x="60517" y="493523"/>
                      <a:pt x="57660" y="495497"/>
                    </a:cubicBezTo>
                    <a:cubicBezTo>
                      <a:pt x="54802" y="497471"/>
                      <a:pt x="51769" y="500446"/>
                      <a:pt x="48558" y="504422"/>
                    </a:cubicBezTo>
                    <a:cubicBezTo>
                      <a:pt x="45347" y="508399"/>
                      <a:pt x="42770" y="512257"/>
                      <a:pt x="40826" y="515998"/>
                    </a:cubicBezTo>
                    <a:cubicBezTo>
                      <a:pt x="38882" y="519739"/>
                      <a:pt x="37291" y="524349"/>
                      <a:pt x="36054" y="529827"/>
                    </a:cubicBezTo>
                    <a:lnTo>
                      <a:pt x="27659" y="568090"/>
                    </a:lnTo>
                    <a:lnTo>
                      <a:pt x="12372" y="568090"/>
                    </a:lnTo>
                    <a:lnTo>
                      <a:pt x="25273" y="512066"/>
                    </a:lnTo>
                    <a:cubicBezTo>
                      <a:pt x="26569" y="506410"/>
                      <a:pt x="27217" y="502051"/>
                      <a:pt x="27217" y="498987"/>
                    </a:cubicBezTo>
                    <a:cubicBezTo>
                      <a:pt x="27217" y="496631"/>
                      <a:pt x="26834" y="494923"/>
                      <a:pt x="26068" y="493862"/>
                    </a:cubicBezTo>
                    <a:cubicBezTo>
                      <a:pt x="25303" y="492802"/>
                      <a:pt x="24095" y="492272"/>
                      <a:pt x="22445" y="492272"/>
                    </a:cubicBezTo>
                    <a:cubicBezTo>
                      <a:pt x="20619" y="492272"/>
                      <a:pt x="18690" y="493023"/>
                      <a:pt x="16657" y="494525"/>
                    </a:cubicBezTo>
                    <a:cubicBezTo>
                      <a:pt x="14625" y="496027"/>
                      <a:pt x="11841" y="498752"/>
                      <a:pt x="8307" y="502699"/>
                    </a:cubicBezTo>
                    <a:lnTo>
                      <a:pt x="3270" y="497750"/>
                    </a:lnTo>
                    <a:cubicBezTo>
                      <a:pt x="8690" y="492095"/>
                      <a:pt x="13196" y="488074"/>
                      <a:pt x="16790" y="485688"/>
                    </a:cubicBezTo>
                    <a:cubicBezTo>
                      <a:pt x="20384" y="483302"/>
                      <a:pt x="24448" y="482109"/>
                      <a:pt x="28985" y="482109"/>
                    </a:cubicBezTo>
                    <a:close/>
                    <a:moveTo>
                      <a:pt x="1255154" y="481222"/>
                    </a:moveTo>
                    <a:cubicBezTo>
                      <a:pt x="1247673" y="481222"/>
                      <a:pt x="1238383" y="482248"/>
                      <a:pt x="1227283" y="484299"/>
                    </a:cubicBezTo>
                    <a:cubicBezTo>
                      <a:pt x="1227283" y="488522"/>
                      <a:pt x="1227163" y="494856"/>
                      <a:pt x="1226922" y="503301"/>
                    </a:cubicBezTo>
                    <a:cubicBezTo>
                      <a:pt x="1233075" y="501491"/>
                      <a:pt x="1237177" y="500587"/>
                      <a:pt x="1239228" y="500587"/>
                    </a:cubicBezTo>
                    <a:cubicBezTo>
                      <a:pt x="1241279" y="500587"/>
                      <a:pt x="1243089" y="500948"/>
                      <a:pt x="1244657" y="501672"/>
                    </a:cubicBezTo>
                    <a:cubicBezTo>
                      <a:pt x="1246225" y="502396"/>
                      <a:pt x="1247010" y="503361"/>
                      <a:pt x="1247010" y="504568"/>
                    </a:cubicBezTo>
                    <a:cubicBezTo>
                      <a:pt x="1247010" y="505775"/>
                      <a:pt x="1245954" y="506740"/>
                      <a:pt x="1243843" y="507464"/>
                    </a:cubicBezTo>
                    <a:cubicBezTo>
                      <a:pt x="1241731" y="508188"/>
                      <a:pt x="1236031" y="509394"/>
                      <a:pt x="1226740" y="511083"/>
                    </a:cubicBezTo>
                    <a:cubicBezTo>
                      <a:pt x="1226740" y="518081"/>
                      <a:pt x="1226620" y="524656"/>
                      <a:pt x="1226379" y="530809"/>
                    </a:cubicBezTo>
                    <a:cubicBezTo>
                      <a:pt x="1234221" y="529362"/>
                      <a:pt x="1239529" y="528638"/>
                      <a:pt x="1242304" y="528638"/>
                    </a:cubicBezTo>
                    <a:cubicBezTo>
                      <a:pt x="1245079" y="528638"/>
                      <a:pt x="1247010" y="528939"/>
                      <a:pt x="1248096" y="529543"/>
                    </a:cubicBezTo>
                    <a:cubicBezTo>
                      <a:pt x="1249181" y="530146"/>
                      <a:pt x="1249966" y="530447"/>
                      <a:pt x="1250448" y="530447"/>
                    </a:cubicBezTo>
                    <a:cubicBezTo>
                      <a:pt x="1252379" y="530447"/>
                      <a:pt x="1254641" y="524174"/>
                      <a:pt x="1257235" y="511626"/>
                    </a:cubicBezTo>
                    <a:cubicBezTo>
                      <a:pt x="1259829" y="499078"/>
                      <a:pt x="1261126" y="491236"/>
                      <a:pt x="1261126" y="488099"/>
                    </a:cubicBezTo>
                    <a:cubicBezTo>
                      <a:pt x="1261126" y="484962"/>
                      <a:pt x="1260764" y="483032"/>
                      <a:pt x="1260040" y="482308"/>
                    </a:cubicBezTo>
                    <a:cubicBezTo>
                      <a:pt x="1259316" y="481584"/>
                      <a:pt x="1257687" y="481222"/>
                      <a:pt x="1255154" y="481222"/>
                    </a:cubicBezTo>
                    <a:close/>
                    <a:moveTo>
                      <a:pt x="827600" y="479955"/>
                    </a:moveTo>
                    <a:cubicBezTo>
                      <a:pt x="829108" y="479955"/>
                      <a:pt x="832215" y="481433"/>
                      <a:pt x="836920" y="484389"/>
                    </a:cubicBezTo>
                    <a:cubicBezTo>
                      <a:pt x="841626" y="487345"/>
                      <a:pt x="843978" y="491296"/>
                      <a:pt x="843978" y="496243"/>
                    </a:cubicBezTo>
                    <a:cubicBezTo>
                      <a:pt x="843978" y="498656"/>
                      <a:pt x="843496" y="500647"/>
                      <a:pt x="842530" y="502215"/>
                    </a:cubicBezTo>
                    <a:cubicBezTo>
                      <a:pt x="841565" y="503784"/>
                      <a:pt x="840419" y="504568"/>
                      <a:pt x="839092" y="504568"/>
                    </a:cubicBezTo>
                    <a:cubicBezTo>
                      <a:pt x="836438" y="504568"/>
                      <a:pt x="833482" y="500979"/>
                      <a:pt x="830224" y="493800"/>
                    </a:cubicBezTo>
                    <a:cubicBezTo>
                      <a:pt x="826967" y="486621"/>
                      <a:pt x="825338" y="482519"/>
                      <a:pt x="825338" y="481494"/>
                    </a:cubicBezTo>
                    <a:cubicBezTo>
                      <a:pt x="825338" y="480468"/>
                      <a:pt x="826092" y="479955"/>
                      <a:pt x="827600" y="479955"/>
                    </a:cubicBezTo>
                    <a:close/>
                    <a:moveTo>
                      <a:pt x="1008304" y="479593"/>
                    </a:moveTo>
                    <a:cubicBezTo>
                      <a:pt x="1009390" y="479593"/>
                      <a:pt x="1011018" y="480649"/>
                      <a:pt x="1013190" y="482760"/>
                    </a:cubicBezTo>
                    <a:cubicBezTo>
                      <a:pt x="1015362" y="484872"/>
                      <a:pt x="1016448" y="486651"/>
                      <a:pt x="1016448" y="488099"/>
                    </a:cubicBezTo>
                    <a:cubicBezTo>
                      <a:pt x="1016448" y="489547"/>
                      <a:pt x="1015452" y="491085"/>
                      <a:pt x="1013461" y="492714"/>
                    </a:cubicBezTo>
                    <a:cubicBezTo>
                      <a:pt x="1011471" y="494343"/>
                      <a:pt x="1007640" y="499078"/>
                      <a:pt x="1001970" y="506921"/>
                    </a:cubicBezTo>
                    <a:cubicBezTo>
                      <a:pt x="1004503" y="511023"/>
                      <a:pt x="1005770" y="516090"/>
                      <a:pt x="1005770" y="522123"/>
                    </a:cubicBezTo>
                    <a:lnTo>
                      <a:pt x="1004684" y="550898"/>
                    </a:lnTo>
                    <a:cubicBezTo>
                      <a:pt x="1004322" y="560188"/>
                      <a:pt x="1003628" y="567004"/>
                      <a:pt x="1002603" y="571348"/>
                    </a:cubicBezTo>
                    <a:cubicBezTo>
                      <a:pt x="1001577" y="575691"/>
                      <a:pt x="1000703" y="578406"/>
                      <a:pt x="999979" y="579492"/>
                    </a:cubicBezTo>
                    <a:cubicBezTo>
                      <a:pt x="999255" y="580577"/>
                      <a:pt x="998410" y="581120"/>
                      <a:pt x="997445" y="581120"/>
                    </a:cubicBezTo>
                    <a:cubicBezTo>
                      <a:pt x="996480" y="581120"/>
                      <a:pt x="995394" y="579944"/>
                      <a:pt x="994188" y="577591"/>
                    </a:cubicBezTo>
                    <a:cubicBezTo>
                      <a:pt x="992981" y="575239"/>
                      <a:pt x="992378" y="572705"/>
                      <a:pt x="992378" y="569990"/>
                    </a:cubicBezTo>
                    <a:cubicBezTo>
                      <a:pt x="992378" y="567276"/>
                      <a:pt x="993072" y="564018"/>
                      <a:pt x="994459" y="560218"/>
                    </a:cubicBezTo>
                    <a:cubicBezTo>
                      <a:pt x="995847" y="556417"/>
                      <a:pt x="996872" y="551169"/>
                      <a:pt x="997536" y="544473"/>
                    </a:cubicBezTo>
                    <a:cubicBezTo>
                      <a:pt x="998199" y="537777"/>
                      <a:pt x="998531" y="531443"/>
                      <a:pt x="998531" y="525471"/>
                    </a:cubicBezTo>
                    <a:cubicBezTo>
                      <a:pt x="998531" y="519498"/>
                      <a:pt x="998350" y="515065"/>
                      <a:pt x="997988" y="512169"/>
                    </a:cubicBezTo>
                    <a:cubicBezTo>
                      <a:pt x="991956" y="519529"/>
                      <a:pt x="985501" y="525591"/>
                      <a:pt x="978624" y="530357"/>
                    </a:cubicBezTo>
                    <a:cubicBezTo>
                      <a:pt x="971747" y="535123"/>
                      <a:pt x="967041" y="537505"/>
                      <a:pt x="964508" y="537505"/>
                    </a:cubicBezTo>
                    <a:cubicBezTo>
                      <a:pt x="963663" y="537505"/>
                      <a:pt x="963241" y="537113"/>
                      <a:pt x="963241" y="536329"/>
                    </a:cubicBezTo>
                    <a:cubicBezTo>
                      <a:pt x="963241" y="535545"/>
                      <a:pt x="964387" y="534308"/>
                      <a:pt x="966679" y="532619"/>
                    </a:cubicBezTo>
                    <a:cubicBezTo>
                      <a:pt x="971747" y="528879"/>
                      <a:pt x="977327" y="523782"/>
                      <a:pt x="983420" y="517327"/>
                    </a:cubicBezTo>
                    <a:cubicBezTo>
                      <a:pt x="989512" y="510872"/>
                      <a:pt x="994700" y="504266"/>
                      <a:pt x="998983" y="497510"/>
                    </a:cubicBezTo>
                    <a:cubicBezTo>
                      <a:pt x="1003266" y="490754"/>
                      <a:pt x="1005529" y="486651"/>
                      <a:pt x="1005770" y="485204"/>
                    </a:cubicBezTo>
                    <a:cubicBezTo>
                      <a:pt x="1006373" y="481464"/>
                      <a:pt x="1007218" y="479593"/>
                      <a:pt x="1008304" y="479593"/>
                    </a:cubicBezTo>
                    <a:close/>
                    <a:moveTo>
                      <a:pt x="899809" y="470002"/>
                    </a:moveTo>
                    <a:cubicBezTo>
                      <a:pt x="901800" y="470002"/>
                      <a:pt x="904635" y="471148"/>
                      <a:pt x="908315" y="473440"/>
                    </a:cubicBezTo>
                    <a:cubicBezTo>
                      <a:pt x="911995" y="475733"/>
                      <a:pt x="913835" y="477361"/>
                      <a:pt x="913835" y="478327"/>
                    </a:cubicBezTo>
                    <a:cubicBezTo>
                      <a:pt x="913835" y="478930"/>
                      <a:pt x="913081" y="479744"/>
                      <a:pt x="911572" y="480770"/>
                    </a:cubicBezTo>
                    <a:cubicBezTo>
                      <a:pt x="910064" y="481795"/>
                      <a:pt x="907862" y="483786"/>
                      <a:pt x="904967" y="486742"/>
                    </a:cubicBezTo>
                    <a:cubicBezTo>
                      <a:pt x="902071" y="489698"/>
                      <a:pt x="897969" y="493317"/>
                      <a:pt x="892661" y="497600"/>
                    </a:cubicBezTo>
                    <a:cubicBezTo>
                      <a:pt x="887352" y="501884"/>
                      <a:pt x="884155" y="504025"/>
                      <a:pt x="883069" y="504025"/>
                    </a:cubicBezTo>
                    <a:cubicBezTo>
                      <a:pt x="882586" y="504025"/>
                      <a:pt x="882345" y="503723"/>
                      <a:pt x="882345" y="503120"/>
                    </a:cubicBezTo>
                    <a:cubicBezTo>
                      <a:pt x="882345" y="502517"/>
                      <a:pt x="882888" y="501491"/>
                      <a:pt x="883974" y="500044"/>
                    </a:cubicBezTo>
                    <a:cubicBezTo>
                      <a:pt x="888438" y="494011"/>
                      <a:pt x="891726" y="489125"/>
                      <a:pt x="893837" y="485385"/>
                    </a:cubicBezTo>
                    <a:cubicBezTo>
                      <a:pt x="895948" y="481645"/>
                      <a:pt x="897004" y="478387"/>
                      <a:pt x="897004" y="475612"/>
                    </a:cubicBezTo>
                    <a:lnTo>
                      <a:pt x="896823" y="473078"/>
                    </a:lnTo>
                    <a:cubicBezTo>
                      <a:pt x="896823" y="471027"/>
                      <a:pt x="897818" y="470002"/>
                      <a:pt x="899809" y="470002"/>
                    </a:cubicBezTo>
                    <a:close/>
                    <a:moveTo>
                      <a:pt x="1793645" y="469459"/>
                    </a:moveTo>
                    <a:cubicBezTo>
                      <a:pt x="1795032" y="469459"/>
                      <a:pt x="1797596" y="470424"/>
                      <a:pt x="1801336" y="472354"/>
                    </a:cubicBezTo>
                    <a:cubicBezTo>
                      <a:pt x="1805076" y="474285"/>
                      <a:pt x="1806946" y="476276"/>
                      <a:pt x="1806946" y="478327"/>
                    </a:cubicBezTo>
                    <a:cubicBezTo>
                      <a:pt x="1806946" y="479292"/>
                      <a:pt x="1806584" y="480498"/>
                      <a:pt x="1805860" y="481946"/>
                    </a:cubicBezTo>
                    <a:cubicBezTo>
                      <a:pt x="1805137" y="483394"/>
                      <a:pt x="1804292" y="485747"/>
                      <a:pt x="1803327" y="489004"/>
                    </a:cubicBezTo>
                    <a:lnTo>
                      <a:pt x="1812376" y="487375"/>
                    </a:lnTo>
                    <a:cubicBezTo>
                      <a:pt x="1816236" y="486289"/>
                      <a:pt x="1819494" y="485747"/>
                      <a:pt x="1822148" y="485747"/>
                    </a:cubicBezTo>
                    <a:cubicBezTo>
                      <a:pt x="1824803" y="485747"/>
                      <a:pt x="1827185" y="486440"/>
                      <a:pt x="1829297" y="487828"/>
                    </a:cubicBezTo>
                    <a:cubicBezTo>
                      <a:pt x="1831408" y="489215"/>
                      <a:pt x="1832464" y="490331"/>
                      <a:pt x="1832464" y="491176"/>
                    </a:cubicBezTo>
                    <a:cubicBezTo>
                      <a:pt x="1832464" y="492020"/>
                      <a:pt x="1831770" y="492684"/>
                      <a:pt x="1830383" y="493167"/>
                    </a:cubicBezTo>
                    <a:cubicBezTo>
                      <a:pt x="1828995" y="493649"/>
                      <a:pt x="1825677" y="493890"/>
                      <a:pt x="1820429" y="493890"/>
                    </a:cubicBezTo>
                    <a:cubicBezTo>
                      <a:pt x="1815181" y="493890"/>
                      <a:pt x="1808756" y="494252"/>
                      <a:pt x="1801155" y="494976"/>
                    </a:cubicBezTo>
                    <a:cubicBezTo>
                      <a:pt x="1799466" y="501371"/>
                      <a:pt x="1798622" y="505111"/>
                      <a:pt x="1798622" y="506197"/>
                    </a:cubicBezTo>
                    <a:cubicBezTo>
                      <a:pt x="1798622" y="507283"/>
                      <a:pt x="1799436" y="508429"/>
                      <a:pt x="1801065" y="509635"/>
                    </a:cubicBezTo>
                    <a:cubicBezTo>
                      <a:pt x="1802693" y="510842"/>
                      <a:pt x="1803508" y="511867"/>
                      <a:pt x="1803508" y="512712"/>
                    </a:cubicBezTo>
                    <a:cubicBezTo>
                      <a:pt x="1803508" y="514039"/>
                      <a:pt x="1801758" y="514914"/>
                      <a:pt x="1798260" y="515336"/>
                    </a:cubicBezTo>
                    <a:cubicBezTo>
                      <a:pt x="1794761" y="515758"/>
                      <a:pt x="1785290" y="517417"/>
                      <a:pt x="1769847" y="520313"/>
                    </a:cubicBezTo>
                    <a:cubicBezTo>
                      <a:pt x="1769123" y="522243"/>
                      <a:pt x="1768218" y="523208"/>
                      <a:pt x="1767132" y="523208"/>
                    </a:cubicBezTo>
                    <a:cubicBezTo>
                      <a:pt x="1764960" y="523208"/>
                      <a:pt x="1763874" y="519830"/>
                      <a:pt x="1763874" y="513074"/>
                    </a:cubicBezTo>
                    <a:lnTo>
                      <a:pt x="1764055" y="501310"/>
                    </a:lnTo>
                    <a:cubicBezTo>
                      <a:pt x="1755368" y="503241"/>
                      <a:pt x="1750211" y="504206"/>
                      <a:pt x="1748582" y="504206"/>
                    </a:cubicBezTo>
                    <a:cubicBezTo>
                      <a:pt x="1746953" y="504206"/>
                      <a:pt x="1745234" y="503814"/>
                      <a:pt x="1743424" y="503030"/>
                    </a:cubicBezTo>
                    <a:cubicBezTo>
                      <a:pt x="1741614" y="502245"/>
                      <a:pt x="1740709" y="501491"/>
                      <a:pt x="1740709" y="500768"/>
                    </a:cubicBezTo>
                    <a:cubicBezTo>
                      <a:pt x="1740709" y="500044"/>
                      <a:pt x="1741765" y="499591"/>
                      <a:pt x="1743877" y="499410"/>
                    </a:cubicBezTo>
                    <a:cubicBezTo>
                      <a:pt x="1745988" y="499229"/>
                      <a:pt x="1752774" y="498174"/>
                      <a:pt x="1764236" y="496243"/>
                    </a:cubicBezTo>
                    <a:cubicBezTo>
                      <a:pt x="1763754" y="490935"/>
                      <a:pt x="1762366" y="486531"/>
                      <a:pt x="1760074" y="483032"/>
                    </a:cubicBezTo>
                    <a:cubicBezTo>
                      <a:pt x="1759229" y="481825"/>
                      <a:pt x="1758807" y="480559"/>
                      <a:pt x="1758807" y="479232"/>
                    </a:cubicBezTo>
                    <a:cubicBezTo>
                      <a:pt x="1758807" y="477904"/>
                      <a:pt x="1759621" y="477241"/>
                      <a:pt x="1761250" y="477241"/>
                    </a:cubicBezTo>
                    <a:cubicBezTo>
                      <a:pt x="1762879" y="477241"/>
                      <a:pt x="1764990" y="478055"/>
                      <a:pt x="1767584" y="479684"/>
                    </a:cubicBezTo>
                    <a:cubicBezTo>
                      <a:pt x="1770178" y="481313"/>
                      <a:pt x="1771475" y="483032"/>
                      <a:pt x="1771475" y="484842"/>
                    </a:cubicBezTo>
                    <a:cubicBezTo>
                      <a:pt x="1771475" y="485324"/>
                      <a:pt x="1771415" y="485867"/>
                      <a:pt x="1771294" y="486470"/>
                    </a:cubicBezTo>
                    <a:cubicBezTo>
                      <a:pt x="1771053" y="487918"/>
                      <a:pt x="1770932" y="490814"/>
                      <a:pt x="1770932" y="495157"/>
                    </a:cubicBezTo>
                    <a:cubicBezTo>
                      <a:pt x="1776603" y="494192"/>
                      <a:pt x="1784264" y="492684"/>
                      <a:pt x="1793916" y="490633"/>
                    </a:cubicBezTo>
                    <a:cubicBezTo>
                      <a:pt x="1794278" y="487375"/>
                      <a:pt x="1794459" y="484721"/>
                      <a:pt x="1794459" y="482670"/>
                    </a:cubicBezTo>
                    <a:cubicBezTo>
                      <a:pt x="1794459" y="479051"/>
                      <a:pt x="1793977" y="476547"/>
                      <a:pt x="1793011" y="475160"/>
                    </a:cubicBezTo>
                    <a:cubicBezTo>
                      <a:pt x="1792046" y="473772"/>
                      <a:pt x="1791564" y="472596"/>
                      <a:pt x="1791564" y="471631"/>
                    </a:cubicBezTo>
                    <a:cubicBezTo>
                      <a:pt x="1791564" y="470183"/>
                      <a:pt x="1792257" y="469459"/>
                      <a:pt x="1793645" y="469459"/>
                    </a:cubicBezTo>
                    <a:close/>
                    <a:moveTo>
                      <a:pt x="525553" y="468011"/>
                    </a:moveTo>
                    <a:cubicBezTo>
                      <a:pt x="527423" y="468011"/>
                      <a:pt x="530077" y="469127"/>
                      <a:pt x="533516" y="471359"/>
                    </a:cubicBezTo>
                    <a:cubicBezTo>
                      <a:pt x="536954" y="473591"/>
                      <a:pt x="538674" y="475853"/>
                      <a:pt x="538674" y="478146"/>
                    </a:cubicBezTo>
                    <a:cubicBezTo>
                      <a:pt x="538674" y="479473"/>
                      <a:pt x="538131" y="480589"/>
                      <a:pt x="537045" y="481494"/>
                    </a:cubicBezTo>
                    <a:cubicBezTo>
                      <a:pt x="535959" y="482399"/>
                      <a:pt x="533365" y="487074"/>
                      <a:pt x="529263" y="495519"/>
                    </a:cubicBezTo>
                    <a:cubicBezTo>
                      <a:pt x="527453" y="499742"/>
                      <a:pt x="524799" y="504628"/>
                      <a:pt x="521300" y="510178"/>
                    </a:cubicBezTo>
                    <a:cubicBezTo>
                      <a:pt x="533124" y="520433"/>
                      <a:pt x="540091" y="527612"/>
                      <a:pt x="542203" y="531714"/>
                    </a:cubicBezTo>
                    <a:cubicBezTo>
                      <a:pt x="544314" y="535816"/>
                      <a:pt x="545370" y="540220"/>
                      <a:pt x="545370" y="544925"/>
                    </a:cubicBezTo>
                    <a:cubicBezTo>
                      <a:pt x="545370" y="548062"/>
                      <a:pt x="544495" y="549631"/>
                      <a:pt x="542745" y="549631"/>
                    </a:cubicBezTo>
                    <a:cubicBezTo>
                      <a:pt x="540996" y="549631"/>
                      <a:pt x="538613" y="547640"/>
                      <a:pt x="535597" y="543659"/>
                    </a:cubicBezTo>
                    <a:cubicBezTo>
                      <a:pt x="528117" y="533403"/>
                      <a:pt x="521481" y="525199"/>
                      <a:pt x="515690" y="519046"/>
                    </a:cubicBezTo>
                    <a:cubicBezTo>
                      <a:pt x="508933" y="528336"/>
                      <a:pt x="501242" y="535786"/>
                      <a:pt x="492615" y="541396"/>
                    </a:cubicBezTo>
                    <a:cubicBezTo>
                      <a:pt x="483989" y="547007"/>
                      <a:pt x="478168" y="549812"/>
                      <a:pt x="475151" y="549812"/>
                    </a:cubicBezTo>
                    <a:cubicBezTo>
                      <a:pt x="474186" y="549812"/>
                      <a:pt x="473703" y="549510"/>
                      <a:pt x="473703" y="548907"/>
                    </a:cubicBezTo>
                    <a:cubicBezTo>
                      <a:pt x="473703" y="548304"/>
                      <a:pt x="474307" y="547519"/>
                      <a:pt x="475513" y="546554"/>
                    </a:cubicBezTo>
                    <a:cubicBezTo>
                      <a:pt x="489388" y="536178"/>
                      <a:pt x="500608" y="524837"/>
                      <a:pt x="509175" y="512531"/>
                    </a:cubicBezTo>
                    <a:cubicBezTo>
                      <a:pt x="502539" y="505413"/>
                      <a:pt x="494214" y="497450"/>
                      <a:pt x="484200" y="488642"/>
                    </a:cubicBezTo>
                    <a:cubicBezTo>
                      <a:pt x="482511" y="487074"/>
                      <a:pt x="481666" y="485716"/>
                      <a:pt x="481666" y="484570"/>
                    </a:cubicBezTo>
                    <a:cubicBezTo>
                      <a:pt x="481666" y="483424"/>
                      <a:pt x="482149" y="482851"/>
                      <a:pt x="483114" y="482851"/>
                    </a:cubicBezTo>
                    <a:cubicBezTo>
                      <a:pt x="484079" y="482851"/>
                      <a:pt x="485075" y="483062"/>
                      <a:pt x="486100" y="483484"/>
                    </a:cubicBezTo>
                    <a:cubicBezTo>
                      <a:pt x="487126" y="483907"/>
                      <a:pt x="490715" y="486350"/>
                      <a:pt x="496868" y="490814"/>
                    </a:cubicBezTo>
                    <a:cubicBezTo>
                      <a:pt x="503021" y="495278"/>
                      <a:pt x="508873" y="499802"/>
                      <a:pt x="514423" y="504387"/>
                    </a:cubicBezTo>
                    <a:cubicBezTo>
                      <a:pt x="520455" y="492443"/>
                      <a:pt x="523472" y="483153"/>
                      <a:pt x="523472" y="476517"/>
                    </a:cubicBezTo>
                    <a:cubicBezTo>
                      <a:pt x="523472" y="475190"/>
                      <a:pt x="523351" y="474074"/>
                      <a:pt x="523110" y="473169"/>
                    </a:cubicBezTo>
                    <a:cubicBezTo>
                      <a:pt x="522868" y="472264"/>
                      <a:pt x="522748" y="471450"/>
                      <a:pt x="522748" y="470726"/>
                    </a:cubicBezTo>
                    <a:cubicBezTo>
                      <a:pt x="522748" y="468916"/>
                      <a:pt x="523683" y="468011"/>
                      <a:pt x="525553" y="468011"/>
                    </a:cubicBezTo>
                    <a:close/>
                    <a:moveTo>
                      <a:pt x="1106573" y="459686"/>
                    </a:moveTo>
                    <a:cubicBezTo>
                      <a:pt x="1108383" y="459686"/>
                      <a:pt x="1110615" y="460169"/>
                      <a:pt x="1113269" y="461134"/>
                    </a:cubicBezTo>
                    <a:cubicBezTo>
                      <a:pt x="1115923" y="462099"/>
                      <a:pt x="1117251" y="463366"/>
                      <a:pt x="1117251" y="464934"/>
                    </a:cubicBezTo>
                    <a:cubicBezTo>
                      <a:pt x="1117251" y="465900"/>
                      <a:pt x="1116587" y="466744"/>
                      <a:pt x="1115260" y="467468"/>
                    </a:cubicBezTo>
                    <a:cubicBezTo>
                      <a:pt x="1113933" y="468192"/>
                      <a:pt x="1110102" y="469187"/>
                      <a:pt x="1103768" y="470454"/>
                    </a:cubicBezTo>
                    <a:cubicBezTo>
                      <a:pt x="1097434" y="471721"/>
                      <a:pt x="1092759" y="472354"/>
                      <a:pt x="1089742" y="472354"/>
                    </a:cubicBezTo>
                    <a:cubicBezTo>
                      <a:pt x="1086726" y="472354"/>
                      <a:pt x="1084283" y="471962"/>
                      <a:pt x="1082413" y="471178"/>
                    </a:cubicBezTo>
                    <a:cubicBezTo>
                      <a:pt x="1080543" y="470394"/>
                      <a:pt x="1079608" y="469549"/>
                      <a:pt x="1079608" y="468644"/>
                    </a:cubicBezTo>
                    <a:cubicBezTo>
                      <a:pt x="1079608" y="467740"/>
                      <a:pt x="1081176" y="466925"/>
                      <a:pt x="1084313" y="466201"/>
                    </a:cubicBezTo>
                    <a:cubicBezTo>
                      <a:pt x="1087450" y="465477"/>
                      <a:pt x="1092638" y="463788"/>
                      <a:pt x="1099877" y="461134"/>
                    </a:cubicBezTo>
                    <a:cubicBezTo>
                      <a:pt x="1102531" y="460169"/>
                      <a:pt x="1104763" y="459686"/>
                      <a:pt x="1106573" y="459686"/>
                    </a:cubicBezTo>
                    <a:close/>
                    <a:moveTo>
                      <a:pt x="1537113" y="456248"/>
                    </a:moveTo>
                    <a:cubicBezTo>
                      <a:pt x="1542904" y="456248"/>
                      <a:pt x="1547549" y="457454"/>
                      <a:pt x="1551048" y="459867"/>
                    </a:cubicBezTo>
                    <a:cubicBezTo>
                      <a:pt x="1554547" y="462280"/>
                      <a:pt x="1556296" y="465417"/>
                      <a:pt x="1556296" y="469278"/>
                    </a:cubicBezTo>
                    <a:cubicBezTo>
                      <a:pt x="1556296" y="471088"/>
                      <a:pt x="1555813" y="472626"/>
                      <a:pt x="1554848" y="473893"/>
                    </a:cubicBezTo>
                    <a:cubicBezTo>
                      <a:pt x="1553883" y="475160"/>
                      <a:pt x="1552797" y="475793"/>
                      <a:pt x="1551591" y="475793"/>
                    </a:cubicBezTo>
                    <a:cubicBezTo>
                      <a:pt x="1550384" y="475793"/>
                      <a:pt x="1549117" y="475371"/>
                      <a:pt x="1547790" y="474526"/>
                    </a:cubicBezTo>
                    <a:cubicBezTo>
                      <a:pt x="1546463" y="473682"/>
                      <a:pt x="1544683" y="472113"/>
                      <a:pt x="1542451" y="469821"/>
                    </a:cubicBezTo>
                    <a:cubicBezTo>
                      <a:pt x="1540219" y="467528"/>
                      <a:pt x="1538078" y="465146"/>
                      <a:pt x="1536027" y="462672"/>
                    </a:cubicBezTo>
                    <a:cubicBezTo>
                      <a:pt x="1533976" y="460199"/>
                      <a:pt x="1532950" y="458661"/>
                      <a:pt x="1532950" y="458057"/>
                    </a:cubicBezTo>
                    <a:cubicBezTo>
                      <a:pt x="1532950" y="456851"/>
                      <a:pt x="1534338" y="456248"/>
                      <a:pt x="1537113" y="456248"/>
                    </a:cubicBezTo>
                    <a:close/>
                    <a:moveTo>
                      <a:pt x="1812195" y="455524"/>
                    </a:moveTo>
                    <a:cubicBezTo>
                      <a:pt x="1814608" y="455524"/>
                      <a:pt x="1816840" y="456187"/>
                      <a:pt x="1818891" y="457514"/>
                    </a:cubicBezTo>
                    <a:cubicBezTo>
                      <a:pt x="1820942" y="458842"/>
                      <a:pt x="1821967" y="459807"/>
                      <a:pt x="1821967" y="460410"/>
                    </a:cubicBezTo>
                    <a:cubicBezTo>
                      <a:pt x="1821967" y="461617"/>
                      <a:pt x="1819042" y="462642"/>
                      <a:pt x="1813190" y="463487"/>
                    </a:cubicBezTo>
                    <a:cubicBezTo>
                      <a:pt x="1807338" y="464331"/>
                      <a:pt x="1797083" y="466081"/>
                      <a:pt x="1782424" y="468735"/>
                    </a:cubicBezTo>
                    <a:cubicBezTo>
                      <a:pt x="1767765" y="471389"/>
                      <a:pt x="1757993" y="472716"/>
                      <a:pt x="1753106" y="472716"/>
                    </a:cubicBezTo>
                    <a:cubicBezTo>
                      <a:pt x="1748220" y="472716"/>
                      <a:pt x="1744450" y="472475"/>
                      <a:pt x="1741795" y="471992"/>
                    </a:cubicBezTo>
                    <a:cubicBezTo>
                      <a:pt x="1742037" y="480800"/>
                      <a:pt x="1741102" y="492141"/>
                      <a:pt x="1738990" y="506016"/>
                    </a:cubicBezTo>
                    <a:cubicBezTo>
                      <a:pt x="1736879" y="519891"/>
                      <a:pt x="1733682" y="532197"/>
                      <a:pt x="1729399" y="542935"/>
                    </a:cubicBezTo>
                    <a:cubicBezTo>
                      <a:pt x="1725116" y="553673"/>
                      <a:pt x="1720651" y="561605"/>
                      <a:pt x="1716006" y="566733"/>
                    </a:cubicBezTo>
                    <a:cubicBezTo>
                      <a:pt x="1711361" y="571861"/>
                      <a:pt x="1707108" y="576113"/>
                      <a:pt x="1703248" y="579492"/>
                    </a:cubicBezTo>
                    <a:cubicBezTo>
                      <a:pt x="1699387" y="582870"/>
                      <a:pt x="1696853" y="584559"/>
                      <a:pt x="1695647" y="584559"/>
                    </a:cubicBezTo>
                    <a:cubicBezTo>
                      <a:pt x="1695164" y="584559"/>
                      <a:pt x="1694923" y="584378"/>
                      <a:pt x="1694923" y="584016"/>
                    </a:cubicBezTo>
                    <a:cubicBezTo>
                      <a:pt x="1694923" y="582689"/>
                      <a:pt x="1696552" y="580095"/>
                      <a:pt x="1699809" y="576234"/>
                    </a:cubicBezTo>
                    <a:cubicBezTo>
                      <a:pt x="1711271" y="563204"/>
                      <a:pt x="1719385" y="547127"/>
                      <a:pt x="1724150" y="528004"/>
                    </a:cubicBezTo>
                    <a:cubicBezTo>
                      <a:pt x="1728916" y="508881"/>
                      <a:pt x="1731299" y="492563"/>
                      <a:pt x="1731299" y="479051"/>
                    </a:cubicBezTo>
                    <a:cubicBezTo>
                      <a:pt x="1731299" y="475793"/>
                      <a:pt x="1731057" y="473350"/>
                      <a:pt x="1730575" y="471721"/>
                    </a:cubicBezTo>
                    <a:cubicBezTo>
                      <a:pt x="1730092" y="470092"/>
                      <a:pt x="1729851" y="468584"/>
                      <a:pt x="1729851" y="467197"/>
                    </a:cubicBezTo>
                    <a:cubicBezTo>
                      <a:pt x="1729851" y="465809"/>
                      <a:pt x="1730484" y="465115"/>
                      <a:pt x="1731751" y="465115"/>
                    </a:cubicBezTo>
                    <a:cubicBezTo>
                      <a:pt x="1733018" y="465115"/>
                      <a:pt x="1734858" y="465719"/>
                      <a:pt x="1737271" y="466925"/>
                    </a:cubicBezTo>
                    <a:cubicBezTo>
                      <a:pt x="1749819" y="467770"/>
                      <a:pt x="1770389" y="464633"/>
                      <a:pt x="1798983" y="457514"/>
                    </a:cubicBezTo>
                    <a:cubicBezTo>
                      <a:pt x="1804051" y="456187"/>
                      <a:pt x="1808454" y="455524"/>
                      <a:pt x="1812195" y="455524"/>
                    </a:cubicBezTo>
                    <a:close/>
                    <a:moveTo>
                      <a:pt x="1435405" y="446294"/>
                    </a:moveTo>
                    <a:cubicBezTo>
                      <a:pt x="1437456" y="446294"/>
                      <a:pt x="1441015" y="447832"/>
                      <a:pt x="1446082" y="450909"/>
                    </a:cubicBezTo>
                    <a:cubicBezTo>
                      <a:pt x="1451150" y="453985"/>
                      <a:pt x="1453683" y="456308"/>
                      <a:pt x="1453683" y="457876"/>
                    </a:cubicBezTo>
                    <a:cubicBezTo>
                      <a:pt x="1453683" y="459445"/>
                      <a:pt x="1451632" y="460953"/>
                      <a:pt x="1447530" y="462401"/>
                    </a:cubicBezTo>
                    <a:cubicBezTo>
                      <a:pt x="1445358" y="463125"/>
                      <a:pt x="1442372" y="465085"/>
                      <a:pt x="1438572" y="468282"/>
                    </a:cubicBezTo>
                    <a:cubicBezTo>
                      <a:pt x="1434771" y="471480"/>
                      <a:pt x="1427442" y="478266"/>
                      <a:pt x="1416583" y="488642"/>
                    </a:cubicBezTo>
                    <a:cubicBezTo>
                      <a:pt x="1418031" y="490090"/>
                      <a:pt x="1419177" y="494494"/>
                      <a:pt x="1420022" y="501853"/>
                    </a:cubicBezTo>
                    <a:cubicBezTo>
                      <a:pt x="1437878" y="499682"/>
                      <a:pt x="1449340" y="498113"/>
                      <a:pt x="1454407" y="497148"/>
                    </a:cubicBezTo>
                    <a:cubicBezTo>
                      <a:pt x="1459474" y="496183"/>
                      <a:pt x="1464029" y="495700"/>
                      <a:pt x="1468071" y="495700"/>
                    </a:cubicBezTo>
                    <a:cubicBezTo>
                      <a:pt x="1472113" y="495700"/>
                      <a:pt x="1476426" y="496846"/>
                      <a:pt x="1481010" y="499139"/>
                    </a:cubicBezTo>
                    <a:cubicBezTo>
                      <a:pt x="1485595" y="501431"/>
                      <a:pt x="1487887" y="503603"/>
                      <a:pt x="1487887" y="505654"/>
                    </a:cubicBezTo>
                    <a:cubicBezTo>
                      <a:pt x="1487887" y="508308"/>
                      <a:pt x="1484931" y="509635"/>
                      <a:pt x="1479020" y="509635"/>
                    </a:cubicBezTo>
                    <a:cubicBezTo>
                      <a:pt x="1477210" y="509635"/>
                      <a:pt x="1474344" y="509334"/>
                      <a:pt x="1470423" y="508730"/>
                    </a:cubicBezTo>
                    <a:cubicBezTo>
                      <a:pt x="1466502" y="508127"/>
                      <a:pt x="1460409" y="507826"/>
                      <a:pt x="1452145" y="507826"/>
                    </a:cubicBezTo>
                    <a:cubicBezTo>
                      <a:pt x="1443880" y="507826"/>
                      <a:pt x="1433534" y="508248"/>
                      <a:pt x="1421108" y="509092"/>
                    </a:cubicBezTo>
                    <a:cubicBezTo>
                      <a:pt x="1422797" y="524174"/>
                      <a:pt x="1423641" y="536601"/>
                      <a:pt x="1423641" y="546373"/>
                    </a:cubicBezTo>
                    <a:cubicBezTo>
                      <a:pt x="1423641" y="563867"/>
                      <a:pt x="1421228" y="576294"/>
                      <a:pt x="1416402" y="583654"/>
                    </a:cubicBezTo>
                    <a:cubicBezTo>
                      <a:pt x="1411576" y="591014"/>
                      <a:pt x="1407474" y="594694"/>
                      <a:pt x="1404096" y="594694"/>
                    </a:cubicBezTo>
                    <a:cubicBezTo>
                      <a:pt x="1402166" y="594694"/>
                      <a:pt x="1400959" y="593578"/>
                      <a:pt x="1400476" y="591346"/>
                    </a:cubicBezTo>
                    <a:cubicBezTo>
                      <a:pt x="1399994" y="589113"/>
                      <a:pt x="1398546" y="586700"/>
                      <a:pt x="1396133" y="584106"/>
                    </a:cubicBezTo>
                    <a:cubicBezTo>
                      <a:pt x="1393720" y="581513"/>
                      <a:pt x="1390704" y="578707"/>
                      <a:pt x="1387084" y="575691"/>
                    </a:cubicBezTo>
                    <a:cubicBezTo>
                      <a:pt x="1383465" y="572675"/>
                      <a:pt x="1381655" y="570805"/>
                      <a:pt x="1381655" y="570081"/>
                    </a:cubicBezTo>
                    <a:cubicBezTo>
                      <a:pt x="1381655" y="569357"/>
                      <a:pt x="1382108" y="568995"/>
                      <a:pt x="1383012" y="568995"/>
                    </a:cubicBezTo>
                    <a:cubicBezTo>
                      <a:pt x="1383917" y="568995"/>
                      <a:pt x="1386360" y="569448"/>
                      <a:pt x="1390342" y="570352"/>
                    </a:cubicBezTo>
                    <a:cubicBezTo>
                      <a:pt x="1394323" y="571257"/>
                      <a:pt x="1397762" y="571710"/>
                      <a:pt x="1400657" y="571710"/>
                    </a:cubicBezTo>
                    <a:cubicBezTo>
                      <a:pt x="1403553" y="571710"/>
                      <a:pt x="1405634" y="570805"/>
                      <a:pt x="1406901" y="568995"/>
                    </a:cubicBezTo>
                    <a:cubicBezTo>
                      <a:pt x="1408168" y="567185"/>
                      <a:pt x="1409465" y="563355"/>
                      <a:pt x="1410792" y="557503"/>
                    </a:cubicBezTo>
                    <a:cubicBezTo>
                      <a:pt x="1412119" y="551652"/>
                      <a:pt x="1412753" y="544352"/>
                      <a:pt x="1412692" y="535605"/>
                    </a:cubicBezTo>
                    <a:cubicBezTo>
                      <a:pt x="1412632" y="526858"/>
                      <a:pt x="1411938" y="518262"/>
                      <a:pt x="1410611" y="509816"/>
                    </a:cubicBezTo>
                    <a:cubicBezTo>
                      <a:pt x="1400115" y="510661"/>
                      <a:pt x="1389889" y="511837"/>
                      <a:pt x="1379936" y="513345"/>
                    </a:cubicBezTo>
                    <a:cubicBezTo>
                      <a:pt x="1369982" y="514853"/>
                      <a:pt x="1362954" y="516150"/>
                      <a:pt x="1358852" y="517236"/>
                    </a:cubicBezTo>
                    <a:cubicBezTo>
                      <a:pt x="1354750" y="518322"/>
                      <a:pt x="1351402" y="518865"/>
                      <a:pt x="1348808" y="518865"/>
                    </a:cubicBezTo>
                    <a:cubicBezTo>
                      <a:pt x="1346214" y="518865"/>
                      <a:pt x="1343198" y="517990"/>
                      <a:pt x="1339759" y="516241"/>
                    </a:cubicBezTo>
                    <a:cubicBezTo>
                      <a:pt x="1336321" y="514491"/>
                      <a:pt x="1334602" y="513194"/>
                      <a:pt x="1334602" y="512350"/>
                    </a:cubicBezTo>
                    <a:cubicBezTo>
                      <a:pt x="1334602" y="511505"/>
                      <a:pt x="1336411" y="510962"/>
                      <a:pt x="1340031" y="510721"/>
                    </a:cubicBezTo>
                    <a:lnTo>
                      <a:pt x="1409344" y="503120"/>
                    </a:lnTo>
                    <a:cubicBezTo>
                      <a:pt x="1407776" y="496726"/>
                      <a:pt x="1405845" y="492805"/>
                      <a:pt x="1403553" y="491357"/>
                    </a:cubicBezTo>
                    <a:cubicBezTo>
                      <a:pt x="1400296" y="489426"/>
                      <a:pt x="1398667" y="487767"/>
                      <a:pt x="1398667" y="486380"/>
                    </a:cubicBezTo>
                    <a:cubicBezTo>
                      <a:pt x="1398667" y="484993"/>
                      <a:pt x="1399933" y="484299"/>
                      <a:pt x="1402467" y="484299"/>
                    </a:cubicBezTo>
                    <a:cubicBezTo>
                      <a:pt x="1403312" y="484299"/>
                      <a:pt x="1404880" y="484450"/>
                      <a:pt x="1407173" y="484751"/>
                    </a:cubicBezTo>
                    <a:cubicBezTo>
                      <a:pt x="1409465" y="485053"/>
                      <a:pt x="1411275" y="485445"/>
                      <a:pt x="1412602" y="485928"/>
                    </a:cubicBezTo>
                    <a:cubicBezTo>
                      <a:pt x="1416342" y="481825"/>
                      <a:pt x="1420414" y="476517"/>
                      <a:pt x="1424818" y="470002"/>
                    </a:cubicBezTo>
                    <a:cubicBezTo>
                      <a:pt x="1429221" y="463487"/>
                      <a:pt x="1431423" y="459445"/>
                      <a:pt x="1431423" y="457876"/>
                    </a:cubicBezTo>
                    <a:cubicBezTo>
                      <a:pt x="1431423" y="456308"/>
                      <a:pt x="1430187" y="455524"/>
                      <a:pt x="1427713" y="455524"/>
                    </a:cubicBezTo>
                    <a:cubicBezTo>
                      <a:pt x="1425240" y="455524"/>
                      <a:pt x="1419660" y="456760"/>
                      <a:pt x="1410973" y="459234"/>
                    </a:cubicBezTo>
                    <a:cubicBezTo>
                      <a:pt x="1402286" y="461707"/>
                      <a:pt x="1395862" y="463758"/>
                      <a:pt x="1391699" y="465387"/>
                    </a:cubicBezTo>
                    <a:cubicBezTo>
                      <a:pt x="1387537" y="467016"/>
                      <a:pt x="1384370" y="467830"/>
                      <a:pt x="1382198" y="467830"/>
                    </a:cubicBezTo>
                    <a:cubicBezTo>
                      <a:pt x="1380026" y="467830"/>
                      <a:pt x="1377432" y="466654"/>
                      <a:pt x="1374416" y="464301"/>
                    </a:cubicBezTo>
                    <a:cubicBezTo>
                      <a:pt x="1371400" y="461948"/>
                      <a:pt x="1369892" y="460199"/>
                      <a:pt x="1369892" y="459053"/>
                    </a:cubicBezTo>
                    <a:cubicBezTo>
                      <a:pt x="1369892" y="457907"/>
                      <a:pt x="1371098" y="457334"/>
                      <a:pt x="1373511" y="457334"/>
                    </a:cubicBezTo>
                    <a:lnTo>
                      <a:pt x="1378579" y="457514"/>
                    </a:lnTo>
                    <a:cubicBezTo>
                      <a:pt x="1385697" y="457514"/>
                      <a:pt x="1394384" y="456610"/>
                      <a:pt x="1404639" y="454800"/>
                    </a:cubicBezTo>
                    <a:cubicBezTo>
                      <a:pt x="1414894" y="452990"/>
                      <a:pt x="1422435" y="450939"/>
                      <a:pt x="1427261" y="448647"/>
                    </a:cubicBezTo>
                    <a:cubicBezTo>
                      <a:pt x="1430639" y="447078"/>
                      <a:pt x="1433354" y="446294"/>
                      <a:pt x="1435405" y="446294"/>
                    </a:cubicBezTo>
                    <a:close/>
                    <a:moveTo>
                      <a:pt x="888046" y="446294"/>
                    </a:moveTo>
                    <a:cubicBezTo>
                      <a:pt x="892087" y="446294"/>
                      <a:pt x="895405" y="446656"/>
                      <a:pt x="897999" y="447380"/>
                    </a:cubicBezTo>
                    <a:cubicBezTo>
                      <a:pt x="900593" y="448104"/>
                      <a:pt x="901890" y="449009"/>
                      <a:pt x="901890" y="450095"/>
                    </a:cubicBezTo>
                    <a:cubicBezTo>
                      <a:pt x="901890" y="451180"/>
                      <a:pt x="901378" y="452055"/>
                      <a:pt x="900352" y="452719"/>
                    </a:cubicBezTo>
                    <a:cubicBezTo>
                      <a:pt x="899327" y="453382"/>
                      <a:pt x="895556" y="454528"/>
                      <a:pt x="889041" y="456157"/>
                    </a:cubicBezTo>
                    <a:cubicBezTo>
                      <a:pt x="882526" y="457786"/>
                      <a:pt x="873839" y="459324"/>
                      <a:pt x="862981" y="460772"/>
                    </a:cubicBezTo>
                    <a:cubicBezTo>
                      <a:pt x="868048" y="462702"/>
                      <a:pt x="871426" y="464241"/>
                      <a:pt x="873115" y="465387"/>
                    </a:cubicBezTo>
                    <a:cubicBezTo>
                      <a:pt x="874804" y="466533"/>
                      <a:pt x="875649" y="467800"/>
                      <a:pt x="875649" y="469187"/>
                    </a:cubicBezTo>
                    <a:cubicBezTo>
                      <a:pt x="875649" y="470575"/>
                      <a:pt x="875347" y="472535"/>
                      <a:pt x="874744" y="475069"/>
                    </a:cubicBezTo>
                    <a:cubicBezTo>
                      <a:pt x="873055" y="481222"/>
                      <a:pt x="872210" y="494011"/>
                      <a:pt x="872210" y="513436"/>
                    </a:cubicBezTo>
                    <a:cubicBezTo>
                      <a:pt x="893324" y="511264"/>
                      <a:pt x="906354" y="509726"/>
                      <a:pt x="911301" y="508821"/>
                    </a:cubicBezTo>
                    <a:cubicBezTo>
                      <a:pt x="916248" y="507916"/>
                      <a:pt x="921074" y="507464"/>
                      <a:pt x="925779" y="507464"/>
                    </a:cubicBezTo>
                    <a:cubicBezTo>
                      <a:pt x="930484" y="507464"/>
                      <a:pt x="934798" y="508429"/>
                      <a:pt x="938719" y="510359"/>
                    </a:cubicBezTo>
                    <a:cubicBezTo>
                      <a:pt x="942640" y="512290"/>
                      <a:pt x="944600" y="514099"/>
                      <a:pt x="944600" y="515788"/>
                    </a:cubicBezTo>
                    <a:cubicBezTo>
                      <a:pt x="944600" y="517478"/>
                      <a:pt x="943665" y="518714"/>
                      <a:pt x="941795" y="519498"/>
                    </a:cubicBezTo>
                    <a:cubicBezTo>
                      <a:pt x="939925" y="520283"/>
                      <a:pt x="936668" y="520464"/>
                      <a:pt x="932023" y="520041"/>
                    </a:cubicBezTo>
                    <a:cubicBezTo>
                      <a:pt x="927378" y="519619"/>
                      <a:pt x="919173" y="519408"/>
                      <a:pt x="907410" y="519408"/>
                    </a:cubicBezTo>
                    <a:cubicBezTo>
                      <a:pt x="895647" y="519408"/>
                      <a:pt x="883853" y="519770"/>
                      <a:pt x="872029" y="520494"/>
                    </a:cubicBezTo>
                    <a:cubicBezTo>
                      <a:pt x="872150" y="529301"/>
                      <a:pt x="872210" y="537385"/>
                      <a:pt x="872210" y="544744"/>
                    </a:cubicBezTo>
                    <a:cubicBezTo>
                      <a:pt x="872210" y="552104"/>
                      <a:pt x="871788" y="561756"/>
                      <a:pt x="870944" y="573700"/>
                    </a:cubicBezTo>
                    <a:cubicBezTo>
                      <a:pt x="870099" y="585645"/>
                      <a:pt x="869164" y="592914"/>
                      <a:pt x="868138" y="595508"/>
                    </a:cubicBezTo>
                    <a:cubicBezTo>
                      <a:pt x="867113" y="598102"/>
                      <a:pt x="866178" y="599399"/>
                      <a:pt x="865333" y="599399"/>
                    </a:cubicBezTo>
                    <a:cubicBezTo>
                      <a:pt x="864489" y="599399"/>
                      <a:pt x="863705" y="597981"/>
                      <a:pt x="862981" y="595146"/>
                    </a:cubicBezTo>
                    <a:cubicBezTo>
                      <a:pt x="862257" y="592311"/>
                      <a:pt x="861895" y="587123"/>
                      <a:pt x="861895" y="579582"/>
                    </a:cubicBezTo>
                    <a:cubicBezTo>
                      <a:pt x="861895" y="572042"/>
                      <a:pt x="862015" y="565044"/>
                      <a:pt x="862257" y="558589"/>
                    </a:cubicBezTo>
                    <a:cubicBezTo>
                      <a:pt x="862498" y="552134"/>
                      <a:pt x="862619" y="539677"/>
                      <a:pt x="862619" y="521218"/>
                    </a:cubicBezTo>
                    <a:cubicBezTo>
                      <a:pt x="841384" y="522907"/>
                      <a:pt x="825157" y="525078"/>
                      <a:pt x="813937" y="527733"/>
                    </a:cubicBezTo>
                    <a:cubicBezTo>
                      <a:pt x="809955" y="528577"/>
                      <a:pt x="806728" y="529000"/>
                      <a:pt x="804254" y="529000"/>
                    </a:cubicBezTo>
                    <a:cubicBezTo>
                      <a:pt x="801781" y="529000"/>
                      <a:pt x="798795" y="527974"/>
                      <a:pt x="795296" y="525923"/>
                    </a:cubicBezTo>
                    <a:cubicBezTo>
                      <a:pt x="791797" y="523872"/>
                      <a:pt x="790048" y="522334"/>
                      <a:pt x="790048" y="521308"/>
                    </a:cubicBezTo>
                    <a:cubicBezTo>
                      <a:pt x="790048" y="520283"/>
                      <a:pt x="792340" y="519710"/>
                      <a:pt x="796925" y="519589"/>
                    </a:cubicBezTo>
                    <a:cubicBezTo>
                      <a:pt x="803681" y="519468"/>
                      <a:pt x="814751" y="518654"/>
                      <a:pt x="830134" y="517146"/>
                    </a:cubicBezTo>
                    <a:cubicBezTo>
                      <a:pt x="845517" y="515638"/>
                      <a:pt x="856405" y="514642"/>
                      <a:pt x="862800" y="514160"/>
                    </a:cubicBezTo>
                    <a:cubicBezTo>
                      <a:pt x="862800" y="495821"/>
                      <a:pt x="862619" y="483364"/>
                      <a:pt x="862257" y="476788"/>
                    </a:cubicBezTo>
                    <a:cubicBezTo>
                      <a:pt x="861895" y="470213"/>
                      <a:pt x="860869" y="464995"/>
                      <a:pt x="859180" y="461134"/>
                    </a:cubicBezTo>
                    <a:cubicBezTo>
                      <a:pt x="853751" y="461737"/>
                      <a:pt x="849046" y="462039"/>
                      <a:pt x="845064" y="462039"/>
                    </a:cubicBezTo>
                    <a:cubicBezTo>
                      <a:pt x="841083" y="462039"/>
                      <a:pt x="838006" y="461405"/>
                      <a:pt x="835834" y="460139"/>
                    </a:cubicBezTo>
                    <a:cubicBezTo>
                      <a:pt x="833663" y="458872"/>
                      <a:pt x="832577" y="457907"/>
                      <a:pt x="832577" y="457243"/>
                    </a:cubicBezTo>
                    <a:cubicBezTo>
                      <a:pt x="832577" y="456579"/>
                      <a:pt x="833844" y="456127"/>
                      <a:pt x="836377" y="455886"/>
                    </a:cubicBezTo>
                    <a:cubicBezTo>
                      <a:pt x="846633" y="454800"/>
                      <a:pt x="856466" y="453050"/>
                      <a:pt x="865876" y="450637"/>
                    </a:cubicBezTo>
                    <a:cubicBezTo>
                      <a:pt x="876614" y="447742"/>
                      <a:pt x="884004" y="446294"/>
                      <a:pt x="888046" y="446294"/>
                    </a:cubicBezTo>
                    <a:close/>
                    <a:moveTo>
                      <a:pt x="541660" y="445751"/>
                    </a:moveTo>
                    <a:cubicBezTo>
                      <a:pt x="546787" y="445751"/>
                      <a:pt x="550467" y="446535"/>
                      <a:pt x="552699" y="448104"/>
                    </a:cubicBezTo>
                    <a:cubicBezTo>
                      <a:pt x="554931" y="449672"/>
                      <a:pt x="556047" y="451120"/>
                      <a:pt x="556047" y="452447"/>
                    </a:cubicBezTo>
                    <a:cubicBezTo>
                      <a:pt x="556047" y="453654"/>
                      <a:pt x="555142" y="454649"/>
                      <a:pt x="553333" y="455433"/>
                    </a:cubicBezTo>
                    <a:cubicBezTo>
                      <a:pt x="551523" y="456217"/>
                      <a:pt x="539428" y="457545"/>
                      <a:pt x="517047" y="459415"/>
                    </a:cubicBezTo>
                    <a:cubicBezTo>
                      <a:pt x="494666" y="461285"/>
                      <a:pt x="479736" y="462220"/>
                      <a:pt x="472256" y="462220"/>
                    </a:cubicBezTo>
                    <a:cubicBezTo>
                      <a:pt x="469963" y="462220"/>
                      <a:pt x="467973" y="462160"/>
                      <a:pt x="466284" y="462039"/>
                    </a:cubicBezTo>
                    <a:cubicBezTo>
                      <a:pt x="466284" y="477361"/>
                      <a:pt x="465077" y="512531"/>
                      <a:pt x="462664" y="567547"/>
                    </a:cubicBezTo>
                    <a:cubicBezTo>
                      <a:pt x="500427" y="564410"/>
                      <a:pt x="526669" y="561635"/>
                      <a:pt x="541388" y="559222"/>
                    </a:cubicBezTo>
                    <a:cubicBezTo>
                      <a:pt x="543560" y="558861"/>
                      <a:pt x="545732" y="558679"/>
                      <a:pt x="547903" y="558679"/>
                    </a:cubicBezTo>
                    <a:cubicBezTo>
                      <a:pt x="554660" y="558679"/>
                      <a:pt x="560029" y="560037"/>
                      <a:pt x="564010" y="562751"/>
                    </a:cubicBezTo>
                    <a:cubicBezTo>
                      <a:pt x="567991" y="565466"/>
                      <a:pt x="569982" y="567849"/>
                      <a:pt x="569982" y="569900"/>
                    </a:cubicBezTo>
                    <a:cubicBezTo>
                      <a:pt x="569982" y="571951"/>
                      <a:pt x="567690" y="572977"/>
                      <a:pt x="563105" y="572977"/>
                    </a:cubicBezTo>
                    <a:cubicBezTo>
                      <a:pt x="561537" y="572977"/>
                      <a:pt x="559787" y="572856"/>
                      <a:pt x="557857" y="572615"/>
                    </a:cubicBezTo>
                    <a:cubicBezTo>
                      <a:pt x="550738" y="571649"/>
                      <a:pt x="542203" y="571167"/>
                      <a:pt x="532249" y="571167"/>
                    </a:cubicBezTo>
                    <a:cubicBezTo>
                      <a:pt x="522295" y="571167"/>
                      <a:pt x="511195" y="571589"/>
                      <a:pt x="498949" y="572434"/>
                    </a:cubicBezTo>
                    <a:cubicBezTo>
                      <a:pt x="486704" y="573278"/>
                      <a:pt x="477926" y="574183"/>
                      <a:pt x="472618" y="575148"/>
                    </a:cubicBezTo>
                    <a:cubicBezTo>
                      <a:pt x="467309" y="576113"/>
                      <a:pt x="462845" y="577863"/>
                      <a:pt x="459225" y="580397"/>
                    </a:cubicBezTo>
                    <a:cubicBezTo>
                      <a:pt x="456933" y="581965"/>
                      <a:pt x="455063" y="582749"/>
                      <a:pt x="453615" y="582749"/>
                    </a:cubicBezTo>
                    <a:cubicBezTo>
                      <a:pt x="452167" y="582749"/>
                      <a:pt x="450629" y="581301"/>
                      <a:pt x="449000" y="578406"/>
                    </a:cubicBezTo>
                    <a:cubicBezTo>
                      <a:pt x="447372" y="575510"/>
                      <a:pt x="446557" y="573278"/>
                      <a:pt x="446557" y="571710"/>
                    </a:cubicBezTo>
                    <a:cubicBezTo>
                      <a:pt x="446557" y="570141"/>
                      <a:pt x="447402" y="568362"/>
                      <a:pt x="449091" y="566371"/>
                    </a:cubicBezTo>
                    <a:cubicBezTo>
                      <a:pt x="450780" y="564380"/>
                      <a:pt x="452107" y="560278"/>
                      <a:pt x="453072" y="554065"/>
                    </a:cubicBezTo>
                    <a:cubicBezTo>
                      <a:pt x="454038" y="547851"/>
                      <a:pt x="454852" y="536691"/>
                      <a:pt x="455515" y="520584"/>
                    </a:cubicBezTo>
                    <a:cubicBezTo>
                      <a:pt x="456179" y="504478"/>
                      <a:pt x="456511" y="492563"/>
                      <a:pt x="456511" y="484842"/>
                    </a:cubicBezTo>
                    <a:cubicBezTo>
                      <a:pt x="456511" y="471570"/>
                      <a:pt x="455606" y="463517"/>
                      <a:pt x="453796" y="460682"/>
                    </a:cubicBezTo>
                    <a:cubicBezTo>
                      <a:pt x="451986" y="457846"/>
                      <a:pt x="451082" y="455705"/>
                      <a:pt x="451082" y="454257"/>
                    </a:cubicBezTo>
                    <a:cubicBezTo>
                      <a:pt x="451082" y="452809"/>
                      <a:pt x="452348" y="452085"/>
                      <a:pt x="454882" y="452085"/>
                    </a:cubicBezTo>
                    <a:cubicBezTo>
                      <a:pt x="457416" y="452085"/>
                      <a:pt x="462121" y="453473"/>
                      <a:pt x="468998" y="456248"/>
                    </a:cubicBezTo>
                    <a:cubicBezTo>
                      <a:pt x="478168" y="455765"/>
                      <a:pt x="488302" y="454619"/>
                      <a:pt x="499402" y="452809"/>
                    </a:cubicBezTo>
                    <a:cubicBezTo>
                      <a:pt x="510502" y="450999"/>
                      <a:pt x="520033" y="449069"/>
                      <a:pt x="527996" y="447018"/>
                    </a:cubicBezTo>
                    <a:cubicBezTo>
                      <a:pt x="531977" y="446173"/>
                      <a:pt x="536532" y="445751"/>
                      <a:pt x="541660" y="445751"/>
                    </a:cubicBezTo>
                    <a:close/>
                    <a:moveTo>
                      <a:pt x="649340" y="443037"/>
                    </a:moveTo>
                    <a:cubicBezTo>
                      <a:pt x="650848" y="443037"/>
                      <a:pt x="653683" y="443760"/>
                      <a:pt x="657846" y="445208"/>
                    </a:cubicBezTo>
                    <a:cubicBezTo>
                      <a:pt x="662008" y="446656"/>
                      <a:pt x="664089" y="448647"/>
                      <a:pt x="664089" y="451180"/>
                    </a:cubicBezTo>
                    <a:cubicBezTo>
                      <a:pt x="664089" y="452146"/>
                      <a:pt x="663848" y="453352"/>
                      <a:pt x="663365" y="454800"/>
                    </a:cubicBezTo>
                    <a:cubicBezTo>
                      <a:pt x="662521" y="457816"/>
                      <a:pt x="661797" y="464633"/>
                      <a:pt x="661194" y="475250"/>
                    </a:cubicBezTo>
                    <a:cubicBezTo>
                      <a:pt x="667709" y="473561"/>
                      <a:pt x="671750" y="472716"/>
                      <a:pt x="673319" y="472716"/>
                    </a:cubicBezTo>
                    <a:cubicBezTo>
                      <a:pt x="674887" y="472716"/>
                      <a:pt x="676275" y="472988"/>
                      <a:pt x="677481" y="473531"/>
                    </a:cubicBezTo>
                    <a:cubicBezTo>
                      <a:pt x="678688" y="474074"/>
                      <a:pt x="679291" y="474767"/>
                      <a:pt x="679291" y="475612"/>
                    </a:cubicBezTo>
                    <a:cubicBezTo>
                      <a:pt x="679291" y="478025"/>
                      <a:pt x="673138" y="480679"/>
                      <a:pt x="660832" y="483575"/>
                    </a:cubicBezTo>
                    <a:lnTo>
                      <a:pt x="660289" y="501310"/>
                    </a:lnTo>
                    <a:cubicBezTo>
                      <a:pt x="667045" y="498174"/>
                      <a:pt x="671268" y="496605"/>
                      <a:pt x="672957" y="496605"/>
                    </a:cubicBezTo>
                    <a:cubicBezTo>
                      <a:pt x="674646" y="496605"/>
                      <a:pt x="675491" y="496967"/>
                      <a:pt x="675491" y="497691"/>
                    </a:cubicBezTo>
                    <a:cubicBezTo>
                      <a:pt x="675491" y="498656"/>
                      <a:pt x="670423" y="502034"/>
                      <a:pt x="660289" y="507826"/>
                    </a:cubicBezTo>
                    <a:cubicBezTo>
                      <a:pt x="660168" y="514341"/>
                      <a:pt x="660168" y="519830"/>
                      <a:pt x="660289" y="524294"/>
                    </a:cubicBezTo>
                    <a:lnTo>
                      <a:pt x="660470" y="534791"/>
                    </a:lnTo>
                    <a:cubicBezTo>
                      <a:pt x="660470" y="539737"/>
                      <a:pt x="659625" y="543840"/>
                      <a:pt x="657936" y="547097"/>
                    </a:cubicBezTo>
                    <a:cubicBezTo>
                      <a:pt x="656247" y="550355"/>
                      <a:pt x="654859" y="551983"/>
                      <a:pt x="653774" y="551983"/>
                    </a:cubicBezTo>
                    <a:cubicBezTo>
                      <a:pt x="652688" y="551983"/>
                      <a:pt x="651662" y="551320"/>
                      <a:pt x="650697" y="549993"/>
                    </a:cubicBezTo>
                    <a:cubicBezTo>
                      <a:pt x="646836" y="544925"/>
                      <a:pt x="643096" y="541125"/>
                      <a:pt x="639477" y="538591"/>
                    </a:cubicBezTo>
                    <a:cubicBezTo>
                      <a:pt x="638029" y="537505"/>
                      <a:pt x="637305" y="536661"/>
                      <a:pt x="637305" y="536058"/>
                    </a:cubicBezTo>
                    <a:cubicBezTo>
                      <a:pt x="637305" y="535454"/>
                      <a:pt x="637727" y="535153"/>
                      <a:pt x="638572" y="535153"/>
                    </a:cubicBezTo>
                    <a:cubicBezTo>
                      <a:pt x="639416" y="535153"/>
                      <a:pt x="640653" y="535304"/>
                      <a:pt x="642282" y="535605"/>
                    </a:cubicBezTo>
                    <a:cubicBezTo>
                      <a:pt x="643910" y="535907"/>
                      <a:pt x="645690" y="536058"/>
                      <a:pt x="647620" y="536058"/>
                    </a:cubicBezTo>
                    <a:cubicBezTo>
                      <a:pt x="649551" y="536058"/>
                      <a:pt x="650788" y="535304"/>
                      <a:pt x="651330" y="533795"/>
                    </a:cubicBezTo>
                    <a:cubicBezTo>
                      <a:pt x="651873" y="532287"/>
                      <a:pt x="652627" y="524898"/>
                      <a:pt x="653593" y="511626"/>
                    </a:cubicBezTo>
                    <a:cubicBezTo>
                      <a:pt x="640924" y="518624"/>
                      <a:pt x="632600" y="523510"/>
                      <a:pt x="628618" y="526285"/>
                    </a:cubicBezTo>
                    <a:cubicBezTo>
                      <a:pt x="626929" y="527371"/>
                      <a:pt x="625240" y="527914"/>
                      <a:pt x="623551" y="527914"/>
                    </a:cubicBezTo>
                    <a:cubicBezTo>
                      <a:pt x="621862" y="527914"/>
                      <a:pt x="619690" y="526768"/>
                      <a:pt x="617036" y="524475"/>
                    </a:cubicBezTo>
                    <a:cubicBezTo>
                      <a:pt x="614381" y="522183"/>
                      <a:pt x="613054" y="520494"/>
                      <a:pt x="613054" y="519408"/>
                    </a:cubicBezTo>
                    <a:cubicBezTo>
                      <a:pt x="613054" y="518322"/>
                      <a:pt x="614653" y="517779"/>
                      <a:pt x="617850" y="517779"/>
                    </a:cubicBezTo>
                    <a:cubicBezTo>
                      <a:pt x="621047" y="517779"/>
                      <a:pt x="624999" y="516904"/>
                      <a:pt x="629704" y="515155"/>
                    </a:cubicBezTo>
                    <a:cubicBezTo>
                      <a:pt x="634409" y="513406"/>
                      <a:pt x="642433" y="509816"/>
                      <a:pt x="653774" y="504387"/>
                    </a:cubicBezTo>
                    <a:cubicBezTo>
                      <a:pt x="654136" y="497751"/>
                      <a:pt x="654256" y="491357"/>
                      <a:pt x="654136" y="485204"/>
                    </a:cubicBezTo>
                    <a:cubicBezTo>
                      <a:pt x="647862" y="486893"/>
                      <a:pt x="643458" y="487737"/>
                      <a:pt x="640924" y="487737"/>
                    </a:cubicBezTo>
                    <a:cubicBezTo>
                      <a:pt x="636581" y="487737"/>
                      <a:pt x="633414" y="487225"/>
                      <a:pt x="631423" y="486199"/>
                    </a:cubicBezTo>
                    <a:cubicBezTo>
                      <a:pt x="629432" y="485174"/>
                      <a:pt x="628437" y="484269"/>
                      <a:pt x="628437" y="483484"/>
                    </a:cubicBezTo>
                    <a:cubicBezTo>
                      <a:pt x="628437" y="482700"/>
                      <a:pt x="629221" y="482187"/>
                      <a:pt x="630790" y="481946"/>
                    </a:cubicBezTo>
                    <a:cubicBezTo>
                      <a:pt x="638149" y="480740"/>
                      <a:pt x="645931" y="479111"/>
                      <a:pt x="654136" y="477060"/>
                    </a:cubicBezTo>
                    <a:cubicBezTo>
                      <a:pt x="654015" y="467770"/>
                      <a:pt x="653562" y="461315"/>
                      <a:pt x="652778" y="457695"/>
                    </a:cubicBezTo>
                    <a:cubicBezTo>
                      <a:pt x="651994" y="454076"/>
                      <a:pt x="650456" y="450517"/>
                      <a:pt x="648163" y="447018"/>
                    </a:cubicBezTo>
                    <a:cubicBezTo>
                      <a:pt x="647439" y="445932"/>
                      <a:pt x="647078" y="444997"/>
                      <a:pt x="647078" y="444213"/>
                    </a:cubicBezTo>
                    <a:cubicBezTo>
                      <a:pt x="647078" y="443429"/>
                      <a:pt x="647832" y="443037"/>
                      <a:pt x="649340" y="443037"/>
                    </a:cubicBezTo>
                    <a:close/>
                    <a:moveTo>
                      <a:pt x="1007942" y="442494"/>
                    </a:moveTo>
                    <a:cubicBezTo>
                      <a:pt x="1009269" y="442494"/>
                      <a:pt x="1011441" y="443821"/>
                      <a:pt x="1014457" y="446475"/>
                    </a:cubicBezTo>
                    <a:cubicBezTo>
                      <a:pt x="1017473" y="449129"/>
                      <a:pt x="1018981" y="451180"/>
                      <a:pt x="1018981" y="452628"/>
                    </a:cubicBezTo>
                    <a:cubicBezTo>
                      <a:pt x="1018981" y="453955"/>
                      <a:pt x="1017895" y="455554"/>
                      <a:pt x="1015724" y="457424"/>
                    </a:cubicBezTo>
                    <a:cubicBezTo>
                      <a:pt x="1013552" y="459294"/>
                      <a:pt x="1010325" y="462823"/>
                      <a:pt x="1006041" y="468011"/>
                    </a:cubicBezTo>
                    <a:cubicBezTo>
                      <a:pt x="1001758" y="473199"/>
                      <a:pt x="996842" y="477814"/>
                      <a:pt x="991292" y="481856"/>
                    </a:cubicBezTo>
                    <a:cubicBezTo>
                      <a:pt x="985742" y="485897"/>
                      <a:pt x="982183" y="487918"/>
                      <a:pt x="980615" y="487918"/>
                    </a:cubicBezTo>
                    <a:cubicBezTo>
                      <a:pt x="980132" y="487918"/>
                      <a:pt x="979891" y="487677"/>
                      <a:pt x="979891" y="487194"/>
                    </a:cubicBezTo>
                    <a:cubicBezTo>
                      <a:pt x="979891" y="485867"/>
                      <a:pt x="981731" y="483605"/>
                      <a:pt x="985410" y="480408"/>
                    </a:cubicBezTo>
                    <a:cubicBezTo>
                      <a:pt x="989090" y="477211"/>
                      <a:pt x="993434" y="471872"/>
                      <a:pt x="998441" y="464392"/>
                    </a:cubicBezTo>
                    <a:cubicBezTo>
                      <a:pt x="1003448" y="456911"/>
                      <a:pt x="1005951" y="450879"/>
                      <a:pt x="1005951" y="446294"/>
                    </a:cubicBezTo>
                    <a:cubicBezTo>
                      <a:pt x="1005951" y="443760"/>
                      <a:pt x="1006615" y="442494"/>
                      <a:pt x="1007942" y="442494"/>
                    </a:cubicBezTo>
                    <a:close/>
                    <a:moveTo>
                      <a:pt x="1213982" y="440503"/>
                    </a:moveTo>
                    <a:cubicBezTo>
                      <a:pt x="1215611" y="440503"/>
                      <a:pt x="1218838" y="441438"/>
                      <a:pt x="1223664" y="443308"/>
                    </a:cubicBezTo>
                    <a:cubicBezTo>
                      <a:pt x="1228490" y="445178"/>
                      <a:pt x="1230903" y="447682"/>
                      <a:pt x="1230903" y="450818"/>
                    </a:cubicBezTo>
                    <a:cubicBezTo>
                      <a:pt x="1230903" y="452025"/>
                      <a:pt x="1230541" y="453835"/>
                      <a:pt x="1229817" y="456248"/>
                    </a:cubicBezTo>
                    <a:cubicBezTo>
                      <a:pt x="1228490" y="460591"/>
                      <a:pt x="1227645" y="468192"/>
                      <a:pt x="1227283" y="479051"/>
                    </a:cubicBezTo>
                    <a:cubicBezTo>
                      <a:pt x="1243933" y="476276"/>
                      <a:pt x="1253706" y="474405"/>
                      <a:pt x="1256601" y="473440"/>
                    </a:cubicBezTo>
                    <a:cubicBezTo>
                      <a:pt x="1259618" y="472113"/>
                      <a:pt x="1261880" y="471450"/>
                      <a:pt x="1263388" y="471450"/>
                    </a:cubicBezTo>
                    <a:cubicBezTo>
                      <a:pt x="1264896" y="471450"/>
                      <a:pt x="1268395" y="472988"/>
                      <a:pt x="1273884" y="476064"/>
                    </a:cubicBezTo>
                    <a:cubicBezTo>
                      <a:pt x="1279374" y="479141"/>
                      <a:pt x="1282119" y="481645"/>
                      <a:pt x="1282119" y="483575"/>
                    </a:cubicBezTo>
                    <a:cubicBezTo>
                      <a:pt x="1282119" y="484902"/>
                      <a:pt x="1281184" y="486289"/>
                      <a:pt x="1279314" y="487737"/>
                    </a:cubicBezTo>
                    <a:cubicBezTo>
                      <a:pt x="1277444" y="489185"/>
                      <a:pt x="1275815" y="491266"/>
                      <a:pt x="1274427" y="493981"/>
                    </a:cubicBezTo>
                    <a:cubicBezTo>
                      <a:pt x="1273040" y="496696"/>
                      <a:pt x="1271864" y="499953"/>
                      <a:pt x="1270898" y="503754"/>
                    </a:cubicBezTo>
                    <a:cubicBezTo>
                      <a:pt x="1269933" y="507554"/>
                      <a:pt x="1268304" y="512923"/>
                      <a:pt x="1266012" y="519860"/>
                    </a:cubicBezTo>
                    <a:cubicBezTo>
                      <a:pt x="1263720" y="526798"/>
                      <a:pt x="1261427" y="531684"/>
                      <a:pt x="1259135" y="534519"/>
                    </a:cubicBezTo>
                    <a:cubicBezTo>
                      <a:pt x="1256843" y="537355"/>
                      <a:pt x="1255063" y="538772"/>
                      <a:pt x="1253796" y="538772"/>
                    </a:cubicBezTo>
                    <a:cubicBezTo>
                      <a:pt x="1252529" y="538772"/>
                      <a:pt x="1251444" y="538018"/>
                      <a:pt x="1250539" y="536510"/>
                    </a:cubicBezTo>
                    <a:cubicBezTo>
                      <a:pt x="1249634" y="535002"/>
                      <a:pt x="1248156" y="534248"/>
                      <a:pt x="1246105" y="534248"/>
                    </a:cubicBezTo>
                    <a:cubicBezTo>
                      <a:pt x="1244054" y="534248"/>
                      <a:pt x="1237478" y="535032"/>
                      <a:pt x="1226379" y="536601"/>
                    </a:cubicBezTo>
                    <a:cubicBezTo>
                      <a:pt x="1226258" y="544081"/>
                      <a:pt x="1226439" y="549963"/>
                      <a:pt x="1226922" y="554246"/>
                    </a:cubicBezTo>
                    <a:cubicBezTo>
                      <a:pt x="1227404" y="558529"/>
                      <a:pt x="1228369" y="561726"/>
                      <a:pt x="1229817" y="563837"/>
                    </a:cubicBezTo>
                    <a:cubicBezTo>
                      <a:pt x="1231265" y="565949"/>
                      <a:pt x="1234432" y="567638"/>
                      <a:pt x="1239318" y="568905"/>
                    </a:cubicBezTo>
                    <a:cubicBezTo>
                      <a:pt x="1244205" y="570171"/>
                      <a:pt x="1249785" y="570805"/>
                      <a:pt x="1256058" y="570805"/>
                    </a:cubicBezTo>
                    <a:cubicBezTo>
                      <a:pt x="1262332" y="570805"/>
                      <a:pt x="1268395" y="570322"/>
                      <a:pt x="1274246" y="569357"/>
                    </a:cubicBezTo>
                    <a:cubicBezTo>
                      <a:pt x="1280098" y="568392"/>
                      <a:pt x="1283808" y="567155"/>
                      <a:pt x="1285376" y="565647"/>
                    </a:cubicBezTo>
                    <a:cubicBezTo>
                      <a:pt x="1286945" y="564139"/>
                      <a:pt x="1288332" y="562058"/>
                      <a:pt x="1289539" y="559403"/>
                    </a:cubicBezTo>
                    <a:cubicBezTo>
                      <a:pt x="1290745" y="556749"/>
                      <a:pt x="1292314" y="550656"/>
                      <a:pt x="1294244" y="541125"/>
                    </a:cubicBezTo>
                    <a:cubicBezTo>
                      <a:pt x="1294727" y="538712"/>
                      <a:pt x="1295390" y="537505"/>
                      <a:pt x="1296235" y="537505"/>
                    </a:cubicBezTo>
                    <a:cubicBezTo>
                      <a:pt x="1297079" y="537505"/>
                      <a:pt x="1297653" y="539044"/>
                      <a:pt x="1297954" y="542120"/>
                    </a:cubicBezTo>
                    <a:cubicBezTo>
                      <a:pt x="1298256" y="545197"/>
                      <a:pt x="1299040" y="549178"/>
                      <a:pt x="1300307" y="554065"/>
                    </a:cubicBezTo>
                    <a:cubicBezTo>
                      <a:pt x="1301574" y="558951"/>
                      <a:pt x="1302629" y="562148"/>
                      <a:pt x="1303474" y="563656"/>
                    </a:cubicBezTo>
                    <a:cubicBezTo>
                      <a:pt x="1304318" y="565164"/>
                      <a:pt x="1304741" y="566461"/>
                      <a:pt x="1304741" y="567547"/>
                    </a:cubicBezTo>
                    <a:cubicBezTo>
                      <a:pt x="1304741" y="570925"/>
                      <a:pt x="1300307" y="574274"/>
                      <a:pt x="1291439" y="577591"/>
                    </a:cubicBezTo>
                    <a:cubicBezTo>
                      <a:pt x="1282571" y="580909"/>
                      <a:pt x="1272346" y="582568"/>
                      <a:pt x="1260764" y="582568"/>
                    </a:cubicBezTo>
                    <a:cubicBezTo>
                      <a:pt x="1252439" y="582568"/>
                      <a:pt x="1245381" y="581663"/>
                      <a:pt x="1239590" y="579854"/>
                    </a:cubicBezTo>
                    <a:cubicBezTo>
                      <a:pt x="1233799" y="578044"/>
                      <a:pt x="1229274" y="575601"/>
                      <a:pt x="1226017" y="572524"/>
                    </a:cubicBezTo>
                    <a:cubicBezTo>
                      <a:pt x="1222759" y="569448"/>
                      <a:pt x="1220617" y="565376"/>
                      <a:pt x="1219592" y="560308"/>
                    </a:cubicBezTo>
                    <a:cubicBezTo>
                      <a:pt x="1218567" y="555241"/>
                      <a:pt x="1218114" y="547700"/>
                      <a:pt x="1218235" y="537686"/>
                    </a:cubicBezTo>
                    <a:cubicBezTo>
                      <a:pt x="1208703" y="539134"/>
                      <a:pt x="1201645" y="539979"/>
                      <a:pt x="1197061" y="540220"/>
                    </a:cubicBezTo>
                    <a:cubicBezTo>
                      <a:pt x="1196940" y="543357"/>
                      <a:pt x="1196035" y="544925"/>
                      <a:pt x="1194346" y="544925"/>
                    </a:cubicBezTo>
                    <a:cubicBezTo>
                      <a:pt x="1193381" y="544925"/>
                      <a:pt x="1192416" y="544081"/>
                      <a:pt x="1191450" y="542392"/>
                    </a:cubicBezTo>
                    <a:cubicBezTo>
                      <a:pt x="1190485" y="540703"/>
                      <a:pt x="1189761" y="538712"/>
                      <a:pt x="1189279" y="536420"/>
                    </a:cubicBezTo>
                    <a:cubicBezTo>
                      <a:pt x="1186504" y="523631"/>
                      <a:pt x="1183849" y="512893"/>
                      <a:pt x="1181316" y="504206"/>
                    </a:cubicBezTo>
                    <a:cubicBezTo>
                      <a:pt x="1178782" y="495519"/>
                      <a:pt x="1176731" y="490422"/>
                      <a:pt x="1175163" y="488914"/>
                    </a:cubicBezTo>
                    <a:cubicBezTo>
                      <a:pt x="1173594" y="487406"/>
                      <a:pt x="1172810" y="485988"/>
                      <a:pt x="1172810" y="484661"/>
                    </a:cubicBezTo>
                    <a:cubicBezTo>
                      <a:pt x="1172810" y="483334"/>
                      <a:pt x="1173896" y="482670"/>
                      <a:pt x="1176068" y="482670"/>
                    </a:cubicBezTo>
                    <a:cubicBezTo>
                      <a:pt x="1178239" y="482670"/>
                      <a:pt x="1181497" y="483635"/>
                      <a:pt x="1185840" y="485566"/>
                    </a:cubicBezTo>
                    <a:cubicBezTo>
                      <a:pt x="1197784" y="483877"/>
                      <a:pt x="1208643" y="482187"/>
                      <a:pt x="1218416" y="480498"/>
                    </a:cubicBezTo>
                    <a:cubicBezTo>
                      <a:pt x="1218295" y="466020"/>
                      <a:pt x="1217119" y="456519"/>
                      <a:pt x="1214887" y="451995"/>
                    </a:cubicBezTo>
                    <a:cubicBezTo>
                      <a:pt x="1212655" y="447470"/>
                      <a:pt x="1211539" y="444424"/>
                      <a:pt x="1211539" y="442856"/>
                    </a:cubicBezTo>
                    <a:cubicBezTo>
                      <a:pt x="1211539" y="441287"/>
                      <a:pt x="1212353" y="440503"/>
                      <a:pt x="1213982" y="440503"/>
                    </a:cubicBezTo>
                    <a:close/>
                    <a:moveTo>
                      <a:pt x="1042055" y="439960"/>
                    </a:moveTo>
                    <a:cubicBezTo>
                      <a:pt x="1043684" y="439960"/>
                      <a:pt x="1045765" y="440624"/>
                      <a:pt x="1048299" y="441951"/>
                    </a:cubicBezTo>
                    <a:cubicBezTo>
                      <a:pt x="1050833" y="443278"/>
                      <a:pt x="1052100" y="444635"/>
                      <a:pt x="1052100" y="446023"/>
                    </a:cubicBezTo>
                    <a:cubicBezTo>
                      <a:pt x="1052100" y="447410"/>
                      <a:pt x="1051466" y="448677"/>
                      <a:pt x="1050199" y="449823"/>
                    </a:cubicBezTo>
                    <a:cubicBezTo>
                      <a:pt x="1048933" y="450969"/>
                      <a:pt x="1046731" y="453714"/>
                      <a:pt x="1043594" y="458057"/>
                    </a:cubicBezTo>
                    <a:cubicBezTo>
                      <a:pt x="1044921" y="458299"/>
                      <a:pt x="1046188" y="458419"/>
                      <a:pt x="1047394" y="458419"/>
                    </a:cubicBezTo>
                    <a:cubicBezTo>
                      <a:pt x="1050652" y="458419"/>
                      <a:pt x="1053457" y="457635"/>
                      <a:pt x="1055810" y="456067"/>
                    </a:cubicBezTo>
                    <a:cubicBezTo>
                      <a:pt x="1058162" y="454498"/>
                      <a:pt x="1060002" y="453714"/>
                      <a:pt x="1061329" y="453714"/>
                    </a:cubicBezTo>
                    <a:cubicBezTo>
                      <a:pt x="1062656" y="453714"/>
                      <a:pt x="1064828" y="454408"/>
                      <a:pt x="1067844" y="455795"/>
                    </a:cubicBezTo>
                    <a:cubicBezTo>
                      <a:pt x="1070861" y="457183"/>
                      <a:pt x="1072369" y="458510"/>
                      <a:pt x="1072369" y="459777"/>
                    </a:cubicBezTo>
                    <a:cubicBezTo>
                      <a:pt x="1072369" y="461044"/>
                      <a:pt x="1070861" y="462340"/>
                      <a:pt x="1067844" y="463668"/>
                    </a:cubicBezTo>
                    <a:cubicBezTo>
                      <a:pt x="1063501" y="465839"/>
                      <a:pt x="1056383" y="472837"/>
                      <a:pt x="1046489" y="484661"/>
                    </a:cubicBezTo>
                    <a:cubicBezTo>
                      <a:pt x="1054090" y="483092"/>
                      <a:pt x="1058615" y="482006"/>
                      <a:pt x="1060062" y="481403"/>
                    </a:cubicBezTo>
                    <a:cubicBezTo>
                      <a:pt x="1062475" y="480076"/>
                      <a:pt x="1064436" y="479412"/>
                      <a:pt x="1065944" y="479412"/>
                    </a:cubicBezTo>
                    <a:cubicBezTo>
                      <a:pt x="1067452" y="479412"/>
                      <a:pt x="1070137" y="480317"/>
                      <a:pt x="1073998" y="482127"/>
                    </a:cubicBezTo>
                    <a:cubicBezTo>
                      <a:pt x="1077858" y="483937"/>
                      <a:pt x="1079789" y="485626"/>
                      <a:pt x="1079789" y="487194"/>
                    </a:cubicBezTo>
                    <a:cubicBezTo>
                      <a:pt x="1079789" y="488763"/>
                      <a:pt x="1079005" y="490030"/>
                      <a:pt x="1077436" y="490995"/>
                    </a:cubicBezTo>
                    <a:cubicBezTo>
                      <a:pt x="1075747" y="492322"/>
                      <a:pt x="1073937" y="495459"/>
                      <a:pt x="1072007" y="500406"/>
                    </a:cubicBezTo>
                    <a:cubicBezTo>
                      <a:pt x="1077557" y="499802"/>
                      <a:pt x="1084223" y="498686"/>
                      <a:pt x="1092005" y="497058"/>
                    </a:cubicBezTo>
                    <a:cubicBezTo>
                      <a:pt x="1099786" y="495429"/>
                      <a:pt x="1105970" y="493860"/>
                      <a:pt x="1110554" y="492352"/>
                    </a:cubicBezTo>
                    <a:cubicBezTo>
                      <a:pt x="1115139" y="490844"/>
                      <a:pt x="1118940" y="490090"/>
                      <a:pt x="1121956" y="490090"/>
                    </a:cubicBezTo>
                    <a:cubicBezTo>
                      <a:pt x="1124972" y="490090"/>
                      <a:pt x="1127988" y="490904"/>
                      <a:pt x="1131005" y="492533"/>
                    </a:cubicBezTo>
                    <a:cubicBezTo>
                      <a:pt x="1134021" y="494162"/>
                      <a:pt x="1135529" y="495821"/>
                      <a:pt x="1135529" y="497510"/>
                    </a:cubicBezTo>
                    <a:cubicBezTo>
                      <a:pt x="1135529" y="500044"/>
                      <a:pt x="1132814" y="501009"/>
                      <a:pt x="1127385" y="500406"/>
                    </a:cubicBezTo>
                    <a:cubicBezTo>
                      <a:pt x="1126179" y="500285"/>
                      <a:pt x="1124731" y="500225"/>
                      <a:pt x="1123042" y="500225"/>
                    </a:cubicBezTo>
                    <a:cubicBezTo>
                      <a:pt x="1115682" y="500225"/>
                      <a:pt x="1106633" y="501009"/>
                      <a:pt x="1095896" y="502577"/>
                    </a:cubicBezTo>
                    <a:cubicBezTo>
                      <a:pt x="1098309" y="504266"/>
                      <a:pt x="1100028" y="505684"/>
                      <a:pt x="1101053" y="506830"/>
                    </a:cubicBezTo>
                    <a:cubicBezTo>
                      <a:pt x="1102079" y="507976"/>
                      <a:pt x="1102592" y="509304"/>
                      <a:pt x="1102592" y="510812"/>
                    </a:cubicBezTo>
                    <a:cubicBezTo>
                      <a:pt x="1102592" y="512320"/>
                      <a:pt x="1102411" y="514009"/>
                      <a:pt x="1102049" y="515879"/>
                    </a:cubicBezTo>
                    <a:cubicBezTo>
                      <a:pt x="1101687" y="517749"/>
                      <a:pt x="1101506" y="519830"/>
                      <a:pt x="1101506" y="522123"/>
                    </a:cubicBezTo>
                    <a:cubicBezTo>
                      <a:pt x="1101506" y="524415"/>
                      <a:pt x="1101838" y="531744"/>
                      <a:pt x="1102501" y="544111"/>
                    </a:cubicBezTo>
                    <a:cubicBezTo>
                      <a:pt x="1103165" y="556478"/>
                      <a:pt x="1103496" y="565526"/>
                      <a:pt x="1103496" y="571257"/>
                    </a:cubicBezTo>
                    <a:cubicBezTo>
                      <a:pt x="1103496" y="576988"/>
                      <a:pt x="1102139" y="582267"/>
                      <a:pt x="1099425" y="587093"/>
                    </a:cubicBezTo>
                    <a:cubicBezTo>
                      <a:pt x="1096710" y="591919"/>
                      <a:pt x="1094508" y="594332"/>
                      <a:pt x="1092819" y="594332"/>
                    </a:cubicBezTo>
                    <a:cubicBezTo>
                      <a:pt x="1091130" y="594332"/>
                      <a:pt x="1089712" y="593216"/>
                      <a:pt x="1088566" y="590984"/>
                    </a:cubicBezTo>
                    <a:cubicBezTo>
                      <a:pt x="1087420" y="588752"/>
                      <a:pt x="1085851" y="586278"/>
                      <a:pt x="1083861" y="583564"/>
                    </a:cubicBezTo>
                    <a:cubicBezTo>
                      <a:pt x="1081870" y="580849"/>
                      <a:pt x="1079879" y="578587"/>
                      <a:pt x="1077889" y="576777"/>
                    </a:cubicBezTo>
                    <a:cubicBezTo>
                      <a:pt x="1075898" y="574967"/>
                      <a:pt x="1074902" y="573791"/>
                      <a:pt x="1074902" y="573248"/>
                    </a:cubicBezTo>
                    <a:cubicBezTo>
                      <a:pt x="1074902" y="572705"/>
                      <a:pt x="1075385" y="572434"/>
                      <a:pt x="1076350" y="572434"/>
                    </a:cubicBezTo>
                    <a:cubicBezTo>
                      <a:pt x="1077315" y="572434"/>
                      <a:pt x="1079216" y="572705"/>
                      <a:pt x="1082051" y="573248"/>
                    </a:cubicBezTo>
                    <a:cubicBezTo>
                      <a:pt x="1084886" y="573791"/>
                      <a:pt x="1087088" y="574062"/>
                      <a:pt x="1088657" y="574062"/>
                    </a:cubicBezTo>
                    <a:cubicBezTo>
                      <a:pt x="1090225" y="574062"/>
                      <a:pt x="1091341" y="573399"/>
                      <a:pt x="1092005" y="572072"/>
                    </a:cubicBezTo>
                    <a:cubicBezTo>
                      <a:pt x="1092668" y="570745"/>
                      <a:pt x="1093181" y="567608"/>
                      <a:pt x="1093543" y="562661"/>
                    </a:cubicBezTo>
                    <a:cubicBezTo>
                      <a:pt x="1093905" y="557714"/>
                      <a:pt x="1094086" y="551501"/>
                      <a:pt x="1094086" y="544021"/>
                    </a:cubicBezTo>
                    <a:cubicBezTo>
                      <a:pt x="1094086" y="536540"/>
                      <a:pt x="1093754" y="528698"/>
                      <a:pt x="1093090" y="520494"/>
                    </a:cubicBezTo>
                    <a:cubicBezTo>
                      <a:pt x="1092427" y="512290"/>
                      <a:pt x="1091431" y="506679"/>
                      <a:pt x="1090104" y="503663"/>
                    </a:cubicBezTo>
                    <a:cubicBezTo>
                      <a:pt x="1085037" y="504749"/>
                      <a:pt x="1081297" y="505292"/>
                      <a:pt x="1078884" y="505292"/>
                    </a:cubicBezTo>
                    <a:cubicBezTo>
                      <a:pt x="1076471" y="505292"/>
                      <a:pt x="1073817" y="504628"/>
                      <a:pt x="1070921" y="503301"/>
                    </a:cubicBezTo>
                    <a:cubicBezTo>
                      <a:pt x="1067543" y="511747"/>
                      <a:pt x="1065612" y="516362"/>
                      <a:pt x="1065130" y="517146"/>
                    </a:cubicBezTo>
                    <a:cubicBezTo>
                      <a:pt x="1064647" y="517930"/>
                      <a:pt x="1063984" y="518322"/>
                      <a:pt x="1063139" y="518322"/>
                    </a:cubicBezTo>
                    <a:cubicBezTo>
                      <a:pt x="1062295" y="518322"/>
                      <a:pt x="1061571" y="518111"/>
                      <a:pt x="1060967" y="517689"/>
                    </a:cubicBezTo>
                    <a:cubicBezTo>
                      <a:pt x="1060364" y="517266"/>
                      <a:pt x="1059701" y="517055"/>
                      <a:pt x="1058977" y="517055"/>
                    </a:cubicBezTo>
                    <a:cubicBezTo>
                      <a:pt x="1054392" y="517055"/>
                      <a:pt x="1045102" y="518624"/>
                      <a:pt x="1031107" y="521761"/>
                    </a:cubicBezTo>
                    <a:cubicBezTo>
                      <a:pt x="1030624" y="523088"/>
                      <a:pt x="1029840" y="523751"/>
                      <a:pt x="1028754" y="523751"/>
                    </a:cubicBezTo>
                    <a:cubicBezTo>
                      <a:pt x="1027668" y="523751"/>
                      <a:pt x="1026914" y="523299"/>
                      <a:pt x="1026492" y="522394"/>
                    </a:cubicBezTo>
                    <a:cubicBezTo>
                      <a:pt x="1026069" y="521489"/>
                      <a:pt x="1025587" y="518775"/>
                      <a:pt x="1025044" y="514250"/>
                    </a:cubicBezTo>
                    <a:cubicBezTo>
                      <a:pt x="1024501" y="509726"/>
                      <a:pt x="1023717" y="505232"/>
                      <a:pt x="1022691" y="500768"/>
                    </a:cubicBezTo>
                    <a:cubicBezTo>
                      <a:pt x="1021666" y="496303"/>
                      <a:pt x="1020821" y="493378"/>
                      <a:pt x="1020158" y="491990"/>
                    </a:cubicBezTo>
                    <a:cubicBezTo>
                      <a:pt x="1019494" y="490603"/>
                      <a:pt x="1019162" y="489487"/>
                      <a:pt x="1019162" y="488642"/>
                    </a:cubicBezTo>
                    <a:cubicBezTo>
                      <a:pt x="1019162" y="487798"/>
                      <a:pt x="1019916" y="487375"/>
                      <a:pt x="1021424" y="487375"/>
                    </a:cubicBezTo>
                    <a:cubicBezTo>
                      <a:pt x="1022932" y="487375"/>
                      <a:pt x="1024169" y="487677"/>
                      <a:pt x="1025134" y="488280"/>
                    </a:cubicBezTo>
                    <a:cubicBezTo>
                      <a:pt x="1030925" y="487436"/>
                      <a:pt x="1036234" y="486531"/>
                      <a:pt x="1041060" y="485566"/>
                    </a:cubicBezTo>
                    <a:cubicBezTo>
                      <a:pt x="1049988" y="473018"/>
                      <a:pt x="1054452" y="465719"/>
                      <a:pt x="1054452" y="463668"/>
                    </a:cubicBezTo>
                    <a:cubicBezTo>
                      <a:pt x="1054452" y="462944"/>
                      <a:pt x="1054151" y="462582"/>
                      <a:pt x="1053547" y="462582"/>
                    </a:cubicBezTo>
                    <a:cubicBezTo>
                      <a:pt x="1052944" y="462582"/>
                      <a:pt x="1052281" y="462642"/>
                      <a:pt x="1051557" y="462763"/>
                    </a:cubicBezTo>
                    <a:cubicBezTo>
                      <a:pt x="1050833" y="462883"/>
                      <a:pt x="1050109" y="462944"/>
                      <a:pt x="1049385" y="462944"/>
                    </a:cubicBezTo>
                    <a:cubicBezTo>
                      <a:pt x="1047093" y="462944"/>
                      <a:pt x="1044378" y="462340"/>
                      <a:pt x="1041241" y="461134"/>
                    </a:cubicBezTo>
                    <a:cubicBezTo>
                      <a:pt x="1039069" y="464030"/>
                      <a:pt x="1036083" y="467438"/>
                      <a:pt x="1032283" y="471359"/>
                    </a:cubicBezTo>
                    <a:cubicBezTo>
                      <a:pt x="1028482" y="475280"/>
                      <a:pt x="1025919" y="477241"/>
                      <a:pt x="1024591" y="477241"/>
                    </a:cubicBezTo>
                    <a:cubicBezTo>
                      <a:pt x="1024229" y="477241"/>
                      <a:pt x="1024048" y="476909"/>
                      <a:pt x="1024048" y="476245"/>
                    </a:cubicBezTo>
                    <a:cubicBezTo>
                      <a:pt x="1024048" y="475582"/>
                      <a:pt x="1024591" y="474526"/>
                      <a:pt x="1025677" y="473078"/>
                    </a:cubicBezTo>
                    <a:cubicBezTo>
                      <a:pt x="1030021" y="467287"/>
                      <a:pt x="1033550" y="461466"/>
                      <a:pt x="1036264" y="455614"/>
                    </a:cubicBezTo>
                    <a:cubicBezTo>
                      <a:pt x="1038979" y="449763"/>
                      <a:pt x="1040155" y="446053"/>
                      <a:pt x="1039793" y="444484"/>
                    </a:cubicBezTo>
                    <a:cubicBezTo>
                      <a:pt x="1039673" y="443760"/>
                      <a:pt x="1039612" y="443157"/>
                      <a:pt x="1039612" y="442675"/>
                    </a:cubicBezTo>
                    <a:cubicBezTo>
                      <a:pt x="1039612" y="440865"/>
                      <a:pt x="1040427" y="439960"/>
                      <a:pt x="1042055" y="439960"/>
                    </a:cubicBezTo>
                    <a:close/>
                    <a:moveTo>
                      <a:pt x="698112" y="437969"/>
                    </a:moveTo>
                    <a:cubicBezTo>
                      <a:pt x="699681" y="437969"/>
                      <a:pt x="702546" y="438814"/>
                      <a:pt x="706709" y="440503"/>
                    </a:cubicBezTo>
                    <a:cubicBezTo>
                      <a:pt x="710871" y="442192"/>
                      <a:pt x="712952" y="443579"/>
                      <a:pt x="712952" y="444665"/>
                    </a:cubicBezTo>
                    <a:cubicBezTo>
                      <a:pt x="712952" y="445751"/>
                      <a:pt x="712560" y="447048"/>
                      <a:pt x="711776" y="448556"/>
                    </a:cubicBezTo>
                    <a:cubicBezTo>
                      <a:pt x="710992" y="450064"/>
                      <a:pt x="710298" y="452477"/>
                      <a:pt x="709695" y="455795"/>
                    </a:cubicBezTo>
                    <a:cubicBezTo>
                      <a:pt x="709092" y="459113"/>
                      <a:pt x="708066" y="466020"/>
                      <a:pt x="706618" y="476517"/>
                    </a:cubicBezTo>
                    <a:cubicBezTo>
                      <a:pt x="716270" y="472897"/>
                      <a:pt x="721760" y="470364"/>
                      <a:pt x="723087" y="468916"/>
                    </a:cubicBezTo>
                    <a:cubicBezTo>
                      <a:pt x="724414" y="467468"/>
                      <a:pt x="725651" y="466744"/>
                      <a:pt x="726797" y="466744"/>
                    </a:cubicBezTo>
                    <a:cubicBezTo>
                      <a:pt x="727943" y="466744"/>
                      <a:pt x="730145" y="467709"/>
                      <a:pt x="733403" y="469640"/>
                    </a:cubicBezTo>
                    <a:cubicBezTo>
                      <a:pt x="736660" y="471570"/>
                      <a:pt x="738289" y="473139"/>
                      <a:pt x="738289" y="474345"/>
                    </a:cubicBezTo>
                    <a:cubicBezTo>
                      <a:pt x="738289" y="475552"/>
                      <a:pt x="737203" y="476879"/>
                      <a:pt x="735031" y="478327"/>
                    </a:cubicBezTo>
                    <a:cubicBezTo>
                      <a:pt x="728637" y="482670"/>
                      <a:pt x="725440" y="491025"/>
                      <a:pt x="725440" y="503392"/>
                    </a:cubicBezTo>
                    <a:cubicBezTo>
                      <a:pt x="725440" y="515758"/>
                      <a:pt x="727883" y="524294"/>
                      <a:pt x="732769" y="529000"/>
                    </a:cubicBezTo>
                    <a:cubicBezTo>
                      <a:pt x="737656" y="533705"/>
                      <a:pt x="741124" y="536058"/>
                      <a:pt x="743175" y="536058"/>
                    </a:cubicBezTo>
                    <a:cubicBezTo>
                      <a:pt x="744623" y="536058"/>
                      <a:pt x="745920" y="535032"/>
                      <a:pt x="747066" y="532981"/>
                    </a:cubicBezTo>
                    <a:cubicBezTo>
                      <a:pt x="748212" y="530930"/>
                      <a:pt x="749570" y="527612"/>
                      <a:pt x="751138" y="523027"/>
                    </a:cubicBezTo>
                    <a:cubicBezTo>
                      <a:pt x="751983" y="520614"/>
                      <a:pt x="752707" y="519408"/>
                      <a:pt x="753310" y="519408"/>
                    </a:cubicBezTo>
                    <a:cubicBezTo>
                      <a:pt x="753913" y="519408"/>
                      <a:pt x="754215" y="520976"/>
                      <a:pt x="754215" y="524113"/>
                    </a:cubicBezTo>
                    <a:cubicBezTo>
                      <a:pt x="754215" y="527250"/>
                      <a:pt x="754426" y="530930"/>
                      <a:pt x="754848" y="535153"/>
                    </a:cubicBezTo>
                    <a:cubicBezTo>
                      <a:pt x="755270" y="539376"/>
                      <a:pt x="755663" y="541939"/>
                      <a:pt x="756025" y="542844"/>
                    </a:cubicBezTo>
                    <a:cubicBezTo>
                      <a:pt x="756386" y="543749"/>
                      <a:pt x="756567" y="544684"/>
                      <a:pt x="756567" y="545649"/>
                    </a:cubicBezTo>
                    <a:cubicBezTo>
                      <a:pt x="756567" y="547942"/>
                      <a:pt x="755120" y="549088"/>
                      <a:pt x="752224" y="549088"/>
                    </a:cubicBezTo>
                    <a:cubicBezTo>
                      <a:pt x="749328" y="549088"/>
                      <a:pt x="744683" y="547610"/>
                      <a:pt x="738289" y="544654"/>
                    </a:cubicBezTo>
                    <a:cubicBezTo>
                      <a:pt x="731895" y="541698"/>
                      <a:pt x="727068" y="536842"/>
                      <a:pt x="723811" y="530085"/>
                    </a:cubicBezTo>
                    <a:cubicBezTo>
                      <a:pt x="720553" y="523329"/>
                      <a:pt x="718925" y="515969"/>
                      <a:pt x="718925" y="508007"/>
                    </a:cubicBezTo>
                    <a:cubicBezTo>
                      <a:pt x="718925" y="498475"/>
                      <a:pt x="719950" y="489607"/>
                      <a:pt x="722001" y="481403"/>
                    </a:cubicBezTo>
                    <a:cubicBezTo>
                      <a:pt x="722242" y="480559"/>
                      <a:pt x="722363" y="479895"/>
                      <a:pt x="722363" y="479412"/>
                    </a:cubicBezTo>
                    <a:cubicBezTo>
                      <a:pt x="722363" y="478085"/>
                      <a:pt x="721971" y="477422"/>
                      <a:pt x="721187" y="477422"/>
                    </a:cubicBezTo>
                    <a:cubicBezTo>
                      <a:pt x="720403" y="477422"/>
                      <a:pt x="717990" y="478085"/>
                      <a:pt x="713948" y="479412"/>
                    </a:cubicBezTo>
                    <a:cubicBezTo>
                      <a:pt x="709906" y="480740"/>
                      <a:pt x="707222" y="481584"/>
                      <a:pt x="705894" y="481946"/>
                    </a:cubicBezTo>
                    <a:cubicBezTo>
                      <a:pt x="704326" y="492684"/>
                      <a:pt x="702275" y="501733"/>
                      <a:pt x="699741" y="509092"/>
                    </a:cubicBezTo>
                    <a:cubicBezTo>
                      <a:pt x="702396" y="510902"/>
                      <a:pt x="704658" y="512621"/>
                      <a:pt x="706528" y="514250"/>
                    </a:cubicBezTo>
                    <a:cubicBezTo>
                      <a:pt x="708398" y="515879"/>
                      <a:pt x="709665" y="517236"/>
                      <a:pt x="710328" y="518322"/>
                    </a:cubicBezTo>
                    <a:cubicBezTo>
                      <a:pt x="710992" y="519408"/>
                      <a:pt x="711324" y="521218"/>
                      <a:pt x="711324" y="523751"/>
                    </a:cubicBezTo>
                    <a:cubicBezTo>
                      <a:pt x="711324" y="526285"/>
                      <a:pt x="710479" y="527552"/>
                      <a:pt x="708790" y="527552"/>
                    </a:cubicBezTo>
                    <a:cubicBezTo>
                      <a:pt x="707101" y="527552"/>
                      <a:pt x="703059" y="524113"/>
                      <a:pt x="696665" y="517236"/>
                    </a:cubicBezTo>
                    <a:cubicBezTo>
                      <a:pt x="691718" y="528336"/>
                      <a:pt x="686047" y="536178"/>
                      <a:pt x="679653" y="540763"/>
                    </a:cubicBezTo>
                    <a:cubicBezTo>
                      <a:pt x="673259" y="545348"/>
                      <a:pt x="668915" y="547640"/>
                      <a:pt x="666623" y="547640"/>
                    </a:cubicBezTo>
                    <a:cubicBezTo>
                      <a:pt x="666140" y="547640"/>
                      <a:pt x="665899" y="547338"/>
                      <a:pt x="665899" y="546735"/>
                    </a:cubicBezTo>
                    <a:cubicBezTo>
                      <a:pt x="665899" y="546132"/>
                      <a:pt x="666864" y="544986"/>
                      <a:pt x="668795" y="543297"/>
                    </a:cubicBezTo>
                    <a:cubicBezTo>
                      <a:pt x="679532" y="533645"/>
                      <a:pt x="687073" y="523088"/>
                      <a:pt x="691416" y="511626"/>
                    </a:cubicBezTo>
                    <a:cubicBezTo>
                      <a:pt x="686832" y="506559"/>
                      <a:pt x="684539" y="503633"/>
                      <a:pt x="684539" y="502849"/>
                    </a:cubicBezTo>
                    <a:cubicBezTo>
                      <a:pt x="684539" y="502065"/>
                      <a:pt x="684841" y="501672"/>
                      <a:pt x="685444" y="501672"/>
                    </a:cubicBezTo>
                    <a:cubicBezTo>
                      <a:pt x="686771" y="501672"/>
                      <a:pt x="689426" y="502939"/>
                      <a:pt x="693407" y="505473"/>
                    </a:cubicBezTo>
                    <a:cubicBezTo>
                      <a:pt x="695458" y="498355"/>
                      <a:pt x="696906" y="491357"/>
                      <a:pt x="697751" y="484480"/>
                    </a:cubicBezTo>
                    <a:cubicBezTo>
                      <a:pt x="690150" y="486772"/>
                      <a:pt x="685474" y="487918"/>
                      <a:pt x="683725" y="487918"/>
                    </a:cubicBezTo>
                    <a:cubicBezTo>
                      <a:pt x="681976" y="487918"/>
                      <a:pt x="680618" y="487677"/>
                      <a:pt x="679653" y="487194"/>
                    </a:cubicBezTo>
                    <a:cubicBezTo>
                      <a:pt x="678688" y="486712"/>
                      <a:pt x="678205" y="486169"/>
                      <a:pt x="678205" y="485566"/>
                    </a:cubicBezTo>
                    <a:cubicBezTo>
                      <a:pt x="678205" y="484480"/>
                      <a:pt x="679110" y="483756"/>
                      <a:pt x="680920" y="483394"/>
                    </a:cubicBezTo>
                    <a:cubicBezTo>
                      <a:pt x="685143" y="482791"/>
                      <a:pt x="690994" y="481343"/>
                      <a:pt x="698474" y="479051"/>
                    </a:cubicBezTo>
                    <a:cubicBezTo>
                      <a:pt x="699319" y="470605"/>
                      <a:pt x="699741" y="463547"/>
                      <a:pt x="699741" y="457876"/>
                    </a:cubicBezTo>
                    <a:cubicBezTo>
                      <a:pt x="699741" y="450275"/>
                      <a:pt x="699078" y="445570"/>
                      <a:pt x="697751" y="443760"/>
                    </a:cubicBezTo>
                    <a:cubicBezTo>
                      <a:pt x="696423" y="441951"/>
                      <a:pt x="695760" y="440533"/>
                      <a:pt x="695760" y="439507"/>
                    </a:cubicBezTo>
                    <a:cubicBezTo>
                      <a:pt x="695760" y="438482"/>
                      <a:pt x="696544" y="437969"/>
                      <a:pt x="698112" y="437969"/>
                    </a:cubicBezTo>
                    <a:close/>
                    <a:moveTo>
                      <a:pt x="1769304" y="437064"/>
                    </a:moveTo>
                    <a:cubicBezTo>
                      <a:pt x="1774612" y="437064"/>
                      <a:pt x="1779106" y="438271"/>
                      <a:pt x="1782786" y="440684"/>
                    </a:cubicBezTo>
                    <a:cubicBezTo>
                      <a:pt x="1786466" y="443097"/>
                      <a:pt x="1788306" y="446354"/>
                      <a:pt x="1788306" y="450456"/>
                    </a:cubicBezTo>
                    <a:cubicBezTo>
                      <a:pt x="1788306" y="452266"/>
                      <a:pt x="1787884" y="453714"/>
                      <a:pt x="1787039" y="454800"/>
                    </a:cubicBezTo>
                    <a:cubicBezTo>
                      <a:pt x="1786195" y="455886"/>
                      <a:pt x="1785169" y="456429"/>
                      <a:pt x="1783963" y="456429"/>
                    </a:cubicBezTo>
                    <a:cubicBezTo>
                      <a:pt x="1782756" y="456429"/>
                      <a:pt x="1781519" y="456006"/>
                      <a:pt x="1780253" y="455162"/>
                    </a:cubicBezTo>
                    <a:cubicBezTo>
                      <a:pt x="1778986" y="454317"/>
                      <a:pt x="1776120" y="451603"/>
                      <a:pt x="1771656" y="447018"/>
                    </a:cubicBezTo>
                    <a:cubicBezTo>
                      <a:pt x="1767192" y="442433"/>
                      <a:pt x="1764960" y="439628"/>
                      <a:pt x="1764960" y="438603"/>
                    </a:cubicBezTo>
                    <a:cubicBezTo>
                      <a:pt x="1764960" y="437577"/>
                      <a:pt x="1766408" y="437064"/>
                      <a:pt x="1769304" y="437064"/>
                    </a:cubicBezTo>
                    <a:close/>
                    <a:moveTo>
                      <a:pt x="1596110" y="436340"/>
                    </a:moveTo>
                    <a:cubicBezTo>
                      <a:pt x="1598041" y="436340"/>
                      <a:pt x="1601087" y="437275"/>
                      <a:pt x="1605250" y="439146"/>
                    </a:cubicBezTo>
                    <a:cubicBezTo>
                      <a:pt x="1609412" y="441016"/>
                      <a:pt x="1611493" y="442856"/>
                      <a:pt x="1611493" y="444665"/>
                    </a:cubicBezTo>
                    <a:cubicBezTo>
                      <a:pt x="1611493" y="445510"/>
                      <a:pt x="1610890" y="446897"/>
                      <a:pt x="1609684" y="448828"/>
                    </a:cubicBezTo>
                    <a:cubicBezTo>
                      <a:pt x="1607753" y="452085"/>
                      <a:pt x="1606004" y="456368"/>
                      <a:pt x="1604435" y="461677"/>
                    </a:cubicBezTo>
                    <a:cubicBezTo>
                      <a:pt x="1603711" y="464331"/>
                      <a:pt x="1602807" y="467227"/>
                      <a:pt x="1601721" y="470364"/>
                    </a:cubicBezTo>
                    <a:cubicBezTo>
                      <a:pt x="1612338" y="468071"/>
                      <a:pt x="1620180" y="465538"/>
                      <a:pt x="1625247" y="462763"/>
                    </a:cubicBezTo>
                    <a:cubicBezTo>
                      <a:pt x="1626936" y="461918"/>
                      <a:pt x="1628143" y="461496"/>
                      <a:pt x="1628867" y="461496"/>
                    </a:cubicBezTo>
                    <a:cubicBezTo>
                      <a:pt x="1630315" y="461496"/>
                      <a:pt x="1633603" y="463185"/>
                      <a:pt x="1638730" y="466563"/>
                    </a:cubicBezTo>
                    <a:cubicBezTo>
                      <a:pt x="1643858" y="469941"/>
                      <a:pt x="1646421" y="472354"/>
                      <a:pt x="1646421" y="473802"/>
                    </a:cubicBezTo>
                    <a:cubicBezTo>
                      <a:pt x="1646421" y="475250"/>
                      <a:pt x="1644612" y="476547"/>
                      <a:pt x="1640992" y="477693"/>
                    </a:cubicBezTo>
                    <a:cubicBezTo>
                      <a:pt x="1637373" y="478839"/>
                      <a:pt x="1634326" y="480136"/>
                      <a:pt x="1631853" y="481584"/>
                    </a:cubicBezTo>
                    <a:cubicBezTo>
                      <a:pt x="1629380" y="483032"/>
                      <a:pt x="1626092" y="485445"/>
                      <a:pt x="1621990" y="488823"/>
                    </a:cubicBezTo>
                    <a:cubicBezTo>
                      <a:pt x="1621025" y="489547"/>
                      <a:pt x="1620210" y="489909"/>
                      <a:pt x="1619547" y="489909"/>
                    </a:cubicBezTo>
                    <a:cubicBezTo>
                      <a:pt x="1618883" y="489909"/>
                      <a:pt x="1618551" y="489577"/>
                      <a:pt x="1618551" y="488914"/>
                    </a:cubicBezTo>
                    <a:cubicBezTo>
                      <a:pt x="1618551" y="488250"/>
                      <a:pt x="1618732" y="487617"/>
                      <a:pt x="1619094" y="487013"/>
                    </a:cubicBezTo>
                    <a:cubicBezTo>
                      <a:pt x="1622593" y="479412"/>
                      <a:pt x="1624343" y="474918"/>
                      <a:pt x="1624343" y="473531"/>
                    </a:cubicBezTo>
                    <a:cubicBezTo>
                      <a:pt x="1624343" y="472143"/>
                      <a:pt x="1623438" y="471450"/>
                      <a:pt x="1621628" y="471450"/>
                    </a:cubicBezTo>
                    <a:cubicBezTo>
                      <a:pt x="1619818" y="471450"/>
                      <a:pt x="1612640" y="472716"/>
                      <a:pt x="1600092" y="475250"/>
                    </a:cubicBezTo>
                    <a:cubicBezTo>
                      <a:pt x="1596110" y="486591"/>
                      <a:pt x="1593094" y="494614"/>
                      <a:pt x="1591043" y="499320"/>
                    </a:cubicBezTo>
                    <a:cubicBezTo>
                      <a:pt x="1598644" y="509334"/>
                      <a:pt x="1605159" y="517478"/>
                      <a:pt x="1610589" y="523751"/>
                    </a:cubicBezTo>
                    <a:cubicBezTo>
                      <a:pt x="1618310" y="514944"/>
                      <a:pt x="1622653" y="508489"/>
                      <a:pt x="1623619" y="504387"/>
                    </a:cubicBezTo>
                    <a:cubicBezTo>
                      <a:pt x="1624101" y="502577"/>
                      <a:pt x="1624554" y="501431"/>
                      <a:pt x="1624976" y="500948"/>
                    </a:cubicBezTo>
                    <a:cubicBezTo>
                      <a:pt x="1625398" y="500466"/>
                      <a:pt x="1626122" y="500225"/>
                      <a:pt x="1627148" y="500225"/>
                    </a:cubicBezTo>
                    <a:cubicBezTo>
                      <a:pt x="1628173" y="500225"/>
                      <a:pt x="1630405" y="501129"/>
                      <a:pt x="1633844" y="502939"/>
                    </a:cubicBezTo>
                    <a:cubicBezTo>
                      <a:pt x="1637282" y="504749"/>
                      <a:pt x="1639002" y="506348"/>
                      <a:pt x="1639002" y="507735"/>
                    </a:cubicBezTo>
                    <a:cubicBezTo>
                      <a:pt x="1639002" y="509123"/>
                      <a:pt x="1638157" y="510299"/>
                      <a:pt x="1636468" y="511264"/>
                    </a:cubicBezTo>
                    <a:cubicBezTo>
                      <a:pt x="1633693" y="512833"/>
                      <a:pt x="1625971" y="518081"/>
                      <a:pt x="1613303" y="527009"/>
                    </a:cubicBezTo>
                    <a:cubicBezTo>
                      <a:pt x="1620060" y="534610"/>
                      <a:pt x="1626213" y="540582"/>
                      <a:pt x="1631763" y="544925"/>
                    </a:cubicBezTo>
                    <a:cubicBezTo>
                      <a:pt x="1637312" y="549269"/>
                      <a:pt x="1642953" y="552677"/>
                      <a:pt x="1648684" y="555150"/>
                    </a:cubicBezTo>
                    <a:cubicBezTo>
                      <a:pt x="1654415" y="557624"/>
                      <a:pt x="1661865" y="560188"/>
                      <a:pt x="1671034" y="562842"/>
                    </a:cubicBezTo>
                    <a:cubicBezTo>
                      <a:pt x="1674050" y="563687"/>
                      <a:pt x="1675559" y="564712"/>
                      <a:pt x="1675559" y="565919"/>
                    </a:cubicBezTo>
                    <a:cubicBezTo>
                      <a:pt x="1675559" y="566522"/>
                      <a:pt x="1675076" y="567004"/>
                      <a:pt x="1674111" y="567366"/>
                    </a:cubicBezTo>
                    <a:cubicBezTo>
                      <a:pt x="1673145" y="567728"/>
                      <a:pt x="1669043" y="568151"/>
                      <a:pt x="1661804" y="568633"/>
                    </a:cubicBezTo>
                    <a:cubicBezTo>
                      <a:pt x="1654565" y="569116"/>
                      <a:pt x="1648895" y="569357"/>
                      <a:pt x="1644793" y="569357"/>
                    </a:cubicBezTo>
                    <a:cubicBezTo>
                      <a:pt x="1640691" y="569357"/>
                      <a:pt x="1637584" y="568693"/>
                      <a:pt x="1635473" y="567366"/>
                    </a:cubicBezTo>
                    <a:cubicBezTo>
                      <a:pt x="1633361" y="566039"/>
                      <a:pt x="1627962" y="559524"/>
                      <a:pt x="1619275" y="547821"/>
                    </a:cubicBezTo>
                    <a:cubicBezTo>
                      <a:pt x="1610589" y="536118"/>
                      <a:pt x="1600574" y="521399"/>
                      <a:pt x="1589233" y="503663"/>
                    </a:cubicBezTo>
                    <a:cubicBezTo>
                      <a:pt x="1586097" y="510781"/>
                      <a:pt x="1583261" y="516693"/>
                      <a:pt x="1580728" y="521399"/>
                    </a:cubicBezTo>
                    <a:cubicBezTo>
                      <a:pt x="1586036" y="524174"/>
                      <a:pt x="1588690" y="527069"/>
                      <a:pt x="1588690" y="530085"/>
                    </a:cubicBezTo>
                    <a:cubicBezTo>
                      <a:pt x="1588690" y="531051"/>
                      <a:pt x="1588389" y="532378"/>
                      <a:pt x="1587786" y="534067"/>
                    </a:cubicBezTo>
                    <a:cubicBezTo>
                      <a:pt x="1587182" y="535756"/>
                      <a:pt x="1586639" y="540250"/>
                      <a:pt x="1586157" y="547550"/>
                    </a:cubicBezTo>
                    <a:cubicBezTo>
                      <a:pt x="1585674" y="554849"/>
                      <a:pt x="1585493" y="561877"/>
                      <a:pt x="1585614" y="568633"/>
                    </a:cubicBezTo>
                    <a:cubicBezTo>
                      <a:pt x="1596110" y="561274"/>
                      <a:pt x="1602173" y="557111"/>
                      <a:pt x="1603802" y="556146"/>
                    </a:cubicBezTo>
                    <a:cubicBezTo>
                      <a:pt x="1605431" y="555181"/>
                      <a:pt x="1606547" y="554698"/>
                      <a:pt x="1607150" y="554698"/>
                    </a:cubicBezTo>
                    <a:cubicBezTo>
                      <a:pt x="1607753" y="554698"/>
                      <a:pt x="1608055" y="555060"/>
                      <a:pt x="1608055" y="555784"/>
                    </a:cubicBezTo>
                    <a:cubicBezTo>
                      <a:pt x="1608055" y="556508"/>
                      <a:pt x="1606667" y="558438"/>
                      <a:pt x="1603892" y="561575"/>
                    </a:cubicBezTo>
                    <a:cubicBezTo>
                      <a:pt x="1598222" y="567728"/>
                      <a:pt x="1590319" y="576898"/>
                      <a:pt x="1580185" y="589083"/>
                    </a:cubicBezTo>
                    <a:cubicBezTo>
                      <a:pt x="1579099" y="590410"/>
                      <a:pt x="1577922" y="591074"/>
                      <a:pt x="1576656" y="591074"/>
                    </a:cubicBezTo>
                    <a:cubicBezTo>
                      <a:pt x="1575389" y="591074"/>
                      <a:pt x="1573941" y="589536"/>
                      <a:pt x="1572312" y="586459"/>
                    </a:cubicBezTo>
                    <a:cubicBezTo>
                      <a:pt x="1570684" y="583383"/>
                      <a:pt x="1569869" y="581241"/>
                      <a:pt x="1569869" y="580035"/>
                    </a:cubicBezTo>
                    <a:cubicBezTo>
                      <a:pt x="1569869" y="578828"/>
                      <a:pt x="1570653" y="577441"/>
                      <a:pt x="1572222" y="575872"/>
                    </a:cubicBezTo>
                    <a:cubicBezTo>
                      <a:pt x="1574635" y="573700"/>
                      <a:pt x="1576324" y="570473"/>
                      <a:pt x="1577289" y="566190"/>
                    </a:cubicBezTo>
                    <a:cubicBezTo>
                      <a:pt x="1578254" y="561907"/>
                      <a:pt x="1578737" y="556417"/>
                      <a:pt x="1578737" y="549721"/>
                    </a:cubicBezTo>
                    <a:cubicBezTo>
                      <a:pt x="1578737" y="543025"/>
                      <a:pt x="1578435" y="535092"/>
                      <a:pt x="1577832" y="525923"/>
                    </a:cubicBezTo>
                    <a:cubicBezTo>
                      <a:pt x="1572282" y="535454"/>
                      <a:pt x="1565556" y="543809"/>
                      <a:pt x="1557653" y="550988"/>
                    </a:cubicBezTo>
                    <a:cubicBezTo>
                      <a:pt x="1549751" y="558167"/>
                      <a:pt x="1544895" y="561756"/>
                      <a:pt x="1543085" y="561756"/>
                    </a:cubicBezTo>
                    <a:cubicBezTo>
                      <a:pt x="1542602" y="561756"/>
                      <a:pt x="1542361" y="561394"/>
                      <a:pt x="1542361" y="560670"/>
                    </a:cubicBezTo>
                    <a:cubicBezTo>
                      <a:pt x="1542361" y="559946"/>
                      <a:pt x="1543386" y="558499"/>
                      <a:pt x="1545437" y="556327"/>
                    </a:cubicBezTo>
                    <a:cubicBezTo>
                      <a:pt x="1565465" y="534731"/>
                      <a:pt x="1580305" y="508429"/>
                      <a:pt x="1589957" y="477422"/>
                    </a:cubicBezTo>
                    <a:cubicBezTo>
                      <a:pt x="1580185" y="479473"/>
                      <a:pt x="1573850" y="480498"/>
                      <a:pt x="1570955" y="480498"/>
                    </a:cubicBezTo>
                    <a:cubicBezTo>
                      <a:pt x="1569990" y="487134"/>
                      <a:pt x="1568844" y="492081"/>
                      <a:pt x="1567516" y="495338"/>
                    </a:cubicBezTo>
                    <a:cubicBezTo>
                      <a:pt x="1566189" y="498596"/>
                      <a:pt x="1565134" y="500737"/>
                      <a:pt x="1564349" y="501763"/>
                    </a:cubicBezTo>
                    <a:cubicBezTo>
                      <a:pt x="1563565" y="502788"/>
                      <a:pt x="1562540" y="503301"/>
                      <a:pt x="1561273" y="503301"/>
                    </a:cubicBezTo>
                    <a:cubicBezTo>
                      <a:pt x="1560006" y="503301"/>
                      <a:pt x="1558920" y="502396"/>
                      <a:pt x="1558015" y="500587"/>
                    </a:cubicBezTo>
                    <a:cubicBezTo>
                      <a:pt x="1557110" y="498777"/>
                      <a:pt x="1556658" y="496997"/>
                      <a:pt x="1556658" y="495248"/>
                    </a:cubicBezTo>
                    <a:cubicBezTo>
                      <a:pt x="1556658" y="493498"/>
                      <a:pt x="1557502" y="490995"/>
                      <a:pt x="1559191" y="487737"/>
                    </a:cubicBezTo>
                    <a:cubicBezTo>
                      <a:pt x="1561966" y="482549"/>
                      <a:pt x="1563716" y="477422"/>
                      <a:pt x="1564440" y="472354"/>
                    </a:cubicBezTo>
                    <a:cubicBezTo>
                      <a:pt x="1564922" y="469338"/>
                      <a:pt x="1565677" y="467830"/>
                      <a:pt x="1566702" y="467830"/>
                    </a:cubicBezTo>
                    <a:cubicBezTo>
                      <a:pt x="1567727" y="467830"/>
                      <a:pt x="1569145" y="470726"/>
                      <a:pt x="1570955" y="476517"/>
                    </a:cubicBezTo>
                    <a:cubicBezTo>
                      <a:pt x="1576867" y="475552"/>
                      <a:pt x="1583684" y="474285"/>
                      <a:pt x="1591405" y="472716"/>
                    </a:cubicBezTo>
                    <a:cubicBezTo>
                      <a:pt x="1593939" y="463668"/>
                      <a:pt x="1595206" y="455765"/>
                      <a:pt x="1595206" y="449009"/>
                    </a:cubicBezTo>
                    <a:cubicBezTo>
                      <a:pt x="1595206" y="445630"/>
                      <a:pt x="1594874" y="443278"/>
                      <a:pt x="1594210" y="441951"/>
                    </a:cubicBezTo>
                    <a:cubicBezTo>
                      <a:pt x="1593547" y="440624"/>
                      <a:pt x="1593215" y="439538"/>
                      <a:pt x="1593215" y="438693"/>
                    </a:cubicBezTo>
                    <a:cubicBezTo>
                      <a:pt x="1593215" y="437125"/>
                      <a:pt x="1594180" y="436340"/>
                      <a:pt x="1596110" y="436340"/>
                    </a:cubicBezTo>
                    <a:close/>
                    <a:moveTo>
                      <a:pt x="144536" y="423411"/>
                    </a:moveTo>
                    <a:cubicBezTo>
                      <a:pt x="141497" y="423411"/>
                      <a:pt x="138958" y="424203"/>
                      <a:pt x="136918" y="425787"/>
                    </a:cubicBezTo>
                    <a:cubicBezTo>
                      <a:pt x="134877" y="427372"/>
                      <a:pt x="133260" y="429694"/>
                      <a:pt x="132067" y="432754"/>
                    </a:cubicBezTo>
                    <a:cubicBezTo>
                      <a:pt x="130873" y="435815"/>
                      <a:pt x="130027" y="439548"/>
                      <a:pt x="129527" y="443954"/>
                    </a:cubicBezTo>
                    <a:cubicBezTo>
                      <a:pt x="129028" y="448360"/>
                      <a:pt x="128779" y="453362"/>
                      <a:pt x="128779" y="458962"/>
                    </a:cubicBezTo>
                    <a:cubicBezTo>
                      <a:pt x="128779" y="465430"/>
                      <a:pt x="129093" y="471019"/>
                      <a:pt x="129723" y="475728"/>
                    </a:cubicBezTo>
                    <a:cubicBezTo>
                      <a:pt x="130352" y="480438"/>
                      <a:pt x="131329" y="484312"/>
                      <a:pt x="132653" y="487351"/>
                    </a:cubicBezTo>
                    <a:cubicBezTo>
                      <a:pt x="133977" y="490390"/>
                      <a:pt x="135637" y="492625"/>
                      <a:pt x="137634" y="494058"/>
                    </a:cubicBezTo>
                    <a:cubicBezTo>
                      <a:pt x="139631" y="495490"/>
                      <a:pt x="142018" y="496206"/>
                      <a:pt x="144796" y="496206"/>
                    </a:cubicBezTo>
                    <a:cubicBezTo>
                      <a:pt x="147401" y="496206"/>
                      <a:pt x="149680" y="495533"/>
                      <a:pt x="151633" y="494188"/>
                    </a:cubicBezTo>
                    <a:cubicBezTo>
                      <a:pt x="153586" y="492842"/>
                      <a:pt x="155203" y="490748"/>
                      <a:pt x="156484" y="487904"/>
                    </a:cubicBezTo>
                    <a:cubicBezTo>
                      <a:pt x="157764" y="485061"/>
                      <a:pt x="158730" y="481458"/>
                      <a:pt x="159381" y="477096"/>
                    </a:cubicBezTo>
                    <a:cubicBezTo>
                      <a:pt x="160032" y="472733"/>
                      <a:pt x="160358" y="467579"/>
                      <a:pt x="160358" y="461632"/>
                    </a:cubicBezTo>
                    <a:cubicBezTo>
                      <a:pt x="160358" y="454947"/>
                      <a:pt x="160000" y="449195"/>
                      <a:pt x="159284" y="444377"/>
                    </a:cubicBezTo>
                    <a:cubicBezTo>
                      <a:pt x="158567" y="439559"/>
                      <a:pt x="157558" y="435598"/>
                      <a:pt x="156256" y="432494"/>
                    </a:cubicBezTo>
                    <a:cubicBezTo>
                      <a:pt x="154954" y="429390"/>
                      <a:pt x="153315" y="427100"/>
                      <a:pt x="151340" y="425625"/>
                    </a:cubicBezTo>
                    <a:cubicBezTo>
                      <a:pt x="149365" y="424149"/>
                      <a:pt x="147097" y="423411"/>
                      <a:pt x="144536" y="423411"/>
                    </a:cubicBezTo>
                    <a:close/>
                    <a:moveTo>
                      <a:pt x="144796" y="417095"/>
                    </a:moveTo>
                    <a:cubicBezTo>
                      <a:pt x="149962" y="417095"/>
                      <a:pt x="154379" y="418061"/>
                      <a:pt x="158047" y="419992"/>
                    </a:cubicBezTo>
                    <a:cubicBezTo>
                      <a:pt x="161715" y="421924"/>
                      <a:pt x="164710" y="424680"/>
                      <a:pt x="167032" y="428262"/>
                    </a:cubicBezTo>
                    <a:cubicBezTo>
                      <a:pt x="169354" y="431843"/>
                      <a:pt x="171058" y="436216"/>
                      <a:pt x="172143" y="441382"/>
                    </a:cubicBezTo>
                    <a:cubicBezTo>
                      <a:pt x="173229" y="446547"/>
                      <a:pt x="173771" y="452386"/>
                      <a:pt x="173771" y="458897"/>
                    </a:cubicBezTo>
                    <a:cubicBezTo>
                      <a:pt x="173771" y="473352"/>
                      <a:pt x="171210" y="484280"/>
                      <a:pt x="166088" y="491681"/>
                    </a:cubicBezTo>
                    <a:cubicBezTo>
                      <a:pt x="160966" y="499082"/>
                      <a:pt x="153543" y="502783"/>
                      <a:pt x="143819" y="502783"/>
                    </a:cubicBezTo>
                    <a:cubicBezTo>
                      <a:pt x="134183" y="502783"/>
                      <a:pt x="127021" y="499288"/>
                      <a:pt x="122332" y="492299"/>
                    </a:cubicBezTo>
                    <a:cubicBezTo>
                      <a:pt x="117644" y="485311"/>
                      <a:pt x="115300" y="474719"/>
                      <a:pt x="115300" y="460525"/>
                    </a:cubicBezTo>
                    <a:cubicBezTo>
                      <a:pt x="115300" y="453102"/>
                      <a:pt x="116027" y="446677"/>
                      <a:pt x="117482" y="441251"/>
                    </a:cubicBezTo>
                    <a:cubicBezTo>
                      <a:pt x="118936" y="435825"/>
                      <a:pt x="120976" y="431322"/>
                      <a:pt x="123602" y="427741"/>
                    </a:cubicBezTo>
                    <a:cubicBezTo>
                      <a:pt x="126228" y="424159"/>
                      <a:pt x="129343" y="421490"/>
                      <a:pt x="132946" y="419732"/>
                    </a:cubicBezTo>
                    <a:cubicBezTo>
                      <a:pt x="136549" y="417974"/>
                      <a:pt x="140499" y="417095"/>
                      <a:pt x="144796" y="417095"/>
                    </a:cubicBezTo>
                    <a:close/>
                    <a:moveTo>
                      <a:pt x="154225" y="332366"/>
                    </a:moveTo>
                    <a:cubicBezTo>
                      <a:pt x="156880" y="332366"/>
                      <a:pt x="159172" y="333331"/>
                      <a:pt x="161102" y="335261"/>
                    </a:cubicBezTo>
                    <a:cubicBezTo>
                      <a:pt x="163033" y="337192"/>
                      <a:pt x="163998" y="339484"/>
                      <a:pt x="163998" y="342138"/>
                    </a:cubicBezTo>
                    <a:cubicBezTo>
                      <a:pt x="163998" y="344792"/>
                      <a:pt x="163033" y="347085"/>
                      <a:pt x="161102" y="349015"/>
                    </a:cubicBezTo>
                    <a:cubicBezTo>
                      <a:pt x="159172" y="350946"/>
                      <a:pt x="156880" y="351911"/>
                      <a:pt x="154225" y="351911"/>
                    </a:cubicBezTo>
                    <a:cubicBezTo>
                      <a:pt x="151571" y="351911"/>
                      <a:pt x="149279" y="350946"/>
                      <a:pt x="147348" y="349015"/>
                    </a:cubicBezTo>
                    <a:cubicBezTo>
                      <a:pt x="145418" y="347085"/>
                      <a:pt x="144453" y="344792"/>
                      <a:pt x="144453" y="342138"/>
                    </a:cubicBezTo>
                    <a:cubicBezTo>
                      <a:pt x="144453" y="339484"/>
                      <a:pt x="145418" y="337192"/>
                      <a:pt x="147348" y="335261"/>
                    </a:cubicBezTo>
                    <a:cubicBezTo>
                      <a:pt x="149279" y="333331"/>
                      <a:pt x="151571" y="332366"/>
                      <a:pt x="154225" y="332366"/>
                    </a:cubicBezTo>
                    <a:close/>
                    <a:moveTo>
                      <a:pt x="900966" y="303771"/>
                    </a:moveTo>
                    <a:cubicBezTo>
                      <a:pt x="899519" y="303771"/>
                      <a:pt x="897256" y="304073"/>
                      <a:pt x="894180" y="304676"/>
                    </a:cubicBezTo>
                    <a:cubicBezTo>
                      <a:pt x="891103" y="305280"/>
                      <a:pt x="887755" y="305581"/>
                      <a:pt x="884136" y="305581"/>
                    </a:cubicBezTo>
                    <a:cubicBezTo>
                      <a:pt x="885222" y="311976"/>
                      <a:pt x="885764" y="317707"/>
                      <a:pt x="885764" y="322774"/>
                    </a:cubicBezTo>
                    <a:cubicBezTo>
                      <a:pt x="893848" y="322291"/>
                      <a:pt x="898764" y="320331"/>
                      <a:pt x="900514" y="316892"/>
                    </a:cubicBezTo>
                    <a:cubicBezTo>
                      <a:pt x="902263" y="313454"/>
                      <a:pt x="903138" y="310407"/>
                      <a:pt x="903138" y="307753"/>
                    </a:cubicBezTo>
                    <a:cubicBezTo>
                      <a:pt x="903138" y="305099"/>
                      <a:pt x="902414" y="303771"/>
                      <a:pt x="900966" y="303771"/>
                    </a:cubicBezTo>
                    <a:close/>
                    <a:moveTo>
                      <a:pt x="904676" y="296171"/>
                    </a:moveTo>
                    <a:cubicBezTo>
                      <a:pt x="906305" y="296171"/>
                      <a:pt x="909110" y="297256"/>
                      <a:pt x="913092" y="299428"/>
                    </a:cubicBezTo>
                    <a:cubicBezTo>
                      <a:pt x="917073" y="301600"/>
                      <a:pt x="919064" y="303410"/>
                      <a:pt x="919064" y="304857"/>
                    </a:cubicBezTo>
                    <a:cubicBezTo>
                      <a:pt x="919064" y="306305"/>
                      <a:pt x="918280" y="307542"/>
                      <a:pt x="916711" y="308567"/>
                    </a:cubicBezTo>
                    <a:cubicBezTo>
                      <a:pt x="915143" y="309593"/>
                      <a:pt x="913574" y="311161"/>
                      <a:pt x="912006" y="313273"/>
                    </a:cubicBezTo>
                    <a:cubicBezTo>
                      <a:pt x="910437" y="315384"/>
                      <a:pt x="909653" y="316953"/>
                      <a:pt x="909653" y="317978"/>
                    </a:cubicBezTo>
                    <a:cubicBezTo>
                      <a:pt x="909653" y="319004"/>
                      <a:pt x="909955" y="319848"/>
                      <a:pt x="910558" y="320512"/>
                    </a:cubicBezTo>
                    <a:cubicBezTo>
                      <a:pt x="911161" y="321175"/>
                      <a:pt x="911463" y="321929"/>
                      <a:pt x="911463" y="322774"/>
                    </a:cubicBezTo>
                    <a:cubicBezTo>
                      <a:pt x="911463" y="324704"/>
                      <a:pt x="909955" y="325730"/>
                      <a:pt x="906939" y="325850"/>
                    </a:cubicBezTo>
                    <a:cubicBezTo>
                      <a:pt x="903922" y="325971"/>
                      <a:pt x="896804" y="326695"/>
                      <a:pt x="885583" y="328022"/>
                    </a:cubicBezTo>
                    <a:cubicBezTo>
                      <a:pt x="885222" y="332607"/>
                      <a:pt x="884136" y="334899"/>
                      <a:pt x="882326" y="334899"/>
                    </a:cubicBezTo>
                    <a:cubicBezTo>
                      <a:pt x="880516" y="334899"/>
                      <a:pt x="879370" y="331883"/>
                      <a:pt x="878887" y="325850"/>
                    </a:cubicBezTo>
                    <a:cubicBezTo>
                      <a:pt x="877922" y="314389"/>
                      <a:pt x="876535" y="307331"/>
                      <a:pt x="874725" y="304676"/>
                    </a:cubicBezTo>
                    <a:cubicBezTo>
                      <a:pt x="873760" y="303108"/>
                      <a:pt x="873277" y="301901"/>
                      <a:pt x="873277" y="301057"/>
                    </a:cubicBezTo>
                    <a:cubicBezTo>
                      <a:pt x="873277" y="300212"/>
                      <a:pt x="873850" y="299790"/>
                      <a:pt x="874996" y="299790"/>
                    </a:cubicBezTo>
                    <a:cubicBezTo>
                      <a:pt x="876143" y="299790"/>
                      <a:pt x="878103" y="300393"/>
                      <a:pt x="880878" y="301600"/>
                    </a:cubicBezTo>
                    <a:cubicBezTo>
                      <a:pt x="884498" y="301600"/>
                      <a:pt x="888117" y="301208"/>
                      <a:pt x="891737" y="300423"/>
                    </a:cubicBezTo>
                    <a:cubicBezTo>
                      <a:pt x="895356" y="299639"/>
                      <a:pt x="898010" y="298734"/>
                      <a:pt x="899700" y="297709"/>
                    </a:cubicBezTo>
                    <a:cubicBezTo>
                      <a:pt x="901389" y="296683"/>
                      <a:pt x="903048" y="296171"/>
                      <a:pt x="904676" y="296171"/>
                    </a:cubicBezTo>
                    <a:close/>
                    <a:moveTo>
                      <a:pt x="1068549" y="292370"/>
                    </a:moveTo>
                    <a:cubicBezTo>
                      <a:pt x="1058897" y="293818"/>
                      <a:pt x="1052141" y="294602"/>
                      <a:pt x="1048280" y="294723"/>
                    </a:cubicBezTo>
                    <a:cubicBezTo>
                      <a:pt x="1049486" y="301600"/>
                      <a:pt x="1051296" y="310226"/>
                      <a:pt x="1053709" y="320602"/>
                    </a:cubicBezTo>
                    <a:cubicBezTo>
                      <a:pt x="1060224" y="320120"/>
                      <a:pt x="1065895" y="319456"/>
                      <a:pt x="1070721" y="318611"/>
                    </a:cubicBezTo>
                    <a:lnTo>
                      <a:pt x="1070902" y="307934"/>
                    </a:lnTo>
                    <a:cubicBezTo>
                      <a:pt x="1068248" y="308296"/>
                      <a:pt x="1065563" y="308477"/>
                      <a:pt x="1062849" y="308477"/>
                    </a:cubicBezTo>
                    <a:cubicBezTo>
                      <a:pt x="1060134" y="308477"/>
                      <a:pt x="1058023" y="308085"/>
                      <a:pt x="1056514" y="307301"/>
                    </a:cubicBezTo>
                    <a:cubicBezTo>
                      <a:pt x="1055006" y="306516"/>
                      <a:pt x="1054252" y="305973"/>
                      <a:pt x="1054252" y="305672"/>
                    </a:cubicBezTo>
                    <a:cubicBezTo>
                      <a:pt x="1054252" y="305370"/>
                      <a:pt x="1056032" y="305038"/>
                      <a:pt x="1059591" y="304676"/>
                    </a:cubicBezTo>
                    <a:cubicBezTo>
                      <a:pt x="1063150" y="304314"/>
                      <a:pt x="1066920" y="303771"/>
                      <a:pt x="1070902" y="303048"/>
                    </a:cubicBezTo>
                    <a:cubicBezTo>
                      <a:pt x="1070661" y="298101"/>
                      <a:pt x="1069876" y="294542"/>
                      <a:pt x="1068549" y="292370"/>
                    </a:cubicBezTo>
                    <a:close/>
                    <a:moveTo>
                      <a:pt x="1095876" y="289474"/>
                    </a:moveTo>
                    <a:cubicBezTo>
                      <a:pt x="1092981" y="289474"/>
                      <a:pt x="1087250" y="290017"/>
                      <a:pt x="1078684" y="291103"/>
                    </a:cubicBezTo>
                    <a:cubicBezTo>
                      <a:pt x="1078201" y="293758"/>
                      <a:pt x="1077960" y="297136"/>
                      <a:pt x="1077960" y="301238"/>
                    </a:cubicBezTo>
                    <a:cubicBezTo>
                      <a:pt x="1082545" y="300273"/>
                      <a:pt x="1085621" y="299790"/>
                      <a:pt x="1087190" y="299790"/>
                    </a:cubicBezTo>
                    <a:cubicBezTo>
                      <a:pt x="1088758" y="299790"/>
                      <a:pt x="1089965" y="300001"/>
                      <a:pt x="1090809" y="300423"/>
                    </a:cubicBezTo>
                    <a:cubicBezTo>
                      <a:pt x="1091654" y="300846"/>
                      <a:pt x="1092076" y="301358"/>
                      <a:pt x="1092076" y="301962"/>
                    </a:cubicBezTo>
                    <a:cubicBezTo>
                      <a:pt x="1092076" y="302565"/>
                      <a:pt x="1091805" y="303048"/>
                      <a:pt x="1091262" y="303410"/>
                    </a:cubicBezTo>
                    <a:cubicBezTo>
                      <a:pt x="1090719" y="303771"/>
                      <a:pt x="1089150" y="304284"/>
                      <a:pt x="1086556" y="304948"/>
                    </a:cubicBezTo>
                    <a:cubicBezTo>
                      <a:pt x="1083962" y="305611"/>
                      <a:pt x="1081097" y="306245"/>
                      <a:pt x="1077960" y="306848"/>
                    </a:cubicBezTo>
                    <a:lnTo>
                      <a:pt x="1077598" y="317345"/>
                    </a:lnTo>
                    <a:cubicBezTo>
                      <a:pt x="1082183" y="316621"/>
                      <a:pt x="1085621" y="316259"/>
                      <a:pt x="1087914" y="316259"/>
                    </a:cubicBezTo>
                    <a:cubicBezTo>
                      <a:pt x="1090206" y="316259"/>
                      <a:pt x="1091714" y="316560"/>
                      <a:pt x="1092438" y="317164"/>
                    </a:cubicBezTo>
                    <a:cubicBezTo>
                      <a:pt x="1093162" y="317767"/>
                      <a:pt x="1093825" y="318068"/>
                      <a:pt x="1094429" y="318068"/>
                    </a:cubicBezTo>
                    <a:cubicBezTo>
                      <a:pt x="1096359" y="318068"/>
                      <a:pt x="1098109" y="315052"/>
                      <a:pt x="1099677" y="309020"/>
                    </a:cubicBezTo>
                    <a:cubicBezTo>
                      <a:pt x="1101245" y="302987"/>
                      <a:pt x="1102030" y="298614"/>
                      <a:pt x="1102030" y="295899"/>
                    </a:cubicBezTo>
                    <a:cubicBezTo>
                      <a:pt x="1102030" y="293184"/>
                      <a:pt x="1101728" y="291435"/>
                      <a:pt x="1101125" y="290651"/>
                    </a:cubicBezTo>
                    <a:cubicBezTo>
                      <a:pt x="1100521" y="289867"/>
                      <a:pt x="1098772" y="289474"/>
                      <a:pt x="1095876" y="289474"/>
                    </a:cubicBezTo>
                    <a:close/>
                    <a:moveTo>
                      <a:pt x="1097867" y="284407"/>
                    </a:moveTo>
                    <a:cubicBezTo>
                      <a:pt x="1101366" y="284407"/>
                      <a:pt x="1105890" y="286006"/>
                      <a:pt x="1111440" y="289203"/>
                    </a:cubicBezTo>
                    <a:cubicBezTo>
                      <a:pt x="1116990" y="292400"/>
                      <a:pt x="1119765" y="294632"/>
                      <a:pt x="1119765" y="295899"/>
                    </a:cubicBezTo>
                    <a:cubicBezTo>
                      <a:pt x="1119765" y="297166"/>
                      <a:pt x="1118890" y="298372"/>
                      <a:pt x="1117141" y="299519"/>
                    </a:cubicBezTo>
                    <a:cubicBezTo>
                      <a:pt x="1115392" y="300665"/>
                      <a:pt x="1113642" y="302535"/>
                      <a:pt x="1111893" y="305129"/>
                    </a:cubicBezTo>
                    <a:cubicBezTo>
                      <a:pt x="1110143" y="307723"/>
                      <a:pt x="1108937" y="309834"/>
                      <a:pt x="1108273" y="311463"/>
                    </a:cubicBezTo>
                    <a:cubicBezTo>
                      <a:pt x="1107610" y="313092"/>
                      <a:pt x="1106373" y="315294"/>
                      <a:pt x="1104563" y="318068"/>
                    </a:cubicBezTo>
                    <a:cubicBezTo>
                      <a:pt x="1102754" y="320843"/>
                      <a:pt x="1101607" y="322412"/>
                      <a:pt x="1101125" y="322774"/>
                    </a:cubicBezTo>
                    <a:cubicBezTo>
                      <a:pt x="1100642" y="323136"/>
                      <a:pt x="1099948" y="323317"/>
                      <a:pt x="1099044" y="323317"/>
                    </a:cubicBezTo>
                    <a:cubicBezTo>
                      <a:pt x="1098139" y="323317"/>
                      <a:pt x="1097294" y="322864"/>
                      <a:pt x="1096510" y="321959"/>
                    </a:cubicBezTo>
                    <a:cubicBezTo>
                      <a:pt x="1095726" y="321055"/>
                      <a:pt x="1093313" y="320602"/>
                      <a:pt x="1089271" y="320602"/>
                    </a:cubicBezTo>
                    <a:cubicBezTo>
                      <a:pt x="1085229" y="320602"/>
                      <a:pt x="1081278" y="320964"/>
                      <a:pt x="1077417" y="321688"/>
                    </a:cubicBezTo>
                    <a:lnTo>
                      <a:pt x="1077055" y="334899"/>
                    </a:lnTo>
                    <a:cubicBezTo>
                      <a:pt x="1087069" y="333089"/>
                      <a:pt x="1093101" y="332185"/>
                      <a:pt x="1095153" y="332185"/>
                    </a:cubicBezTo>
                    <a:cubicBezTo>
                      <a:pt x="1097204" y="332185"/>
                      <a:pt x="1099164" y="332486"/>
                      <a:pt x="1101034" y="333089"/>
                    </a:cubicBezTo>
                    <a:cubicBezTo>
                      <a:pt x="1102904" y="333693"/>
                      <a:pt x="1103839" y="334598"/>
                      <a:pt x="1103839" y="335804"/>
                    </a:cubicBezTo>
                    <a:cubicBezTo>
                      <a:pt x="1103839" y="337011"/>
                      <a:pt x="1102090" y="337976"/>
                      <a:pt x="1098591" y="338700"/>
                    </a:cubicBezTo>
                    <a:cubicBezTo>
                      <a:pt x="1095092" y="339424"/>
                      <a:pt x="1087853" y="340328"/>
                      <a:pt x="1076874" y="341414"/>
                    </a:cubicBezTo>
                    <a:lnTo>
                      <a:pt x="1076331" y="355349"/>
                    </a:lnTo>
                    <a:cubicBezTo>
                      <a:pt x="1097204" y="353419"/>
                      <a:pt x="1108696" y="352333"/>
                      <a:pt x="1110807" y="352092"/>
                    </a:cubicBezTo>
                    <a:cubicBezTo>
                      <a:pt x="1112918" y="351851"/>
                      <a:pt x="1114999" y="351730"/>
                      <a:pt x="1117051" y="351730"/>
                    </a:cubicBezTo>
                    <a:cubicBezTo>
                      <a:pt x="1122962" y="351730"/>
                      <a:pt x="1127547" y="352936"/>
                      <a:pt x="1130805" y="355349"/>
                    </a:cubicBezTo>
                    <a:cubicBezTo>
                      <a:pt x="1134062" y="357762"/>
                      <a:pt x="1135691" y="359723"/>
                      <a:pt x="1135691" y="361231"/>
                    </a:cubicBezTo>
                    <a:cubicBezTo>
                      <a:pt x="1135691" y="362739"/>
                      <a:pt x="1133761" y="363493"/>
                      <a:pt x="1129900" y="363493"/>
                    </a:cubicBezTo>
                    <a:cubicBezTo>
                      <a:pt x="1126039" y="363493"/>
                      <a:pt x="1121364" y="363041"/>
                      <a:pt x="1115874" y="362136"/>
                    </a:cubicBezTo>
                    <a:cubicBezTo>
                      <a:pt x="1110385" y="361231"/>
                      <a:pt x="1101577" y="360779"/>
                      <a:pt x="1089452" y="360779"/>
                    </a:cubicBezTo>
                    <a:cubicBezTo>
                      <a:pt x="1077327" y="360779"/>
                      <a:pt x="1066408" y="361382"/>
                      <a:pt x="1056695" y="362588"/>
                    </a:cubicBezTo>
                    <a:cubicBezTo>
                      <a:pt x="1046983" y="363795"/>
                      <a:pt x="1040558" y="364790"/>
                      <a:pt x="1037422" y="365574"/>
                    </a:cubicBezTo>
                    <a:cubicBezTo>
                      <a:pt x="1034285" y="366359"/>
                      <a:pt x="1031630" y="366751"/>
                      <a:pt x="1029459" y="366751"/>
                    </a:cubicBezTo>
                    <a:cubicBezTo>
                      <a:pt x="1027287" y="366751"/>
                      <a:pt x="1024874" y="365906"/>
                      <a:pt x="1022220" y="364217"/>
                    </a:cubicBezTo>
                    <a:cubicBezTo>
                      <a:pt x="1019565" y="362528"/>
                      <a:pt x="1018238" y="361382"/>
                      <a:pt x="1018238" y="360779"/>
                    </a:cubicBezTo>
                    <a:cubicBezTo>
                      <a:pt x="1018238" y="360175"/>
                      <a:pt x="1018600" y="359783"/>
                      <a:pt x="1019324" y="359602"/>
                    </a:cubicBezTo>
                    <a:cubicBezTo>
                      <a:pt x="1020048" y="359421"/>
                      <a:pt x="1020983" y="359361"/>
                      <a:pt x="1022129" y="359421"/>
                    </a:cubicBezTo>
                    <a:cubicBezTo>
                      <a:pt x="1023275" y="359482"/>
                      <a:pt x="1023969" y="359512"/>
                      <a:pt x="1024210" y="359512"/>
                    </a:cubicBezTo>
                    <a:cubicBezTo>
                      <a:pt x="1026261" y="359512"/>
                      <a:pt x="1041524" y="358305"/>
                      <a:pt x="1069997" y="355892"/>
                    </a:cubicBezTo>
                    <a:lnTo>
                      <a:pt x="1070178" y="342138"/>
                    </a:lnTo>
                    <a:cubicBezTo>
                      <a:pt x="1062456" y="342862"/>
                      <a:pt x="1057057" y="343224"/>
                      <a:pt x="1053981" y="343224"/>
                    </a:cubicBezTo>
                    <a:cubicBezTo>
                      <a:pt x="1050904" y="343224"/>
                      <a:pt x="1048371" y="342922"/>
                      <a:pt x="1046380" y="342319"/>
                    </a:cubicBezTo>
                    <a:cubicBezTo>
                      <a:pt x="1044389" y="341716"/>
                      <a:pt x="1043394" y="340992"/>
                      <a:pt x="1043394" y="340147"/>
                    </a:cubicBezTo>
                    <a:cubicBezTo>
                      <a:pt x="1043394" y="339303"/>
                      <a:pt x="1045656" y="338760"/>
                      <a:pt x="1050180" y="338519"/>
                    </a:cubicBezTo>
                    <a:cubicBezTo>
                      <a:pt x="1054705" y="338277"/>
                      <a:pt x="1061431" y="337493"/>
                      <a:pt x="1070359" y="336166"/>
                    </a:cubicBezTo>
                    <a:lnTo>
                      <a:pt x="1070540" y="322774"/>
                    </a:lnTo>
                    <a:cubicBezTo>
                      <a:pt x="1066197" y="323377"/>
                      <a:pt x="1060888" y="323980"/>
                      <a:pt x="1054614" y="324584"/>
                    </a:cubicBezTo>
                    <a:cubicBezTo>
                      <a:pt x="1054855" y="326393"/>
                      <a:pt x="1054373" y="327298"/>
                      <a:pt x="1053166" y="327298"/>
                    </a:cubicBezTo>
                    <a:cubicBezTo>
                      <a:pt x="1051960" y="327298"/>
                      <a:pt x="1050753" y="326454"/>
                      <a:pt x="1049547" y="324765"/>
                    </a:cubicBezTo>
                    <a:cubicBezTo>
                      <a:pt x="1048340" y="323075"/>
                      <a:pt x="1047375" y="320904"/>
                      <a:pt x="1046651" y="318249"/>
                    </a:cubicBezTo>
                    <a:cubicBezTo>
                      <a:pt x="1043152" y="305581"/>
                      <a:pt x="1040317" y="298252"/>
                      <a:pt x="1038145" y="296261"/>
                    </a:cubicBezTo>
                    <a:cubicBezTo>
                      <a:pt x="1035974" y="294270"/>
                      <a:pt x="1034888" y="292792"/>
                      <a:pt x="1034888" y="291827"/>
                    </a:cubicBezTo>
                    <a:cubicBezTo>
                      <a:pt x="1034888" y="290862"/>
                      <a:pt x="1035793" y="290379"/>
                      <a:pt x="1037603" y="290379"/>
                    </a:cubicBezTo>
                    <a:cubicBezTo>
                      <a:pt x="1039412" y="290379"/>
                      <a:pt x="1041584" y="290621"/>
                      <a:pt x="1044118" y="291103"/>
                    </a:cubicBezTo>
                    <a:cubicBezTo>
                      <a:pt x="1050512" y="290500"/>
                      <a:pt x="1060858" y="289233"/>
                      <a:pt x="1075155" y="287303"/>
                    </a:cubicBezTo>
                    <a:cubicBezTo>
                      <a:pt x="1089452" y="285372"/>
                      <a:pt x="1097023" y="284407"/>
                      <a:pt x="1097867" y="284407"/>
                    </a:cubicBezTo>
                    <a:close/>
                    <a:moveTo>
                      <a:pt x="154225" y="276806"/>
                    </a:moveTo>
                    <a:cubicBezTo>
                      <a:pt x="156880" y="276806"/>
                      <a:pt x="159172" y="277771"/>
                      <a:pt x="161102" y="279702"/>
                    </a:cubicBezTo>
                    <a:cubicBezTo>
                      <a:pt x="163033" y="281632"/>
                      <a:pt x="163998" y="283925"/>
                      <a:pt x="163998" y="286579"/>
                    </a:cubicBezTo>
                    <a:cubicBezTo>
                      <a:pt x="163998" y="289233"/>
                      <a:pt x="163033" y="291525"/>
                      <a:pt x="161102" y="293456"/>
                    </a:cubicBezTo>
                    <a:cubicBezTo>
                      <a:pt x="159172" y="295386"/>
                      <a:pt x="156880" y="296352"/>
                      <a:pt x="154225" y="296352"/>
                    </a:cubicBezTo>
                    <a:cubicBezTo>
                      <a:pt x="151571" y="296352"/>
                      <a:pt x="149279" y="295386"/>
                      <a:pt x="147348" y="293456"/>
                    </a:cubicBezTo>
                    <a:cubicBezTo>
                      <a:pt x="145418" y="291525"/>
                      <a:pt x="144453" y="289233"/>
                      <a:pt x="144453" y="286579"/>
                    </a:cubicBezTo>
                    <a:cubicBezTo>
                      <a:pt x="144453" y="283925"/>
                      <a:pt x="145418" y="281632"/>
                      <a:pt x="147348" y="279702"/>
                    </a:cubicBezTo>
                    <a:cubicBezTo>
                      <a:pt x="149279" y="277771"/>
                      <a:pt x="151571" y="276806"/>
                      <a:pt x="154225" y="276806"/>
                    </a:cubicBezTo>
                    <a:close/>
                    <a:moveTo>
                      <a:pt x="57969" y="270015"/>
                    </a:moveTo>
                    <a:cubicBezTo>
                      <a:pt x="52019" y="270015"/>
                      <a:pt x="46290" y="273020"/>
                      <a:pt x="40782" y="279029"/>
                    </a:cubicBezTo>
                    <a:cubicBezTo>
                      <a:pt x="35273" y="285038"/>
                      <a:pt x="31046" y="293167"/>
                      <a:pt x="28101" y="303418"/>
                    </a:cubicBezTo>
                    <a:cubicBezTo>
                      <a:pt x="36407" y="303359"/>
                      <a:pt x="43536" y="302608"/>
                      <a:pt x="49486" y="301165"/>
                    </a:cubicBezTo>
                    <a:cubicBezTo>
                      <a:pt x="55436" y="299721"/>
                      <a:pt x="60001" y="297424"/>
                      <a:pt x="63183" y="294272"/>
                    </a:cubicBezTo>
                    <a:cubicBezTo>
                      <a:pt x="66364" y="291120"/>
                      <a:pt x="67954" y="286864"/>
                      <a:pt x="67954" y="281503"/>
                    </a:cubicBezTo>
                    <a:cubicBezTo>
                      <a:pt x="67954" y="277910"/>
                      <a:pt x="67115" y="275096"/>
                      <a:pt x="65436" y="273064"/>
                    </a:cubicBezTo>
                    <a:cubicBezTo>
                      <a:pt x="63757" y="271032"/>
                      <a:pt x="61268" y="270015"/>
                      <a:pt x="57969" y="270015"/>
                    </a:cubicBezTo>
                    <a:close/>
                    <a:moveTo>
                      <a:pt x="956707" y="269748"/>
                    </a:moveTo>
                    <a:cubicBezTo>
                      <a:pt x="960326" y="269748"/>
                      <a:pt x="963795" y="270563"/>
                      <a:pt x="967113" y="272191"/>
                    </a:cubicBezTo>
                    <a:cubicBezTo>
                      <a:pt x="970431" y="273820"/>
                      <a:pt x="972090" y="275479"/>
                      <a:pt x="972090" y="277168"/>
                    </a:cubicBezTo>
                    <a:cubicBezTo>
                      <a:pt x="972090" y="278857"/>
                      <a:pt x="971245" y="280064"/>
                      <a:pt x="969556" y="280788"/>
                    </a:cubicBezTo>
                    <a:cubicBezTo>
                      <a:pt x="967867" y="281512"/>
                      <a:pt x="965424" y="281693"/>
                      <a:pt x="962226" y="281331"/>
                    </a:cubicBezTo>
                    <a:cubicBezTo>
                      <a:pt x="959029" y="280969"/>
                      <a:pt x="954987" y="280788"/>
                      <a:pt x="950101" y="280788"/>
                    </a:cubicBezTo>
                    <a:cubicBezTo>
                      <a:pt x="945215" y="280788"/>
                      <a:pt x="938850" y="281089"/>
                      <a:pt x="931008" y="281693"/>
                    </a:cubicBezTo>
                    <a:cubicBezTo>
                      <a:pt x="936317" y="285071"/>
                      <a:pt x="938971" y="288389"/>
                      <a:pt x="938971" y="291646"/>
                    </a:cubicBezTo>
                    <a:cubicBezTo>
                      <a:pt x="938971" y="292973"/>
                      <a:pt x="938760" y="294421"/>
                      <a:pt x="938338" y="295990"/>
                    </a:cubicBezTo>
                    <a:cubicBezTo>
                      <a:pt x="937915" y="297558"/>
                      <a:pt x="937704" y="301027"/>
                      <a:pt x="937704" y="306396"/>
                    </a:cubicBezTo>
                    <a:cubicBezTo>
                      <a:pt x="937704" y="311765"/>
                      <a:pt x="938096" y="319908"/>
                      <a:pt x="938881" y="330827"/>
                    </a:cubicBezTo>
                    <a:cubicBezTo>
                      <a:pt x="939665" y="341746"/>
                      <a:pt x="940057" y="347628"/>
                      <a:pt x="940057" y="348472"/>
                    </a:cubicBezTo>
                    <a:cubicBezTo>
                      <a:pt x="940057" y="355229"/>
                      <a:pt x="938368" y="361382"/>
                      <a:pt x="934990" y="366932"/>
                    </a:cubicBezTo>
                    <a:cubicBezTo>
                      <a:pt x="931611" y="372482"/>
                      <a:pt x="928836" y="375257"/>
                      <a:pt x="926665" y="375257"/>
                    </a:cubicBezTo>
                    <a:cubicBezTo>
                      <a:pt x="925096" y="375257"/>
                      <a:pt x="923407" y="373748"/>
                      <a:pt x="921598" y="370732"/>
                    </a:cubicBezTo>
                    <a:cubicBezTo>
                      <a:pt x="919305" y="366630"/>
                      <a:pt x="916048" y="362468"/>
                      <a:pt x="911825" y="358245"/>
                    </a:cubicBezTo>
                    <a:cubicBezTo>
                      <a:pt x="907602" y="354022"/>
                      <a:pt x="905491" y="351609"/>
                      <a:pt x="905491" y="351006"/>
                    </a:cubicBezTo>
                    <a:cubicBezTo>
                      <a:pt x="905491" y="350403"/>
                      <a:pt x="906034" y="350101"/>
                      <a:pt x="907119" y="350101"/>
                    </a:cubicBezTo>
                    <a:cubicBezTo>
                      <a:pt x="908205" y="350101"/>
                      <a:pt x="910528" y="350765"/>
                      <a:pt x="914087" y="352092"/>
                    </a:cubicBezTo>
                    <a:cubicBezTo>
                      <a:pt x="917646" y="353419"/>
                      <a:pt x="920421" y="354083"/>
                      <a:pt x="922412" y="354083"/>
                    </a:cubicBezTo>
                    <a:cubicBezTo>
                      <a:pt x="924403" y="354083"/>
                      <a:pt x="925881" y="353479"/>
                      <a:pt x="926846" y="352273"/>
                    </a:cubicBezTo>
                    <a:cubicBezTo>
                      <a:pt x="927811" y="351066"/>
                      <a:pt x="928475" y="346572"/>
                      <a:pt x="928836" y="338790"/>
                    </a:cubicBezTo>
                    <a:cubicBezTo>
                      <a:pt x="929198" y="331008"/>
                      <a:pt x="929379" y="324734"/>
                      <a:pt x="929379" y="319969"/>
                    </a:cubicBezTo>
                    <a:cubicBezTo>
                      <a:pt x="929379" y="315203"/>
                      <a:pt x="928987" y="308959"/>
                      <a:pt x="928203" y="301238"/>
                    </a:cubicBezTo>
                    <a:cubicBezTo>
                      <a:pt x="927419" y="293516"/>
                      <a:pt x="926062" y="287182"/>
                      <a:pt x="924131" y="282235"/>
                    </a:cubicBezTo>
                    <a:cubicBezTo>
                      <a:pt x="908929" y="283442"/>
                      <a:pt x="898795" y="284648"/>
                      <a:pt x="893727" y="285855"/>
                    </a:cubicBezTo>
                    <a:cubicBezTo>
                      <a:pt x="890108" y="286700"/>
                      <a:pt x="887242" y="287122"/>
                      <a:pt x="885131" y="287122"/>
                    </a:cubicBezTo>
                    <a:cubicBezTo>
                      <a:pt x="883020" y="287122"/>
                      <a:pt x="880788" y="286398"/>
                      <a:pt x="878435" y="284950"/>
                    </a:cubicBezTo>
                    <a:cubicBezTo>
                      <a:pt x="876082" y="283502"/>
                      <a:pt x="874906" y="282416"/>
                      <a:pt x="874906" y="281693"/>
                    </a:cubicBezTo>
                    <a:cubicBezTo>
                      <a:pt x="874906" y="280969"/>
                      <a:pt x="877319" y="280607"/>
                      <a:pt x="882145" y="280607"/>
                    </a:cubicBezTo>
                    <a:cubicBezTo>
                      <a:pt x="882628" y="280607"/>
                      <a:pt x="891857" y="279430"/>
                      <a:pt x="909834" y="277078"/>
                    </a:cubicBezTo>
                    <a:cubicBezTo>
                      <a:pt x="927811" y="274725"/>
                      <a:pt x="940479" y="272583"/>
                      <a:pt x="947839" y="270653"/>
                    </a:cubicBezTo>
                    <a:cubicBezTo>
                      <a:pt x="950131" y="270050"/>
                      <a:pt x="953087" y="269748"/>
                      <a:pt x="956707" y="269748"/>
                    </a:cubicBezTo>
                    <a:close/>
                    <a:moveTo>
                      <a:pt x="704066" y="267034"/>
                    </a:moveTo>
                    <a:cubicBezTo>
                      <a:pt x="692242" y="269447"/>
                      <a:pt x="682469" y="270834"/>
                      <a:pt x="674748" y="271196"/>
                    </a:cubicBezTo>
                    <a:cubicBezTo>
                      <a:pt x="678005" y="288570"/>
                      <a:pt x="680599" y="303530"/>
                      <a:pt x="682530" y="316078"/>
                    </a:cubicBezTo>
                    <a:cubicBezTo>
                      <a:pt x="687718" y="315716"/>
                      <a:pt x="694836" y="314690"/>
                      <a:pt x="703885" y="313001"/>
                    </a:cubicBezTo>
                    <a:lnTo>
                      <a:pt x="704066" y="293456"/>
                    </a:lnTo>
                    <a:cubicBezTo>
                      <a:pt x="699963" y="294059"/>
                      <a:pt x="696827" y="294361"/>
                      <a:pt x="694655" y="294361"/>
                    </a:cubicBezTo>
                    <a:cubicBezTo>
                      <a:pt x="692483" y="294361"/>
                      <a:pt x="690613" y="294089"/>
                      <a:pt x="689045" y="293546"/>
                    </a:cubicBezTo>
                    <a:cubicBezTo>
                      <a:pt x="687476" y="293003"/>
                      <a:pt x="686692" y="292310"/>
                      <a:pt x="686692" y="291465"/>
                    </a:cubicBezTo>
                    <a:cubicBezTo>
                      <a:pt x="686692" y="290621"/>
                      <a:pt x="687657" y="290078"/>
                      <a:pt x="689588" y="289836"/>
                    </a:cubicBezTo>
                    <a:cubicBezTo>
                      <a:pt x="693569" y="289354"/>
                      <a:pt x="698395" y="288328"/>
                      <a:pt x="704066" y="286760"/>
                    </a:cubicBezTo>
                    <a:close/>
                    <a:moveTo>
                      <a:pt x="342116" y="267034"/>
                    </a:moveTo>
                    <a:cubicBezTo>
                      <a:pt x="330292" y="269447"/>
                      <a:pt x="320519" y="270834"/>
                      <a:pt x="312798" y="271196"/>
                    </a:cubicBezTo>
                    <a:cubicBezTo>
                      <a:pt x="316055" y="288570"/>
                      <a:pt x="318649" y="303530"/>
                      <a:pt x="320580" y="316078"/>
                    </a:cubicBezTo>
                    <a:cubicBezTo>
                      <a:pt x="325768" y="315716"/>
                      <a:pt x="332886" y="314690"/>
                      <a:pt x="341935" y="313001"/>
                    </a:cubicBezTo>
                    <a:lnTo>
                      <a:pt x="342116" y="293456"/>
                    </a:lnTo>
                    <a:cubicBezTo>
                      <a:pt x="338013" y="294059"/>
                      <a:pt x="334877" y="294361"/>
                      <a:pt x="332705" y="294361"/>
                    </a:cubicBezTo>
                    <a:cubicBezTo>
                      <a:pt x="330533" y="294361"/>
                      <a:pt x="328663" y="294089"/>
                      <a:pt x="327095" y="293546"/>
                    </a:cubicBezTo>
                    <a:cubicBezTo>
                      <a:pt x="325526" y="293003"/>
                      <a:pt x="324742" y="292310"/>
                      <a:pt x="324742" y="291465"/>
                    </a:cubicBezTo>
                    <a:cubicBezTo>
                      <a:pt x="324742" y="290621"/>
                      <a:pt x="325707" y="290078"/>
                      <a:pt x="327638" y="289836"/>
                    </a:cubicBezTo>
                    <a:cubicBezTo>
                      <a:pt x="331619" y="289354"/>
                      <a:pt x="336445" y="288328"/>
                      <a:pt x="342116" y="286760"/>
                    </a:cubicBezTo>
                    <a:close/>
                    <a:moveTo>
                      <a:pt x="1136596" y="265586"/>
                    </a:moveTo>
                    <a:cubicBezTo>
                      <a:pt x="1142146" y="265586"/>
                      <a:pt x="1146851" y="266672"/>
                      <a:pt x="1150712" y="268843"/>
                    </a:cubicBezTo>
                    <a:cubicBezTo>
                      <a:pt x="1154573" y="271015"/>
                      <a:pt x="1156503" y="272885"/>
                      <a:pt x="1156503" y="274454"/>
                    </a:cubicBezTo>
                    <a:cubicBezTo>
                      <a:pt x="1156503" y="276022"/>
                      <a:pt x="1154331" y="276806"/>
                      <a:pt x="1149988" y="276806"/>
                    </a:cubicBezTo>
                    <a:cubicBezTo>
                      <a:pt x="1148299" y="276806"/>
                      <a:pt x="1146369" y="276686"/>
                      <a:pt x="1144197" y="276444"/>
                    </a:cubicBezTo>
                    <a:cubicBezTo>
                      <a:pt x="1137923" y="275600"/>
                      <a:pt x="1126914" y="275177"/>
                      <a:pt x="1111169" y="275177"/>
                    </a:cubicBezTo>
                    <a:cubicBezTo>
                      <a:pt x="1095424" y="275177"/>
                      <a:pt x="1077779" y="276203"/>
                      <a:pt x="1058234" y="278254"/>
                    </a:cubicBezTo>
                    <a:cubicBezTo>
                      <a:pt x="1038688" y="280305"/>
                      <a:pt x="1026412" y="281904"/>
                      <a:pt x="1021405" y="283050"/>
                    </a:cubicBezTo>
                    <a:cubicBezTo>
                      <a:pt x="1016398" y="284196"/>
                      <a:pt x="1013141" y="284769"/>
                      <a:pt x="1011633" y="284769"/>
                    </a:cubicBezTo>
                    <a:cubicBezTo>
                      <a:pt x="1010124" y="284769"/>
                      <a:pt x="1007953" y="283894"/>
                      <a:pt x="1005118" y="282145"/>
                    </a:cubicBezTo>
                    <a:cubicBezTo>
                      <a:pt x="1002282" y="280396"/>
                      <a:pt x="1000865" y="279189"/>
                      <a:pt x="1000865" y="278525"/>
                    </a:cubicBezTo>
                    <a:cubicBezTo>
                      <a:pt x="1000865" y="277862"/>
                      <a:pt x="1001377" y="277440"/>
                      <a:pt x="1002403" y="277259"/>
                    </a:cubicBezTo>
                    <a:cubicBezTo>
                      <a:pt x="1003428" y="277078"/>
                      <a:pt x="1004424" y="277017"/>
                      <a:pt x="1005389" y="277078"/>
                    </a:cubicBezTo>
                    <a:cubicBezTo>
                      <a:pt x="1006354" y="277138"/>
                      <a:pt x="1007319" y="277168"/>
                      <a:pt x="1008285" y="277168"/>
                    </a:cubicBezTo>
                    <a:cubicBezTo>
                      <a:pt x="1013593" y="277168"/>
                      <a:pt x="1032807" y="275720"/>
                      <a:pt x="1065925" y="272825"/>
                    </a:cubicBezTo>
                    <a:cubicBezTo>
                      <a:pt x="1099044" y="269929"/>
                      <a:pt x="1118317" y="267999"/>
                      <a:pt x="1123747" y="267034"/>
                    </a:cubicBezTo>
                    <a:cubicBezTo>
                      <a:pt x="1129176" y="266068"/>
                      <a:pt x="1133459" y="265586"/>
                      <a:pt x="1136596" y="265586"/>
                    </a:cubicBezTo>
                    <a:close/>
                    <a:moveTo>
                      <a:pt x="863867" y="263414"/>
                    </a:moveTo>
                    <a:cubicBezTo>
                      <a:pt x="865556" y="263414"/>
                      <a:pt x="867637" y="264892"/>
                      <a:pt x="870110" y="267848"/>
                    </a:cubicBezTo>
                    <a:cubicBezTo>
                      <a:pt x="872583" y="270804"/>
                      <a:pt x="873820" y="272855"/>
                      <a:pt x="873820" y="274001"/>
                    </a:cubicBezTo>
                    <a:cubicBezTo>
                      <a:pt x="873820" y="275147"/>
                      <a:pt x="873126" y="276263"/>
                      <a:pt x="871739" y="277349"/>
                    </a:cubicBezTo>
                    <a:cubicBezTo>
                      <a:pt x="870351" y="278435"/>
                      <a:pt x="865676" y="283020"/>
                      <a:pt x="857713" y="291103"/>
                    </a:cubicBezTo>
                    <a:cubicBezTo>
                      <a:pt x="859402" y="292189"/>
                      <a:pt x="860247" y="296713"/>
                      <a:pt x="860247" y="304676"/>
                    </a:cubicBezTo>
                    <a:cubicBezTo>
                      <a:pt x="860247" y="340992"/>
                      <a:pt x="858256" y="359150"/>
                      <a:pt x="854275" y="359150"/>
                    </a:cubicBezTo>
                    <a:cubicBezTo>
                      <a:pt x="853068" y="359150"/>
                      <a:pt x="851590" y="357310"/>
                      <a:pt x="849841" y="353630"/>
                    </a:cubicBezTo>
                    <a:cubicBezTo>
                      <a:pt x="848091" y="349950"/>
                      <a:pt x="847217" y="347115"/>
                      <a:pt x="847217" y="345124"/>
                    </a:cubicBezTo>
                    <a:cubicBezTo>
                      <a:pt x="847217" y="343134"/>
                      <a:pt x="847880" y="340690"/>
                      <a:pt x="849208" y="337795"/>
                    </a:cubicBezTo>
                    <a:cubicBezTo>
                      <a:pt x="851862" y="333089"/>
                      <a:pt x="853189" y="321929"/>
                      <a:pt x="853189" y="304314"/>
                    </a:cubicBezTo>
                    <a:cubicBezTo>
                      <a:pt x="853189" y="300816"/>
                      <a:pt x="853008" y="298101"/>
                      <a:pt x="852646" y="296171"/>
                    </a:cubicBezTo>
                    <a:cubicBezTo>
                      <a:pt x="842391" y="305943"/>
                      <a:pt x="834096" y="312549"/>
                      <a:pt x="827762" y="315987"/>
                    </a:cubicBezTo>
                    <a:cubicBezTo>
                      <a:pt x="821428" y="319426"/>
                      <a:pt x="817296" y="321145"/>
                      <a:pt x="815365" y="321145"/>
                    </a:cubicBezTo>
                    <a:cubicBezTo>
                      <a:pt x="814641" y="321145"/>
                      <a:pt x="814279" y="320813"/>
                      <a:pt x="814279" y="320150"/>
                    </a:cubicBezTo>
                    <a:cubicBezTo>
                      <a:pt x="814279" y="319486"/>
                      <a:pt x="815124" y="318551"/>
                      <a:pt x="816813" y="317345"/>
                    </a:cubicBezTo>
                    <a:cubicBezTo>
                      <a:pt x="830085" y="307210"/>
                      <a:pt x="840702" y="297588"/>
                      <a:pt x="848665" y="288479"/>
                    </a:cubicBezTo>
                    <a:cubicBezTo>
                      <a:pt x="856628" y="279370"/>
                      <a:pt x="860730" y="272915"/>
                      <a:pt x="860971" y="269115"/>
                    </a:cubicBezTo>
                    <a:cubicBezTo>
                      <a:pt x="861212" y="265314"/>
                      <a:pt x="862177" y="263414"/>
                      <a:pt x="863867" y="263414"/>
                    </a:cubicBezTo>
                    <a:close/>
                    <a:moveTo>
                      <a:pt x="61150" y="263034"/>
                    </a:moveTo>
                    <a:cubicBezTo>
                      <a:pt x="68278" y="263034"/>
                      <a:pt x="73625" y="264478"/>
                      <a:pt x="77189" y="267364"/>
                    </a:cubicBezTo>
                    <a:cubicBezTo>
                      <a:pt x="80753" y="270251"/>
                      <a:pt x="82535" y="274758"/>
                      <a:pt x="82535" y="280885"/>
                    </a:cubicBezTo>
                    <a:cubicBezTo>
                      <a:pt x="82535" y="290899"/>
                      <a:pt x="77837" y="298411"/>
                      <a:pt x="68440" y="303418"/>
                    </a:cubicBezTo>
                    <a:cubicBezTo>
                      <a:pt x="59044" y="308425"/>
                      <a:pt x="45097" y="310929"/>
                      <a:pt x="26599" y="310929"/>
                    </a:cubicBezTo>
                    <a:cubicBezTo>
                      <a:pt x="25892" y="314464"/>
                      <a:pt x="25538" y="318293"/>
                      <a:pt x="25538" y="322417"/>
                    </a:cubicBezTo>
                    <a:cubicBezTo>
                      <a:pt x="25538" y="328603"/>
                      <a:pt x="26746" y="333095"/>
                      <a:pt x="29161" y="335893"/>
                    </a:cubicBezTo>
                    <a:cubicBezTo>
                      <a:pt x="31577" y="338691"/>
                      <a:pt x="35524" y="340090"/>
                      <a:pt x="41002" y="340090"/>
                    </a:cubicBezTo>
                    <a:cubicBezTo>
                      <a:pt x="46422" y="340090"/>
                      <a:pt x="51327" y="338912"/>
                      <a:pt x="55716" y="336556"/>
                    </a:cubicBezTo>
                    <a:cubicBezTo>
                      <a:pt x="60104" y="334199"/>
                      <a:pt x="64744" y="330576"/>
                      <a:pt x="69633" y="325686"/>
                    </a:cubicBezTo>
                    <a:lnTo>
                      <a:pt x="75112" y="331430"/>
                    </a:lnTo>
                    <a:cubicBezTo>
                      <a:pt x="69398" y="337734"/>
                      <a:pt x="63610" y="342476"/>
                      <a:pt x="57748" y="345657"/>
                    </a:cubicBezTo>
                    <a:cubicBezTo>
                      <a:pt x="51886" y="348838"/>
                      <a:pt x="45067" y="350429"/>
                      <a:pt x="37291" y="350429"/>
                    </a:cubicBezTo>
                    <a:cubicBezTo>
                      <a:pt x="28749" y="350429"/>
                      <a:pt x="22136" y="347822"/>
                      <a:pt x="17453" y="342609"/>
                    </a:cubicBezTo>
                    <a:cubicBezTo>
                      <a:pt x="12769" y="337395"/>
                      <a:pt x="10428" y="330134"/>
                      <a:pt x="10428" y="320826"/>
                    </a:cubicBezTo>
                    <a:cubicBezTo>
                      <a:pt x="10428" y="314523"/>
                      <a:pt x="11562" y="307763"/>
                      <a:pt x="13830" y="300546"/>
                    </a:cubicBezTo>
                    <a:cubicBezTo>
                      <a:pt x="16098" y="293329"/>
                      <a:pt x="19529" y="286849"/>
                      <a:pt x="24124" y="281105"/>
                    </a:cubicBezTo>
                    <a:cubicBezTo>
                      <a:pt x="28719" y="275362"/>
                      <a:pt x="34228" y="270914"/>
                      <a:pt x="40649" y="267762"/>
                    </a:cubicBezTo>
                    <a:cubicBezTo>
                      <a:pt x="47070" y="264610"/>
                      <a:pt x="53904" y="263034"/>
                      <a:pt x="61150" y="263034"/>
                    </a:cubicBezTo>
                    <a:close/>
                    <a:moveTo>
                      <a:pt x="740803" y="262147"/>
                    </a:moveTo>
                    <a:cubicBezTo>
                      <a:pt x="733323" y="262147"/>
                      <a:pt x="724033" y="263173"/>
                      <a:pt x="712933" y="265224"/>
                    </a:cubicBezTo>
                    <a:cubicBezTo>
                      <a:pt x="712933" y="269447"/>
                      <a:pt x="712813" y="275781"/>
                      <a:pt x="712571" y="284226"/>
                    </a:cubicBezTo>
                    <a:cubicBezTo>
                      <a:pt x="718725" y="282416"/>
                      <a:pt x="722827" y="281512"/>
                      <a:pt x="724878" y="281512"/>
                    </a:cubicBezTo>
                    <a:cubicBezTo>
                      <a:pt x="726929" y="281512"/>
                      <a:pt x="728739" y="281874"/>
                      <a:pt x="730307" y="282597"/>
                    </a:cubicBezTo>
                    <a:cubicBezTo>
                      <a:pt x="731875" y="283321"/>
                      <a:pt x="732660" y="284287"/>
                      <a:pt x="732660" y="285493"/>
                    </a:cubicBezTo>
                    <a:cubicBezTo>
                      <a:pt x="732660" y="286700"/>
                      <a:pt x="731604" y="287665"/>
                      <a:pt x="729493" y="288389"/>
                    </a:cubicBezTo>
                    <a:cubicBezTo>
                      <a:pt x="727381" y="289113"/>
                      <a:pt x="721680" y="290319"/>
                      <a:pt x="712390" y="292008"/>
                    </a:cubicBezTo>
                    <a:cubicBezTo>
                      <a:pt x="712390" y="299006"/>
                      <a:pt x="712270" y="305581"/>
                      <a:pt x="712028" y="311734"/>
                    </a:cubicBezTo>
                    <a:cubicBezTo>
                      <a:pt x="719871" y="310287"/>
                      <a:pt x="725179" y="309563"/>
                      <a:pt x="727954" y="309563"/>
                    </a:cubicBezTo>
                    <a:cubicBezTo>
                      <a:pt x="730729" y="309563"/>
                      <a:pt x="732660" y="309864"/>
                      <a:pt x="733745" y="310468"/>
                    </a:cubicBezTo>
                    <a:cubicBezTo>
                      <a:pt x="734831" y="311071"/>
                      <a:pt x="735616" y="311372"/>
                      <a:pt x="736098" y="311372"/>
                    </a:cubicBezTo>
                    <a:cubicBezTo>
                      <a:pt x="738029" y="311372"/>
                      <a:pt x="740291" y="305099"/>
                      <a:pt x="742885" y="292551"/>
                    </a:cubicBezTo>
                    <a:cubicBezTo>
                      <a:pt x="745479" y="280003"/>
                      <a:pt x="746776" y="272161"/>
                      <a:pt x="746776" y="269024"/>
                    </a:cubicBezTo>
                    <a:cubicBezTo>
                      <a:pt x="746776" y="265887"/>
                      <a:pt x="746414" y="263957"/>
                      <a:pt x="745690" y="263233"/>
                    </a:cubicBezTo>
                    <a:cubicBezTo>
                      <a:pt x="744966" y="262509"/>
                      <a:pt x="743337" y="262147"/>
                      <a:pt x="740803" y="262147"/>
                    </a:cubicBezTo>
                    <a:close/>
                    <a:moveTo>
                      <a:pt x="378854" y="262147"/>
                    </a:moveTo>
                    <a:cubicBezTo>
                      <a:pt x="371373" y="262147"/>
                      <a:pt x="362083" y="263173"/>
                      <a:pt x="350983" y="265224"/>
                    </a:cubicBezTo>
                    <a:cubicBezTo>
                      <a:pt x="350983" y="269447"/>
                      <a:pt x="350863" y="275781"/>
                      <a:pt x="350621" y="284226"/>
                    </a:cubicBezTo>
                    <a:cubicBezTo>
                      <a:pt x="356775" y="282416"/>
                      <a:pt x="360877" y="281512"/>
                      <a:pt x="362928" y="281512"/>
                    </a:cubicBezTo>
                    <a:cubicBezTo>
                      <a:pt x="364979" y="281512"/>
                      <a:pt x="366789" y="281874"/>
                      <a:pt x="368357" y="282597"/>
                    </a:cubicBezTo>
                    <a:cubicBezTo>
                      <a:pt x="369925" y="283321"/>
                      <a:pt x="370710" y="284287"/>
                      <a:pt x="370710" y="285493"/>
                    </a:cubicBezTo>
                    <a:cubicBezTo>
                      <a:pt x="370710" y="286700"/>
                      <a:pt x="369654" y="287665"/>
                      <a:pt x="367543" y="288389"/>
                    </a:cubicBezTo>
                    <a:cubicBezTo>
                      <a:pt x="365431" y="289113"/>
                      <a:pt x="359730" y="290319"/>
                      <a:pt x="350440" y="292008"/>
                    </a:cubicBezTo>
                    <a:cubicBezTo>
                      <a:pt x="350440" y="299006"/>
                      <a:pt x="350320" y="305581"/>
                      <a:pt x="350078" y="311734"/>
                    </a:cubicBezTo>
                    <a:cubicBezTo>
                      <a:pt x="357921" y="310287"/>
                      <a:pt x="363229" y="309563"/>
                      <a:pt x="366004" y="309563"/>
                    </a:cubicBezTo>
                    <a:cubicBezTo>
                      <a:pt x="368779" y="309563"/>
                      <a:pt x="370710" y="309864"/>
                      <a:pt x="371795" y="310468"/>
                    </a:cubicBezTo>
                    <a:cubicBezTo>
                      <a:pt x="372881" y="311071"/>
                      <a:pt x="373666" y="311372"/>
                      <a:pt x="374148" y="311372"/>
                    </a:cubicBezTo>
                    <a:cubicBezTo>
                      <a:pt x="376079" y="311372"/>
                      <a:pt x="378341" y="305099"/>
                      <a:pt x="380935" y="292551"/>
                    </a:cubicBezTo>
                    <a:cubicBezTo>
                      <a:pt x="383529" y="280003"/>
                      <a:pt x="384826" y="272161"/>
                      <a:pt x="384826" y="269024"/>
                    </a:cubicBezTo>
                    <a:cubicBezTo>
                      <a:pt x="384826" y="265887"/>
                      <a:pt x="384464" y="263957"/>
                      <a:pt x="383740" y="263233"/>
                    </a:cubicBezTo>
                    <a:cubicBezTo>
                      <a:pt x="383016" y="262509"/>
                      <a:pt x="381387" y="262147"/>
                      <a:pt x="378854" y="262147"/>
                    </a:cubicBezTo>
                    <a:close/>
                    <a:moveTo>
                      <a:pt x="1092257" y="228486"/>
                    </a:moveTo>
                    <a:cubicBezTo>
                      <a:pt x="1089120" y="228486"/>
                      <a:pt x="1084354" y="228848"/>
                      <a:pt x="1077960" y="229572"/>
                    </a:cubicBezTo>
                    <a:cubicBezTo>
                      <a:pt x="1063723" y="231502"/>
                      <a:pt x="1055338" y="232528"/>
                      <a:pt x="1052804" y="232648"/>
                    </a:cubicBezTo>
                    <a:cubicBezTo>
                      <a:pt x="1053649" y="237112"/>
                      <a:pt x="1054433" y="240852"/>
                      <a:pt x="1055157" y="243869"/>
                    </a:cubicBezTo>
                    <a:cubicBezTo>
                      <a:pt x="1060828" y="243507"/>
                      <a:pt x="1066227" y="242662"/>
                      <a:pt x="1071354" y="241335"/>
                    </a:cubicBezTo>
                    <a:cubicBezTo>
                      <a:pt x="1076482" y="240008"/>
                      <a:pt x="1079921" y="239344"/>
                      <a:pt x="1081670" y="239344"/>
                    </a:cubicBezTo>
                    <a:cubicBezTo>
                      <a:pt x="1083419" y="239344"/>
                      <a:pt x="1085018" y="239646"/>
                      <a:pt x="1086466" y="240249"/>
                    </a:cubicBezTo>
                    <a:cubicBezTo>
                      <a:pt x="1087914" y="240852"/>
                      <a:pt x="1088637" y="241516"/>
                      <a:pt x="1088637" y="242240"/>
                    </a:cubicBezTo>
                    <a:cubicBezTo>
                      <a:pt x="1088637" y="242964"/>
                      <a:pt x="1088004" y="243627"/>
                      <a:pt x="1086737" y="244231"/>
                    </a:cubicBezTo>
                    <a:cubicBezTo>
                      <a:pt x="1085470" y="244834"/>
                      <a:pt x="1081489" y="245558"/>
                      <a:pt x="1074793" y="246402"/>
                    </a:cubicBezTo>
                    <a:cubicBezTo>
                      <a:pt x="1068097" y="247247"/>
                      <a:pt x="1061793" y="247488"/>
                      <a:pt x="1055881" y="247126"/>
                    </a:cubicBezTo>
                    <a:cubicBezTo>
                      <a:pt x="1056484" y="249781"/>
                      <a:pt x="1057510" y="253641"/>
                      <a:pt x="1058958" y="258709"/>
                    </a:cubicBezTo>
                    <a:cubicBezTo>
                      <a:pt x="1072832" y="256658"/>
                      <a:pt x="1081579" y="255542"/>
                      <a:pt x="1085199" y="255361"/>
                    </a:cubicBezTo>
                    <a:cubicBezTo>
                      <a:pt x="1088818" y="255180"/>
                      <a:pt x="1091201" y="254878"/>
                      <a:pt x="1092347" y="254456"/>
                    </a:cubicBezTo>
                    <a:cubicBezTo>
                      <a:pt x="1093494" y="254034"/>
                      <a:pt x="1094399" y="253098"/>
                      <a:pt x="1095062" y="251651"/>
                    </a:cubicBezTo>
                    <a:cubicBezTo>
                      <a:pt x="1095726" y="250203"/>
                      <a:pt x="1096691" y="247156"/>
                      <a:pt x="1097958" y="242511"/>
                    </a:cubicBezTo>
                    <a:cubicBezTo>
                      <a:pt x="1099225" y="237866"/>
                      <a:pt x="1099858" y="234699"/>
                      <a:pt x="1099858" y="233010"/>
                    </a:cubicBezTo>
                    <a:cubicBezTo>
                      <a:pt x="1099858" y="231321"/>
                      <a:pt x="1099375" y="230145"/>
                      <a:pt x="1098410" y="229481"/>
                    </a:cubicBezTo>
                    <a:cubicBezTo>
                      <a:pt x="1097445" y="228818"/>
                      <a:pt x="1095394" y="228486"/>
                      <a:pt x="1092257" y="228486"/>
                    </a:cubicBezTo>
                    <a:close/>
                    <a:moveTo>
                      <a:pt x="559105" y="227219"/>
                    </a:moveTo>
                    <a:cubicBezTo>
                      <a:pt x="561156" y="227219"/>
                      <a:pt x="564715" y="228757"/>
                      <a:pt x="569782" y="231834"/>
                    </a:cubicBezTo>
                    <a:cubicBezTo>
                      <a:pt x="574849" y="234910"/>
                      <a:pt x="577383" y="237233"/>
                      <a:pt x="577383" y="238801"/>
                    </a:cubicBezTo>
                    <a:cubicBezTo>
                      <a:pt x="577383" y="240370"/>
                      <a:pt x="575332" y="241878"/>
                      <a:pt x="571230" y="243326"/>
                    </a:cubicBezTo>
                    <a:cubicBezTo>
                      <a:pt x="569058" y="244050"/>
                      <a:pt x="566072" y="246010"/>
                      <a:pt x="562272" y="249208"/>
                    </a:cubicBezTo>
                    <a:cubicBezTo>
                      <a:pt x="558471" y="252405"/>
                      <a:pt x="551142" y="259191"/>
                      <a:pt x="540283" y="269567"/>
                    </a:cubicBezTo>
                    <a:cubicBezTo>
                      <a:pt x="541731" y="271015"/>
                      <a:pt x="542877" y="275419"/>
                      <a:pt x="543722" y="282778"/>
                    </a:cubicBezTo>
                    <a:cubicBezTo>
                      <a:pt x="561578" y="280607"/>
                      <a:pt x="573040" y="279038"/>
                      <a:pt x="578107" y="278073"/>
                    </a:cubicBezTo>
                    <a:cubicBezTo>
                      <a:pt x="583174" y="277108"/>
                      <a:pt x="587729" y="276625"/>
                      <a:pt x="591771" y="276625"/>
                    </a:cubicBezTo>
                    <a:cubicBezTo>
                      <a:pt x="595812" y="276625"/>
                      <a:pt x="600126" y="277771"/>
                      <a:pt x="604710" y="280064"/>
                    </a:cubicBezTo>
                    <a:cubicBezTo>
                      <a:pt x="609295" y="282356"/>
                      <a:pt x="611587" y="284528"/>
                      <a:pt x="611587" y="286579"/>
                    </a:cubicBezTo>
                    <a:cubicBezTo>
                      <a:pt x="611587" y="289233"/>
                      <a:pt x="608631" y="290560"/>
                      <a:pt x="602720" y="290560"/>
                    </a:cubicBezTo>
                    <a:cubicBezTo>
                      <a:pt x="600910" y="290560"/>
                      <a:pt x="598044" y="290259"/>
                      <a:pt x="594123" y="289655"/>
                    </a:cubicBezTo>
                    <a:cubicBezTo>
                      <a:pt x="590202" y="289052"/>
                      <a:pt x="584109" y="288751"/>
                      <a:pt x="575845" y="288751"/>
                    </a:cubicBezTo>
                    <a:cubicBezTo>
                      <a:pt x="567580" y="288751"/>
                      <a:pt x="557235" y="289173"/>
                      <a:pt x="544808" y="290017"/>
                    </a:cubicBezTo>
                    <a:cubicBezTo>
                      <a:pt x="546497" y="305099"/>
                      <a:pt x="547341" y="317526"/>
                      <a:pt x="547341" y="327298"/>
                    </a:cubicBezTo>
                    <a:cubicBezTo>
                      <a:pt x="547341" y="344792"/>
                      <a:pt x="544928" y="357219"/>
                      <a:pt x="540102" y="364579"/>
                    </a:cubicBezTo>
                    <a:cubicBezTo>
                      <a:pt x="535276" y="371939"/>
                      <a:pt x="531174" y="375619"/>
                      <a:pt x="527796" y="375619"/>
                    </a:cubicBezTo>
                    <a:cubicBezTo>
                      <a:pt x="525866" y="375619"/>
                      <a:pt x="524659" y="374503"/>
                      <a:pt x="524176" y="372271"/>
                    </a:cubicBezTo>
                    <a:cubicBezTo>
                      <a:pt x="523694" y="370039"/>
                      <a:pt x="522246" y="367626"/>
                      <a:pt x="519833" y="365032"/>
                    </a:cubicBezTo>
                    <a:cubicBezTo>
                      <a:pt x="517420" y="362438"/>
                      <a:pt x="514404" y="359632"/>
                      <a:pt x="510784" y="356616"/>
                    </a:cubicBezTo>
                    <a:cubicBezTo>
                      <a:pt x="507165" y="353600"/>
                      <a:pt x="505355" y="351730"/>
                      <a:pt x="505355" y="351006"/>
                    </a:cubicBezTo>
                    <a:cubicBezTo>
                      <a:pt x="505355" y="350282"/>
                      <a:pt x="505807" y="349920"/>
                      <a:pt x="506712" y="349920"/>
                    </a:cubicBezTo>
                    <a:cubicBezTo>
                      <a:pt x="507617" y="349920"/>
                      <a:pt x="510060" y="350373"/>
                      <a:pt x="514042" y="351277"/>
                    </a:cubicBezTo>
                    <a:cubicBezTo>
                      <a:pt x="518023" y="352182"/>
                      <a:pt x="521462" y="352635"/>
                      <a:pt x="524357" y="352635"/>
                    </a:cubicBezTo>
                    <a:cubicBezTo>
                      <a:pt x="527253" y="352635"/>
                      <a:pt x="529334" y="351730"/>
                      <a:pt x="530601" y="349920"/>
                    </a:cubicBezTo>
                    <a:cubicBezTo>
                      <a:pt x="531868" y="348110"/>
                      <a:pt x="533165" y="344280"/>
                      <a:pt x="534492" y="338428"/>
                    </a:cubicBezTo>
                    <a:cubicBezTo>
                      <a:pt x="535819" y="332577"/>
                      <a:pt x="536453" y="325277"/>
                      <a:pt x="536392" y="316530"/>
                    </a:cubicBezTo>
                    <a:cubicBezTo>
                      <a:pt x="536332" y="307783"/>
                      <a:pt x="535638" y="299187"/>
                      <a:pt x="534311" y="290741"/>
                    </a:cubicBezTo>
                    <a:cubicBezTo>
                      <a:pt x="523814" y="291586"/>
                      <a:pt x="513589" y="292762"/>
                      <a:pt x="503636" y="294270"/>
                    </a:cubicBezTo>
                    <a:cubicBezTo>
                      <a:pt x="493682" y="295778"/>
                      <a:pt x="486654" y="297075"/>
                      <a:pt x="482552" y="298161"/>
                    </a:cubicBezTo>
                    <a:cubicBezTo>
                      <a:pt x="478450" y="299247"/>
                      <a:pt x="475102" y="299790"/>
                      <a:pt x="472508" y="299790"/>
                    </a:cubicBezTo>
                    <a:cubicBezTo>
                      <a:pt x="469914" y="299790"/>
                      <a:pt x="466898" y="298915"/>
                      <a:pt x="463459" y="297166"/>
                    </a:cubicBezTo>
                    <a:cubicBezTo>
                      <a:pt x="460021" y="295416"/>
                      <a:pt x="458302" y="294119"/>
                      <a:pt x="458302" y="293275"/>
                    </a:cubicBezTo>
                    <a:cubicBezTo>
                      <a:pt x="458302" y="292430"/>
                      <a:pt x="460111" y="291887"/>
                      <a:pt x="463731" y="291646"/>
                    </a:cubicBezTo>
                    <a:lnTo>
                      <a:pt x="533044" y="284045"/>
                    </a:lnTo>
                    <a:cubicBezTo>
                      <a:pt x="531476" y="277651"/>
                      <a:pt x="529545" y="273730"/>
                      <a:pt x="527253" y="272282"/>
                    </a:cubicBezTo>
                    <a:cubicBezTo>
                      <a:pt x="523995" y="270351"/>
                      <a:pt x="522367" y="268692"/>
                      <a:pt x="522367" y="267305"/>
                    </a:cubicBezTo>
                    <a:cubicBezTo>
                      <a:pt x="522367" y="265918"/>
                      <a:pt x="523634" y="265224"/>
                      <a:pt x="526167" y="265224"/>
                    </a:cubicBezTo>
                    <a:cubicBezTo>
                      <a:pt x="527012" y="265224"/>
                      <a:pt x="528580" y="265375"/>
                      <a:pt x="530873" y="265676"/>
                    </a:cubicBezTo>
                    <a:cubicBezTo>
                      <a:pt x="533165" y="265978"/>
                      <a:pt x="534975" y="266370"/>
                      <a:pt x="536302" y="266853"/>
                    </a:cubicBezTo>
                    <a:cubicBezTo>
                      <a:pt x="540042" y="262750"/>
                      <a:pt x="544114" y="257442"/>
                      <a:pt x="548518" y="250927"/>
                    </a:cubicBezTo>
                    <a:cubicBezTo>
                      <a:pt x="552921" y="244412"/>
                      <a:pt x="555123" y="240370"/>
                      <a:pt x="555123" y="238801"/>
                    </a:cubicBezTo>
                    <a:cubicBezTo>
                      <a:pt x="555123" y="237233"/>
                      <a:pt x="553887" y="236449"/>
                      <a:pt x="551413" y="236449"/>
                    </a:cubicBezTo>
                    <a:cubicBezTo>
                      <a:pt x="548940" y="236449"/>
                      <a:pt x="543360" y="237685"/>
                      <a:pt x="534673" y="240159"/>
                    </a:cubicBezTo>
                    <a:cubicBezTo>
                      <a:pt x="525986" y="242632"/>
                      <a:pt x="519562" y="244683"/>
                      <a:pt x="515399" y="246312"/>
                    </a:cubicBezTo>
                    <a:cubicBezTo>
                      <a:pt x="511237" y="247941"/>
                      <a:pt x="508070" y="248755"/>
                      <a:pt x="505898" y="248755"/>
                    </a:cubicBezTo>
                    <a:cubicBezTo>
                      <a:pt x="503726" y="248755"/>
                      <a:pt x="501132" y="247579"/>
                      <a:pt x="498116" y="245226"/>
                    </a:cubicBezTo>
                    <a:cubicBezTo>
                      <a:pt x="495100" y="242873"/>
                      <a:pt x="493592" y="241124"/>
                      <a:pt x="493592" y="239978"/>
                    </a:cubicBezTo>
                    <a:cubicBezTo>
                      <a:pt x="493592" y="238832"/>
                      <a:pt x="494798" y="238259"/>
                      <a:pt x="497211" y="238259"/>
                    </a:cubicBezTo>
                    <a:lnTo>
                      <a:pt x="502278" y="238439"/>
                    </a:lnTo>
                    <a:cubicBezTo>
                      <a:pt x="509397" y="238439"/>
                      <a:pt x="518084" y="237535"/>
                      <a:pt x="528339" y="235725"/>
                    </a:cubicBezTo>
                    <a:cubicBezTo>
                      <a:pt x="538594" y="233915"/>
                      <a:pt x="546135" y="231864"/>
                      <a:pt x="550961" y="229572"/>
                    </a:cubicBezTo>
                    <a:cubicBezTo>
                      <a:pt x="554339" y="228003"/>
                      <a:pt x="557054" y="227219"/>
                      <a:pt x="559105" y="227219"/>
                    </a:cubicBezTo>
                    <a:close/>
                    <a:moveTo>
                      <a:pt x="699632" y="221428"/>
                    </a:moveTo>
                    <a:cubicBezTo>
                      <a:pt x="701260" y="221428"/>
                      <a:pt x="704488" y="222363"/>
                      <a:pt x="709314" y="224233"/>
                    </a:cubicBezTo>
                    <a:cubicBezTo>
                      <a:pt x="714140" y="226103"/>
                      <a:pt x="716553" y="228607"/>
                      <a:pt x="716553" y="231743"/>
                    </a:cubicBezTo>
                    <a:cubicBezTo>
                      <a:pt x="716553" y="232950"/>
                      <a:pt x="716191" y="234760"/>
                      <a:pt x="715467" y="237173"/>
                    </a:cubicBezTo>
                    <a:cubicBezTo>
                      <a:pt x="714140" y="241516"/>
                      <a:pt x="713295" y="249117"/>
                      <a:pt x="712933" y="259976"/>
                    </a:cubicBezTo>
                    <a:cubicBezTo>
                      <a:pt x="729583" y="257201"/>
                      <a:pt x="739356" y="255331"/>
                      <a:pt x="742251" y="254365"/>
                    </a:cubicBezTo>
                    <a:cubicBezTo>
                      <a:pt x="745268" y="253038"/>
                      <a:pt x="747530" y="252375"/>
                      <a:pt x="749038" y="252375"/>
                    </a:cubicBezTo>
                    <a:cubicBezTo>
                      <a:pt x="750546" y="252375"/>
                      <a:pt x="754045" y="253913"/>
                      <a:pt x="759534" y="256989"/>
                    </a:cubicBezTo>
                    <a:cubicBezTo>
                      <a:pt x="765024" y="260066"/>
                      <a:pt x="767769" y="262570"/>
                      <a:pt x="767769" y="264500"/>
                    </a:cubicBezTo>
                    <a:cubicBezTo>
                      <a:pt x="767769" y="265827"/>
                      <a:pt x="766834" y="267215"/>
                      <a:pt x="764964" y="268662"/>
                    </a:cubicBezTo>
                    <a:cubicBezTo>
                      <a:pt x="763094" y="270110"/>
                      <a:pt x="761465" y="272191"/>
                      <a:pt x="760077" y="274906"/>
                    </a:cubicBezTo>
                    <a:cubicBezTo>
                      <a:pt x="758690" y="277621"/>
                      <a:pt x="757514" y="280878"/>
                      <a:pt x="756548" y="284679"/>
                    </a:cubicBezTo>
                    <a:cubicBezTo>
                      <a:pt x="755583" y="288479"/>
                      <a:pt x="753954" y="293848"/>
                      <a:pt x="751662" y="300785"/>
                    </a:cubicBezTo>
                    <a:cubicBezTo>
                      <a:pt x="749370" y="307723"/>
                      <a:pt x="747077" y="312609"/>
                      <a:pt x="744785" y="315444"/>
                    </a:cubicBezTo>
                    <a:cubicBezTo>
                      <a:pt x="742493" y="318280"/>
                      <a:pt x="740713" y="319697"/>
                      <a:pt x="739446" y="319697"/>
                    </a:cubicBezTo>
                    <a:cubicBezTo>
                      <a:pt x="738179" y="319697"/>
                      <a:pt x="737094" y="318943"/>
                      <a:pt x="736189" y="317435"/>
                    </a:cubicBezTo>
                    <a:cubicBezTo>
                      <a:pt x="735284" y="315927"/>
                      <a:pt x="733806" y="315173"/>
                      <a:pt x="731755" y="315173"/>
                    </a:cubicBezTo>
                    <a:cubicBezTo>
                      <a:pt x="729704" y="315173"/>
                      <a:pt x="723128" y="315957"/>
                      <a:pt x="712028" y="317526"/>
                    </a:cubicBezTo>
                    <a:cubicBezTo>
                      <a:pt x="711908" y="325006"/>
                      <a:pt x="712089" y="330888"/>
                      <a:pt x="712571" y="335171"/>
                    </a:cubicBezTo>
                    <a:cubicBezTo>
                      <a:pt x="713054" y="339454"/>
                      <a:pt x="714019" y="342651"/>
                      <a:pt x="715467" y="344762"/>
                    </a:cubicBezTo>
                    <a:cubicBezTo>
                      <a:pt x="716915" y="346874"/>
                      <a:pt x="720082" y="348563"/>
                      <a:pt x="724968" y="349830"/>
                    </a:cubicBezTo>
                    <a:cubicBezTo>
                      <a:pt x="729855" y="351096"/>
                      <a:pt x="735435" y="351730"/>
                      <a:pt x="741708" y="351730"/>
                    </a:cubicBezTo>
                    <a:cubicBezTo>
                      <a:pt x="747982" y="351730"/>
                      <a:pt x="754045" y="351247"/>
                      <a:pt x="759896" y="350282"/>
                    </a:cubicBezTo>
                    <a:cubicBezTo>
                      <a:pt x="765748" y="349317"/>
                      <a:pt x="769458" y="348080"/>
                      <a:pt x="771026" y="346572"/>
                    </a:cubicBezTo>
                    <a:cubicBezTo>
                      <a:pt x="772595" y="345064"/>
                      <a:pt x="773982" y="342983"/>
                      <a:pt x="775189" y="340328"/>
                    </a:cubicBezTo>
                    <a:cubicBezTo>
                      <a:pt x="776395" y="337674"/>
                      <a:pt x="777964" y="331581"/>
                      <a:pt x="779894" y="322050"/>
                    </a:cubicBezTo>
                    <a:cubicBezTo>
                      <a:pt x="780377" y="319637"/>
                      <a:pt x="781040" y="318430"/>
                      <a:pt x="781885" y="318430"/>
                    </a:cubicBezTo>
                    <a:cubicBezTo>
                      <a:pt x="782729" y="318430"/>
                      <a:pt x="783302" y="319969"/>
                      <a:pt x="783604" y="323045"/>
                    </a:cubicBezTo>
                    <a:cubicBezTo>
                      <a:pt x="783906" y="326122"/>
                      <a:pt x="784690" y="330103"/>
                      <a:pt x="785957" y="334990"/>
                    </a:cubicBezTo>
                    <a:cubicBezTo>
                      <a:pt x="787224" y="339876"/>
                      <a:pt x="788279" y="343073"/>
                      <a:pt x="789124" y="344581"/>
                    </a:cubicBezTo>
                    <a:cubicBezTo>
                      <a:pt x="789968" y="346089"/>
                      <a:pt x="790391" y="347386"/>
                      <a:pt x="790391" y="348472"/>
                    </a:cubicBezTo>
                    <a:cubicBezTo>
                      <a:pt x="790391" y="351851"/>
                      <a:pt x="785957" y="355199"/>
                      <a:pt x="777089" y="358516"/>
                    </a:cubicBezTo>
                    <a:cubicBezTo>
                      <a:pt x="768221" y="361834"/>
                      <a:pt x="757996" y="363493"/>
                      <a:pt x="746414" y="363493"/>
                    </a:cubicBezTo>
                    <a:cubicBezTo>
                      <a:pt x="738089" y="363493"/>
                      <a:pt x="731031" y="362588"/>
                      <a:pt x="725240" y="360779"/>
                    </a:cubicBezTo>
                    <a:cubicBezTo>
                      <a:pt x="719448" y="358969"/>
                      <a:pt x="714924" y="356526"/>
                      <a:pt x="711667" y="353449"/>
                    </a:cubicBezTo>
                    <a:cubicBezTo>
                      <a:pt x="708409" y="350373"/>
                      <a:pt x="706267" y="346301"/>
                      <a:pt x="705242" y="341233"/>
                    </a:cubicBezTo>
                    <a:cubicBezTo>
                      <a:pt x="704216" y="336166"/>
                      <a:pt x="703764" y="328625"/>
                      <a:pt x="703885" y="318611"/>
                    </a:cubicBezTo>
                    <a:cubicBezTo>
                      <a:pt x="694353" y="320059"/>
                      <a:pt x="687295" y="320904"/>
                      <a:pt x="682711" y="321145"/>
                    </a:cubicBezTo>
                    <a:cubicBezTo>
                      <a:pt x="682590" y="324282"/>
                      <a:pt x="681685" y="325850"/>
                      <a:pt x="679996" y="325850"/>
                    </a:cubicBezTo>
                    <a:cubicBezTo>
                      <a:pt x="679031" y="325850"/>
                      <a:pt x="678066" y="325006"/>
                      <a:pt x="677100" y="323317"/>
                    </a:cubicBezTo>
                    <a:cubicBezTo>
                      <a:pt x="676135" y="321628"/>
                      <a:pt x="675411" y="319637"/>
                      <a:pt x="674929" y="317345"/>
                    </a:cubicBezTo>
                    <a:cubicBezTo>
                      <a:pt x="672154" y="304556"/>
                      <a:pt x="669499" y="293818"/>
                      <a:pt x="666966" y="285131"/>
                    </a:cubicBezTo>
                    <a:cubicBezTo>
                      <a:pt x="664432" y="276444"/>
                      <a:pt x="662381" y="271347"/>
                      <a:pt x="660813" y="269839"/>
                    </a:cubicBezTo>
                    <a:cubicBezTo>
                      <a:pt x="659244" y="268331"/>
                      <a:pt x="658460" y="266913"/>
                      <a:pt x="658460" y="265586"/>
                    </a:cubicBezTo>
                    <a:cubicBezTo>
                      <a:pt x="658460" y="264259"/>
                      <a:pt x="659546" y="263595"/>
                      <a:pt x="661717" y="263595"/>
                    </a:cubicBezTo>
                    <a:cubicBezTo>
                      <a:pt x="663889" y="263595"/>
                      <a:pt x="667147" y="264560"/>
                      <a:pt x="671490" y="266491"/>
                    </a:cubicBezTo>
                    <a:cubicBezTo>
                      <a:pt x="683434" y="264802"/>
                      <a:pt x="694293" y="263112"/>
                      <a:pt x="704066" y="261423"/>
                    </a:cubicBezTo>
                    <a:cubicBezTo>
                      <a:pt x="703945" y="246945"/>
                      <a:pt x="702769" y="237444"/>
                      <a:pt x="700537" y="232920"/>
                    </a:cubicBezTo>
                    <a:cubicBezTo>
                      <a:pt x="698305" y="228395"/>
                      <a:pt x="697189" y="225349"/>
                      <a:pt x="697189" y="223781"/>
                    </a:cubicBezTo>
                    <a:cubicBezTo>
                      <a:pt x="697189" y="222212"/>
                      <a:pt x="698003" y="221428"/>
                      <a:pt x="699632" y="221428"/>
                    </a:cubicBezTo>
                    <a:close/>
                    <a:moveTo>
                      <a:pt x="337682" y="221428"/>
                    </a:moveTo>
                    <a:cubicBezTo>
                      <a:pt x="339310" y="221428"/>
                      <a:pt x="342538" y="222363"/>
                      <a:pt x="347364" y="224233"/>
                    </a:cubicBezTo>
                    <a:cubicBezTo>
                      <a:pt x="352190" y="226103"/>
                      <a:pt x="354603" y="228607"/>
                      <a:pt x="354603" y="231743"/>
                    </a:cubicBezTo>
                    <a:cubicBezTo>
                      <a:pt x="354603" y="232950"/>
                      <a:pt x="354241" y="234760"/>
                      <a:pt x="353517" y="237173"/>
                    </a:cubicBezTo>
                    <a:cubicBezTo>
                      <a:pt x="352190" y="241516"/>
                      <a:pt x="351345" y="249117"/>
                      <a:pt x="350983" y="259976"/>
                    </a:cubicBezTo>
                    <a:cubicBezTo>
                      <a:pt x="367633" y="257201"/>
                      <a:pt x="377406" y="255331"/>
                      <a:pt x="380301" y="254365"/>
                    </a:cubicBezTo>
                    <a:cubicBezTo>
                      <a:pt x="383318" y="253038"/>
                      <a:pt x="385580" y="252375"/>
                      <a:pt x="387088" y="252375"/>
                    </a:cubicBezTo>
                    <a:cubicBezTo>
                      <a:pt x="388596" y="252375"/>
                      <a:pt x="392095" y="253913"/>
                      <a:pt x="397584" y="256989"/>
                    </a:cubicBezTo>
                    <a:cubicBezTo>
                      <a:pt x="403074" y="260066"/>
                      <a:pt x="405819" y="262570"/>
                      <a:pt x="405819" y="264500"/>
                    </a:cubicBezTo>
                    <a:cubicBezTo>
                      <a:pt x="405819" y="265827"/>
                      <a:pt x="404884" y="267215"/>
                      <a:pt x="403014" y="268662"/>
                    </a:cubicBezTo>
                    <a:cubicBezTo>
                      <a:pt x="401144" y="270110"/>
                      <a:pt x="399515" y="272191"/>
                      <a:pt x="398127" y="274906"/>
                    </a:cubicBezTo>
                    <a:cubicBezTo>
                      <a:pt x="396740" y="277621"/>
                      <a:pt x="395564" y="280878"/>
                      <a:pt x="394598" y="284679"/>
                    </a:cubicBezTo>
                    <a:cubicBezTo>
                      <a:pt x="393633" y="288479"/>
                      <a:pt x="392004" y="293848"/>
                      <a:pt x="389712" y="300785"/>
                    </a:cubicBezTo>
                    <a:cubicBezTo>
                      <a:pt x="387420" y="307723"/>
                      <a:pt x="385127" y="312609"/>
                      <a:pt x="382835" y="315444"/>
                    </a:cubicBezTo>
                    <a:cubicBezTo>
                      <a:pt x="380543" y="318280"/>
                      <a:pt x="378763" y="319697"/>
                      <a:pt x="377496" y="319697"/>
                    </a:cubicBezTo>
                    <a:cubicBezTo>
                      <a:pt x="376229" y="319697"/>
                      <a:pt x="375144" y="318943"/>
                      <a:pt x="374239" y="317435"/>
                    </a:cubicBezTo>
                    <a:cubicBezTo>
                      <a:pt x="373334" y="315927"/>
                      <a:pt x="371856" y="315173"/>
                      <a:pt x="369805" y="315173"/>
                    </a:cubicBezTo>
                    <a:cubicBezTo>
                      <a:pt x="367754" y="315173"/>
                      <a:pt x="361178" y="315957"/>
                      <a:pt x="350078" y="317526"/>
                    </a:cubicBezTo>
                    <a:cubicBezTo>
                      <a:pt x="349958" y="325006"/>
                      <a:pt x="350139" y="330888"/>
                      <a:pt x="350621" y="335171"/>
                    </a:cubicBezTo>
                    <a:cubicBezTo>
                      <a:pt x="351104" y="339454"/>
                      <a:pt x="352069" y="342651"/>
                      <a:pt x="353517" y="344762"/>
                    </a:cubicBezTo>
                    <a:cubicBezTo>
                      <a:pt x="354965" y="346874"/>
                      <a:pt x="358132" y="348563"/>
                      <a:pt x="363018" y="349830"/>
                    </a:cubicBezTo>
                    <a:cubicBezTo>
                      <a:pt x="367905" y="351096"/>
                      <a:pt x="373485" y="351730"/>
                      <a:pt x="379758" y="351730"/>
                    </a:cubicBezTo>
                    <a:cubicBezTo>
                      <a:pt x="386032" y="351730"/>
                      <a:pt x="392095" y="351247"/>
                      <a:pt x="397946" y="350282"/>
                    </a:cubicBezTo>
                    <a:cubicBezTo>
                      <a:pt x="403798" y="349317"/>
                      <a:pt x="407508" y="348080"/>
                      <a:pt x="409076" y="346572"/>
                    </a:cubicBezTo>
                    <a:cubicBezTo>
                      <a:pt x="410645" y="345064"/>
                      <a:pt x="412032" y="342983"/>
                      <a:pt x="413239" y="340328"/>
                    </a:cubicBezTo>
                    <a:cubicBezTo>
                      <a:pt x="414445" y="337674"/>
                      <a:pt x="416014" y="331581"/>
                      <a:pt x="417944" y="322050"/>
                    </a:cubicBezTo>
                    <a:cubicBezTo>
                      <a:pt x="418427" y="319637"/>
                      <a:pt x="419090" y="318430"/>
                      <a:pt x="419935" y="318430"/>
                    </a:cubicBezTo>
                    <a:cubicBezTo>
                      <a:pt x="420779" y="318430"/>
                      <a:pt x="421352" y="319969"/>
                      <a:pt x="421654" y="323045"/>
                    </a:cubicBezTo>
                    <a:cubicBezTo>
                      <a:pt x="421956" y="326122"/>
                      <a:pt x="422740" y="330103"/>
                      <a:pt x="424007" y="334990"/>
                    </a:cubicBezTo>
                    <a:cubicBezTo>
                      <a:pt x="425274" y="339876"/>
                      <a:pt x="426329" y="343073"/>
                      <a:pt x="427174" y="344581"/>
                    </a:cubicBezTo>
                    <a:cubicBezTo>
                      <a:pt x="428018" y="346089"/>
                      <a:pt x="428441" y="347386"/>
                      <a:pt x="428441" y="348472"/>
                    </a:cubicBezTo>
                    <a:cubicBezTo>
                      <a:pt x="428441" y="351851"/>
                      <a:pt x="424007" y="355199"/>
                      <a:pt x="415139" y="358516"/>
                    </a:cubicBezTo>
                    <a:cubicBezTo>
                      <a:pt x="406271" y="361834"/>
                      <a:pt x="396046" y="363493"/>
                      <a:pt x="384464" y="363493"/>
                    </a:cubicBezTo>
                    <a:cubicBezTo>
                      <a:pt x="376139" y="363493"/>
                      <a:pt x="369081" y="362588"/>
                      <a:pt x="363290" y="360779"/>
                    </a:cubicBezTo>
                    <a:cubicBezTo>
                      <a:pt x="357498" y="358969"/>
                      <a:pt x="352974" y="356526"/>
                      <a:pt x="349717" y="353449"/>
                    </a:cubicBezTo>
                    <a:cubicBezTo>
                      <a:pt x="346459" y="350373"/>
                      <a:pt x="344317" y="346301"/>
                      <a:pt x="343292" y="341233"/>
                    </a:cubicBezTo>
                    <a:cubicBezTo>
                      <a:pt x="342266" y="336166"/>
                      <a:pt x="341814" y="328625"/>
                      <a:pt x="341935" y="318611"/>
                    </a:cubicBezTo>
                    <a:cubicBezTo>
                      <a:pt x="332403" y="320059"/>
                      <a:pt x="325345" y="320904"/>
                      <a:pt x="320761" y="321145"/>
                    </a:cubicBezTo>
                    <a:cubicBezTo>
                      <a:pt x="320640" y="324282"/>
                      <a:pt x="319735" y="325850"/>
                      <a:pt x="318046" y="325850"/>
                    </a:cubicBezTo>
                    <a:cubicBezTo>
                      <a:pt x="317081" y="325850"/>
                      <a:pt x="316116" y="325006"/>
                      <a:pt x="315150" y="323317"/>
                    </a:cubicBezTo>
                    <a:cubicBezTo>
                      <a:pt x="314185" y="321628"/>
                      <a:pt x="313461" y="319637"/>
                      <a:pt x="312979" y="317345"/>
                    </a:cubicBezTo>
                    <a:cubicBezTo>
                      <a:pt x="310204" y="304556"/>
                      <a:pt x="307549" y="293818"/>
                      <a:pt x="305016" y="285131"/>
                    </a:cubicBezTo>
                    <a:cubicBezTo>
                      <a:pt x="302482" y="276444"/>
                      <a:pt x="300431" y="271347"/>
                      <a:pt x="298863" y="269839"/>
                    </a:cubicBezTo>
                    <a:cubicBezTo>
                      <a:pt x="297294" y="268331"/>
                      <a:pt x="296510" y="266913"/>
                      <a:pt x="296510" y="265586"/>
                    </a:cubicBezTo>
                    <a:cubicBezTo>
                      <a:pt x="296510" y="264259"/>
                      <a:pt x="297596" y="263595"/>
                      <a:pt x="299767" y="263595"/>
                    </a:cubicBezTo>
                    <a:cubicBezTo>
                      <a:pt x="301939" y="263595"/>
                      <a:pt x="305197" y="264560"/>
                      <a:pt x="309540" y="266491"/>
                    </a:cubicBezTo>
                    <a:cubicBezTo>
                      <a:pt x="321484" y="264802"/>
                      <a:pt x="332343" y="263112"/>
                      <a:pt x="342116" y="261423"/>
                    </a:cubicBezTo>
                    <a:cubicBezTo>
                      <a:pt x="341995" y="246945"/>
                      <a:pt x="340819" y="237444"/>
                      <a:pt x="338587" y="232920"/>
                    </a:cubicBezTo>
                    <a:cubicBezTo>
                      <a:pt x="336355" y="228395"/>
                      <a:pt x="335239" y="225349"/>
                      <a:pt x="335239" y="223781"/>
                    </a:cubicBezTo>
                    <a:cubicBezTo>
                      <a:pt x="335239" y="222212"/>
                      <a:pt x="336053" y="221428"/>
                      <a:pt x="337682" y="221428"/>
                    </a:cubicBezTo>
                    <a:close/>
                    <a:moveTo>
                      <a:pt x="1101668" y="221066"/>
                    </a:moveTo>
                    <a:cubicBezTo>
                      <a:pt x="1103357" y="221066"/>
                      <a:pt x="1106735" y="222453"/>
                      <a:pt x="1111802" y="225228"/>
                    </a:cubicBezTo>
                    <a:cubicBezTo>
                      <a:pt x="1116870" y="228003"/>
                      <a:pt x="1119403" y="230296"/>
                      <a:pt x="1119403" y="232105"/>
                    </a:cubicBezTo>
                    <a:cubicBezTo>
                      <a:pt x="1119403" y="233071"/>
                      <a:pt x="1118227" y="234549"/>
                      <a:pt x="1115874" y="236539"/>
                    </a:cubicBezTo>
                    <a:cubicBezTo>
                      <a:pt x="1113522" y="238530"/>
                      <a:pt x="1111501" y="241154"/>
                      <a:pt x="1109812" y="244412"/>
                    </a:cubicBezTo>
                    <a:cubicBezTo>
                      <a:pt x="1108122" y="247669"/>
                      <a:pt x="1105710" y="251560"/>
                      <a:pt x="1102573" y="256085"/>
                    </a:cubicBezTo>
                    <a:cubicBezTo>
                      <a:pt x="1099436" y="260609"/>
                      <a:pt x="1096842" y="262871"/>
                      <a:pt x="1094791" y="262871"/>
                    </a:cubicBezTo>
                    <a:cubicBezTo>
                      <a:pt x="1093705" y="262871"/>
                      <a:pt x="1092921" y="262328"/>
                      <a:pt x="1092438" y="261242"/>
                    </a:cubicBezTo>
                    <a:cubicBezTo>
                      <a:pt x="1091955" y="260157"/>
                      <a:pt x="1090628" y="259614"/>
                      <a:pt x="1088456" y="259614"/>
                    </a:cubicBezTo>
                    <a:cubicBezTo>
                      <a:pt x="1087612" y="259614"/>
                      <a:pt x="1083872" y="259976"/>
                      <a:pt x="1077236" y="260699"/>
                    </a:cubicBezTo>
                    <a:lnTo>
                      <a:pt x="1060043" y="262690"/>
                    </a:lnTo>
                    <a:cubicBezTo>
                      <a:pt x="1060043" y="263535"/>
                      <a:pt x="1059621" y="263957"/>
                      <a:pt x="1058777" y="263957"/>
                    </a:cubicBezTo>
                    <a:cubicBezTo>
                      <a:pt x="1057932" y="263957"/>
                      <a:pt x="1056726" y="262871"/>
                      <a:pt x="1055157" y="260699"/>
                    </a:cubicBezTo>
                    <a:cubicBezTo>
                      <a:pt x="1053589" y="258528"/>
                      <a:pt x="1052261" y="256054"/>
                      <a:pt x="1051176" y="253279"/>
                    </a:cubicBezTo>
                    <a:cubicBezTo>
                      <a:pt x="1046712" y="241938"/>
                      <a:pt x="1043394" y="235303"/>
                      <a:pt x="1041222" y="233372"/>
                    </a:cubicBezTo>
                    <a:cubicBezTo>
                      <a:pt x="1039412" y="231804"/>
                      <a:pt x="1038507" y="230537"/>
                      <a:pt x="1038507" y="229572"/>
                    </a:cubicBezTo>
                    <a:cubicBezTo>
                      <a:pt x="1038507" y="228365"/>
                      <a:pt x="1039533" y="227762"/>
                      <a:pt x="1041584" y="227762"/>
                    </a:cubicBezTo>
                    <a:cubicBezTo>
                      <a:pt x="1043635" y="227762"/>
                      <a:pt x="1045626" y="227883"/>
                      <a:pt x="1047556" y="228124"/>
                    </a:cubicBezTo>
                    <a:cubicBezTo>
                      <a:pt x="1056605" y="227400"/>
                      <a:pt x="1066709" y="226344"/>
                      <a:pt x="1077869" y="224957"/>
                    </a:cubicBezTo>
                    <a:cubicBezTo>
                      <a:pt x="1089030" y="223569"/>
                      <a:pt x="1095364" y="222574"/>
                      <a:pt x="1096872" y="221971"/>
                    </a:cubicBezTo>
                    <a:cubicBezTo>
                      <a:pt x="1098380" y="221368"/>
                      <a:pt x="1099979" y="221066"/>
                      <a:pt x="1101668" y="221066"/>
                    </a:cubicBezTo>
                    <a:close/>
                    <a:moveTo>
                      <a:pt x="915716" y="215818"/>
                    </a:moveTo>
                    <a:cubicBezTo>
                      <a:pt x="917827" y="215818"/>
                      <a:pt x="920693" y="216723"/>
                      <a:pt x="924312" y="218532"/>
                    </a:cubicBezTo>
                    <a:cubicBezTo>
                      <a:pt x="927932" y="220342"/>
                      <a:pt x="929741" y="222212"/>
                      <a:pt x="929741" y="224142"/>
                    </a:cubicBezTo>
                    <a:cubicBezTo>
                      <a:pt x="929741" y="225228"/>
                      <a:pt x="929138" y="226736"/>
                      <a:pt x="927932" y="228667"/>
                    </a:cubicBezTo>
                    <a:cubicBezTo>
                      <a:pt x="926725" y="230597"/>
                      <a:pt x="924795" y="234277"/>
                      <a:pt x="922140" y="239706"/>
                    </a:cubicBezTo>
                    <a:cubicBezTo>
                      <a:pt x="924553" y="239465"/>
                      <a:pt x="928203" y="238922"/>
                      <a:pt x="933089" y="238078"/>
                    </a:cubicBezTo>
                    <a:cubicBezTo>
                      <a:pt x="937976" y="237233"/>
                      <a:pt x="942108" y="236811"/>
                      <a:pt x="945486" y="236811"/>
                    </a:cubicBezTo>
                    <a:cubicBezTo>
                      <a:pt x="948864" y="236811"/>
                      <a:pt x="951670" y="237535"/>
                      <a:pt x="953902" y="238982"/>
                    </a:cubicBezTo>
                    <a:cubicBezTo>
                      <a:pt x="956134" y="240430"/>
                      <a:pt x="957250" y="241818"/>
                      <a:pt x="957250" y="243145"/>
                    </a:cubicBezTo>
                    <a:cubicBezTo>
                      <a:pt x="957250" y="244472"/>
                      <a:pt x="956556" y="245467"/>
                      <a:pt x="955168" y="246131"/>
                    </a:cubicBezTo>
                    <a:cubicBezTo>
                      <a:pt x="953781" y="246795"/>
                      <a:pt x="951639" y="246975"/>
                      <a:pt x="948744" y="246674"/>
                    </a:cubicBezTo>
                    <a:cubicBezTo>
                      <a:pt x="945848" y="246372"/>
                      <a:pt x="941806" y="246221"/>
                      <a:pt x="936618" y="246221"/>
                    </a:cubicBezTo>
                    <a:cubicBezTo>
                      <a:pt x="931431" y="246221"/>
                      <a:pt x="925579" y="246463"/>
                      <a:pt x="919064" y="246945"/>
                    </a:cubicBezTo>
                    <a:cubicBezTo>
                      <a:pt x="916168" y="254064"/>
                      <a:pt x="913122" y="259764"/>
                      <a:pt x="909925" y="264047"/>
                    </a:cubicBezTo>
                    <a:cubicBezTo>
                      <a:pt x="906727" y="268331"/>
                      <a:pt x="904465" y="270472"/>
                      <a:pt x="903138" y="270472"/>
                    </a:cubicBezTo>
                    <a:cubicBezTo>
                      <a:pt x="902655" y="270472"/>
                      <a:pt x="902414" y="270080"/>
                      <a:pt x="902414" y="269296"/>
                    </a:cubicBezTo>
                    <a:cubicBezTo>
                      <a:pt x="902414" y="268512"/>
                      <a:pt x="902776" y="267335"/>
                      <a:pt x="903500" y="265767"/>
                    </a:cubicBezTo>
                    <a:cubicBezTo>
                      <a:pt x="906516" y="259252"/>
                      <a:pt x="908748" y="253219"/>
                      <a:pt x="910196" y="247669"/>
                    </a:cubicBezTo>
                    <a:cubicBezTo>
                      <a:pt x="903319" y="248031"/>
                      <a:pt x="894089" y="248876"/>
                      <a:pt x="882507" y="250203"/>
                    </a:cubicBezTo>
                    <a:cubicBezTo>
                      <a:pt x="882628" y="251651"/>
                      <a:pt x="882688" y="254305"/>
                      <a:pt x="882688" y="258166"/>
                    </a:cubicBezTo>
                    <a:cubicBezTo>
                      <a:pt x="882688" y="263474"/>
                      <a:pt x="881723" y="266129"/>
                      <a:pt x="879792" y="266129"/>
                    </a:cubicBezTo>
                    <a:cubicBezTo>
                      <a:pt x="877862" y="266129"/>
                      <a:pt x="876716" y="264500"/>
                      <a:pt x="876354" y="261242"/>
                    </a:cubicBezTo>
                    <a:lnTo>
                      <a:pt x="875087" y="251108"/>
                    </a:lnTo>
                    <a:cubicBezTo>
                      <a:pt x="868572" y="251832"/>
                      <a:pt x="862931" y="252737"/>
                      <a:pt x="858166" y="253822"/>
                    </a:cubicBezTo>
                    <a:cubicBezTo>
                      <a:pt x="853400" y="254908"/>
                      <a:pt x="849871" y="255451"/>
                      <a:pt x="847579" y="255451"/>
                    </a:cubicBezTo>
                    <a:cubicBezTo>
                      <a:pt x="845286" y="255451"/>
                      <a:pt x="842904" y="254486"/>
                      <a:pt x="840430" y="252556"/>
                    </a:cubicBezTo>
                    <a:cubicBezTo>
                      <a:pt x="837957" y="250625"/>
                      <a:pt x="836720" y="249238"/>
                      <a:pt x="836720" y="248393"/>
                    </a:cubicBezTo>
                    <a:cubicBezTo>
                      <a:pt x="836720" y="247428"/>
                      <a:pt x="838017" y="247036"/>
                      <a:pt x="840611" y="247217"/>
                    </a:cubicBezTo>
                    <a:cubicBezTo>
                      <a:pt x="843205" y="247398"/>
                      <a:pt x="845407" y="247488"/>
                      <a:pt x="847217" y="247488"/>
                    </a:cubicBezTo>
                    <a:cubicBezTo>
                      <a:pt x="852887" y="247488"/>
                      <a:pt x="861936" y="246825"/>
                      <a:pt x="874363" y="245498"/>
                    </a:cubicBezTo>
                    <a:cubicBezTo>
                      <a:pt x="873157" y="237414"/>
                      <a:pt x="871648" y="232286"/>
                      <a:pt x="869839" y="230115"/>
                    </a:cubicBezTo>
                    <a:cubicBezTo>
                      <a:pt x="868029" y="227943"/>
                      <a:pt x="867124" y="226314"/>
                      <a:pt x="867124" y="225228"/>
                    </a:cubicBezTo>
                    <a:cubicBezTo>
                      <a:pt x="867124" y="224142"/>
                      <a:pt x="868029" y="223600"/>
                      <a:pt x="869839" y="223600"/>
                    </a:cubicBezTo>
                    <a:cubicBezTo>
                      <a:pt x="871648" y="223600"/>
                      <a:pt x="874393" y="224233"/>
                      <a:pt x="878073" y="225500"/>
                    </a:cubicBezTo>
                    <a:cubicBezTo>
                      <a:pt x="881753" y="226767"/>
                      <a:pt x="883593" y="228727"/>
                      <a:pt x="883593" y="231381"/>
                    </a:cubicBezTo>
                    <a:cubicBezTo>
                      <a:pt x="883593" y="232226"/>
                      <a:pt x="883412" y="233312"/>
                      <a:pt x="883050" y="234639"/>
                    </a:cubicBezTo>
                    <a:cubicBezTo>
                      <a:pt x="882688" y="235966"/>
                      <a:pt x="882507" y="239284"/>
                      <a:pt x="882507" y="244593"/>
                    </a:cubicBezTo>
                    <a:cubicBezTo>
                      <a:pt x="888660" y="243989"/>
                      <a:pt x="898433" y="242843"/>
                      <a:pt x="911825" y="241154"/>
                    </a:cubicBezTo>
                    <a:cubicBezTo>
                      <a:pt x="913635" y="233674"/>
                      <a:pt x="914539" y="228184"/>
                      <a:pt x="914539" y="224685"/>
                    </a:cubicBezTo>
                    <a:cubicBezTo>
                      <a:pt x="914539" y="222755"/>
                      <a:pt x="914208" y="221368"/>
                      <a:pt x="913544" y="220523"/>
                    </a:cubicBezTo>
                    <a:cubicBezTo>
                      <a:pt x="912881" y="219678"/>
                      <a:pt x="912549" y="218683"/>
                      <a:pt x="912549" y="217537"/>
                    </a:cubicBezTo>
                    <a:cubicBezTo>
                      <a:pt x="912549" y="216391"/>
                      <a:pt x="913604" y="215818"/>
                      <a:pt x="915716" y="215818"/>
                    </a:cubicBezTo>
                    <a:close/>
                    <a:moveTo>
                      <a:pt x="173275" y="113291"/>
                    </a:moveTo>
                    <a:cubicBezTo>
                      <a:pt x="175930" y="113291"/>
                      <a:pt x="178222" y="114256"/>
                      <a:pt x="180152" y="116186"/>
                    </a:cubicBezTo>
                    <a:cubicBezTo>
                      <a:pt x="182083" y="118117"/>
                      <a:pt x="183048" y="120409"/>
                      <a:pt x="183048" y="123063"/>
                    </a:cubicBezTo>
                    <a:cubicBezTo>
                      <a:pt x="183048" y="125717"/>
                      <a:pt x="182083" y="128010"/>
                      <a:pt x="180152" y="129940"/>
                    </a:cubicBezTo>
                    <a:cubicBezTo>
                      <a:pt x="178222" y="131871"/>
                      <a:pt x="175930" y="132836"/>
                      <a:pt x="173275" y="132836"/>
                    </a:cubicBezTo>
                    <a:cubicBezTo>
                      <a:pt x="170621" y="132836"/>
                      <a:pt x="168329" y="131871"/>
                      <a:pt x="166398" y="129940"/>
                    </a:cubicBezTo>
                    <a:cubicBezTo>
                      <a:pt x="164468" y="128010"/>
                      <a:pt x="163503" y="125717"/>
                      <a:pt x="163503" y="123063"/>
                    </a:cubicBezTo>
                    <a:cubicBezTo>
                      <a:pt x="163503" y="120409"/>
                      <a:pt x="164468" y="118117"/>
                      <a:pt x="166398" y="116186"/>
                    </a:cubicBezTo>
                    <a:cubicBezTo>
                      <a:pt x="168329" y="114256"/>
                      <a:pt x="170621" y="113291"/>
                      <a:pt x="173275" y="113291"/>
                    </a:cubicBezTo>
                    <a:close/>
                    <a:moveTo>
                      <a:pt x="661117" y="105328"/>
                    </a:moveTo>
                    <a:cubicBezTo>
                      <a:pt x="659187" y="105328"/>
                      <a:pt x="647062" y="106655"/>
                      <a:pt x="624741" y="109309"/>
                    </a:cubicBezTo>
                    <a:cubicBezTo>
                      <a:pt x="626189" y="113773"/>
                      <a:pt x="627215" y="121615"/>
                      <a:pt x="627818" y="132836"/>
                    </a:cubicBezTo>
                    <a:cubicBezTo>
                      <a:pt x="634454" y="132233"/>
                      <a:pt x="641029" y="131358"/>
                      <a:pt x="647544" y="130212"/>
                    </a:cubicBezTo>
                    <a:cubicBezTo>
                      <a:pt x="654059" y="129066"/>
                      <a:pt x="658282" y="128221"/>
                      <a:pt x="660212" y="127678"/>
                    </a:cubicBezTo>
                    <a:cubicBezTo>
                      <a:pt x="662143" y="127135"/>
                      <a:pt x="663561" y="126110"/>
                      <a:pt x="664465" y="124601"/>
                    </a:cubicBezTo>
                    <a:cubicBezTo>
                      <a:pt x="665370" y="123093"/>
                      <a:pt x="666034" y="120861"/>
                      <a:pt x="666456" y="117905"/>
                    </a:cubicBezTo>
                    <a:cubicBezTo>
                      <a:pt x="666878" y="114949"/>
                      <a:pt x="667090" y="112567"/>
                      <a:pt x="667090" y="110757"/>
                    </a:cubicBezTo>
                    <a:cubicBezTo>
                      <a:pt x="667090" y="108947"/>
                      <a:pt x="666577" y="107590"/>
                      <a:pt x="665551" y="106685"/>
                    </a:cubicBezTo>
                    <a:cubicBezTo>
                      <a:pt x="664526" y="105780"/>
                      <a:pt x="663048" y="105328"/>
                      <a:pt x="661117" y="105328"/>
                    </a:cubicBezTo>
                    <a:close/>
                    <a:moveTo>
                      <a:pt x="602843" y="100260"/>
                    </a:moveTo>
                    <a:cubicBezTo>
                      <a:pt x="604653" y="100260"/>
                      <a:pt x="605558" y="100803"/>
                      <a:pt x="605558" y="101889"/>
                    </a:cubicBezTo>
                    <a:cubicBezTo>
                      <a:pt x="605558" y="102975"/>
                      <a:pt x="602270" y="105147"/>
                      <a:pt x="595695" y="108404"/>
                    </a:cubicBezTo>
                    <a:cubicBezTo>
                      <a:pt x="589120" y="111662"/>
                      <a:pt x="582182" y="115311"/>
                      <a:pt x="574883" y="119353"/>
                    </a:cubicBezTo>
                    <a:cubicBezTo>
                      <a:pt x="567583" y="123395"/>
                      <a:pt x="563270" y="125929"/>
                      <a:pt x="561943" y="126954"/>
                    </a:cubicBezTo>
                    <a:cubicBezTo>
                      <a:pt x="560616" y="127980"/>
                      <a:pt x="559108" y="128492"/>
                      <a:pt x="557419" y="128492"/>
                    </a:cubicBezTo>
                    <a:cubicBezTo>
                      <a:pt x="555730" y="128492"/>
                      <a:pt x="553407" y="127075"/>
                      <a:pt x="550451" y="124240"/>
                    </a:cubicBezTo>
                    <a:cubicBezTo>
                      <a:pt x="547495" y="121404"/>
                      <a:pt x="546017" y="119263"/>
                      <a:pt x="546017" y="117815"/>
                    </a:cubicBezTo>
                    <a:cubicBezTo>
                      <a:pt x="546017" y="116729"/>
                      <a:pt x="547375" y="116186"/>
                      <a:pt x="550089" y="116186"/>
                    </a:cubicBezTo>
                    <a:cubicBezTo>
                      <a:pt x="552804" y="116186"/>
                      <a:pt x="557449" y="115191"/>
                      <a:pt x="564024" y="113200"/>
                    </a:cubicBezTo>
                    <a:cubicBezTo>
                      <a:pt x="570600" y="111209"/>
                      <a:pt x="581790" y="107258"/>
                      <a:pt x="597595" y="101346"/>
                    </a:cubicBezTo>
                    <a:cubicBezTo>
                      <a:pt x="599646" y="100622"/>
                      <a:pt x="601396" y="100260"/>
                      <a:pt x="602843" y="100260"/>
                    </a:cubicBezTo>
                    <a:close/>
                    <a:moveTo>
                      <a:pt x="669985" y="97184"/>
                    </a:moveTo>
                    <a:cubicBezTo>
                      <a:pt x="671674" y="97184"/>
                      <a:pt x="674660" y="98662"/>
                      <a:pt x="678943" y="101618"/>
                    </a:cubicBezTo>
                    <a:cubicBezTo>
                      <a:pt x="683226" y="104573"/>
                      <a:pt x="685368" y="106896"/>
                      <a:pt x="685368" y="108585"/>
                    </a:cubicBezTo>
                    <a:cubicBezTo>
                      <a:pt x="685368" y="109550"/>
                      <a:pt x="684373" y="110727"/>
                      <a:pt x="682382" y="112114"/>
                    </a:cubicBezTo>
                    <a:cubicBezTo>
                      <a:pt x="680391" y="113502"/>
                      <a:pt x="678159" y="115794"/>
                      <a:pt x="675686" y="118991"/>
                    </a:cubicBezTo>
                    <a:cubicBezTo>
                      <a:pt x="673213" y="122188"/>
                      <a:pt x="671976" y="124632"/>
                      <a:pt x="671976" y="126321"/>
                    </a:cubicBezTo>
                    <a:cubicBezTo>
                      <a:pt x="671976" y="127045"/>
                      <a:pt x="672217" y="127527"/>
                      <a:pt x="672700" y="127769"/>
                    </a:cubicBezTo>
                    <a:cubicBezTo>
                      <a:pt x="675113" y="129337"/>
                      <a:pt x="676319" y="130996"/>
                      <a:pt x="676319" y="132745"/>
                    </a:cubicBezTo>
                    <a:cubicBezTo>
                      <a:pt x="676319" y="134495"/>
                      <a:pt x="674630" y="135490"/>
                      <a:pt x="671252" y="135731"/>
                    </a:cubicBezTo>
                    <a:lnTo>
                      <a:pt x="628542" y="138084"/>
                    </a:lnTo>
                    <a:cubicBezTo>
                      <a:pt x="628663" y="139411"/>
                      <a:pt x="628421" y="140557"/>
                      <a:pt x="627818" y="141523"/>
                    </a:cubicBezTo>
                    <a:cubicBezTo>
                      <a:pt x="627215" y="142488"/>
                      <a:pt x="626461" y="142970"/>
                      <a:pt x="625556" y="142970"/>
                    </a:cubicBezTo>
                    <a:cubicBezTo>
                      <a:pt x="624651" y="142970"/>
                      <a:pt x="623656" y="142066"/>
                      <a:pt x="622570" y="140256"/>
                    </a:cubicBezTo>
                    <a:cubicBezTo>
                      <a:pt x="621484" y="138446"/>
                      <a:pt x="620790" y="136033"/>
                      <a:pt x="620488" y="133017"/>
                    </a:cubicBezTo>
                    <a:cubicBezTo>
                      <a:pt x="620187" y="130001"/>
                      <a:pt x="619342" y="125687"/>
                      <a:pt x="617955" y="120077"/>
                    </a:cubicBezTo>
                    <a:cubicBezTo>
                      <a:pt x="616567" y="114467"/>
                      <a:pt x="615210" y="110697"/>
                      <a:pt x="613883" y="108766"/>
                    </a:cubicBezTo>
                    <a:cubicBezTo>
                      <a:pt x="612556" y="106836"/>
                      <a:pt x="611892" y="105328"/>
                      <a:pt x="611892" y="104242"/>
                    </a:cubicBezTo>
                    <a:cubicBezTo>
                      <a:pt x="611892" y="103156"/>
                      <a:pt x="612767" y="102613"/>
                      <a:pt x="614516" y="102613"/>
                    </a:cubicBezTo>
                    <a:cubicBezTo>
                      <a:pt x="616266" y="102613"/>
                      <a:pt x="619071" y="103216"/>
                      <a:pt x="622932" y="104423"/>
                    </a:cubicBezTo>
                    <a:cubicBezTo>
                      <a:pt x="628240" y="104543"/>
                      <a:pt x="635932" y="103850"/>
                      <a:pt x="646006" y="102341"/>
                    </a:cubicBezTo>
                    <a:cubicBezTo>
                      <a:pt x="656080" y="100833"/>
                      <a:pt x="662173" y="99597"/>
                      <a:pt x="664284" y="98631"/>
                    </a:cubicBezTo>
                    <a:cubicBezTo>
                      <a:pt x="666396" y="97666"/>
                      <a:pt x="668296" y="97184"/>
                      <a:pt x="669985" y="97184"/>
                    </a:cubicBezTo>
                    <a:close/>
                    <a:moveTo>
                      <a:pt x="1206033" y="95193"/>
                    </a:moveTo>
                    <a:cubicBezTo>
                      <a:pt x="1207481" y="95193"/>
                      <a:pt x="1211221" y="96731"/>
                      <a:pt x="1217254" y="99808"/>
                    </a:cubicBezTo>
                    <a:cubicBezTo>
                      <a:pt x="1223286" y="102884"/>
                      <a:pt x="1228172" y="106775"/>
                      <a:pt x="1231912" y="111481"/>
                    </a:cubicBezTo>
                    <a:cubicBezTo>
                      <a:pt x="1235653" y="116186"/>
                      <a:pt x="1237523" y="121072"/>
                      <a:pt x="1237523" y="126140"/>
                    </a:cubicBezTo>
                    <a:cubicBezTo>
                      <a:pt x="1237523" y="131207"/>
                      <a:pt x="1236377" y="133741"/>
                      <a:pt x="1234084" y="133741"/>
                    </a:cubicBezTo>
                    <a:cubicBezTo>
                      <a:pt x="1232154" y="133741"/>
                      <a:pt x="1229681" y="131961"/>
                      <a:pt x="1226664" y="128402"/>
                    </a:cubicBezTo>
                    <a:cubicBezTo>
                      <a:pt x="1223648" y="124843"/>
                      <a:pt x="1219274" y="118931"/>
                      <a:pt x="1213544" y="110666"/>
                    </a:cubicBezTo>
                    <a:cubicBezTo>
                      <a:pt x="1207813" y="102402"/>
                      <a:pt x="1204947" y="97546"/>
                      <a:pt x="1204947" y="96098"/>
                    </a:cubicBezTo>
                    <a:cubicBezTo>
                      <a:pt x="1204947" y="95495"/>
                      <a:pt x="1205309" y="95193"/>
                      <a:pt x="1206033" y="95193"/>
                    </a:cubicBezTo>
                    <a:close/>
                    <a:moveTo>
                      <a:pt x="1177077" y="94288"/>
                    </a:moveTo>
                    <a:cubicBezTo>
                      <a:pt x="1178525" y="94288"/>
                      <a:pt x="1180486" y="95495"/>
                      <a:pt x="1182959" y="97908"/>
                    </a:cubicBezTo>
                    <a:cubicBezTo>
                      <a:pt x="1185432" y="100321"/>
                      <a:pt x="1186669" y="102130"/>
                      <a:pt x="1186669" y="103337"/>
                    </a:cubicBezTo>
                    <a:cubicBezTo>
                      <a:pt x="1186669" y="104302"/>
                      <a:pt x="1186066" y="105147"/>
                      <a:pt x="1184859" y="105871"/>
                    </a:cubicBezTo>
                    <a:cubicBezTo>
                      <a:pt x="1183653" y="106594"/>
                      <a:pt x="1181541" y="108223"/>
                      <a:pt x="1178525" y="110757"/>
                    </a:cubicBezTo>
                    <a:cubicBezTo>
                      <a:pt x="1168752" y="119685"/>
                      <a:pt x="1160759" y="125657"/>
                      <a:pt x="1154546" y="128673"/>
                    </a:cubicBezTo>
                    <a:cubicBezTo>
                      <a:pt x="1148332" y="131690"/>
                      <a:pt x="1144833" y="133198"/>
                      <a:pt x="1144049" y="133198"/>
                    </a:cubicBezTo>
                    <a:cubicBezTo>
                      <a:pt x="1143265" y="133198"/>
                      <a:pt x="1142873" y="132926"/>
                      <a:pt x="1142873" y="132383"/>
                    </a:cubicBezTo>
                    <a:cubicBezTo>
                      <a:pt x="1142873" y="131840"/>
                      <a:pt x="1143416" y="131147"/>
                      <a:pt x="1144502" y="130302"/>
                    </a:cubicBezTo>
                    <a:cubicBezTo>
                      <a:pt x="1152706" y="124149"/>
                      <a:pt x="1159824" y="117815"/>
                      <a:pt x="1165857" y="111300"/>
                    </a:cubicBezTo>
                    <a:cubicBezTo>
                      <a:pt x="1171889" y="104785"/>
                      <a:pt x="1174905" y="100019"/>
                      <a:pt x="1174905" y="97003"/>
                    </a:cubicBezTo>
                    <a:cubicBezTo>
                      <a:pt x="1174905" y="95193"/>
                      <a:pt x="1175629" y="94288"/>
                      <a:pt x="1177077" y="94288"/>
                    </a:cubicBezTo>
                    <a:close/>
                    <a:moveTo>
                      <a:pt x="805897" y="70761"/>
                    </a:moveTo>
                    <a:cubicBezTo>
                      <a:pt x="807466" y="70761"/>
                      <a:pt x="809939" y="71365"/>
                      <a:pt x="813317" y="72571"/>
                    </a:cubicBezTo>
                    <a:cubicBezTo>
                      <a:pt x="816696" y="73778"/>
                      <a:pt x="819320" y="75467"/>
                      <a:pt x="821190" y="77638"/>
                    </a:cubicBezTo>
                    <a:cubicBezTo>
                      <a:pt x="823060" y="79810"/>
                      <a:pt x="823995" y="82344"/>
                      <a:pt x="823995" y="85239"/>
                    </a:cubicBezTo>
                    <a:cubicBezTo>
                      <a:pt x="823995" y="88135"/>
                      <a:pt x="823542" y="90276"/>
                      <a:pt x="822638" y="91664"/>
                    </a:cubicBezTo>
                    <a:cubicBezTo>
                      <a:pt x="821733" y="93051"/>
                      <a:pt x="820586" y="93745"/>
                      <a:pt x="819199" y="93745"/>
                    </a:cubicBezTo>
                    <a:cubicBezTo>
                      <a:pt x="817812" y="93745"/>
                      <a:pt x="816394" y="92689"/>
                      <a:pt x="814946" y="90578"/>
                    </a:cubicBezTo>
                    <a:cubicBezTo>
                      <a:pt x="813498" y="88467"/>
                      <a:pt x="811327" y="85119"/>
                      <a:pt x="808431" y="80534"/>
                    </a:cubicBezTo>
                    <a:cubicBezTo>
                      <a:pt x="805535" y="75949"/>
                      <a:pt x="804088" y="73174"/>
                      <a:pt x="804088" y="72209"/>
                    </a:cubicBezTo>
                    <a:cubicBezTo>
                      <a:pt x="804088" y="71244"/>
                      <a:pt x="804691" y="70761"/>
                      <a:pt x="805897" y="70761"/>
                    </a:cubicBezTo>
                    <a:close/>
                    <a:moveTo>
                      <a:pt x="949772" y="68771"/>
                    </a:moveTo>
                    <a:cubicBezTo>
                      <a:pt x="939638" y="70218"/>
                      <a:pt x="932158" y="71425"/>
                      <a:pt x="927332" y="72390"/>
                    </a:cubicBezTo>
                    <a:cubicBezTo>
                      <a:pt x="930710" y="92297"/>
                      <a:pt x="932821" y="110878"/>
                      <a:pt x="933666" y="128130"/>
                    </a:cubicBezTo>
                    <a:lnTo>
                      <a:pt x="955745" y="125235"/>
                    </a:lnTo>
                    <a:cubicBezTo>
                      <a:pt x="955624" y="118358"/>
                      <a:pt x="955262" y="109852"/>
                      <a:pt x="954659" y="99717"/>
                    </a:cubicBezTo>
                    <a:cubicBezTo>
                      <a:pt x="954056" y="89583"/>
                      <a:pt x="953422" y="82495"/>
                      <a:pt x="952759" y="78453"/>
                    </a:cubicBezTo>
                    <a:cubicBezTo>
                      <a:pt x="952095" y="74411"/>
                      <a:pt x="951100" y="71184"/>
                      <a:pt x="949772" y="68771"/>
                    </a:cubicBezTo>
                    <a:close/>
                    <a:moveTo>
                      <a:pt x="984158" y="63703"/>
                    </a:moveTo>
                    <a:lnTo>
                      <a:pt x="956469" y="67866"/>
                    </a:lnTo>
                    <a:cubicBezTo>
                      <a:pt x="958640" y="69434"/>
                      <a:pt x="960058" y="70942"/>
                      <a:pt x="960721" y="72390"/>
                    </a:cubicBezTo>
                    <a:cubicBezTo>
                      <a:pt x="961385" y="73838"/>
                      <a:pt x="961717" y="76010"/>
                      <a:pt x="961717" y="78905"/>
                    </a:cubicBezTo>
                    <a:lnTo>
                      <a:pt x="961717" y="82344"/>
                    </a:lnTo>
                    <a:cubicBezTo>
                      <a:pt x="969800" y="79810"/>
                      <a:pt x="975350" y="78543"/>
                      <a:pt x="978367" y="78543"/>
                    </a:cubicBezTo>
                    <a:cubicBezTo>
                      <a:pt x="979211" y="78543"/>
                      <a:pt x="980116" y="78845"/>
                      <a:pt x="981081" y="79448"/>
                    </a:cubicBezTo>
                    <a:cubicBezTo>
                      <a:pt x="982046" y="80051"/>
                      <a:pt x="982529" y="80655"/>
                      <a:pt x="982529" y="81258"/>
                    </a:cubicBezTo>
                    <a:cubicBezTo>
                      <a:pt x="982529" y="82585"/>
                      <a:pt x="980719" y="83912"/>
                      <a:pt x="977100" y="85239"/>
                    </a:cubicBezTo>
                    <a:cubicBezTo>
                      <a:pt x="973480" y="86566"/>
                      <a:pt x="970343" y="87230"/>
                      <a:pt x="967689" y="87230"/>
                    </a:cubicBezTo>
                    <a:cubicBezTo>
                      <a:pt x="965035" y="87230"/>
                      <a:pt x="963104" y="87170"/>
                      <a:pt x="961898" y="87049"/>
                    </a:cubicBezTo>
                    <a:lnTo>
                      <a:pt x="962260" y="103156"/>
                    </a:lnTo>
                    <a:cubicBezTo>
                      <a:pt x="968292" y="100622"/>
                      <a:pt x="972515" y="99355"/>
                      <a:pt x="974928" y="99355"/>
                    </a:cubicBezTo>
                    <a:cubicBezTo>
                      <a:pt x="977341" y="99355"/>
                      <a:pt x="979151" y="99657"/>
                      <a:pt x="980357" y="100260"/>
                    </a:cubicBezTo>
                    <a:cubicBezTo>
                      <a:pt x="981564" y="100863"/>
                      <a:pt x="982167" y="101738"/>
                      <a:pt x="982167" y="102884"/>
                    </a:cubicBezTo>
                    <a:cubicBezTo>
                      <a:pt x="982167" y="104031"/>
                      <a:pt x="980538" y="105086"/>
                      <a:pt x="977281" y="106052"/>
                    </a:cubicBezTo>
                    <a:cubicBezTo>
                      <a:pt x="974023" y="107017"/>
                      <a:pt x="971158" y="107499"/>
                      <a:pt x="968684" y="107499"/>
                    </a:cubicBezTo>
                    <a:cubicBezTo>
                      <a:pt x="966211" y="107499"/>
                      <a:pt x="964070" y="107379"/>
                      <a:pt x="962260" y="107137"/>
                    </a:cubicBezTo>
                    <a:lnTo>
                      <a:pt x="962803" y="124511"/>
                    </a:lnTo>
                    <a:cubicBezTo>
                      <a:pt x="974868" y="122943"/>
                      <a:pt x="982348" y="122038"/>
                      <a:pt x="985244" y="121796"/>
                    </a:cubicBezTo>
                    <a:cubicBezTo>
                      <a:pt x="985968" y="108646"/>
                      <a:pt x="986329" y="95133"/>
                      <a:pt x="986329" y="81258"/>
                    </a:cubicBezTo>
                    <a:cubicBezTo>
                      <a:pt x="986329" y="72571"/>
                      <a:pt x="985606" y="66720"/>
                      <a:pt x="984158" y="63703"/>
                    </a:cubicBezTo>
                    <a:close/>
                    <a:moveTo>
                      <a:pt x="1020715" y="59722"/>
                    </a:moveTo>
                    <a:cubicBezTo>
                      <a:pt x="1017698" y="59722"/>
                      <a:pt x="1007865" y="60747"/>
                      <a:pt x="991216" y="62798"/>
                    </a:cubicBezTo>
                    <a:cubicBezTo>
                      <a:pt x="995680" y="65573"/>
                      <a:pt x="997912" y="68288"/>
                      <a:pt x="997912" y="70942"/>
                    </a:cubicBezTo>
                    <a:cubicBezTo>
                      <a:pt x="997912" y="72149"/>
                      <a:pt x="997459" y="73898"/>
                      <a:pt x="996555" y="76191"/>
                    </a:cubicBezTo>
                    <a:cubicBezTo>
                      <a:pt x="995650" y="78483"/>
                      <a:pt x="994594" y="93263"/>
                      <a:pt x="993388" y="120530"/>
                    </a:cubicBezTo>
                    <a:cubicBezTo>
                      <a:pt x="1000747" y="119685"/>
                      <a:pt x="1005784" y="119263"/>
                      <a:pt x="1008499" y="119263"/>
                    </a:cubicBezTo>
                    <a:cubicBezTo>
                      <a:pt x="1011214" y="119263"/>
                      <a:pt x="1013174" y="119595"/>
                      <a:pt x="1014381" y="120258"/>
                    </a:cubicBezTo>
                    <a:cubicBezTo>
                      <a:pt x="1015587" y="120922"/>
                      <a:pt x="1016794" y="122038"/>
                      <a:pt x="1018000" y="123606"/>
                    </a:cubicBezTo>
                    <a:cubicBezTo>
                      <a:pt x="1019207" y="125175"/>
                      <a:pt x="1020051" y="125959"/>
                      <a:pt x="1020534" y="125959"/>
                    </a:cubicBezTo>
                    <a:cubicBezTo>
                      <a:pt x="1021982" y="125959"/>
                      <a:pt x="1023640" y="121193"/>
                      <a:pt x="1025511" y="111662"/>
                    </a:cubicBezTo>
                    <a:cubicBezTo>
                      <a:pt x="1027381" y="102130"/>
                      <a:pt x="1028316" y="89522"/>
                      <a:pt x="1028316" y="73838"/>
                    </a:cubicBezTo>
                    <a:cubicBezTo>
                      <a:pt x="1028316" y="67564"/>
                      <a:pt x="1027803" y="63643"/>
                      <a:pt x="1026777" y="62075"/>
                    </a:cubicBezTo>
                    <a:cubicBezTo>
                      <a:pt x="1025752" y="60506"/>
                      <a:pt x="1023731" y="59722"/>
                      <a:pt x="1020715" y="59722"/>
                    </a:cubicBezTo>
                    <a:close/>
                    <a:moveTo>
                      <a:pt x="173275" y="57731"/>
                    </a:moveTo>
                    <a:cubicBezTo>
                      <a:pt x="175930" y="57731"/>
                      <a:pt x="178222" y="58696"/>
                      <a:pt x="180152" y="60627"/>
                    </a:cubicBezTo>
                    <a:cubicBezTo>
                      <a:pt x="182083" y="62557"/>
                      <a:pt x="183048" y="64849"/>
                      <a:pt x="183048" y="67504"/>
                    </a:cubicBezTo>
                    <a:cubicBezTo>
                      <a:pt x="183048" y="70158"/>
                      <a:pt x="182083" y="72450"/>
                      <a:pt x="180152" y="74381"/>
                    </a:cubicBezTo>
                    <a:cubicBezTo>
                      <a:pt x="178222" y="76311"/>
                      <a:pt x="175930" y="77276"/>
                      <a:pt x="173275" y="77276"/>
                    </a:cubicBezTo>
                    <a:cubicBezTo>
                      <a:pt x="170621" y="77276"/>
                      <a:pt x="168329" y="76311"/>
                      <a:pt x="166398" y="74381"/>
                    </a:cubicBezTo>
                    <a:cubicBezTo>
                      <a:pt x="164468" y="72450"/>
                      <a:pt x="163503" y="70158"/>
                      <a:pt x="163503" y="67504"/>
                    </a:cubicBezTo>
                    <a:cubicBezTo>
                      <a:pt x="163503" y="64849"/>
                      <a:pt x="164468" y="62557"/>
                      <a:pt x="166398" y="60627"/>
                    </a:cubicBezTo>
                    <a:cubicBezTo>
                      <a:pt x="168329" y="58696"/>
                      <a:pt x="170621" y="57731"/>
                      <a:pt x="173275" y="57731"/>
                    </a:cubicBezTo>
                    <a:close/>
                    <a:moveTo>
                      <a:pt x="768074" y="52845"/>
                    </a:moveTo>
                    <a:cubicBezTo>
                      <a:pt x="766384" y="52845"/>
                      <a:pt x="762735" y="53448"/>
                      <a:pt x="757125" y="54655"/>
                    </a:cubicBezTo>
                    <a:cubicBezTo>
                      <a:pt x="751514" y="55861"/>
                      <a:pt x="747201" y="56645"/>
                      <a:pt x="744185" y="57007"/>
                    </a:cubicBezTo>
                    <a:cubicBezTo>
                      <a:pt x="744909" y="60989"/>
                      <a:pt x="745572" y="68288"/>
                      <a:pt x="746176" y="78905"/>
                    </a:cubicBezTo>
                    <a:cubicBezTo>
                      <a:pt x="747261" y="78664"/>
                      <a:pt x="749614" y="77940"/>
                      <a:pt x="753234" y="76733"/>
                    </a:cubicBezTo>
                    <a:cubicBezTo>
                      <a:pt x="756853" y="75527"/>
                      <a:pt x="759568" y="74924"/>
                      <a:pt x="761378" y="74924"/>
                    </a:cubicBezTo>
                    <a:cubicBezTo>
                      <a:pt x="763187" y="74924"/>
                      <a:pt x="764545" y="75256"/>
                      <a:pt x="765449" y="75919"/>
                    </a:cubicBezTo>
                    <a:cubicBezTo>
                      <a:pt x="766354" y="76583"/>
                      <a:pt x="766807" y="77367"/>
                      <a:pt x="766807" y="78272"/>
                    </a:cubicBezTo>
                    <a:cubicBezTo>
                      <a:pt x="766807" y="79177"/>
                      <a:pt x="766143" y="79931"/>
                      <a:pt x="764816" y="80534"/>
                    </a:cubicBezTo>
                    <a:cubicBezTo>
                      <a:pt x="763489" y="81137"/>
                      <a:pt x="760955" y="81831"/>
                      <a:pt x="757215" y="82615"/>
                    </a:cubicBezTo>
                    <a:cubicBezTo>
                      <a:pt x="753475" y="83399"/>
                      <a:pt x="749916" y="83671"/>
                      <a:pt x="746538" y="83430"/>
                    </a:cubicBezTo>
                    <a:cubicBezTo>
                      <a:pt x="746779" y="89462"/>
                      <a:pt x="746900" y="94529"/>
                      <a:pt x="746900" y="98631"/>
                    </a:cubicBezTo>
                    <a:cubicBezTo>
                      <a:pt x="746900" y="102734"/>
                      <a:pt x="746839" y="106172"/>
                      <a:pt x="746719" y="108947"/>
                    </a:cubicBezTo>
                    <a:cubicBezTo>
                      <a:pt x="754078" y="106775"/>
                      <a:pt x="759176" y="105690"/>
                      <a:pt x="762011" y="105690"/>
                    </a:cubicBezTo>
                    <a:cubicBezTo>
                      <a:pt x="764846" y="105690"/>
                      <a:pt x="766746" y="106052"/>
                      <a:pt x="767712" y="106775"/>
                    </a:cubicBezTo>
                    <a:cubicBezTo>
                      <a:pt x="768677" y="107499"/>
                      <a:pt x="769401" y="107861"/>
                      <a:pt x="769883" y="107861"/>
                    </a:cubicBezTo>
                    <a:cubicBezTo>
                      <a:pt x="771572" y="107861"/>
                      <a:pt x="772688" y="103759"/>
                      <a:pt x="773231" y="95555"/>
                    </a:cubicBezTo>
                    <a:cubicBezTo>
                      <a:pt x="773774" y="87351"/>
                      <a:pt x="774046" y="79237"/>
                      <a:pt x="774046" y="71214"/>
                    </a:cubicBezTo>
                    <a:cubicBezTo>
                      <a:pt x="774046" y="63191"/>
                      <a:pt x="773804" y="58123"/>
                      <a:pt x="773322" y="56012"/>
                    </a:cubicBezTo>
                    <a:cubicBezTo>
                      <a:pt x="772839" y="53900"/>
                      <a:pt x="771090" y="52845"/>
                      <a:pt x="768074" y="52845"/>
                    </a:cubicBezTo>
                    <a:close/>
                    <a:moveTo>
                      <a:pt x="1205490" y="42710"/>
                    </a:moveTo>
                    <a:cubicBezTo>
                      <a:pt x="1202957" y="42710"/>
                      <a:pt x="1198100" y="43494"/>
                      <a:pt x="1190922" y="45063"/>
                    </a:cubicBezTo>
                    <a:cubicBezTo>
                      <a:pt x="1183743" y="46631"/>
                      <a:pt x="1178887" y="47235"/>
                      <a:pt x="1176353" y="46873"/>
                    </a:cubicBezTo>
                    <a:cubicBezTo>
                      <a:pt x="1178887" y="66418"/>
                      <a:pt x="1180274" y="76794"/>
                      <a:pt x="1180516" y="78000"/>
                    </a:cubicBezTo>
                    <a:cubicBezTo>
                      <a:pt x="1187151" y="76914"/>
                      <a:pt x="1193124" y="75768"/>
                      <a:pt x="1198432" y="74562"/>
                    </a:cubicBezTo>
                    <a:cubicBezTo>
                      <a:pt x="1203741" y="73355"/>
                      <a:pt x="1206727" y="72511"/>
                      <a:pt x="1207390" y="72028"/>
                    </a:cubicBezTo>
                    <a:cubicBezTo>
                      <a:pt x="1208054" y="71546"/>
                      <a:pt x="1208687" y="70580"/>
                      <a:pt x="1209291" y="69133"/>
                    </a:cubicBezTo>
                    <a:cubicBezTo>
                      <a:pt x="1209894" y="67685"/>
                      <a:pt x="1210588" y="63794"/>
                      <a:pt x="1211372" y="57460"/>
                    </a:cubicBezTo>
                    <a:cubicBezTo>
                      <a:pt x="1212156" y="51126"/>
                      <a:pt x="1212548" y="47597"/>
                      <a:pt x="1212548" y="46873"/>
                    </a:cubicBezTo>
                    <a:cubicBezTo>
                      <a:pt x="1212548" y="44098"/>
                      <a:pt x="1210196" y="42710"/>
                      <a:pt x="1205490" y="42710"/>
                    </a:cubicBezTo>
                    <a:close/>
                    <a:moveTo>
                      <a:pt x="1213996" y="33480"/>
                    </a:moveTo>
                    <a:cubicBezTo>
                      <a:pt x="1215444" y="33480"/>
                      <a:pt x="1218732" y="34989"/>
                      <a:pt x="1223859" y="38005"/>
                    </a:cubicBezTo>
                    <a:cubicBezTo>
                      <a:pt x="1228987" y="41021"/>
                      <a:pt x="1231551" y="43193"/>
                      <a:pt x="1231551" y="44520"/>
                    </a:cubicBezTo>
                    <a:cubicBezTo>
                      <a:pt x="1231551" y="45123"/>
                      <a:pt x="1230887" y="45968"/>
                      <a:pt x="1229560" y="47054"/>
                    </a:cubicBezTo>
                    <a:cubicBezTo>
                      <a:pt x="1226061" y="49708"/>
                      <a:pt x="1223196" y="53659"/>
                      <a:pt x="1220964" y="58907"/>
                    </a:cubicBezTo>
                    <a:cubicBezTo>
                      <a:pt x="1218732" y="64156"/>
                      <a:pt x="1217616" y="67986"/>
                      <a:pt x="1217616" y="70399"/>
                    </a:cubicBezTo>
                    <a:cubicBezTo>
                      <a:pt x="1217616" y="72088"/>
                      <a:pt x="1218219" y="73385"/>
                      <a:pt x="1219425" y="74290"/>
                    </a:cubicBezTo>
                    <a:cubicBezTo>
                      <a:pt x="1220632" y="75195"/>
                      <a:pt x="1221235" y="76070"/>
                      <a:pt x="1221235" y="76914"/>
                    </a:cubicBezTo>
                    <a:cubicBezTo>
                      <a:pt x="1221235" y="77759"/>
                      <a:pt x="1220933" y="78332"/>
                      <a:pt x="1220330" y="78634"/>
                    </a:cubicBezTo>
                    <a:cubicBezTo>
                      <a:pt x="1219727" y="78935"/>
                      <a:pt x="1215172" y="79508"/>
                      <a:pt x="1206667" y="80353"/>
                    </a:cubicBezTo>
                    <a:cubicBezTo>
                      <a:pt x="1198161" y="81198"/>
                      <a:pt x="1189504" y="81982"/>
                      <a:pt x="1180697" y="82706"/>
                    </a:cubicBezTo>
                    <a:cubicBezTo>
                      <a:pt x="1180093" y="86084"/>
                      <a:pt x="1179038" y="87773"/>
                      <a:pt x="1177530" y="87773"/>
                    </a:cubicBezTo>
                    <a:cubicBezTo>
                      <a:pt x="1176021" y="87773"/>
                      <a:pt x="1174845" y="85239"/>
                      <a:pt x="1174001" y="80172"/>
                    </a:cubicBezTo>
                    <a:cubicBezTo>
                      <a:pt x="1171346" y="62075"/>
                      <a:pt x="1168028" y="50432"/>
                      <a:pt x="1164047" y="45244"/>
                    </a:cubicBezTo>
                    <a:cubicBezTo>
                      <a:pt x="1163082" y="44037"/>
                      <a:pt x="1162599" y="42951"/>
                      <a:pt x="1162599" y="41986"/>
                    </a:cubicBezTo>
                    <a:cubicBezTo>
                      <a:pt x="1162599" y="41021"/>
                      <a:pt x="1163444" y="40538"/>
                      <a:pt x="1165133" y="40538"/>
                    </a:cubicBezTo>
                    <a:cubicBezTo>
                      <a:pt x="1166822" y="40538"/>
                      <a:pt x="1169356" y="41202"/>
                      <a:pt x="1172734" y="42529"/>
                    </a:cubicBezTo>
                    <a:cubicBezTo>
                      <a:pt x="1176233" y="42650"/>
                      <a:pt x="1181722" y="41866"/>
                      <a:pt x="1189202" y="40177"/>
                    </a:cubicBezTo>
                    <a:cubicBezTo>
                      <a:pt x="1196683" y="38487"/>
                      <a:pt x="1202323" y="36949"/>
                      <a:pt x="1206124" y="35562"/>
                    </a:cubicBezTo>
                    <a:cubicBezTo>
                      <a:pt x="1209924" y="34174"/>
                      <a:pt x="1212548" y="33480"/>
                      <a:pt x="1213996" y="33480"/>
                    </a:cubicBezTo>
                    <a:close/>
                    <a:moveTo>
                      <a:pt x="75112" y="26551"/>
                    </a:moveTo>
                    <a:lnTo>
                      <a:pt x="43654" y="82222"/>
                    </a:lnTo>
                    <a:lnTo>
                      <a:pt x="78205" y="82222"/>
                    </a:lnTo>
                    <a:lnTo>
                      <a:pt x="76703" y="53768"/>
                    </a:lnTo>
                    <a:cubicBezTo>
                      <a:pt x="76526" y="49880"/>
                      <a:pt x="76379" y="45020"/>
                      <a:pt x="76261" y="39188"/>
                    </a:cubicBezTo>
                    <a:cubicBezTo>
                      <a:pt x="76143" y="33355"/>
                      <a:pt x="76084" y="29143"/>
                      <a:pt x="76084" y="26551"/>
                    </a:cubicBezTo>
                    <a:close/>
                    <a:moveTo>
                      <a:pt x="473722" y="16288"/>
                    </a:moveTo>
                    <a:cubicBezTo>
                      <a:pt x="477101" y="16650"/>
                      <a:pt x="483616" y="16831"/>
                      <a:pt x="493268" y="16831"/>
                    </a:cubicBezTo>
                    <a:cubicBezTo>
                      <a:pt x="502920" y="16831"/>
                      <a:pt x="509435" y="16650"/>
                      <a:pt x="512813" y="16288"/>
                    </a:cubicBezTo>
                    <a:lnTo>
                      <a:pt x="512813" y="19183"/>
                    </a:lnTo>
                    <a:lnTo>
                      <a:pt x="505212" y="19907"/>
                    </a:lnTo>
                    <a:cubicBezTo>
                      <a:pt x="503161" y="20149"/>
                      <a:pt x="501894" y="20873"/>
                      <a:pt x="501412" y="22079"/>
                    </a:cubicBezTo>
                    <a:cubicBezTo>
                      <a:pt x="500929" y="23286"/>
                      <a:pt x="500748" y="25699"/>
                      <a:pt x="500869" y="29318"/>
                    </a:cubicBezTo>
                    <a:lnTo>
                      <a:pt x="502678" y="132293"/>
                    </a:lnTo>
                    <a:lnTo>
                      <a:pt x="498335" y="132293"/>
                    </a:lnTo>
                    <a:lnTo>
                      <a:pt x="408933" y="36376"/>
                    </a:lnTo>
                    <a:lnTo>
                      <a:pt x="408933" y="117815"/>
                    </a:lnTo>
                    <a:cubicBezTo>
                      <a:pt x="408933" y="120831"/>
                      <a:pt x="409295" y="122852"/>
                      <a:pt x="410019" y="123878"/>
                    </a:cubicBezTo>
                    <a:cubicBezTo>
                      <a:pt x="410743" y="124903"/>
                      <a:pt x="412251" y="125537"/>
                      <a:pt x="414544" y="125778"/>
                    </a:cubicBezTo>
                    <a:lnTo>
                      <a:pt x="431193" y="127588"/>
                    </a:lnTo>
                    <a:lnTo>
                      <a:pt x="431193" y="130483"/>
                    </a:lnTo>
                    <a:cubicBezTo>
                      <a:pt x="423954" y="130121"/>
                      <a:pt x="416172" y="129940"/>
                      <a:pt x="407848" y="129940"/>
                    </a:cubicBezTo>
                    <a:cubicBezTo>
                      <a:pt x="401694" y="129940"/>
                      <a:pt x="393852" y="130121"/>
                      <a:pt x="384321" y="130483"/>
                    </a:cubicBezTo>
                    <a:lnTo>
                      <a:pt x="384321" y="127588"/>
                    </a:lnTo>
                    <a:lnTo>
                      <a:pt x="394274" y="125778"/>
                    </a:lnTo>
                    <a:cubicBezTo>
                      <a:pt x="398377" y="125054"/>
                      <a:pt x="401001" y="124209"/>
                      <a:pt x="402147" y="123244"/>
                    </a:cubicBezTo>
                    <a:cubicBezTo>
                      <a:pt x="403293" y="122279"/>
                      <a:pt x="403866" y="120469"/>
                      <a:pt x="403866" y="117815"/>
                    </a:cubicBezTo>
                    <a:lnTo>
                      <a:pt x="403866" y="38910"/>
                    </a:lnTo>
                    <a:cubicBezTo>
                      <a:pt x="403866" y="33360"/>
                      <a:pt x="403263" y="29197"/>
                      <a:pt x="402056" y="26422"/>
                    </a:cubicBezTo>
                    <a:cubicBezTo>
                      <a:pt x="400850" y="23647"/>
                      <a:pt x="398558" y="22019"/>
                      <a:pt x="395179" y="21536"/>
                    </a:cubicBezTo>
                    <a:lnTo>
                      <a:pt x="384502" y="19907"/>
                    </a:lnTo>
                    <a:lnTo>
                      <a:pt x="384502" y="16831"/>
                    </a:lnTo>
                    <a:lnTo>
                      <a:pt x="406219" y="16831"/>
                    </a:lnTo>
                    <a:cubicBezTo>
                      <a:pt x="408752" y="16831"/>
                      <a:pt x="410532" y="17132"/>
                      <a:pt x="411558" y="17736"/>
                    </a:cubicBezTo>
                    <a:cubicBezTo>
                      <a:pt x="412583" y="18339"/>
                      <a:pt x="414001" y="19606"/>
                      <a:pt x="415810" y="21536"/>
                    </a:cubicBezTo>
                    <a:lnTo>
                      <a:pt x="497611" y="110757"/>
                    </a:lnTo>
                    <a:lnTo>
                      <a:pt x="495801" y="29318"/>
                    </a:lnTo>
                    <a:cubicBezTo>
                      <a:pt x="495681" y="25940"/>
                      <a:pt x="495108" y="23768"/>
                      <a:pt x="494082" y="22803"/>
                    </a:cubicBezTo>
                    <a:cubicBezTo>
                      <a:pt x="493057" y="21838"/>
                      <a:pt x="491458" y="21234"/>
                      <a:pt x="489286" y="20993"/>
                    </a:cubicBezTo>
                    <a:lnTo>
                      <a:pt x="473722" y="19183"/>
                    </a:lnTo>
                    <a:close/>
                    <a:moveTo>
                      <a:pt x="336372" y="14840"/>
                    </a:moveTo>
                    <a:cubicBezTo>
                      <a:pt x="349885" y="14840"/>
                      <a:pt x="359597" y="18279"/>
                      <a:pt x="365509" y="25156"/>
                    </a:cubicBezTo>
                    <a:cubicBezTo>
                      <a:pt x="371421" y="32033"/>
                      <a:pt x="374377" y="39694"/>
                      <a:pt x="374377" y="48139"/>
                    </a:cubicBezTo>
                    <a:cubicBezTo>
                      <a:pt x="374377" y="57550"/>
                      <a:pt x="370968" y="65543"/>
                      <a:pt x="364152" y="72119"/>
                    </a:cubicBezTo>
                    <a:cubicBezTo>
                      <a:pt x="357335" y="78694"/>
                      <a:pt x="348980" y="81982"/>
                      <a:pt x="339087" y="81982"/>
                    </a:cubicBezTo>
                    <a:cubicBezTo>
                      <a:pt x="331486" y="81982"/>
                      <a:pt x="325694" y="79629"/>
                      <a:pt x="321713" y="74924"/>
                    </a:cubicBezTo>
                    <a:lnTo>
                      <a:pt x="322799" y="73838"/>
                    </a:lnTo>
                    <a:cubicBezTo>
                      <a:pt x="325936" y="74924"/>
                      <a:pt x="329193" y="75467"/>
                      <a:pt x="332572" y="75467"/>
                    </a:cubicBezTo>
                    <a:cubicBezTo>
                      <a:pt x="339931" y="75467"/>
                      <a:pt x="346114" y="73084"/>
                      <a:pt x="351121" y="68318"/>
                    </a:cubicBezTo>
                    <a:cubicBezTo>
                      <a:pt x="356128" y="63552"/>
                      <a:pt x="358632" y="57068"/>
                      <a:pt x="358632" y="48863"/>
                    </a:cubicBezTo>
                    <a:cubicBezTo>
                      <a:pt x="358632" y="40900"/>
                      <a:pt x="355827" y="34114"/>
                      <a:pt x="350217" y="28504"/>
                    </a:cubicBezTo>
                    <a:cubicBezTo>
                      <a:pt x="344606" y="22893"/>
                      <a:pt x="335769" y="20088"/>
                      <a:pt x="323704" y="20088"/>
                    </a:cubicBezTo>
                    <a:cubicBezTo>
                      <a:pt x="319481" y="20088"/>
                      <a:pt x="316284" y="20571"/>
                      <a:pt x="314112" y="21536"/>
                    </a:cubicBezTo>
                    <a:lnTo>
                      <a:pt x="314112" y="118901"/>
                    </a:lnTo>
                    <a:cubicBezTo>
                      <a:pt x="314112" y="120711"/>
                      <a:pt x="314504" y="122008"/>
                      <a:pt x="315288" y="122792"/>
                    </a:cubicBezTo>
                    <a:cubicBezTo>
                      <a:pt x="316073" y="123576"/>
                      <a:pt x="317792" y="124270"/>
                      <a:pt x="320446" y="124873"/>
                    </a:cubicBezTo>
                    <a:lnTo>
                      <a:pt x="333657" y="127769"/>
                    </a:lnTo>
                    <a:lnTo>
                      <a:pt x="333657" y="130664"/>
                    </a:lnTo>
                    <a:cubicBezTo>
                      <a:pt x="323523" y="130182"/>
                      <a:pt x="315379" y="129940"/>
                      <a:pt x="309226" y="129940"/>
                    </a:cubicBezTo>
                    <a:cubicBezTo>
                      <a:pt x="305003" y="129940"/>
                      <a:pt x="296859" y="130121"/>
                      <a:pt x="284794" y="130483"/>
                    </a:cubicBezTo>
                    <a:lnTo>
                      <a:pt x="284794" y="127588"/>
                    </a:lnTo>
                    <a:lnTo>
                      <a:pt x="294929" y="126140"/>
                    </a:lnTo>
                    <a:cubicBezTo>
                      <a:pt x="296738" y="125778"/>
                      <a:pt x="297945" y="125114"/>
                      <a:pt x="298548" y="124149"/>
                    </a:cubicBezTo>
                    <a:cubicBezTo>
                      <a:pt x="299151" y="123184"/>
                      <a:pt x="299453" y="121555"/>
                      <a:pt x="299453" y="119263"/>
                    </a:cubicBezTo>
                    <a:lnTo>
                      <a:pt x="299453" y="32938"/>
                    </a:lnTo>
                    <a:cubicBezTo>
                      <a:pt x="299453" y="28353"/>
                      <a:pt x="298035" y="25276"/>
                      <a:pt x="295200" y="23708"/>
                    </a:cubicBezTo>
                    <a:cubicBezTo>
                      <a:pt x="292365" y="22139"/>
                      <a:pt x="287690" y="20993"/>
                      <a:pt x="281175" y="20269"/>
                    </a:cubicBezTo>
                    <a:lnTo>
                      <a:pt x="281175" y="16831"/>
                    </a:lnTo>
                    <a:cubicBezTo>
                      <a:pt x="292878" y="16831"/>
                      <a:pt x="300841" y="16710"/>
                      <a:pt x="305063" y="16469"/>
                    </a:cubicBezTo>
                    <a:lnTo>
                      <a:pt x="330762" y="15021"/>
                    </a:lnTo>
                    <a:cubicBezTo>
                      <a:pt x="332692" y="14900"/>
                      <a:pt x="334562" y="14840"/>
                      <a:pt x="336372" y="14840"/>
                    </a:cubicBezTo>
                    <a:close/>
                    <a:moveTo>
                      <a:pt x="1008951" y="11582"/>
                    </a:moveTo>
                    <a:cubicBezTo>
                      <a:pt x="1011726" y="11582"/>
                      <a:pt x="1014381" y="12156"/>
                      <a:pt x="1016914" y="13302"/>
                    </a:cubicBezTo>
                    <a:cubicBezTo>
                      <a:pt x="1019448" y="14448"/>
                      <a:pt x="1020715" y="15624"/>
                      <a:pt x="1020715" y="16831"/>
                    </a:cubicBezTo>
                    <a:cubicBezTo>
                      <a:pt x="1020715" y="18882"/>
                      <a:pt x="1017276" y="20450"/>
                      <a:pt x="1010399" y="21536"/>
                    </a:cubicBezTo>
                    <a:lnTo>
                      <a:pt x="973661" y="28232"/>
                    </a:lnTo>
                    <a:cubicBezTo>
                      <a:pt x="976919" y="30163"/>
                      <a:pt x="978548" y="32063"/>
                      <a:pt x="978548" y="33933"/>
                    </a:cubicBezTo>
                    <a:cubicBezTo>
                      <a:pt x="978548" y="35803"/>
                      <a:pt x="977462" y="37522"/>
                      <a:pt x="975290" y="39091"/>
                    </a:cubicBezTo>
                    <a:cubicBezTo>
                      <a:pt x="973118" y="40659"/>
                      <a:pt x="967086" y="48562"/>
                      <a:pt x="957192" y="62798"/>
                    </a:cubicBezTo>
                    <a:cubicBezTo>
                      <a:pt x="976376" y="59903"/>
                      <a:pt x="991065" y="57610"/>
                      <a:pt x="1001260" y="55921"/>
                    </a:cubicBezTo>
                    <a:cubicBezTo>
                      <a:pt x="1011455" y="54232"/>
                      <a:pt x="1018000" y="52664"/>
                      <a:pt x="1020896" y="51216"/>
                    </a:cubicBezTo>
                    <a:cubicBezTo>
                      <a:pt x="1022705" y="50371"/>
                      <a:pt x="1024756" y="49949"/>
                      <a:pt x="1027049" y="49949"/>
                    </a:cubicBezTo>
                    <a:cubicBezTo>
                      <a:pt x="1029341" y="49949"/>
                      <a:pt x="1033443" y="51789"/>
                      <a:pt x="1039355" y="55469"/>
                    </a:cubicBezTo>
                    <a:cubicBezTo>
                      <a:pt x="1045267" y="59149"/>
                      <a:pt x="1048223" y="61954"/>
                      <a:pt x="1048223" y="63884"/>
                    </a:cubicBezTo>
                    <a:cubicBezTo>
                      <a:pt x="1048223" y="65211"/>
                      <a:pt x="1046775" y="67142"/>
                      <a:pt x="1043879" y="69675"/>
                    </a:cubicBezTo>
                    <a:cubicBezTo>
                      <a:pt x="1042432" y="70882"/>
                      <a:pt x="1041346" y="73144"/>
                      <a:pt x="1040622" y="76462"/>
                    </a:cubicBezTo>
                    <a:cubicBezTo>
                      <a:pt x="1039898" y="79780"/>
                      <a:pt x="1039084" y="87924"/>
                      <a:pt x="1038179" y="100894"/>
                    </a:cubicBezTo>
                    <a:cubicBezTo>
                      <a:pt x="1037274" y="113864"/>
                      <a:pt x="1036128" y="123304"/>
                      <a:pt x="1034740" y="129216"/>
                    </a:cubicBezTo>
                    <a:cubicBezTo>
                      <a:pt x="1033353" y="135128"/>
                      <a:pt x="1031302" y="139954"/>
                      <a:pt x="1028587" y="143694"/>
                    </a:cubicBezTo>
                    <a:cubicBezTo>
                      <a:pt x="1025873" y="147434"/>
                      <a:pt x="1023671" y="149305"/>
                      <a:pt x="1021982" y="149305"/>
                    </a:cubicBezTo>
                    <a:cubicBezTo>
                      <a:pt x="1019810" y="149305"/>
                      <a:pt x="1018422" y="146228"/>
                      <a:pt x="1017819" y="140075"/>
                    </a:cubicBezTo>
                    <a:cubicBezTo>
                      <a:pt x="1017216" y="133922"/>
                      <a:pt x="1016311" y="130001"/>
                      <a:pt x="1015105" y="128311"/>
                    </a:cubicBezTo>
                    <a:cubicBezTo>
                      <a:pt x="1013898" y="126622"/>
                      <a:pt x="1012330" y="125778"/>
                      <a:pt x="1010399" y="125778"/>
                    </a:cubicBezTo>
                    <a:cubicBezTo>
                      <a:pt x="1008469" y="125778"/>
                      <a:pt x="1002376" y="126140"/>
                      <a:pt x="992121" y="126864"/>
                    </a:cubicBezTo>
                    <a:cubicBezTo>
                      <a:pt x="981865" y="127588"/>
                      <a:pt x="972485" y="128492"/>
                      <a:pt x="963979" y="129578"/>
                    </a:cubicBezTo>
                    <a:cubicBezTo>
                      <a:pt x="955473" y="130664"/>
                      <a:pt x="945308" y="131750"/>
                      <a:pt x="933485" y="132836"/>
                    </a:cubicBezTo>
                    <a:cubicBezTo>
                      <a:pt x="933123" y="139110"/>
                      <a:pt x="931856" y="142247"/>
                      <a:pt x="929684" y="142247"/>
                    </a:cubicBezTo>
                    <a:cubicBezTo>
                      <a:pt x="928960" y="142247"/>
                      <a:pt x="927965" y="140708"/>
                      <a:pt x="926698" y="137632"/>
                    </a:cubicBezTo>
                    <a:cubicBezTo>
                      <a:pt x="925431" y="134555"/>
                      <a:pt x="924738" y="130604"/>
                      <a:pt x="924617" y="125778"/>
                    </a:cubicBezTo>
                    <a:cubicBezTo>
                      <a:pt x="924134" y="113833"/>
                      <a:pt x="922958" y="102884"/>
                      <a:pt x="921088" y="92931"/>
                    </a:cubicBezTo>
                    <a:cubicBezTo>
                      <a:pt x="919218" y="82977"/>
                      <a:pt x="916835" y="75949"/>
                      <a:pt x="913939" y="71847"/>
                    </a:cubicBezTo>
                    <a:cubicBezTo>
                      <a:pt x="912371" y="69675"/>
                      <a:pt x="911587" y="67896"/>
                      <a:pt x="911587" y="66508"/>
                    </a:cubicBezTo>
                    <a:cubicBezTo>
                      <a:pt x="911587" y="65121"/>
                      <a:pt x="912220" y="64427"/>
                      <a:pt x="913487" y="64427"/>
                    </a:cubicBezTo>
                    <a:cubicBezTo>
                      <a:pt x="914754" y="64427"/>
                      <a:pt x="916564" y="64699"/>
                      <a:pt x="918916" y="65242"/>
                    </a:cubicBezTo>
                    <a:cubicBezTo>
                      <a:pt x="921269" y="65784"/>
                      <a:pt x="923169" y="66599"/>
                      <a:pt x="924617" y="67685"/>
                    </a:cubicBezTo>
                    <a:lnTo>
                      <a:pt x="950858" y="63703"/>
                    </a:lnTo>
                    <a:cubicBezTo>
                      <a:pt x="956046" y="53931"/>
                      <a:pt x="959756" y="46541"/>
                      <a:pt x="961988" y="41534"/>
                    </a:cubicBezTo>
                    <a:cubicBezTo>
                      <a:pt x="964220" y="36527"/>
                      <a:pt x="965155" y="32696"/>
                      <a:pt x="964793" y="30042"/>
                    </a:cubicBezTo>
                    <a:cubicBezTo>
                      <a:pt x="957796" y="31248"/>
                      <a:pt x="952125" y="31852"/>
                      <a:pt x="947782" y="31852"/>
                    </a:cubicBezTo>
                    <a:cubicBezTo>
                      <a:pt x="943438" y="31852"/>
                      <a:pt x="940121" y="31279"/>
                      <a:pt x="937828" y="30132"/>
                    </a:cubicBezTo>
                    <a:cubicBezTo>
                      <a:pt x="935536" y="28986"/>
                      <a:pt x="934390" y="28021"/>
                      <a:pt x="934390" y="27237"/>
                    </a:cubicBezTo>
                    <a:cubicBezTo>
                      <a:pt x="934390" y="26453"/>
                      <a:pt x="935656" y="25940"/>
                      <a:pt x="938190" y="25699"/>
                    </a:cubicBezTo>
                    <a:cubicBezTo>
                      <a:pt x="952185" y="24009"/>
                      <a:pt x="971369" y="20088"/>
                      <a:pt x="995740" y="13935"/>
                    </a:cubicBezTo>
                    <a:cubicBezTo>
                      <a:pt x="1001773" y="12367"/>
                      <a:pt x="1006176" y="11582"/>
                      <a:pt x="1008951" y="11582"/>
                    </a:cubicBezTo>
                    <a:close/>
                    <a:moveTo>
                      <a:pt x="762282" y="9230"/>
                    </a:moveTo>
                    <a:cubicBezTo>
                      <a:pt x="764333" y="9230"/>
                      <a:pt x="767410" y="9833"/>
                      <a:pt x="771512" y="11040"/>
                    </a:cubicBezTo>
                    <a:cubicBezTo>
                      <a:pt x="775614" y="12246"/>
                      <a:pt x="777665" y="13543"/>
                      <a:pt x="777665" y="14931"/>
                    </a:cubicBezTo>
                    <a:cubicBezTo>
                      <a:pt x="777665" y="16318"/>
                      <a:pt x="776640" y="17917"/>
                      <a:pt x="774589" y="19726"/>
                    </a:cubicBezTo>
                    <a:cubicBezTo>
                      <a:pt x="770004" y="23828"/>
                      <a:pt x="761800" y="34506"/>
                      <a:pt x="749976" y="51759"/>
                    </a:cubicBezTo>
                    <a:cubicBezTo>
                      <a:pt x="758663" y="49467"/>
                      <a:pt x="764756" y="47416"/>
                      <a:pt x="768255" y="45606"/>
                    </a:cubicBezTo>
                    <a:cubicBezTo>
                      <a:pt x="770064" y="44761"/>
                      <a:pt x="771753" y="44339"/>
                      <a:pt x="773322" y="44339"/>
                    </a:cubicBezTo>
                    <a:cubicBezTo>
                      <a:pt x="774890" y="44339"/>
                      <a:pt x="777816" y="45304"/>
                      <a:pt x="782099" y="47235"/>
                    </a:cubicBezTo>
                    <a:cubicBezTo>
                      <a:pt x="786382" y="49165"/>
                      <a:pt x="788524" y="51156"/>
                      <a:pt x="788524" y="53207"/>
                    </a:cubicBezTo>
                    <a:cubicBezTo>
                      <a:pt x="788524" y="54413"/>
                      <a:pt x="787860" y="55982"/>
                      <a:pt x="786533" y="57912"/>
                    </a:cubicBezTo>
                    <a:cubicBezTo>
                      <a:pt x="785206" y="59842"/>
                      <a:pt x="784120" y="69374"/>
                      <a:pt x="783276" y="86506"/>
                    </a:cubicBezTo>
                    <a:cubicBezTo>
                      <a:pt x="782431" y="103638"/>
                      <a:pt x="780923" y="114497"/>
                      <a:pt x="778751" y="119082"/>
                    </a:cubicBezTo>
                    <a:cubicBezTo>
                      <a:pt x="776579" y="123666"/>
                      <a:pt x="775011" y="125959"/>
                      <a:pt x="774046" y="125959"/>
                    </a:cubicBezTo>
                    <a:cubicBezTo>
                      <a:pt x="772477" y="125959"/>
                      <a:pt x="770909" y="122520"/>
                      <a:pt x="769340" y="115643"/>
                    </a:cubicBezTo>
                    <a:cubicBezTo>
                      <a:pt x="768737" y="112748"/>
                      <a:pt x="767802" y="111300"/>
                      <a:pt x="766535" y="111300"/>
                    </a:cubicBezTo>
                    <a:cubicBezTo>
                      <a:pt x="765268" y="111300"/>
                      <a:pt x="763851" y="111541"/>
                      <a:pt x="762282" y="112024"/>
                    </a:cubicBezTo>
                    <a:cubicBezTo>
                      <a:pt x="756129" y="113592"/>
                      <a:pt x="750821" y="114195"/>
                      <a:pt x="746357" y="113833"/>
                    </a:cubicBezTo>
                    <a:cubicBezTo>
                      <a:pt x="745633" y="120590"/>
                      <a:pt x="744637" y="123968"/>
                      <a:pt x="743370" y="123968"/>
                    </a:cubicBezTo>
                    <a:cubicBezTo>
                      <a:pt x="742104" y="123968"/>
                      <a:pt x="740988" y="122943"/>
                      <a:pt x="740022" y="120891"/>
                    </a:cubicBezTo>
                    <a:cubicBezTo>
                      <a:pt x="739057" y="118840"/>
                      <a:pt x="738575" y="116186"/>
                      <a:pt x="738575" y="112929"/>
                    </a:cubicBezTo>
                    <a:lnTo>
                      <a:pt x="738756" y="99174"/>
                    </a:lnTo>
                    <a:cubicBezTo>
                      <a:pt x="738756" y="88919"/>
                      <a:pt x="738243" y="80051"/>
                      <a:pt x="737217" y="72571"/>
                    </a:cubicBezTo>
                    <a:cubicBezTo>
                      <a:pt x="736192" y="65091"/>
                      <a:pt x="734774" y="60023"/>
                      <a:pt x="732964" y="57369"/>
                    </a:cubicBezTo>
                    <a:cubicBezTo>
                      <a:pt x="731999" y="55921"/>
                      <a:pt x="731517" y="54805"/>
                      <a:pt x="731517" y="54021"/>
                    </a:cubicBezTo>
                    <a:cubicBezTo>
                      <a:pt x="731517" y="53237"/>
                      <a:pt x="732452" y="52845"/>
                      <a:pt x="734322" y="52845"/>
                    </a:cubicBezTo>
                    <a:cubicBezTo>
                      <a:pt x="736192" y="52845"/>
                      <a:pt x="738152" y="53207"/>
                      <a:pt x="740203" y="53931"/>
                    </a:cubicBezTo>
                    <a:cubicBezTo>
                      <a:pt x="741651" y="53689"/>
                      <a:pt x="742858" y="53448"/>
                      <a:pt x="743823" y="53207"/>
                    </a:cubicBezTo>
                    <a:cubicBezTo>
                      <a:pt x="749855" y="43313"/>
                      <a:pt x="754259" y="35019"/>
                      <a:pt x="757034" y="28323"/>
                    </a:cubicBezTo>
                    <a:cubicBezTo>
                      <a:pt x="759809" y="21627"/>
                      <a:pt x="760865" y="17404"/>
                      <a:pt x="760201" y="15654"/>
                    </a:cubicBezTo>
                    <a:cubicBezTo>
                      <a:pt x="759538" y="13905"/>
                      <a:pt x="759206" y="12397"/>
                      <a:pt x="759206" y="11130"/>
                    </a:cubicBezTo>
                    <a:cubicBezTo>
                      <a:pt x="759206" y="9863"/>
                      <a:pt x="760231" y="9230"/>
                      <a:pt x="762282" y="9230"/>
                    </a:cubicBezTo>
                    <a:close/>
                    <a:moveTo>
                      <a:pt x="75642" y="7906"/>
                    </a:moveTo>
                    <a:lnTo>
                      <a:pt x="88986" y="7906"/>
                    </a:lnTo>
                    <a:lnTo>
                      <a:pt x="95348" y="106435"/>
                    </a:lnTo>
                    <a:cubicBezTo>
                      <a:pt x="95643" y="111089"/>
                      <a:pt x="96173" y="114726"/>
                      <a:pt x="96939" y="117348"/>
                    </a:cubicBezTo>
                    <a:cubicBezTo>
                      <a:pt x="97704" y="119970"/>
                      <a:pt x="98750" y="121914"/>
                      <a:pt x="100076" y="123180"/>
                    </a:cubicBezTo>
                    <a:cubicBezTo>
                      <a:pt x="101401" y="124447"/>
                      <a:pt x="103330" y="125257"/>
                      <a:pt x="105864" y="125610"/>
                    </a:cubicBezTo>
                    <a:lnTo>
                      <a:pt x="104892" y="129940"/>
                    </a:lnTo>
                    <a:lnTo>
                      <a:pt x="68131" y="129940"/>
                    </a:lnTo>
                    <a:lnTo>
                      <a:pt x="69103" y="125610"/>
                    </a:lnTo>
                    <a:cubicBezTo>
                      <a:pt x="72579" y="125316"/>
                      <a:pt x="75171" y="123961"/>
                      <a:pt x="76879" y="121545"/>
                    </a:cubicBezTo>
                    <a:cubicBezTo>
                      <a:pt x="78588" y="119130"/>
                      <a:pt x="79442" y="114888"/>
                      <a:pt x="79442" y="108821"/>
                    </a:cubicBezTo>
                    <a:cubicBezTo>
                      <a:pt x="79442" y="106523"/>
                      <a:pt x="79354" y="104019"/>
                      <a:pt x="79177" y="101309"/>
                    </a:cubicBezTo>
                    <a:lnTo>
                      <a:pt x="78558" y="89910"/>
                    </a:lnTo>
                    <a:lnTo>
                      <a:pt x="39677" y="89910"/>
                    </a:lnTo>
                    <a:lnTo>
                      <a:pt x="34817" y="98570"/>
                    </a:lnTo>
                    <a:cubicBezTo>
                      <a:pt x="32519" y="102635"/>
                      <a:pt x="30840" y="106125"/>
                      <a:pt x="29780" y="109042"/>
                    </a:cubicBezTo>
                    <a:cubicBezTo>
                      <a:pt x="28719" y="111958"/>
                      <a:pt x="28189" y="114535"/>
                      <a:pt x="28189" y="116774"/>
                    </a:cubicBezTo>
                    <a:cubicBezTo>
                      <a:pt x="28189" y="121722"/>
                      <a:pt x="31164" y="124668"/>
                      <a:pt x="37114" y="125610"/>
                    </a:cubicBezTo>
                    <a:lnTo>
                      <a:pt x="36142" y="129940"/>
                    </a:lnTo>
                    <a:lnTo>
                      <a:pt x="0" y="129940"/>
                    </a:lnTo>
                    <a:lnTo>
                      <a:pt x="972" y="125610"/>
                    </a:lnTo>
                    <a:cubicBezTo>
                      <a:pt x="2799" y="125375"/>
                      <a:pt x="4522" y="124653"/>
                      <a:pt x="6142" y="123445"/>
                    </a:cubicBezTo>
                    <a:cubicBezTo>
                      <a:pt x="7762" y="122238"/>
                      <a:pt x="9485" y="120411"/>
                      <a:pt x="11311" y="117967"/>
                    </a:cubicBezTo>
                    <a:cubicBezTo>
                      <a:pt x="13137" y="115522"/>
                      <a:pt x="15700" y="111472"/>
                      <a:pt x="18999" y="105816"/>
                    </a:cubicBezTo>
                    <a:close/>
                    <a:moveTo>
                      <a:pt x="1143144" y="5972"/>
                    </a:moveTo>
                    <a:cubicBezTo>
                      <a:pt x="1144894" y="5972"/>
                      <a:pt x="1147940" y="7179"/>
                      <a:pt x="1152283" y="9592"/>
                    </a:cubicBezTo>
                    <a:cubicBezTo>
                      <a:pt x="1156627" y="12005"/>
                      <a:pt x="1158799" y="14056"/>
                      <a:pt x="1158799" y="15745"/>
                    </a:cubicBezTo>
                    <a:cubicBezTo>
                      <a:pt x="1158799" y="17434"/>
                      <a:pt x="1157592" y="18580"/>
                      <a:pt x="1155179" y="19183"/>
                    </a:cubicBezTo>
                    <a:cubicBezTo>
                      <a:pt x="1150474" y="20269"/>
                      <a:pt x="1146372" y="21627"/>
                      <a:pt x="1142873" y="23255"/>
                    </a:cubicBezTo>
                    <a:cubicBezTo>
                      <a:pt x="1139374" y="24884"/>
                      <a:pt x="1135755" y="26302"/>
                      <a:pt x="1132014" y="27508"/>
                    </a:cubicBezTo>
                    <a:cubicBezTo>
                      <a:pt x="1134427" y="28473"/>
                      <a:pt x="1136267" y="29348"/>
                      <a:pt x="1137534" y="30132"/>
                    </a:cubicBezTo>
                    <a:cubicBezTo>
                      <a:pt x="1138801" y="30917"/>
                      <a:pt x="1139434" y="31791"/>
                      <a:pt x="1139434" y="32757"/>
                    </a:cubicBezTo>
                    <a:cubicBezTo>
                      <a:pt x="1139434" y="33722"/>
                      <a:pt x="1139223" y="35200"/>
                      <a:pt x="1138801" y="37190"/>
                    </a:cubicBezTo>
                    <a:cubicBezTo>
                      <a:pt x="1138379" y="39181"/>
                      <a:pt x="1137806" y="43555"/>
                      <a:pt x="1137082" y="50311"/>
                    </a:cubicBezTo>
                    <a:cubicBezTo>
                      <a:pt x="1140098" y="49708"/>
                      <a:pt x="1143054" y="49044"/>
                      <a:pt x="1145949" y="48320"/>
                    </a:cubicBezTo>
                    <a:cubicBezTo>
                      <a:pt x="1148845" y="47597"/>
                      <a:pt x="1151409" y="47235"/>
                      <a:pt x="1153641" y="47235"/>
                    </a:cubicBezTo>
                    <a:cubicBezTo>
                      <a:pt x="1155873" y="47235"/>
                      <a:pt x="1157592" y="47717"/>
                      <a:pt x="1158799" y="48682"/>
                    </a:cubicBezTo>
                    <a:cubicBezTo>
                      <a:pt x="1160005" y="49648"/>
                      <a:pt x="1160608" y="50552"/>
                      <a:pt x="1160608" y="51397"/>
                    </a:cubicBezTo>
                    <a:cubicBezTo>
                      <a:pt x="1160608" y="52242"/>
                      <a:pt x="1158980" y="52965"/>
                      <a:pt x="1155722" y="53569"/>
                    </a:cubicBezTo>
                    <a:lnTo>
                      <a:pt x="1136720" y="57369"/>
                    </a:lnTo>
                    <a:lnTo>
                      <a:pt x="1136177" y="76010"/>
                    </a:lnTo>
                    <a:cubicBezTo>
                      <a:pt x="1137987" y="75768"/>
                      <a:pt x="1140520" y="75648"/>
                      <a:pt x="1143778" y="75648"/>
                    </a:cubicBezTo>
                    <a:cubicBezTo>
                      <a:pt x="1147035" y="75648"/>
                      <a:pt x="1150293" y="76432"/>
                      <a:pt x="1153550" y="78000"/>
                    </a:cubicBezTo>
                    <a:cubicBezTo>
                      <a:pt x="1156808" y="79569"/>
                      <a:pt x="1158437" y="81861"/>
                      <a:pt x="1158437" y="84877"/>
                    </a:cubicBezTo>
                    <a:cubicBezTo>
                      <a:pt x="1158437" y="86325"/>
                      <a:pt x="1158014" y="87471"/>
                      <a:pt x="1157170" y="88316"/>
                    </a:cubicBezTo>
                    <a:cubicBezTo>
                      <a:pt x="1156325" y="89160"/>
                      <a:pt x="1155330" y="89583"/>
                      <a:pt x="1154184" y="89583"/>
                    </a:cubicBezTo>
                    <a:cubicBezTo>
                      <a:pt x="1153038" y="89583"/>
                      <a:pt x="1151741" y="89160"/>
                      <a:pt x="1150293" y="88316"/>
                    </a:cubicBezTo>
                    <a:cubicBezTo>
                      <a:pt x="1148845" y="87471"/>
                      <a:pt x="1144140" y="83852"/>
                      <a:pt x="1136177" y="77457"/>
                    </a:cubicBezTo>
                    <a:cubicBezTo>
                      <a:pt x="1135936" y="92780"/>
                      <a:pt x="1135936" y="105720"/>
                      <a:pt x="1136177" y="116277"/>
                    </a:cubicBezTo>
                    <a:cubicBezTo>
                      <a:pt x="1136418" y="126834"/>
                      <a:pt x="1135694" y="134736"/>
                      <a:pt x="1134005" y="139984"/>
                    </a:cubicBezTo>
                    <a:cubicBezTo>
                      <a:pt x="1132316" y="145233"/>
                      <a:pt x="1130898" y="147857"/>
                      <a:pt x="1129752" y="147857"/>
                    </a:cubicBezTo>
                    <a:cubicBezTo>
                      <a:pt x="1128606" y="147857"/>
                      <a:pt x="1127339" y="146138"/>
                      <a:pt x="1125952" y="142699"/>
                    </a:cubicBezTo>
                    <a:cubicBezTo>
                      <a:pt x="1124564" y="139260"/>
                      <a:pt x="1123870" y="136425"/>
                      <a:pt x="1123870" y="134193"/>
                    </a:cubicBezTo>
                    <a:cubicBezTo>
                      <a:pt x="1123870" y="131961"/>
                      <a:pt x="1124353" y="128854"/>
                      <a:pt x="1125318" y="124873"/>
                    </a:cubicBezTo>
                    <a:cubicBezTo>
                      <a:pt x="1127973" y="113170"/>
                      <a:pt x="1129662" y="94952"/>
                      <a:pt x="1130386" y="70218"/>
                    </a:cubicBezTo>
                    <a:cubicBezTo>
                      <a:pt x="1126283" y="79508"/>
                      <a:pt x="1121096" y="87803"/>
                      <a:pt x="1114822" y="95102"/>
                    </a:cubicBezTo>
                    <a:cubicBezTo>
                      <a:pt x="1108548" y="102402"/>
                      <a:pt x="1102334" y="108012"/>
                      <a:pt x="1096181" y="111933"/>
                    </a:cubicBezTo>
                    <a:cubicBezTo>
                      <a:pt x="1090028" y="115854"/>
                      <a:pt x="1085986" y="117815"/>
                      <a:pt x="1084056" y="117815"/>
                    </a:cubicBezTo>
                    <a:cubicBezTo>
                      <a:pt x="1083453" y="117815"/>
                      <a:pt x="1083151" y="117543"/>
                      <a:pt x="1083151" y="117001"/>
                    </a:cubicBezTo>
                    <a:cubicBezTo>
                      <a:pt x="1083151" y="116458"/>
                      <a:pt x="1083875" y="115583"/>
                      <a:pt x="1085323" y="114376"/>
                    </a:cubicBezTo>
                    <a:cubicBezTo>
                      <a:pt x="1105351" y="97727"/>
                      <a:pt x="1119406" y="79388"/>
                      <a:pt x="1127490" y="59360"/>
                    </a:cubicBezTo>
                    <a:cubicBezTo>
                      <a:pt x="1117355" y="61532"/>
                      <a:pt x="1107945" y="64005"/>
                      <a:pt x="1099258" y="66780"/>
                    </a:cubicBezTo>
                    <a:cubicBezTo>
                      <a:pt x="1097689" y="67262"/>
                      <a:pt x="1095729" y="67504"/>
                      <a:pt x="1093376" y="67504"/>
                    </a:cubicBezTo>
                    <a:cubicBezTo>
                      <a:pt x="1091023" y="67504"/>
                      <a:pt x="1088460" y="66539"/>
                      <a:pt x="1085685" y="64608"/>
                    </a:cubicBezTo>
                    <a:cubicBezTo>
                      <a:pt x="1082910" y="62678"/>
                      <a:pt x="1081522" y="61290"/>
                      <a:pt x="1081522" y="60446"/>
                    </a:cubicBezTo>
                    <a:cubicBezTo>
                      <a:pt x="1081522" y="59601"/>
                      <a:pt x="1082488" y="59179"/>
                      <a:pt x="1084418" y="59179"/>
                    </a:cubicBezTo>
                    <a:cubicBezTo>
                      <a:pt x="1093708" y="59058"/>
                      <a:pt x="1109091" y="56585"/>
                      <a:pt x="1130566" y="51759"/>
                    </a:cubicBezTo>
                    <a:cubicBezTo>
                      <a:pt x="1130446" y="40056"/>
                      <a:pt x="1129601" y="32515"/>
                      <a:pt x="1128033" y="29137"/>
                    </a:cubicBezTo>
                    <a:cubicBezTo>
                      <a:pt x="1117536" y="32877"/>
                      <a:pt x="1110840" y="34747"/>
                      <a:pt x="1107945" y="34747"/>
                    </a:cubicBezTo>
                    <a:cubicBezTo>
                      <a:pt x="1107100" y="34747"/>
                      <a:pt x="1106678" y="34476"/>
                      <a:pt x="1106678" y="33933"/>
                    </a:cubicBezTo>
                    <a:cubicBezTo>
                      <a:pt x="1106678" y="33390"/>
                      <a:pt x="1107341" y="32757"/>
                      <a:pt x="1108669" y="32033"/>
                    </a:cubicBezTo>
                    <a:cubicBezTo>
                      <a:pt x="1118079" y="27086"/>
                      <a:pt x="1125499" y="22592"/>
                      <a:pt x="1130929" y="18550"/>
                    </a:cubicBezTo>
                    <a:cubicBezTo>
                      <a:pt x="1136358" y="14508"/>
                      <a:pt x="1139314" y="11402"/>
                      <a:pt x="1139796" y="9230"/>
                    </a:cubicBezTo>
                    <a:cubicBezTo>
                      <a:pt x="1140279" y="7058"/>
                      <a:pt x="1141395" y="5972"/>
                      <a:pt x="1143144" y="5972"/>
                    </a:cubicBezTo>
                    <a:close/>
                    <a:moveTo>
                      <a:pt x="580583" y="5248"/>
                    </a:moveTo>
                    <a:cubicBezTo>
                      <a:pt x="582031" y="5248"/>
                      <a:pt x="584806" y="6696"/>
                      <a:pt x="588908" y="9592"/>
                    </a:cubicBezTo>
                    <a:cubicBezTo>
                      <a:pt x="593010" y="12487"/>
                      <a:pt x="595062" y="14840"/>
                      <a:pt x="595062" y="16650"/>
                    </a:cubicBezTo>
                    <a:cubicBezTo>
                      <a:pt x="595062" y="18460"/>
                      <a:pt x="593885" y="20330"/>
                      <a:pt x="591533" y="22260"/>
                    </a:cubicBezTo>
                    <a:cubicBezTo>
                      <a:pt x="589180" y="24190"/>
                      <a:pt x="580161" y="35351"/>
                      <a:pt x="564477" y="55740"/>
                    </a:cubicBezTo>
                    <a:cubicBezTo>
                      <a:pt x="569182" y="56344"/>
                      <a:pt x="577085" y="56525"/>
                      <a:pt x="588184" y="56283"/>
                    </a:cubicBezTo>
                    <a:cubicBezTo>
                      <a:pt x="592890" y="48803"/>
                      <a:pt x="595846" y="43796"/>
                      <a:pt x="597052" y="41262"/>
                    </a:cubicBezTo>
                    <a:cubicBezTo>
                      <a:pt x="598259" y="38729"/>
                      <a:pt x="598862" y="36617"/>
                      <a:pt x="598862" y="34928"/>
                    </a:cubicBezTo>
                    <a:cubicBezTo>
                      <a:pt x="598862" y="32274"/>
                      <a:pt x="599707" y="30947"/>
                      <a:pt x="601396" y="30947"/>
                    </a:cubicBezTo>
                    <a:cubicBezTo>
                      <a:pt x="603085" y="30947"/>
                      <a:pt x="605106" y="32304"/>
                      <a:pt x="607458" y="35019"/>
                    </a:cubicBezTo>
                    <a:cubicBezTo>
                      <a:pt x="609811" y="37733"/>
                      <a:pt x="610987" y="39694"/>
                      <a:pt x="610987" y="40900"/>
                    </a:cubicBezTo>
                    <a:cubicBezTo>
                      <a:pt x="610987" y="42107"/>
                      <a:pt x="610173" y="43283"/>
                      <a:pt x="608544" y="44429"/>
                    </a:cubicBezTo>
                    <a:cubicBezTo>
                      <a:pt x="606915" y="45576"/>
                      <a:pt x="602723" y="49949"/>
                      <a:pt x="595966" y="57550"/>
                    </a:cubicBezTo>
                    <a:cubicBezTo>
                      <a:pt x="589210" y="65151"/>
                      <a:pt x="581850" y="73717"/>
                      <a:pt x="573887" y="83249"/>
                    </a:cubicBezTo>
                    <a:cubicBezTo>
                      <a:pt x="587883" y="79629"/>
                      <a:pt x="597293" y="77819"/>
                      <a:pt x="602120" y="77819"/>
                    </a:cubicBezTo>
                    <a:cubicBezTo>
                      <a:pt x="603809" y="77819"/>
                      <a:pt x="604653" y="78181"/>
                      <a:pt x="604653" y="78905"/>
                    </a:cubicBezTo>
                    <a:cubicBezTo>
                      <a:pt x="604653" y="79629"/>
                      <a:pt x="603809" y="80293"/>
                      <a:pt x="602120" y="80896"/>
                    </a:cubicBezTo>
                    <a:cubicBezTo>
                      <a:pt x="581488" y="88618"/>
                      <a:pt x="569725" y="93685"/>
                      <a:pt x="566829" y="96098"/>
                    </a:cubicBezTo>
                    <a:cubicBezTo>
                      <a:pt x="565744" y="96942"/>
                      <a:pt x="564477" y="97365"/>
                      <a:pt x="563029" y="97365"/>
                    </a:cubicBezTo>
                    <a:cubicBezTo>
                      <a:pt x="561581" y="97365"/>
                      <a:pt x="560405" y="96460"/>
                      <a:pt x="559500" y="94650"/>
                    </a:cubicBezTo>
                    <a:cubicBezTo>
                      <a:pt x="558595" y="92840"/>
                      <a:pt x="558143" y="91121"/>
                      <a:pt x="558143" y="89492"/>
                    </a:cubicBezTo>
                    <a:cubicBezTo>
                      <a:pt x="558143" y="87863"/>
                      <a:pt x="558987" y="86627"/>
                      <a:pt x="560676" y="85782"/>
                    </a:cubicBezTo>
                    <a:cubicBezTo>
                      <a:pt x="569725" y="80836"/>
                      <a:pt x="578050" y="72390"/>
                      <a:pt x="585651" y="60446"/>
                    </a:cubicBezTo>
                    <a:cubicBezTo>
                      <a:pt x="580342" y="60446"/>
                      <a:pt x="575184" y="60989"/>
                      <a:pt x="570177" y="62075"/>
                    </a:cubicBezTo>
                    <a:cubicBezTo>
                      <a:pt x="565170" y="63160"/>
                      <a:pt x="561279" y="64488"/>
                      <a:pt x="558505" y="66056"/>
                    </a:cubicBezTo>
                    <a:cubicBezTo>
                      <a:pt x="556815" y="66901"/>
                      <a:pt x="555458" y="67323"/>
                      <a:pt x="554433" y="67323"/>
                    </a:cubicBezTo>
                    <a:cubicBezTo>
                      <a:pt x="553407" y="67323"/>
                      <a:pt x="552623" y="66629"/>
                      <a:pt x="552080" y="65242"/>
                    </a:cubicBezTo>
                    <a:cubicBezTo>
                      <a:pt x="551537" y="63854"/>
                      <a:pt x="551266" y="62617"/>
                      <a:pt x="551266" y="61532"/>
                    </a:cubicBezTo>
                    <a:cubicBezTo>
                      <a:pt x="551266" y="58153"/>
                      <a:pt x="552653" y="55861"/>
                      <a:pt x="555428" y="54655"/>
                    </a:cubicBezTo>
                    <a:cubicBezTo>
                      <a:pt x="560857" y="52362"/>
                      <a:pt x="566467" y="45576"/>
                      <a:pt x="572259" y="34295"/>
                    </a:cubicBezTo>
                    <a:cubicBezTo>
                      <a:pt x="578050" y="23014"/>
                      <a:pt x="580463" y="15805"/>
                      <a:pt x="579498" y="12668"/>
                    </a:cubicBezTo>
                    <a:cubicBezTo>
                      <a:pt x="578774" y="10497"/>
                      <a:pt x="578412" y="8717"/>
                      <a:pt x="578412" y="7330"/>
                    </a:cubicBezTo>
                    <a:cubicBezTo>
                      <a:pt x="578412" y="5942"/>
                      <a:pt x="579136" y="5248"/>
                      <a:pt x="580583" y="5248"/>
                    </a:cubicBezTo>
                    <a:close/>
                    <a:moveTo>
                      <a:pt x="639943" y="1086"/>
                    </a:moveTo>
                    <a:cubicBezTo>
                      <a:pt x="641994" y="1086"/>
                      <a:pt x="645282" y="2021"/>
                      <a:pt x="649806" y="3891"/>
                    </a:cubicBezTo>
                    <a:cubicBezTo>
                      <a:pt x="654331" y="5761"/>
                      <a:pt x="656593" y="7903"/>
                      <a:pt x="656593" y="10316"/>
                    </a:cubicBezTo>
                    <a:cubicBezTo>
                      <a:pt x="656593" y="11522"/>
                      <a:pt x="656050" y="13272"/>
                      <a:pt x="654964" y="15564"/>
                    </a:cubicBezTo>
                    <a:cubicBezTo>
                      <a:pt x="653396" y="18701"/>
                      <a:pt x="652189" y="30042"/>
                      <a:pt x="651345" y="49587"/>
                    </a:cubicBezTo>
                    <a:cubicBezTo>
                      <a:pt x="659187" y="48019"/>
                      <a:pt x="666547" y="46269"/>
                      <a:pt x="673424" y="44339"/>
                    </a:cubicBezTo>
                    <a:cubicBezTo>
                      <a:pt x="675354" y="43856"/>
                      <a:pt x="677827" y="43615"/>
                      <a:pt x="680844" y="43615"/>
                    </a:cubicBezTo>
                    <a:cubicBezTo>
                      <a:pt x="683860" y="43615"/>
                      <a:pt x="687027" y="44369"/>
                      <a:pt x="690345" y="45877"/>
                    </a:cubicBezTo>
                    <a:cubicBezTo>
                      <a:pt x="693663" y="47385"/>
                      <a:pt x="695322" y="48984"/>
                      <a:pt x="695322" y="50673"/>
                    </a:cubicBezTo>
                    <a:cubicBezTo>
                      <a:pt x="695322" y="52965"/>
                      <a:pt x="692064" y="54112"/>
                      <a:pt x="685549" y="54112"/>
                    </a:cubicBezTo>
                    <a:cubicBezTo>
                      <a:pt x="683981" y="54112"/>
                      <a:pt x="682261" y="54021"/>
                      <a:pt x="680391" y="53840"/>
                    </a:cubicBezTo>
                    <a:cubicBezTo>
                      <a:pt x="678521" y="53659"/>
                      <a:pt x="675475" y="53569"/>
                      <a:pt x="671252" y="53569"/>
                    </a:cubicBezTo>
                    <a:cubicBezTo>
                      <a:pt x="667029" y="53569"/>
                      <a:pt x="660333" y="54232"/>
                      <a:pt x="651164" y="55559"/>
                    </a:cubicBezTo>
                    <a:lnTo>
                      <a:pt x="650259" y="78362"/>
                    </a:lnTo>
                    <a:cubicBezTo>
                      <a:pt x="656291" y="77276"/>
                      <a:pt x="660333" y="76462"/>
                      <a:pt x="662384" y="75919"/>
                    </a:cubicBezTo>
                    <a:cubicBezTo>
                      <a:pt x="664435" y="75376"/>
                      <a:pt x="666245" y="75105"/>
                      <a:pt x="667813" y="75105"/>
                    </a:cubicBezTo>
                    <a:cubicBezTo>
                      <a:pt x="672036" y="75105"/>
                      <a:pt x="675113" y="75829"/>
                      <a:pt x="677043" y="77276"/>
                    </a:cubicBezTo>
                    <a:cubicBezTo>
                      <a:pt x="678974" y="78724"/>
                      <a:pt x="679939" y="79991"/>
                      <a:pt x="679939" y="81077"/>
                    </a:cubicBezTo>
                    <a:cubicBezTo>
                      <a:pt x="679939" y="82163"/>
                      <a:pt x="679185" y="82826"/>
                      <a:pt x="677677" y="83068"/>
                    </a:cubicBezTo>
                    <a:cubicBezTo>
                      <a:pt x="676168" y="83309"/>
                      <a:pt x="672971" y="83430"/>
                      <a:pt x="668085" y="83430"/>
                    </a:cubicBezTo>
                    <a:cubicBezTo>
                      <a:pt x="663199" y="83430"/>
                      <a:pt x="657166" y="83882"/>
                      <a:pt x="649987" y="84787"/>
                    </a:cubicBezTo>
                    <a:cubicBezTo>
                      <a:pt x="642809" y="85692"/>
                      <a:pt x="637289" y="86657"/>
                      <a:pt x="633428" y="87682"/>
                    </a:cubicBezTo>
                    <a:cubicBezTo>
                      <a:pt x="629567" y="88708"/>
                      <a:pt x="626431" y="89221"/>
                      <a:pt x="624018" y="89221"/>
                    </a:cubicBezTo>
                    <a:cubicBezTo>
                      <a:pt x="621605" y="89221"/>
                      <a:pt x="619463" y="88527"/>
                      <a:pt x="617593" y="87140"/>
                    </a:cubicBezTo>
                    <a:cubicBezTo>
                      <a:pt x="615723" y="85752"/>
                      <a:pt x="614788" y="84636"/>
                      <a:pt x="614788" y="83792"/>
                    </a:cubicBezTo>
                    <a:cubicBezTo>
                      <a:pt x="614788" y="82947"/>
                      <a:pt x="615813" y="82464"/>
                      <a:pt x="617864" y="82344"/>
                    </a:cubicBezTo>
                    <a:cubicBezTo>
                      <a:pt x="624138" y="81861"/>
                      <a:pt x="632101" y="80956"/>
                      <a:pt x="641753" y="79629"/>
                    </a:cubicBezTo>
                    <a:lnTo>
                      <a:pt x="642658" y="56645"/>
                    </a:lnTo>
                    <a:cubicBezTo>
                      <a:pt x="632765" y="58334"/>
                      <a:pt x="626250" y="59541"/>
                      <a:pt x="623113" y="60265"/>
                    </a:cubicBezTo>
                    <a:cubicBezTo>
                      <a:pt x="619976" y="60989"/>
                      <a:pt x="617321" y="61351"/>
                      <a:pt x="615150" y="61351"/>
                    </a:cubicBezTo>
                    <a:cubicBezTo>
                      <a:pt x="612978" y="61351"/>
                      <a:pt x="610897" y="60747"/>
                      <a:pt x="608906" y="59541"/>
                    </a:cubicBezTo>
                    <a:cubicBezTo>
                      <a:pt x="606915" y="58334"/>
                      <a:pt x="605920" y="57339"/>
                      <a:pt x="605920" y="56555"/>
                    </a:cubicBezTo>
                    <a:cubicBezTo>
                      <a:pt x="605920" y="55771"/>
                      <a:pt x="607126" y="55258"/>
                      <a:pt x="609539" y="55016"/>
                    </a:cubicBezTo>
                    <a:cubicBezTo>
                      <a:pt x="620398" y="54172"/>
                      <a:pt x="631498" y="52845"/>
                      <a:pt x="642839" y="51035"/>
                    </a:cubicBezTo>
                    <a:cubicBezTo>
                      <a:pt x="642960" y="46933"/>
                      <a:pt x="643020" y="42891"/>
                      <a:pt x="643020" y="38910"/>
                    </a:cubicBezTo>
                    <a:cubicBezTo>
                      <a:pt x="643020" y="21657"/>
                      <a:pt x="641813" y="11402"/>
                      <a:pt x="639400" y="8144"/>
                    </a:cubicBezTo>
                    <a:cubicBezTo>
                      <a:pt x="637711" y="6093"/>
                      <a:pt x="636867" y="4404"/>
                      <a:pt x="636867" y="3077"/>
                    </a:cubicBezTo>
                    <a:cubicBezTo>
                      <a:pt x="636867" y="1750"/>
                      <a:pt x="637892" y="1086"/>
                      <a:pt x="639943" y="1086"/>
                    </a:cubicBezTo>
                    <a:close/>
                    <a:moveTo>
                      <a:pt x="824538" y="0"/>
                    </a:moveTo>
                    <a:cubicBezTo>
                      <a:pt x="826227" y="0"/>
                      <a:pt x="829273" y="664"/>
                      <a:pt x="833677" y="1991"/>
                    </a:cubicBezTo>
                    <a:cubicBezTo>
                      <a:pt x="838081" y="3318"/>
                      <a:pt x="840283" y="4826"/>
                      <a:pt x="840283" y="6515"/>
                    </a:cubicBezTo>
                    <a:cubicBezTo>
                      <a:pt x="840283" y="7601"/>
                      <a:pt x="839438" y="8928"/>
                      <a:pt x="837749" y="10497"/>
                    </a:cubicBezTo>
                    <a:cubicBezTo>
                      <a:pt x="835336" y="12910"/>
                      <a:pt x="831354" y="19002"/>
                      <a:pt x="825805" y="28775"/>
                    </a:cubicBezTo>
                    <a:cubicBezTo>
                      <a:pt x="823271" y="33601"/>
                      <a:pt x="819289" y="39634"/>
                      <a:pt x="813860" y="46873"/>
                    </a:cubicBezTo>
                    <a:cubicBezTo>
                      <a:pt x="815187" y="47476"/>
                      <a:pt x="816997" y="47777"/>
                      <a:pt x="819289" y="47777"/>
                    </a:cubicBezTo>
                    <a:cubicBezTo>
                      <a:pt x="821582" y="47777"/>
                      <a:pt x="825503" y="47174"/>
                      <a:pt x="831053" y="45968"/>
                    </a:cubicBezTo>
                    <a:cubicBezTo>
                      <a:pt x="836603" y="44761"/>
                      <a:pt x="840584" y="43404"/>
                      <a:pt x="842997" y="41896"/>
                    </a:cubicBezTo>
                    <a:cubicBezTo>
                      <a:pt x="845410" y="40388"/>
                      <a:pt x="847461" y="39634"/>
                      <a:pt x="849150" y="39634"/>
                    </a:cubicBezTo>
                    <a:cubicBezTo>
                      <a:pt x="850840" y="39634"/>
                      <a:pt x="854127" y="40931"/>
                      <a:pt x="859013" y="43525"/>
                    </a:cubicBezTo>
                    <a:cubicBezTo>
                      <a:pt x="863900" y="46119"/>
                      <a:pt x="866343" y="48320"/>
                      <a:pt x="866343" y="50130"/>
                    </a:cubicBezTo>
                    <a:cubicBezTo>
                      <a:pt x="866343" y="51940"/>
                      <a:pt x="865408" y="53991"/>
                      <a:pt x="863538" y="56283"/>
                    </a:cubicBezTo>
                    <a:cubicBezTo>
                      <a:pt x="861668" y="58576"/>
                      <a:pt x="860401" y="61924"/>
                      <a:pt x="859737" y="66327"/>
                    </a:cubicBezTo>
                    <a:cubicBezTo>
                      <a:pt x="859074" y="70731"/>
                      <a:pt x="858591" y="77307"/>
                      <a:pt x="858290" y="86054"/>
                    </a:cubicBezTo>
                    <a:cubicBezTo>
                      <a:pt x="857988" y="94801"/>
                      <a:pt x="856842" y="104875"/>
                      <a:pt x="854851" y="116277"/>
                    </a:cubicBezTo>
                    <a:cubicBezTo>
                      <a:pt x="852860" y="127678"/>
                      <a:pt x="849422" y="135852"/>
                      <a:pt x="844536" y="140799"/>
                    </a:cubicBezTo>
                    <a:cubicBezTo>
                      <a:pt x="839649" y="145745"/>
                      <a:pt x="835939" y="148219"/>
                      <a:pt x="833406" y="148219"/>
                    </a:cubicBezTo>
                    <a:cubicBezTo>
                      <a:pt x="831716" y="148219"/>
                      <a:pt x="830510" y="146952"/>
                      <a:pt x="829786" y="144418"/>
                    </a:cubicBezTo>
                    <a:cubicBezTo>
                      <a:pt x="829062" y="141885"/>
                      <a:pt x="827675" y="138838"/>
                      <a:pt x="825624" y="135279"/>
                    </a:cubicBezTo>
                    <a:cubicBezTo>
                      <a:pt x="823573" y="131720"/>
                      <a:pt x="821672" y="128975"/>
                      <a:pt x="819923" y="127045"/>
                    </a:cubicBezTo>
                    <a:cubicBezTo>
                      <a:pt x="818173" y="125114"/>
                      <a:pt x="817299" y="123666"/>
                      <a:pt x="817299" y="122701"/>
                    </a:cubicBezTo>
                    <a:cubicBezTo>
                      <a:pt x="817299" y="122339"/>
                      <a:pt x="817751" y="122158"/>
                      <a:pt x="818656" y="122158"/>
                    </a:cubicBezTo>
                    <a:cubicBezTo>
                      <a:pt x="819561" y="122158"/>
                      <a:pt x="821582" y="122943"/>
                      <a:pt x="824719" y="124511"/>
                    </a:cubicBezTo>
                    <a:cubicBezTo>
                      <a:pt x="827856" y="126079"/>
                      <a:pt x="830812" y="126864"/>
                      <a:pt x="833587" y="126864"/>
                    </a:cubicBezTo>
                    <a:cubicBezTo>
                      <a:pt x="836361" y="126864"/>
                      <a:pt x="838744" y="125205"/>
                      <a:pt x="840735" y="121887"/>
                    </a:cubicBezTo>
                    <a:cubicBezTo>
                      <a:pt x="842726" y="118569"/>
                      <a:pt x="844747" y="110968"/>
                      <a:pt x="846798" y="99084"/>
                    </a:cubicBezTo>
                    <a:cubicBezTo>
                      <a:pt x="848849" y="87200"/>
                      <a:pt x="849874" y="77216"/>
                      <a:pt x="849874" y="69133"/>
                    </a:cubicBezTo>
                    <a:cubicBezTo>
                      <a:pt x="849874" y="61049"/>
                      <a:pt x="849452" y="55891"/>
                      <a:pt x="848607" y="53659"/>
                    </a:cubicBezTo>
                    <a:cubicBezTo>
                      <a:pt x="847763" y="51427"/>
                      <a:pt x="845923" y="50311"/>
                      <a:pt x="843088" y="50311"/>
                    </a:cubicBezTo>
                    <a:cubicBezTo>
                      <a:pt x="840252" y="50311"/>
                      <a:pt x="834190" y="51156"/>
                      <a:pt x="824900" y="52845"/>
                    </a:cubicBezTo>
                    <a:cubicBezTo>
                      <a:pt x="823573" y="53086"/>
                      <a:pt x="822366" y="53207"/>
                      <a:pt x="821280" y="53207"/>
                    </a:cubicBezTo>
                    <a:cubicBezTo>
                      <a:pt x="818264" y="53207"/>
                      <a:pt x="815067" y="52061"/>
                      <a:pt x="811689" y="49768"/>
                    </a:cubicBezTo>
                    <a:cubicBezTo>
                      <a:pt x="807466" y="55077"/>
                      <a:pt x="803002" y="59963"/>
                      <a:pt x="798296" y="64427"/>
                    </a:cubicBezTo>
                    <a:cubicBezTo>
                      <a:pt x="793591" y="68891"/>
                      <a:pt x="790514" y="71123"/>
                      <a:pt x="789067" y="71123"/>
                    </a:cubicBezTo>
                    <a:cubicBezTo>
                      <a:pt x="788584" y="71123"/>
                      <a:pt x="788343" y="70822"/>
                      <a:pt x="788343" y="70218"/>
                    </a:cubicBezTo>
                    <a:cubicBezTo>
                      <a:pt x="788343" y="69615"/>
                      <a:pt x="788886" y="68710"/>
                      <a:pt x="789972" y="67504"/>
                    </a:cubicBezTo>
                    <a:cubicBezTo>
                      <a:pt x="802278" y="52423"/>
                      <a:pt x="810995" y="39181"/>
                      <a:pt x="816122" y="27780"/>
                    </a:cubicBezTo>
                    <a:cubicBezTo>
                      <a:pt x="821250" y="16378"/>
                      <a:pt x="823512" y="9501"/>
                      <a:pt x="822909" y="7149"/>
                    </a:cubicBezTo>
                    <a:cubicBezTo>
                      <a:pt x="822306" y="4796"/>
                      <a:pt x="822004" y="3016"/>
                      <a:pt x="822004" y="1810"/>
                    </a:cubicBezTo>
                    <a:cubicBezTo>
                      <a:pt x="822004" y="603"/>
                      <a:pt x="822849" y="0"/>
                      <a:pt x="82453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 altLang="zh-CN" sz="1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507F01-6A59-457B-A38F-3B508542E678}"/>
                  </a:ext>
                </a:extLst>
              </p:cNvPr>
              <p:cNvSpPr txBox="1"/>
              <p:nvPr/>
            </p:nvSpPr>
            <p:spPr>
              <a:xfrm>
                <a:off x="2055252" y="2985415"/>
                <a:ext cx="4167768" cy="886518"/>
              </a:xfrm>
              <a:custGeom>
                <a:avLst/>
                <a:gdLst/>
                <a:ahLst/>
                <a:cxnLst/>
                <a:rect l="l" t="t" r="r" b="b"/>
                <a:pathLst>
                  <a:path w="4167768" h="886518">
                    <a:moveTo>
                      <a:pt x="2391100" y="808788"/>
                    </a:moveTo>
                    <a:lnTo>
                      <a:pt x="2376784" y="873207"/>
                    </a:lnTo>
                    <a:cubicBezTo>
                      <a:pt x="2378794" y="873291"/>
                      <a:pt x="2381326" y="873375"/>
                      <a:pt x="2384382" y="873458"/>
                    </a:cubicBezTo>
                    <a:cubicBezTo>
                      <a:pt x="2387437" y="873542"/>
                      <a:pt x="2391058" y="873584"/>
                      <a:pt x="2395244" y="873584"/>
                    </a:cubicBezTo>
                    <a:cubicBezTo>
                      <a:pt x="2404285" y="873584"/>
                      <a:pt x="2412092" y="872810"/>
                      <a:pt x="2418663" y="871261"/>
                    </a:cubicBezTo>
                    <a:cubicBezTo>
                      <a:pt x="2425235" y="869712"/>
                      <a:pt x="2430676" y="867284"/>
                      <a:pt x="2434988" y="863978"/>
                    </a:cubicBezTo>
                    <a:cubicBezTo>
                      <a:pt x="2439299" y="860671"/>
                      <a:pt x="2442480" y="856380"/>
                      <a:pt x="2444531" y="851106"/>
                    </a:cubicBezTo>
                    <a:cubicBezTo>
                      <a:pt x="2446582" y="845832"/>
                      <a:pt x="2447608" y="839512"/>
                      <a:pt x="2447608" y="832145"/>
                    </a:cubicBezTo>
                    <a:cubicBezTo>
                      <a:pt x="2447608" y="828294"/>
                      <a:pt x="2447022" y="824903"/>
                      <a:pt x="2445850" y="821973"/>
                    </a:cubicBezTo>
                    <a:cubicBezTo>
                      <a:pt x="2444678" y="819043"/>
                      <a:pt x="2442732" y="816595"/>
                      <a:pt x="2440011" y="814627"/>
                    </a:cubicBezTo>
                    <a:cubicBezTo>
                      <a:pt x="2437290" y="812660"/>
                      <a:pt x="2433816" y="811195"/>
                      <a:pt x="2429588" y="810232"/>
                    </a:cubicBezTo>
                    <a:cubicBezTo>
                      <a:pt x="2425361" y="809269"/>
                      <a:pt x="2420191" y="808788"/>
                      <a:pt x="2414080" y="808788"/>
                    </a:cubicBezTo>
                    <a:close/>
                    <a:moveTo>
                      <a:pt x="2429023" y="736709"/>
                    </a:moveTo>
                    <a:cubicBezTo>
                      <a:pt x="2425005" y="736709"/>
                      <a:pt x="2421175" y="736771"/>
                      <a:pt x="2417533" y="736897"/>
                    </a:cubicBezTo>
                    <a:cubicBezTo>
                      <a:pt x="2413891" y="737023"/>
                      <a:pt x="2410396" y="737253"/>
                      <a:pt x="2407048" y="737588"/>
                    </a:cubicBezTo>
                    <a:lnTo>
                      <a:pt x="2394114" y="795728"/>
                    </a:lnTo>
                    <a:lnTo>
                      <a:pt x="2413578" y="795728"/>
                    </a:lnTo>
                    <a:cubicBezTo>
                      <a:pt x="2422703" y="795728"/>
                      <a:pt x="2430425" y="794870"/>
                      <a:pt x="2436746" y="793154"/>
                    </a:cubicBezTo>
                    <a:cubicBezTo>
                      <a:pt x="2443066" y="791438"/>
                      <a:pt x="2448194" y="788989"/>
                      <a:pt x="2452129" y="785808"/>
                    </a:cubicBezTo>
                    <a:cubicBezTo>
                      <a:pt x="2456063" y="782627"/>
                      <a:pt x="2458931" y="778797"/>
                      <a:pt x="2460730" y="774318"/>
                    </a:cubicBezTo>
                    <a:cubicBezTo>
                      <a:pt x="2462530" y="769839"/>
                      <a:pt x="2463430" y="764795"/>
                      <a:pt x="2463430" y="759186"/>
                    </a:cubicBezTo>
                    <a:cubicBezTo>
                      <a:pt x="2463263" y="755587"/>
                      <a:pt x="2462551" y="752364"/>
                      <a:pt x="2461296" y="749517"/>
                    </a:cubicBezTo>
                    <a:cubicBezTo>
                      <a:pt x="2460040" y="746671"/>
                      <a:pt x="2458052" y="744306"/>
                      <a:pt x="2455331" y="742422"/>
                    </a:cubicBezTo>
                    <a:cubicBezTo>
                      <a:pt x="2452610" y="740539"/>
                      <a:pt x="2449094" y="739116"/>
                      <a:pt x="2444783" y="738153"/>
                    </a:cubicBezTo>
                    <a:cubicBezTo>
                      <a:pt x="2440471" y="737190"/>
                      <a:pt x="2435218" y="736709"/>
                      <a:pt x="2429023" y="736709"/>
                    </a:cubicBezTo>
                    <a:close/>
                    <a:moveTo>
                      <a:pt x="2368748" y="723649"/>
                    </a:moveTo>
                    <a:lnTo>
                      <a:pt x="2434548" y="723649"/>
                    </a:lnTo>
                    <a:cubicBezTo>
                      <a:pt x="2444343" y="723649"/>
                      <a:pt x="2452652" y="724444"/>
                      <a:pt x="2459475" y="726035"/>
                    </a:cubicBezTo>
                    <a:cubicBezTo>
                      <a:pt x="2466298" y="727626"/>
                      <a:pt x="2471907" y="729928"/>
                      <a:pt x="2476302" y="732941"/>
                    </a:cubicBezTo>
                    <a:cubicBezTo>
                      <a:pt x="2480697" y="735955"/>
                      <a:pt x="2483878" y="739576"/>
                      <a:pt x="2485845" y="743804"/>
                    </a:cubicBezTo>
                    <a:cubicBezTo>
                      <a:pt x="2487813" y="748031"/>
                      <a:pt x="2488796" y="752866"/>
                      <a:pt x="2488796" y="758307"/>
                    </a:cubicBezTo>
                    <a:cubicBezTo>
                      <a:pt x="2488796" y="778901"/>
                      <a:pt x="2475862" y="793426"/>
                      <a:pt x="2449994" y="801881"/>
                    </a:cubicBezTo>
                    <a:cubicBezTo>
                      <a:pt x="2449994" y="802300"/>
                      <a:pt x="2449973" y="802635"/>
                      <a:pt x="2449931" y="802886"/>
                    </a:cubicBezTo>
                    <a:cubicBezTo>
                      <a:pt x="2449889" y="803137"/>
                      <a:pt x="2449868" y="803346"/>
                      <a:pt x="2449868" y="803514"/>
                    </a:cubicBezTo>
                    <a:cubicBezTo>
                      <a:pt x="2457654" y="806611"/>
                      <a:pt x="2463556" y="810881"/>
                      <a:pt x="2467574" y="816322"/>
                    </a:cubicBezTo>
                    <a:cubicBezTo>
                      <a:pt x="2471593" y="821764"/>
                      <a:pt x="2473602" y="828043"/>
                      <a:pt x="2473602" y="835159"/>
                    </a:cubicBezTo>
                    <a:cubicBezTo>
                      <a:pt x="2473602" y="843195"/>
                      <a:pt x="2472116" y="850374"/>
                      <a:pt x="2469144" y="856694"/>
                    </a:cubicBezTo>
                    <a:cubicBezTo>
                      <a:pt x="2466172" y="863015"/>
                      <a:pt x="2461589" y="868373"/>
                      <a:pt x="2455394" y="872768"/>
                    </a:cubicBezTo>
                    <a:cubicBezTo>
                      <a:pt x="2449199" y="877163"/>
                      <a:pt x="2441246" y="880553"/>
                      <a:pt x="2431535" y="882939"/>
                    </a:cubicBezTo>
                    <a:cubicBezTo>
                      <a:pt x="2421824" y="885325"/>
                      <a:pt x="2410187" y="886518"/>
                      <a:pt x="2396625" y="886518"/>
                    </a:cubicBezTo>
                    <a:lnTo>
                      <a:pt x="2337731" y="886518"/>
                    </a:lnTo>
                    <a:lnTo>
                      <a:pt x="2339112" y="878858"/>
                    </a:lnTo>
                    <a:cubicBezTo>
                      <a:pt x="2341707" y="878440"/>
                      <a:pt x="2343821" y="877958"/>
                      <a:pt x="2345454" y="877414"/>
                    </a:cubicBezTo>
                    <a:cubicBezTo>
                      <a:pt x="2347086" y="876870"/>
                      <a:pt x="2348551" y="875698"/>
                      <a:pt x="2349849" y="873898"/>
                    </a:cubicBezTo>
                    <a:cubicBezTo>
                      <a:pt x="2351146" y="872098"/>
                      <a:pt x="2352339" y="869398"/>
                      <a:pt x="2353428" y="865798"/>
                    </a:cubicBezTo>
                    <a:cubicBezTo>
                      <a:pt x="2354516" y="862199"/>
                      <a:pt x="2355772" y="857092"/>
                      <a:pt x="2357195" y="850478"/>
                    </a:cubicBezTo>
                    <a:lnTo>
                      <a:pt x="2377789" y="758935"/>
                    </a:lnTo>
                    <a:cubicBezTo>
                      <a:pt x="2378626" y="755252"/>
                      <a:pt x="2379254" y="751987"/>
                      <a:pt x="2379673" y="749140"/>
                    </a:cubicBezTo>
                    <a:cubicBezTo>
                      <a:pt x="2380091" y="746294"/>
                      <a:pt x="2380300" y="743950"/>
                      <a:pt x="2380300" y="742108"/>
                    </a:cubicBezTo>
                    <a:cubicBezTo>
                      <a:pt x="2380300" y="738341"/>
                      <a:pt x="2379359" y="735662"/>
                      <a:pt x="2377475" y="734072"/>
                    </a:cubicBezTo>
                    <a:cubicBezTo>
                      <a:pt x="2375591" y="732481"/>
                      <a:pt x="2372054" y="731644"/>
                      <a:pt x="2366864" y="731560"/>
                    </a:cubicBezTo>
                    <a:close/>
                    <a:moveTo>
                      <a:pt x="2563945" y="575426"/>
                    </a:moveTo>
                    <a:lnTo>
                      <a:pt x="2743599" y="575426"/>
                    </a:lnTo>
                    <a:lnTo>
                      <a:pt x="2730177" y="635999"/>
                    </a:lnTo>
                    <a:lnTo>
                      <a:pt x="2713657" y="635999"/>
                    </a:lnTo>
                    <a:cubicBezTo>
                      <a:pt x="2713657" y="624871"/>
                      <a:pt x="2713370" y="616525"/>
                      <a:pt x="2712796" y="610961"/>
                    </a:cubicBezTo>
                    <a:cubicBezTo>
                      <a:pt x="2712223" y="605397"/>
                      <a:pt x="2711133" y="601152"/>
                      <a:pt x="2709527" y="598226"/>
                    </a:cubicBezTo>
                    <a:cubicBezTo>
                      <a:pt x="2707921" y="595301"/>
                      <a:pt x="2705942" y="593293"/>
                      <a:pt x="2703590" y="592204"/>
                    </a:cubicBezTo>
                    <a:cubicBezTo>
                      <a:pt x="2701238" y="591114"/>
                      <a:pt x="2697080" y="590569"/>
                      <a:pt x="2691114" y="590569"/>
                    </a:cubicBezTo>
                    <a:lnTo>
                      <a:pt x="2665646" y="590569"/>
                    </a:lnTo>
                    <a:lnTo>
                      <a:pt x="2628304" y="760242"/>
                    </a:lnTo>
                    <a:cubicBezTo>
                      <a:pt x="2627271" y="764716"/>
                      <a:pt x="2626554" y="768273"/>
                      <a:pt x="2626153" y="770911"/>
                    </a:cubicBezTo>
                    <a:cubicBezTo>
                      <a:pt x="2625751" y="773550"/>
                      <a:pt x="2625407" y="776332"/>
                      <a:pt x="2625120" y="779257"/>
                    </a:cubicBezTo>
                    <a:cubicBezTo>
                      <a:pt x="2624834" y="782183"/>
                      <a:pt x="2624690" y="784793"/>
                      <a:pt x="2624690" y="787087"/>
                    </a:cubicBezTo>
                    <a:cubicBezTo>
                      <a:pt x="2624690" y="790643"/>
                      <a:pt x="2625264" y="793425"/>
                      <a:pt x="2626411" y="795433"/>
                    </a:cubicBezTo>
                    <a:cubicBezTo>
                      <a:pt x="2627558" y="797441"/>
                      <a:pt x="2629279" y="798903"/>
                      <a:pt x="2631574" y="799821"/>
                    </a:cubicBezTo>
                    <a:cubicBezTo>
                      <a:pt x="2633868" y="800739"/>
                      <a:pt x="2637826" y="801427"/>
                      <a:pt x="2643447" y="801886"/>
                    </a:cubicBezTo>
                    <a:lnTo>
                      <a:pt x="2641554" y="810318"/>
                    </a:lnTo>
                    <a:lnTo>
                      <a:pt x="2569108" y="810318"/>
                    </a:lnTo>
                    <a:lnTo>
                      <a:pt x="2571000" y="801886"/>
                    </a:lnTo>
                    <a:cubicBezTo>
                      <a:pt x="2575589" y="801198"/>
                      <a:pt x="2578974" y="800280"/>
                      <a:pt x="2581153" y="799133"/>
                    </a:cubicBezTo>
                    <a:cubicBezTo>
                      <a:pt x="2583333" y="797986"/>
                      <a:pt x="2585255" y="796207"/>
                      <a:pt x="2586918" y="793798"/>
                    </a:cubicBezTo>
                    <a:cubicBezTo>
                      <a:pt x="2588582" y="791389"/>
                      <a:pt x="2590245" y="787603"/>
                      <a:pt x="2591908" y="782441"/>
                    </a:cubicBezTo>
                    <a:cubicBezTo>
                      <a:pt x="2593572" y="777278"/>
                      <a:pt x="2595551" y="769477"/>
                      <a:pt x="2597845" y="759038"/>
                    </a:cubicBezTo>
                    <a:lnTo>
                      <a:pt x="2634671" y="590569"/>
                    </a:lnTo>
                    <a:lnTo>
                      <a:pt x="2612817" y="590569"/>
                    </a:lnTo>
                    <a:cubicBezTo>
                      <a:pt x="2605704" y="590569"/>
                      <a:pt x="2600025" y="591601"/>
                      <a:pt x="2595780" y="593666"/>
                    </a:cubicBezTo>
                    <a:cubicBezTo>
                      <a:pt x="2591536" y="595731"/>
                      <a:pt x="2587291" y="599574"/>
                      <a:pt x="2583046" y="605196"/>
                    </a:cubicBezTo>
                    <a:cubicBezTo>
                      <a:pt x="2578801" y="610817"/>
                      <a:pt x="2573639" y="620224"/>
                      <a:pt x="2567559" y="633417"/>
                    </a:cubicBezTo>
                    <a:lnTo>
                      <a:pt x="2551039" y="633417"/>
                    </a:lnTo>
                    <a:close/>
                    <a:moveTo>
                      <a:pt x="2228598" y="564240"/>
                    </a:moveTo>
                    <a:lnTo>
                      <a:pt x="2238579" y="564240"/>
                    </a:lnTo>
                    <a:lnTo>
                      <a:pt x="2204851" y="714468"/>
                    </a:lnTo>
                    <a:lnTo>
                      <a:pt x="2210357" y="714468"/>
                    </a:lnTo>
                    <a:cubicBezTo>
                      <a:pt x="2218961" y="714468"/>
                      <a:pt x="2228627" y="710711"/>
                      <a:pt x="2239353" y="703197"/>
                    </a:cubicBezTo>
                    <a:cubicBezTo>
                      <a:pt x="2250080" y="695682"/>
                      <a:pt x="2258655" y="688713"/>
                      <a:pt x="2265080" y="682289"/>
                    </a:cubicBezTo>
                    <a:cubicBezTo>
                      <a:pt x="2271504" y="675864"/>
                      <a:pt x="2274716" y="669669"/>
                      <a:pt x="2274716" y="663704"/>
                    </a:cubicBezTo>
                    <a:cubicBezTo>
                      <a:pt x="2274716" y="658082"/>
                      <a:pt x="2270816" y="654928"/>
                      <a:pt x="2263015" y="654239"/>
                    </a:cubicBezTo>
                    <a:lnTo>
                      <a:pt x="2264908" y="645807"/>
                    </a:lnTo>
                    <a:lnTo>
                      <a:pt x="2320662" y="645807"/>
                    </a:lnTo>
                    <a:lnTo>
                      <a:pt x="2323932" y="654239"/>
                    </a:lnTo>
                    <a:cubicBezTo>
                      <a:pt x="2314410" y="662843"/>
                      <a:pt x="2304314" y="671275"/>
                      <a:pt x="2293645" y="679535"/>
                    </a:cubicBezTo>
                    <a:lnTo>
                      <a:pt x="2250969" y="712575"/>
                    </a:lnTo>
                    <a:lnTo>
                      <a:pt x="2267833" y="774697"/>
                    </a:lnTo>
                    <a:cubicBezTo>
                      <a:pt x="2269210" y="779974"/>
                      <a:pt x="2270443" y="783789"/>
                      <a:pt x="2271533" y="786141"/>
                    </a:cubicBezTo>
                    <a:cubicBezTo>
                      <a:pt x="2272623" y="788492"/>
                      <a:pt x="2273884" y="790242"/>
                      <a:pt x="2275319" y="791389"/>
                    </a:cubicBezTo>
                    <a:cubicBezTo>
                      <a:pt x="2276753" y="792536"/>
                      <a:pt x="2278674" y="793110"/>
                      <a:pt x="2281083" y="793110"/>
                    </a:cubicBezTo>
                    <a:cubicBezTo>
                      <a:pt x="2284066" y="793110"/>
                      <a:pt x="2287622" y="791504"/>
                      <a:pt x="2291752" y="788292"/>
                    </a:cubicBezTo>
                    <a:cubicBezTo>
                      <a:pt x="2295882" y="785079"/>
                      <a:pt x="2300586" y="780433"/>
                      <a:pt x="2305863" y="774353"/>
                    </a:cubicBezTo>
                    <a:lnTo>
                      <a:pt x="2315672" y="783990"/>
                    </a:lnTo>
                    <a:cubicBezTo>
                      <a:pt x="2305347" y="794888"/>
                      <a:pt x="2296800" y="802460"/>
                      <a:pt x="2290032" y="806704"/>
                    </a:cubicBezTo>
                    <a:cubicBezTo>
                      <a:pt x="2283263" y="810949"/>
                      <a:pt x="2276724" y="813071"/>
                      <a:pt x="2270414" y="813071"/>
                    </a:cubicBezTo>
                    <a:cubicBezTo>
                      <a:pt x="2262613" y="813071"/>
                      <a:pt x="2256418" y="810863"/>
                      <a:pt x="2251829" y="806446"/>
                    </a:cubicBezTo>
                    <a:cubicBezTo>
                      <a:pt x="2247240" y="802029"/>
                      <a:pt x="2243627" y="794659"/>
                      <a:pt x="2240988" y="784334"/>
                    </a:cubicBezTo>
                    <a:lnTo>
                      <a:pt x="2229631" y="739592"/>
                    </a:lnTo>
                    <a:cubicBezTo>
                      <a:pt x="2228483" y="735118"/>
                      <a:pt x="2227336" y="732021"/>
                      <a:pt x="2226189" y="730300"/>
                    </a:cubicBezTo>
                    <a:cubicBezTo>
                      <a:pt x="2225042" y="728579"/>
                      <a:pt x="2223722" y="727432"/>
                      <a:pt x="2222231" y="726858"/>
                    </a:cubicBezTo>
                    <a:cubicBezTo>
                      <a:pt x="2220740" y="726285"/>
                      <a:pt x="2218101" y="725998"/>
                      <a:pt x="2214315" y="725998"/>
                    </a:cubicBezTo>
                    <a:lnTo>
                      <a:pt x="2202442" y="725998"/>
                    </a:lnTo>
                    <a:lnTo>
                      <a:pt x="2184545" y="810318"/>
                    </a:lnTo>
                    <a:lnTo>
                      <a:pt x="2154775" y="810318"/>
                    </a:lnTo>
                    <a:lnTo>
                      <a:pt x="2199000" y="613628"/>
                    </a:lnTo>
                    <a:cubicBezTo>
                      <a:pt x="2200491" y="606974"/>
                      <a:pt x="2201553" y="601783"/>
                      <a:pt x="2202183" y="598054"/>
                    </a:cubicBezTo>
                    <a:cubicBezTo>
                      <a:pt x="2202814" y="594326"/>
                      <a:pt x="2203130" y="591028"/>
                      <a:pt x="2203130" y="588160"/>
                    </a:cubicBezTo>
                    <a:cubicBezTo>
                      <a:pt x="2203130" y="583341"/>
                      <a:pt x="2201667" y="579957"/>
                      <a:pt x="2198742" y="578007"/>
                    </a:cubicBezTo>
                    <a:cubicBezTo>
                      <a:pt x="2195816" y="576056"/>
                      <a:pt x="2190568" y="574967"/>
                      <a:pt x="2182996" y="574737"/>
                    </a:cubicBezTo>
                    <a:lnTo>
                      <a:pt x="2185061" y="565789"/>
                    </a:lnTo>
                    <a:close/>
                    <a:moveTo>
                      <a:pt x="258686" y="498584"/>
                    </a:moveTo>
                    <a:cubicBezTo>
                      <a:pt x="255756" y="498584"/>
                      <a:pt x="253182" y="498626"/>
                      <a:pt x="250963" y="498709"/>
                    </a:cubicBezTo>
                    <a:cubicBezTo>
                      <a:pt x="248745" y="498793"/>
                      <a:pt x="246714" y="498919"/>
                      <a:pt x="244873" y="499086"/>
                    </a:cubicBezTo>
                    <a:lnTo>
                      <a:pt x="214358" y="635082"/>
                    </a:lnTo>
                    <a:cubicBezTo>
                      <a:pt x="214693" y="635082"/>
                      <a:pt x="215447" y="635103"/>
                      <a:pt x="216619" y="635145"/>
                    </a:cubicBezTo>
                    <a:cubicBezTo>
                      <a:pt x="217791" y="635187"/>
                      <a:pt x="219088" y="635229"/>
                      <a:pt x="220511" y="635271"/>
                    </a:cubicBezTo>
                    <a:cubicBezTo>
                      <a:pt x="221935" y="635313"/>
                      <a:pt x="223379" y="635354"/>
                      <a:pt x="224844" y="635396"/>
                    </a:cubicBezTo>
                    <a:cubicBezTo>
                      <a:pt x="226309" y="635438"/>
                      <a:pt x="227502" y="635459"/>
                      <a:pt x="228423" y="635459"/>
                    </a:cubicBezTo>
                    <a:cubicBezTo>
                      <a:pt x="242152" y="635459"/>
                      <a:pt x="253768" y="633345"/>
                      <a:pt x="263269" y="629118"/>
                    </a:cubicBezTo>
                    <a:cubicBezTo>
                      <a:pt x="272771" y="624890"/>
                      <a:pt x="280912" y="618297"/>
                      <a:pt x="287693" y="609340"/>
                    </a:cubicBezTo>
                    <a:cubicBezTo>
                      <a:pt x="294474" y="600047"/>
                      <a:pt x="299455" y="590315"/>
                      <a:pt x="302637" y="580144"/>
                    </a:cubicBezTo>
                    <a:cubicBezTo>
                      <a:pt x="305818" y="569972"/>
                      <a:pt x="307408" y="558943"/>
                      <a:pt x="307408" y="547055"/>
                    </a:cubicBezTo>
                    <a:cubicBezTo>
                      <a:pt x="307408" y="539353"/>
                      <a:pt x="306341" y="532489"/>
                      <a:pt x="304206" y="526461"/>
                    </a:cubicBezTo>
                    <a:cubicBezTo>
                      <a:pt x="302072" y="520434"/>
                      <a:pt x="298932" y="515348"/>
                      <a:pt x="294788" y="511204"/>
                    </a:cubicBezTo>
                    <a:cubicBezTo>
                      <a:pt x="290644" y="507060"/>
                      <a:pt x="285538" y="503921"/>
                      <a:pt x="279468" y="501786"/>
                    </a:cubicBezTo>
                    <a:cubicBezTo>
                      <a:pt x="273399" y="499651"/>
                      <a:pt x="266471" y="498584"/>
                      <a:pt x="258686" y="498584"/>
                    </a:cubicBezTo>
                    <a:close/>
                    <a:moveTo>
                      <a:pt x="497708" y="495789"/>
                    </a:moveTo>
                    <a:lnTo>
                      <a:pt x="709714" y="495789"/>
                    </a:lnTo>
                    <a:lnTo>
                      <a:pt x="709714" y="518675"/>
                    </a:lnTo>
                    <a:lnTo>
                      <a:pt x="497708" y="518675"/>
                    </a:lnTo>
                    <a:close/>
                    <a:moveTo>
                      <a:pt x="206573" y="485524"/>
                    </a:moveTo>
                    <a:lnTo>
                      <a:pt x="256300" y="485524"/>
                    </a:lnTo>
                    <a:cubicBezTo>
                      <a:pt x="264420" y="485524"/>
                      <a:pt x="271473" y="485901"/>
                      <a:pt x="277459" y="486654"/>
                    </a:cubicBezTo>
                    <a:cubicBezTo>
                      <a:pt x="283445" y="487408"/>
                      <a:pt x="288614" y="488538"/>
                      <a:pt x="292967" y="490045"/>
                    </a:cubicBezTo>
                    <a:cubicBezTo>
                      <a:pt x="298911" y="491719"/>
                      <a:pt x="304353" y="494147"/>
                      <a:pt x="309292" y="497328"/>
                    </a:cubicBezTo>
                    <a:cubicBezTo>
                      <a:pt x="314231" y="500509"/>
                      <a:pt x="318501" y="504465"/>
                      <a:pt x="322101" y="509195"/>
                    </a:cubicBezTo>
                    <a:cubicBezTo>
                      <a:pt x="325700" y="513925"/>
                      <a:pt x="328505" y="519450"/>
                      <a:pt x="330514" y="525770"/>
                    </a:cubicBezTo>
                    <a:cubicBezTo>
                      <a:pt x="332523" y="532091"/>
                      <a:pt x="333528" y="539186"/>
                      <a:pt x="333528" y="547055"/>
                    </a:cubicBezTo>
                    <a:cubicBezTo>
                      <a:pt x="333528" y="562040"/>
                      <a:pt x="331226" y="575728"/>
                      <a:pt x="326621" y="588118"/>
                    </a:cubicBezTo>
                    <a:cubicBezTo>
                      <a:pt x="322017" y="600508"/>
                      <a:pt x="315278" y="611161"/>
                      <a:pt x="306404" y="620076"/>
                    </a:cubicBezTo>
                    <a:cubicBezTo>
                      <a:pt x="297530" y="628992"/>
                      <a:pt x="286605" y="635940"/>
                      <a:pt x="273629" y="640922"/>
                    </a:cubicBezTo>
                    <a:cubicBezTo>
                      <a:pt x="260653" y="645903"/>
                      <a:pt x="245752" y="648393"/>
                      <a:pt x="228925" y="648393"/>
                    </a:cubicBezTo>
                    <a:lnTo>
                      <a:pt x="175556" y="648393"/>
                    </a:lnTo>
                    <a:lnTo>
                      <a:pt x="176937" y="640733"/>
                    </a:lnTo>
                    <a:cubicBezTo>
                      <a:pt x="179533" y="640315"/>
                      <a:pt x="181646" y="639833"/>
                      <a:pt x="183279" y="639289"/>
                    </a:cubicBezTo>
                    <a:cubicBezTo>
                      <a:pt x="184911" y="638745"/>
                      <a:pt x="186376" y="637573"/>
                      <a:pt x="187674" y="635773"/>
                    </a:cubicBezTo>
                    <a:cubicBezTo>
                      <a:pt x="188971" y="633973"/>
                      <a:pt x="190164" y="631273"/>
                      <a:pt x="191253" y="627673"/>
                    </a:cubicBezTo>
                    <a:cubicBezTo>
                      <a:pt x="192341" y="624074"/>
                      <a:pt x="193597" y="618967"/>
                      <a:pt x="195020" y="612353"/>
                    </a:cubicBezTo>
                    <a:lnTo>
                      <a:pt x="215614" y="520810"/>
                    </a:lnTo>
                    <a:cubicBezTo>
                      <a:pt x="216451" y="517127"/>
                      <a:pt x="217079" y="513862"/>
                      <a:pt x="217498" y="511015"/>
                    </a:cubicBezTo>
                    <a:cubicBezTo>
                      <a:pt x="217916" y="508169"/>
                      <a:pt x="218126" y="505741"/>
                      <a:pt x="218126" y="503732"/>
                    </a:cubicBezTo>
                    <a:cubicBezTo>
                      <a:pt x="218126" y="500049"/>
                      <a:pt x="217163" y="497433"/>
                      <a:pt x="215237" y="495884"/>
                    </a:cubicBezTo>
                    <a:cubicBezTo>
                      <a:pt x="213312" y="494335"/>
                      <a:pt x="209796" y="493519"/>
                      <a:pt x="204689" y="493435"/>
                    </a:cubicBezTo>
                    <a:close/>
                    <a:moveTo>
                      <a:pt x="3880939" y="477520"/>
                    </a:moveTo>
                    <a:lnTo>
                      <a:pt x="3869377" y="530521"/>
                    </a:lnTo>
                    <a:cubicBezTo>
                      <a:pt x="3871901" y="530862"/>
                      <a:pt x="3877256" y="531033"/>
                      <a:pt x="3885441" y="531033"/>
                    </a:cubicBezTo>
                    <a:cubicBezTo>
                      <a:pt x="3895400" y="531033"/>
                      <a:pt x="3903006" y="530368"/>
                      <a:pt x="3908258" y="529038"/>
                    </a:cubicBezTo>
                    <a:cubicBezTo>
                      <a:pt x="3913511" y="527707"/>
                      <a:pt x="3917910" y="525644"/>
                      <a:pt x="3921458" y="522847"/>
                    </a:cubicBezTo>
                    <a:cubicBezTo>
                      <a:pt x="3925005" y="520051"/>
                      <a:pt x="3927614" y="516657"/>
                      <a:pt x="3929285" y="512667"/>
                    </a:cubicBezTo>
                    <a:cubicBezTo>
                      <a:pt x="3930956" y="508676"/>
                      <a:pt x="3931792" y="503714"/>
                      <a:pt x="3931792" y="497779"/>
                    </a:cubicBezTo>
                    <a:cubicBezTo>
                      <a:pt x="3931792" y="493209"/>
                      <a:pt x="3930786" y="489440"/>
                      <a:pt x="3928773" y="486473"/>
                    </a:cubicBezTo>
                    <a:cubicBezTo>
                      <a:pt x="3926761" y="483506"/>
                      <a:pt x="3923743" y="481272"/>
                      <a:pt x="3919718" y="479771"/>
                    </a:cubicBezTo>
                    <a:cubicBezTo>
                      <a:pt x="3915694" y="478270"/>
                      <a:pt x="3909759" y="477520"/>
                      <a:pt x="3901915" y="477520"/>
                    </a:cubicBezTo>
                    <a:close/>
                    <a:moveTo>
                      <a:pt x="1481718" y="467418"/>
                    </a:moveTo>
                    <a:lnTo>
                      <a:pt x="2443743" y="467418"/>
                    </a:lnTo>
                    <a:lnTo>
                      <a:pt x="3405768" y="467418"/>
                    </a:lnTo>
                    <a:lnTo>
                      <a:pt x="3405768" y="486468"/>
                    </a:lnTo>
                    <a:lnTo>
                      <a:pt x="2443743" y="486468"/>
                    </a:lnTo>
                    <a:lnTo>
                      <a:pt x="1481718" y="486468"/>
                    </a:lnTo>
                    <a:close/>
                    <a:moveTo>
                      <a:pt x="497708" y="424374"/>
                    </a:moveTo>
                    <a:lnTo>
                      <a:pt x="709714" y="424374"/>
                    </a:lnTo>
                    <a:lnTo>
                      <a:pt x="709714" y="447261"/>
                    </a:lnTo>
                    <a:lnTo>
                      <a:pt x="497708" y="447261"/>
                    </a:lnTo>
                    <a:close/>
                    <a:moveTo>
                      <a:pt x="3583092" y="418351"/>
                    </a:moveTo>
                    <a:cubicBezTo>
                      <a:pt x="3571505" y="418351"/>
                      <a:pt x="3560349" y="424202"/>
                      <a:pt x="3549622" y="435904"/>
                    </a:cubicBezTo>
                    <a:cubicBezTo>
                      <a:pt x="3538896" y="447605"/>
                      <a:pt x="3530664" y="463437"/>
                      <a:pt x="3524928" y="483399"/>
                    </a:cubicBezTo>
                    <a:cubicBezTo>
                      <a:pt x="3541104" y="483284"/>
                      <a:pt x="3554985" y="481821"/>
                      <a:pt x="3566572" y="479010"/>
                    </a:cubicBezTo>
                    <a:cubicBezTo>
                      <a:pt x="3578159" y="476200"/>
                      <a:pt x="3587050" y="471726"/>
                      <a:pt x="3593245" y="465588"/>
                    </a:cubicBezTo>
                    <a:cubicBezTo>
                      <a:pt x="3599440" y="459450"/>
                      <a:pt x="3602538" y="451162"/>
                      <a:pt x="3602538" y="440722"/>
                    </a:cubicBezTo>
                    <a:cubicBezTo>
                      <a:pt x="3602538" y="433724"/>
                      <a:pt x="3600903" y="428246"/>
                      <a:pt x="3597633" y="424288"/>
                    </a:cubicBezTo>
                    <a:cubicBezTo>
                      <a:pt x="3594364" y="420330"/>
                      <a:pt x="3589517" y="418351"/>
                      <a:pt x="3583092" y="418351"/>
                    </a:cubicBezTo>
                    <a:close/>
                    <a:moveTo>
                      <a:pt x="1173267" y="418351"/>
                    </a:moveTo>
                    <a:cubicBezTo>
                      <a:pt x="1161680" y="418351"/>
                      <a:pt x="1150524" y="424202"/>
                      <a:pt x="1139797" y="435904"/>
                    </a:cubicBezTo>
                    <a:cubicBezTo>
                      <a:pt x="1129071" y="447605"/>
                      <a:pt x="1120839" y="463437"/>
                      <a:pt x="1115103" y="483399"/>
                    </a:cubicBezTo>
                    <a:cubicBezTo>
                      <a:pt x="1131279" y="483284"/>
                      <a:pt x="1145160" y="481821"/>
                      <a:pt x="1156747" y="479010"/>
                    </a:cubicBezTo>
                    <a:cubicBezTo>
                      <a:pt x="1168334" y="476200"/>
                      <a:pt x="1177225" y="471726"/>
                      <a:pt x="1183420" y="465588"/>
                    </a:cubicBezTo>
                    <a:cubicBezTo>
                      <a:pt x="1189615" y="459450"/>
                      <a:pt x="1192713" y="451162"/>
                      <a:pt x="1192713" y="440722"/>
                    </a:cubicBezTo>
                    <a:cubicBezTo>
                      <a:pt x="1192713" y="433724"/>
                      <a:pt x="1191078" y="428246"/>
                      <a:pt x="1187808" y="424288"/>
                    </a:cubicBezTo>
                    <a:cubicBezTo>
                      <a:pt x="1184539" y="420330"/>
                      <a:pt x="1179692" y="418351"/>
                      <a:pt x="1173267" y="418351"/>
                    </a:cubicBezTo>
                    <a:close/>
                    <a:moveTo>
                      <a:pt x="3915011" y="416333"/>
                    </a:moveTo>
                    <a:cubicBezTo>
                      <a:pt x="3907508" y="416333"/>
                      <a:pt x="3900721" y="416640"/>
                      <a:pt x="3894650" y="417254"/>
                    </a:cubicBezTo>
                    <a:lnTo>
                      <a:pt x="3883804" y="464935"/>
                    </a:lnTo>
                    <a:lnTo>
                      <a:pt x="3902426" y="464935"/>
                    </a:lnTo>
                    <a:cubicBezTo>
                      <a:pt x="3914159" y="464935"/>
                      <a:pt x="3922771" y="463724"/>
                      <a:pt x="3928262" y="461302"/>
                    </a:cubicBezTo>
                    <a:cubicBezTo>
                      <a:pt x="3933753" y="458881"/>
                      <a:pt x="3937931" y="455453"/>
                      <a:pt x="3940796" y="451019"/>
                    </a:cubicBezTo>
                    <a:cubicBezTo>
                      <a:pt x="3943661" y="446585"/>
                      <a:pt x="3945093" y="441401"/>
                      <a:pt x="3945093" y="435467"/>
                    </a:cubicBezTo>
                    <a:cubicBezTo>
                      <a:pt x="3945093" y="431033"/>
                      <a:pt x="3944002" y="427417"/>
                      <a:pt x="3941819" y="424621"/>
                    </a:cubicBezTo>
                    <a:cubicBezTo>
                      <a:pt x="3939636" y="421824"/>
                      <a:pt x="3936465" y="419744"/>
                      <a:pt x="3932303" y="418379"/>
                    </a:cubicBezTo>
                    <a:cubicBezTo>
                      <a:pt x="3928142" y="417015"/>
                      <a:pt x="3922378" y="416333"/>
                      <a:pt x="3915011" y="416333"/>
                    </a:cubicBezTo>
                    <a:close/>
                    <a:moveTo>
                      <a:pt x="3589287" y="404757"/>
                    </a:moveTo>
                    <a:cubicBezTo>
                      <a:pt x="3603169" y="404757"/>
                      <a:pt x="3613580" y="407568"/>
                      <a:pt x="3620520" y="413189"/>
                    </a:cubicBezTo>
                    <a:cubicBezTo>
                      <a:pt x="3627461" y="418810"/>
                      <a:pt x="3630931" y="427586"/>
                      <a:pt x="3630931" y="439518"/>
                    </a:cubicBezTo>
                    <a:cubicBezTo>
                      <a:pt x="3630931" y="459020"/>
                      <a:pt x="3621782" y="473647"/>
                      <a:pt x="3603484" y="483399"/>
                    </a:cubicBezTo>
                    <a:cubicBezTo>
                      <a:pt x="3585186" y="493150"/>
                      <a:pt x="3558025" y="498026"/>
                      <a:pt x="3522003" y="498026"/>
                    </a:cubicBezTo>
                    <a:cubicBezTo>
                      <a:pt x="3520626" y="504909"/>
                      <a:pt x="3519938" y="512366"/>
                      <a:pt x="3519938" y="520396"/>
                    </a:cubicBezTo>
                    <a:cubicBezTo>
                      <a:pt x="3519938" y="532442"/>
                      <a:pt x="3522290" y="541190"/>
                      <a:pt x="3526993" y="546639"/>
                    </a:cubicBezTo>
                    <a:cubicBezTo>
                      <a:pt x="3531697" y="552088"/>
                      <a:pt x="3539383" y="554813"/>
                      <a:pt x="3550052" y="554813"/>
                    </a:cubicBezTo>
                    <a:cubicBezTo>
                      <a:pt x="3560607" y="554813"/>
                      <a:pt x="3570157" y="552518"/>
                      <a:pt x="3578704" y="547930"/>
                    </a:cubicBezTo>
                    <a:cubicBezTo>
                      <a:pt x="3587251" y="543341"/>
                      <a:pt x="3596285" y="536285"/>
                      <a:pt x="3605807" y="526763"/>
                    </a:cubicBezTo>
                    <a:lnTo>
                      <a:pt x="3616476" y="537949"/>
                    </a:lnTo>
                    <a:cubicBezTo>
                      <a:pt x="3605348" y="550224"/>
                      <a:pt x="3594077" y="559459"/>
                      <a:pt x="3582662" y="565654"/>
                    </a:cubicBezTo>
                    <a:cubicBezTo>
                      <a:pt x="3571247" y="571849"/>
                      <a:pt x="3557968" y="574946"/>
                      <a:pt x="3542825" y="574946"/>
                    </a:cubicBezTo>
                    <a:cubicBezTo>
                      <a:pt x="3526190" y="574946"/>
                      <a:pt x="3513313" y="569870"/>
                      <a:pt x="3504192" y="559717"/>
                    </a:cubicBezTo>
                    <a:cubicBezTo>
                      <a:pt x="3495072" y="549564"/>
                      <a:pt x="3490512" y="535425"/>
                      <a:pt x="3490512" y="517299"/>
                    </a:cubicBezTo>
                    <a:cubicBezTo>
                      <a:pt x="3490512" y="505024"/>
                      <a:pt x="3492720" y="491859"/>
                      <a:pt x="3497137" y="477806"/>
                    </a:cubicBezTo>
                    <a:cubicBezTo>
                      <a:pt x="3501554" y="463752"/>
                      <a:pt x="3508236" y="451133"/>
                      <a:pt x="3517185" y="439948"/>
                    </a:cubicBezTo>
                    <a:cubicBezTo>
                      <a:pt x="3526133" y="428762"/>
                      <a:pt x="3536859" y="420101"/>
                      <a:pt x="3549364" y="413963"/>
                    </a:cubicBezTo>
                    <a:cubicBezTo>
                      <a:pt x="3561869" y="407826"/>
                      <a:pt x="3575176" y="404757"/>
                      <a:pt x="3589287" y="404757"/>
                    </a:cubicBezTo>
                    <a:close/>
                    <a:moveTo>
                      <a:pt x="1179462" y="404757"/>
                    </a:moveTo>
                    <a:cubicBezTo>
                      <a:pt x="1193343" y="404757"/>
                      <a:pt x="1203754" y="407568"/>
                      <a:pt x="1210695" y="413189"/>
                    </a:cubicBezTo>
                    <a:cubicBezTo>
                      <a:pt x="1217636" y="418810"/>
                      <a:pt x="1221106" y="427586"/>
                      <a:pt x="1221106" y="439518"/>
                    </a:cubicBezTo>
                    <a:cubicBezTo>
                      <a:pt x="1221106" y="459020"/>
                      <a:pt x="1211957" y="473647"/>
                      <a:pt x="1193659" y="483399"/>
                    </a:cubicBezTo>
                    <a:cubicBezTo>
                      <a:pt x="1175361" y="493150"/>
                      <a:pt x="1148201" y="498026"/>
                      <a:pt x="1112178" y="498026"/>
                    </a:cubicBezTo>
                    <a:cubicBezTo>
                      <a:pt x="1110801" y="504909"/>
                      <a:pt x="1110113" y="512366"/>
                      <a:pt x="1110113" y="520396"/>
                    </a:cubicBezTo>
                    <a:cubicBezTo>
                      <a:pt x="1110113" y="532442"/>
                      <a:pt x="1112465" y="541190"/>
                      <a:pt x="1117168" y="546639"/>
                    </a:cubicBezTo>
                    <a:cubicBezTo>
                      <a:pt x="1121872" y="552088"/>
                      <a:pt x="1129558" y="554813"/>
                      <a:pt x="1140227" y="554813"/>
                    </a:cubicBezTo>
                    <a:cubicBezTo>
                      <a:pt x="1150782" y="554813"/>
                      <a:pt x="1160332" y="552518"/>
                      <a:pt x="1168879" y="547930"/>
                    </a:cubicBezTo>
                    <a:cubicBezTo>
                      <a:pt x="1177426" y="543341"/>
                      <a:pt x="1186460" y="536285"/>
                      <a:pt x="1195982" y="526763"/>
                    </a:cubicBezTo>
                    <a:lnTo>
                      <a:pt x="1206651" y="537949"/>
                    </a:lnTo>
                    <a:cubicBezTo>
                      <a:pt x="1195523" y="550224"/>
                      <a:pt x="1184252" y="559459"/>
                      <a:pt x="1172837" y="565654"/>
                    </a:cubicBezTo>
                    <a:cubicBezTo>
                      <a:pt x="1161422" y="571849"/>
                      <a:pt x="1148143" y="574946"/>
                      <a:pt x="1133000" y="574946"/>
                    </a:cubicBezTo>
                    <a:cubicBezTo>
                      <a:pt x="1116365" y="574946"/>
                      <a:pt x="1103488" y="569870"/>
                      <a:pt x="1094367" y="559717"/>
                    </a:cubicBezTo>
                    <a:cubicBezTo>
                      <a:pt x="1085247" y="549564"/>
                      <a:pt x="1080687" y="535425"/>
                      <a:pt x="1080687" y="517299"/>
                    </a:cubicBezTo>
                    <a:cubicBezTo>
                      <a:pt x="1080687" y="505024"/>
                      <a:pt x="1082895" y="491859"/>
                      <a:pt x="1087312" y="477806"/>
                    </a:cubicBezTo>
                    <a:cubicBezTo>
                      <a:pt x="1091729" y="463752"/>
                      <a:pt x="1098411" y="451133"/>
                      <a:pt x="1107360" y="439948"/>
                    </a:cubicBezTo>
                    <a:cubicBezTo>
                      <a:pt x="1116308" y="428762"/>
                      <a:pt x="1127034" y="420101"/>
                      <a:pt x="1139539" y="413963"/>
                    </a:cubicBezTo>
                    <a:cubicBezTo>
                      <a:pt x="1152044" y="407826"/>
                      <a:pt x="1165351" y="404757"/>
                      <a:pt x="1179462" y="404757"/>
                    </a:cubicBezTo>
                    <a:close/>
                    <a:moveTo>
                      <a:pt x="3858634" y="403952"/>
                    </a:moveTo>
                    <a:lnTo>
                      <a:pt x="3919718" y="403952"/>
                    </a:lnTo>
                    <a:cubicBezTo>
                      <a:pt x="3928586" y="403952"/>
                      <a:pt x="3936140" y="404651"/>
                      <a:pt x="3942382" y="406050"/>
                    </a:cubicBezTo>
                    <a:cubicBezTo>
                      <a:pt x="3948623" y="407448"/>
                      <a:pt x="3953671" y="409512"/>
                      <a:pt x="3957525" y="412240"/>
                    </a:cubicBezTo>
                    <a:cubicBezTo>
                      <a:pt x="3961379" y="414969"/>
                      <a:pt x="3964210" y="418072"/>
                      <a:pt x="3966018" y="421551"/>
                    </a:cubicBezTo>
                    <a:cubicBezTo>
                      <a:pt x="3967825" y="425030"/>
                      <a:pt x="3968729" y="429225"/>
                      <a:pt x="3968729" y="434136"/>
                    </a:cubicBezTo>
                    <a:cubicBezTo>
                      <a:pt x="3968729" y="443004"/>
                      <a:pt x="3966035" y="450405"/>
                      <a:pt x="3960646" y="456340"/>
                    </a:cubicBezTo>
                    <a:cubicBezTo>
                      <a:pt x="3955257" y="462274"/>
                      <a:pt x="3946969" y="467152"/>
                      <a:pt x="3935782" y="470971"/>
                    </a:cubicBezTo>
                    <a:lnTo>
                      <a:pt x="3935782" y="472609"/>
                    </a:lnTo>
                    <a:cubicBezTo>
                      <a:pt x="3949357" y="477997"/>
                      <a:pt x="3956144" y="487172"/>
                      <a:pt x="3956144" y="500132"/>
                    </a:cubicBezTo>
                    <a:cubicBezTo>
                      <a:pt x="3956144" y="514253"/>
                      <a:pt x="3950329" y="525030"/>
                      <a:pt x="3938698" y="532465"/>
                    </a:cubicBezTo>
                    <a:cubicBezTo>
                      <a:pt x="3927068" y="539901"/>
                      <a:pt x="3909827" y="543618"/>
                      <a:pt x="3886976" y="543618"/>
                    </a:cubicBezTo>
                    <a:lnTo>
                      <a:pt x="3832542" y="543618"/>
                    </a:lnTo>
                    <a:lnTo>
                      <a:pt x="3834282" y="536047"/>
                    </a:lnTo>
                    <a:cubicBezTo>
                      <a:pt x="3837829" y="535501"/>
                      <a:pt x="3840387" y="534614"/>
                      <a:pt x="3841955" y="533386"/>
                    </a:cubicBezTo>
                    <a:cubicBezTo>
                      <a:pt x="3843524" y="532158"/>
                      <a:pt x="3844872" y="530163"/>
                      <a:pt x="3845997" y="527401"/>
                    </a:cubicBezTo>
                    <a:cubicBezTo>
                      <a:pt x="3847123" y="524638"/>
                      <a:pt x="3848538" y="519573"/>
                      <a:pt x="3850243" y="512206"/>
                    </a:cubicBezTo>
                    <a:lnTo>
                      <a:pt x="3867535" y="434034"/>
                    </a:lnTo>
                    <a:cubicBezTo>
                      <a:pt x="3868831" y="427963"/>
                      <a:pt x="3869479" y="423427"/>
                      <a:pt x="3869479" y="420426"/>
                    </a:cubicBezTo>
                    <a:cubicBezTo>
                      <a:pt x="3869479" y="418311"/>
                      <a:pt x="3869155" y="416657"/>
                      <a:pt x="3868507" y="415463"/>
                    </a:cubicBezTo>
                    <a:cubicBezTo>
                      <a:pt x="3867859" y="414269"/>
                      <a:pt x="3866614" y="413332"/>
                      <a:pt x="3864773" y="412649"/>
                    </a:cubicBezTo>
                    <a:cubicBezTo>
                      <a:pt x="3862931" y="411967"/>
                      <a:pt x="3860305" y="411592"/>
                      <a:pt x="3856894" y="411524"/>
                    </a:cubicBezTo>
                    <a:close/>
                    <a:moveTo>
                      <a:pt x="978051" y="370857"/>
                    </a:moveTo>
                    <a:lnTo>
                      <a:pt x="916790" y="479269"/>
                    </a:lnTo>
                    <a:lnTo>
                      <a:pt x="984074" y="479269"/>
                    </a:lnTo>
                    <a:lnTo>
                      <a:pt x="981149" y="423858"/>
                    </a:lnTo>
                    <a:cubicBezTo>
                      <a:pt x="980805" y="416286"/>
                      <a:pt x="980518" y="406822"/>
                      <a:pt x="980288" y="395464"/>
                    </a:cubicBezTo>
                    <a:cubicBezTo>
                      <a:pt x="980059" y="384107"/>
                      <a:pt x="979944" y="375904"/>
                      <a:pt x="979944" y="370857"/>
                    </a:cubicBezTo>
                    <a:close/>
                    <a:moveTo>
                      <a:pt x="979084" y="334547"/>
                    </a:moveTo>
                    <a:lnTo>
                      <a:pt x="1005068" y="334547"/>
                    </a:lnTo>
                    <a:lnTo>
                      <a:pt x="1017458" y="526419"/>
                    </a:lnTo>
                    <a:cubicBezTo>
                      <a:pt x="1018032" y="535482"/>
                      <a:pt x="1019064" y="542566"/>
                      <a:pt x="1020556" y="547671"/>
                    </a:cubicBezTo>
                    <a:cubicBezTo>
                      <a:pt x="1022047" y="552776"/>
                      <a:pt x="1024083" y="556562"/>
                      <a:pt x="1026665" y="559029"/>
                    </a:cubicBezTo>
                    <a:cubicBezTo>
                      <a:pt x="1029246" y="561495"/>
                      <a:pt x="1033003" y="563073"/>
                      <a:pt x="1037936" y="563761"/>
                    </a:cubicBezTo>
                    <a:lnTo>
                      <a:pt x="1036043" y="572193"/>
                    </a:lnTo>
                    <a:lnTo>
                      <a:pt x="964457" y="572193"/>
                    </a:lnTo>
                    <a:lnTo>
                      <a:pt x="966350" y="563761"/>
                    </a:lnTo>
                    <a:cubicBezTo>
                      <a:pt x="973118" y="563188"/>
                      <a:pt x="978166" y="560549"/>
                      <a:pt x="981493" y="555845"/>
                    </a:cubicBezTo>
                    <a:cubicBezTo>
                      <a:pt x="984820" y="551142"/>
                      <a:pt x="986483" y="542882"/>
                      <a:pt x="986483" y="531065"/>
                    </a:cubicBezTo>
                    <a:cubicBezTo>
                      <a:pt x="986483" y="526591"/>
                      <a:pt x="986311" y="521716"/>
                      <a:pt x="985967" y="516438"/>
                    </a:cubicBezTo>
                    <a:lnTo>
                      <a:pt x="984762" y="494240"/>
                    </a:lnTo>
                    <a:lnTo>
                      <a:pt x="909046" y="494240"/>
                    </a:lnTo>
                    <a:lnTo>
                      <a:pt x="899582" y="511104"/>
                    </a:lnTo>
                    <a:cubicBezTo>
                      <a:pt x="895107" y="519020"/>
                      <a:pt x="891838" y="525817"/>
                      <a:pt x="889773" y="531496"/>
                    </a:cubicBezTo>
                    <a:cubicBezTo>
                      <a:pt x="887708" y="537174"/>
                      <a:pt x="886675" y="542193"/>
                      <a:pt x="886675" y="546553"/>
                    </a:cubicBezTo>
                    <a:cubicBezTo>
                      <a:pt x="886675" y="556189"/>
                      <a:pt x="892469" y="561926"/>
                      <a:pt x="904056" y="563761"/>
                    </a:cubicBezTo>
                    <a:lnTo>
                      <a:pt x="902163" y="572193"/>
                    </a:lnTo>
                    <a:lnTo>
                      <a:pt x="831781" y="572193"/>
                    </a:lnTo>
                    <a:lnTo>
                      <a:pt x="833674" y="563761"/>
                    </a:lnTo>
                    <a:cubicBezTo>
                      <a:pt x="837230" y="563302"/>
                      <a:pt x="840586" y="561897"/>
                      <a:pt x="843741" y="559545"/>
                    </a:cubicBezTo>
                    <a:cubicBezTo>
                      <a:pt x="846896" y="557193"/>
                      <a:pt x="850251" y="553637"/>
                      <a:pt x="853808" y="548876"/>
                    </a:cubicBezTo>
                    <a:cubicBezTo>
                      <a:pt x="857364" y="544115"/>
                      <a:pt x="862354" y="536228"/>
                      <a:pt x="868779" y="525215"/>
                    </a:cubicBezTo>
                    <a:close/>
                    <a:moveTo>
                      <a:pt x="123210" y="334547"/>
                    </a:moveTo>
                    <a:cubicBezTo>
                      <a:pt x="133650" y="334547"/>
                      <a:pt x="143315" y="335178"/>
                      <a:pt x="152206" y="336440"/>
                    </a:cubicBezTo>
                    <a:cubicBezTo>
                      <a:pt x="161097" y="337702"/>
                      <a:pt x="170992" y="339996"/>
                      <a:pt x="181891" y="343323"/>
                    </a:cubicBezTo>
                    <a:lnTo>
                      <a:pt x="171566" y="389958"/>
                    </a:lnTo>
                    <a:lnTo>
                      <a:pt x="155046" y="389958"/>
                    </a:lnTo>
                    <a:cubicBezTo>
                      <a:pt x="154128" y="375847"/>
                      <a:pt x="151059" y="365665"/>
                      <a:pt x="145839" y="359413"/>
                    </a:cubicBezTo>
                    <a:cubicBezTo>
                      <a:pt x="140619" y="353161"/>
                      <a:pt x="132216" y="350035"/>
                      <a:pt x="120629" y="350035"/>
                    </a:cubicBezTo>
                    <a:cubicBezTo>
                      <a:pt x="104798" y="350035"/>
                      <a:pt x="90084" y="357950"/>
                      <a:pt x="76490" y="373782"/>
                    </a:cubicBezTo>
                    <a:cubicBezTo>
                      <a:pt x="62895" y="389614"/>
                      <a:pt x="52140" y="410522"/>
                      <a:pt x="44224" y="436506"/>
                    </a:cubicBezTo>
                    <a:cubicBezTo>
                      <a:pt x="36309" y="462491"/>
                      <a:pt x="32352" y="486611"/>
                      <a:pt x="32352" y="508867"/>
                    </a:cubicBezTo>
                    <a:cubicBezTo>
                      <a:pt x="32352" y="526304"/>
                      <a:pt x="35449" y="539153"/>
                      <a:pt x="41643" y="547413"/>
                    </a:cubicBezTo>
                    <a:cubicBezTo>
                      <a:pt x="47838" y="555673"/>
                      <a:pt x="57360" y="559803"/>
                      <a:pt x="70209" y="559803"/>
                    </a:cubicBezTo>
                    <a:cubicBezTo>
                      <a:pt x="78813" y="559803"/>
                      <a:pt x="86327" y="558513"/>
                      <a:pt x="92752" y="555931"/>
                    </a:cubicBezTo>
                    <a:cubicBezTo>
                      <a:pt x="99176" y="553350"/>
                      <a:pt x="105199" y="548991"/>
                      <a:pt x="110820" y="542853"/>
                    </a:cubicBezTo>
                    <a:cubicBezTo>
                      <a:pt x="116442" y="536715"/>
                      <a:pt x="122006" y="528140"/>
                      <a:pt x="127512" y="517127"/>
                    </a:cubicBezTo>
                    <a:lnTo>
                      <a:pt x="144032" y="517127"/>
                    </a:lnTo>
                    <a:lnTo>
                      <a:pt x="133535" y="565998"/>
                    </a:lnTo>
                    <a:cubicBezTo>
                      <a:pt x="112082" y="571964"/>
                      <a:pt x="89597" y="574946"/>
                      <a:pt x="66079" y="574946"/>
                    </a:cubicBezTo>
                    <a:cubicBezTo>
                      <a:pt x="44511" y="574946"/>
                      <a:pt x="28107" y="568752"/>
                      <a:pt x="16864" y="556362"/>
                    </a:cubicBezTo>
                    <a:cubicBezTo>
                      <a:pt x="5621" y="543972"/>
                      <a:pt x="0" y="525846"/>
                      <a:pt x="0" y="501983"/>
                    </a:cubicBezTo>
                    <a:cubicBezTo>
                      <a:pt x="0" y="485119"/>
                      <a:pt x="3011" y="465674"/>
                      <a:pt x="9034" y="443647"/>
                    </a:cubicBezTo>
                    <a:cubicBezTo>
                      <a:pt x="15057" y="421621"/>
                      <a:pt x="23575" y="402290"/>
                      <a:pt x="34588" y="385656"/>
                    </a:cubicBezTo>
                    <a:cubicBezTo>
                      <a:pt x="45601" y="369021"/>
                      <a:pt x="58622" y="356344"/>
                      <a:pt x="73651" y="347625"/>
                    </a:cubicBezTo>
                    <a:cubicBezTo>
                      <a:pt x="88679" y="338907"/>
                      <a:pt x="105199" y="334547"/>
                      <a:pt x="123210" y="334547"/>
                    </a:cubicBezTo>
                    <a:close/>
                    <a:moveTo>
                      <a:pt x="4014024" y="323599"/>
                    </a:moveTo>
                    <a:lnTo>
                      <a:pt x="4151025" y="323599"/>
                    </a:lnTo>
                    <a:lnTo>
                      <a:pt x="4140854" y="367927"/>
                    </a:lnTo>
                    <a:lnTo>
                      <a:pt x="4127668" y="367927"/>
                    </a:lnTo>
                    <a:lnTo>
                      <a:pt x="4127668" y="360769"/>
                    </a:lnTo>
                    <a:cubicBezTo>
                      <a:pt x="4127668" y="359429"/>
                      <a:pt x="4127606" y="357902"/>
                      <a:pt x="4127480" y="356185"/>
                    </a:cubicBezTo>
                    <a:cubicBezTo>
                      <a:pt x="4127354" y="354469"/>
                      <a:pt x="4127166" y="352753"/>
                      <a:pt x="4126915" y="351037"/>
                    </a:cubicBezTo>
                    <a:cubicBezTo>
                      <a:pt x="4126664" y="349321"/>
                      <a:pt x="4126371" y="347730"/>
                      <a:pt x="4126036" y="346265"/>
                    </a:cubicBezTo>
                    <a:cubicBezTo>
                      <a:pt x="4125701" y="344800"/>
                      <a:pt x="4125324" y="343607"/>
                      <a:pt x="4124906" y="342686"/>
                    </a:cubicBezTo>
                    <a:cubicBezTo>
                      <a:pt x="4124320" y="341514"/>
                      <a:pt x="4123713" y="340551"/>
                      <a:pt x="4123085" y="339798"/>
                    </a:cubicBezTo>
                    <a:cubicBezTo>
                      <a:pt x="4122457" y="339045"/>
                      <a:pt x="4121662" y="338459"/>
                      <a:pt x="4120699" y="338040"/>
                    </a:cubicBezTo>
                    <a:cubicBezTo>
                      <a:pt x="4119736" y="337621"/>
                      <a:pt x="4118585" y="337328"/>
                      <a:pt x="4117246" y="337161"/>
                    </a:cubicBezTo>
                    <a:cubicBezTo>
                      <a:pt x="4115906" y="336994"/>
                      <a:pt x="4114190" y="336910"/>
                      <a:pt x="4112097" y="336910"/>
                    </a:cubicBezTo>
                    <a:lnTo>
                      <a:pt x="4091880" y="336910"/>
                    </a:lnTo>
                    <a:lnTo>
                      <a:pt x="4066012" y="451433"/>
                    </a:lnTo>
                    <a:cubicBezTo>
                      <a:pt x="4065091" y="455284"/>
                      <a:pt x="4064442" y="458570"/>
                      <a:pt x="4064065" y="461291"/>
                    </a:cubicBezTo>
                    <a:cubicBezTo>
                      <a:pt x="4063688" y="464011"/>
                      <a:pt x="4063500" y="466460"/>
                      <a:pt x="4063500" y="468637"/>
                    </a:cubicBezTo>
                    <a:cubicBezTo>
                      <a:pt x="4063584" y="470311"/>
                      <a:pt x="4063835" y="471755"/>
                      <a:pt x="4064254" y="472969"/>
                    </a:cubicBezTo>
                    <a:cubicBezTo>
                      <a:pt x="4064672" y="474183"/>
                      <a:pt x="4065426" y="475208"/>
                      <a:pt x="4066514" y="476046"/>
                    </a:cubicBezTo>
                    <a:cubicBezTo>
                      <a:pt x="4067602" y="476883"/>
                      <a:pt x="4069067" y="477511"/>
                      <a:pt x="4070909" y="477929"/>
                    </a:cubicBezTo>
                    <a:cubicBezTo>
                      <a:pt x="4072751" y="478348"/>
                      <a:pt x="4075137" y="478641"/>
                      <a:pt x="4078067" y="478808"/>
                    </a:cubicBezTo>
                    <a:lnTo>
                      <a:pt x="4076309" y="486468"/>
                    </a:lnTo>
                    <a:lnTo>
                      <a:pt x="4020805" y="486468"/>
                    </a:lnTo>
                    <a:lnTo>
                      <a:pt x="4022437" y="478808"/>
                    </a:lnTo>
                    <a:cubicBezTo>
                      <a:pt x="4024530" y="478306"/>
                      <a:pt x="4026330" y="477866"/>
                      <a:pt x="4027837" y="477490"/>
                    </a:cubicBezTo>
                    <a:cubicBezTo>
                      <a:pt x="4029344" y="477113"/>
                      <a:pt x="4030642" y="476611"/>
                      <a:pt x="4031730" y="475983"/>
                    </a:cubicBezTo>
                    <a:cubicBezTo>
                      <a:pt x="4032818" y="475355"/>
                      <a:pt x="4033760" y="474497"/>
                      <a:pt x="4034555" y="473408"/>
                    </a:cubicBezTo>
                    <a:cubicBezTo>
                      <a:pt x="4035351" y="472320"/>
                      <a:pt x="4036125" y="470834"/>
                      <a:pt x="4036878" y="468951"/>
                    </a:cubicBezTo>
                    <a:cubicBezTo>
                      <a:pt x="4037632" y="467067"/>
                      <a:pt x="4038385" y="464618"/>
                      <a:pt x="4039139" y="461605"/>
                    </a:cubicBezTo>
                    <a:cubicBezTo>
                      <a:pt x="4039892" y="458591"/>
                      <a:pt x="4040771" y="454865"/>
                      <a:pt x="4041776" y="450428"/>
                    </a:cubicBezTo>
                    <a:lnTo>
                      <a:pt x="4067142" y="336910"/>
                    </a:lnTo>
                    <a:lnTo>
                      <a:pt x="4049813" y="336910"/>
                    </a:lnTo>
                    <a:cubicBezTo>
                      <a:pt x="4047050" y="336910"/>
                      <a:pt x="4044706" y="336994"/>
                      <a:pt x="4042780" y="337161"/>
                    </a:cubicBezTo>
                    <a:cubicBezTo>
                      <a:pt x="4040855" y="337328"/>
                      <a:pt x="4039097" y="337768"/>
                      <a:pt x="4037506" y="338479"/>
                    </a:cubicBezTo>
                    <a:cubicBezTo>
                      <a:pt x="4035916" y="339191"/>
                      <a:pt x="4034430" y="340175"/>
                      <a:pt x="4033048" y="341430"/>
                    </a:cubicBezTo>
                    <a:cubicBezTo>
                      <a:pt x="4031667" y="342686"/>
                      <a:pt x="4030244" y="344402"/>
                      <a:pt x="4028779" y="346579"/>
                    </a:cubicBezTo>
                    <a:cubicBezTo>
                      <a:pt x="4027314" y="348756"/>
                      <a:pt x="4025723" y="351435"/>
                      <a:pt x="4024007" y="354616"/>
                    </a:cubicBezTo>
                    <a:cubicBezTo>
                      <a:pt x="4022291" y="357797"/>
                      <a:pt x="4020303" y="361606"/>
                      <a:pt x="4018042" y="366043"/>
                    </a:cubicBezTo>
                    <a:lnTo>
                      <a:pt x="4004606" y="366043"/>
                    </a:lnTo>
                    <a:close/>
                    <a:moveTo>
                      <a:pt x="3740278" y="315060"/>
                    </a:moveTo>
                    <a:lnTo>
                      <a:pt x="3749319" y="315060"/>
                    </a:lnTo>
                    <a:lnTo>
                      <a:pt x="3727218" y="412756"/>
                    </a:lnTo>
                    <a:lnTo>
                      <a:pt x="3730734" y="412756"/>
                    </a:lnTo>
                    <a:cubicBezTo>
                      <a:pt x="3733916" y="412756"/>
                      <a:pt x="3737348" y="412087"/>
                      <a:pt x="3741031" y="410747"/>
                    </a:cubicBezTo>
                    <a:cubicBezTo>
                      <a:pt x="3744715" y="409408"/>
                      <a:pt x="3748377" y="407671"/>
                      <a:pt x="3752019" y="405536"/>
                    </a:cubicBezTo>
                    <a:cubicBezTo>
                      <a:pt x="3755661" y="403401"/>
                      <a:pt x="3759156" y="400994"/>
                      <a:pt x="3762504" y="398315"/>
                    </a:cubicBezTo>
                    <a:cubicBezTo>
                      <a:pt x="3765853" y="395636"/>
                      <a:pt x="3768804" y="392937"/>
                      <a:pt x="3771357" y="390216"/>
                    </a:cubicBezTo>
                    <a:cubicBezTo>
                      <a:pt x="3773911" y="387495"/>
                      <a:pt x="3775941" y="384921"/>
                      <a:pt x="3777448" y="382493"/>
                    </a:cubicBezTo>
                    <a:cubicBezTo>
                      <a:pt x="3778955" y="380065"/>
                      <a:pt x="3779708" y="378014"/>
                      <a:pt x="3779708" y="376340"/>
                    </a:cubicBezTo>
                    <a:cubicBezTo>
                      <a:pt x="3779708" y="374331"/>
                      <a:pt x="3779038" y="372698"/>
                      <a:pt x="3777699" y="371443"/>
                    </a:cubicBezTo>
                    <a:cubicBezTo>
                      <a:pt x="3776359" y="370187"/>
                      <a:pt x="3773932" y="369350"/>
                      <a:pt x="3770416" y="368931"/>
                    </a:cubicBezTo>
                    <a:lnTo>
                      <a:pt x="3771923" y="360894"/>
                    </a:lnTo>
                    <a:lnTo>
                      <a:pt x="3817129" y="360894"/>
                    </a:lnTo>
                    <a:lnTo>
                      <a:pt x="3820268" y="368680"/>
                    </a:lnTo>
                    <a:cubicBezTo>
                      <a:pt x="3814994" y="373201"/>
                      <a:pt x="3809930" y="377386"/>
                      <a:pt x="3805074" y="381237"/>
                    </a:cubicBezTo>
                    <a:cubicBezTo>
                      <a:pt x="3800218" y="385088"/>
                      <a:pt x="3795468" y="388793"/>
                      <a:pt x="3790821" y="392351"/>
                    </a:cubicBezTo>
                    <a:cubicBezTo>
                      <a:pt x="3786175" y="395909"/>
                      <a:pt x="3781529" y="399404"/>
                      <a:pt x="3776883" y="402836"/>
                    </a:cubicBezTo>
                    <a:cubicBezTo>
                      <a:pt x="3772236" y="406268"/>
                      <a:pt x="3767486" y="409826"/>
                      <a:pt x="3762630" y="413510"/>
                    </a:cubicBezTo>
                    <a:cubicBezTo>
                      <a:pt x="3764639" y="419872"/>
                      <a:pt x="3766690" y="426339"/>
                      <a:pt x="3768783" y="432911"/>
                    </a:cubicBezTo>
                    <a:cubicBezTo>
                      <a:pt x="3770876" y="439483"/>
                      <a:pt x="3772969" y="445992"/>
                      <a:pt x="3775062" y="452438"/>
                    </a:cubicBezTo>
                    <a:cubicBezTo>
                      <a:pt x="3776066" y="455870"/>
                      <a:pt x="3777008" y="458821"/>
                      <a:pt x="3777887" y="461291"/>
                    </a:cubicBezTo>
                    <a:cubicBezTo>
                      <a:pt x="3778766" y="463760"/>
                      <a:pt x="3779708" y="465769"/>
                      <a:pt x="3780713" y="467318"/>
                    </a:cubicBezTo>
                    <a:cubicBezTo>
                      <a:pt x="3781717" y="468867"/>
                      <a:pt x="3782806" y="470018"/>
                      <a:pt x="3783978" y="470771"/>
                    </a:cubicBezTo>
                    <a:cubicBezTo>
                      <a:pt x="3785150" y="471525"/>
                      <a:pt x="3786573" y="471902"/>
                      <a:pt x="3788247" y="471902"/>
                    </a:cubicBezTo>
                    <a:cubicBezTo>
                      <a:pt x="3789419" y="471902"/>
                      <a:pt x="3790633" y="471692"/>
                      <a:pt x="3791889" y="471274"/>
                    </a:cubicBezTo>
                    <a:cubicBezTo>
                      <a:pt x="3793144" y="470855"/>
                      <a:pt x="3794547" y="470102"/>
                      <a:pt x="3796095" y="469013"/>
                    </a:cubicBezTo>
                    <a:cubicBezTo>
                      <a:pt x="3797644" y="467925"/>
                      <a:pt x="3799402" y="466439"/>
                      <a:pt x="3801370" y="464556"/>
                    </a:cubicBezTo>
                    <a:cubicBezTo>
                      <a:pt x="3803337" y="462672"/>
                      <a:pt x="3805576" y="460307"/>
                      <a:pt x="3808088" y="457461"/>
                    </a:cubicBezTo>
                    <a:lnTo>
                      <a:pt x="3816627" y="465623"/>
                    </a:lnTo>
                    <a:cubicBezTo>
                      <a:pt x="3812692" y="469641"/>
                      <a:pt x="3809030" y="473115"/>
                      <a:pt x="3805639" y="476046"/>
                    </a:cubicBezTo>
                    <a:cubicBezTo>
                      <a:pt x="3802249" y="478976"/>
                      <a:pt x="3799026" y="481382"/>
                      <a:pt x="3795970" y="483266"/>
                    </a:cubicBezTo>
                    <a:cubicBezTo>
                      <a:pt x="3792914" y="485150"/>
                      <a:pt x="3789963" y="486531"/>
                      <a:pt x="3787117" y="487410"/>
                    </a:cubicBezTo>
                    <a:cubicBezTo>
                      <a:pt x="3784271" y="488289"/>
                      <a:pt x="3781382" y="488728"/>
                      <a:pt x="3778452" y="488728"/>
                    </a:cubicBezTo>
                    <a:cubicBezTo>
                      <a:pt x="3773178" y="488728"/>
                      <a:pt x="3768930" y="487410"/>
                      <a:pt x="3765707" y="484773"/>
                    </a:cubicBezTo>
                    <a:cubicBezTo>
                      <a:pt x="3762484" y="482136"/>
                      <a:pt x="3759742" y="478369"/>
                      <a:pt x="3757482" y="473471"/>
                    </a:cubicBezTo>
                    <a:cubicBezTo>
                      <a:pt x="3755221" y="468574"/>
                      <a:pt x="3753149" y="462651"/>
                      <a:pt x="3751266" y="455703"/>
                    </a:cubicBezTo>
                    <a:cubicBezTo>
                      <a:pt x="3749382" y="448754"/>
                      <a:pt x="3747184" y="441010"/>
                      <a:pt x="3744673" y="432471"/>
                    </a:cubicBezTo>
                    <a:cubicBezTo>
                      <a:pt x="3744087" y="430462"/>
                      <a:pt x="3743522" y="428851"/>
                      <a:pt x="3742978" y="427637"/>
                    </a:cubicBezTo>
                    <a:cubicBezTo>
                      <a:pt x="3742434" y="426423"/>
                      <a:pt x="3741743" y="425502"/>
                      <a:pt x="3740906" y="424874"/>
                    </a:cubicBezTo>
                    <a:cubicBezTo>
                      <a:pt x="3740069" y="424246"/>
                      <a:pt x="3739022" y="423849"/>
                      <a:pt x="3737766" y="423681"/>
                    </a:cubicBezTo>
                    <a:cubicBezTo>
                      <a:pt x="3736511" y="423514"/>
                      <a:pt x="3734920" y="423430"/>
                      <a:pt x="3732995" y="423430"/>
                    </a:cubicBezTo>
                    <a:lnTo>
                      <a:pt x="3724958" y="423430"/>
                    </a:lnTo>
                    <a:lnTo>
                      <a:pt x="3711145" y="486468"/>
                    </a:lnTo>
                    <a:lnTo>
                      <a:pt x="3687035" y="486468"/>
                    </a:lnTo>
                    <a:lnTo>
                      <a:pt x="3717424" y="351602"/>
                    </a:lnTo>
                    <a:cubicBezTo>
                      <a:pt x="3718428" y="347165"/>
                      <a:pt x="3719140" y="343670"/>
                      <a:pt x="3719558" y="341117"/>
                    </a:cubicBezTo>
                    <a:cubicBezTo>
                      <a:pt x="3719977" y="338563"/>
                      <a:pt x="3720186" y="336282"/>
                      <a:pt x="3720186" y="334273"/>
                    </a:cubicBezTo>
                    <a:cubicBezTo>
                      <a:pt x="3720186" y="332682"/>
                      <a:pt x="3719914" y="331301"/>
                      <a:pt x="3719370" y="330129"/>
                    </a:cubicBezTo>
                    <a:cubicBezTo>
                      <a:pt x="3718826" y="328957"/>
                      <a:pt x="3717926" y="328015"/>
                      <a:pt x="3716670" y="327303"/>
                    </a:cubicBezTo>
                    <a:cubicBezTo>
                      <a:pt x="3715414" y="326592"/>
                      <a:pt x="3713740" y="326069"/>
                      <a:pt x="3711647" y="325734"/>
                    </a:cubicBezTo>
                    <a:cubicBezTo>
                      <a:pt x="3709554" y="325399"/>
                      <a:pt x="3706959" y="325190"/>
                      <a:pt x="3703862" y="325106"/>
                    </a:cubicBezTo>
                    <a:lnTo>
                      <a:pt x="3705745" y="316567"/>
                    </a:lnTo>
                    <a:close/>
                    <a:moveTo>
                      <a:pt x="1328086" y="276225"/>
                    </a:moveTo>
                    <a:cubicBezTo>
                      <a:pt x="1336792" y="276225"/>
                      <a:pt x="1344222" y="277209"/>
                      <a:pt x="1350375" y="279176"/>
                    </a:cubicBezTo>
                    <a:cubicBezTo>
                      <a:pt x="1356528" y="281143"/>
                      <a:pt x="1361530" y="283801"/>
                      <a:pt x="1365381" y="287150"/>
                    </a:cubicBezTo>
                    <a:cubicBezTo>
                      <a:pt x="1369232" y="290499"/>
                      <a:pt x="1372016" y="294517"/>
                      <a:pt x="1373732" y="299205"/>
                    </a:cubicBezTo>
                    <a:cubicBezTo>
                      <a:pt x="1375448" y="303893"/>
                      <a:pt x="1376306" y="308958"/>
                      <a:pt x="1376306" y="314400"/>
                    </a:cubicBezTo>
                    <a:cubicBezTo>
                      <a:pt x="1376306" y="317664"/>
                      <a:pt x="1376076" y="320699"/>
                      <a:pt x="1375615" y="323504"/>
                    </a:cubicBezTo>
                    <a:cubicBezTo>
                      <a:pt x="1375155" y="326308"/>
                      <a:pt x="1374360" y="329071"/>
                      <a:pt x="1373229" y="331792"/>
                    </a:cubicBezTo>
                    <a:cubicBezTo>
                      <a:pt x="1372099" y="334512"/>
                      <a:pt x="1370613" y="337254"/>
                      <a:pt x="1368772" y="340017"/>
                    </a:cubicBezTo>
                    <a:cubicBezTo>
                      <a:pt x="1366930" y="342779"/>
                      <a:pt x="1364628" y="345709"/>
                      <a:pt x="1361865" y="348807"/>
                    </a:cubicBezTo>
                    <a:cubicBezTo>
                      <a:pt x="1359772" y="351486"/>
                      <a:pt x="1357051" y="354583"/>
                      <a:pt x="1353703" y="358099"/>
                    </a:cubicBezTo>
                    <a:cubicBezTo>
                      <a:pt x="1350354" y="361615"/>
                      <a:pt x="1346692" y="365383"/>
                      <a:pt x="1342715" y="369401"/>
                    </a:cubicBezTo>
                    <a:cubicBezTo>
                      <a:pt x="1338739" y="373419"/>
                      <a:pt x="1334574" y="377605"/>
                      <a:pt x="1330220" y="381958"/>
                    </a:cubicBezTo>
                    <a:cubicBezTo>
                      <a:pt x="1325867" y="386311"/>
                      <a:pt x="1321640" y="390623"/>
                      <a:pt x="1317538" y="394892"/>
                    </a:cubicBezTo>
                    <a:cubicBezTo>
                      <a:pt x="1313435" y="399162"/>
                      <a:pt x="1309668" y="403306"/>
                      <a:pt x="1306236" y="407324"/>
                    </a:cubicBezTo>
                    <a:cubicBezTo>
                      <a:pt x="1302804" y="411342"/>
                      <a:pt x="1299999" y="415026"/>
                      <a:pt x="1297822" y="418375"/>
                    </a:cubicBezTo>
                    <a:lnTo>
                      <a:pt x="1344285" y="418375"/>
                    </a:lnTo>
                    <a:cubicBezTo>
                      <a:pt x="1348219" y="418375"/>
                      <a:pt x="1351359" y="418228"/>
                      <a:pt x="1353703" y="417935"/>
                    </a:cubicBezTo>
                    <a:cubicBezTo>
                      <a:pt x="1356047" y="417642"/>
                      <a:pt x="1357993" y="416993"/>
                      <a:pt x="1359542" y="415989"/>
                    </a:cubicBezTo>
                    <a:cubicBezTo>
                      <a:pt x="1361091" y="414984"/>
                      <a:pt x="1362409" y="413456"/>
                      <a:pt x="1363497" y="411405"/>
                    </a:cubicBezTo>
                    <a:cubicBezTo>
                      <a:pt x="1364586" y="409354"/>
                      <a:pt x="1365842" y="406529"/>
                      <a:pt x="1367265" y="402929"/>
                    </a:cubicBezTo>
                    <a:lnTo>
                      <a:pt x="1378943" y="402929"/>
                    </a:lnTo>
                    <a:cubicBezTo>
                      <a:pt x="1378524" y="408873"/>
                      <a:pt x="1378127" y="414859"/>
                      <a:pt x="1377750" y="420886"/>
                    </a:cubicBezTo>
                    <a:cubicBezTo>
                      <a:pt x="1377373" y="426914"/>
                      <a:pt x="1376976" y="432899"/>
                      <a:pt x="1376557" y="438843"/>
                    </a:cubicBezTo>
                    <a:lnTo>
                      <a:pt x="1270196" y="438843"/>
                    </a:lnTo>
                    <a:lnTo>
                      <a:pt x="1270196" y="432313"/>
                    </a:lnTo>
                    <a:cubicBezTo>
                      <a:pt x="1272205" y="427793"/>
                      <a:pt x="1274549" y="423335"/>
                      <a:pt x="1277228" y="418940"/>
                    </a:cubicBezTo>
                    <a:cubicBezTo>
                      <a:pt x="1279907" y="414545"/>
                      <a:pt x="1282921" y="410087"/>
                      <a:pt x="1286270" y="405566"/>
                    </a:cubicBezTo>
                    <a:cubicBezTo>
                      <a:pt x="1289618" y="401045"/>
                      <a:pt x="1293427" y="396378"/>
                      <a:pt x="1297697" y="391565"/>
                    </a:cubicBezTo>
                    <a:cubicBezTo>
                      <a:pt x="1301966" y="386751"/>
                      <a:pt x="1306696" y="381749"/>
                      <a:pt x="1311887" y="376559"/>
                    </a:cubicBezTo>
                    <a:cubicBezTo>
                      <a:pt x="1319756" y="368689"/>
                      <a:pt x="1326160" y="361971"/>
                      <a:pt x="1331099" y="356404"/>
                    </a:cubicBezTo>
                    <a:cubicBezTo>
                      <a:pt x="1336039" y="350837"/>
                      <a:pt x="1339931" y="345877"/>
                      <a:pt x="1342778" y="341523"/>
                    </a:cubicBezTo>
                    <a:cubicBezTo>
                      <a:pt x="1345624" y="337170"/>
                      <a:pt x="1347571" y="333152"/>
                      <a:pt x="1348617" y="329468"/>
                    </a:cubicBezTo>
                    <a:cubicBezTo>
                      <a:pt x="1349663" y="325785"/>
                      <a:pt x="1350187" y="321850"/>
                      <a:pt x="1350187" y="317664"/>
                    </a:cubicBezTo>
                    <a:cubicBezTo>
                      <a:pt x="1350187" y="313395"/>
                      <a:pt x="1349580" y="309460"/>
                      <a:pt x="1348366" y="305861"/>
                    </a:cubicBezTo>
                    <a:cubicBezTo>
                      <a:pt x="1347152" y="302261"/>
                      <a:pt x="1345415" y="299205"/>
                      <a:pt x="1343155" y="296694"/>
                    </a:cubicBezTo>
                    <a:cubicBezTo>
                      <a:pt x="1340894" y="294182"/>
                      <a:pt x="1338027" y="292215"/>
                      <a:pt x="1334553" y="290792"/>
                    </a:cubicBezTo>
                    <a:cubicBezTo>
                      <a:pt x="1331079" y="289369"/>
                      <a:pt x="1327081" y="288657"/>
                      <a:pt x="1322560" y="288657"/>
                    </a:cubicBezTo>
                    <a:cubicBezTo>
                      <a:pt x="1314775" y="288657"/>
                      <a:pt x="1308245" y="290771"/>
                      <a:pt x="1302971" y="294998"/>
                    </a:cubicBezTo>
                    <a:cubicBezTo>
                      <a:pt x="1297697" y="299226"/>
                      <a:pt x="1293595" y="305358"/>
                      <a:pt x="1290665" y="313395"/>
                    </a:cubicBezTo>
                    <a:lnTo>
                      <a:pt x="1274215" y="313395"/>
                    </a:lnTo>
                    <a:lnTo>
                      <a:pt x="1274215" y="288908"/>
                    </a:lnTo>
                    <a:cubicBezTo>
                      <a:pt x="1284930" y="284471"/>
                      <a:pt x="1294788" y="281248"/>
                      <a:pt x="1303787" y="279239"/>
                    </a:cubicBezTo>
                    <a:cubicBezTo>
                      <a:pt x="1312787" y="277230"/>
                      <a:pt x="1320886" y="276225"/>
                      <a:pt x="1328086" y="276225"/>
                    </a:cubicBezTo>
                    <a:close/>
                    <a:moveTo>
                      <a:pt x="3672468" y="267393"/>
                    </a:moveTo>
                    <a:lnTo>
                      <a:pt x="4167768" y="267393"/>
                    </a:lnTo>
                    <a:lnTo>
                      <a:pt x="4167768" y="286443"/>
                    </a:lnTo>
                    <a:lnTo>
                      <a:pt x="3672468" y="286443"/>
                    </a:lnTo>
                    <a:close/>
                    <a:moveTo>
                      <a:pt x="3348446" y="260784"/>
                    </a:moveTo>
                    <a:cubicBezTo>
                      <a:pt x="3343339" y="260784"/>
                      <a:pt x="3338630" y="262312"/>
                      <a:pt x="3334319" y="265368"/>
                    </a:cubicBezTo>
                    <a:cubicBezTo>
                      <a:pt x="3330008" y="268423"/>
                      <a:pt x="3325382" y="272797"/>
                      <a:pt x="3320443" y="278490"/>
                    </a:cubicBezTo>
                    <a:cubicBezTo>
                      <a:pt x="3318183" y="281169"/>
                      <a:pt x="3316090" y="283806"/>
                      <a:pt x="3314164" y="286401"/>
                    </a:cubicBezTo>
                    <a:cubicBezTo>
                      <a:pt x="3312239" y="288996"/>
                      <a:pt x="3310502" y="291822"/>
                      <a:pt x="3308953" y="294878"/>
                    </a:cubicBezTo>
                    <a:cubicBezTo>
                      <a:pt x="3307404" y="297933"/>
                      <a:pt x="3306023" y="301324"/>
                      <a:pt x="3304809" y="305049"/>
                    </a:cubicBezTo>
                    <a:cubicBezTo>
                      <a:pt x="3303595" y="308774"/>
                      <a:pt x="3302528" y="313065"/>
                      <a:pt x="3301607" y="317920"/>
                    </a:cubicBezTo>
                    <a:cubicBezTo>
                      <a:pt x="3300435" y="323697"/>
                      <a:pt x="3299514" y="328552"/>
                      <a:pt x="3298844" y="332487"/>
                    </a:cubicBezTo>
                    <a:cubicBezTo>
                      <a:pt x="3298175" y="336421"/>
                      <a:pt x="3297840" y="340147"/>
                      <a:pt x="3297840" y="343663"/>
                    </a:cubicBezTo>
                    <a:cubicBezTo>
                      <a:pt x="3297840" y="350444"/>
                      <a:pt x="3299410" y="355237"/>
                      <a:pt x="3302549" y="358041"/>
                    </a:cubicBezTo>
                    <a:cubicBezTo>
                      <a:pt x="3305688" y="360846"/>
                      <a:pt x="3310732" y="362248"/>
                      <a:pt x="3317680" y="362248"/>
                    </a:cubicBezTo>
                    <a:cubicBezTo>
                      <a:pt x="3322536" y="362248"/>
                      <a:pt x="3327078" y="361180"/>
                      <a:pt x="3331305" y="359046"/>
                    </a:cubicBezTo>
                    <a:cubicBezTo>
                      <a:pt x="3335533" y="356911"/>
                      <a:pt x="3339363" y="354002"/>
                      <a:pt x="3342795" y="350318"/>
                    </a:cubicBezTo>
                    <a:cubicBezTo>
                      <a:pt x="3346228" y="346635"/>
                      <a:pt x="3349283" y="342344"/>
                      <a:pt x="3351962" y="337447"/>
                    </a:cubicBezTo>
                    <a:cubicBezTo>
                      <a:pt x="3354641" y="332550"/>
                      <a:pt x="3356880" y="327317"/>
                      <a:pt x="3358680" y="321750"/>
                    </a:cubicBezTo>
                    <a:cubicBezTo>
                      <a:pt x="3360480" y="316183"/>
                      <a:pt x="3361862" y="310470"/>
                      <a:pt x="3362824" y="304609"/>
                    </a:cubicBezTo>
                    <a:cubicBezTo>
                      <a:pt x="3363787" y="298749"/>
                      <a:pt x="3364268" y="293057"/>
                      <a:pt x="3364268" y="287531"/>
                    </a:cubicBezTo>
                    <a:cubicBezTo>
                      <a:pt x="3364268" y="278574"/>
                      <a:pt x="3363034" y="271877"/>
                      <a:pt x="3360564" y="267440"/>
                    </a:cubicBezTo>
                    <a:cubicBezTo>
                      <a:pt x="3358094" y="263003"/>
                      <a:pt x="3354055" y="260784"/>
                      <a:pt x="3348446" y="260784"/>
                    </a:cubicBezTo>
                    <a:close/>
                    <a:moveTo>
                      <a:pt x="1786346" y="260784"/>
                    </a:moveTo>
                    <a:cubicBezTo>
                      <a:pt x="1781239" y="260784"/>
                      <a:pt x="1776530" y="262312"/>
                      <a:pt x="1772219" y="265368"/>
                    </a:cubicBezTo>
                    <a:cubicBezTo>
                      <a:pt x="1767908" y="268423"/>
                      <a:pt x="1763282" y="272797"/>
                      <a:pt x="1758343" y="278490"/>
                    </a:cubicBezTo>
                    <a:cubicBezTo>
                      <a:pt x="1756083" y="281169"/>
                      <a:pt x="1753990" y="283806"/>
                      <a:pt x="1752064" y="286401"/>
                    </a:cubicBezTo>
                    <a:cubicBezTo>
                      <a:pt x="1750139" y="288996"/>
                      <a:pt x="1748402" y="291822"/>
                      <a:pt x="1746853" y="294878"/>
                    </a:cubicBezTo>
                    <a:cubicBezTo>
                      <a:pt x="1745304" y="297933"/>
                      <a:pt x="1743923" y="301324"/>
                      <a:pt x="1742709" y="305049"/>
                    </a:cubicBezTo>
                    <a:cubicBezTo>
                      <a:pt x="1741495" y="308774"/>
                      <a:pt x="1740428" y="313065"/>
                      <a:pt x="1739507" y="317920"/>
                    </a:cubicBezTo>
                    <a:cubicBezTo>
                      <a:pt x="1738335" y="323697"/>
                      <a:pt x="1737414" y="328552"/>
                      <a:pt x="1736744" y="332487"/>
                    </a:cubicBezTo>
                    <a:cubicBezTo>
                      <a:pt x="1736075" y="336421"/>
                      <a:pt x="1735740" y="340147"/>
                      <a:pt x="1735740" y="343663"/>
                    </a:cubicBezTo>
                    <a:cubicBezTo>
                      <a:pt x="1735740" y="350444"/>
                      <a:pt x="1737310" y="355237"/>
                      <a:pt x="1740449" y="358041"/>
                    </a:cubicBezTo>
                    <a:cubicBezTo>
                      <a:pt x="1743588" y="360846"/>
                      <a:pt x="1748632" y="362248"/>
                      <a:pt x="1755581" y="362248"/>
                    </a:cubicBezTo>
                    <a:cubicBezTo>
                      <a:pt x="1760436" y="362248"/>
                      <a:pt x="1764978" y="361180"/>
                      <a:pt x="1769205" y="359046"/>
                    </a:cubicBezTo>
                    <a:cubicBezTo>
                      <a:pt x="1773433" y="356911"/>
                      <a:pt x="1777263" y="354002"/>
                      <a:pt x="1780695" y="350318"/>
                    </a:cubicBezTo>
                    <a:cubicBezTo>
                      <a:pt x="1784128" y="346635"/>
                      <a:pt x="1787183" y="342344"/>
                      <a:pt x="1789862" y="337447"/>
                    </a:cubicBezTo>
                    <a:cubicBezTo>
                      <a:pt x="1792541" y="332550"/>
                      <a:pt x="1794780" y="327317"/>
                      <a:pt x="1796580" y="321750"/>
                    </a:cubicBezTo>
                    <a:cubicBezTo>
                      <a:pt x="1798380" y="316183"/>
                      <a:pt x="1799762" y="310470"/>
                      <a:pt x="1800724" y="304609"/>
                    </a:cubicBezTo>
                    <a:cubicBezTo>
                      <a:pt x="1801687" y="298749"/>
                      <a:pt x="1802168" y="293057"/>
                      <a:pt x="1802168" y="287531"/>
                    </a:cubicBezTo>
                    <a:cubicBezTo>
                      <a:pt x="1802168" y="278574"/>
                      <a:pt x="1800934" y="271877"/>
                      <a:pt x="1798464" y="267440"/>
                    </a:cubicBezTo>
                    <a:cubicBezTo>
                      <a:pt x="1795994" y="263003"/>
                      <a:pt x="1791955" y="260784"/>
                      <a:pt x="1786346" y="260784"/>
                    </a:cubicBezTo>
                    <a:close/>
                    <a:moveTo>
                      <a:pt x="3290180" y="243957"/>
                    </a:moveTo>
                    <a:cubicBezTo>
                      <a:pt x="3296291" y="243957"/>
                      <a:pt x="3301042" y="245987"/>
                      <a:pt x="3304432" y="250048"/>
                    </a:cubicBezTo>
                    <a:cubicBezTo>
                      <a:pt x="3307823" y="254108"/>
                      <a:pt x="3309518" y="259445"/>
                      <a:pt x="3309518" y="266058"/>
                    </a:cubicBezTo>
                    <a:cubicBezTo>
                      <a:pt x="3309518" y="267984"/>
                      <a:pt x="3309372" y="269826"/>
                      <a:pt x="3309079" y="271584"/>
                    </a:cubicBezTo>
                    <a:cubicBezTo>
                      <a:pt x="3308786" y="273342"/>
                      <a:pt x="3308262" y="275100"/>
                      <a:pt x="3307509" y="276858"/>
                    </a:cubicBezTo>
                    <a:lnTo>
                      <a:pt x="3309267" y="277737"/>
                    </a:lnTo>
                    <a:cubicBezTo>
                      <a:pt x="3317471" y="266268"/>
                      <a:pt x="3325529" y="257770"/>
                      <a:pt x="3333440" y="252245"/>
                    </a:cubicBezTo>
                    <a:cubicBezTo>
                      <a:pt x="3341351" y="246720"/>
                      <a:pt x="3349660" y="243957"/>
                      <a:pt x="3358366" y="243957"/>
                    </a:cubicBezTo>
                    <a:cubicBezTo>
                      <a:pt x="3368329" y="243957"/>
                      <a:pt x="3375968" y="247557"/>
                      <a:pt x="3381284" y="254757"/>
                    </a:cubicBezTo>
                    <a:cubicBezTo>
                      <a:pt x="3386600" y="261956"/>
                      <a:pt x="3389258" y="272463"/>
                      <a:pt x="3389258" y="286276"/>
                    </a:cubicBezTo>
                    <a:cubicBezTo>
                      <a:pt x="3389258" y="298331"/>
                      <a:pt x="3387395" y="309695"/>
                      <a:pt x="3383669" y="320369"/>
                    </a:cubicBezTo>
                    <a:cubicBezTo>
                      <a:pt x="3379944" y="331043"/>
                      <a:pt x="3374900" y="340398"/>
                      <a:pt x="3368538" y="348435"/>
                    </a:cubicBezTo>
                    <a:cubicBezTo>
                      <a:pt x="3362175" y="356471"/>
                      <a:pt x="3354788" y="362813"/>
                      <a:pt x="3346374" y="367459"/>
                    </a:cubicBezTo>
                    <a:cubicBezTo>
                      <a:pt x="3337961" y="372105"/>
                      <a:pt x="3329066" y="374428"/>
                      <a:pt x="3319690" y="374428"/>
                    </a:cubicBezTo>
                    <a:cubicBezTo>
                      <a:pt x="3313160" y="374428"/>
                      <a:pt x="3307488" y="373780"/>
                      <a:pt x="3302674" y="372482"/>
                    </a:cubicBezTo>
                    <a:cubicBezTo>
                      <a:pt x="3297861" y="371184"/>
                      <a:pt x="3293863" y="369615"/>
                      <a:pt x="3290682" y="367773"/>
                    </a:cubicBezTo>
                    <a:cubicBezTo>
                      <a:pt x="3289929" y="371038"/>
                      <a:pt x="3289112" y="374428"/>
                      <a:pt x="3288233" y="377945"/>
                    </a:cubicBezTo>
                    <a:cubicBezTo>
                      <a:pt x="3287354" y="381461"/>
                      <a:pt x="3286517" y="384851"/>
                      <a:pt x="3285722" y="388116"/>
                    </a:cubicBezTo>
                    <a:cubicBezTo>
                      <a:pt x="3284927" y="391381"/>
                      <a:pt x="3284278" y="394395"/>
                      <a:pt x="3283776" y="397157"/>
                    </a:cubicBezTo>
                    <a:cubicBezTo>
                      <a:pt x="3283273" y="399920"/>
                      <a:pt x="3283022" y="402138"/>
                      <a:pt x="3283022" y="403813"/>
                    </a:cubicBezTo>
                    <a:cubicBezTo>
                      <a:pt x="3283022" y="405320"/>
                      <a:pt x="3283252" y="406575"/>
                      <a:pt x="3283713" y="407580"/>
                    </a:cubicBezTo>
                    <a:cubicBezTo>
                      <a:pt x="3284173" y="408585"/>
                      <a:pt x="3285010" y="409422"/>
                      <a:pt x="3286224" y="410091"/>
                    </a:cubicBezTo>
                    <a:cubicBezTo>
                      <a:pt x="3287438" y="410761"/>
                      <a:pt x="3289050" y="411284"/>
                      <a:pt x="3291059" y="411661"/>
                    </a:cubicBezTo>
                    <a:cubicBezTo>
                      <a:pt x="3293068" y="412038"/>
                      <a:pt x="3295580" y="412352"/>
                      <a:pt x="3298593" y="412603"/>
                    </a:cubicBezTo>
                    <a:lnTo>
                      <a:pt x="3298217" y="420891"/>
                    </a:lnTo>
                    <a:lnTo>
                      <a:pt x="3254015" y="420891"/>
                    </a:lnTo>
                    <a:lnTo>
                      <a:pt x="3284655" y="290043"/>
                    </a:lnTo>
                    <a:cubicBezTo>
                      <a:pt x="3285659" y="285439"/>
                      <a:pt x="3286371" y="281588"/>
                      <a:pt x="3286789" y="278490"/>
                    </a:cubicBezTo>
                    <a:cubicBezTo>
                      <a:pt x="3287208" y="275393"/>
                      <a:pt x="3287417" y="272630"/>
                      <a:pt x="3287417" y="270202"/>
                    </a:cubicBezTo>
                    <a:cubicBezTo>
                      <a:pt x="3287417" y="264091"/>
                      <a:pt x="3284948" y="261035"/>
                      <a:pt x="3280008" y="261035"/>
                    </a:cubicBezTo>
                    <a:cubicBezTo>
                      <a:pt x="3278501" y="261035"/>
                      <a:pt x="3276995" y="261349"/>
                      <a:pt x="3275488" y="261977"/>
                    </a:cubicBezTo>
                    <a:cubicBezTo>
                      <a:pt x="3273981" y="262605"/>
                      <a:pt x="3272369" y="263547"/>
                      <a:pt x="3270653" y="264803"/>
                    </a:cubicBezTo>
                    <a:cubicBezTo>
                      <a:pt x="3268937" y="266058"/>
                      <a:pt x="3267053" y="267649"/>
                      <a:pt x="3265002" y="269574"/>
                    </a:cubicBezTo>
                    <a:cubicBezTo>
                      <a:pt x="3262951" y="271500"/>
                      <a:pt x="3260670" y="273760"/>
                      <a:pt x="3258159" y="276355"/>
                    </a:cubicBezTo>
                    <a:lnTo>
                      <a:pt x="3249494" y="268193"/>
                    </a:lnTo>
                    <a:cubicBezTo>
                      <a:pt x="3253680" y="264007"/>
                      <a:pt x="3257510" y="260387"/>
                      <a:pt x="3260984" y="257331"/>
                    </a:cubicBezTo>
                    <a:cubicBezTo>
                      <a:pt x="3264458" y="254275"/>
                      <a:pt x="3267807" y="251764"/>
                      <a:pt x="3271030" y="249797"/>
                    </a:cubicBezTo>
                    <a:cubicBezTo>
                      <a:pt x="3274253" y="247829"/>
                      <a:pt x="3277392" y="246364"/>
                      <a:pt x="3280448" y="245401"/>
                    </a:cubicBezTo>
                    <a:cubicBezTo>
                      <a:pt x="3283503" y="244439"/>
                      <a:pt x="3286747" y="243957"/>
                      <a:pt x="3290180" y="243957"/>
                    </a:cubicBezTo>
                    <a:close/>
                    <a:moveTo>
                      <a:pt x="2908552" y="243957"/>
                    </a:moveTo>
                    <a:cubicBezTo>
                      <a:pt x="2914747" y="243957"/>
                      <a:pt x="2919540" y="245987"/>
                      <a:pt x="2922930" y="250048"/>
                    </a:cubicBezTo>
                    <a:cubicBezTo>
                      <a:pt x="2926321" y="254108"/>
                      <a:pt x="2928016" y="259445"/>
                      <a:pt x="2928016" y="266058"/>
                    </a:cubicBezTo>
                    <a:cubicBezTo>
                      <a:pt x="2928016" y="267733"/>
                      <a:pt x="2927869" y="269491"/>
                      <a:pt x="2927576" y="271332"/>
                    </a:cubicBezTo>
                    <a:cubicBezTo>
                      <a:pt x="2927283" y="273174"/>
                      <a:pt x="2926760" y="274932"/>
                      <a:pt x="2926007" y="276607"/>
                    </a:cubicBezTo>
                    <a:lnTo>
                      <a:pt x="2927765" y="277234"/>
                    </a:lnTo>
                    <a:cubicBezTo>
                      <a:pt x="2935885" y="266100"/>
                      <a:pt x="2943901" y="257770"/>
                      <a:pt x="2951812" y="252245"/>
                    </a:cubicBezTo>
                    <a:cubicBezTo>
                      <a:pt x="2959723" y="246720"/>
                      <a:pt x="2967906" y="243957"/>
                      <a:pt x="2976362" y="243957"/>
                    </a:cubicBezTo>
                    <a:cubicBezTo>
                      <a:pt x="2985236" y="243957"/>
                      <a:pt x="2991870" y="246343"/>
                      <a:pt x="2996265" y="251115"/>
                    </a:cubicBezTo>
                    <a:cubicBezTo>
                      <a:pt x="3000660" y="255887"/>
                      <a:pt x="3002858" y="262584"/>
                      <a:pt x="3002858" y="271207"/>
                    </a:cubicBezTo>
                    <a:cubicBezTo>
                      <a:pt x="3002858" y="273802"/>
                      <a:pt x="3002481" y="277402"/>
                      <a:pt x="3001728" y="282006"/>
                    </a:cubicBezTo>
                    <a:cubicBezTo>
                      <a:pt x="3000974" y="286611"/>
                      <a:pt x="3000011" y="291634"/>
                      <a:pt x="2998839" y="297075"/>
                    </a:cubicBezTo>
                    <a:cubicBezTo>
                      <a:pt x="2997667" y="302517"/>
                      <a:pt x="2996412" y="308105"/>
                      <a:pt x="2995072" y="313839"/>
                    </a:cubicBezTo>
                    <a:cubicBezTo>
                      <a:pt x="2993733" y="319574"/>
                      <a:pt x="2992477" y="324869"/>
                      <a:pt x="2991305" y="329724"/>
                    </a:cubicBezTo>
                    <a:cubicBezTo>
                      <a:pt x="2990133" y="334580"/>
                      <a:pt x="2989170" y="338724"/>
                      <a:pt x="2988417" y="342156"/>
                    </a:cubicBezTo>
                    <a:cubicBezTo>
                      <a:pt x="2987663" y="345588"/>
                      <a:pt x="2987287" y="347723"/>
                      <a:pt x="2987287" y="348560"/>
                    </a:cubicBezTo>
                    <a:cubicBezTo>
                      <a:pt x="2987287" y="351741"/>
                      <a:pt x="2987873" y="354044"/>
                      <a:pt x="2989045" y="355467"/>
                    </a:cubicBezTo>
                    <a:cubicBezTo>
                      <a:pt x="2990217" y="356890"/>
                      <a:pt x="2992100" y="357602"/>
                      <a:pt x="2994696" y="357602"/>
                    </a:cubicBezTo>
                    <a:cubicBezTo>
                      <a:pt x="2996286" y="357602"/>
                      <a:pt x="2997856" y="357309"/>
                      <a:pt x="2999405" y="356723"/>
                    </a:cubicBezTo>
                    <a:cubicBezTo>
                      <a:pt x="3000953" y="356137"/>
                      <a:pt x="3002565" y="355216"/>
                      <a:pt x="3004239" y="353960"/>
                    </a:cubicBezTo>
                    <a:cubicBezTo>
                      <a:pt x="3005913" y="352704"/>
                      <a:pt x="3007755" y="351093"/>
                      <a:pt x="3009764" y="349125"/>
                    </a:cubicBezTo>
                    <a:cubicBezTo>
                      <a:pt x="3011774" y="347158"/>
                      <a:pt x="3014034" y="344793"/>
                      <a:pt x="3016545" y="342030"/>
                    </a:cubicBezTo>
                    <a:lnTo>
                      <a:pt x="3025210" y="350318"/>
                    </a:lnTo>
                    <a:cubicBezTo>
                      <a:pt x="3021108" y="354504"/>
                      <a:pt x="3017341" y="358104"/>
                      <a:pt x="3013908" y="361118"/>
                    </a:cubicBezTo>
                    <a:cubicBezTo>
                      <a:pt x="3010476" y="364131"/>
                      <a:pt x="3007148" y="366622"/>
                      <a:pt x="3003925" y="368589"/>
                    </a:cubicBezTo>
                    <a:cubicBezTo>
                      <a:pt x="3000702" y="370557"/>
                      <a:pt x="2997500" y="372022"/>
                      <a:pt x="2994319" y="372984"/>
                    </a:cubicBezTo>
                    <a:cubicBezTo>
                      <a:pt x="2991138" y="373947"/>
                      <a:pt x="2987747" y="374428"/>
                      <a:pt x="2984147" y="374428"/>
                    </a:cubicBezTo>
                    <a:cubicBezTo>
                      <a:pt x="2981134" y="374428"/>
                      <a:pt x="2978350" y="373842"/>
                      <a:pt x="2975797" y="372670"/>
                    </a:cubicBezTo>
                    <a:cubicBezTo>
                      <a:pt x="2973243" y="371498"/>
                      <a:pt x="2971046" y="369887"/>
                      <a:pt x="2969204" y="367836"/>
                    </a:cubicBezTo>
                    <a:cubicBezTo>
                      <a:pt x="2967362" y="365785"/>
                      <a:pt x="2965939" y="363357"/>
                      <a:pt x="2964935" y="360553"/>
                    </a:cubicBezTo>
                    <a:cubicBezTo>
                      <a:pt x="2963930" y="357748"/>
                      <a:pt x="2963428" y="354672"/>
                      <a:pt x="2963428" y="351323"/>
                    </a:cubicBezTo>
                    <a:cubicBezTo>
                      <a:pt x="2963428" y="347974"/>
                      <a:pt x="2963783" y="344061"/>
                      <a:pt x="2964495" y="339582"/>
                    </a:cubicBezTo>
                    <a:cubicBezTo>
                      <a:pt x="2965207" y="335103"/>
                      <a:pt x="2966274" y="330185"/>
                      <a:pt x="2967697" y="324827"/>
                    </a:cubicBezTo>
                    <a:cubicBezTo>
                      <a:pt x="2969204" y="319385"/>
                      <a:pt x="2970606" y="314174"/>
                      <a:pt x="2971904" y="309193"/>
                    </a:cubicBezTo>
                    <a:cubicBezTo>
                      <a:pt x="2973202" y="304212"/>
                      <a:pt x="2974332" y="299607"/>
                      <a:pt x="2975294" y="295380"/>
                    </a:cubicBezTo>
                    <a:cubicBezTo>
                      <a:pt x="2976257" y="291152"/>
                      <a:pt x="2977011" y="287385"/>
                      <a:pt x="2977555" y="284078"/>
                    </a:cubicBezTo>
                    <a:cubicBezTo>
                      <a:pt x="2978099" y="280771"/>
                      <a:pt x="2978371" y="278030"/>
                      <a:pt x="2978371" y="275853"/>
                    </a:cubicBezTo>
                    <a:cubicBezTo>
                      <a:pt x="2978371" y="270663"/>
                      <a:pt x="2977387" y="266854"/>
                      <a:pt x="2975420" y="264426"/>
                    </a:cubicBezTo>
                    <a:cubicBezTo>
                      <a:pt x="2973453" y="261998"/>
                      <a:pt x="2970292" y="260784"/>
                      <a:pt x="2965939" y="260784"/>
                    </a:cubicBezTo>
                    <a:cubicBezTo>
                      <a:pt x="2963428" y="260784"/>
                      <a:pt x="2960728" y="261433"/>
                      <a:pt x="2957840" y="262731"/>
                    </a:cubicBezTo>
                    <a:cubicBezTo>
                      <a:pt x="2954951" y="264028"/>
                      <a:pt x="2952042" y="265828"/>
                      <a:pt x="2949112" y="268130"/>
                    </a:cubicBezTo>
                    <a:cubicBezTo>
                      <a:pt x="2946182" y="270432"/>
                      <a:pt x="2943315" y="273153"/>
                      <a:pt x="2940510" y="276293"/>
                    </a:cubicBezTo>
                    <a:cubicBezTo>
                      <a:pt x="2937706" y="279432"/>
                      <a:pt x="2935132" y="282781"/>
                      <a:pt x="2932788" y="286338"/>
                    </a:cubicBezTo>
                    <a:cubicBezTo>
                      <a:pt x="2930444" y="289896"/>
                      <a:pt x="2928372" y="293622"/>
                      <a:pt x="2926572" y="297515"/>
                    </a:cubicBezTo>
                    <a:cubicBezTo>
                      <a:pt x="2924772" y="301407"/>
                      <a:pt x="2923453" y="305279"/>
                      <a:pt x="2922616" y="309130"/>
                    </a:cubicBezTo>
                    <a:lnTo>
                      <a:pt x="2908552" y="372168"/>
                    </a:lnTo>
                    <a:lnTo>
                      <a:pt x="2883940" y="372168"/>
                    </a:lnTo>
                    <a:lnTo>
                      <a:pt x="2902776" y="290294"/>
                    </a:lnTo>
                    <a:cubicBezTo>
                      <a:pt x="2903864" y="285941"/>
                      <a:pt x="2904659" y="282048"/>
                      <a:pt x="2905161" y="278616"/>
                    </a:cubicBezTo>
                    <a:cubicBezTo>
                      <a:pt x="2905664" y="275183"/>
                      <a:pt x="2905915" y="272379"/>
                      <a:pt x="2905915" y="270202"/>
                    </a:cubicBezTo>
                    <a:cubicBezTo>
                      <a:pt x="2905915" y="264091"/>
                      <a:pt x="2903445" y="261035"/>
                      <a:pt x="2898506" y="261035"/>
                    </a:cubicBezTo>
                    <a:cubicBezTo>
                      <a:pt x="2896999" y="261035"/>
                      <a:pt x="2895471" y="261349"/>
                      <a:pt x="2893923" y="261977"/>
                    </a:cubicBezTo>
                    <a:cubicBezTo>
                      <a:pt x="2892374" y="262605"/>
                      <a:pt x="2890741" y="263547"/>
                      <a:pt x="2889025" y="264803"/>
                    </a:cubicBezTo>
                    <a:cubicBezTo>
                      <a:pt x="2887309" y="266058"/>
                      <a:pt x="2885446" y="267649"/>
                      <a:pt x="2883437" y="269574"/>
                    </a:cubicBezTo>
                    <a:cubicBezTo>
                      <a:pt x="2881428" y="271500"/>
                      <a:pt x="2879168" y="273760"/>
                      <a:pt x="2876656" y="276355"/>
                    </a:cubicBezTo>
                    <a:lnTo>
                      <a:pt x="2867992" y="268193"/>
                    </a:lnTo>
                    <a:cubicBezTo>
                      <a:pt x="2872177" y="263924"/>
                      <a:pt x="2876007" y="260261"/>
                      <a:pt x="2879482" y="257205"/>
                    </a:cubicBezTo>
                    <a:cubicBezTo>
                      <a:pt x="2882956" y="254150"/>
                      <a:pt x="2886263" y="251638"/>
                      <a:pt x="2889402" y="249671"/>
                    </a:cubicBezTo>
                    <a:cubicBezTo>
                      <a:pt x="2892541" y="247704"/>
                      <a:pt x="2895660" y="246260"/>
                      <a:pt x="2898757" y="245339"/>
                    </a:cubicBezTo>
                    <a:cubicBezTo>
                      <a:pt x="2901855" y="244418"/>
                      <a:pt x="2905120" y="243957"/>
                      <a:pt x="2908552" y="243957"/>
                    </a:cubicBezTo>
                    <a:close/>
                    <a:moveTo>
                      <a:pt x="2108452" y="243957"/>
                    </a:moveTo>
                    <a:cubicBezTo>
                      <a:pt x="2114647" y="243957"/>
                      <a:pt x="2119440" y="245987"/>
                      <a:pt x="2122830" y="250048"/>
                    </a:cubicBezTo>
                    <a:cubicBezTo>
                      <a:pt x="2126221" y="254108"/>
                      <a:pt x="2127916" y="259445"/>
                      <a:pt x="2127916" y="266058"/>
                    </a:cubicBezTo>
                    <a:cubicBezTo>
                      <a:pt x="2127916" y="267733"/>
                      <a:pt x="2127769" y="269491"/>
                      <a:pt x="2127476" y="271332"/>
                    </a:cubicBezTo>
                    <a:cubicBezTo>
                      <a:pt x="2127183" y="273174"/>
                      <a:pt x="2126660" y="274932"/>
                      <a:pt x="2125907" y="276607"/>
                    </a:cubicBezTo>
                    <a:lnTo>
                      <a:pt x="2127665" y="277234"/>
                    </a:lnTo>
                    <a:cubicBezTo>
                      <a:pt x="2135785" y="266100"/>
                      <a:pt x="2143801" y="257770"/>
                      <a:pt x="2151712" y="252245"/>
                    </a:cubicBezTo>
                    <a:cubicBezTo>
                      <a:pt x="2159623" y="246720"/>
                      <a:pt x="2167806" y="243957"/>
                      <a:pt x="2176262" y="243957"/>
                    </a:cubicBezTo>
                    <a:cubicBezTo>
                      <a:pt x="2185136" y="243957"/>
                      <a:pt x="2191770" y="246343"/>
                      <a:pt x="2196165" y="251115"/>
                    </a:cubicBezTo>
                    <a:cubicBezTo>
                      <a:pt x="2200560" y="255887"/>
                      <a:pt x="2202758" y="262584"/>
                      <a:pt x="2202758" y="271207"/>
                    </a:cubicBezTo>
                    <a:cubicBezTo>
                      <a:pt x="2202758" y="273802"/>
                      <a:pt x="2202381" y="277402"/>
                      <a:pt x="2201628" y="282006"/>
                    </a:cubicBezTo>
                    <a:cubicBezTo>
                      <a:pt x="2200874" y="286611"/>
                      <a:pt x="2199911" y="291634"/>
                      <a:pt x="2198739" y="297075"/>
                    </a:cubicBezTo>
                    <a:cubicBezTo>
                      <a:pt x="2197567" y="302517"/>
                      <a:pt x="2196312" y="308105"/>
                      <a:pt x="2194972" y="313839"/>
                    </a:cubicBezTo>
                    <a:cubicBezTo>
                      <a:pt x="2193633" y="319574"/>
                      <a:pt x="2192377" y="324869"/>
                      <a:pt x="2191205" y="329724"/>
                    </a:cubicBezTo>
                    <a:cubicBezTo>
                      <a:pt x="2190033" y="334580"/>
                      <a:pt x="2189070" y="338724"/>
                      <a:pt x="2188317" y="342156"/>
                    </a:cubicBezTo>
                    <a:cubicBezTo>
                      <a:pt x="2187563" y="345588"/>
                      <a:pt x="2187187" y="347723"/>
                      <a:pt x="2187187" y="348560"/>
                    </a:cubicBezTo>
                    <a:cubicBezTo>
                      <a:pt x="2187187" y="351741"/>
                      <a:pt x="2187773" y="354044"/>
                      <a:pt x="2188945" y="355467"/>
                    </a:cubicBezTo>
                    <a:cubicBezTo>
                      <a:pt x="2190117" y="356890"/>
                      <a:pt x="2192000" y="357602"/>
                      <a:pt x="2194596" y="357602"/>
                    </a:cubicBezTo>
                    <a:cubicBezTo>
                      <a:pt x="2196186" y="357602"/>
                      <a:pt x="2197756" y="357309"/>
                      <a:pt x="2199305" y="356723"/>
                    </a:cubicBezTo>
                    <a:cubicBezTo>
                      <a:pt x="2200853" y="356137"/>
                      <a:pt x="2202465" y="355216"/>
                      <a:pt x="2204139" y="353960"/>
                    </a:cubicBezTo>
                    <a:cubicBezTo>
                      <a:pt x="2205813" y="352704"/>
                      <a:pt x="2207655" y="351093"/>
                      <a:pt x="2209664" y="349125"/>
                    </a:cubicBezTo>
                    <a:cubicBezTo>
                      <a:pt x="2211674" y="347158"/>
                      <a:pt x="2213934" y="344793"/>
                      <a:pt x="2216445" y="342030"/>
                    </a:cubicBezTo>
                    <a:lnTo>
                      <a:pt x="2225110" y="350318"/>
                    </a:lnTo>
                    <a:cubicBezTo>
                      <a:pt x="2221008" y="354504"/>
                      <a:pt x="2217241" y="358104"/>
                      <a:pt x="2213808" y="361118"/>
                    </a:cubicBezTo>
                    <a:cubicBezTo>
                      <a:pt x="2210376" y="364131"/>
                      <a:pt x="2207048" y="366622"/>
                      <a:pt x="2203825" y="368589"/>
                    </a:cubicBezTo>
                    <a:cubicBezTo>
                      <a:pt x="2200602" y="370557"/>
                      <a:pt x="2197400" y="372022"/>
                      <a:pt x="2194219" y="372984"/>
                    </a:cubicBezTo>
                    <a:cubicBezTo>
                      <a:pt x="2191038" y="373947"/>
                      <a:pt x="2187647" y="374428"/>
                      <a:pt x="2184047" y="374428"/>
                    </a:cubicBezTo>
                    <a:cubicBezTo>
                      <a:pt x="2181034" y="374428"/>
                      <a:pt x="2178250" y="373842"/>
                      <a:pt x="2175697" y="372670"/>
                    </a:cubicBezTo>
                    <a:cubicBezTo>
                      <a:pt x="2173143" y="371498"/>
                      <a:pt x="2170946" y="369887"/>
                      <a:pt x="2169104" y="367836"/>
                    </a:cubicBezTo>
                    <a:cubicBezTo>
                      <a:pt x="2167262" y="365785"/>
                      <a:pt x="2165839" y="363357"/>
                      <a:pt x="2164835" y="360553"/>
                    </a:cubicBezTo>
                    <a:cubicBezTo>
                      <a:pt x="2163830" y="357748"/>
                      <a:pt x="2163328" y="354672"/>
                      <a:pt x="2163328" y="351323"/>
                    </a:cubicBezTo>
                    <a:cubicBezTo>
                      <a:pt x="2163328" y="347974"/>
                      <a:pt x="2163683" y="344061"/>
                      <a:pt x="2164395" y="339582"/>
                    </a:cubicBezTo>
                    <a:cubicBezTo>
                      <a:pt x="2165107" y="335103"/>
                      <a:pt x="2166174" y="330185"/>
                      <a:pt x="2167597" y="324827"/>
                    </a:cubicBezTo>
                    <a:cubicBezTo>
                      <a:pt x="2169104" y="319385"/>
                      <a:pt x="2170506" y="314174"/>
                      <a:pt x="2171804" y="309193"/>
                    </a:cubicBezTo>
                    <a:cubicBezTo>
                      <a:pt x="2173102" y="304212"/>
                      <a:pt x="2174232" y="299607"/>
                      <a:pt x="2175194" y="295380"/>
                    </a:cubicBezTo>
                    <a:cubicBezTo>
                      <a:pt x="2176157" y="291152"/>
                      <a:pt x="2176911" y="287385"/>
                      <a:pt x="2177455" y="284078"/>
                    </a:cubicBezTo>
                    <a:cubicBezTo>
                      <a:pt x="2177999" y="280771"/>
                      <a:pt x="2178271" y="278030"/>
                      <a:pt x="2178271" y="275853"/>
                    </a:cubicBezTo>
                    <a:cubicBezTo>
                      <a:pt x="2178271" y="270663"/>
                      <a:pt x="2177287" y="266854"/>
                      <a:pt x="2175320" y="264426"/>
                    </a:cubicBezTo>
                    <a:cubicBezTo>
                      <a:pt x="2173353" y="261998"/>
                      <a:pt x="2170192" y="260784"/>
                      <a:pt x="2165839" y="260784"/>
                    </a:cubicBezTo>
                    <a:cubicBezTo>
                      <a:pt x="2163328" y="260784"/>
                      <a:pt x="2160628" y="261433"/>
                      <a:pt x="2157740" y="262731"/>
                    </a:cubicBezTo>
                    <a:cubicBezTo>
                      <a:pt x="2154851" y="264028"/>
                      <a:pt x="2151942" y="265828"/>
                      <a:pt x="2149012" y="268130"/>
                    </a:cubicBezTo>
                    <a:cubicBezTo>
                      <a:pt x="2146082" y="270432"/>
                      <a:pt x="2143215" y="273153"/>
                      <a:pt x="2140410" y="276293"/>
                    </a:cubicBezTo>
                    <a:cubicBezTo>
                      <a:pt x="2137606" y="279432"/>
                      <a:pt x="2135032" y="282781"/>
                      <a:pt x="2132688" y="286338"/>
                    </a:cubicBezTo>
                    <a:cubicBezTo>
                      <a:pt x="2130344" y="289896"/>
                      <a:pt x="2128272" y="293622"/>
                      <a:pt x="2126472" y="297515"/>
                    </a:cubicBezTo>
                    <a:cubicBezTo>
                      <a:pt x="2124672" y="301407"/>
                      <a:pt x="2123353" y="305279"/>
                      <a:pt x="2122516" y="309130"/>
                    </a:cubicBezTo>
                    <a:lnTo>
                      <a:pt x="2108452" y="372168"/>
                    </a:lnTo>
                    <a:lnTo>
                      <a:pt x="2083840" y="372168"/>
                    </a:lnTo>
                    <a:lnTo>
                      <a:pt x="2102676" y="290294"/>
                    </a:lnTo>
                    <a:cubicBezTo>
                      <a:pt x="2103764" y="285941"/>
                      <a:pt x="2104559" y="282048"/>
                      <a:pt x="2105061" y="278616"/>
                    </a:cubicBezTo>
                    <a:cubicBezTo>
                      <a:pt x="2105564" y="275183"/>
                      <a:pt x="2105815" y="272379"/>
                      <a:pt x="2105815" y="270202"/>
                    </a:cubicBezTo>
                    <a:cubicBezTo>
                      <a:pt x="2105815" y="264091"/>
                      <a:pt x="2103345" y="261035"/>
                      <a:pt x="2098406" y="261035"/>
                    </a:cubicBezTo>
                    <a:cubicBezTo>
                      <a:pt x="2096899" y="261035"/>
                      <a:pt x="2095371" y="261349"/>
                      <a:pt x="2093823" y="261977"/>
                    </a:cubicBezTo>
                    <a:cubicBezTo>
                      <a:pt x="2092274" y="262605"/>
                      <a:pt x="2090641" y="263547"/>
                      <a:pt x="2088925" y="264803"/>
                    </a:cubicBezTo>
                    <a:cubicBezTo>
                      <a:pt x="2087209" y="266058"/>
                      <a:pt x="2085346" y="267649"/>
                      <a:pt x="2083337" y="269574"/>
                    </a:cubicBezTo>
                    <a:cubicBezTo>
                      <a:pt x="2081328" y="271500"/>
                      <a:pt x="2079068" y="273760"/>
                      <a:pt x="2076556" y="276355"/>
                    </a:cubicBezTo>
                    <a:lnTo>
                      <a:pt x="2067892" y="268193"/>
                    </a:lnTo>
                    <a:cubicBezTo>
                      <a:pt x="2072077" y="263924"/>
                      <a:pt x="2075907" y="260261"/>
                      <a:pt x="2079382" y="257205"/>
                    </a:cubicBezTo>
                    <a:cubicBezTo>
                      <a:pt x="2082856" y="254150"/>
                      <a:pt x="2086163" y="251638"/>
                      <a:pt x="2089302" y="249671"/>
                    </a:cubicBezTo>
                    <a:cubicBezTo>
                      <a:pt x="2092441" y="247704"/>
                      <a:pt x="2095560" y="246260"/>
                      <a:pt x="2098657" y="245339"/>
                    </a:cubicBezTo>
                    <a:cubicBezTo>
                      <a:pt x="2101755" y="244418"/>
                      <a:pt x="2105020" y="243957"/>
                      <a:pt x="2108452" y="243957"/>
                    </a:cubicBezTo>
                    <a:close/>
                    <a:moveTo>
                      <a:pt x="1728080" y="243957"/>
                    </a:moveTo>
                    <a:cubicBezTo>
                      <a:pt x="1734191" y="243957"/>
                      <a:pt x="1738942" y="245987"/>
                      <a:pt x="1742333" y="250048"/>
                    </a:cubicBezTo>
                    <a:cubicBezTo>
                      <a:pt x="1745723" y="254108"/>
                      <a:pt x="1747418" y="259445"/>
                      <a:pt x="1747418" y="266058"/>
                    </a:cubicBezTo>
                    <a:cubicBezTo>
                      <a:pt x="1747418" y="267984"/>
                      <a:pt x="1747272" y="269826"/>
                      <a:pt x="1746979" y="271584"/>
                    </a:cubicBezTo>
                    <a:cubicBezTo>
                      <a:pt x="1746686" y="273342"/>
                      <a:pt x="1746163" y="275100"/>
                      <a:pt x="1745409" y="276858"/>
                    </a:cubicBezTo>
                    <a:lnTo>
                      <a:pt x="1747167" y="277737"/>
                    </a:lnTo>
                    <a:cubicBezTo>
                      <a:pt x="1755371" y="266268"/>
                      <a:pt x="1763429" y="257770"/>
                      <a:pt x="1771340" y="252245"/>
                    </a:cubicBezTo>
                    <a:cubicBezTo>
                      <a:pt x="1779251" y="246720"/>
                      <a:pt x="1787560" y="243957"/>
                      <a:pt x="1796266" y="243957"/>
                    </a:cubicBezTo>
                    <a:cubicBezTo>
                      <a:pt x="1806229" y="243957"/>
                      <a:pt x="1813868" y="247557"/>
                      <a:pt x="1819184" y="254757"/>
                    </a:cubicBezTo>
                    <a:cubicBezTo>
                      <a:pt x="1824500" y="261956"/>
                      <a:pt x="1827158" y="272463"/>
                      <a:pt x="1827158" y="286276"/>
                    </a:cubicBezTo>
                    <a:cubicBezTo>
                      <a:pt x="1827158" y="298331"/>
                      <a:pt x="1825295" y="309695"/>
                      <a:pt x="1821570" y="320369"/>
                    </a:cubicBezTo>
                    <a:cubicBezTo>
                      <a:pt x="1817844" y="331043"/>
                      <a:pt x="1812800" y="340398"/>
                      <a:pt x="1806438" y="348435"/>
                    </a:cubicBezTo>
                    <a:cubicBezTo>
                      <a:pt x="1800075" y="356471"/>
                      <a:pt x="1792688" y="362813"/>
                      <a:pt x="1784274" y="367459"/>
                    </a:cubicBezTo>
                    <a:cubicBezTo>
                      <a:pt x="1775861" y="372105"/>
                      <a:pt x="1766966" y="374428"/>
                      <a:pt x="1757590" y="374428"/>
                    </a:cubicBezTo>
                    <a:cubicBezTo>
                      <a:pt x="1751060" y="374428"/>
                      <a:pt x="1745388" y="373780"/>
                      <a:pt x="1740574" y="372482"/>
                    </a:cubicBezTo>
                    <a:cubicBezTo>
                      <a:pt x="1735761" y="371184"/>
                      <a:pt x="1731763" y="369615"/>
                      <a:pt x="1728582" y="367773"/>
                    </a:cubicBezTo>
                    <a:cubicBezTo>
                      <a:pt x="1727829" y="371038"/>
                      <a:pt x="1727013" y="374428"/>
                      <a:pt x="1726134" y="377945"/>
                    </a:cubicBezTo>
                    <a:cubicBezTo>
                      <a:pt x="1725254" y="381461"/>
                      <a:pt x="1724417" y="384851"/>
                      <a:pt x="1723622" y="388116"/>
                    </a:cubicBezTo>
                    <a:cubicBezTo>
                      <a:pt x="1722827" y="391381"/>
                      <a:pt x="1722178" y="394395"/>
                      <a:pt x="1721676" y="397157"/>
                    </a:cubicBezTo>
                    <a:cubicBezTo>
                      <a:pt x="1721173" y="399920"/>
                      <a:pt x="1720922" y="402138"/>
                      <a:pt x="1720922" y="403813"/>
                    </a:cubicBezTo>
                    <a:cubicBezTo>
                      <a:pt x="1720922" y="405320"/>
                      <a:pt x="1721152" y="406575"/>
                      <a:pt x="1721613" y="407580"/>
                    </a:cubicBezTo>
                    <a:cubicBezTo>
                      <a:pt x="1722073" y="408585"/>
                      <a:pt x="1722910" y="409422"/>
                      <a:pt x="1724124" y="410091"/>
                    </a:cubicBezTo>
                    <a:cubicBezTo>
                      <a:pt x="1725338" y="410761"/>
                      <a:pt x="1726950" y="411284"/>
                      <a:pt x="1728959" y="411661"/>
                    </a:cubicBezTo>
                    <a:cubicBezTo>
                      <a:pt x="1730968" y="412038"/>
                      <a:pt x="1733480" y="412352"/>
                      <a:pt x="1736493" y="412603"/>
                    </a:cubicBezTo>
                    <a:lnTo>
                      <a:pt x="1736117" y="420891"/>
                    </a:lnTo>
                    <a:lnTo>
                      <a:pt x="1691915" y="420891"/>
                    </a:lnTo>
                    <a:lnTo>
                      <a:pt x="1722555" y="290043"/>
                    </a:lnTo>
                    <a:cubicBezTo>
                      <a:pt x="1723559" y="285439"/>
                      <a:pt x="1724271" y="281588"/>
                      <a:pt x="1724689" y="278490"/>
                    </a:cubicBezTo>
                    <a:cubicBezTo>
                      <a:pt x="1725108" y="275393"/>
                      <a:pt x="1725317" y="272630"/>
                      <a:pt x="1725317" y="270202"/>
                    </a:cubicBezTo>
                    <a:cubicBezTo>
                      <a:pt x="1725317" y="264091"/>
                      <a:pt x="1722848" y="261035"/>
                      <a:pt x="1717908" y="261035"/>
                    </a:cubicBezTo>
                    <a:cubicBezTo>
                      <a:pt x="1716402" y="261035"/>
                      <a:pt x="1714895" y="261349"/>
                      <a:pt x="1713388" y="261977"/>
                    </a:cubicBezTo>
                    <a:cubicBezTo>
                      <a:pt x="1711881" y="262605"/>
                      <a:pt x="1710269" y="263547"/>
                      <a:pt x="1708553" y="264803"/>
                    </a:cubicBezTo>
                    <a:cubicBezTo>
                      <a:pt x="1706837" y="266058"/>
                      <a:pt x="1704953" y="267649"/>
                      <a:pt x="1702902" y="269574"/>
                    </a:cubicBezTo>
                    <a:cubicBezTo>
                      <a:pt x="1700851" y="271500"/>
                      <a:pt x="1698570" y="273760"/>
                      <a:pt x="1696059" y="276355"/>
                    </a:cubicBezTo>
                    <a:lnTo>
                      <a:pt x="1687394" y="268193"/>
                    </a:lnTo>
                    <a:cubicBezTo>
                      <a:pt x="1691580" y="264007"/>
                      <a:pt x="1695410" y="260387"/>
                      <a:pt x="1698884" y="257331"/>
                    </a:cubicBezTo>
                    <a:cubicBezTo>
                      <a:pt x="1702358" y="254275"/>
                      <a:pt x="1705707" y="251764"/>
                      <a:pt x="1708930" y="249797"/>
                    </a:cubicBezTo>
                    <a:cubicBezTo>
                      <a:pt x="1712153" y="247829"/>
                      <a:pt x="1715292" y="246364"/>
                      <a:pt x="1718348" y="245401"/>
                    </a:cubicBezTo>
                    <a:cubicBezTo>
                      <a:pt x="1721404" y="244439"/>
                      <a:pt x="1724648" y="243957"/>
                      <a:pt x="1728080" y="243957"/>
                    </a:cubicBezTo>
                    <a:close/>
                    <a:moveTo>
                      <a:pt x="2798996" y="148838"/>
                    </a:moveTo>
                    <a:cubicBezTo>
                      <a:pt x="2793145" y="148838"/>
                      <a:pt x="2787380" y="150817"/>
                      <a:pt x="2781702" y="154774"/>
                    </a:cubicBezTo>
                    <a:cubicBezTo>
                      <a:pt x="2776023" y="158732"/>
                      <a:pt x="2769799" y="165071"/>
                      <a:pt x="2763031" y="173790"/>
                    </a:cubicBezTo>
                    <a:cubicBezTo>
                      <a:pt x="2756262" y="182508"/>
                      <a:pt x="2750985" y="191113"/>
                      <a:pt x="2747199" y="199602"/>
                    </a:cubicBezTo>
                    <a:cubicBezTo>
                      <a:pt x="2743413" y="208091"/>
                      <a:pt x="2740431" y="217843"/>
                      <a:pt x="2738251" y="228856"/>
                    </a:cubicBezTo>
                    <a:lnTo>
                      <a:pt x="2736874" y="236083"/>
                    </a:lnTo>
                    <a:cubicBezTo>
                      <a:pt x="2735727" y="242164"/>
                      <a:pt x="2735010" y="246810"/>
                      <a:pt x="2734723" y="250022"/>
                    </a:cubicBezTo>
                    <a:cubicBezTo>
                      <a:pt x="2734436" y="253234"/>
                      <a:pt x="2734293" y="256389"/>
                      <a:pt x="2734293" y="259487"/>
                    </a:cubicBezTo>
                    <a:cubicBezTo>
                      <a:pt x="2734293" y="268435"/>
                      <a:pt x="2736215" y="274945"/>
                      <a:pt x="2740058" y="279018"/>
                    </a:cubicBezTo>
                    <a:cubicBezTo>
                      <a:pt x="2743901" y="283091"/>
                      <a:pt x="2750526" y="285127"/>
                      <a:pt x="2759933" y="285127"/>
                    </a:cubicBezTo>
                    <a:cubicBezTo>
                      <a:pt x="2765784" y="285127"/>
                      <a:pt x="2771176" y="283980"/>
                      <a:pt x="2776109" y="281685"/>
                    </a:cubicBezTo>
                    <a:cubicBezTo>
                      <a:pt x="2781042" y="279391"/>
                      <a:pt x="2785717" y="276064"/>
                      <a:pt x="2790134" y="271705"/>
                    </a:cubicBezTo>
                    <a:cubicBezTo>
                      <a:pt x="2794550" y="267345"/>
                      <a:pt x="2798537" y="262068"/>
                      <a:pt x="2802093" y="255873"/>
                    </a:cubicBezTo>
                    <a:cubicBezTo>
                      <a:pt x="2805650" y="249678"/>
                      <a:pt x="2808833" y="242479"/>
                      <a:pt x="2811644" y="234277"/>
                    </a:cubicBezTo>
                    <a:cubicBezTo>
                      <a:pt x="2814455" y="226074"/>
                      <a:pt x="2816577" y="217642"/>
                      <a:pt x="2818011" y="208980"/>
                    </a:cubicBezTo>
                    <a:cubicBezTo>
                      <a:pt x="2819445" y="200319"/>
                      <a:pt x="2820162" y="192202"/>
                      <a:pt x="2820162" y="184631"/>
                    </a:cubicBezTo>
                    <a:cubicBezTo>
                      <a:pt x="2820162" y="172585"/>
                      <a:pt x="2818470" y="163608"/>
                      <a:pt x="2815086" y="157700"/>
                    </a:cubicBezTo>
                    <a:cubicBezTo>
                      <a:pt x="2811701" y="151792"/>
                      <a:pt x="2806338" y="148838"/>
                      <a:pt x="2798996" y="148838"/>
                    </a:cubicBezTo>
                    <a:close/>
                    <a:moveTo>
                      <a:pt x="2726549" y="128532"/>
                    </a:moveTo>
                    <a:cubicBezTo>
                      <a:pt x="2733662" y="128532"/>
                      <a:pt x="2739312" y="130884"/>
                      <a:pt x="2743499" y="135587"/>
                    </a:cubicBezTo>
                    <a:cubicBezTo>
                      <a:pt x="2747686" y="140291"/>
                      <a:pt x="2749780" y="146543"/>
                      <a:pt x="2749780" y="154344"/>
                    </a:cubicBezTo>
                    <a:cubicBezTo>
                      <a:pt x="2749780" y="160769"/>
                      <a:pt x="2748461" y="167537"/>
                      <a:pt x="2745822" y="174650"/>
                    </a:cubicBezTo>
                    <a:lnTo>
                      <a:pt x="2747887" y="175338"/>
                    </a:lnTo>
                    <a:cubicBezTo>
                      <a:pt x="2769111" y="144249"/>
                      <a:pt x="2790220" y="128704"/>
                      <a:pt x="2811214" y="128704"/>
                    </a:cubicBezTo>
                    <a:cubicBezTo>
                      <a:pt x="2823718" y="128704"/>
                      <a:pt x="2833441" y="133465"/>
                      <a:pt x="2840382" y="142987"/>
                    </a:cubicBezTo>
                    <a:cubicBezTo>
                      <a:pt x="2847322" y="152509"/>
                      <a:pt x="2850793" y="165931"/>
                      <a:pt x="2850793" y="183254"/>
                    </a:cubicBezTo>
                    <a:cubicBezTo>
                      <a:pt x="2850793" y="202183"/>
                      <a:pt x="2846978" y="220797"/>
                      <a:pt x="2839349" y="239095"/>
                    </a:cubicBezTo>
                    <a:cubicBezTo>
                      <a:pt x="2831720" y="257393"/>
                      <a:pt x="2821137" y="271905"/>
                      <a:pt x="2807600" y="282632"/>
                    </a:cubicBezTo>
                    <a:cubicBezTo>
                      <a:pt x="2794063" y="293358"/>
                      <a:pt x="2778919" y="298721"/>
                      <a:pt x="2762170" y="298721"/>
                    </a:cubicBezTo>
                    <a:cubicBezTo>
                      <a:pt x="2746912" y="298721"/>
                      <a:pt x="2734236" y="295395"/>
                      <a:pt x="2724140" y="288741"/>
                    </a:cubicBezTo>
                    <a:lnTo>
                      <a:pt x="2716224" y="326427"/>
                    </a:lnTo>
                    <a:cubicBezTo>
                      <a:pt x="2714503" y="334572"/>
                      <a:pt x="2713643" y="341283"/>
                      <a:pt x="2713643" y="346560"/>
                    </a:cubicBezTo>
                    <a:cubicBezTo>
                      <a:pt x="2713643" y="351608"/>
                      <a:pt x="2714934" y="355193"/>
                      <a:pt x="2717515" y="357316"/>
                    </a:cubicBezTo>
                    <a:cubicBezTo>
                      <a:pt x="2720096" y="359438"/>
                      <a:pt x="2725115" y="360843"/>
                      <a:pt x="2732572" y="361532"/>
                    </a:cubicBezTo>
                    <a:lnTo>
                      <a:pt x="2731195" y="369964"/>
                    </a:lnTo>
                    <a:lnTo>
                      <a:pt x="2678022" y="369964"/>
                    </a:lnTo>
                    <a:lnTo>
                      <a:pt x="2719494" y="187384"/>
                    </a:lnTo>
                    <a:cubicBezTo>
                      <a:pt x="2721903" y="176830"/>
                      <a:pt x="2723107" y="168168"/>
                      <a:pt x="2723107" y="161400"/>
                    </a:cubicBezTo>
                    <a:cubicBezTo>
                      <a:pt x="2723107" y="156811"/>
                      <a:pt x="2722362" y="153484"/>
                      <a:pt x="2720870" y="151419"/>
                    </a:cubicBezTo>
                    <a:cubicBezTo>
                      <a:pt x="2719379" y="149354"/>
                      <a:pt x="2717027" y="148321"/>
                      <a:pt x="2713815" y="148321"/>
                    </a:cubicBezTo>
                    <a:cubicBezTo>
                      <a:pt x="2710259" y="148321"/>
                      <a:pt x="2706502" y="149784"/>
                      <a:pt x="2702544" y="152709"/>
                    </a:cubicBezTo>
                    <a:cubicBezTo>
                      <a:pt x="2698586" y="155635"/>
                      <a:pt x="2693165" y="160941"/>
                      <a:pt x="2686282" y="168627"/>
                    </a:cubicBezTo>
                    <a:lnTo>
                      <a:pt x="2676473" y="158990"/>
                    </a:lnTo>
                    <a:cubicBezTo>
                      <a:pt x="2686798" y="148207"/>
                      <a:pt x="2695545" y="140434"/>
                      <a:pt x="2702716" y="135673"/>
                    </a:cubicBezTo>
                    <a:cubicBezTo>
                      <a:pt x="2709886" y="130912"/>
                      <a:pt x="2717830" y="128532"/>
                      <a:pt x="2726549" y="128532"/>
                    </a:cubicBezTo>
                    <a:close/>
                    <a:moveTo>
                      <a:pt x="1535924" y="128532"/>
                    </a:moveTo>
                    <a:cubicBezTo>
                      <a:pt x="1543152" y="128532"/>
                      <a:pt x="1548859" y="130912"/>
                      <a:pt x="1553046" y="135673"/>
                    </a:cubicBezTo>
                    <a:cubicBezTo>
                      <a:pt x="1557234" y="140434"/>
                      <a:pt x="1559327" y="146658"/>
                      <a:pt x="1559327" y="154344"/>
                    </a:cubicBezTo>
                    <a:cubicBezTo>
                      <a:pt x="1559327" y="160424"/>
                      <a:pt x="1557951" y="167193"/>
                      <a:pt x="1555197" y="174650"/>
                    </a:cubicBezTo>
                    <a:lnTo>
                      <a:pt x="1557262" y="175338"/>
                    </a:lnTo>
                    <a:cubicBezTo>
                      <a:pt x="1568505" y="159507"/>
                      <a:pt x="1579203" y="147776"/>
                      <a:pt x="1589356" y="140147"/>
                    </a:cubicBezTo>
                    <a:cubicBezTo>
                      <a:pt x="1599509" y="132518"/>
                      <a:pt x="1609977" y="128704"/>
                      <a:pt x="1620761" y="128704"/>
                    </a:cubicBezTo>
                    <a:cubicBezTo>
                      <a:pt x="1631430" y="128704"/>
                      <a:pt x="1639633" y="131773"/>
                      <a:pt x="1645369" y="137910"/>
                    </a:cubicBezTo>
                    <a:cubicBezTo>
                      <a:pt x="1651105" y="144048"/>
                      <a:pt x="1653973" y="152566"/>
                      <a:pt x="1653973" y="163465"/>
                    </a:cubicBezTo>
                    <a:cubicBezTo>
                      <a:pt x="1653973" y="170692"/>
                      <a:pt x="1652309" y="180960"/>
                      <a:pt x="1648982" y="194267"/>
                    </a:cubicBezTo>
                    <a:lnTo>
                      <a:pt x="1637797" y="239353"/>
                    </a:lnTo>
                    <a:cubicBezTo>
                      <a:pt x="1634700" y="251858"/>
                      <a:pt x="1633151" y="260691"/>
                      <a:pt x="1633151" y="265854"/>
                    </a:cubicBezTo>
                    <a:cubicBezTo>
                      <a:pt x="1633151" y="270443"/>
                      <a:pt x="1633897" y="273769"/>
                      <a:pt x="1635388" y="275834"/>
                    </a:cubicBezTo>
                    <a:cubicBezTo>
                      <a:pt x="1636879" y="277899"/>
                      <a:pt x="1639231" y="278932"/>
                      <a:pt x="1642443" y="278932"/>
                    </a:cubicBezTo>
                    <a:cubicBezTo>
                      <a:pt x="1645885" y="278932"/>
                      <a:pt x="1649556" y="277527"/>
                      <a:pt x="1653457" y="274716"/>
                    </a:cubicBezTo>
                    <a:cubicBezTo>
                      <a:pt x="1657357" y="271905"/>
                      <a:pt x="1662864" y="266542"/>
                      <a:pt x="1669976" y="258626"/>
                    </a:cubicBezTo>
                    <a:lnTo>
                      <a:pt x="1679785" y="268263"/>
                    </a:lnTo>
                    <a:cubicBezTo>
                      <a:pt x="1669919" y="278817"/>
                      <a:pt x="1661315" y="286532"/>
                      <a:pt x="1653973" y="291408"/>
                    </a:cubicBezTo>
                    <a:cubicBezTo>
                      <a:pt x="1646631" y="296284"/>
                      <a:pt x="1638256" y="298721"/>
                      <a:pt x="1628849" y="298721"/>
                    </a:cubicBezTo>
                    <a:cubicBezTo>
                      <a:pt x="1621392" y="298721"/>
                      <a:pt x="1615426" y="296054"/>
                      <a:pt x="1610952" y="290720"/>
                    </a:cubicBezTo>
                    <a:cubicBezTo>
                      <a:pt x="1606478" y="285385"/>
                      <a:pt x="1604241" y="278588"/>
                      <a:pt x="1604241" y="270328"/>
                    </a:cubicBezTo>
                    <a:cubicBezTo>
                      <a:pt x="1604241" y="262871"/>
                      <a:pt x="1606134" y="251915"/>
                      <a:pt x="1609920" y="237460"/>
                    </a:cubicBezTo>
                    <a:lnTo>
                      <a:pt x="1617491" y="207690"/>
                    </a:lnTo>
                    <a:cubicBezTo>
                      <a:pt x="1620245" y="196906"/>
                      <a:pt x="1622051" y="188933"/>
                      <a:pt x="1622912" y="183770"/>
                    </a:cubicBezTo>
                    <a:cubicBezTo>
                      <a:pt x="1623772" y="178608"/>
                      <a:pt x="1624203" y="174421"/>
                      <a:pt x="1624203" y="171208"/>
                    </a:cubicBezTo>
                    <a:cubicBezTo>
                      <a:pt x="1624203" y="163293"/>
                      <a:pt x="1622883" y="157585"/>
                      <a:pt x="1620245" y="154086"/>
                    </a:cubicBezTo>
                    <a:cubicBezTo>
                      <a:pt x="1617606" y="150587"/>
                      <a:pt x="1613304" y="148838"/>
                      <a:pt x="1607338" y="148838"/>
                    </a:cubicBezTo>
                    <a:cubicBezTo>
                      <a:pt x="1602520" y="148838"/>
                      <a:pt x="1597329" y="150759"/>
                      <a:pt x="1591765" y="154602"/>
                    </a:cubicBezTo>
                    <a:cubicBezTo>
                      <a:pt x="1586201" y="158446"/>
                      <a:pt x="1580293" y="164239"/>
                      <a:pt x="1574040" y="171983"/>
                    </a:cubicBezTo>
                    <a:cubicBezTo>
                      <a:pt x="1567788" y="179726"/>
                      <a:pt x="1562769" y="187241"/>
                      <a:pt x="1558983" y="194525"/>
                    </a:cubicBezTo>
                    <a:cubicBezTo>
                      <a:pt x="1555197" y="201810"/>
                      <a:pt x="1552100" y="210787"/>
                      <a:pt x="1549691" y="221456"/>
                    </a:cubicBezTo>
                    <a:lnTo>
                      <a:pt x="1533343" y="295968"/>
                    </a:lnTo>
                    <a:lnTo>
                      <a:pt x="1503573" y="295968"/>
                    </a:lnTo>
                    <a:lnTo>
                      <a:pt x="1528697" y="186868"/>
                    </a:lnTo>
                    <a:cubicBezTo>
                      <a:pt x="1531221" y="175855"/>
                      <a:pt x="1532483" y="167365"/>
                      <a:pt x="1532483" y="161400"/>
                    </a:cubicBezTo>
                    <a:cubicBezTo>
                      <a:pt x="1532483" y="156811"/>
                      <a:pt x="1531737" y="153484"/>
                      <a:pt x="1530245" y="151419"/>
                    </a:cubicBezTo>
                    <a:cubicBezTo>
                      <a:pt x="1528754" y="149354"/>
                      <a:pt x="1526402" y="148321"/>
                      <a:pt x="1523190" y="148321"/>
                    </a:cubicBezTo>
                    <a:cubicBezTo>
                      <a:pt x="1519634" y="148321"/>
                      <a:pt x="1515877" y="149784"/>
                      <a:pt x="1511919" y="152709"/>
                    </a:cubicBezTo>
                    <a:cubicBezTo>
                      <a:pt x="1507961" y="155635"/>
                      <a:pt x="1502540" y="160941"/>
                      <a:pt x="1495657" y="168627"/>
                    </a:cubicBezTo>
                    <a:lnTo>
                      <a:pt x="1485848" y="158990"/>
                    </a:lnTo>
                    <a:cubicBezTo>
                      <a:pt x="1496403" y="147977"/>
                      <a:pt x="1505179" y="140147"/>
                      <a:pt x="1512177" y="135501"/>
                    </a:cubicBezTo>
                    <a:cubicBezTo>
                      <a:pt x="1519175" y="130855"/>
                      <a:pt x="1527091" y="128532"/>
                      <a:pt x="1535924" y="128532"/>
                    </a:cubicBezTo>
                    <a:close/>
                    <a:moveTo>
                      <a:pt x="3847602" y="84939"/>
                    </a:moveTo>
                    <a:cubicBezTo>
                      <a:pt x="3842997" y="84939"/>
                      <a:pt x="3838456" y="86069"/>
                      <a:pt x="3833977" y="88330"/>
                    </a:cubicBezTo>
                    <a:cubicBezTo>
                      <a:pt x="3829498" y="90590"/>
                      <a:pt x="3825270" y="93792"/>
                      <a:pt x="3821294" y="97936"/>
                    </a:cubicBezTo>
                    <a:cubicBezTo>
                      <a:pt x="3817317" y="102080"/>
                      <a:pt x="3813697" y="107103"/>
                      <a:pt x="3810432" y="113005"/>
                    </a:cubicBezTo>
                    <a:cubicBezTo>
                      <a:pt x="3807167" y="118907"/>
                      <a:pt x="3804446" y="125499"/>
                      <a:pt x="3802270" y="132783"/>
                    </a:cubicBezTo>
                    <a:cubicBezTo>
                      <a:pt x="3812901" y="132699"/>
                      <a:pt x="3822047" y="131862"/>
                      <a:pt x="3829707" y="130271"/>
                    </a:cubicBezTo>
                    <a:cubicBezTo>
                      <a:pt x="3837367" y="128681"/>
                      <a:pt x="3843646" y="126504"/>
                      <a:pt x="3848543" y="123741"/>
                    </a:cubicBezTo>
                    <a:cubicBezTo>
                      <a:pt x="3853441" y="120979"/>
                      <a:pt x="3857041" y="117714"/>
                      <a:pt x="3859343" y="113947"/>
                    </a:cubicBezTo>
                    <a:cubicBezTo>
                      <a:pt x="3861645" y="110179"/>
                      <a:pt x="3862796" y="106036"/>
                      <a:pt x="3862796" y="101515"/>
                    </a:cubicBezTo>
                    <a:cubicBezTo>
                      <a:pt x="3862796" y="96325"/>
                      <a:pt x="3861498" y="92264"/>
                      <a:pt x="3858903" y="89334"/>
                    </a:cubicBezTo>
                    <a:cubicBezTo>
                      <a:pt x="3856308" y="86404"/>
                      <a:pt x="3852541" y="84939"/>
                      <a:pt x="3847602" y="84939"/>
                    </a:cubicBezTo>
                    <a:close/>
                    <a:moveTo>
                      <a:pt x="2448868" y="84651"/>
                    </a:moveTo>
                    <a:lnTo>
                      <a:pt x="2473304" y="84651"/>
                    </a:lnTo>
                    <a:lnTo>
                      <a:pt x="2473304" y="183770"/>
                    </a:lnTo>
                    <a:lnTo>
                      <a:pt x="2567089" y="183770"/>
                    </a:lnTo>
                    <a:lnTo>
                      <a:pt x="2567089" y="206657"/>
                    </a:lnTo>
                    <a:lnTo>
                      <a:pt x="2473304" y="206657"/>
                    </a:lnTo>
                    <a:lnTo>
                      <a:pt x="2473304" y="305777"/>
                    </a:lnTo>
                    <a:lnTo>
                      <a:pt x="2448868" y="305777"/>
                    </a:lnTo>
                    <a:lnTo>
                      <a:pt x="2448868" y="206657"/>
                    </a:lnTo>
                    <a:lnTo>
                      <a:pt x="2355083" y="206657"/>
                    </a:lnTo>
                    <a:lnTo>
                      <a:pt x="2355083" y="183770"/>
                    </a:lnTo>
                    <a:lnTo>
                      <a:pt x="2448868" y="183770"/>
                    </a:lnTo>
                    <a:close/>
                    <a:moveTo>
                      <a:pt x="3853001" y="72507"/>
                    </a:moveTo>
                    <a:cubicBezTo>
                      <a:pt x="3863717" y="72507"/>
                      <a:pt x="3871858" y="74851"/>
                      <a:pt x="3877425" y="79539"/>
                    </a:cubicBezTo>
                    <a:cubicBezTo>
                      <a:pt x="3882992" y="84228"/>
                      <a:pt x="3885776" y="90883"/>
                      <a:pt x="3885776" y="99506"/>
                    </a:cubicBezTo>
                    <a:cubicBezTo>
                      <a:pt x="3885776" y="129811"/>
                      <a:pt x="3857103" y="144963"/>
                      <a:pt x="3799758" y="144963"/>
                    </a:cubicBezTo>
                    <a:cubicBezTo>
                      <a:pt x="3799339" y="147140"/>
                      <a:pt x="3799005" y="149505"/>
                      <a:pt x="3798753" y="152058"/>
                    </a:cubicBezTo>
                    <a:cubicBezTo>
                      <a:pt x="3798502" y="154612"/>
                      <a:pt x="3798377" y="157395"/>
                      <a:pt x="3798377" y="160409"/>
                    </a:cubicBezTo>
                    <a:cubicBezTo>
                      <a:pt x="3798377" y="169534"/>
                      <a:pt x="3800239" y="176189"/>
                      <a:pt x="3803965" y="180375"/>
                    </a:cubicBezTo>
                    <a:cubicBezTo>
                      <a:pt x="3807690" y="184561"/>
                      <a:pt x="3813487" y="186654"/>
                      <a:pt x="3821357" y="186654"/>
                    </a:cubicBezTo>
                    <a:cubicBezTo>
                      <a:pt x="3825459" y="186654"/>
                      <a:pt x="3829352" y="186214"/>
                      <a:pt x="3833035" y="185335"/>
                    </a:cubicBezTo>
                    <a:cubicBezTo>
                      <a:pt x="3836719" y="184456"/>
                      <a:pt x="3840339" y="183096"/>
                      <a:pt x="3843897" y="181254"/>
                    </a:cubicBezTo>
                    <a:cubicBezTo>
                      <a:pt x="3847455" y="179412"/>
                      <a:pt x="3851034" y="177047"/>
                      <a:pt x="3854634" y="174159"/>
                    </a:cubicBezTo>
                    <a:cubicBezTo>
                      <a:pt x="3858234" y="171271"/>
                      <a:pt x="3862001" y="167818"/>
                      <a:pt x="3865935" y="163799"/>
                    </a:cubicBezTo>
                    <a:lnTo>
                      <a:pt x="3875353" y="173971"/>
                    </a:lnTo>
                    <a:cubicBezTo>
                      <a:pt x="3865642" y="183598"/>
                      <a:pt x="3855952" y="190840"/>
                      <a:pt x="3846283" y="195695"/>
                    </a:cubicBezTo>
                    <a:cubicBezTo>
                      <a:pt x="3836614" y="200551"/>
                      <a:pt x="3826212" y="202978"/>
                      <a:pt x="3815078" y="202978"/>
                    </a:cubicBezTo>
                    <a:cubicBezTo>
                      <a:pt x="3808548" y="202978"/>
                      <a:pt x="3802751" y="201995"/>
                      <a:pt x="3797686" y="200027"/>
                    </a:cubicBezTo>
                    <a:cubicBezTo>
                      <a:pt x="3792621" y="198060"/>
                      <a:pt x="3788352" y="195193"/>
                      <a:pt x="3784878" y="191426"/>
                    </a:cubicBezTo>
                    <a:cubicBezTo>
                      <a:pt x="3781403" y="187658"/>
                      <a:pt x="3778766" y="183075"/>
                      <a:pt x="3776966" y="177675"/>
                    </a:cubicBezTo>
                    <a:cubicBezTo>
                      <a:pt x="3775167" y="172276"/>
                      <a:pt x="3774267" y="166185"/>
                      <a:pt x="3774267" y="159404"/>
                    </a:cubicBezTo>
                    <a:cubicBezTo>
                      <a:pt x="3774267" y="154633"/>
                      <a:pt x="3774685" y="149672"/>
                      <a:pt x="3775522" y="144524"/>
                    </a:cubicBezTo>
                    <a:cubicBezTo>
                      <a:pt x="3776359" y="139375"/>
                      <a:pt x="3777657" y="134227"/>
                      <a:pt x="3779415" y="129078"/>
                    </a:cubicBezTo>
                    <a:cubicBezTo>
                      <a:pt x="3781173" y="123930"/>
                      <a:pt x="3783350" y="118907"/>
                      <a:pt x="3785945" y="114009"/>
                    </a:cubicBezTo>
                    <a:cubicBezTo>
                      <a:pt x="3788540" y="109112"/>
                      <a:pt x="3791596" y="104529"/>
                      <a:pt x="3795112" y="100259"/>
                    </a:cubicBezTo>
                    <a:cubicBezTo>
                      <a:pt x="3802144" y="91553"/>
                      <a:pt x="3810620" y="84751"/>
                      <a:pt x="3820540" y="79853"/>
                    </a:cubicBezTo>
                    <a:cubicBezTo>
                      <a:pt x="3830461" y="74956"/>
                      <a:pt x="3841281" y="72507"/>
                      <a:pt x="3853001" y="72507"/>
                    </a:cubicBezTo>
                    <a:close/>
                    <a:moveTo>
                      <a:pt x="3108237" y="61075"/>
                    </a:moveTo>
                    <a:lnTo>
                      <a:pt x="3177070" y="61075"/>
                    </a:lnTo>
                    <a:lnTo>
                      <a:pt x="3175178" y="69508"/>
                    </a:lnTo>
                    <a:cubicBezTo>
                      <a:pt x="3170818" y="70425"/>
                      <a:pt x="3167692" y="71458"/>
                      <a:pt x="3165799" y="72605"/>
                    </a:cubicBezTo>
                    <a:cubicBezTo>
                      <a:pt x="3163906" y="73752"/>
                      <a:pt x="3162214" y="75473"/>
                      <a:pt x="3160723" y="77767"/>
                    </a:cubicBezTo>
                    <a:cubicBezTo>
                      <a:pt x="3159231" y="80062"/>
                      <a:pt x="3157682" y="83647"/>
                      <a:pt x="3156076" y="88523"/>
                    </a:cubicBezTo>
                    <a:cubicBezTo>
                      <a:pt x="3154470" y="93398"/>
                      <a:pt x="3152463" y="101343"/>
                      <a:pt x="3150054" y="112356"/>
                    </a:cubicBezTo>
                    <a:lnTo>
                      <a:pt x="3113228" y="280137"/>
                    </a:lnTo>
                    <a:lnTo>
                      <a:pt x="3155560" y="280137"/>
                    </a:lnTo>
                    <a:cubicBezTo>
                      <a:pt x="3163247" y="280137"/>
                      <a:pt x="3169298" y="279391"/>
                      <a:pt x="3173715" y="277899"/>
                    </a:cubicBezTo>
                    <a:cubicBezTo>
                      <a:pt x="3178132" y="276408"/>
                      <a:pt x="3182319" y="273683"/>
                      <a:pt x="3186277" y="269726"/>
                    </a:cubicBezTo>
                    <a:cubicBezTo>
                      <a:pt x="3190235" y="265768"/>
                      <a:pt x="3194107" y="260404"/>
                      <a:pt x="3197892" y="253636"/>
                    </a:cubicBezTo>
                    <a:cubicBezTo>
                      <a:pt x="3201678" y="246867"/>
                      <a:pt x="3205521" y="238435"/>
                      <a:pt x="3209422" y="228340"/>
                    </a:cubicBezTo>
                    <a:lnTo>
                      <a:pt x="3226114" y="228340"/>
                    </a:lnTo>
                    <a:lnTo>
                      <a:pt x="3208734" y="295968"/>
                    </a:lnTo>
                    <a:lnTo>
                      <a:pt x="3063152" y="295968"/>
                    </a:lnTo>
                    <a:lnTo>
                      <a:pt x="3065045" y="287536"/>
                    </a:lnTo>
                    <a:cubicBezTo>
                      <a:pt x="3069404" y="286848"/>
                      <a:pt x="3072674" y="285729"/>
                      <a:pt x="3074853" y="284180"/>
                    </a:cubicBezTo>
                    <a:cubicBezTo>
                      <a:pt x="3077033" y="282632"/>
                      <a:pt x="3078869" y="280481"/>
                      <a:pt x="3080360" y="277727"/>
                    </a:cubicBezTo>
                    <a:cubicBezTo>
                      <a:pt x="3081852" y="274974"/>
                      <a:pt x="3083228" y="271618"/>
                      <a:pt x="3084490" y="267661"/>
                    </a:cubicBezTo>
                    <a:cubicBezTo>
                      <a:pt x="3085752" y="263703"/>
                      <a:pt x="3087645" y="256045"/>
                      <a:pt x="3090169" y="244688"/>
                    </a:cubicBezTo>
                    <a:lnTo>
                      <a:pt x="3119423" y="112184"/>
                    </a:lnTo>
                    <a:cubicBezTo>
                      <a:pt x="3121947" y="100712"/>
                      <a:pt x="3123209" y="91477"/>
                      <a:pt x="3123209" y="84479"/>
                    </a:cubicBezTo>
                    <a:cubicBezTo>
                      <a:pt x="3123209" y="79087"/>
                      <a:pt x="3121861" y="75330"/>
                      <a:pt x="3119165" y="73207"/>
                    </a:cubicBezTo>
                    <a:cubicBezTo>
                      <a:pt x="3116469" y="71085"/>
                      <a:pt x="3112195" y="69852"/>
                      <a:pt x="3106345" y="69508"/>
                    </a:cubicBezTo>
                    <a:close/>
                    <a:moveTo>
                      <a:pt x="1927138" y="61075"/>
                    </a:moveTo>
                    <a:lnTo>
                      <a:pt x="1995971" y="61075"/>
                    </a:lnTo>
                    <a:lnTo>
                      <a:pt x="1994078" y="69508"/>
                    </a:lnTo>
                    <a:cubicBezTo>
                      <a:pt x="1989718" y="70425"/>
                      <a:pt x="1986592" y="71458"/>
                      <a:pt x="1984699" y="72605"/>
                    </a:cubicBezTo>
                    <a:cubicBezTo>
                      <a:pt x="1982806" y="73752"/>
                      <a:pt x="1981114" y="75473"/>
                      <a:pt x="1979623" y="77767"/>
                    </a:cubicBezTo>
                    <a:cubicBezTo>
                      <a:pt x="1978131" y="80062"/>
                      <a:pt x="1976583" y="83647"/>
                      <a:pt x="1974976" y="88523"/>
                    </a:cubicBezTo>
                    <a:cubicBezTo>
                      <a:pt x="1973370" y="93398"/>
                      <a:pt x="1971363" y="101343"/>
                      <a:pt x="1968954" y="112356"/>
                    </a:cubicBezTo>
                    <a:lnTo>
                      <a:pt x="1932128" y="280137"/>
                    </a:lnTo>
                    <a:lnTo>
                      <a:pt x="1974460" y="280137"/>
                    </a:lnTo>
                    <a:cubicBezTo>
                      <a:pt x="1982147" y="280137"/>
                      <a:pt x="1988198" y="279391"/>
                      <a:pt x="1992615" y="277899"/>
                    </a:cubicBezTo>
                    <a:cubicBezTo>
                      <a:pt x="1997032" y="276408"/>
                      <a:pt x="2001219" y="273683"/>
                      <a:pt x="2005177" y="269726"/>
                    </a:cubicBezTo>
                    <a:cubicBezTo>
                      <a:pt x="2009135" y="265768"/>
                      <a:pt x="2013007" y="260404"/>
                      <a:pt x="2016792" y="253636"/>
                    </a:cubicBezTo>
                    <a:cubicBezTo>
                      <a:pt x="2020578" y="246867"/>
                      <a:pt x="2024421" y="238435"/>
                      <a:pt x="2028322" y="228340"/>
                    </a:cubicBezTo>
                    <a:lnTo>
                      <a:pt x="2045014" y="228340"/>
                    </a:lnTo>
                    <a:lnTo>
                      <a:pt x="2027634" y="295968"/>
                    </a:lnTo>
                    <a:lnTo>
                      <a:pt x="1882052" y="295968"/>
                    </a:lnTo>
                    <a:lnTo>
                      <a:pt x="1883945" y="287536"/>
                    </a:lnTo>
                    <a:cubicBezTo>
                      <a:pt x="1888304" y="286848"/>
                      <a:pt x="1891574" y="285729"/>
                      <a:pt x="1893754" y="284180"/>
                    </a:cubicBezTo>
                    <a:cubicBezTo>
                      <a:pt x="1895933" y="282632"/>
                      <a:pt x="1897769" y="280481"/>
                      <a:pt x="1899260" y="277727"/>
                    </a:cubicBezTo>
                    <a:cubicBezTo>
                      <a:pt x="1900751" y="274974"/>
                      <a:pt x="1902128" y="271618"/>
                      <a:pt x="1903390" y="267661"/>
                    </a:cubicBezTo>
                    <a:cubicBezTo>
                      <a:pt x="1904652" y="263703"/>
                      <a:pt x="1906545" y="256045"/>
                      <a:pt x="1909069" y="244688"/>
                    </a:cubicBezTo>
                    <a:lnTo>
                      <a:pt x="1938323" y="112184"/>
                    </a:lnTo>
                    <a:cubicBezTo>
                      <a:pt x="1940847" y="100712"/>
                      <a:pt x="1942109" y="91477"/>
                      <a:pt x="1942109" y="84479"/>
                    </a:cubicBezTo>
                    <a:cubicBezTo>
                      <a:pt x="1942109" y="79087"/>
                      <a:pt x="1940761" y="75330"/>
                      <a:pt x="1938065" y="73207"/>
                    </a:cubicBezTo>
                    <a:cubicBezTo>
                      <a:pt x="1935369" y="71085"/>
                      <a:pt x="1931095" y="69852"/>
                      <a:pt x="1925245" y="69508"/>
                    </a:cubicBezTo>
                    <a:close/>
                    <a:moveTo>
                      <a:pt x="3913877" y="37849"/>
                    </a:moveTo>
                    <a:lnTo>
                      <a:pt x="3968752" y="37849"/>
                    </a:lnTo>
                    <a:lnTo>
                      <a:pt x="3966869" y="45760"/>
                    </a:lnTo>
                    <a:cubicBezTo>
                      <a:pt x="3964106" y="46011"/>
                      <a:pt x="3961804" y="46555"/>
                      <a:pt x="3959962" y="47393"/>
                    </a:cubicBezTo>
                    <a:cubicBezTo>
                      <a:pt x="3958120" y="48230"/>
                      <a:pt x="3956676" y="49423"/>
                      <a:pt x="3955630" y="50971"/>
                    </a:cubicBezTo>
                    <a:cubicBezTo>
                      <a:pt x="3954583" y="52520"/>
                      <a:pt x="3953851" y="54488"/>
                      <a:pt x="3953432" y="56873"/>
                    </a:cubicBezTo>
                    <a:cubicBezTo>
                      <a:pt x="3953014" y="59259"/>
                      <a:pt x="3952805" y="62168"/>
                      <a:pt x="3952805" y="65601"/>
                    </a:cubicBezTo>
                    <a:cubicBezTo>
                      <a:pt x="3952805" y="66605"/>
                      <a:pt x="3952846" y="68008"/>
                      <a:pt x="3952930" y="69808"/>
                    </a:cubicBezTo>
                    <a:cubicBezTo>
                      <a:pt x="3953014" y="71607"/>
                      <a:pt x="3953139" y="74014"/>
                      <a:pt x="3953307" y="77028"/>
                    </a:cubicBezTo>
                    <a:cubicBezTo>
                      <a:pt x="3953809" y="85400"/>
                      <a:pt x="3954332" y="93939"/>
                      <a:pt x="3954876" y="102645"/>
                    </a:cubicBezTo>
                    <a:cubicBezTo>
                      <a:pt x="3955421" y="111351"/>
                      <a:pt x="3955944" y="119807"/>
                      <a:pt x="3956446" y="128011"/>
                    </a:cubicBezTo>
                    <a:cubicBezTo>
                      <a:pt x="3956948" y="136215"/>
                      <a:pt x="3957388" y="144022"/>
                      <a:pt x="3957765" y="151430"/>
                    </a:cubicBezTo>
                    <a:cubicBezTo>
                      <a:pt x="3958141" y="158839"/>
                      <a:pt x="3958330" y="165390"/>
                      <a:pt x="3958330" y="171083"/>
                    </a:cubicBezTo>
                    <a:lnTo>
                      <a:pt x="3959585" y="171083"/>
                    </a:lnTo>
                    <a:lnTo>
                      <a:pt x="4010317" y="86195"/>
                    </a:lnTo>
                    <a:cubicBezTo>
                      <a:pt x="4012829" y="82093"/>
                      <a:pt x="4014880" y="78535"/>
                      <a:pt x="4016470" y="75521"/>
                    </a:cubicBezTo>
                    <a:cubicBezTo>
                      <a:pt x="4018061" y="72507"/>
                      <a:pt x="4019317" y="69870"/>
                      <a:pt x="4020238" y="67610"/>
                    </a:cubicBezTo>
                    <a:cubicBezTo>
                      <a:pt x="4021158" y="65350"/>
                      <a:pt x="4021807" y="63320"/>
                      <a:pt x="4022184" y="61520"/>
                    </a:cubicBezTo>
                    <a:cubicBezTo>
                      <a:pt x="4022561" y="59720"/>
                      <a:pt x="4022749" y="57899"/>
                      <a:pt x="4022749" y="56057"/>
                    </a:cubicBezTo>
                    <a:cubicBezTo>
                      <a:pt x="4022749" y="49779"/>
                      <a:pt x="4018312" y="46346"/>
                      <a:pt x="4009438" y="45760"/>
                    </a:cubicBezTo>
                    <a:lnTo>
                      <a:pt x="4011071" y="37849"/>
                    </a:lnTo>
                    <a:lnTo>
                      <a:pt x="4065946" y="37849"/>
                    </a:lnTo>
                    <a:lnTo>
                      <a:pt x="4064440" y="45760"/>
                    </a:lnTo>
                    <a:cubicBezTo>
                      <a:pt x="4062598" y="46011"/>
                      <a:pt x="4060903" y="46346"/>
                      <a:pt x="4059354" y="46765"/>
                    </a:cubicBezTo>
                    <a:cubicBezTo>
                      <a:pt x="4057805" y="47183"/>
                      <a:pt x="4056110" y="48251"/>
                      <a:pt x="4054268" y="49967"/>
                    </a:cubicBezTo>
                    <a:cubicBezTo>
                      <a:pt x="4052426" y="51683"/>
                      <a:pt x="4050271" y="54236"/>
                      <a:pt x="4047801" y="57627"/>
                    </a:cubicBezTo>
                    <a:cubicBezTo>
                      <a:pt x="4045331" y="61017"/>
                      <a:pt x="4042213" y="65726"/>
                      <a:pt x="4038446" y="71754"/>
                    </a:cubicBezTo>
                    <a:lnTo>
                      <a:pt x="3957576" y="203104"/>
                    </a:lnTo>
                    <a:lnTo>
                      <a:pt x="3939243" y="203104"/>
                    </a:lnTo>
                    <a:cubicBezTo>
                      <a:pt x="3937401" y="180836"/>
                      <a:pt x="3935580" y="158714"/>
                      <a:pt x="3933780" y="136738"/>
                    </a:cubicBezTo>
                    <a:cubicBezTo>
                      <a:pt x="3931980" y="114763"/>
                      <a:pt x="3930201" y="92515"/>
                      <a:pt x="3928443" y="69996"/>
                    </a:cubicBezTo>
                    <a:cubicBezTo>
                      <a:pt x="3928108" y="66061"/>
                      <a:pt x="3927627" y="62671"/>
                      <a:pt x="3926999" y="59824"/>
                    </a:cubicBezTo>
                    <a:cubicBezTo>
                      <a:pt x="3926371" y="56978"/>
                      <a:pt x="3925408" y="54550"/>
                      <a:pt x="3924111" y="52541"/>
                    </a:cubicBezTo>
                    <a:cubicBezTo>
                      <a:pt x="3922813" y="50532"/>
                      <a:pt x="3921223" y="48983"/>
                      <a:pt x="3919339" y="47895"/>
                    </a:cubicBezTo>
                    <a:cubicBezTo>
                      <a:pt x="3917455" y="46807"/>
                      <a:pt x="3915049" y="46095"/>
                      <a:pt x="3912119" y="45760"/>
                    </a:cubicBezTo>
                    <a:close/>
                    <a:moveTo>
                      <a:pt x="2946833" y="12181"/>
                    </a:moveTo>
                    <a:cubicBezTo>
                      <a:pt x="2940973" y="12181"/>
                      <a:pt x="2936076" y="13709"/>
                      <a:pt x="2932141" y="16764"/>
                    </a:cubicBezTo>
                    <a:cubicBezTo>
                      <a:pt x="2928207" y="19820"/>
                      <a:pt x="2925088" y="24299"/>
                      <a:pt x="2922786" y="30201"/>
                    </a:cubicBezTo>
                    <a:cubicBezTo>
                      <a:pt x="2920484" y="36103"/>
                      <a:pt x="2918851" y="43302"/>
                      <a:pt x="2917889" y="51799"/>
                    </a:cubicBezTo>
                    <a:cubicBezTo>
                      <a:pt x="2916926" y="60296"/>
                      <a:pt x="2916445" y="69945"/>
                      <a:pt x="2916445" y="80744"/>
                    </a:cubicBezTo>
                    <a:cubicBezTo>
                      <a:pt x="2916445" y="93218"/>
                      <a:pt x="2917051" y="103996"/>
                      <a:pt x="2918265" y="113079"/>
                    </a:cubicBezTo>
                    <a:cubicBezTo>
                      <a:pt x="2919479" y="122162"/>
                      <a:pt x="2921363" y="129634"/>
                      <a:pt x="2923916" y="135494"/>
                    </a:cubicBezTo>
                    <a:cubicBezTo>
                      <a:pt x="2926469" y="141354"/>
                      <a:pt x="2929672" y="145666"/>
                      <a:pt x="2933523" y="148428"/>
                    </a:cubicBezTo>
                    <a:cubicBezTo>
                      <a:pt x="2937373" y="151191"/>
                      <a:pt x="2941978" y="152572"/>
                      <a:pt x="2947336" y="152572"/>
                    </a:cubicBezTo>
                    <a:cubicBezTo>
                      <a:pt x="2952359" y="152572"/>
                      <a:pt x="2956754" y="151275"/>
                      <a:pt x="2960521" y="148679"/>
                    </a:cubicBezTo>
                    <a:cubicBezTo>
                      <a:pt x="2964288" y="146084"/>
                      <a:pt x="2967407" y="142045"/>
                      <a:pt x="2969876" y="136562"/>
                    </a:cubicBezTo>
                    <a:cubicBezTo>
                      <a:pt x="2972346" y="131078"/>
                      <a:pt x="2974208" y="124130"/>
                      <a:pt x="2975464" y="115716"/>
                    </a:cubicBezTo>
                    <a:cubicBezTo>
                      <a:pt x="2976720" y="107303"/>
                      <a:pt x="2977348" y="97362"/>
                      <a:pt x="2977348" y="85893"/>
                    </a:cubicBezTo>
                    <a:cubicBezTo>
                      <a:pt x="2977348" y="73000"/>
                      <a:pt x="2976657" y="61908"/>
                      <a:pt x="2975276" y="52616"/>
                    </a:cubicBezTo>
                    <a:cubicBezTo>
                      <a:pt x="2973894" y="43323"/>
                      <a:pt x="2971948" y="35684"/>
                      <a:pt x="2969437" y="29698"/>
                    </a:cubicBezTo>
                    <a:cubicBezTo>
                      <a:pt x="2966925" y="23713"/>
                      <a:pt x="2963765" y="19297"/>
                      <a:pt x="2959956" y="16450"/>
                    </a:cubicBezTo>
                    <a:cubicBezTo>
                      <a:pt x="2956147" y="13604"/>
                      <a:pt x="2951773" y="12181"/>
                      <a:pt x="2946833" y="12181"/>
                    </a:cubicBezTo>
                    <a:close/>
                    <a:moveTo>
                      <a:pt x="1765733" y="12181"/>
                    </a:moveTo>
                    <a:cubicBezTo>
                      <a:pt x="1759873" y="12181"/>
                      <a:pt x="1754976" y="13709"/>
                      <a:pt x="1751041" y="16764"/>
                    </a:cubicBezTo>
                    <a:cubicBezTo>
                      <a:pt x="1747107" y="19820"/>
                      <a:pt x="1743988" y="24299"/>
                      <a:pt x="1741686" y="30201"/>
                    </a:cubicBezTo>
                    <a:cubicBezTo>
                      <a:pt x="1739384" y="36103"/>
                      <a:pt x="1737751" y="43302"/>
                      <a:pt x="1736789" y="51799"/>
                    </a:cubicBezTo>
                    <a:cubicBezTo>
                      <a:pt x="1735826" y="60296"/>
                      <a:pt x="1735345" y="69945"/>
                      <a:pt x="1735345" y="80744"/>
                    </a:cubicBezTo>
                    <a:cubicBezTo>
                      <a:pt x="1735345" y="93218"/>
                      <a:pt x="1735952" y="103996"/>
                      <a:pt x="1737165" y="113079"/>
                    </a:cubicBezTo>
                    <a:cubicBezTo>
                      <a:pt x="1738379" y="122162"/>
                      <a:pt x="1740263" y="129634"/>
                      <a:pt x="1742816" y="135494"/>
                    </a:cubicBezTo>
                    <a:cubicBezTo>
                      <a:pt x="1745370" y="141354"/>
                      <a:pt x="1748572" y="145666"/>
                      <a:pt x="1752423" y="148428"/>
                    </a:cubicBezTo>
                    <a:cubicBezTo>
                      <a:pt x="1756274" y="151191"/>
                      <a:pt x="1760878" y="152572"/>
                      <a:pt x="1766236" y="152572"/>
                    </a:cubicBezTo>
                    <a:cubicBezTo>
                      <a:pt x="1771259" y="152572"/>
                      <a:pt x="1775654" y="151275"/>
                      <a:pt x="1779421" y="148679"/>
                    </a:cubicBezTo>
                    <a:cubicBezTo>
                      <a:pt x="1783188" y="146084"/>
                      <a:pt x="1786307" y="142045"/>
                      <a:pt x="1788776" y="136562"/>
                    </a:cubicBezTo>
                    <a:cubicBezTo>
                      <a:pt x="1791246" y="131078"/>
                      <a:pt x="1793108" y="124130"/>
                      <a:pt x="1794364" y="115716"/>
                    </a:cubicBezTo>
                    <a:cubicBezTo>
                      <a:pt x="1795620" y="107303"/>
                      <a:pt x="1796248" y="97362"/>
                      <a:pt x="1796248" y="85893"/>
                    </a:cubicBezTo>
                    <a:cubicBezTo>
                      <a:pt x="1796248" y="73000"/>
                      <a:pt x="1795557" y="61908"/>
                      <a:pt x="1794176" y="52616"/>
                    </a:cubicBezTo>
                    <a:cubicBezTo>
                      <a:pt x="1792795" y="43323"/>
                      <a:pt x="1790848" y="35684"/>
                      <a:pt x="1788337" y="29698"/>
                    </a:cubicBezTo>
                    <a:cubicBezTo>
                      <a:pt x="1785825" y="23713"/>
                      <a:pt x="1782665" y="19297"/>
                      <a:pt x="1778856" y="16450"/>
                    </a:cubicBezTo>
                    <a:cubicBezTo>
                      <a:pt x="1775047" y="13604"/>
                      <a:pt x="1770673" y="12181"/>
                      <a:pt x="1765733" y="12181"/>
                    </a:cubicBezTo>
                    <a:close/>
                    <a:moveTo>
                      <a:pt x="2947336" y="0"/>
                    </a:moveTo>
                    <a:cubicBezTo>
                      <a:pt x="2957298" y="0"/>
                      <a:pt x="2965816" y="1863"/>
                      <a:pt x="2972890" y="5588"/>
                    </a:cubicBezTo>
                    <a:cubicBezTo>
                      <a:pt x="2979964" y="9314"/>
                      <a:pt x="2985740" y="14629"/>
                      <a:pt x="2990219" y="21536"/>
                    </a:cubicBezTo>
                    <a:cubicBezTo>
                      <a:pt x="2994698" y="28443"/>
                      <a:pt x="2997984" y="36877"/>
                      <a:pt x="3000077" y="46839"/>
                    </a:cubicBezTo>
                    <a:cubicBezTo>
                      <a:pt x="3002170" y="56801"/>
                      <a:pt x="3003216" y="68061"/>
                      <a:pt x="3003216" y="80618"/>
                    </a:cubicBezTo>
                    <a:cubicBezTo>
                      <a:pt x="3003216" y="108496"/>
                      <a:pt x="2998277" y="129571"/>
                      <a:pt x="2988398" y="143845"/>
                    </a:cubicBezTo>
                    <a:cubicBezTo>
                      <a:pt x="2978520" y="158118"/>
                      <a:pt x="2964204" y="165255"/>
                      <a:pt x="2945452" y="165255"/>
                    </a:cubicBezTo>
                    <a:cubicBezTo>
                      <a:pt x="2926867" y="165255"/>
                      <a:pt x="2913054" y="158516"/>
                      <a:pt x="2904013" y="145038"/>
                    </a:cubicBezTo>
                    <a:cubicBezTo>
                      <a:pt x="2894971" y="131560"/>
                      <a:pt x="2890451" y="111133"/>
                      <a:pt x="2890451" y="83758"/>
                    </a:cubicBezTo>
                    <a:cubicBezTo>
                      <a:pt x="2890451" y="69442"/>
                      <a:pt x="2891853" y="57052"/>
                      <a:pt x="2894657" y="46588"/>
                    </a:cubicBezTo>
                    <a:cubicBezTo>
                      <a:pt x="2897462" y="36124"/>
                      <a:pt x="2901397" y="27438"/>
                      <a:pt x="2906461" y="20531"/>
                    </a:cubicBezTo>
                    <a:cubicBezTo>
                      <a:pt x="2911526" y="13625"/>
                      <a:pt x="2917533" y="8476"/>
                      <a:pt x="2924481" y="5086"/>
                    </a:cubicBezTo>
                    <a:cubicBezTo>
                      <a:pt x="2931430" y="1695"/>
                      <a:pt x="2939048" y="0"/>
                      <a:pt x="2947336" y="0"/>
                    </a:cubicBezTo>
                    <a:close/>
                    <a:moveTo>
                      <a:pt x="1766236" y="0"/>
                    </a:moveTo>
                    <a:cubicBezTo>
                      <a:pt x="1776198" y="0"/>
                      <a:pt x="1784716" y="1863"/>
                      <a:pt x="1791790" y="5588"/>
                    </a:cubicBezTo>
                    <a:cubicBezTo>
                      <a:pt x="1798864" y="9314"/>
                      <a:pt x="1804640" y="14629"/>
                      <a:pt x="1809119" y="21536"/>
                    </a:cubicBezTo>
                    <a:cubicBezTo>
                      <a:pt x="1813598" y="28443"/>
                      <a:pt x="1816884" y="36877"/>
                      <a:pt x="1818977" y="46839"/>
                    </a:cubicBezTo>
                    <a:cubicBezTo>
                      <a:pt x="1821070" y="56801"/>
                      <a:pt x="1822116" y="68061"/>
                      <a:pt x="1822116" y="80618"/>
                    </a:cubicBezTo>
                    <a:cubicBezTo>
                      <a:pt x="1822116" y="108496"/>
                      <a:pt x="1817177" y="129571"/>
                      <a:pt x="1807298" y="143845"/>
                    </a:cubicBezTo>
                    <a:cubicBezTo>
                      <a:pt x="1797420" y="158118"/>
                      <a:pt x="1783104" y="165255"/>
                      <a:pt x="1764352" y="165255"/>
                    </a:cubicBezTo>
                    <a:cubicBezTo>
                      <a:pt x="1745767" y="165255"/>
                      <a:pt x="1731954" y="158516"/>
                      <a:pt x="1722913" y="145038"/>
                    </a:cubicBezTo>
                    <a:cubicBezTo>
                      <a:pt x="1713871" y="131560"/>
                      <a:pt x="1709351" y="111133"/>
                      <a:pt x="1709351" y="83758"/>
                    </a:cubicBezTo>
                    <a:cubicBezTo>
                      <a:pt x="1709351" y="69442"/>
                      <a:pt x="1710753" y="57052"/>
                      <a:pt x="1713558" y="46588"/>
                    </a:cubicBezTo>
                    <a:cubicBezTo>
                      <a:pt x="1716362" y="36124"/>
                      <a:pt x="1720297" y="27438"/>
                      <a:pt x="1725361" y="20531"/>
                    </a:cubicBezTo>
                    <a:cubicBezTo>
                      <a:pt x="1730426" y="13625"/>
                      <a:pt x="1736433" y="8476"/>
                      <a:pt x="1743381" y="5086"/>
                    </a:cubicBezTo>
                    <a:cubicBezTo>
                      <a:pt x="1750330" y="1695"/>
                      <a:pt x="1757948" y="0"/>
                      <a:pt x="176623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8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A823A0-C237-45E8-9101-1D559FDC6C5D}"/>
                  </a:ext>
                </a:extLst>
              </p:cNvPr>
              <p:cNvSpPr txBox="1"/>
              <p:nvPr/>
            </p:nvSpPr>
            <p:spPr>
              <a:xfrm>
                <a:off x="8816147" y="2843071"/>
                <a:ext cx="1498827" cy="1028862"/>
              </a:xfrm>
              <a:custGeom>
                <a:avLst/>
                <a:gdLst/>
                <a:ahLst/>
                <a:cxnLst/>
                <a:rect l="l" t="t" r="r" b="b"/>
                <a:pathLst>
                  <a:path w="1498827" h="1028862">
                    <a:moveTo>
                      <a:pt x="192607" y="996649"/>
                    </a:moveTo>
                    <a:cubicBezTo>
                      <a:pt x="195382" y="996649"/>
                      <a:pt x="197795" y="997674"/>
                      <a:pt x="199846" y="999725"/>
                    </a:cubicBezTo>
                    <a:cubicBezTo>
                      <a:pt x="201897" y="1001776"/>
                      <a:pt x="202923" y="1004189"/>
                      <a:pt x="202923" y="1006964"/>
                    </a:cubicBezTo>
                    <a:cubicBezTo>
                      <a:pt x="202923" y="1009739"/>
                      <a:pt x="201897" y="1012122"/>
                      <a:pt x="199846" y="1014113"/>
                    </a:cubicBezTo>
                    <a:cubicBezTo>
                      <a:pt x="197795" y="1016103"/>
                      <a:pt x="195382" y="1017099"/>
                      <a:pt x="192607" y="1017099"/>
                    </a:cubicBezTo>
                    <a:cubicBezTo>
                      <a:pt x="189832" y="1017099"/>
                      <a:pt x="187419" y="1016103"/>
                      <a:pt x="185368" y="1014113"/>
                    </a:cubicBezTo>
                    <a:cubicBezTo>
                      <a:pt x="183317" y="1012122"/>
                      <a:pt x="182291" y="1009739"/>
                      <a:pt x="182291" y="1006964"/>
                    </a:cubicBezTo>
                    <a:cubicBezTo>
                      <a:pt x="182291" y="1004189"/>
                      <a:pt x="183317" y="1001776"/>
                      <a:pt x="185368" y="999725"/>
                    </a:cubicBezTo>
                    <a:cubicBezTo>
                      <a:pt x="187419" y="997674"/>
                      <a:pt x="189832" y="996649"/>
                      <a:pt x="192607" y="996649"/>
                    </a:cubicBezTo>
                    <a:close/>
                    <a:moveTo>
                      <a:pt x="994145" y="975656"/>
                    </a:moveTo>
                    <a:cubicBezTo>
                      <a:pt x="995834" y="975656"/>
                      <a:pt x="998941" y="976379"/>
                      <a:pt x="1003465" y="977827"/>
                    </a:cubicBezTo>
                    <a:cubicBezTo>
                      <a:pt x="1007990" y="979275"/>
                      <a:pt x="1011006" y="981175"/>
                      <a:pt x="1012514" y="983528"/>
                    </a:cubicBezTo>
                    <a:cubicBezTo>
                      <a:pt x="1014022" y="985881"/>
                      <a:pt x="1014776" y="988022"/>
                      <a:pt x="1014776" y="989953"/>
                    </a:cubicBezTo>
                    <a:cubicBezTo>
                      <a:pt x="1014776" y="992848"/>
                      <a:pt x="1013178" y="994296"/>
                      <a:pt x="1009981" y="994296"/>
                    </a:cubicBezTo>
                    <a:cubicBezTo>
                      <a:pt x="1006783" y="994296"/>
                      <a:pt x="1002983" y="991792"/>
                      <a:pt x="998579" y="986785"/>
                    </a:cubicBezTo>
                    <a:cubicBezTo>
                      <a:pt x="994175" y="981779"/>
                      <a:pt x="991973" y="978491"/>
                      <a:pt x="991973" y="976922"/>
                    </a:cubicBezTo>
                    <a:cubicBezTo>
                      <a:pt x="991973" y="976078"/>
                      <a:pt x="992697" y="975656"/>
                      <a:pt x="994145" y="975656"/>
                    </a:cubicBezTo>
                    <a:close/>
                    <a:moveTo>
                      <a:pt x="653188" y="946881"/>
                    </a:moveTo>
                    <a:cubicBezTo>
                      <a:pt x="651258" y="946881"/>
                      <a:pt x="647397" y="947484"/>
                      <a:pt x="641606" y="948690"/>
                    </a:cubicBezTo>
                    <a:cubicBezTo>
                      <a:pt x="635815" y="949897"/>
                      <a:pt x="630928" y="950560"/>
                      <a:pt x="626947" y="950681"/>
                    </a:cubicBezTo>
                    <a:cubicBezTo>
                      <a:pt x="627671" y="959609"/>
                      <a:pt x="628214" y="973424"/>
                      <a:pt x="628576" y="992124"/>
                    </a:cubicBezTo>
                    <a:cubicBezTo>
                      <a:pt x="637142" y="991400"/>
                      <a:pt x="643205" y="990676"/>
                      <a:pt x="646764" y="989953"/>
                    </a:cubicBezTo>
                    <a:cubicBezTo>
                      <a:pt x="650323" y="989229"/>
                      <a:pt x="652645" y="988203"/>
                      <a:pt x="653731" y="986876"/>
                    </a:cubicBezTo>
                    <a:cubicBezTo>
                      <a:pt x="654817" y="985549"/>
                      <a:pt x="655873" y="980451"/>
                      <a:pt x="656898" y="971584"/>
                    </a:cubicBezTo>
                    <a:cubicBezTo>
                      <a:pt x="657924" y="962716"/>
                      <a:pt x="658437" y="956774"/>
                      <a:pt x="658437" y="953758"/>
                    </a:cubicBezTo>
                    <a:cubicBezTo>
                      <a:pt x="658437" y="950741"/>
                      <a:pt x="658044" y="948841"/>
                      <a:pt x="657260" y="948057"/>
                    </a:cubicBezTo>
                    <a:cubicBezTo>
                      <a:pt x="656476" y="947273"/>
                      <a:pt x="655119" y="946881"/>
                      <a:pt x="653188" y="946881"/>
                    </a:cubicBezTo>
                    <a:close/>
                    <a:moveTo>
                      <a:pt x="659975" y="937470"/>
                    </a:moveTo>
                    <a:cubicBezTo>
                      <a:pt x="661483" y="937470"/>
                      <a:pt x="664741" y="938676"/>
                      <a:pt x="669748" y="941089"/>
                    </a:cubicBezTo>
                    <a:cubicBezTo>
                      <a:pt x="674755" y="943502"/>
                      <a:pt x="677258" y="945553"/>
                      <a:pt x="677258" y="947242"/>
                    </a:cubicBezTo>
                    <a:cubicBezTo>
                      <a:pt x="677258" y="948932"/>
                      <a:pt x="676444" y="950711"/>
                      <a:pt x="674815" y="952581"/>
                    </a:cubicBezTo>
                    <a:cubicBezTo>
                      <a:pt x="673186" y="954451"/>
                      <a:pt x="670894" y="959911"/>
                      <a:pt x="667938" y="968959"/>
                    </a:cubicBezTo>
                    <a:cubicBezTo>
                      <a:pt x="664982" y="978008"/>
                      <a:pt x="663504" y="983347"/>
                      <a:pt x="663504" y="984976"/>
                    </a:cubicBezTo>
                    <a:cubicBezTo>
                      <a:pt x="663504" y="986605"/>
                      <a:pt x="664167" y="988203"/>
                      <a:pt x="665495" y="989772"/>
                    </a:cubicBezTo>
                    <a:cubicBezTo>
                      <a:pt x="666822" y="991340"/>
                      <a:pt x="667485" y="992547"/>
                      <a:pt x="667485" y="993391"/>
                    </a:cubicBezTo>
                    <a:cubicBezTo>
                      <a:pt x="667485" y="994236"/>
                      <a:pt x="666973" y="994929"/>
                      <a:pt x="665947" y="995472"/>
                    </a:cubicBezTo>
                    <a:cubicBezTo>
                      <a:pt x="664922" y="996015"/>
                      <a:pt x="660186" y="996649"/>
                      <a:pt x="651741" y="997373"/>
                    </a:cubicBezTo>
                    <a:cubicBezTo>
                      <a:pt x="643295" y="998096"/>
                      <a:pt x="635453" y="998519"/>
                      <a:pt x="628214" y="998639"/>
                    </a:cubicBezTo>
                    <a:cubicBezTo>
                      <a:pt x="627490" y="1005396"/>
                      <a:pt x="626495" y="1008774"/>
                      <a:pt x="625228" y="1008774"/>
                    </a:cubicBezTo>
                    <a:cubicBezTo>
                      <a:pt x="623961" y="1008774"/>
                      <a:pt x="622875" y="1007779"/>
                      <a:pt x="621970" y="1005788"/>
                    </a:cubicBezTo>
                    <a:cubicBezTo>
                      <a:pt x="621065" y="1003797"/>
                      <a:pt x="620613" y="1001233"/>
                      <a:pt x="620613" y="998096"/>
                    </a:cubicBezTo>
                    <a:lnTo>
                      <a:pt x="620794" y="989229"/>
                    </a:lnTo>
                    <a:cubicBezTo>
                      <a:pt x="620794" y="980663"/>
                      <a:pt x="620221" y="972549"/>
                      <a:pt x="619075" y="964888"/>
                    </a:cubicBezTo>
                    <a:cubicBezTo>
                      <a:pt x="617928" y="957226"/>
                      <a:pt x="616631" y="952249"/>
                      <a:pt x="615184" y="949957"/>
                    </a:cubicBezTo>
                    <a:cubicBezTo>
                      <a:pt x="613736" y="947665"/>
                      <a:pt x="613012" y="946036"/>
                      <a:pt x="613012" y="945071"/>
                    </a:cubicBezTo>
                    <a:cubicBezTo>
                      <a:pt x="613012" y="944106"/>
                      <a:pt x="613766" y="943623"/>
                      <a:pt x="615274" y="943623"/>
                    </a:cubicBezTo>
                    <a:cubicBezTo>
                      <a:pt x="616782" y="943623"/>
                      <a:pt x="619346" y="944287"/>
                      <a:pt x="622965" y="945614"/>
                    </a:cubicBezTo>
                    <a:cubicBezTo>
                      <a:pt x="632497" y="946096"/>
                      <a:pt x="642692" y="943985"/>
                      <a:pt x="653550" y="939280"/>
                    </a:cubicBezTo>
                    <a:cubicBezTo>
                      <a:pt x="656325" y="938073"/>
                      <a:pt x="658467" y="937470"/>
                      <a:pt x="659975" y="937470"/>
                    </a:cubicBezTo>
                    <a:close/>
                    <a:moveTo>
                      <a:pt x="774080" y="932403"/>
                    </a:moveTo>
                    <a:cubicBezTo>
                      <a:pt x="762256" y="934816"/>
                      <a:pt x="752483" y="936203"/>
                      <a:pt x="744762" y="936565"/>
                    </a:cubicBezTo>
                    <a:cubicBezTo>
                      <a:pt x="748019" y="953939"/>
                      <a:pt x="750613" y="968899"/>
                      <a:pt x="752544" y="981447"/>
                    </a:cubicBezTo>
                    <a:cubicBezTo>
                      <a:pt x="757732" y="981085"/>
                      <a:pt x="764850" y="980059"/>
                      <a:pt x="773899" y="978370"/>
                    </a:cubicBezTo>
                    <a:lnTo>
                      <a:pt x="774080" y="958825"/>
                    </a:lnTo>
                    <a:cubicBezTo>
                      <a:pt x="769978" y="959428"/>
                      <a:pt x="766841" y="959730"/>
                      <a:pt x="764669" y="959730"/>
                    </a:cubicBezTo>
                    <a:cubicBezTo>
                      <a:pt x="762497" y="959730"/>
                      <a:pt x="760627" y="959458"/>
                      <a:pt x="759059" y="958915"/>
                    </a:cubicBezTo>
                    <a:cubicBezTo>
                      <a:pt x="757490" y="958372"/>
                      <a:pt x="756706" y="957679"/>
                      <a:pt x="756706" y="956834"/>
                    </a:cubicBezTo>
                    <a:cubicBezTo>
                      <a:pt x="756706" y="955990"/>
                      <a:pt x="757671" y="955447"/>
                      <a:pt x="759602" y="955205"/>
                    </a:cubicBezTo>
                    <a:cubicBezTo>
                      <a:pt x="763583" y="954723"/>
                      <a:pt x="768409" y="953697"/>
                      <a:pt x="774080" y="952129"/>
                    </a:cubicBezTo>
                    <a:close/>
                    <a:moveTo>
                      <a:pt x="405705" y="931317"/>
                    </a:moveTo>
                    <a:cubicBezTo>
                      <a:pt x="407575" y="931317"/>
                      <a:pt x="409234" y="931679"/>
                      <a:pt x="410682" y="932403"/>
                    </a:cubicBezTo>
                    <a:cubicBezTo>
                      <a:pt x="412130" y="933126"/>
                      <a:pt x="412854" y="934031"/>
                      <a:pt x="412854" y="935117"/>
                    </a:cubicBezTo>
                    <a:cubicBezTo>
                      <a:pt x="412854" y="937168"/>
                      <a:pt x="410350" y="938797"/>
                      <a:pt x="405343" y="940003"/>
                    </a:cubicBezTo>
                    <a:cubicBezTo>
                      <a:pt x="400336" y="941210"/>
                      <a:pt x="393972" y="942899"/>
                      <a:pt x="386250" y="945071"/>
                    </a:cubicBezTo>
                    <a:cubicBezTo>
                      <a:pt x="390714" y="947604"/>
                      <a:pt x="392946" y="949836"/>
                      <a:pt x="392946" y="951767"/>
                    </a:cubicBezTo>
                    <a:cubicBezTo>
                      <a:pt x="392946" y="953697"/>
                      <a:pt x="391800" y="956834"/>
                      <a:pt x="389508" y="961178"/>
                    </a:cubicBezTo>
                    <a:cubicBezTo>
                      <a:pt x="395299" y="961901"/>
                      <a:pt x="399823" y="963168"/>
                      <a:pt x="403081" y="964978"/>
                    </a:cubicBezTo>
                    <a:cubicBezTo>
                      <a:pt x="406338" y="966788"/>
                      <a:pt x="407967" y="969020"/>
                      <a:pt x="407967" y="971674"/>
                    </a:cubicBezTo>
                    <a:cubicBezTo>
                      <a:pt x="407967" y="973122"/>
                      <a:pt x="407485" y="974509"/>
                      <a:pt x="406519" y="975837"/>
                    </a:cubicBezTo>
                    <a:lnTo>
                      <a:pt x="405974" y="977016"/>
                    </a:lnTo>
                    <a:lnTo>
                      <a:pt x="410591" y="974751"/>
                    </a:lnTo>
                    <a:cubicBezTo>
                      <a:pt x="413789" y="973785"/>
                      <a:pt x="417257" y="972519"/>
                      <a:pt x="420997" y="970950"/>
                    </a:cubicBezTo>
                    <a:cubicBezTo>
                      <a:pt x="421118" y="963349"/>
                      <a:pt x="420334" y="957799"/>
                      <a:pt x="418645" y="954300"/>
                    </a:cubicBezTo>
                    <a:cubicBezTo>
                      <a:pt x="418162" y="953456"/>
                      <a:pt x="417921" y="952611"/>
                      <a:pt x="417921" y="951767"/>
                    </a:cubicBezTo>
                    <a:cubicBezTo>
                      <a:pt x="417921" y="950198"/>
                      <a:pt x="418675" y="949414"/>
                      <a:pt x="420183" y="949414"/>
                    </a:cubicBezTo>
                    <a:cubicBezTo>
                      <a:pt x="421691" y="949414"/>
                      <a:pt x="423652" y="950078"/>
                      <a:pt x="426065" y="951405"/>
                    </a:cubicBezTo>
                    <a:cubicBezTo>
                      <a:pt x="428478" y="952732"/>
                      <a:pt x="429684" y="954361"/>
                      <a:pt x="429684" y="956291"/>
                    </a:cubicBezTo>
                    <a:cubicBezTo>
                      <a:pt x="429684" y="957015"/>
                      <a:pt x="429383" y="958372"/>
                      <a:pt x="428779" y="960363"/>
                    </a:cubicBezTo>
                    <a:cubicBezTo>
                      <a:pt x="428176" y="962354"/>
                      <a:pt x="427754" y="964918"/>
                      <a:pt x="427513" y="968055"/>
                    </a:cubicBezTo>
                    <a:cubicBezTo>
                      <a:pt x="431977" y="966124"/>
                      <a:pt x="436984" y="963892"/>
                      <a:pt x="442533" y="961359"/>
                    </a:cubicBezTo>
                    <a:cubicBezTo>
                      <a:pt x="442654" y="956533"/>
                      <a:pt x="442564" y="952883"/>
                      <a:pt x="442262" y="950410"/>
                    </a:cubicBezTo>
                    <a:cubicBezTo>
                      <a:pt x="441960" y="947936"/>
                      <a:pt x="441448" y="945976"/>
                      <a:pt x="440724" y="944528"/>
                    </a:cubicBezTo>
                    <a:cubicBezTo>
                      <a:pt x="440000" y="943080"/>
                      <a:pt x="439638" y="942055"/>
                      <a:pt x="439638" y="941451"/>
                    </a:cubicBezTo>
                    <a:cubicBezTo>
                      <a:pt x="439638" y="940124"/>
                      <a:pt x="440301" y="939461"/>
                      <a:pt x="441629" y="939461"/>
                    </a:cubicBezTo>
                    <a:cubicBezTo>
                      <a:pt x="442956" y="939461"/>
                      <a:pt x="445067" y="940094"/>
                      <a:pt x="447963" y="941361"/>
                    </a:cubicBezTo>
                    <a:cubicBezTo>
                      <a:pt x="450858" y="942628"/>
                      <a:pt x="452306" y="944407"/>
                      <a:pt x="452306" y="946700"/>
                    </a:cubicBezTo>
                    <a:cubicBezTo>
                      <a:pt x="452306" y="947544"/>
                      <a:pt x="452125" y="948540"/>
                      <a:pt x="451763" y="949686"/>
                    </a:cubicBezTo>
                    <a:cubicBezTo>
                      <a:pt x="451401" y="950832"/>
                      <a:pt x="450919" y="953516"/>
                      <a:pt x="450315" y="957739"/>
                    </a:cubicBezTo>
                    <a:cubicBezTo>
                      <a:pt x="459364" y="953396"/>
                      <a:pt x="464914" y="950379"/>
                      <a:pt x="466965" y="948690"/>
                    </a:cubicBezTo>
                    <a:cubicBezTo>
                      <a:pt x="468172" y="947846"/>
                      <a:pt x="469378" y="947423"/>
                      <a:pt x="470585" y="947423"/>
                    </a:cubicBezTo>
                    <a:cubicBezTo>
                      <a:pt x="471791" y="947423"/>
                      <a:pt x="474053" y="948389"/>
                      <a:pt x="477371" y="950319"/>
                    </a:cubicBezTo>
                    <a:cubicBezTo>
                      <a:pt x="480689" y="952249"/>
                      <a:pt x="482348" y="954300"/>
                      <a:pt x="482348" y="956472"/>
                    </a:cubicBezTo>
                    <a:cubicBezTo>
                      <a:pt x="482348" y="957799"/>
                      <a:pt x="481805" y="958885"/>
                      <a:pt x="480719" y="959730"/>
                    </a:cubicBezTo>
                    <a:cubicBezTo>
                      <a:pt x="478306" y="961540"/>
                      <a:pt x="475471" y="967994"/>
                      <a:pt x="472213" y="979094"/>
                    </a:cubicBezTo>
                    <a:cubicBezTo>
                      <a:pt x="471369" y="981990"/>
                      <a:pt x="469951" y="984825"/>
                      <a:pt x="467960" y="987600"/>
                    </a:cubicBezTo>
                    <a:cubicBezTo>
                      <a:pt x="465970" y="990375"/>
                      <a:pt x="464250" y="991762"/>
                      <a:pt x="462803" y="991762"/>
                    </a:cubicBezTo>
                    <a:cubicBezTo>
                      <a:pt x="461355" y="991762"/>
                      <a:pt x="460390" y="991038"/>
                      <a:pt x="459907" y="989591"/>
                    </a:cubicBezTo>
                    <a:cubicBezTo>
                      <a:pt x="458218" y="984765"/>
                      <a:pt x="456891" y="981326"/>
                      <a:pt x="455926" y="979275"/>
                    </a:cubicBezTo>
                    <a:cubicBezTo>
                      <a:pt x="454960" y="977224"/>
                      <a:pt x="454478" y="975927"/>
                      <a:pt x="454478" y="975384"/>
                    </a:cubicBezTo>
                    <a:cubicBezTo>
                      <a:pt x="454478" y="974841"/>
                      <a:pt x="454749" y="974570"/>
                      <a:pt x="455292" y="974570"/>
                    </a:cubicBezTo>
                    <a:cubicBezTo>
                      <a:pt x="455835" y="974570"/>
                      <a:pt x="456770" y="974901"/>
                      <a:pt x="458097" y="975565"/>
                    </a:cubicBezTo>
                    <a:cubicBezTo>
                      <a:pt x="459424" y="976229"/>
                      <a:pt x="460631" y="976560"/>
                      <a:pt x="461717" y="976560"/>
                    </a:cubicBezTo>
                    <a:cubicBezTo>
                      <a:pt x="462803" y="976560"/>
                      <a:pt x="463738" y="975867"/>
                      <a:pt x="464522" y="974479"/>
                    </a:cubicBezTo>
                    <a:cubicBezTo>
                      <a:pt x="465306" y="973092"/>
                      <a:pt x="466090" y="970468"/>
                      <a:pt x="466875" y="966607"/>
                    </a:cubicBezTo>
                    <a:cubicBezTo>
                      <a:pt x="467659" y="962746"/>
                      <a:pt x="468051" y="960393"/>
                      <a:pt x="468051" y="959549"/>
                    </a:cubicBezTo>
                    <a:cubicBezTo>
                      <a:pt x="468051" y="957860"/>
                      <a:pt x="467418" y="957015"/>
                      <a:pt x="466151" y="957015"/>
                    </a:cubicBezTo>
                    <a:cubicBezTo>
                      <a:pt x="464884" y="957015"/>
                      <a:pt x="463527" y="957317"/>
                      <a:pt x="462079" y="957920"/>
                    </a:cubicBezTo>
                    <a:lnTo>
                      <a:pt x="449772" y="963168"/>
                    </a:lnTo>
                    <a:cubicBezTo>
                      <a:pt x="448807" y="976560"/>
                      <a:pt x="447933" y="985217"/>
                      <a:pt x="447148" y="989138"/>
                    </a:cubicBezTo>
                    <a:cubicBezTo>
                      <a:pt x="446364" y="993059"/>
                      <a:pt x="445278" y="995020"/>
                      <a:pt x="443891" y="995020"/>
                    </a:cubicBezTo>
                    <a:cubicBezTo>
                      <a:pt x="442503" y="995020"/>
                      <a:pt x="441810" y="992154"/>
                      <a:pt x="441810" y="986424"/>
                    </a:cubicBezTo>
                    <a:cubicBezTo>
                      <a:pt x="441810" y="980693"/>
                      <a:pt x="441991" y="974147"/>
                      <a:pt x="442352" y="966788"/>
                    </a:cubicBezTo>
                    <a:lnTo>
                      <a:pt x="427332" y="974208"/>
                    </a:lnTo>
                    <a:cubicBezTo>
                      <a:pt x="427211" y="977465"/>
                      <a:pt x="427151" y="981748"/>
                      <a:pt x="427151" y="987057"/>
                    </a:cubicBezTo>
                    <a:cubicBezTo>
                      <a:pt x="427151" y="992366"/>
                      <a:pt x="427844" y="997011"/>
                      <a:pt x="429232" y="1000992"/>
                    </a:cubicBezTo>
                    <a:cubicBezTo>
                      <a:pt x="430619" y="1004973"/>
                      <a:pt x="433153" y="1007899"/>
                      <a:pt x="436833" y="1009769"/>
                    </a:cubicBezTo>
                    <a:cubicBezTo>
                      <a:pt x="440513" y="1011639"/>
                      <a:pt x="448144" y="1012574"/>
                      <a:pt x="459726" y="1012574"/>
                    </a:cubicBezTo>
                    <a:cubicBezTo>
                      <a:pt x="471308" y="1012574"/>
                      <a:pt x="479543" y="1011549"/>
                      <a:pt x="484429" y="1009498"/>
                    </a:cubicBezTo>
                    <a:cubicBezTo>
                      <a:pt x="489315" y="1007447"/>
                      <a:pt x="493056" y="1004400"/>
                      <a:pt x="495650" y="1000359"/>
                    </a:cubicBezTo>
                    <a:cubicBezTo>
                      <a:pt x="498244" y="996317"/>
                      <a:pt x="500385" y="990737"/>
                      <a:pt x="502074" y="983618"/>
                    </a:cubicBezTo>
                    <a:cubicBezTo>
                      <a:pt x="502436" y="982050"/>
                      <a:pt x="503009" y="981266"/>
                      <a:pt x="503793" y="981266"/>
                    </a:cubicBezTo>
                    <a:cubicBezTo>
                      <a:pt x="504578" y="981266"/>
                      <a:pt x="504970" y="982231"/>
                      <a:pt x="504970" y="984161"/>
                    </a:cubicBezTo>
                    <a:cubicBezTo>
                      <a:pt x="504970" y="994417"/>
                      <a:pt x="505241" y="1000932"/>
                      <a:pt x="505784" y="1003707"/>
                    </a:cubicBezTo>
                    <a:cubicBezTo>
                      <a:pt x="506327" y="1006482"/>
                      <a:pt x="506599" y="1008593"/>
                      <a:pt x="506599" y="1010041"/>
                    </a:cubicBezTo>
                    <a:cubicBezTo>
                      <a:pt x="506599" y="1011489"/>
                      <a:pt x="506146" y="1012846"/>
                      <a:pt x="505241" y="1014113"/>
                    </a:cubicBezTo>
                    <a:cubicBezTo>
                      <a:pt x="504336" y="1015380"/>
                      <a:pt x="502165" y="1016797"/>
                      <a:pt x="498726" y="1018366"/>
                    </a:cubicBezTo>
                    <a:cubicBezTo>
                      <a:pt x="495288" y="1019934"/>
                      <a:pt x="490763" y="1021261"/>
                      <a:pt x="485153" y="1022347"/>
                    </a:cubicBezTo>
                    <a:cubicBezTo>
                      <a:pt x="479543" y="1023433"/>
                      <a:pt x="473359" y="1023976"/>
                      <a:pt x="466603" y="1023976"/>
                    </a:cubicBezTo>
                    <a:cubicBezTo>
                      <a:pt x="450798" y="1023976"/>
                      <a:pt x="439065" y="1021623"/>
                      <a:pt x="431403" y="1016918"/>
                    </a:cubicBezTo>
                    <a:cubicBezTo>
                      <a:pt x="423742" y="1012212"/>
                      <a:pt x="420274" y="999182"/>
                      <a:pt x="420997" y="977827"/>
                    </a:cubicBezTo>
                    <a:cubicBezTo>
                      <a:pt x="417861" y="979396"/>
                      <a:pt x="415297" y="980180"/>
                      <a:pt x="413306" y="980180"/>
                    </a:cubicBezTo>
                    <a:cubicBezTo>
                      <a:pt x="411315" y="980180"/>
                      <a:pt x="409566" y="979818"/>
                      <a:pt x="408058" y="979094"/>
                    </a:cubicBezTo>
                    <a:lnTo>
                      <a:pt x="405894" y="977190"/>
                    </a:lnTo>
                    <a:lnTo>
                      <a:pt x="404008" y="981266"/>
                    </a:lnTo>
                    <a:cubicBezTo>
                      <a:pt x="403239" y="983679"/>
                      <a:pt x="402538" y="986695"/>
                      <a:pt x="401905" y="990315"/>
                    </a:cubicBezTo>
                    <a:cubicBezTo>
                      <a:pt x="400638" y="997553"/>
                      <a:pt x="398617" y="1004099"/>
                      <a:pt x="395842" y="1009950"/>
                    </a:cubicBezTo>
                    <a:cubicBezTo>
                      <a:pt x="393067" y="1015802"/>
                      <a:pt x="390051" y="1020236"/>
                      <a:pt x="386793" y="1023252"/>
                    </a:cubicBezTo>
                    <a:cubicBezTo>
                      <a:pt x="383536" y="1026268"/>
                      <a:pt x="380972" y="1027776"/>
                      <a:pt x="379102" y="1027776"/>
                    </a:cubicBezTo>
                    <a:cubicBezTo>
                      <a:pt x="377232" y="1027776"/>
                      <a:pt x="375935" y="1026117"/>
                      <a:pt x="375211" y="1022800"/>
                    </a:cubicBezTo>
                    <a:cubicBezTo>
                      <a:pt x="374487" y="1019482"/>
                      <a:pt x="373371" y="1016345"/>
                      <a:pt x="371863" y="1013389"/>
                    </a:cubicBezTo>
                    <a:cubicBezTo>
                      <a:pt x="370355" y="1010433"/>
                      <a:pt x="369601" y="1008653"/>
                      <a:pt x="369601" y="1008050"/>
                    </a:cubicBezTo>
                    <a:cubicBezTo>
                      <a:pt x="369601" y="1007447"/>
                      <a:pt x="369902" y="1007145"/>
                      <a:pt x="370505" y="1007145"/>
                    </a:cubicBezTo>
                    <a:cubicBezTo>
                      <a:pt x="371109" y="1007145"/>
                      <a:pt x="372647" y="1007598"/>
                      <a:pt x="375120" y="1008503"/>
                    </a:cubicBezTo>
                    <a:cubicBezTo>
                      <a:pt x="377594" y="1009407"/>
                      <a:pt x="379584" y="1009860"/>
                      <a:pt x="381092" y="1009860"/>
                    </a:cubicBezTo>
                    <a:cubicBezTo>
                      <a:pt x="382601" y="1009860"/>
                      <a:pt x="383867" y="1009347"/>
                      <a:pt x="384893" y="1008322"/>
                    </a:cubicBezTo>
                    <a:cubicBezTo>
                      <a:pt x="385918" y="1007296"/>
                      <a:pt x="387427" y="1004431"/>
                      <a:pt x="389417" y="999725"/>
                    </a:cubicBezTo>
                    <a:cubicBezTo>
                      <a:pt x="391408" y="995020"/>
                      <a:pt x="393037" y="990043"/>
                      <a:pt x="394304" y="984795"/>
                    </a:cubicBezTo>
                    <a:cubicBezTo>
                      <a:pt x="395570" y="979547"/>
                      <a:pt x="396204" y="975656"/>
                      <a:pt x="396204" y="973122"/>
                    </a:cubicBezTo>
                    <a:cubicBezTo>
                      <a:pt x="396204" y="970588"/>
                      <a:pt x="395510" y="968718"/>
                      <a:pt x="394123" y="967512"/>
                    </a:cubicBezTo>
                    <a:cubicBezTo>
                      <a:pt x="392735" y="966305"/>
                      <a:pt x="390714" y="965219"/>
                      <a:pt x="388060" y="964254"/>
                    </a:cubicBezTo>
                    <a:cubicBezTo>
                      <a:pt x="379976" y="979939"/>
                      <a:pt x="371078" y="991280"/>
                      <a:pt x="361366" y="998277"/>
                    </a:cubicBezTo>
                    <a:cubicBezTo>
                      <a:pt x="351654" y="1005275"/>
                      <a:pt x="345290" y="1008774"/>
                      <a:pt x="342273" y="1008774"/>
                    </a:cubicBezTo>
                    <a:cubicBezTo>
                      <a:pt x="341549" y="1008774"/>
                      <a:pt x="341187" y="1008352"/>
                      <a:pt x="341187" y="1007507"/>
                    </a:cubicBezTo>
                    <a:cubicBezTo>
                      <a:pt x="341187" y="1006663"/>
                      <a:pt x="342334" y="1005396"/>
                      <a:pt x="344626" y="1003707"/>
                    </a:cubicBezTo>
                    <a:cubicBezTo>
                      <a:pt x="356570" y="994417"/>
                      <a:pt x="365740" y="984825"/>
                      <a:pt x="372134" y="974932"/>
                    </a:cubicBezTo>
                    <a:cubicBezTo>
                      <a:pt x="378529" y="965038"/>
                      <a:pt x="381726" y="956533"/>
                      <a:pt x="381726" y="949414"/>
                    </a:cubicBezTo>
                    <a:cubicBezTo>
                      <a:pt x="381726" y="948449"/>
                      <a:pt x="381666" y="947544"/>
                      <a:pt x="381545" y="946700"/>
                    </a:cubicBezTo>
                    <a:cubicBezTo>
                      <a:pt x="376960" y="948147"/>
                      <a:pt x="372587" y="949655"/>
                      <a:pt x="368424" y="951224"/>
                    </a:cubicBezTo>
                    <a:cubicBezTo>
                      <a:pt x="364262" y="952792"/>
                      <a:pt x="360763" y="953577"/>
                      <a:pt x="357928" y="953577"/>
                    </a:cubicBezTo>
                    <a:cubicBezTo>
                      <a:pt x="355092" y="953577"/>
                      <a:pt x="352800" y="953245"/>
                      <a:pt x="351051" y="952581"/>
                    </a:cubicBezTo>
                    <a:cubicBezTo>
                      <a:pt x="349301" y="951918"/>
                      <a:pt x="348426" y="951133"/>
                      <a:pt x="348426" y="950229"/>
                    </a:cubicBezTo>
                    <a:cubicBezTo>
                      <a:pt x="348426" y="949324"/>
                      <a:pt x="349874" y="948600"/>
                      <a:pt x="352770" y="948057"/>
                    </a:cubicBezTo>
                    <a:cubicBezTo>
                      <a:pt x="355665" y="947514"/>
                      <a:pt x="361095" y="945976"/>
                      <a:pt x="369058" y="943442"/>
                    </a:cubicBezTo>
                    <a:cubicBezTo>
                      <a:pt x="377021" y="940908"/>
                      <a:pt x="384652" y="938254"/>
                      <a:pt x="391951" y="935479"/>
                    </a:cubicBezTo>
                    <a:cubicBezTo>
                      <a:pt x="399250" y="932704"/>
                      <a:pt x="403835" y="931317"/>
                      <a:pt x="405705" y="931317"/>
                    </a:cubicBezTo>
                    <a:close/>
                    <a:moveTo>
                      <a:pt x="192607" y="930231"/>
                    </a:moveTo>
                    <a:cubicBezTo>
                      <a:pt x="195382" y="930231"/>
                      <a:pt x="197795" y="931256"/>
                      <a:pt x="199846" y="933307"/>
                    </a:cubicBezTo>
                    <a:cubicBezTo>
                      <a:pt x="201897" y="935358"/>
                      <a:pt x="202923" y="937771"/>
                      <a:pt x="202923" y="940546"/>
                    </a:cubicBezTo>
                    <a:cubicBezTo>
                      <a:pt x="202923" y="943321"/>
                      <a:pt x="201897" y="945704"/>
                      <a:pt x="199846" y="947695"/>
                    </a:cubicBezTo>
                    <a:cubicBezTo>
                      <a:pt x="197795" y="949686"/>
                      <a:pt x="195382" y="950681"/>
                      <a:pt x="192607" y="950681"/>
                    </a:cubicBezTo>
                    <a:cubicBezTo>
                      <a:pt x="189832" y="950681"/>
                      <a:pt x="187419" y="949686"/>
                      <a:pt x="185368" y="947695"/>
                    </a:cubicBezTo>
                    <a:cubicBezTo>
                      <a:pt x="183317" y="945704"/>
                      <a:pt x="182291" y="943321"/>
                      <a:pt x="182291" y="940546"/>
                    </a:cubicBezTo>
                    <a:cubicBezTo>
                      <a:pt x="182291" y="937771"/>
                      <a:pt x="183317" y="935358"/>
                      <a:pt x="185368" y="933307"/>
                    </a:cubicBezTo>
                    <a:cubicBezTo>
                      <a:pt x="187419" y="931256"/>
                      <a:pt x="189832" y="930231"/>
                      <a:pt x="192607" y="930231"/>
                    </a:cubicBezTo>
                    <a:close/>
                    <a:moveTo>
                      <a:pt x="810818" y="927516"/>
                    </a:moveTo>
                    <a:cubicBezTo>
                      <a:pt x="803337" y="927516"/>
                      <a:pt x="794047" y="928542"/>
                      <a:pt x="782947" y="930593"/>
                    </a:cubicBezTo>
                    <a:cubicBezTo>
                      <a:pt x="782947" y="934816"/>
                      <a:pt x="782827" y="941150"/>
                      <a:pt x="782585" y="949595"/>
                    </a:cubicBezTo>
                    <a:cubicBezTo>
                      <a:pt x="788739" y="947785"/>
                      <a:pt x="792841" y="946881"/>
                      <a:pt x="794892" y="946881"/>
                    </a:cubicBezTo>
                    <a:cubicBezTo>
                      <a:pt x="796943" y="946881"/>
                      <a:pt x="798753" y="947242"/>
                      <a:pt x="800321" y="947966"/>
                    </a:cubicBezTo>
                    <a:cubicBezTo>
                      <a:pt x="801889" y="948690"/>
                      <a:pt x="802674" y="949655"/>
                      <a:pt x="802674" y="950862"/>
                    </a:cubicBezTo>
                    <a:cubicBezTo>
                      <a:pt x="802674" y="952069"/>
                      <a:pt x="801618" y="953034"/>
                      <a:pt x="799507" y="953758"/>
                    </a:cubicBezTo>
                    <a:cubicBezTo>
                      <a:pt x="797395" y="954482"/>
                      <a:pt x="791695" y="955688"/>
                      <a:pt x="782404" y="957377"/>
                    </a:cubicBezTo>
                    <a:cubicBezTo>
                      <a:pt x="782404" y="964375"/>
                      <a:pt x="782284" y="970950"/>
                      <a:pt x="782043" y="977103"/>
                    </a:cubicBezTo>
                    <a:cubicBezTo>
                      <a:pt x="789885" y="975656"/>
                      <a:pt x="795193" y="974932"/>
                      <a:pt x="797968" y="974932"/>
                    </a:cubicBezTo>
                    <a:cubicBezTo>
                      <a:pt x="800743" y="974932"/>
                      <a:pt x="802674" y="975233"/>
                      <a:pt x="803760" y="975837"/>
                    </a:cubicBezTo>
                    <a:cubicBezTo>
                      <a:pt x="804845" y="976440"/>
                      <a:pt x="805630" y="976741"/>
                      <a:pt x="806112" y="976741"/>
                    </a:cubicBezTo>
                    <a:cubicBezTo>
                      <a:pt x="808043" y="976741"/>
                      <a:pt x="810305" y="970468"/>
                      <a:pt x="812899" y="957920"/>
                    </a:cubicBezTo>
                    <a:cubicBezTo>
                      <a:pt x="815493" y="945372"/>
                      <a:pt x="816790" y="937530"/>
                      <a:pt x="816790" y="934393"/>
                    </a:cubicBezTo>
                    <a:cubicBezTo>
                      <a:pt x="816790" y="931256"/>
                      <a:pt x="816428" y="929326"/>
                      <a:pt x="815704" y="928602"/>
                    </a:cubicBezTo>
                    <a:cubicBezTo>
                      <a:pt x="814980" y="927878"/>
                      <a:pt x="813351" y="927516"/>
                      <a:pt x="810818" y="927516"/>
                    </a:cubicBezTo>
                    <a:close/>
                    <a:moveTo>
                      <a:pt x="963470" y="920820"/>
                    </a:moveTo>
                    <a:cubicBezTo>
                      <a:pt x="964978" y="920820"/>
                      <a:pt x="968024" y="921635"/>
                      <a:pt x="972609" y="923263"/>
                    </a:cubicBezTo>
                    <a:cubicBezTo>
                      <a:pt x="977194" y="924892"/>
                      <a:pt x="979486" y="926853"/>
                      <a:pt x="979486" y="929145"/>
                    </a:cubicBezTo>
                    <a:cubicBezTo>
                      <a:pt x="979486" y="929990"/>
                      <a:pt x="979185" y="931045"/>
                      <a:pt x="978581" y="932312"/>
                    </a:cubicBezTo>
                    <a:cubicBezTo>
                      <a:pt x="977978" y="933579"/>
                      <a:pt x="977345" y="936716"/>
                      <a:pt x="976681" y="941723"/>
                    </a:cubicBezTo>
                    <a:cubicBezTo>
                      <a:pt x="976018" y="946730"/>
                      <a:pt x="975565" y="952069"/>
                      <a:pt x="975324" y="957739"/>
                    </a:cubicBezTo>
                    <a:lnTo>
                      <a:pt x="987449" y="954482"/>
                    </a:lnTo>
                    <a:cubicBezTo>
                      <a:pt x="992275" y="952913"/>
                      <a:pt x="996528" y="952129"/>
                      <a:pt x="1000208" y="952129"/>
                    </a:cubicBezTo>
                    <a:cubicBezTo>
                      <a:pt x="1003888" y="952129"/>
                      <a:pt x="1006482" y="952672"/>
                      <a:pt x="1007990" y="953758"/>
                    </a:cubicBezTo>
                    <a:cubicBezTo>
                      <a:pt x="1009498" y="954843"/>
                      <a:pt x="1010252" y="955869"/>
                      <a:pt x="1010252" y="956834"/>
                    </a:cubicBezTo>
                    <a:cubicBezTo>
                      <a:pt x="1010252" y="957799"/>
                      <a:pt x="1008714" y="958855"/>
                      <a:pt x="1005637" y="960001"/>
                    </a:cubicBezTo>
                    <a:cubicBezTo>
                      <a:pt x="1002561" y="961147"/>
                      <a:pt x="992335" y="963048"/>
                      <a:pt x="974962" y="965702"/>
                    </a:cubicBezTo>
                    <a:lnTo>
                      <a:pt x="973695" y="1006964"/>
                    </a:lnTo>
                    <a:cubicBezTo>
                      <a:pt x="983709" y="1006120"/>
                      <a:pt x="995472" y="1004551"/>
                      <a:pt x="1008985" y="1002259"/>
                    </a:cubicBezTo>
                    <a:cubicBezTo>
                      <a:pt x="1012363" y="1001776"/>
                      <a:pt x="1015832" y="1001535"/>
                      <a:pt x="1019391" y="1001535"/>
                    </a:cubicBezTo>
                    <a:cubicBezTo>
                      <a:pt x="1022950" y="1001535"/>
                      <a:pt x="1026630" y="1002711"/>
                      <a:pt x="1030431" y="1005064"/>
                    </a:cubicBezTo>
                    <a:cubicBezTo>
                      <a:pt x="1034231" y="1007417"/>
                      <a:pt x="1036131" y="1009498"/>
                      <a:pt x="1036131" y="1011308"/>
                    </a:cubicBezTo>
                    <a:cubicBezTo>
                      <a:pt x="1036131" y="1013479"/>
                      <a:pt x="1033899" y="1014565"/>
                      <a:pt x="1029435" y="1014565"/>
                    </a:cubicBezTo>
                    <a:cubicBezTo>
                      <a:pt x="1027505" y="1014565"/>
                      <a:pt x="1025273" y="1014324"/>
                      <a:pt x="1022739" y="1013841"/>
                    </a:cubicBezTo>
                    <a:cubicBezTo>
                      <a:pt x="1015983" y="1012635"/>
                      <a:pt x="1007537" y="1012032"/>
                      <a:pt x="997403" y="1012032"/>
                    </a:cubicBezTo>
                    <a:cubicBezTo>
                      <a:pt x="975444" y="1012032"/>
                      <a:pt x="953848" y="1014324"/>
                      <a:pt x="932614" y="1018909"/>
                    </a:cubicBezTo>
                    <a:cubicBezTo>
                      <a:pt x="929718" y="1019512"/>
                      <a:pt x="927335" y="1019813"/>
                      <a:pt x="925465" y="1019813"/>
                    </a:cubicBezTo>
                    <a:cubicBezTo>
                      <a:pt x="923595" y="1019813"/>
                      <a:pt x="921212" y="1018939"/>
                      <a:pt x="918317" y="1017189"/>
                    </a:cubicBezTo>
                    <a:cubicBezTo>
                      <a:pt x="915421" y="1015440"/>
                      <a:pt x="913973" y="1014113"/>
                      <a:pt x="913973" y="1013208"/>
                    </a:cubicBezTo>
                    <a:cubicBezTo>
                      <a:pt x="913973" y="1012303"/>
                      <a:pt x="915120" y="1011790"/>
                      <a:pt x="917412" y="1011670"/>
                    </a:cubicBezTo>
                    <a:cubicBezTo>
                      <a:pt x="927305" y="1011428"/>
                      <a:pt x="943291" y="1010161"/>
                      <a:pt x="965370" y="1007869"/>
                    </a:cubicBezTo>
                    <a:lnTo>
                      <a:pt x="966094" y="967150"/>
                    </a:lnTo>
                    <a:cubicBezTo>
                      <a:pt x="956925" y="968477"/>
                      <a:pt x="950862" y="969140"/>
                      <a:pt x="947906" y="969140"/>
                    </a:cubicBezTo>
                    <a:cubicBezTo>
                      <a:pt x="944950" y="969140"/>
                      <a:pt x="942477" y="968748"/>
                      <a:pt x="940486" y="967964"/>
                    </a:cubicBezTo>
                    <a:cubicBezTo>
                      <a:pt x="938495" y="967180"/>
                      <a:pt x="937500" y="966396"/>
                      <a:pt x="937500" y="965611"/>
                    </a:cubicBezTo>
                    <a:cubicBezTo>
                      <a:pt x="937500" y="964827"/>
                      <a:pt x="938526" y="964314"/>
                      <a:pt x="940577" y="964073"/>
                    </a:cubicBezTo>
                    <a:cubicBezTo>
                      <a:pt x="946006" y="963349"/>
                      <a:pt x="954512" y="961841"/>
                      <a:pt x="966094" y="959549"/>
                    </a:cubicBezTo>
                    <a:cubicBezTo>
                      <a:pt x="966215" y="947846"/>
                      <a:pt x="966064" y="939943"/>
                      <a:pt x="965642" y="935841"/>
                    </a:cubicBezTo>
                    <a:cubicBezTo>
                      <a:pt x="965219" y="931739"/>
                      <a:pt x="964375" y="928723"/>
                      <a:pt x="963108" y="926792"/>
                    </a:cubicBezTo>
                    <a:cubicBezTo>
                      <a:pt x="961841" y="924862"/>
                      <a:pt x="961208" y="923384"/>
                      <a:pt x="961208" y="922358"/>
                    </a:cubicBezTo>
                    <a:cubicBezTo>
                      <a:pt x="961208" y="921333"/>
                      <a:pt x="961962" y="920820"/>
                      <a:pt x="963470" y="920820"/>
                    </a:cubicBezTo>
                    <a:close/>
                    <a:moveTo>
                      <a:pt x="998217" y="899465"/>
                    </a:moveTo>
                    <a:cubicBezTo>
                      <a:pt x="1000690" y="899465"/>
                      <a:pt x="1003134" y="900068"/>
                      <a:pt x="1005547" y="901275"/>
                    </a:cubicBezTo>
                    <a:cubicBezTo>
                      <a:pt x="1007960" y="902481"/>
                      <a:pt x="1009166" y="903567"/>
                      <a:pt x="1009166" y="904532"/>
                    </a:cubicBezTo>
                    <a:cubicBezTo>
                      <a:pt x="1009166" y="905498"/>
                      <a:pt x="1008834" y="906252"/>
                      <a:pt x="1008171" y="906795"/>
                    </a:cubicBezTo>
                    <a:cubicBezTo>
                      <a:pt x="1007507" y="907338"/>
                      <a:pt x="1006482" y="907820"/>
                      <a:pt x="1005094" y="908242"/>
                    </a:cubicBezTo>
                    <a:cubicBezTo>
                      <a:pt x="1003707" y="908665"/>
                      <a:pt x="997403" y="909720"/>
                      <a:pt x="986182" y="911409"/>
                    </a:cubicBezTo>
                    <a:cubicBezTo>
                      <a:pt x="974962" y="913099"/>
                      <a:pt x="964797" y="914396"/>
                      <a:pt x="955688" y="915300"/>
                    </a:cubicBezTo>
                    <a:cubicBezTo>
                      <a:pt x="946579" y="916205"/>
                      <a:pt x="940456" y="916658"/>
                      <a:pt x="937319" y="916658"/>
                    </a:cubicBezTo>
                    <a:cubicBezTo>
                      <a:pt x="934182" y="916658"/>
                      <a:pt x="931468" y="916416"/>
                      <a:pt x="929175" y="915934"/>
                    </a:cubicBezTo>
                    <a:cubicBezTo>
                      <a:pt x="929296" y="927154"/>
                      <a:pt x="927577" y="941180"/>
                      <a:pt x="924017" y="958011"/>
                    </a:cubicBezTo>
                    <a:cubicBezTo>
                      <a:pt x="920458" y="974841"/>
                      <a:pt x="915572" y="988354"/>
                      <a:pt x="909358" y="998549"/>
                    </a:cubicBezTo>
                    <a:cubicBezTo>
                      <a:pt x="903145" y="1008744"/>
                      <a:pt x="897354" y="1016103"/>
                      <a:pt x="891985" y="1020628"/>
                    </a:cubicBezTo>
                    <a:cubicBezTo>
                      <a:pt x="886616" y="1025152"/>
                      <a:pt x="883027" y="1027414"/>
                      <a:pt x="881217" y="1027414"/>
                    </a:cubicBezTo>
                    <a:cubicBezTo>
                      <a:pt x="880855" y="1027414"/>
                      <a:pt x="880674" y="1027233"/>
                      <a:pt x="880674" y="1026871"/>
                    </a:cubicBezTo>
                    <a:cubicBezTo>
                      <a:pt x="880674" y="1026027"/>
                      <a:pt x="881579" y="1024639"/>
                      <a:pt x="883389" y="1022709"/>
                    </a:cubicBezTo>
                    <a:cubicBezTo>
                      <a:pt x="890989" y="1014384"/>
                      <a:pt x="897565" y="1004159"/>
                      <a:pt x="903115" y="992034"/>
                    </a:cubicBezTo>
                    <a:cubicBezTo>
                      <a:pt x="908665" y="979908"/>
                      <a:pt x="912526" y="967753"/>
                      <a:pt x="914697" y="955567"/>
                    </a:cubicBezTo>
                    <a:cubicBezTo>
                      <a:pt x="916869" y="943382"/>
                      <a:pt x="917955" y="933277"/>
                      <a:pt x="917955" y="925254"/>
                    </a:cubicBezTo>
                    <a:cubicBezTo>
                      <a:pt x="917955" y="917231"/>
                      <a:pt x="917050" y="912013"/>
                      <a:pt x="915240" y="909600"/>
                    </a:cubicBezTo>
                    <a:cubicBezTo>
                      <a:pt x="914275" y="908514"/>
                      <a:pt x="913792" y="907579"/>
                      <a:pt x="913792" y="906795"/>
                    </a:cubicBezTo>
                    <a:cubicBezTo>
                      <a:pt x="913792" y="906010"/>
                      <a:pt x="914396" y="905618"/>
                      <a:pt x="915602" y="905618"/>
                    </a:cubicBezTo>
                    <a:cubicBezTo>
                      <a:pt x="918136" y="905618"/>
                      <a:pt x="922720" y="907428"/>
                      <a:pt x="929356" y="911047"/>
                    </a:cubicBezTo>
                    <a:cubicBezTo>
                      <a:pt x="935871" y="911047"/>
                      <a:pt x="943050" y="910384"/>
                      <a:pt x="950892" y="909057"/>
                    </a:cubicBezTo>
                    <a:cubicBezTo>
                      <a:pt x="958734" y="907730"/>
                      <a:pt x="970679" y="905136"/>
                      <a:pt x="986725" y="901275"/>
                    </a:cubicBezTo>
                    <a:cubicBezTo>
                      <a:pt x="991913" y="900068"/>
                      <a:pt x="995744" y="899465"/>
                      <a:pt x="998217" y="899465"/>
                    </a:cubicBezTo>
                    <a:close/>
                    <a:moveTo>
                      <a:pt x="381364" y="896208"/>
                    </a:moveTo>
                    <a:cubicBezTo>
                      <a:pt x="384621" y="896208"/>
                      <a:pt x="389116" y="897384"/>
                      <a:pt x="394847" y="899737"/>
                    </a:cubicBezTo>
                    <a:cubicBezTo>
                      <a:pt x="400577" y="902089"/>
                      <a:pt x="403443" y="905618"/>
                      <a:pt x="403443" y="910324"/>
                    </a:cubicBezTo>
                    <a:cubicBezTo>
                      <a:pt x="403443" y="912254"/>
                      <a:pt x="403111" y="913973"/>
                      <a:pt x="402448" y="915481"/>
                    </a:cubicBezTo>
                    <a:cubicBezTo>
                      <a:pt x="401784" y="916989"/>
                      <a:pt x="400728" y="917744"/>
                      <a:pt x="399280" y="917744"/>
                    </a:cubicBezTo>
                    <a:cubicBezTo>
                      <a:pt x="397833" y="917744"/>
                      <a:pt x="395480" y="916326"/>
                      <a:pt x="392222" y="913491"/>
                    </a:cubicBezTo>
                    <a:cubicBezTo>
                      <a:pt x="388965" y="910655"/>
                      <a:pt x="385918" y="907579"/>
                      <a:pt x="383083" y="904261"/>
                    </a:cubicBezTo>
                    <a:cubicBezTo>
                      <a:pt x="380248" y="900943"/>
                      <a:pt x="378830" y="898862"/>
                      <a:pt x="378830" y="898017"/>
                    </a:cubicBezTo>
                    <a:cubicBezTo>
                      <a:pt x="378830" y="896811"/>
                      <a:pt x="379675" y="896208"/>
                      <a:pt x="381364" y="896208"/>
                    </a:cubicBezTo>
                    <a:close/>
                    <a:moveTo>
                      <a:pt x="4330" y="893764"/>
                    </a:moveTo>
                    <a:lnTo>
                      <a:pt x="40914" y="893764"/>
                    </a:lnTo>
                    <a:lnTo>
                      <a:pt x="39942" y="898094"/>
                    </a:lnTo>
                    <a:cubicBezTo>
                      <a:pt x="37350" y="898388"/>
                      <a:pt x="35332" y="899154"/>
                      <a:pt x="33889" y="900391"/>
                    </a:cubicBezTo>
                    <a:cubicBezTo>
                      <a:pt x="32445" y="901628"/>
                      <a:pt x="31429" y="903351"/>
                      <a:pt x="30840" y="905561"/>
                    </a:cubicBezTo>
                    <a:cubicBezTo>
                      <a:pt x="30251" y="907770"/>
                      <a:pt x="29956" y="910730"/>
                      <a:pt x="29956" y="914442"/>
                    </a:cubicBezTo>
                    <a:cubicBezTo>
                      <a:pt x="29956" y="915325"/>
                      <a:pt x="30045" y="917976"/>
                      <a:pt x="30222" y="922395"/>
                    </a:cubicBezTo>
                    <a:lnTo>
                      <a:pt x="32696" y="987079"/>
                    </a:lnTo>
                    <a:lnTo>
                      <a:pt x="32696" y="994148"/>
                    </a:lnTo>
                    <a:lnTo>
                      <a:pt x="33579" y="994148"/>
                    </a:lnTo>
                    <a:lnTo>
                      <a:pt x="71842" y="925134"/>
                    </a:lnTo>
                    <a:cubicBezTo>
                      <a:pt x="74081" y="921069"/>
                      <a:pt x="75760" y="917579"/>
                      <a:pt x="76879" y="914662"/>
                    </a:cubicBezTo>
                    <a:cubicBezTo>
                      <a:pt x="77998" y="911746"/>
                      <a:pt x="78558" y="909169"/>
                      <a:pt x="78558" y="906930"/>
                    </a:cubicBezTo>
                    <a:cubicBezTo>
                      <a:pt x="78558" y="901982"/>
                      <a:pt x="75613" y="899036"/>
                      <a:pt x="69721" y="898094"/>
                    </a:cubicBezTo>
                    <a:lnTo>
                      <a:pt x="70694" y="893764"/>
                    </a:lnTo>
                    <a:lnTo>
                      <a:pt x="106835" y="893764"/>
                    </a:lnTo>
                    <a:lnTo>
                      <a:pt x="105863" y="898094"/>
                    </a:lnTo>
                    <a:cubicBezTo>
                      <a:pt x="104273" y="898329"/>
                      <a:pt x="102756" y="898933"/>
                      <a:pt x="101313" y="899905"/>
                    </a:cubicBezTo>
                    <a:cubicBezTo>
                      <a:pt x="99869" y="900877"/>
                      <a:pt x="98249" y="902497"/>
                      <a:pt x="96452" y="904765"/>
                    </a:cubicBezTo>
                    <a:cubicBezTo>
                      <a:pt x="94656" y="907033"/>
                      <a:pt x="91872" y="911408"/>
                      <a:pt x="88102" y="917888"/>
                    </a:cubicBezTo>
                    <a:lnTo>
                      <a:pt x="31547" y="1015798"/>
                    </a:lnTo>
                    <a:lnTo>
                      <a:pt x="19794" y="1015798"/>
                    </a:lnTo>
                    <a:lnTo>
                      <a:pt x="13874" y="917269"/>
                    </a:lnTo>
                    <a:cubicBezTo>
                      <a:pt x="13638" y="913440"/>
                      <a:pt x="13211" y="910156"/>
                      <a:pt x="12592" y="907416"/>
                    </a:cubicBezTo>
                    <a:cubicBezTo>
                      <a:pt x="11974" y="904677"/>
                      <a:pt x="11002" y="902541"/>
                      <a:pt x="9676" y="901010"/>
                    </a:cubicBezTo>
                    <a:cubicBezTo>
                      <a:pt x="8351" y="899478"/>
                      <a:pt x="6245" y="898506"/>
                      <a:pt x="3358" y="898094"/>
                    </a:cubicBezTo>
                    <a:close/>
                    <a:moveTo>
                      <a:pt x="571659" y="887340"/>
                    </a:moveTo>
                    <a:cubicBezTo>
                      <a:pt x="573288" y="887340"/>
                      <a:pt x="576274" y="888305"/>
                      <a:pt x="580617" y="890235"/>
                    </a:cubicBezTo>
                    <a:cubicBezTo>
                      <a:pt x="584961" y="892166"/>
                      <a:pt x="587132" y="894036"/>
                      <a:pt x="587132" y="895846"/>
                    </a:cubicBezTo>
                    <a:cubicBezTo>
                      <a:pt x="587132" y="896569"/>
                      <a:pt x="586710" y="897746"/>
                      <a:pt x="585866" y="899375"/>
                    </a:cubicBezTo>
                    <a:cubicBezTo>
                      <a:pt x="585021" y="901003"/>
                      <a:pt x="584026" y="904170"/>
                      <a:pt x="582880" y="908876"/>
                    </a:cubicBezTo>
                    <a:cubicBezTo>
                      <a:pt x="581733" y="913581"/>
                      <a:pt x="579954" y="922268"/>
                      <a:pt x="577541" y="934936"/>
                    </a:cubicBezTo>
                    <a:cubicBezTo>
                      <a:pt x="583573" y="933368"/>
                      <a:pt x="587464" y="932101"/>
                      <a:pt x="589214" y="931136"/>
                    </a:cubicBezTo>
                    <a:cubicBezTo>
                      <a:pt x="590963" y="930170"/>
                      <a:pt x="592562" y="929688"/>
                      <a:pt x="594009" y="929688"/>
                    </a:cubicBezTo>
                    <a:cubicBezTo>
                      <a:pt x="595457" y="929688"/>
                      <a:pt x="598262" y="930834"/>
                      <a:pt x="602425" y="933126"/>
                    </a:cubicBezTo>
                    <a:cubicBezTo>
                      <a:pt x="606587" y="935419"/>
                      <a:pt x="608668" y="937289"/>
                      <a:pt x="608668" y="938737"/>
                    </a:cubicBezTo>
                    <a:cubicBezTo>
                      <a:pt x="608668" y="939702"/>
                      <a:pt x="607884" y="941180"/>
                      <a:pt x="606316" y="943171"/>
                    </a:cubicBezTo>
                    <a:cubicBezTo>
                      <a:pt x="604747" y="945161"/>
                      <a:pt x="602334" y="956955"/>
                      <a:pt x="599077" y="978551"/>
                    </a:cubicBezTo>
                    <a:cubicBezTo>
                      <a:pt x="596664" y="994477"/>
                      <a:pt x="592411" y="1005758"/>
                      <a:pt x="586318" y="1012393"/>
                    </a:cubicBezTo>
                    <a:cubicBezTo>
                      <a:pt x="580225" y="1019029"/>
                      <a:pt x="575731" y="1022347"/>
                      <a:pt x="572835" y="1022347"/>
                    </a:cubicBezTo>
                    <a:cubicBezTo>
                      <a:pt x="571146" y="1022347"/>
                      <a:pt x="570000" y="1021261"/>
                      <a:pt x="569397" y="1019090"/>
                    </a:cubicBezTo>
                    <a:cubicBezTo>
                      <a:pt x="567949" y="1013540"/>
                      <a:pt x="566532" y="1009498"/>
                      <a:pt x="565144" y="1006964"/>
                    </a:cubicBezTo>
                    <a:cubicBezTo>
                      <a:pt x="563757" y="1004431"/>
                      <a:pt x="563063" y="1002922"/>
                      <a:pt x="563063" y="1002440"/>
                    </a:cubicBezTo>
                    <a:cubicBezTo>
                      <a:pt x="563063" y="1001957"/>
                      <a:pt x="563304" y="1001716"/>
                      <a:pt x="563787" y="1001716"/>
                    </a:cubicBezTo>
                    <a:cubicBezTo>
                      <a:pt x="564269" y="1001716"/>
                      <a:pt x="565898" y="1002259"/>
                      <a:pt x="568673" y="1003345"/>
                    </a:cubicBezTo>
                    <a:cubicBezTo>
                      <a:pt x="571448" y="1004431"/>
                      <a:pt x="573710" y="1004973"/>
                      <a:pt x="575460" y="1004973"/>
                    </a:cubicBezTo>
                    <a:cubicBezTo>
                      <a:pt x="577209" y="1004973"/>
                      <a:pt x="578868" y="1003978"/>
                      <a:pt x="580436" y="1001987"/>
                    </a:cubicBezTo>
                    <a:cubicBezTo>
                      <a:pt x="582005" y="999997"/>
                      <a:pt x="583694" y="996649"/>
                      <a:pt x="585504" y="991943"/>
                    </a:cubicBezTo>
                    <a:cubicBezTo>
                      <a:pt x="587313" y="987238"/>
                      <a:pt x="588972" y="980210"/>
                      <a:pt x="590480" y="970860"/>
                    </a:cubicBezTo>
                    <a:cubicBezTo>
                      <a:pt x="591989" y="961509"/>
                      <a:pt x="592743" y="953637"/>
                      <a:pt x="592743" y="947242"/>
                    </a:cubicBezTo>
                    <a:cubicBezTo>
                      <a:pt x="592743" y="944468"/>
                      <a:pt x="592381" y="942477"/>
                      <a:pt x="591657" y="941270"/>
                    </a:cubicBezTo>
                    <a:cubicBezTo>
                      <a:pt x="590933" y="940064"/>
                      <a:pt x="589576" y="939461"/>
                      <a:pt x="587585" y="939461"/>
                    </a:cubicBezTo>
                    <a:cubicBezTo>
                      <a:pt x="585594" y="939461"/>
                      <a:pt x="581824" y="940003"/>
                      <a:pt x="576274" y="941089"/>
                    </a:cubicBezTo>
                    <a:cubicBezTo>
                      <a:pt x="572051" y="958825"/>
                      <a:pt x="566049" y="973876"/>
                      <a:pt x="558267" y="986243"/>
                    </a:cubicBezTo>
                    <a:cubicBezTo>
                      <a:pt x="550485" y="998609"/>
                      <a:pt x="542552" y="1007899"/>
                      <a:pt x="534469" y="1014113"/>
                    </a:cubicBezTo>
                    <a:cubicBezTo>
                      <a:pt x="526385" y="1020326"/>
                      <a:pt x="521559" y="1023433"/>
                      <a:pt x="519991" y="1023433"/>
                    </a:cubicBezTo>
                    <a:cubicBezTo>
                      <a:pt x="519629" y="1023433"/>
                      <a:pt x="519448" y="1023252"/>
                      <a:pt x="519448" y="1022890"/>
                    </a:cubicBezTo>
                    <a:cubicBezTo>
                      <a:pt x="519448" y="1022166"/>
                      <a:pt x="520353" y="1020960"/>
                      <a:pt x="522162" y="1019271"/>
                    </a:cubicBezTo>
                    <a:cubicBezTo>
                      <a:pt x="535193" y="1006723"/>
                      <a:pt x="544995" y="994386"/>
                      <a:pt x="551571" y="982261"/>
                    </a:cubicBezTo>
                    <a:cubicBezTo>
                      <a:pt x="558146" y="970136"/>
                      <a:pt x="562821" y="957256"/>
                      <a:pt x="565596" y="943623"/>
                    </a:cubicBezTo>
                    <a:cubicBezTo>
                      <a:pt x="558237" y="945553"/>
                      <a:pt x="552928" y="947122"/>
                      <a:pt x="549671" y="948328"/>
                    </a:cubicBezTo>
                    <a:cubicBezTo>
                      <a:pt x="546413" y="949535"/>
                      <a:pt x="543638" y="950138"/>
                      <a:pt x="541346" y="950138"/>
                    </a:cubicBezTo>
                    <a:cubicBezTo>
                      <a:pt x="539053" y="950138"/>
                      <a:pt x="536791" y="949173"/>
                      <a:pt x="534559" y="947242"/>
                    </a:cubicBezTo>
                    <a:cubicBezTo>
                      <a:pt x="532327" y="945312"/>
                      <a:pt x="531211" y="944015"/>
                      <a:pt x="531211" y="943352"/>
                    </a:cubicBezTo>
                    <a:cubicBezTo>
                      <a:pt x="531211" y="942688"/>
                      <a:pt x="532900" y="942236"/>
                      <a:pt x="536278" y="941994"/>
                    </a:cubicBezTo>
                    <a:cubicBezTo>
                      <a:pt x="544845" y="941270"/>
                      <a:pt x="555040" y="939702"/>
                      <a:pt x="566863" y="937289"/>
                    </a:cubicBezTo>
                    <a:cubicBezTo>
                      <a:pt x="569759" y="920880"/>
                      <a:pt x="571207" y="910112"/>
                      <a:pt x="571207" y="904985"/>
                    </a:cubicBezTo>
                    <a:cubicBezTo>
                      <a:pt x="571207" y="899857"/>
                      <a:pt x="570875" y="896238"/>
                      <a:pt x="570211" y="894126"/>
                    </a:cubicBezTo>
                    <a:cubicBezTo>
                      <a:pt x="569548" y="892015"/>
                      <a:pt x="569216" y="890356"/>
                      <a:pt x="569216" y="889150"/>
                    </a:cubicBezTo>
                    <a:cubicBezTo>
                      <a:pt x="569216" y="887943"/>
                      <a:pt x="570030" y="887340"/>
                      <a:pt x="571659" y="887340"/>
                    </a:cubicBezTo>
                    <a:close/>
                    <a:moveTo>
                      <a:pt x="769646" y="886797"/>
                    </a:moveTo>
                    <a:cubicBezTo>
                      <a:pt x="771275" y="886797"/>
                      <a:pt x="774502" y="887732"/>
                      <a:pt x="779328" y="889602"/>
                    </a:cubicBezTo>
                    <a:cubicBezTo>
                      <a:pt x="784154" y="891472"/>
                      <a:pt x="786567" y="893976"/>
                      <a:pt x="786567" y="897112"/>
                    </a:cubicBezTo>
                    <a:cubicBezTo>
                      <a:pt x="786567" y="898319"/>
                      <a:pt x="786205" y="900129"/>
                      <a:pt x="785481" y="902542"/>
                    </a:cubicBezTo>
                    <a:cubicBezTo>
                      <a:pt x="784154" y="906885"/>
                      <a:pt x="783309" y="914486"/>
                      <a:pt x="782947" y="925345"/>
                    </a:cubicBezTo>
                    <a:cubicBezTo>
                      <a:pt x="799597" y="922570"/>
                      <a:pt x="809370" y="920699"/>
                      <a:pt x="812265" y="919734"/>
                    </a:cubicBezTo>
                    <a:cubicBezTo>
                      <a:pt x="815282" y="918407"/>
                      <a:pt x="817544" y="917744"/>
                      <a:pt x="819052" y="917744"/>
                    </a:cubicBezTo>
                    <a:cubicBezTo>
                      <a:pt x="820560" y="917744"/>
                      <a:pt x="824059" y="919282"/>
                      <a:pt x="829548" y="922358"/>
                    </a:cubicBezTo>
                    <a:cubicBezTo>
                      <a:pt x="835038" y="925435"/>
                      <a:pt x="837783" y="927939"/>
                      <a:pt x="837783" y="929869"/>
                    </a:cubicBezTo>
                    <a:cubicBezTo>
                      <a:pt x="837783" y="931196"/>
                      <a:pt x="836848" y="932583"/>
                      <a:pt x="834978" y="934031"/>
                    </a:cubicBezTo>
                    <a:cubicBezTo>
                      <a:pt x="833108" y="935479"/>
                      <a:pt x="831479" y="937560"/>
                      <a:pt x="830091" y="940275"/>
                    </a:cubicBezTo>
                    <a:cubicBezTo>
                      <a:pt x="828704" y="942990"/>
                      <a:pt x="827528" y="946247"/>
                      <a:pt x="826562" y="950048"/>
                    </a:cubicBezTo>
                    <a:cubicBezTo>
                      <a:pt x="825597" y="953848"/>
                      <a:pt x="823968" y="959217"/>
                      <a:pt x="821676" y="966154"/>
                    </a:cubicBezTo>
                    <a:cubicBezTo>
                      <a:pt x="819384" y="973092"/>
                      <a:pt x="817091" y="977978"/>
                      <a:pt x="814799" y="980813"/>
                    </a:cubicBezTo>
                    <a:cubicBezTo>
                      <a:pt x="812507" y="983649"/>
                      <a:pt x="810727" y="985066"/>
                      <a:pt x="809460" y="985066"/>
                    </a:cubicBezTo>
                    <a:cubicBezTo>
                      <a:pt x="808193" y="985066"/>
                      <a:pt x="807108" y="984312"/>
                      <a:pt x="806203" y="982804"/>
                    </a:cubicBezTo>
                    <a:cubicBezTo>
                      <a:pt x="805298" y="981296"/>
                      <a:pt x="803820" y="980542"/>
                      <a:pt x="801769" y="980542"/>
                    </a:cubicBezTo>
                    <a:cubicBezTo>
                      <a:pt x="799718" y="980542"/>
                      <a:pt x="793142" y="981326"/>
                      <a:pt x="782043" y="982895"/>
                    </a:cubicBezTo>
                    <a:cubicBezTo>
                      <a:pt x="781922" y="990375"/>
                      <a:pt x="782103" y="996257"/>
                      <a:pt x="782585" y="1000540"/>
                    </a:cubicBezTo>
                    <a:cubicBezTo>
                      <a:pt x="783068" y="1004823"/>
                      <a:pt x="784033" y="1008020"/>
                      <a:pt x="785481" y="1010131"/>
                    </a:cubicBezTo>
                    <a:cubicBezTo>
                      <a:pt x="786929" y="1012243"/>
                      <a:pt x="790096" y="1013932"/>
                      <a:pt x="794982" y="1015199"/>
                    </a:cubicBezTo>
                    <a:cubicBezTo>
                      <a:pt x="799869" y="1016465"/>
                      <a:pt x="805449" y="1017099"/>
                      <a:pt x="811722" y="1017099"/>
                    </a:cubicBezTo>
                    <a:cubicBezTo>
                      <a:pt x="817996" y="1017099"/>
                      <a:pt x="824059" y="1016616"/>
                      <a:pt x="829910" y="1015651"/>
                    </a:cubicBezTo>
                    <a:cubicBezTo>
                      <a:pt x="835762" y="1014686"/>
                      <a:pt x="839472" y="1013449"/>
                      <a:pt x="841040" y="1011941"/>
                    </a:cubicBezTo>
                    <a:cubicBezTo>
                      <a:pt x="842609" y="1010433"/>
                      <a:pt x="843996" y="1008352"/>
                      <a:pt x="845203" y="1005697"/>
                    </a:cubicBezTo>
                    <a:cubicBezTo>
                      <a:pt x="846409" y="1003043"/>
                      <a:pt x="847978" y="996950"/>
                      <a:pt x="849908" y="987419"/>
                    </a:cubicBezTo>
                    <a:cubicBezTo>
                      <a:pt x="850391" y="985006"/>
                      <a:pt x="851054" y="983799"/>
                      <a:pt x="851899" y="983799"/>
                    </a:cubicBezTo>
                    <a:cubicBezTo>
                      <a:pt x="852743" y="983799"/>
                      <a:pt x="853316" y="985338"/>
                      <a:pt x="853618" y="988414"/>
                    </a:cubicBezTo>
                    <a:cubicBezTo>
                      <a:pt x="853920" y="991491"/>
                      <a:pt x="854704" y="995472"/>
                      <a:pt x="855971" y="1000359"/>
                    </a:cubicBezTo>
                    <a:cubicBezTo>
                      <a:pt x="857238" y="1005245"/>
                      <a:pt x="858293" y="1008442"/>
                      <a:pt x="859138" y="1009950"/>
                    </a:cubicBezTo>
                    <a:cubicBezTo>
                      <a:pt x="859982" y="1011458"/>
                      <a:pt x="860405" y="1012755"/>
                      <a:pt x="860405" y="1013841"/>
                    </a:cubicBezTo>
                    <a:cubicBezTo>
                      <a:pt x="860405" y="1017219"/>
                      <a:pt x="855971" y="1020567"/>
                      <a:pt x="847103" y="1023885"/>
                    </a:cubicBezTo>
                    <a:cubicBezTo>
                      <a:pt x="838235" y="1027203"/>
                      <a:pt x="828010" y="1028862"/>
                      <a:pt x="816428" y="1028862"/>
                    </a:cubicBezTo>
                    <a:cubicBezTo>
                      <a:pt x="808103" y="1028862"/>
                      <a:pt x="801045" y="1027957"/>
                      <a:pt x="795254" y="1026148"/>
                    </a:cubicBezTo>
                    <a:cubicBezTo>
                      <a:pt x="789463" y="1024338"/>
                      <a:pt x="784938" y="1021895"/>
                      <a:pt x="781681" y="1018818"/>
                    </a:cubicBezTo>
                    <a:cubicBezTo>
                      <a:pt x="778423" y="1015741"/>
                      <a:pt x="776282" y="1011670"/>
                      <a:pt x="775256" y="1006602"/>
                    </a:cubicBezTo>
                    <a:cubicBezTo>
                      <a:pt x="774230" y="1001535"/>
                      <a:pt x="773778" y="993994"/>
                      <a:pt x="773899" y="983980"/>
                    </a:cubicBezTo>
                    <a:cubicBezTo>
                      <a:pt x="764367" y="985428"/>
                      <a:pt x="757309" y="986273"/>
                      <a:pt x="752725" y="986514"/>
                    </a:cubicBezTo>
                    <a:cubicBezTo>
                      <a:pt x="752604" y="989651"/>
                      <a:pt x="751699" y="991219"/>
                      <a:pt x="750010" y="991219"/>
                    </a:cubicBezTo>
                    <a:cubicBezTo>
                      <a:pt x="749045" y="991219"/>
                      <a:pt x="748080" y="990375"/>
                      <a:pt x="747114" y="988686"/>
                    </a:cubicBezTo>
                    <a:cubicBezTo>
                      <a:pt x="746149" y="986997"/>
                      <a:pt x="745425" y="985006"/>
                      <a:pt x="744943" y="982714"/>
                    </a:cubicBezTo>
                    <a:cubicBezTo>
                      <a:pt x="742168" y="969925"/>
                      <a:pt x="739513" y="959187"/>
                      <a:pt x="736980" y="950500"/>
                    </a:cubicBezTo>
                    <a:cubicBezTo>
                      <a:pt x="734446" y="941813"/>
                      <a:pt x="732395" y="936716"/>
                      <a:pt x="730827" y="935208"/>
                    </a:cubicBezTo>
                    <a:cubicBezTo>
                      <a:pt x="729258" y="933699"/>
                      <a:pt x="728474" y="932282"/>
                      <a:pt x="728474" y="930955"/>
                    </a:cubicBezTo>
                    <a:cubicBezTo>
                      <a:pt x="728474" y="929628"/>
                      <a:pt x="729560" y="928964"/>
                      <a:pt x="731732" y="928964"/>
                    </a:cubicBezTo>
                    <a:cubicBezTo>
                      <a:pt x="733903" y="928964"/>
                      <a:pt x="737161" y="929929"/>
                      <a:pt x="741504" y="931860"/>
                    </a:cubicBezTo>
                    <a:cubicBezTo>
                      <a:pt x="753449" y="930170"/>
                      <a:pt x="764307" y="928481"/>
                      <a:pt x="774080" y="926792"/>
                    </a:cubicBezTo>
                    <a:cubicBezTo>
                      <a:pt x="773959" y="912314"/>
                      <a:pt x="772783" y="902813"/>
                      <a:pt x="770551" y="898289"/>
                    </a:cubicBezTo>
                    <a:cubicBezTo>
                      <a:pt x="768319" y="893764"/>
                      <a:pt x="767203" y="890718"/>
                      <a:pt x="767203" y="889150"/>
                    </a:cubicBezTo>
                    <a:cubicBezTo>
                      <a:pt x="767203" y="887581"/>
                      <a:pt x="768017" y="886797"/>
                      <a:pt x="769646" y="886797"/>
                    </a:cubicBezTo>
                    <a:close/>
                    <a:moveTo>
                      <a:pt x="437647" y="885168"/>
                    </a:moveTo>
                    <a:cubicBezTo>
                      <a:pt x="439336" y="885168"/>
                      <a:pt x="442292" y="885892"/>
                      <a:pt x="446515" y="887340"/>
                    </a:cubicBezTo>
                    <a:cubicBezTo>
                      <a:pt x="450738" y="888788"/>
                      <a:pt x="452849" y="890416"/>
                      <a:pt x="452849" y="892226"/>
                    </a:cubicBezTo>
                    <a:cubicBezTo>
                      <a:pt x="452849" y="892950"/>
                      <a:pt x="452487" y="893976"/>
                      <a:pt x="451763" y="895303"/>
                    </a:cubicBezTo>
                    <a:cubicBezTo>
                      <a:pt x="448868" y="900370"/>
                      <a:pt x="446636" y="904412"/>
                      <a:pt x="445067" y="907428"/>
                    </a:cubicBezTo>
                    <a:cubicBezTo>
                      <a:pt x="441568" y="915029"/>
                      <a:pt x="437949" y="921484"/>
                      <a:pt x="434209" y="926792"/>
                    </a:cubicBezTo>
                    <a:cubicBezTo>
                      <a:pt x="439638" y="925586"/>
                      <a:pt x="447480" y="922871"/>
                      <a:pt x="457735" y="918648"/>
                    </a:cubicBezTo>
                    <a:cubicBezTo>
                      <a:pt x="464371" y="915632"/>
                      <a:pt x="469921" y="914124"/>
                      <a:pt x="474385" y="914124"/>
                    </a:cubicBezTo>
                    <a:cubicBezTo>
                      <a:pt x="476557" y="914124"/>
                      <a:pt x="478397" y="914486"/>
                      <a:pt x="479905" y="915210"/>
                    </a:cubicBezTo>
                    <a:cubicBezTo>
                      <a:pt x="481413" y="915934"/>
                      <a:pt x="482167" y="916718"/>
                      <a:pt x="482167" y="917563"/>
                    </a:cubicBezTo>
                    <a:cubicBezTo>
                      <a:pt x="482167" y="918407"/>
                      <a:pt x="481895" y="919131"/>
                      <a:pt x="481353" y="919734"/>
                    </a:cubicBezTo>
                    <a:cubicBezTo>
                      <a:pt x="480810" y="920338"/>
                      <a:pt x="479905" y="920911"/>
                      <a:pt x="478638" y="921454"/>
                    </a:cubicBezTo>
                    <a:cubicBezTo>
                      <a:pt x="477371" y="921997"/>
                      <a:pt x="473179" y="923444"/>
                      <a:pt x="466060" y="925797"/>
                    </a:cubicBezTo>
                    <a:cubicBezTo>
                      <a:pt x="458942" y="928150"/>
                      <a:pt x="453422" y="929778"/>
                      <a:pt x="449501" y="930683"/>
                    </a:cubicBezTo>
                    <a:cubicBezTo>
                      <a:pt x="445580" y="931588"/>
                      <a:pt x="442262" y="932041"/>
                      <a:pt x="439547" y="932041"/>
                    </a:cubicBezTo>
                    <a:cubicBezTo>
                      <a:pt x="436833" y="932041"/>
                      <a:pt x="434148" y="931498"/>
                      <a:pt x="431494" y="930412"/>
                    </a:cubicBezTo>
                    <a:cubicBezTo>
                      <a:pt x="428598" y="934514"/>
                      <a:pt x="425703" y="938103"/>
                      <a:pt x="422807" y="941180"/>
                    </a:cubicBezTo>
                    <a:cubicBezTo>
                      <a:pt x="419912" y="944256"/>
                      <a:pt x="417951" y="946096"/>
                      <a:pt x="416926" y="946700"/>
                    </a:cubicBezTo>
                    <a:cubicBezTo>
                      <a:pt x="415900" y="947303"/>
                      <a:pt x="415086" y="947604"/>
                      <a:pt x="414482" y="947604"/>
                    </a:cubicBezTo>
                    <a:cubicBezTo>
                      <a:pt x="413879" y="947604"/>
                      <a:pt x="413577" y="947273"/>
                      <a:pt x="413577" y="946609"/>
                    </a:cubicBezTo>
                    <a:cubicBezTo>
                      <a:pt x="413577" y="945945"/>
                      <a:pt x="414120" y="944950"/>
                      <a:pt x="415206" y="943623"/>
                    </a:cubicBezTo>
                    <a:cubicBezTo>
                      <a:pt x="422083" y="935057"/>
                      <a:pt x="427422" y="926189"/>
                      <a:pt x="431223" y="917020"/>
                    </a:cubicBezTo>
                    <a:cubicBezTo>
                      <a:pt x="435023" y="907850"/>
                      <a:pt x="436923" y="900249"/>
                      <a:pt x="436923" y="894217"/>
                    </a:cubicBezTo>
                    <a:cubicBezTo>
                      <a:pt x="436923" y="892286"/>
                      <a:pt x="436622" y="890778"/>
                      <a:pt x="436018" y="889692"/>
                    </a:cubicBezTo>
                    <a:cubicBezTo>
                      <a:pt x="435415" y="888607"/>
                      <a:pt x="435113" y="887581"/>
                      <a:pt x="435113" y="886616"/>
                    </a:cubicBezTo>
                    <a:cubicBezTo>
                      <a:pt x="435113" y="885651"/>
                      <a:pt x="435958" y="885168"/>
                      <a:pt x="437647" y="885168"/>
                    </a:cubicBezTo>
                    <a:close/>
                    <a:moveTo>
                      <a:pt x="154507" y="777574"/>
                    </a:moveTo>
                    <a:cubicBezTo>
                      <a:pt x="157282" y="777574"/>
                      <a:pt x="159695" y="778599"/>
                      <a:pt x="161746" y="780650"/>
                    </a:cubicBezTo>
                    <a:cubicBezTo>
                      <a:pt x="163797" y="782701"/>
                      <a:pt x="164823" y="785114"/>
                      <a:pt x="164823" y="787889"/>
                    </a:cubicBezTo>
                    <a:cubicBezTo>
                      <a:pt x="164823" y="790664"/>
                      <a:pt x="163797" y="793047"/>
                      <a:pt x="161746" y="795038"/>
                    </a:cubicBezTo>
                    <a:cubicBezTo>
                      <a:pt x="159695" y="797028"/>
                      <a:pt x="157282" y="798024"/>
                      <a:pt x="154507" y="798024"/>
                    </a:cubicBezTo>
                    <a:cubicBezTo>
                      <a:pt x="151732" y="798024"/>
                      <a:pt x="149319" y="797028"/>
                      <a:pt x="147268" y="795038"/>
                    </a:cubicBezTo>
                    <a:cubicBezTo>
                      <a:pt x="145217" y="793047"/>
                      <a:pt x="144191" y="790664"/>
                      <a:pt x="144191" y="787889"/>
                    </a:cubicBezTo>
                    <a:cubicBezTo>
                      <a:pt x="144191" y="785114"/>
                      <a:pt x="145217" y="782701"/>
                      <a:pt x="147268" y="780650"/>
                    </a:cubicBezTo>
                    <a:cubicBezTo>
                      <a:pt x="149319" y="778599"/>
                      <a:pt x="151732" y="777574"/>
                      <a:pt x="154507" y="777574"/>
                    </a:cubicBezTo>
                    <a:close/>
                    <a:moveTo>
                      <a:pt x="384526" y="754047"/>
                    </a:moveTo>
                    <a:cubicBezTo>
                      <a:pt x="378373" y="755012"/>
                      <a:pt x="373426" y="755555"/>
                      <a:pt x="369686" y="755676"/>
                    </a:cubicBezTo>
                    <a:cubicBezTo>
                      <a:pt x="372220" y="766776"/>
                      <a:pt x="373728" y="779263"/>
                      <a:pt x="374211" y="793138"/>
                    </a:cubicBezTo>
                    <a:cubicBezTo>
                      <a:pt x="377468" y="792655"/>
                      <a:pt x="382174" y="792052"/>
                      <a:pt x="388327" y="791328"/>
                    </a:cubicBezTo>
                    <a:cubicBezTo>
                      <a:pt x="386396" y="777091"/>
                      <a:pt x="385129" y="764664"/>
                      <a:pt x="384526" y="754047"/>
                    </a:cubicBezTo>
                    <a:close/>
                    <a:moveTo>
                      <a:pt x="406424" y="751332"/>
                    </a:moveTo>
                    <a:cubicBezTo>
                      <a:pt x="398099" y="752297"/>
                      <a:pt x="391645" y="753082"/>
                      <a:pt x="387060" y="753685"/>
                    </a:cubicBezTo>
                    <a:cubicBezTo>
                      <a:pt x="390921" y="759476"/>
                      <a:pt x="392851" y="766414"/>
                      <a:pt x="392851" y="774497"/>
                    </a:cubicBezTo>
                    <a:cubicBezTo>
                      <a:pt x="392851" y="778840"/>
                      <a:pt x="392308" y="784330"/>
                      <a:pt x="391222" y="790966"/>
                    </a:cubicBezTo>
                    <a:cubicBezTo>
                      <a:pt x="393515" y="790604"/>
                      <a:pt x="397677" y="790242"/>
                      <a:pt x="403710" y="789880"/>
                    </a:cubicBezTo>
                    <a:cubicBezTo>
                      <a:pt x="406123" y="775161"/>
                      <a:pt x="407329" y="765569"/>
                      <a:pt x="407329" y="761105"/>
                    </a:cubicBezTo>
                    <a:cubicBezTo>
                      <a:pt x="407329" y="756641"/>
                      <a:pt x="407027" y="753383"/>
                      <a:pt x="406424" y="751332"/>
                    </a:cubicBezTo>
                    <a:close/>
                    <a:moveTo>
                      <a:pt x="423979" y="750246"/>
                    </a:moveTo>
                    <a:cubicBezTo>
                      <a:pt x="421083" y="750246"/>
                      <a:pt x="416317" y="750548"/>
                      <a:pt x="409682" y="751151"/>
                    </a:cubicBezTo>
                    <a:cubicBezTo>
                      <a:pt x="411853" y="752961"/>
                      <a:pt x="413543" y="754469"/>
                      <a:pt x="414749" y="755676"/>
                    </a:cubicBezTo>
                    <a:cubicBezTo>
                      <a:pt x="415956" y="756882"/>
                      <a:pt x="416559" y="757968"/>
                      <a:pt x="416559" y="758933"/>
                    </a:cubicBezTo>
                    <a:cubicBezTo>
                      <a:pt x="416559" y="759898"/>
                      <a:pt x="416317" y="761045"/>
                      <a:pt x="415835" y="762372"/>
                    </a:cubicBezTo>
                    <a:lnTo>
                      <a:pt x="408053" y="789518"/>
                    </a:lnTo>
                    <a:cubicBezTo>
                      <a:pt x="415171" y="788794"/>
                      <a:pt x="420661" y="788311"/>
                      <a:pt x="424522" y="788070"/>
                    </a:cubicBezTo>
                    <a:cubicBezTo>
                      <a:pt x="428624" y="772506"/>
                      <a:pt x="430675" y="761648"/>
                      <a:pt x="430675" y="755495"/>
                    </a:cubicBezTo>
                    <a:cubicBezTo>
                      <a:pt x="430675" y="753444"/>
                      <a:pt x="430283" y="752056"/>
                      <a:pt x="429498" y="751332"/>
                    </a:cubicBezTo>
                    <a:cubicBezTo>
                      <a:pt x="428714" y="750608"/>
                      <a:pt x="426874" y="750246"/>
                      <a:pt x="423979" y="750246"/>
                    </a:cubicBezTo>
                    <a:close/>
                    <a:moveTo>
                      <a:pt x="591562" y="749523"/>
                    </a:moveTo>
                    <a:cubicBezTo>
                      <a:pt x="592768" y="749523"/>
                      <a:pt x="595241" y="750639"/>
                      <a:pt x="598982" y="752871"/>
                    </a:cubicBezTo>
                    <a:cubicBezTo>
                      <a:pt x="602722" y="755103"/>
                      <a:pt x="604592" y="756762"/>
                      <a:pt x="604592" y="757847"/>
                    </a:cubicBezTo>
                    <a:cubicBezTo>
                      <a:pt x="604592" y="758933"/>
                      <a:pt x="603657" y="760019"/>
                      <a:pt x="601787" y="761105"/>
                    </a:cubicBezTo>
                    <a:cubicBezTo>
                      <a:pt x="599917" y="762191"/>
                      <a:pt x="598559" y="763246"/>
                      <a:pt x="597715" y="764272"/>
                    </a:cubicBezTo>
                    <a:cubicBezTo>
                      <a:pt x="596870" y="765298"/>
                      <a:pt x="595060" y="767801"/>
                      <a:pt x="592285" y="771782"/>
                    </a:cubicBezTo>
                    <a:cubicBezTo>
                      <a:pt x="589511" y="775764"/>
                      <a:pt x="585891" y="780107"/>
                      <a:pt x="581427" y="784813"/>
                    </a:cubicBezTo>
                    <a:cubicBezTo>
                      <a:pt x="590355" y="791086"/>
                      <a:pt x="599163" y="795882"/>
                      <a:pt x="607849" y="799200"/>
                    </a:cubicBezTo>
                    <a:cubicBezTo>
                      <a:pt x="616536" y="802518"/>
                      <a:pt x="629747" y="805323"/>
                      <a:pt x="647483" y="807616"/>
                    </a:cubicBezTo>
                    <a:cubicBezTo>
                      <a:pt x="651344" y="808098"/>
                      <a:pt x="653274" y="809003"/>
                      <a:pt x="653274" y="810330"/>
                    </a:cubicBezTo>
                    <a:cubicBezTo>
                      <a:pt x="653274" y="811054"/>
                      <a:pt x="652580" y="811748"/>
                      <a:pt x="651193" y="812411"/>
                    </a:cubicBezTo>
                    <a:cubicBezTo>
                      <a:pt x="649805" y="813075"/>
                      <a:pt x="645432" y="814070"/>
                      <a:pt x="638072" y="815397"/>
                    </a:cubicBezTo>
                    <a:cubicBezTo>
                      <a:pt x="630712" y="816725"/>
                      <a:pt x="624167" y="817388"/>
                      <a:pt x="618436" y="817388"/>
                    </a:cubicBezTo>
                    <a:cubicBezTo>
                      <a:pt x="612706" y="817388"/>
                      <a:pt x="607849" y="815699"/>
                      <a:pt x="603868" y="812321"/>
                    </a:cubicBezTo>
                    <a:lnTo>
                      <a:pt x="576903" y="790423"/>
                    </a:lnTo>
                    <a:cubicBezTo>
                      <a:pt x="570749" y="796093"/>
                      <a:pt x="562817" y="800829"/>
                      <a:pt x="553104" y="804629"/>
                    </a:cubicBezTo>
                    <a:cubicBezTo>
                      <a:pt x="543392" y="808430"/>
                      <a:pt x="535037" y="810330"/>
                      <a:pt x="528039" y="810330"/>
                    </a:cubicBezTo>
                    <a:cubicBezTo>
                      <a:pt x="526109" y="810330"/>
                      <a:pt x="524390" y="810179"/>
                      <a:pt x="522882" y="809878"/>
                    </a:cubicBezTo>
                    <a:cubicBezTo>
                      <a:pt x="521373" y="809576"/>
                      <a:pt x="520619" y="809154"/>
                      <a:pt x="520619" y="808611"/>
                    </a:cubicBezTo>
                    <a:cubicBezTo>
                      <a:pt x="520619" y="808068"/>
                      <a:pt x="522007" y="807495"/>
                      <a:pt x="524782" y="806892"/>
                    </a:cubicBezTo>
                    <a:cubicBezTo>
                      <a:pt x="545172" y="801824"/>
                      <a:pt x="560253" y="794585"/>
                      <a:pt x="570026" y="785175"/>
                    </a:cubicBezTo>
                    <a:cubicBezTo>
                      <a:pt x="560615" y="778298"/>
                      <a:pt x="553497" y="773954"/>
                      <a:pt x="548671" y="772144"/>
                    </a:cubicBezTo>
                    <a:cubicBezTo>
                      <a:pt x="546258" y="771179"/>
                      <a:pt x="545051" y="770274"/>
                      <a:pt x="545051" y="769430"/>
                    </a:cubicBezTo>
                    <a:cubicBezTo>
                      <a:pt x="545051" y="768585"/>
                      <a:pt x="545594" y="768163"/>
                      <a:pt x="546680" y="768163"/>
                    </a:cubicBezTo>
                    <a:cubicBezTo>
                      <a:pt x="547766" y="768163"/>
                      <a:pt x="549847" y="768374"/>
                      <a:pt x="552923" y="768796"/>
                    </a:cubicBezTo>
                    <a:cubicBezTo>
                      <a:pt x="556000" y="769219"/>
                      <a:pt x="558956" y="770154"/>
                      <a:pt x="561791" y="771601"/>
                    </a:cubicBezTo>
                    <a:cubicBezTo>
                      <a:pt x="564626" y="773049"/>
                      <a:pt x="568940" y="775885"/>
                      <a:pt x="574731" y="780107"/>
                    </a:cubicBezTo>
                    <a:cubicBezTo>
                      <a:pt x="576903" y="778298"/>
                      <a:pt x="579285" y="774708"/>
                      <a:pt x="581879" y="769339"/>
                    </a:cubicBezTo>
                    <a:cubicBezTo>
                      <a:pt x="584473" y="763970"/>
                      <a:pt x="585770" y="760894"/>
                      <a:pt x="585770" y="760110"/>
                    </a:cubicBezTo>
                    <a:cubicBezTo>
                      <a:pt x="585770" y="759325"/>
                      <a:pt x="585258" y="758933"/>
                      <a:pt x="584232" y="758933"/>
                    </a:cubicBezTo>
                    <a:cubicBezTo>
                      <a:pt x="583207" y="758933"/>
                      <a:pt x="579647" y="759687"/>
                      <a:pt x="573555" y="761195"/>
                    </a:cubicBezTo>
                    <a:cubicBezTo>
                      <a:pt x="567462" y="762704"/>
                      <a:pt x="562756" y="763458"/>
                      <a:pt x="559439" y="763458"/>
                    </a:cubicBezTo>
                    <a:cubicBezTo>
                      <a:pt x="556121" y="763458"/>
                      <a:pt x="553557" y="763035"/>
                      <a:pt x="551747" y="762191"/>
                    </a:cubicBezTo>
                    <a:cubicBezTo>
                      <a:pt x="549937" y="761346"/>
                      <a:pt x="549032" y="760622"/>
                      <a:pt x="549032" y="760019"/>
                    </a:cubicBezTo>
                    <a:cubicBezTo>
                      <a:pt x="549032" y="759416"/>
                      <a:pt x="550420" y="758994"/>
                      <a:pt x="553195" y="758752"/>
                    </a:cubicBezTo>
                    <a:cubicBezTo>
                      <a:pt x="560072" y="758270"/>
                      <a:pt x="566889" y="757154"/>
                      <a:pt x="573645" y="755404"/>
                    </a:cubicBezTo>
                    <a:cubicBezTo>
                      <a:pt x="580401" y="753655"/>
                      <a:pt x="584775" y="752237"/>
                      <a:pt x="586766" y="751151"/>
                    </a:cubicBezTo>
                    <a:cubicBezTo>
                      <a:pt x="588756" y="750065"/>
                      <a:pt x="590355" y="749523"/>
                      <a:pt x="591562" y="749523"/>
                    </a:cubicBezTo>
                    <a:close/>
                    <a:moveTo>
                      <a:pt x="432394" y="741922"/>
                    </a:moveTo>
                    <a:cubicBezTo>
                      <a:pt x="433782" y="741922"/>
                      <a:pt x="436677" y="743249"/>
                      <a:pt x="441081" y="745903"/>
                    </a:cubicBezTo>
                    <a:cubicBezTo>
                      <a:pt x="445485" y="748557"/>
                      <a:pt x="447686" y="750608"/>
                      <a:pt x="447686" y="752056"/>
                    </a:cubicBezTo>
                    <a:cubicBezTo>
                      <a:pt x="447686" y="753504"/>
                      <a:pt x="446420" y="755374"/>
                      <a:pt x="443886" y="757666"/>
                    </a:cubicBezTo>
                    <a:cubicBezTo>
                      <a:pt x="442197" y="759235"/>
                      <a:pt x="438517" y="769189"/>
                      <a:pt x="432847" y="787527"/>
                    </a:cubicBezTo>
                    <a:lnTo>
                      <a:pt x="444972" y="786803"/>
                    </a:lnTo>
                    <a:cubicBezTo>
                      <a:pt x="450884" y="786803"/>
                      <a:pt x="455559" y="787769"/>
                      <a:pt x="458997" y="789699"/>
                    </a:cubicBezTo>
                    <a:cubicBezTo>
                      <a:pt x="462436" y="791629"/>
                      <a:pt x="464155" y="793379"/>
                      <a:pt x="464155" y="794947"/>
                    </a:cubicBezTo>
                    <a:cubicBezTo>
                      <a:pt x="464155" y="796516"/>
                      <a:pt x="463582" y="797692"/>
                      <a:pt x="462436" y="798476"/>
                    </a:cubicBezTo>
                    <a:cubicBezTo>
                      <a:pt x="461290" y="799261"/>
                      <a:pt x="459993" y="799653"/>
                      <a:pt x="458545" y="799653"/>
                    </a:cubicBezTo>
                    <a:cubicBezTo>
                      <a:pt x="457097" y="799653"/>
                      <a:pt x="454262" y="799230"/>
                      <a:pt x="450039" y="798386"/>
                    </a:cubicBezTo>
                    <a:cubicBezTo>
                      <a:pt x="445816" y="797541"/>
                      <a:pt x="441443" y="796908"/>
                      <a:pt x="436918" y="796486"/>
                    </a:cubicBezTo>
                    <a:cubicBezTo>
                      <a:pt x="432394" y="796063"/>
                      <a:pt x="425547" y="795852"/>
                      <a:pt x="416378" y="795852"/>
                    </a:cubicBezTo>
                    <a:cubicBezTo>
                      <a:pt x="407208" y="795852"/>
                      <a:pt x="396380" y="796546"/>
                      <a:pt x="383893" y="797933"/>
                    </a:cubicBezTo>
                    <a:cubicBezTo>
                      <a:pt x="371406" y="799321"/>
                      <a:pt x="363201" y="800527"/>
                      <a:pt x="359280" y="801553"/>
                    </a:cubicBezTo>
                    <a:cubicBezTo>
                      <a:pt x="355359" y="802578"/>
                      <a:pt x="352494" y="803091"/>
                      <a:pt x="350684" y="803091"/>
                    </a:cubicBezTo>
                    <a:cubicBezTo>
                      <a:pt x="348874" y="803091"/>
                      <a:pt x="346582" y="802247"/>
                      <a:pt x="343807" y="800557"/>
                    </a:cubicBezTo>
                    <a:cubicBezTo>
                      <a:pt x="341032" y="798868"/>
                      <a:pt x="339644" y="797541"/>
                      <a:pt x="339644" y="796576"/>
                    </a:cubicBezTo>
                    <a:cubicBezTo>
                      <a:pt x="339644" y="795611"/>
                      <a:pt x="341454" y="795128"/>
                      <a:pt x="345074" y="795128"/>
                    </a:cubicBezTo>
                    <a:lnTo>
                      <a:pt x="349598" y="795309"/>
                    </a:lnTo>
                    <a:cubicBezTo>
                      <a:pt x="352011" y="795309"/>
                      <a:pt x="358526" y="794766"/>
                      <a:pt x="369143" y="793680"/>
                    </a:cubicBezTo>
                    <a:cubicBezTo>
                      <a:pt x="368057" y="784390"/>
                      <a:pt x="366670" y="776066"/>
                      <a:pt x="364981" y="768706"/>
                    </a:cubicBezTo>
                    <a:cubicBezTo>
                      <a:pt x="363292" y="761346"/>
                      <a:pt x="361814" y="756822"/>
                      <a:pt x="360547" y="755133"/>
                    </a:cubicBezTo>
                    <a:cubicBezTo>
                      <a:pt x="359280" y="753444"/>
                      <a:pt x="358647" y="752147"/>
                      <a:pt x="358647" y="751242"/>
                    </a:cubicBezTo>
                    <a:cubicBezTo>
                      <a:pt x="358647" y="750337"/>
                      <a:pt x="359160" y="749884"/>
                      <a:pt x="360185" y="749884"/>
                    </a:cubicBezTo>
                    <a:cubicBezTo>
                      <a:pt x="361211" y="749884"/>
                      <a:pt x="362870" y="750488"/>
                      <a:pt x="365162" y="751694"/>
                    </a:cubicBezTo>
                    <a:cubicBezTo>
                      <a:pt x="375176" y="751091"/>
                      <a:pt x="387422" y="749734"/>
                      <a:pt x="401900" y="747622"/>
                    </a:cubicBezTo>
                    <a:cubicBezTo>
                      <a:pt x="416378" y="745511"/>
                      <a:pt x="424733" y="744033"/>
                      <a:pt x="426965" y="743188"/>
                    </a:cubicBezTo>
                    <a:cubicBezTo>
                      <a:pt x="429197" y="742344"/>
                      <a:pt x="431007" y="741922"/>
                      <a:pt x="432394" y="741922"/>
                    </a:cubicBezTo>
                    <a:close/>
                    <a:moveTo>
                      <a:pt x="346702" y="741198"/>
                    </a:moveTo>
                    <a:cubicBezTo>
                      <a:pt x="347306" y="741198"/>
                      <a:pt x="347607" y="741560"/>
                      <a:pt x="347607" y="742284"/>
                    </a:cubicBezTo>
                    <a:cubicBezTo>
                      <a:pt x="347607" y="743490"/>
                      <a:pt x="347064" y="745420"/>
                      <a:pt x="345979" y="748075"/>
                    </a:cubicBezTo>
                    <a:cubicBezTo>
                      <a:pt x="335241" y="774618"/>
                      <a:pt x="329570" y="791026"/>
                      <a:pt x="328967" y="797300"/>
                    </a:cubicBezTo>
                    <a:cubicBezTo>
                      <a:pt x="328364" y="803574"/>
                      <a:pt x="327308" y="806711"/>
                      <a:pt x="325800" y="806711"/>
                    </a:cubicBezTo>
                    <a:cubicBezTo>
                      <a:pt x="324292" y="806711"/>
                      <a:pt x="322180" y="804298"/>
                      <a:pt x="319466" y="799472"/>
                    </a:cubicBezTo>
                    <a:cubicBezTo>
                      <a:pt x="316751" y="794646"/>
                      <a:pt x="315394" y="790906"/>
                      <a:pt x="315394" y="788251"/>
                    </a:cubicBezTo>
                    <a:cubicBezTo>
                      <a:pt x="315394" y="785597"/>
                      <a:pt x="315937" y="784028"/>
                      <a:pt x="317023" y="783546"/>
                    </a:cubicBezTo>
                    <a:cubicBezTo>
                      <a:pt x="319797" y="782219"/>
                      <a:pt x="323115" y="778418"/>
                      <a:pt x="326976" y="772144"/>
                    </a:cubicBezTo>
                    <a:cubicBezTo>
                      <a:pt x="337231" y="755012"/>
                      <a:pt x="342932" y="745571"/>
                      <a:pt x="344078" y="743822"/>
                    </a:cubicBezTo>
                    <a:cubicBezTo>
                      <a:pt x="345224" y="742072"/>
                      <a:pt x="346099" y="741198"/>
                      <a:pt x="346702" y="741198"/>
                    </a:cubicBezTo>
                    <a:close/>
                    <a:moveTo>
                      <a:pt x="586675" y="723462"/>
                    </a:moveTo>
                    <a:cubicBezTo>
                      <a:pt x="582694" y="723945"/>
                      <a:pt x="575274" y="725272"/>
                      <a:pt x="564415" y="727444"/>
                    </a:cubicBezTo>
                    <a:cubicBezTo>
                      <a:pt x="564415" y="733838"/>
                      <a:pt x="564476" y="738966"/>
                      <a:pt x="564596" y="742826"/>
                    </a:cubicBezTo>
                    <a:cubicBezTo>
                      <a:pt x="576661" y="740896"/>
                      <a:pt x="582965" y="739207"/>
                      <a:pt x="583508" y="737759"/>
                    </a:cubicBezTo>
                    <a:cubicBezTo>
                      <a:pt x="584051" y="736311"/>
                      <a:pt x="585107" y="731546"/>
                      <a:pt x="586675" y="723462"/>
                    </a:cubicBezTo>
                    <a:close/>
                    <a:moveTo>
                      <a:pt x="317384" y="718757"/>
                    </a:moveTo>
                    <a:cubicBezTo>
                      <a:pt x="322211" y="718757"/>
                      <a:pt x="326614" y="719782"/>
                      <a:pt x="330596" y="721833"/>
                    </a:cubicBezTo>
                    <a:cubicBezTo>
                      <a:pt x="334577" y="723884"/>
                      <a:pt x="336568" y="727021"/>
                      <a:pt x="336568" y="731244"/>
                    </a:cubicBezTo>
                    <a:cubicBezTo>
                      <a:pt x="336568" y="732812"/>
                      <a:pt x="336146" y="734109"/>
                      <a:pt x="335301" y="735135"/>
                    </a:cubicBezTo>
                    <a:cubicBezTo>
                      <a:pt x="334456" y="736161"/>
                      <a:pt x="333371" y="736673"/>
                      <a:pt x="332043" y="736673"/>
                    </a:cubicBezTo>
                    <a:cubicBezTo>
                      <a:pt x="330716" y="736673"/>
                      <a:pt x="329148" y="735919"/>
                      <a:pt x="327338" y="734411"/>
                    </a:cubicBezTo>
                    <a:cubicBezTo>
                      <a:pt x="325528" y="732903"/>
                      <a:pt x="322965" y="730339"/>
                      <a:pt x="319647" y="726720"/>
                    </a:cubicBezTo>
                    <a:cubicBezTo>
                      <a:pt x="316329" y="723100"/>
                      <a:pt x="314670" y="720868"/>
                      <a:pt x="314670" y="720024"/>
                    </a:cubicBezTo>
                    <a:cubicBezTo>
                      <a:pt x="314670" y="719179"/>
                      <a:pt x="315575" y="718757"/>
                      <a:pt x="317384" y="718757"/>
                    </a:cubicBezTo>
                    <a:close/>
                    <a:moveTo>
                      <a:pt x="154507" y="711156"/>
                    </a:moveTo>
                    <a:cubicBezTo>
                      <a:pt x="157282" y="711156"/>
                      <a:pt x="159695" y="712181"/>
                      <a:pt x="161746" y="714232"/>
                    </a:cubicBezTo>
                    <a:cubicBezTo>
                      <a:pt x="163797" y="716283"/>
                      <a:pt x="164823" y="718696"/>
                      <a:pt x="164823" y="721471"/>
                    </a:cubicBezTo>
                    <a:cubicBezTo>
                      <a:pt x="164823" y="724246"/>
                      <a:pt x="163797" y="726629"/>
                      <a:pt x="161746" y="728620"/>
                    </a:cubicBezTo>
                    <a:cubicBezTo>
                      <a:pt x="159695" y="730611"/>
                      <a:pt x="157282" y="731606"/>
                      <a:pt x="154507" y="731606"/>
                    </a:cubicBezTo>
                    <a:cubicBezTo>
                      <a:pt x="151732" y="731606"/>
                      <a:pt x="149319" y="730611"/>
                      <a:pt x="147268" y="728620"/>
                    </a:cubicBezTo>
                    <a:cubicBezTo>
                      <a:pt x="145217" y="726629"/>
                      <a:pt x="144191" y="724246"/>
                      <a:pt x="144191" y="721471"/>
                    </a:cubicBezTo>
                    <a:cubicBezTo>
                      <a:pt x="144191" y="718696"/>
                      <a:pt x="145217" y="716283"/>
                      <a:pt x="147268" y="714232"/>
                    </a:cubicBezTo>
                    <a:cubicBezTo>
                      <a:pt x="149319" y="712181"/>
                      <a:pt x="151732" y="711156"/>
                      <a:pt x="154507" y="711156"/>
                    </a:cubicBezTo>
                    <a:close/>
                    <a:moveTo>
                      <a:pt x="587309" y="696678"/>
                    </a:moveTo>
                    <a:cubicBezTo>
                      <a:pt x="588696" y="696678"/>
                      <a:pt x="591260" y="697643"/>
                      <a:pt x="595000" y="699573"/>
                    </a:cubicBezTo>
                    <a:cubicBezTo>
                      <a:pt x="598740" y="701504"/>
                      <a:pt x="600610" y="703495"/>
                      <a:pt x="600610" y="705546"/>
                    </a:cubicBezTo>
                    <a:cubicBezTo>
                      <a:pt x="600610" y="706511"/>
                      <a:pt x="600248" y="707717"/>
                      <a:pt x="599524" y="709165"/>
                    </a:cubicBezTo>
                    <a:cubicBezTo>
                      <a:pt x="598801" y="710613"/>
                      <a:pt x="597956" y="712966"/>
                      <a:pt x="596991" y="716223"/>
                    </a:cubicBezTo>
                    <a:lnTo>
                      <a:pt x="606040" y="714594"/>
                    </a:lnTo>
                    <a:cubicBezTo>
                      <a:pt x="609900" y="713508"/>
                      <a:pt x="613158" y="712966"/>
                      <a:pt x="615812" y="712966"/>
                    </a:cubicBezTo>
                    <a:cubicBezTo>
                      <a:pt x="618467" y="712966"/>
                      <a:pt x="620849" y="713659"/>
                      <a:pt x="622961" y="715047"/>
                    </a:cubicBezTo>
                    <a:cubicBezTo>
                      <a:pt x="625072" y="716434"/>
                      <a:pt x="626128" y="717550"/>
                      <a:pt x="626128" y="718395"/>
                    </a:cubicBezTo>
                    <a:cubicBezTo>
                      <a:pt x="626128" y="719239"/>
                      <a:pt x="625434" y="719903"/>
                      <a:pt x="624047" y="720386"/>
                    </a:cubicBezTo>
                    <a:cubicBezTo>
                      <a:pt x="622659" y="720868"/>
                      <a:pt x="619341" y="721109"/>
                      <a:pt x="614093" y="721109"/>
                    </a:cubicBezTo>
                    <a:cubicBezTo>
                      <a:pt x="608845" y="721109"/>
                      <a:pt x="602420" y="721471"/>
                      <a:pt x="594819" y="722195"/>
                    </a:cubicBezTo>
                    <a:cubicBezTo>
                      <a:pt x="593130" y="728590"/>
                      <a:pt x="592285" y="732330"/>
                      <a:pt x="592285" y="733416"/>
                    </a:cubicBezTo>
                    <a:cubicBezTo>
                      <a:pt x="592285" y="734502"/>
                      <a:pt x="593100" y="735648"/>
                      <a:pt x="594729" y="736854"/>
                    </a:cubicBezTo>
                    <a:cubicBezTo>
                      <a:pt x="596357" y="738061"/>
                      <a:pt x="597172" y="739086"/>
                      <a:pt x="597172" y="739931"/>
                    </a:cubicBezTo>
                    <a:cubicBezTo>
                      <a:pt x="597172" y="741258"/>
                      <a:pt x="595422" y="742133"/>
                      <a:pt x="591924" y="742555"/>
                    </a:cubicBezTo>
                    <a:cubicBezTo>
                      <a:pt x="588425" y="742977"/>
                      <a:pt x="578954" y="744636"/>
                      <a:pt x="563510" y="747532"/>
                    </a:cubicBezTo>
                    <a:cubicBezTo>
                      <a:pt x="562787" y="749462"/>
                      <a:pt x="561882" y="750427"/>
                      <a:pt x="560796" y="750427"/>
                    </a:cubicBezTo>
                    <a:cubicBezTo>
                      <a:pt x="558624" y="750427"/>
                      <a:pt x="557538" y="747049"/>
                      <a:pt x="557538" y="740293"/>
                    </a:cubicBezTo>
                    <a:lnTo>
                      <a:pt x="557719" y="728529"/>
                    </a:lnTo>
                    <a:cubicBezTo>
                      <a:pt x="549032" y="730460"/>
                      <a:pt x="543875" y="731425"/>
                      <a:pt x="542246" y="731425"/>
                    </a:cubicBezTo>
                    <a:cubicBezTo>
                      <a:pt x="540617" y="731425"/>
                      <a:pt x="538898" y="731033"/>
                      <a:pt x="537088" y="730249"/>
                    </a:cubicBezTo>
                    <a:cubicBezTo>
                      <a:pt x="535278" y="729465"/>
                      <a:pt x="534374" y="728710"/>
                      <a:pt x="534374" y="727987"/>
                    </a:cubicBezTo>
                    <a:cubicBezTo>
                      <a:pt x="534374" y="727263"/>
                      <a:pt x="535429" y="726810"/>
                      <a:pt x="537541" y="726629"/>
                    </a:cubicBezTo>
                    <a:cubicBezTo>
                      <a:pt x="539652" y="726448"/>
                      <a:pt x="546438" y="725393"/>
                      <a:pt x="557900" y="723462"/>
                    </a:cubicBezTo>
                    <a:cubicBezTo>
                      <a:pt x="557418" y="718154"/>
                      <a:pt x="556030" y="713750"/>
                      <a:pt x="553738" y="710251"/>
                    </a:cubicBezTo>
                    <a:cubicBezTo>
                      <a:pt x="552893" y="709044"/>
                      <a:pt x="552471" y="707778"/>
                      <a:pt x="552471" y="706451"/>
                    </a:cubicBezTo>
                    <a:cubicBezTo>
                      <a:pt x="552471" y="705123"/>
                      <a:pt x="553285" y="704460"/>
                      <a:pt x="554914" y="704460"/>
                    </a:cubicBezTo>
                    <a:cubicBezTo>
                      <a:pt x="556543" y="704460"/>
                      <a:pt x="558654" y="705274"/>
                      <a:pt x="561248" y="706903"/>
                    </a:cubicBezTo>
                    <a:cubicBezTo>
                      <a:pt x="563842" y="708532"/>
                      <a:pt x="565139" y="710251"/>
                      <a:pt x="565139" y="712061"/>
                    </a:cubicBezTo>
                    <a:cubicBezTo>
                      <a:pt x="565139" y="712543"/>
                      <a:pt x="565079" y="713086"/>
                      <a:pt x="564958" y="713690"/>
                    </a:cubicBezTo>
                    <a:cubicBezTo>
                      <a:pt x="564717" y="715137"/>
                      <a:pt x="564596" y="718033"/>
                      <a:pt x="564596" y="722376"/>
                    </a:cubicBezTo>
                    <a:cubicBezTo>
                      <a:pt x="570267" y="721411"/>
                      <a:pt x="577928" y="719903"/>
                      <a:pt x="587580" y="717852"/>
                    </a:cubicBezTo>
                    <a:cubicBezTo>
                      <a:pt x="587942" y="714594"/>
                      <a:pt x="588123" y="711940"/>
                      <a:pt x="588123" y="709889"/>
                    </a:cubicBezTo>
                    <a:cubicBezTo>
                      <a:pt x="588123" y="706270"/>
                      <a:pt x="587640" y="703766"/>
                      <a:pt x="586675" y="702379"/>
                    </a:cubicBezTo>
                    <a:cubicBezTo>
                      <a:pt x="585710" y="700991"/>
                      <a:pt x="585227" y="699815"/>
                      <a:pt x="585227" y="698850"/>
                    </a:cubicBezTo>
                    <a:cubicBezTo>
                      <a:pt x="585227" y="697402"/>
                      <a:pt x="585921" y="696678"/>
                      <a:pt x="587309" y="696678"/>
                    </a:cubicBezTo>
                    <a:close/>
                    <a:moveTo>
                      <a:pt x="417464" y="684734"/>
                    </a:moveTo>
                    <a:cubicBezTo>
                      <a:pt x="411552" y="684734"/>
                      <a:pt x="404554" y="685638"/>
                      <a:pt x="396471" y="687448"/>
                    </a:cubicBezTo>
                    <a:cubicBezTo>
                      <a:pt x="389714" y="688896"/>
                      <a:pt x="382777" y="689680"/>
                      <a:pt x="375658" y="689801"/>
                    </a:cubicBezTo>
                    <a:cubicBezTo>
                      <a:pt x="377106" y="694024"/>
                      <a:pt x="378313" y="699453"/>
                      <a:pt x="379278" y="706089"/>
                    </a:cubicBezTo>
                    <a:cubicBezTo>
                      <a:pt x="393877" y="702469"/>
                      <a:pt x="402413" y="700659"/>
                      <a:pt x="404886" y="700659"/>
                    </a:cubicBezTo>
                    <a:cubicBezTo>
                      <a:pt x="407359" y="700659"/>
                      <a:pt x="409229" y="700961"/>
                      <a:pt x="410496" y="701564"/>
                    </a:cubicBezTo>
                    <a:cubicBezTo>
                      <a:pt x="411763" y="702167"/>
                      <a:pt x="412396" y="702922"/>
                      <a:pt x="412396" y="703826"/>
                    </a:cubicBezTo>
                    <a:cubicBezTo>
                      <a:pt x="412396" y="704731"/>
                      <a:pt x="411823" y="705485"/>
                      <a:pt x="410677" y="706089"/>
                    </a:cubicBezTo>
                    <a:cubicBezTo>
                      <a:pt x="409531" y="706692"/>
                      <a:pt x="406334" y="707325"/>
                      <a:pt x="401085" y="707989"/>
                    </a:cubicBezTo>
                    <a:cubicBezTo>
                      <a:pt x="395837" y="708652"/>
                      <a:pt x="391464" y="708984"/>
                      <a:pt x="387965" y="708984"/>
                    </a:cubicBezTo>
                    <a:cubicBezTo>
                      <a:pt x="384466" y="708984"/>
                      <a:pt x="381751" y="708864"/>
                      <a:pt x="379821" y="708622"/>
                    </a:cubicBezTo>
                    <a:cubicBezTo>
                      <a:pt x="380665" y="714051"/>
                      <a:pt x="381389" y="719782"/>
                      <a:pt x="381993" y="725815"/>
                    </a:cubicBezTo>
                    <a:cubicBezTo>
                      <a:pt x="397798" y="723281"/>
                      <a:pt x="406575" y="722014"/>
                      <a:pt x="408324" y="722014"/>
                    </a:cubicBezTo>
                    <a:cubicBezTo>
                      <a:pt x="410074" y="722014"/>
                      <a:pt x="411311" y="722105"/>
                      <a:pt x="412034" y="722286"/>
                    </a:cubicBezTo>
                    <a:cubicBezTo>
                      <a:pt x="412758" y="722467"/>
                      <a:pt x="413362" y="722557"/>
                      <a:pt x="413844" y="722557"/>
                    </a:cubicBezTo>
                    <a:cubicBezTo>
                      <a:pt x="415292" y="722557"/>
                      <a:pt x="416468" y="721441"/>
                      <a:pt x="417373" y="719209"/>
                    </a:cubicBezTo>
                    <a:cubicBezTo>
                      <a:pt x="418278" y="716977"/>
                      <a:pt x="419515" y="712453"/>
                      <a:pt x="421083" y="705636"/>
                    </a:cubicBezTo>
                    <a:cubicBezTo>
                      <a:pt x="422652" y="698819"/>
                      <a:pt x="423436" y="694084"/>
                      <a:pt x="423436" y="691430"/>
                    </a:cubicBezTo>
                    <a:cubicBezTo>
                      <a:pt x="423436" y="688775"/>
                      <a:pt x="423014" y="686996"/>
                      <a:pt x="422169" y="686091"/>
                    </a:cubicBezTo>
                    <a:cubicBezTo>
                      <a:pt x="421324" y="685186"/>
                      <a:pt x="419756" y="684734"/>
                      <a:pt x="417464" y="684734"/>
                    </a:cubicBezTo>
                    <a:close/>
                    <a:moveTo>
                      <a:pt x="605859" y="682743"/>
                    </a:moveTo>
                    <a:cubicBezTo>
                      <a:pt x="608272" y="682743"/>
                      <a:pt x="610504" y="683406"/>
                      <a:pt x="612555" y="684734"/>
                    </a:cubicBezTo>
                    <a:cubicBezTo>
                      <a:pt x="614606" y="686061"/>
                      <a:pt x="615631" y="687026"/>
                      <a:pt x="615631" y="687629"/>
                    </a:cubicBezTo>
                    <a:cubicBezTo>
                      <a:pt x="615631" y="688836"/>
                      <a:pt x="612706" y="689861"/>
                      <a:pt x="606854" y="690706"/>
                    </a:cubicBezTo>
                    <a:cubicBezTo>
                      <a:pt x="601002" y="691550"/>
                      <a:pt x="590747" y="693300"/>
                      <a:pt x="576088" y="695954"/>
                    </a:cubicBezTo>
                    <a:cubicBezTo>
                      <a:pt x="561429" y="698608"/>
                      <a:pt x="551657" y="699935"/>
                      <a:pt x="546770" y="699935"/>
                    </a:cubicBezTo>
                    <a:cubicBezTo>
                      <a:pt x="541884" y="699935"/>
                      <a:pt x="538114" y="699694"/>
                      <a:pt x="535459" y="699211"/>
                    </a:cubicBezTo>
                    <a:cubicBezTo>
                      <a:pt x="535701" y="708019"/>
                      <a:pt x="534766" y="719360"/>
                      <a:pt x="532654" y="733235"/>
                    </a:cubicBezTo>
                    <a:cubicBezTo>
                      <a:pt x="530543" y="747110"/>
                      <a:pt x="527346" y="759416"/>
                      <a:pt x="523063" y="770154"/>
                    </a:cubicBezTo>
                    <a:cubicBezTo>
                      <a:pt x="518779" y="780892"/>
                      <a:pt x="514315" y="788824"/>
                      <a:pt x="509670" y="793952"/>
                    </a:cubicBezTo>
                    <a:cubicBezTo>
                      <a:pt x="505025" y="799080"/>
                      <a:pt x="500772" y="803332"/>
                      <a:pt x="496912" y="806711"/>
                    </a:cubicBezTo>
                    <a:cubicBezTo>
                      <a:pt x="493051" y="810089"/>
                      <a:pt x="490517" y="811778"/>
                      <a:pt x="489311" y="811778"/>
                    </a:cubicBezTo>
                    <a:cubicBezTo>
                      <a:pt x="488828" y="811778"/>
                      <a:pt x="488587" y="811597"/>
                      <a:pt x="488587" y="811235"/>
                    </a:cubicBezTo>
                    <a:cubicBezTo>
                      <a:pt x="488587" y="809908"/>
                      <a:pt x="490216" y="807314"/>
                      <a:pt x="493473" y="803453"/>
                    </a:cubicBezTo>
                    <a:cubicBezTo>
                      <a:pt x="504935" y="790423"/>
                      <a:pt x="513049" y="774346"/>
                      <a:pt x="517814" y="755223"/>
                    </a:cubicBezTo>
                    <a:cubicBezTo>
                      <a:pt x="522580" y="736100"/>
                      <a:pt x="524963" y="719782"/>
                      <a:pt x="524963" y="706270"/>
                    </a:cubicBezTo>
                    <a:cubicBezTo>
                      <a:pt x="524963" y="703012"/>
                      <a:pt x="524721" y="700569"/>
                      <a:pt x="524239" y="698940"/>
                    </a:cubicBezTo>
                    <a:cubicBezTo>
                      <a:pt x="523756" y="697311"/>
                      <a:pt x="523515" y="695803"/>
                      <a:pt x="523515" y="694416"/>
                    </a:cubicBezTo>
                    <a:cubicBezTo>
                      <a:pt x="523515" y="693028"/>
                      <a:pt x="524148" y="692334"/>
                      <a:pt x="525415" y="692334"/>
                    </a:cubicBezTo>
                    <a:cubicBezTo>
                      <a:pt x="526682" y="692334"/>
                      <a:pt x="528522" y="692938"/>
                      <a:pt x="530935" y="694144"/>
                    </a:cubicBezTo>
                    <a:cubicBezTo>
                      <a:pt x="543483" y="694989"/>
                      <a:pt x="564053" y="691852"/>
                      <a:pt x="592647" y="684734"/>
                    </a:cubicBezTo>
                    <a:cubicBezTo>
                      <a:pt x="597715" y="683406"/>
                      <a:pt x="602118" y="682743"/>
                      <a:pt x="605859" y="682743"/>
                    </a:cubicBezTo>
                    <a:close/>
                    <a:moveTo>
                      <a:pt x="330958" y="681838"/>
                    </a:moveTo>
                    <a:cubicBezTo>
                      <a:pt x="334698" y="681838"/>
                      <a:pt x="338920" y="682833"/>
                      <a:pt x="343626" y="684824"/>
                    </a:cubicBezTo>
                    <a:cubicBezTo>
                      <a:pt x="348331" y="686815"/>
                      <a:pt x="350684" y="690102"/>
                      <a:pt x="350684" y="694687"/>
                    </a:cubicBezTo>
                    <a:cubicBezTo>
                      <a:pt x="350684" y="696979"/>
                      <a:pt x="350262" y="698789"/>
                      <a:pt x="349417" y="700116"/>
                    </a:cubicBezTo>
                    <a:cubicBezTo>
                      <a:pt x="348573" y="701444"/>
                      <a:pt x="347487" y="702107"/>
                      <a:pt x="346160" y="702107"/>
                    </a:cubicBezTo>
                    <a:cubicBezTo>
                      <a:pt x="344832" y="702107"/>
                      <a:pt x="343234" y="701142"/>
                      <a:pt x="341364" y="699211"/>
                    </a:cubicBezTo>
                    <a:cubicBezTo>
                      <a:pt x="339494" y="697281"/>
                      <a:pt x="336900" y="694265"/>
                      <a:pt x="333582" y="690163"/>
                    </a:cubicBezTo>
                    <a:cubicBezTo>
                      <a:pt x="330264" y="686061"/>
                      <a:pt x="328605" y="683648"/>
                      <a:pt x="328605" y="682924"/>
                    </a:cubicBezTo>
                    <a:cubicBezTo>
                      <a:pt x="328605" y="682200"/>
                      <a:pt x="329389" y="681838"/>
                      <a:pt x="330958" y="681838"/>
                    </a:cubicBezTo>
                    <a:close/>
                    <a:moveTo>
                      <a:pt x="424703" y="676409"/>
                    </a:moveTo>
                    <a:cubicBezTo>
                      <a:pt x="426150" y="676409"/>
                      <a:pt x="429438" y="678007"/>
                      <a:pt x="434566" y="681205"/>
                    </a:cubicBezTo>
                    <a:cubicBezTo>
                      <a:pt x="439693" y="684402"/>
                      <a:pt x="442257" y="686513"/>
                      <a:pt x="442257" y="687539"/>
                    </a:cubicBezTo>
                    <a:cubicBezTo>
                      <a:pt x="442257" y="688564"/>
                      <a:pt x="441986" y="689409"/>
                      <a:pt x="441443" y="690072"/>
                    </a:cubicBezTo>
                    <a:cubicBezTo>
                      <a:pt x="440900" y="690736"/>
                      <a:pt x="439905" y="691822"/>
                      <a:pt x="438457" y="693330"/>
                    </a:cubicBezTo>
                    <a:cubicBezTo>
                      <a:pt x="437009" y="694838"/>
                      <a:pt x="435772" y="696859"/>
                      <a:pt x="434747" y="699393"/>
                    </a:cubicBezTo>
                    <a:cubicBezTo>
                      <a:pt x="433721" y="701926"/>
                      <a:pt x="432243" y="705998"/>
                      <a:pt x="430313" y="711608"/>
                    </a:cubicBezTo>
                    <a:cubicBezTo>
                      <a:pt x="428382" y="717219"/>
                      <a:pt x="426573" y="721713"/>
                      <a:pt x="424884" y="725091"/>
                    </a:cubicBezTo>
                    <a:cubicBezTo>
                      <a:pt x="423195" y="728469"/>
                      <a:pt x="421505" y="730158"/>
                      <a:pt x="419816" y="730158"/>
                    </a:cubicBezTo>
                    <a:cubicBezTo>
                      <a:pt x="418851" y="730158"/>
                      <a:pt x="417916" y="729615"/>
                      <a:pt x="417011" y="728529"/>
                    </a:cubicBezTo>
                    <a:cubicBezTo>
                      <a:pt x="416106" y="727444"/>
                      <a:pt x="414628" y="726901"/>
                      <a:pt x="412577" y="726901"/>
                    </a:cubicBezTo>
                    <a:cubicBezTo>
                      <a:pt x="408475" y="726901"/>
                      <a:pt x="398160" y="728228"/>
                      <a:pt x="381631" y="730882"/>
                    </a:cubicBezTo>
                    <a:cubicBezTo>
                      <a:pt x="381148" y="732812"/>
                      <a:pt x="380454" y="733778"/>
                      <a:pt x="379549" y="733778"/>
                    </a:cubicBezTo>
                    <a:cubicBezTo>
                      <a:pt x="378645" y="733778"/>
                      <a:pt x="377890" y="733084"/>
                      <a:pt x="377287" y="731696"/>
                    </a:cubicBezTo>
                    <a:cubicBezTo>
                      <a:pt x="376684" y="730309"/>
                      <a:pt x="375809" y="726448"/>
                      <a:pt x="374663" y="720114"/>
                    </a:cubicBezTo>
                    <a:cubicBezTo>
                      <a:pt x="373517" y="713780"/>
                      <a:pt x="372039" y="707325"/>
                      <a:pt x="370229" y="700750"/>
                    </a:cubicBezTo>
                    <a:cubicBezTo>
                      <a:pt x="368419" y="694174"/>
                      <a:pt x="367032" y="690344"/>
                      <a:pt x="366067" y="689258"/>
                    </a:cubicBezTo>
                    <a:cubicBezTo>
                      <a:pt x="363895" y="686604"/>
                      <a:pt x="362809" y="684794"/>
                      <a:pt x="362809" y="683829"/>
                    </a:cubicBezTo>
                    <a:cubicBezTo>
                      <a:pt x="362809" y="683225"/>
                      <a:pt x="363382" y="682924"/>
                      <a:pt x="364528" y="682924"/>
                    </a:cubicBezTo>
                    <a:cubicBezTo>
                      <a:pt x="365675" y="682924"/>
                      <a:pt x="368299" y="683829"/>
                      <a:pt x="372401" y="685638"/>
                    </a:cubicBezTo>
                    <a:cubicBezTo>
                      <a:pt x="381450" y="685276"/>
                      <a:pt x="391071" y="684100"/>
                      <a:pt x="401266" y="682109"/>
                    </a:cubicBezTo>
                    <a:cubicBezTo>
                      <a:pt x="411461" y="680119"/>
                      <a:pt x="417041" y="678882"/>
                      <a:pt x="418007" y="678399"/>
                    </a:cubicBezTo>
                    <a:cubicBezTo>
                      <a:pt x="421023" y="677072"/>
                      <a:pt x="423255" y="676409"/>
                      <a:pt x="424703" y="676409"/>
                    </a:cubicBezTo>
                    <a:close/>
                    <a:moveTo>
                      <a:pt x="7776" y="674689"/>
                    </a:moveTo>
                    <a:lnTo>
                      <a:pt x="100031" y="674689"/>
                    </a:lnTo>
                    <a:lnTo>
                      <a:pt x="93139" y="705794"/>
                    </a:lnTo>
                    <a:lnTo>
                      <a:pt x="84655" y="705794"/>
                    </a:lnTo>
                    <a:cubicBezTo>
                      <a:pt x="84655" y="700079"/>
                      <a:pt x="84508" y="695794"/>
                      <a:pt x="84214" y="692936"/>
                    </a:cubicBezTo>
                    <a:cubicBezTo>
                      <a:pt x="83919" y="690079"/>
                      <a:pt x="83359" y="687900"/>
                      <a:pt x="82535" y="686397"/>
                    </a:cubicBezTo>
                    <a:cubicBezTo>
                      <a:pt x="81710" y="684895"/>
                      <a:pt x="80694" y="683864"/>
                      <a:pt x="79486" y="683304"/>
                    </a:cubicBezTo>
                    <a:cubicBezTo>
                      <a:pt x="78278" y="682745"/>
                      <a:pt x="76143" y="682465"/>
                      <a:pt x="73079" y="682465"/>
                    </a:cubicBezTo>
                    <a:lnTo>
                      <a:pt x="60001" y="682465"/>
                    </a:lnTo>
                    <a:lnTo>
                      <a:pt x="40826" y="769595"/>
                    </a:lnTo>
                    <a:cubicBezTo>
                      <a:pt x="40295" y="771892"/>
                      <a:pt x="39927" y="773718"/>
                      <a:pt x="39721" y="775073"/>
                    </a:cubicBezTo>
                    <a:cubicBezTo>
                      <a:pt x="39515" y="776428"/>
                      <a:pt x="39338" y="777857"/>
                      <a:pt x="39191" y="779359"/>
                    </a:cubicBezTo>
                    <a:cubicBezTo>
                      <a:pt x="39044" y="780861"/>
                      <a:pt x="38970" y="782201"/>
                      <a:pt x="38970" y="783380"/>
                    </a:cubicBezTo>
                    <a:cubicBezTo>
                      <a:pt x="38970" y="785206"/>
                      <a:pt x="39264" y="786635"/>
                      <a:pt x="39854" y="787666"/>
                    </a:cubicBezTo>
                    <a:cubicBezTo>
                      <a:pt x="40443" y="788696"/>
                      <a:pt x="41326" y="789448"/>
                      <a:pt x="42505" y="789919"/>
                    </a:cubicBezTo>
                    <a:cubicBezTo>
                      <a:pt x="43683" y="790390"/>
                      <a:pt x="45715" y="790744"/>
                      <a:pt x="48602" y="790979"/>
                    </a:cubicBezTo>
                    <a:lnTo>
                      <a:pt x="47630" y="795309"/>
                    </a:lnTo>
                    <a:lnTo>
                      <a:pt x="10427" y="795309"/>
                    </a:lnTo>
                    <a:lnTo>
                      <a:pt x="11399" y="790979"/>
                    </a:lnTo>
                    <a:cubicBezTo>
                      <a:pt x="13756" y="790626"/>
                      <a:pt x="15494" y="790154"/>
                      <a:pt x="16613" y="789565"/>
                    </a:cubicBezTo>
                    <a:cubicBezTo>
                      <a:pt x="17732" y="788976"/>
                      <a:pt x="18719" y="788063"/>
                      <a:pt x="19573" y="786826"/>
                    </a:cubicBezTo>
                    <a:cubicBezTo>
                      <a:pt x="20428" y="785589"/>
                      <a:pt x="21282" y="783645"/>
                      <a:pt x="22136" y="780994"/>
                    </a:cubicBezTo>
                    <a:cubicBezTo>
                      <a:pt x="22990" y="778343"/>
                      <a:pt x="24006" y="774337"/>
                      <a:pt x="25185" y="768976"/>
                    </a:cubicBezTo>
                    <a:lnTo>
                      <a:pt x="44095" y="682465"/>
                    </a:lnTo>
                    <a:lnTo>
                      <a:pt x="32873" y="682465"/>
                    </a:lnTo>
                    <a:cubicBezTo>
                      <a:pt x="29220" y="682465"/>
                      <a:pt x="26304" y="682995"/>
                      <a:pt x="24124" y="684056"/>
                    </a:cubicBezTo>
                    <a:cubicBezTo>
                      <a:pt x="21945" y="685116"/>
                      <a:pt x="19765" y="687089"/>
                      <a:pt x="17585" y="689976"/>
                    </a:cubicBezTo>
                    <a:cubicBezTo>
                      <a:pt x="15405" y="692863"/>
                      <a:pt x="12754" y="697693"/>
                      <a:pt x="9632" y="704468"/>
                    </a:cubicBezTo>
                    <a:lnTo>
                      <a:pt x="1149" y="704468"/>
                    </a:lnTo>
                    <a:close/>
                    <a:moveTo>
                      <a:pt x="562968" y="664283"/>
                    </a:moveTo>
                    <a:cubicBezTo>
                      <a:pt x="568276" y="664283"/>
                      <a:pt x="572770" y="665490"/>
                      <a:pt x="576450" y="667903"/>
                    </a:cubicBezTo>
                    <a:cubicBezTo>
                      <a:pt x="580130" y="670316"/>
                      <a:pt x="581970" y="673573"/>
                      <a:pt x="581970" y="677675"/>
                    </a:cubicBezTo>
                    <a:cubicBezTo>
                      <a:pt x="581970" y="679485"/>
                      <a:pt x="581548" y="680933"/>
                      <a:pt x="580703" y="682019"/>
                    </a:cubicBezTo>
                    <a:cubicBezTo>
                      <a:pt x="579859" y="683105"/>
                      <a:pt x="578833" y="683648"/>
                      <a:pt x="577627" y="683648"/>
                    </a:cubicBezTo>
                    <a:cubicBezTo>
                      <a:pt x="576420" y="683648"/>
                      <a:pt x="575183" y="683225"/>
                      <a:pt x="573917" y="682381"/>
                    </a:cubicBezTo>
                    <a:cubicBezTo>
                      <a:pt x="572650" y="681536"/>
                      <a:pt x="569784" y="678822"/>
                      <a:pt x="565320" y="674237"/>
                    </a:cubicBezTo>
                    <a:cubicBezTo>
                      <a:pt x="560856" y="669652"/>
                      <a:pt x="558624" y="666847"/>
                      <a:pt x="558624" y="665822"/>
                    </a:cubicBezTo>
                    <a:cubicBezTo>
                      <a:pt x="558624" y="664796"/>
                      <a:pt x="560072" y="664283"/>
                      <a:pt x="562968" y="664283"/>
                    </a:cubicBezTo>
                    <a:close/>
                    <a:moveTo>
                      <a:pt x="122183" y="583555"/>
                    </a:moveTo>
                    <a:lnTo>
                      <a:pt x="114761" y="616957"/>
                    </a:lnTo>
                    <a:cubicBezTo>
                      <a:pt x="115802" y="617001"/>
                      <a:pt x="117115" y="617044"/>
                      <a:pt x="118700" y="617088"/>
                    </a:cubicBezTo>
                    <a:cubicBezTo>
                      <a:pt x="120284" y="617131"/>
                      <a:pt x="122162" y="617153"/>
                      <a:pt x="124332" y="617153"/>
                    </a:cubicBezTo>
                    <a:cubicBezTo>
                      <a:pt x="129020" y="617153"/>
                      <a:pt x="133068" y="616751"/>
                      <a:pt x="136476" y="615948"/>
                    </a:cubicBezTo>
                    <a:cubicBezTo>
                      <a:pt x="139883" y="615145"/>
                      <a:pt x="142705" y="613886"/>
                      <a:pt x="144940" y="612172"/>
                    </a:cubicBezTo>
                    <a:cubicBezTo>
                      <a:pt x="147176" y="610457"/>
                      <a:pt x="148825" y="608232"/>
                      <a:pt x="149889" y="605498"/>
                    </a:cubicBezTo>
                    <a:cubicBezTo>
                      <a:pt x="150952" y="602763"/>
                      <a:pt x="151484" y="599486"/>
                      <a:pt x="151484" y="595666"/>
                    </a:cubicBezTo>
                    <a:cubicBezTo>
                      <a:pt x="151484" y="593669"/>
                      <a:pt x="151180" y="591911"/>
                      <a:pt x="150572" y="590392"/>
                    </a:cubicBezTo>
                    <a:cubicBezTo>
                      <a:pt x="149965" y="588872"/>
                      <a:pt x="148955" y="587603"/>
                      <a:pt x="147545" y="586582"/>
                    </a:cubicBezTo>
                    <a:cubicBezTo>
                      <a:pt x="146134" y="585562"/>
                      <a:pt x="144332" y="584803"/>
                      <a:pt x="142140" y="584304"/>
                    </a:cubicBezTo>
                    <a:cubicBezTo>
                      <a:pt x="139948" y="583804"/>
                      <a:pt x="137268" y="583555"/>
                      <a:pt x="134099" y="583555"/>
                    </a:cubicBezTo>
                    <a:close/>
                    <a:moveTo>
                      <a:pt x="278332" y="568024"/>
                    </a:moveTo>
                    <a:cubicBezTo>
                      <a:pt x="281107" y="568024"/>
                      <a:pt x="283520" y="569049"/>
                      <a:pt x="285571" y="571100"/>
                    </a:cubicBezTo>
                    <a:cubicBezTo>
                      <a:pt x="287622" y="573151"/>
                      <a:pt x="288648" y="575564"/>
                      <a:pt x="288648" y="578339"/>
                    </a:cubicBezTo>
                    <a:cubicBezTo>
                      <a:pt x="288648" y="581114"/>
                      <a:pt x="287622" y="583497"/>
                      <a:pt x="285571" y="585488"/>
                    </a:cubicBezTo>
                    <a:cubicBezTo>
                      <a:pt x="283520" y="587478"/>
                      <a:pt x="281107" y="588474"/>
                      <a:pt x="278332" y="588474"/>
                    </a:cubicBezTo>
                    <a:cubicBezTo>
                      <a:pt x="275557" y="588474"/>
                      <a:pt x="273144" y="587478"/>
                      <a:pt x="271093" y="585488"/>
                    </a:cubicBezTo>
                    <a:cubicBezTo>
                      <a:pt x="269042" y="583497"/>
                      <a:pt x="268016" y="581114"/>
                      <a:pt x="268016" y="578339"/>
                    </a:cubicBezTo>
                    <a:cubicBezTo>
                      <a:pt x="268016" y="575564"/>
                      <a:pt x="269042" y="573151"/>
                      <a:pt x="271093" y="571100"/>
                    </a:cubicBezTo>
                    <a:cubicBezTo>
                      <a:pt x="273144" y="569049"/>
                      <a:pt x="275557" y="568024"/>
                      <a:pt x="278332" y="568024"/>
                    </a:cubicBezTo>
                    <a:close/>
                    <a:moveTo>
                      <a:pt x="1400377" y="552279"/>
                    </a:moveTo>
                    <a:lnTo>
                      <a:pt x="1384270" y="555898"/>
                    </a:lnTo>
                    <a:cubicBezTo>
                      <a:pt x="1380892" y="563379"/>
                      <a:pt x="1379203" y="567571"/>
                      <a:pt x="1379203" y="568476"/>
                    </a:cubicBezTo>
                    <a:cubicBezTo>
                      <a:pt x="1379203" y="569381"/>
                      <a:pt x="1380228" y="570195"/>
                      <a:pt x="1382279" y="570919"/>
                    </a:cubicBezTo>
                    <a:cubicBezTo>
                      <a:pt x="1385899" y="572246"/>
                      <a:pt x="1388915" y="573694"/>
                      <a:pt x="1391328" y="575263"/>
                    </a:cubicBezTo>
                    <a:cubicBezTo>
                      <a:pt x="1395310" y="568386"/>
                      <a:pt x="1398326" y="560724"/>
                      <a:pt x="1400377" y="552279"/>
                    </a:cubicBezTo>
                    <a:close/>
                    <a:moveTo>
                      <a:pt x="141847" y="546180"/>
                    </a:moveTo>
                    <a:cubicBezTo>
                      <a:pt x="139764" y="546180"/>
                      <a:pt x="137778" y="546213"/>
                      <a:pt x="135890" y="546278"/>
                    </a:cubicBezTo>
                    <a:cubicBezTo>
                      <a:pt x="134001" y="546343"/>
                      <a:pt x="132189" y="546462"/>
                      <a:pt x="130453" y="546636"/>
                    </a:cubicBezTo>
                    <a:lnTo>
                      <a:pt x="123746" y="576783"/>
                    </a:lnTo>
                    <a:lnTo>
                      <a:pt x="133838" y="576783"/>
                    </a:lnTo>
                    <a:cubicBezTo>
                      <a:pt x="138570" y="576783"/>
                      <a:pt x="142574" y="576338"/>
                      <a:pt x="145852" y="575448"/>
                    </a:cubicBezTo>
                    <a:cubicBezTo>
                      <a:pt x="149129" y="574558"/>
                      <a:pt x="151788" y="573289"/>
                      <a:pt x="153828" y="571639"/>
                    </a:cubicBezTo>
                    <a:cubicBezTo>
                      <a:pt x="155868" y="569990"/>
                      <a:pt x="157355" y="568004"/>
                      <a:pt x="158288" y="565681"/>
                    </a:cubicBezTo>
                    <a:cubicBezTo>
                      <a:pt x="159221" y="563359"/>
                      <a:pt x="159688" y="560744"/>
                      <a:pt x="159688" y="557835"/>
                    </a:cubicBezTo>
                    <a:cubicBezTo>
                      <a:pt x="159601" y="555969"/>
                      <a:pt x="159232" y="554298"/>
                      <a:pt x="158581" y="552822"/>
                    </a:cubicBezTo>
                    <a:cubicBezTo>
                      <a:pt x="157930" y="551346"/>
                      <a:pt x="156899" y="550120"/>
                      <a:pt x="155488" y="549143"/>
                    </a:cubicBezTo>
                    <a:cubicBezTo>
                      <a:pt x="154078" y="548166"/>
                      <a:pt x="152254" y="547428"/>
                      <a:pt x="150019" y="546929"/>
                    </a:cubicBezTo>
                    <a:cubicBezTo>
                      <a:pt x="147783" y="546430"/>
                      <a:pt x="145059" y="546180"/>
                      <a:pt x="141847" y="546180"/>
                    </a:cubicBezTo>
                    <a:close/>
                    <a:moveTo>
                      <a:pt x="1065935" y="539973"/>
                    </a:moveTo>
                    <a:cubicBezTo>
                      <a:pt x="1067745" y="539973"/>
                      <a:pt x="1070671" y="540938"/>
                      <a:pt x="1074712" y="542868"/>
                    </a:cubicBezTo>
                    <a:cubicBezTo>
                      <a:pt x="1078754" y="544799"/>
                      <a:pt x="1080775" y="546367"/>
                      <a:pt x="1080775" y="547573"/>
                    </a:cubicBezTo>
                    <a:cubicBezTo>
                      <a:pt x="1080775" y="548780"/>
                      <a:pt x="1079538" y="550198"/>
                      <a:pt x="1077065" y="551826"/>
                    </a:cubicBezTo>
                    <a:cubicBezTo>
                      <a:pt x="1074592" y="553455"/>
                      <a:pt x="1072330" y="556079"/>
                      <a:pt x="1070278" y="559699"/>
                    </a:cubicBezTo>
                    <a:cubicBezTo>
                      <a:pt x="1067021" y="564404"/>
                      <a:pt x="1062979" y="569170"/>
                      <a:pt x="1058153" y="573996"/>
                    </a:cubicBezTo>
                    <a:cubicBezTo>
                      <a:pt x="1067926" y="579666"/>
                      <a:pt x="1074501" y="583316"/>
                      <a:pt x="1077879" y="584945"/>
                    </a:cubicBezTo>
                    <a:cubicBezTo>
                      <a:pt x="1081258" y="586574"/>
                      <a:pt x="1085812" y="588233"/>
                      <a:pt x="1091543" y="589922"/>
                    </a:cubicBezTo>
                    <a:cubicBezTo>
                      <a:pt x="1097274" y="591611"/>
                      <a:pt x="1103518" y="593089"/>
                      <a:pt x="1110274" y="594356"/>
                    </a:cubicBezTo>
                    <a:cubicBezTo>
                      <a:pt x="1117030" y="595622"/>
                      <a:pt x="1123304" y="596557"/>
                      <a:pt x="1129095" y="597161"/>
                    </a:cubicBezTo>
                    <a:cubicBezTo>
                      <a:pt x="1134887" y="597764"/>
                      <a:pt x="1137782" y="598669"/>
                      <a:pt x="1137782" y="599875"/>
                    </a:cubicBezTo>
                    <a:cubicBezTo>
                      <a:pt x="1137782" y="600479"/>
                      <a:pt x="1137119" y="601052"/>
                      <a:pt x="1135792" y="601595"/>
                    </a:cubicBezTo>
                    <a:cubicBezTo>
                      <a:pt x="1134464" y="602137"/>
                      <a:pt x="1129759" y="603314"/>
                      <a:pt x="1121675" y="605124"/>
                    </a:cubicBezTo>
                    <a:cubicBezTo>
                      <a:pt x="1113592" y="606933"/>
                      <a:pt x="1107077" y="607838"/>
                      <a:pt x="1102130" y="607838"/>
                    </a:cubicBezTo>
                    <a:cubicBezTo>
                      <a:pt x="1097183" y="607838"/>
                      <a:pt x="1092719" y="606390"/>
                      <a:pt x="1088738" y="603495"/>
                    </a:cubicBezTo>
                    <a:lnTo>
                      <a:pt x="1053267" y="579244"/>
                    </a:lnTo>
                    <a:cubicBezTo>
                      <a:pt x="1046510" y="585035"/>
                      <a:pt x="1037311" y="589831"/>
                      <a:pt x="1025668" y="593632"/>
                    </a:cubicBezTo>
                    <a:cubicBezTo>
                      <a:pt x="1014025" y="597432"/>
                      <a:pt x="1003499" y="599332"/>
                      <a:pt x="994088" y="599332"/>
                    </a:cubicBezTo>
                    <a:cubicBezTo>
                      <a:pt x="990589" y="599332"/>
                      <a:pt x="988840" y="598910"/>
                      <a:pt x="988840" y="598066"/>
                    </a:cubicBezTo>
                    <a:cubicBezTo>
                      <a:pt x="988840" y="597221"/>
                      <a:pt x="990770" y="596437"/>
                      <a:pt x="994631" y="595713"/>
                    </a:cubicBezTo>
                    <a:cubicBezTo>
                      <a:pt x="1016951" y="590887"/>
                      <a:pt x="1034084" y="583769"/>
                      <a:pt x="1046028" y="574358"/>
                    </a:cubicBezTo>
                    <a:cubicBezTo>
                      <a:pt x="1037824" y="569170"/>
                      <a:pt x="1029318" y="565068"/>
                      <a:pt x="1020510" y="562051"/>
                    </a:cubicBezTo>
                    <a:cubicBezTo>
                      <a:pt x="1018459" y="561448"/>
                      <a:pt x="1017434" y="560785"/>
                      <a:pt x="1017434" y="560061"/>
                    </a:cubicBezTo>
                    <a:cubicBezTo>
                      <a:pt x="1017434" y="559337"/>
                      <a:pt x="1019093" y="558975"/>
                      <a:pt x="1022411" y="558975"/>
                    </a:cubicBezTo>
                    <a:cubicBezTo>
                      <a:pt x="1025729" y="558975"/>
                      <a:pt x="1029288" y="559669"/>
                      <a:pt x="1033088" y="561056"/>
                    </a:cubicBezTo>
                    <a:cubicBezTo>
                      <a:pt x="1036889" y="562444"/>
                      <a:pt x="1042770" y="565430"/>
                      <a:pt x="1050733" y="570014"/>
                    </a:cubicBezTo>
                    <a:cubicBezTo>
                      <a:pt x="1053388" y="567119"/>
                      <a:pt x="1056132" y="563198"/>
                      <a:pt x="1058968" y="558251"/>
                    </a:cubicBezTo>
                    <a:cubicBezTo>
                      <a:pt x="1061803" y="553304"/>
                      <a:pt x="1063220" y="550318"/>
                      <a:pt x="1063220" y="549293"/>
                    </a:cubicBezTo>
                    <a:cubicBezTo>
                      <a:pt x="1063220" y="548267"/>
                      <a:pt x="1062165" y="547754"/>
                      <a:pt x="1060053" y="547754"/>
                    </a:cubicBezTo>
                    <a:cubicBezTo>
                      <a:pt x="1057942" y="547754"/>
                      <a:pt x="1052362" y="548840"/>
                      <a:pt x="1043313" y="551012"/>
                    </a:cubicBezTo>
                    <a:cubicBezTo>
                      <a:pt x="1034264" y="553184"/>
                      <a:pt x="1027840" y="554270"/>
                      <a:pt x="1024039" y="554270"/>
                    </a:cubicBezTo>
                    <a:cubicBezTo>
                      <a:pt x="1020239" y="554270"/>
                      <a:pt x="1017162" y="553847"/>
                      <a:pt x="1014810" y="553003"/>
                    </a:cubicBezTo>
                    <a:cubicBezTo>
                      <a:pt x="1012457" y="552158"/>
                      <a:pt x="1011281" y="551434"/>
                      <a:pt x="1011281" y="550831"/>
                    </a:cubicBezTo>
                    <a:cubicBezTo>
                      <a:pt x="1011281" y="550228"/>
                      <a:pt x="1012970" y="549805"/>
                      <a:pt x="1016348" y="549564"/>
                    </a:cubicBezTo>
                    <a:cubicBezTo>
                      <a:pt x="1022380" y="549323"/>
                      <a:pt x="1030343" y="548267"/>
                      <a:pt x="1040237" y="546397"/>
                    </a:cubicBezTo>
                    <a:cubicBezTo>
                      <a:pt x="1050130" y="544527"/>
                      <a:pt x="1056434" y="542989"/>
                      <a:pt x="1059149" y="541782"/>
                    </a:cubicBezTo>
                    <a:cubicBezTo>
                      <a:pt x="1061863" y="540576"/>
                      <a:pt x="1064125" y="539973"/>
                      <a:pt x="1065935" y="539973"/>
                    </a:cubicBezTo>
                    <a:close/>
                    <a:moveTo>
                      <a:pt x="710500" y="539430"/>
                    </a:moveTo>
                    <a:cubicBezTo>
                      <a:pt x="712069" y="539430"/>
                      <a:pt x="717196" y="541451"/>
                      <a:pt x="725883" y="545492"/>
                    </a:cubicBezTo>
                    <a:cubicBezTo>
                      <a:pt x="734570" y="549534"/>
                      <a:pt x="740361" y="553847"/>
                      <a:pt x="743257" y="558432"/>
                    </a:cubicBezTo>
                    <a:cubicBezTo>
                      <a:pt x="746152" y="563017"/>
                      <a:pt x="747600" y="567873"/>
                      <a:pt x="747600" y="573001"/>
                    </a:cubicBezTo>
                    <a:cubicBezTo>
                      <a:pt x="747600" y="578128"/>
                      <a:pt x="746364" y="580692"/>
                      <a:pt x="743890" y="580692"/>
                    </a:cubicBezTo>
                    <a:cubicBezTo>
                      <a:pt x="741417" y="580692"/>
                      <a:pt x="738431" y="578339"/>
                      <a:pt x="734932" y="573634"/>
                    </a:cubicBezTo>
                    <a:cubicBezTo>
                      <a:pt x="731433" y="568929"/>
                      <a:pt x="727572" y="563861"/>
                      <a:pt x="723349" y="558432"/>
                    </a:cubicBezTo>
                    <a:cubicBezTo>
                      <a:pt x="719127" y="553003"/>
                      <a:pt x="715749" y="548840"/>
                      <a:pt x="713215" y="545945"/>
                    </a:cubicBezTo>
                    <a:cubicBezTo>
                      <a:pt x="710681" y="543049"/>
                      <a:pt x="709414" y="541239"/>
                      <a:pt x="709414" y="540515"/>
                    </a:cubicBezTo>
                    <a:cubicBezTo>
                      <a:pt x="709414" y="539792"/>
                      <a:pt x="709776" y="539430"/>
                      <a:pt x="710500" y="539430"/>
                    </a:cubicBezTo>
                    <a:close/>
                    <a:moveTo>
                      <a:pt x="110593" y="539409"/>
                    </a:moveTo>
                    <a:lnTo>
                      <a:pt x="144712" y="539409"/>
                    </a:lnTo>
                    <a:cubicBezTo>
                      <a:pt x="149791" y="539409"/>
                      <a:pt x="154099" y="539821"/>
                      <a:pt x="157637" y="540646"/>
                    </a:cubicBezTo>
                    <a:cubicBezTo>
                      <a:pt x="161175" y="541470"/>
                      <a:pt x="164083" y="542664"/>
                      <a:pt x="166362" y="544227"/>
                    </a:cubicBezTo>
                    <a:cubicBezTo>
                      <a:pt x="168641" y="545790"/>
                      <a:pt x="170291" y="547667"/>
                      <a:pt x="171311" y="549859"/>
                    </a:cubicBezTo>
                    <a:cubicBezTo>
                      <a:pt x="172331" y="552051"/>
                      <a:pt x="172841" y="554558"/>
                      <a:pt x="172841" y="557380"/>
                    </a:cubicBezTo>
                    <a:cubicBezTo>
                      <a:pt x="172841" y="568058"/>
                      <a:pt x="166134" y="575589"/>
                      <a:pt x="152721" y="579974"/>
                    </a:cubicBezTo>
                    <a:cubicBezTo>
                      <a:pt x="152721" y="580191"/>
                      <a:pt x="152710" y="580364"/>
                      <a:pt x="152689" y="580494"/>
                    </a:cubicBezTo>
                    <a:cubicBezTo>
                      <a:pt x="152667" y="580625"/>
                      <a:pt x="152656" y="580733"/>
                      <a:pt x="152656" y="580820"/>
                    </a:cubicBezTo>
                    <a:cubicBezTo>
                      <a:pt x="156693" y="582426"/>
                      <a:pt x="159753" y="584640"/>
                      <a:pt x="161837" y="587461"/>
                    </a:cubicBezTo>
                    <a:cubicBezTo>
                      <a:pt x="163920" y="590283"/>
                      <a:pt x="164962" y="593539"/>
                      <a:pt x="164962" y="597228"/>
                    </a:cubicBezTo>
                    <a:cubicBezTo>
                      <a:pt x="164962" y="601396"/>
                      <a:pt x="164192" y="605118"/>
                      <a:pt x="162651" y="608395"/>
                    </a:cubicBezTo>
                    <a:cubicBezTo>
                      <a:pt x="161110" y="611672"/>
                      <a:pt x="158733" y="614451"/>
                      <a:pt x="155521" y="616729"/>
                    </a:cubicBezTo>
                    <a:cubicBezTo>
                      <a:pt x="152309" y="619008"/>
                      <a:pt x="148185" y="620766"/>
                      <a:pt x="143150" y="622004"/>
                    </a:cubicBezTo>
                    <a:cubicBezTo>
                      <a:pt x="138114" y="623241"/>
                      <a:pt x="132080" y="623859"/>
                      <a:pt x="125048" y="623859"/>
                    </a:cubicBezTo>
                    <a:lnTo>
                      <a:pt x="94511" y="623859"/>
                    </a:lnTo>
                    <a:lnTo>
                      <a:pt x="95227" y="619887"/>
                    </a:lnTo>
                    <a:cubicBezTo>
                      <a:pt x="96573" y="619670"/>
                      <a:pt x="97669" y="619421"/>
                      <a:pt x="98515" y="619139"/>
                    </a:cubicBezTo>
                    <a:cubicBezTo>
                      <a:pt x="99362" y="618856"/>
                      <a:pt x="100121" y="618249"/>
                      <a:pt x="100794" y="617315"/>
                    </a:cubicBezTo>
                    <a:cubicBezTo>
                      <a:pt x="101467" y="616382"/>
                      <a:pt x="102085" y="614982"/>
                      <a:pt x="102650" y="613116"/>
                    </a:cubicBezTo>
                    <a:cubicBezTo>
                      <a:pt x="103214" y="611249"/>
                      <a:pt x="103865" y="608601"/>
                      <a:pt x="104603" y="605172"/>
                    </a:cubicBezTo>
                    <a:lnTo>
                      <a:pt x="115281" y="557705"/>
                    </a:lnTo>
                    <a:cubicBezTo>
                      <a:pt x="115716" y="555795"/>
                      <a:pt x="116041" y="554102"/>
                      <a:pt x="116258" y="552626"/>
                    </a:cubicBezTo>
                    <a:cubicBezTo>
                      <a:pt x="116475" y="551150"/>
                      <a:pt x="116584" y="549935"/>
                      <a:pt x="116584" y="548980"/>
                    </a:cubicBezTo>
                    <a:cubicBezTo>
                      <a:pt x="116584" y="547027"/>
                      <a:pt x="116095" y="545638"/>
                      <a:pt x="115119" y="544813"/>
                    </a:cubicBezTo>
                    <a:cubicBezTo>
                      <a:pt x="114142" y="543988"/>
                      <a:pt x="112308" y="543554"/>
                      <a:pt x="109617" y="543511"/>
                    </a:cubicBezTo>
                    <a:close/>
                    <a:moveTo>
                      <a:pt x="648064" y="534000"/>
                    </a:moveTo>
                    <a:cubicBezTo>
                      <a:pt x="648908" y="534000"/>
                      <a:pt x="649783" y="534845"/>
                      <a:pt x="650688" y="536534"/>
                    </a:cubicBezTo>
                    <a:cubicBezTo>
                      <a:pt x="651593" y="538223"/>
                      <a:pt x="652045" y="540274"/>
                      <a:pt x="652045" y="542687"/>
                    </a:cubicBezTo>
                    <a:cubicBezTo>
                      <a:pt x="652045" y="549323"/>
                      <a:pt x="648878" y="557195"/>
                      <a:pt x="642544" y="566304"/>
                    </a:cubicBezTo>
                    <a:cubicBezTo>
                      <a:pt x="636210" y="575414"/>
                      <a:pt x="631867" y="579968"/>
                      <a:pt x="629514" y="579968"/>
                    </a:cubicBezTo>
                    <a:cubicBezTo>
                      <a:pt x="627161" y="579968"/>
                      <a:pt x="625985" y="577434"/>
                      <a:pt x="625985" y="572367"/>
                    </a:cubicBezTo>
                    <a:cubicBezTo>
                      <a:pt x="625985" y="569833"/>
                      <a:pt x="626618" y="567330"/>
                      <a:pt x="627885" y="564857"/>
                    </a:cubicBezTo>
                    <a:cubicBezTo>
                      <a:pt x="629152" y="562383"/>
                      <a:pt x="631414" y="559156"/>
                      <a:pt x="634672" y="555174"/>
                    </a:cubicBezTo>
                    <a:cubicBezTo>
                      <a:pt x="639618" y="549142"/>
                      <a:pt x="643359" y="542868"/>
                      <a:pt x="645892" y="536353"/>
                    </a:cubicBezTo>
                    <a:cubicBezTo>
                      <a:pt x="646495" y="534785"/>
                      <a:pt x="647219" y="534000"/>
                      <a:pt x="648064" y="534000"/>
                    </a:cubicBezTo>
                    <a:close/>
                    <a:moveTo>
                      <a:pt x="1381918" y="533819"/>
                    </a:moveTo>
                    <a:cubicBezTo>
                      <a:pt x="1383124" y="533819"/>
                      <a:pt x="1384994" y="534664"/>
                      <a:pt x="1387528" y="536353"/>
                    </a:cubicBezTo>
                    <a:cubicBezTo>
                      <a:pt x="1390061" y="538042"/>
                      <a:pt x="1391328" y="539550"/>
                      <a:pt x="1391328" y="540877"/>
                    </a:cubicBezTo>
                    <a:cubicBezTo>
                      <a:pt x="1391328" y="542205"/>
                      <a:pt x="1390966" y="543290"/>
                      <a:pt x="1390242" y="544135"/>
                    </a:cubicBezTo>
                    <a:cubicBezTo>
                      <a:pt x="1389519" y="544980"/>
                      <a:pt x="1388372" y="547151"/>
                      <a:pt x="1386804" y="550650"/>
                    </a:cubicBezTo>
                    <a:lnTo>
                      <a:pt x="1401101" y="548116"/>
                    </a:lnTo>
                    <a:cubicBezTo>
                      <a:pt x="1401463" y="546186"/>
                      <a:pt x="1401553" y="544768"/>
                      <a:pt x="1401372" y="543863"/>
                    </a:cubicBezTo>
                    <a:cubicBezTo>
                      <a:pt x="1401191" y="542959"/>
                      <a:pt x="1401101" y="542265"/>
                      <a:pt x="1401101" y="541782"/>
                    </a:cubicBezTo>
                    <a:cubicBezTo>
                      <a:pt x="1401101" y="540334"/>
                      <a:pt x="1401704" y="539611"/>
                      <a:pt x="1402911" y="539611"/>
                    </a:cubicBezTo>
                    <a:cubicBezTo>
                      <a:pt x="1404117" y="539611"/>
                      <a:pt x="1406168" y="540365"/>
                      <a:pt x="1409064" y="541873"/>
                    </a:cubicBezTo>
                    <a:cubicBezTo>
                      <a:pt x="1411959" y="543381"/>
                      <a:pt x="1413407" y="544678"/>
                      <a:pt x="1413407" y="545764"/>
                    </a:cubicBezTo>
                    <a:cubicBezTo>
                      <a:pt x="1413407" y="546850"/>
                      <a:pt x="1412864" y="548297"/>
                      <a:pt x="1411778" y="550107"/>
                    </a:cubicBezTo>
                    <a:cubicBezTo>
                      <a:pt x="1410693" y="551917"/>
                      <a:pt x="1409335" y="555265"/>
                      <a:pt x="1407707" y="560151"/>
                    </a:cubicBezTo>
                    <a:cubicBezTo>
                      <a:pt x="1406078" y="565038"/>
                      <a:pt x="1402790" y="571281"/>
                      <a:pt x="1397843" y="578882"/>
                    </a:cubicBezTo>
                    <a:cubicBezTo>
                      <a:pt x="1402911" y="581778"/>
                      <a:pt x="1406410" y="584402"/>
                      <a:pt x="1408340" y="586755"/>
                    </a:cubicBezTo>
                    <a:cubicBezTo>
                      <a:pt x="1410270" y="589107"/>
                      <a:pt x="1411236" y="591611"/>
                      <a:pt x="1411236" y="594265"/>
                    </a:cubicBezTo>
                    <a:cubicBezTo>
                      <a:pt x="1411236" y="597040"/>
                      <a:pt x="1410602" y="598427"/>
                      <a:pt x="1409335" y="598427"/>
                    </a:cubicBezTo>
                    <a:cubicBezTo>
                      <a:pt x="1408068" y="598427"/>
                      <a:pt x="1406832" y="597764"/>
                      <a:pt x="1405625" y="596437"/>
                    </a:cubicBezTo>
                    <a:cubicBezTo>
                      <a:pt x="1400679" y="591369"/>
                      <a:pt x="1396697" y="587448"/>
                      <a:pt x="1393681" y="584673"/>
                    </a:cubicBezTo>
                    <a:cubicBezTo>
                      <a:pt x="1388493" y="590465"/>
                      <a:pt x="1381797" y="595049"/>
                      <a:pt x="1373593" y="598427"/>
                    </a:cubicBezTo>
                    <a:cubicBezTo>
                      <a:pt x="1365388" y="601806"/>
                      <a:pt x="1358089" y="603495"/>
                      <a:pt x="1351695" y="603495"/>
                    </a:cubicBezTo>
                    <a:cubicBezTo>
                      <a:pt x="1350126" y="603495"/>
                      <a:pt x="1349342" y="603103"/>
                      <a:pt x="1349342" y="602318"/>
                    </a:cubicBezTo>
                    <a:cubicBezTo>
                      <a:pt x="1349342" y="601534"/>
                      <a:pt x="1350066" y="600961"/>
                      <a:pt x="1351514" y="600599"/>
                    </a:cubicBezTo>
                    <a:cubicBezTo>
                      <a:pt x="1368767" y="594808"/>
                      <a:pt x="1380952" y="587991"/>
                      <a:pt x="1388071" y="580149"/>
                    </a:cubicBezTo>
                    <a:cubicBezTo>
                      <a:pt x="1382762" y="576530"/>
                      <a:pt x="1378781" y="574177"/>
                      <a:pt x="1376126" y="573091"/>
                    </a:cubicBezTo>
                    <a:cubicBezTo>
                      <a:pt x="1373472" y="572005"/>
                      <a:pt x="1372145" y="570799"/>
                      <a:pt x="1372145" y="569471"/>
                    </a:cubicBezTo>
                    <a:cubicBezTo>
                      <a:pt x="1372145" y="568868"/>
                      <a:pt x="1372627" y="567541"/>
                      <a:pt x="1373593" y="565490"/>
                    </a:cubicBezTo>
                    <a:cubicBezTo>
                      <a:pt x="1374558" y="563439"/>
                      <a:pt x="1375463" y="560905"/>
                      <a:pt x="1376307" y="557889"/>
                    </a:cubicBezTo>
                    <a:cubicBezTo>
                      <a:pt x="1367620" y="560061"/>
                      <a:pt x="1359356" y="562474"/>
                      <a:pt x="1351514" y="565128"/>
                    </a:cubicBezTo>
                    <a:cubicBezTo>
                      <a:pt x="1348136" y="566214"/>
                      <a:pt x="1345542" y="566757"/>
                      <a:pt x="1343732" y="566757"/>
                    </a:cubicBezTo>
                    <a:cubicBezTo>
                      <a:pt x="1341922" y="566757"/>
                      <a:pt x="1339961" y="565731"/>
                      <a:pt x="1337850" y="563680"/>
                    </a:cubicBezTo>
                    <a:cubicBezTo>
                      <a:pt x="1335739" y="561629"/>
                      <a:pt x="1334683" y="560000"/>
                      <a:pt x="1334683" y="558794"/>
                    </a:cubicBezTo>
                    <a:cubicBezTo>
                      <a:pt x="1334683" y="557587"/>
                      <a:pt x="1335829" y="556984"/>
                      <a:pt x="1338122" y="556984"/>
                    </a:cubicBezTo>
                    <a:lnTo>
                      <a:pt x="1343370" y="557165"/>
                    </a:lnTo>
                    <a:cubicBezTo>
                      <a:pt x="1348437" y="557165"/>
                      <a:pt x="1359899" y="555536"/>
                      <a:pt x="1377755" y="552279"/>
                    </a:cubicBezTo>
                    <a:cubicBezTo>
                      <a:pt x="1379324" y="547212"/>
                      <a:pt x="1380108" y="542084"/>
                      <a:pt x="1380108" y="536896"/>
                    </a:cubicBezTo>
                    <a:cubicBezTo>
                      <a:pt x="1380108" y="534845"/>
                      <a:pt x="1380711" y="533819"/>
                      <a:pt x="1381918" y="533819"/>
                    </a:cubicBezTo>
                    <a:close/>
                    <a:moveTo>
                      <a:pt x="1028835" y="515179"/>
                    </a:moveTo>
                    <a:cubicBezTo>
                      <a:pt x="1021838" y="516385"/>
                      <a:pt x="1014297" y="516989"/>
                      <a:pt x="1006213" y="516989"/>
                    </a:cubicBezTo>
                    <a:cubicBezTo>
                      <a:pt x="1008144" y="520729"/>
                      <a:pt x="1010315" y="526399"/>
                      <a:pt x="1012728" y="534000"/>
                    </a:cubicBezTo>
                    <a:cubicBezTo>
                      <a:pt x="1023708" y="532311"/>
                      <a:pt x="1030343" y="531406"/>
                      <a:pt x="1032636" y="531286"/>
                    </a:cubicBezTo>
                    <a:cubicBezTo>
                      <a:pt x="1030826" y="527304"/>
                      <a:pt x="1029559" y="521935"/>
                      <a:pt x="1028835" y="515179"/>
                    </a:cubicBezTo>
                    <a:close/>
                    <a:moveTo>
                      <a:pt x="1397843" y="513731"/>
                    </a:moveTo>
                    <a:cubicBezTo>
                      <a:pt x="1401463" y="513731"/>
                      <a:pt x="1405263" y="514666"/>
                      <a:pt x="1409245" y="516536"/>
                    </a:cubicBezTo>
                    <a:cubicBezTo>
                      <a:pt x="1413226" y="518406"/>
                      <a:pt x="1415217" y="521332"/>
                      <a:pt x="1415217" y="525314"/>
                    </a:cubicBezTo>
                    <a:cubicBezTo>
                      <a:pt x="1415217" y="527606"/>
                      <a:pt x="1414372" y="528752"/>
                      <a:pt x="1412683" y="528752"/>
                    </a:cubicBezTo>
                    <a:cubicBezTo>
                      <a:pt x="1411236" y="528752"/>
                      <a:pt x="1408068" y="526580"/>
                      <a:pt x="1403182" y="522237"/>
                    </a:cubicBezTo>
                    <a:cubicBezTo>
                      <a:pt x="1398296" y="517894"/>
                      <a:pt x="1395853" y="515390"/>
                      <a:pt x="1395853" y="514727"/>
                    </a:cubicBezTo>
                    <a:cubicBezTo>
                      <a:pt x="1395853" y="514063"/>
                      <a:pt x="1396516" y="513731"/>
                      <a:pt x="1397843" y="513731"/>
                    </a:cubicBezTo>
                    <a:close/>
                    <a:moveTo>
                      <a:pt x="836006" y="511740"/>
                    </a:moveTo>
                    <a:cubicBezTo>
                      <a:pt x="837635" y="511740"/>
                      <a:pt x="839928" y="512766"/>
                      <a:pt x="842883" y="514817"/>
                    </a:cubicBezTo>
                    <a:cubicBezTo>
                      <a:pt x="845839" y="516868"/>
                      <a:pt x="847317" y="518648"/>
                      <a:pt x="847317" y="520156"/>
                    </a:cubicBezTo>
                    <a:cubicBezTo>
                      <a:pt x="847317" y="521664"/>
                      <a:pt x="846473" y="523444"/>
                      <a:pt x="844784" y="525495"/>
                    </a:cubicBezTo>
                    <a:cubicBezTo>
                      <a:pt x="842371" y="527908"/>
                      <a:pt x="836519" y="535388"/>
                      <a:pt x="827229" y="547935"/>
                    </a:cubicBezTo>
                    <a:cubicBezTo>
                      <a:pt x="832779" y="548177"/>
                      <a:pt x="839174" y="549021"/>
                      <a:pt x="846412" y="550469"/>
                    </a:cubicBezTo>
                    <a:cubicBezTo>
                      <a:pt x="849187" y="546126"/>
                      <a:pt x="851329" y="541993"/>
                      <a:pt x="852837" y="538072"/>
                    </a:cubicBezTo>
                    <a:cubicBezTo>
                      <a:pt x="854345" y="534151"/>
                      <a:pt x="855099" y="531225"/>
                      <a:pt x="855099" y="529295"/>
                    </a:cubicBezTo>
                    <a:cubicBezTo>
                      <a:pt x="855099" y="527365"/>
                      <a:pt x="855883" y="526399"/>
                      <a:pt x="857452" y="526399"/>
                    </a:cubicBezTo>
                    <a:cubicBezTo>
                      <a:pt x="859020" y="526399"/>
                      <a:pt x="860951" y="527485"/>
                      <a:pt x="863243" y="529657"/>
                    </a:cubicBezTo>
                    <a:cubicBezTo>
                      <a:pt x="865536" y="531829"/>
                      <a:pt x="866682" y="533518"/>
                      <a:pt x="866682" y="534724"/>
                    </a:cubicBezTo>
                    <a:cubicBezTo>
                      <a:pt x="866682" y="535931"/>
                      <a:pt x="866078" y="537198"/>
                      <a:pt x="864872" y="538525"/>
                    </a:cubicBezTo>
                    <a:lnTo>
                      <a:pt x="825962" y="587207"/>
                    </a:lnTo>
                    <a:cubicBezTo>
                      <a:pt x="833684" y="585639"/>
                      <a:pt x="842009" y="584191"/>
                      <a:pt x="850937" y="582864"/>
                    </a:cubicBezTo>
                    <a:cubicBezTo>
                      <a:pt x="848283" y="577796"/>
                      <a:pt x="846955" y="574478"/>
                      <a:pt x="846955" y="572910"/>
                    </a:cubicBezTo>
                    <a:cubicBezTo>
                      <a:pt x="846955" y="571824"/>
                      <a:pt x="847559" y="571281"/>
                      <a:pt x="848765" y="571281"/>
                    </a:cubicBezTo>
                    <a:cubicBezTo>
                      <a:pt x="849972" y="571281"/>
                      <a:pt x="851932" y="572005"/>
                      <a:pt x="854647" y="573453"/>
                    </a:cubicBezTo>
                    <a:cubicBezTo>
                      <a:pt x="857361" y="574901"/>
                      <a:pt x="859654" y="577072"/>
                      <a:pt x="861524" y="579968"/>
                    </a:cubicBezTo>
                    <a:cubicBezTo>
                      <a:pt x="863394" y="582864"/>
                      <a:pt x="864329" y="585397"/>
                      <a:pt x="864329" y="587569"/>
                    </a:cubicBezTo>
                    <a:cubicBezTo>
                      <a:pt x="864329" y="589741"/>
                      <a:pt x="863846" y="591550"/>
                      <a:pt x="862881" y="592998"/>
                    </a:cubicBezTo>
                    <a:cubicBezTo>
                      <a:pt x="861916" y="594446"/>
                      <a:pt x="860951" y="595170"/>
                      <a:pt x="859986" y="595170"/>
                    </a:cubicBezTo>
                    <a:cubicBezTo>
                      <a:pt x="859020" y="595170"/>
                      <a:pt x="858116" y="594657"/>
                      <a:pt x="857271" y="593632"/>
                    </a:cubicBezTo>
                    <a:cubicBezTo>
                      <a:pt x="856426" y="592606"/>
                      <a:pt x="854858" y="589982"/>
                      <a:pt x="852566" y="585759"/>
                    </a:cubicBezTo>
                    <a:cubicBezTo>
                      <a:pt x="836157" y="591430"/>
                      <a:pt x="824756" y="596195"/>
                      <a:pt x="818361" y="600056"/>
                    </a:cubicBezTo>
                    <a:cubicBezTo>
                      <a:pt x="816914" y="600901"/>
                      <a:pt x="815586" y="601323"/>
                      <a:pt x="814380" y="601323"/>
                    </a:cubicBezTo>
                    <a:cubicBezTo>
                      <a:pt x="813173" y="601323"/>
                      <a:pt x="812057" y="599966"/>
                      <a:pt x="811032" y="597251"/>
                    </a:cubicBezTo>
                    <a:cubicBezTo>
                      <a:pt x="810006" y="594536"/>
                      <a:pt x="809494" y="592335"/>
                      <a:pt x="809494" y="590646"/>
                    </a:cubicBezTo>
                    <a:cubicBezTo>
                      <a:pt x="809494" y="588956"/>
                      <a:pt x="810398" y="587750"/>
                      <a:pt x="812208" y="587026"/>
                    </a:cubicBezTo>
                    <a:cubicBezTo>
                      <a:pt x="816914" y="584975"/>
                      <a:pt x="821257" y="581989"/>
                      <a:pt x="825238" y="578068"/>
                    </a:cubicBezTo>
                    <a:cubicBezTo>
                      <a:pt x="829220" y="574147"/>
                      <a:pt x="835313" y="566335"/>
                      <a:pt x="843517" y="554631"/>
                    </a:cubicBezTo>
                    <a:cubicBezTo>
                      <a:pt x="831452" y="554270"/>
                      <a:pt x="822705" y="554813"/>
                      <a:pt x="817276" y="556260"/>
                    </a:cubicBezTo>
                    <a:cubicBezTo>
                      <a:pt x="816552" y="556381"/>
                      <a:pt x="815948" y="556441"/>
                      <a:pt x="815466" y="556441"/>
                    </a:cubicBezTo>
                    <a:cubicBezTo>
                      <a:pt x="813656" y="556441"/>
                      <a:pt x="812751" y="554390"/>
                      <a:pt x="812751" y="550288"/>
                    </a:cubicBezTo>
                    <a:cubicBezTo>
                      <a:pt x="812751" y="548840"/>
                      <a:pt x="813173" y="547453"/>
                      <a:pt x="814018" y="546126"/>
                    </a:cubicBezTo>
                    <a:cubicBezTo>
                      <a:pt x="814863" y="544799"/>
                      <a:pt x="815767" y="543954"/>
                      <a:pt x="816733" y="543592"/>
                    </a:cubicBezTo>
                    <a:cubicBezTo>
                      <a:pt x="821559" y="542024"/>
                      <a:pt x="825661" y="538585"/>
                      <a:pt x="829039" y="533276"/>
                    </a:cubicBezTo>
                    <a:cubicBezTo>
                      <a:pt x="832417" y="527968"/>
                      <a:pt x="834106" y="523082"/>
                      <a:pt x="834106" y="518617"/>
                    </a:cubicBezTo>
                    <a:lnTo>
                      <a:pt x="833563" y="514093"/>
                    </a:lnTo>
                    <a:cubicBezTo>
                      <a:pt x="833563" y="512525"/>
                      <a:pt x="834378" y="511740"/>
                      <a:pt x="836006" y="511740"/>
                    </a:cubicBezTo>
                    <a:close/>
                    <a:moveTo>
                      <a:pt x="1055620" y="511017"/>
                    </a:moveTo>
                    <a:lnTo>
                      <a:pt x="1032093" y="514455"/>
                    </a:lnTo>
                    <a:cubicBezTo>
                      <a:pt x="1035592" y="518316"/>
                      <a:pt x="1037341" y="521483"/>
                      <a:pt x="1037341" y="523956"/>
                    </a:cubicBezTo>
                    <a:cubicBezTo>
                      <a:pt x="1037341" y="526430"/>
                      <a:pt x="1036919" y="528692"/>
                      <a:pt x="1036074" y="530743"/>
                    </a:cubicBezTo>
                    <a:cubicBezTo>
                      <a:pt x="1040538" y="530140"/>
                      <a:pt x="1046149" y="529295"/>
                      <a:pt x="1052905" y="528209"/>
                    </a:cubicBezTo>
                    <a:cubicBezTo>
                      <a:pt x="1055077" y="522418"/>
                      <a:pt x="1056162" y="518316"/>
                      <a:pt x="1056162" y="515903"/>
                    </a:cubicBezTo>
                    <a:cubicBezTo>
                      <a:pt x="1056162" y="513490"/>
                      <a:pt x="1055981" y="511861"/>
                      <a:pt x="1055620" y="511017"/>
                    </a:cubicBezTo>
                    <a:close/>
                    <a:moveTo>
                      <a:pt x="1239852" y="507759"/>
                    </a:moveTo>
                    <a:cubicBezTo>
                      <a:pt x="1235871" y="507759"/>
                      <a:pt x="1224892" y="508905"/>
                      <a:pt x="1206915" y="511198"/>
                    </a:cubicBezTo>
                    <a:cubicBezTo>
                      <a:pt x="1207759" y="514817"/>
                      <a:pt x="1208483" y="519221"/>
                      <a:pt x="1209086" y="524409"/>
                    </a:cubicBezTo>
                    <a:cubicBezTo>
                      <a:pt x="1226943" y="521875"/>
                      <a:pt x="1236745" y="520397"/>
                      <a:pt x="1238495" y="519975"/>
                    </a:cubicBezTo>
                    <a:cubicBezTo>
                      <a:pt x="1240244" y="519553"/>
                      <a:pt x="1241360" y="518105"/>
                      <a:pt x="1241843" y="515631"/>
                    </a:cubicBezTo>
                    <a:cubicBezTo>
                      <a:pt x="1242325" y="513158"/>
                      <a:pt x="1242567" y="511228"/>
                      <a:pt x="1242567" y="509840"/>
                    </a:cubicBezTo>
                    <a:cubicBezTo>
                      <a:pt x="1242567" y="508453"/>
                      <a:pt x="1241662" y="507759"/>
                      <a:pt x="1239852" y="507759"/>
                    </a:cubicBezTo>
                    <a:close/>
                    <a:moveTo>
                      <a:pt x="1085661" y="507759"/>
                    </a:moveTo>
                    <a:cubicBezTo>
                      <a:pt x="1081801" y="507759"/>
                      <a:pt x="1073053" y="508664"/>
                      <a:pt x="1059420" y="510474"/>
                    </a:cubicBezTo>
                    <a:cubicBezTo>
                      <a:pt x="1063643" y="512042"/>
                      <a:pt x="1065754" y="513279"/>
                      <a:pt x="1065754" y="514184"/>
                    </a:cubicBezTo>
                    <a:cubicBezTo>
                      <a:pt x="1065754" y="515088"/>
                      <a:pt x="1065272" y="516024"/>
                      <a:pt x="1064306" y="516989"/>
                    </a:cubicBezTo>
                    <a:cubicBezTo>
                      <a:pt x="1061893" y="520005"/>
                      <a:pt x="1059782" y="523504"/>
                      <a:pt x="1057972" y="527485"/>
                    </a:cubicBezTo>
                    <a:cubicBezTo>
                      <a:pt x="1066659" y="526279"/>
                      <a:pt x="1071847" y="525676"/>
                      <a:pt x="1073536" y="525676"/>
                    </a:cubicBezTo>
                    <a:lnTo>
                      <a:pt x="1078965" y="526037"/>
                    </a:lnTo>
                    <a:cubicBezTo>
                      <a:pt x="1080654" y="526037"/>
                      <a:pt x="1081861" y="525857"/>
                      <a:pt x="1082585" y="525495"/>
                    </a:cubicBezTo>
                    <a:cubicBezTo>
                      <a:pt x="1083309" y="525133"/>
                      <a:pt x="1084606" y="522689"/>
                      <a:pt x="1086476" y="518165"/>
                    </a:cubicBezTo>
                    <a:cubicBezTo>
                      <a:pt x="1088346" y="513641"/>
                      <a:pt x="1089281" y="510775"/>
                      <a:pt x="1089281" y="509569"/>
                    </a:cubicBezTo>
                    <a:cubicBezTo>
                      <a:pt x="1089281" y="508362"/>
                      <a:pt x="1088074" y="507759"/>
                      <a:pt x="1085661" y="507759"/>
                    </a:cubicBezTo>
                    <a:close/>
                    <a:moveTo>
                      <a:pt x="680458" y="507759"/>
                    </a:moveTo>
                    <a:cubicBezTo>
                      <a:pt x="682389" y="507759"/>
                      <a:pt x="685315" y="508785"/>
                      <a:pt x="689236" y="510836"/>
                    </a:cubicBezTo>
                    <a:cubicBezTo>
                      <a:pt x="693157" y="512887"/>
                      <a:pt x="695117" y="515239"/>
                      <a:pt x="695117" y="517894"/>
                    </a:cubicBezTo>
                    <a:cubicBezTo>
                      <a:pt x="695117" y="519100"/>
                      <a:pt x="694635" y="520880"/>
                      <a:pt x="693670" y="523232"/>
                    </a:cubicBezTo>
                    <a:cubicBezTo>
                      <a:pt x="692704" y="525585"/>
                      <a:pt x="692222" y="531376"/>
                      <a:pt x="692222" y="540606"/>
                    </a:cubicBezTo>
                    <a:cubicBezTo>
                      <a:pt x="692222" y="549836"/>
                      <a:pt x="692463" y="558010"/>
                      <a:pt x="692946" y="565128"/>
                    </a:cubicBezTo>
                    <a:cubicBezTo>
                      <a:pt x="693428" y="572246"/>
                      <a:pt x="693670" y="576107"/>
                      <a:pt x="693670" y="576710"/>
                    </a:cubicBezTo>
                    <a:cubicBezTo>
                      <a:pt x="693670" y="585035"/>
                      <a:pt x="692011" y="592365"/>
                      <a:pt x="688693" y="598699"/>
                    </a:cubicBezTo>
                    <a:cubicBezTo>
                      <a:pt x="685375" y="605033"/>
                      <a:pt x="682449" y="608200"/>
                      <a:pt x="679916" y="608200"/>
                    </a:cubicBezTo>
                    <a:cubicBezTo>
                      <a:pt x="678106" y="608200"/>
                      <a:pt x="676507" y="606752"/>
                      <a:pt x="675120" y="603857"/>
                    </a:cubicBezTo>
                    <a:cubicBezTo>
                      <a:pt x="673732" y="600961"/>
                      <a:pt x="671953" y="597885"/>
                      <a:pt x="669781" y="594627"/>
                    </a:cubicBezTo>
                    <a:cubicBezTo>
                      <a:pt x="667609" y="591369"/>
                      <a:pt x="665679" y="588836"/>
                      <a:pt x="663990" y="587026"/>
                    </a:cubicBezTo>
                    <a:cubicBezTo>
                      <a:pt x="662301" y="585216"/>
                      <a:pt x="661456" y="583919"/>
                      <a:pt x="661456" y="583135"/>
                    </a:cubicBezTo>
                    <a:cubicBezTo>
                      <a:pt x="661456" y="582351"/>
                      <a:pt x="661939" y="581959"/>
                      <a:pt x="662904" y="581959"/>
                    </a:cubicBezTo>
                    <a:cubicBezTo>
                      <a:pt x="663869" y="581959"/>
                      <a:pt x="665860" y="582622"/>
                      <a:pt x="668876" y="583949"/>
                    </a:cubicBezTo>
                    <a:cubicBezTo>
                      <a:pt x="671892" y="585277"/>
                      <a:pt x="674396" y="585940"/>
                      <a:pt x="676387" y="585940"/>
                    </a:cubicBezTo>
                    <a:cubicBezTo>
                      <a:pt x="678377" y="585940"/>
                      <a:pt x="679765" y="584824"/>
                      <a:pt x="680549" y="582592"/>
                    </a:cubicBezTo>
                    <a:cubicBezTo>
                      <a:pt x="681333" y="580360"/>
                      <a:pt x="681936" y="574690"/>
                      <a:pt x="682359" y="565581"/>
                    </a:cubicBezTo>
                    <a:cubicBezTo>
                      <a:pt x="682781" y="556471"/>
                      <a:pt x="682992" y="547664"/>
                      <a:pt x="682992" y="539158"/>
                    </a:cubicBezTo>
                    <a:cubicBezTo>
                      <a:pt x="682992" y="530652"/>
                      <a:pt x="682449" y="524258"/>
                      <a:pt x="681363" y="519975"/>
                    </a:cubicBezTo>
                    <a:cubicBezTo>
                      <a:pt x="680277" y="515692"/>
                      <a:pt x="679373" y="513037"/>
                      <a:pt x="678649" y="512012"/>
                    </a:cubicBezTo>
                    <a:cubicBezTo>
                      <a:pt x="677925" y="510986"/>
                      <a:pt x="677563" y="510021"/>
                      <a:pt x="677563" y="509116"/>
                    </a:cubicBezTo>
                    <a:cubicBezTo>
                      <a:pt x="677563" y="508211"/>
                      <a:pt x="678528" y="507759"/>
                      <a:pt x="680458" y="507759"/>
                    </a:cubicBezTo>
                    <a:close/>
                    <a:moveTo>
                      <a:pt x="888218" y="507578"/>
                    </a:moveTo>
                    <a:cubicBezTo>
                      <a:pt x="889907" y="507578"/>
                      <a:pt x="892169" y="508483"/>
                      <a:pt x="895004" y="510293"/>
                    </a:cubicBezTo>
                    <a:cubicBezTo>
                      <a:pt x="897840" y="512102"/>
                      <a:pt x="899257" y="513671"/>
                      <a:pt x="899257" y="514998"/>
                    </a:cubicBezTo>
                    <a:cubicBezTo>
                      <a:pt x="899257" y="516325"/>
                      <a:pt x="898714" y="517592"/>
                      <a:pt x="897628" y="518798"/>
                    </a:cubicBezTo>
                    <a:cubicBezTo>
                      <a:pt x="896060" y="520729"/>
                      <a:pt x="890631" y="529536"/>
                      <a:pt x="881341" y="545221"/>
                    </a:cubicBezTo>
                    <a:cubicBezTo>
                      <a:pt x="888821" y="545462"/>
                      <a:pt x="895457" y="546005"/>
                      <a:pt x="901248" y="546850"/>
                    </a:cubicBezTo>
                    <a:cubicBezTo>
                      <a:pt x="902816" y="544557"/>
                      <a:pt x="904898" y="540847"/>
                      <a:pt x="907492" y="535720"/>
                    </a:cubicBezTo>
                    <a:cubicBezTo>
                      <a:pt x="910085" y="530592"/>
                      <a:pt x="911382" y="526611"/>
                      <a:pt x="911382" y="523775"/>
                    </a:cubicBezTo>
                    <a:cubicBezTo>
                      <a:pt x="911382" y="520940"/>
                      <a:pt x="912227" y="519522"/>
                      <a:pt x="913916" y="519522"/>
                    </a:cubicBezTo>
                    <a:cubicBezTo>
                      <a:pt x="915605" y="519522"/>
                      <a:pt x="917686" y="520729"/>
                      <a:pt x="920160" y="523142"/>
                    </a:cubicBezTo>
                    <a:cubicBezTo>
                      <a:pt x="922633" y="525555"/>
                      <a:pt x="923870" y="527606"/>
                      <a:pt x="923870" y="529295"/>
                    </a:cubicBezTo>
                    <a:cubicBezTo>
                      <a:pt x="923870" y="530984"/>
                      <a:pt x="922905" y="532492"/>
                      <a:pt x="920974" y="533819"/>
                    </a:cubicBezTo>
                    <a:cubicBezTo>
                      <a:pt x="919285" y="534905"/>
                      <a:pt x="906376" y="551072"/>
                      <a:pt x="882246" y="582321"/>
                    </a:cubicBezTo>
                    <a:cubicBezTo>
                      <a:pt x="897327" y="580270"/>
                      <a:pt x="907582" y="579425"/>
                      <a:pt x="913011" y="579787"/>
                    </a:cubicBezTo>
                    <a:cubicBezTo>
                      <a:pt x="910357" y="573755"/>
                      <a:pt x="909030" y="569864"/>
                      <a:pt x="909030" y="568114"/>
                    </a:cubicBezTo>
                    <a:cubicBezTo>
                      <a:pt x="909030" y="566365"/>
                      <a:pt x="909512" y="565490"/>
                      <a:pt x="910478" y="565490"/>
                    </a:cubicBezTo>
                    <a:cubicBezTo>
                      <a:pt x="912649" y="565490"/>
                      <a:pt x="916601" y="568144"/>
                      <a:pt x="922332" y="573453"/>
                    </a:cubicBezTo>
                    <a:cubicBezTo>
                      <a:pt x="928062" y="578761"/>
                      <a:pt x="930928" y="584553"/>
                      <a:pt x="930928" y="590827"/>
                    </a:cubicBezTo>
                    <a:cubicBezTo>
                      <a:pt x="930928" y="593240"/>
                      <a:pt x="930506" y="595291"/>
                      <a:pt x="929661" y="596980"/>
                    </a:cubicBezTo>
                    <a:cubicBezTo>
                      <a:pt x="928816" y="598669"/>
                      <a:pt x="927700" y="599513"/>
                      <a:pt x="926313" y="599513"/>
                    </a:cubicBezTo>
                    <a:cubicBezTo>
                      <a:pt x="924925" y="599513"/>
                      <a:pt x="923568" y="598940"/>
                      <a:pt x="922241" y="597794"/>
                    </a:cubicBezTo>
                    <a:cubicBezTo>
                      <a:pt x="920914" y="596648"/>
                      <a:pt x="918320" y="591731"/>
                      <a:pt x="914459" y="583045"/>
                    </a:cubicBezTo>
                    <a:cubicBezTo>
                      <a:pt x="895517" y="586785"/>
                      <a:pt x="882547" y="590465"/>
                      <a:pt x="875549" y="594084"/>
                    </a:cubicBezTo>
                    <a:cubicBezTo>
                      <a:pt x="874222" y="594808"/>
                      <a:pt x="873106" y="595170"/>
                      <a:pt x="872201" y="595170"/>
                    </a:cubicBezTo>
                    <a:cubicBezTo>
                      <a:pt x="871297" y="595170"/>
                      <a:pt x="870482" y="593873"/>
                      <a:pt x="869758" y="591279"/>
                    </a:cubicBezTo>
                    <a:cubicBezTo>
                      <a:pt x="869034" y="588685"/>
                      <a:pt x="868672" y="586604"/>
                      <a:pt x="868672" y="585035"/>
                    </a:cubicBezTo>
                    <a:cubicBezTo>
                      <a:pt x="868672" y="583467"/>
                      <a:pt x="869788" y="582079"/>
                      <a:pt x="872020" y="580873"/>
                    </a:cubicBezTo>
                    <a:cubicBezTo>
                      <a:pt x="874252" y="579666"/>
                      <a:pt x="877691" y="576499"/>
                      <a:pt x="882336" y="571372"/>
                    </a:cubicBezTo>
                    <a:cubicBezTo>
                      <a:pt x="886981" y="566244"/>
                      <a:pt x="892440" y="559337"/>
                      <a:pt x="898714" y="550650"/>
                    </a:cubicBezTo>
                    <a:cubicBezTo>
                      <a:pt x="885684" y="551012"/>
                      <a:pt x="877118" y="552038"/>
                      <a:pt x="873016" y="553727"/>
                    </a:cubicBezTo>
                    <a:cubicBezTo>
                      <a:pt x="872292" y="553968"/>
                      <a:pt x="871689" y="554089"/>
                      <a:pt x="871206" y="554089"/>
                    </a:cubicBezTo>
                    <a:cubicBezTo>
                      <a:pt x="869517" y="554089"/>
                      <a:pt x="868672" y="552912"/>
                      <a:pt x="868672" y="550560"/>
                    </a:cubicBezTo>
                    <a:cubicBezTo>
                      <a:pt x="868672" y="548207"/>
                      <a:pt x="868944" y="546578"/>
                      <a:pt x="869487" y="545673"/>
                    </a:cubicBezTo>
                    <a:cubicBezTo>
                      <a:pt x="870030" y="544768"/>
                      <a:pt x="871146" y="543652"/>
                      <a:pt x="872835" y="542325"/>
                    </a:cubicBezTo>
                    <a:cubicBezTo>
                      <a:pt x="876092" y="539792"/>
                      <a:pt x="879139" y="535720"/>
                      <a:pt x="881974" y="530109"/>
                    </a:cubicBezTo>
                    <a:cubicBezTo>
                      <a:pt x="884809" y="524499"/>
                      <a:pt x="886227" y="519643"/>
                      <a:pt x="886227" y="515541"/>
                    </a:cubicBezTo>
                    <a:lnTo>
                      <a:pt x="885684" y="510112"/>
                    </a:lnTo>
                    <a:cubicBezTo>
                      <a:pt x="885684" y="508423"/>
                      <a:pt x="886529" y="507578"/>
                      <a:pt x="888218" y="507578"/>
                    </a:cubicBezTo>
                    <a:close/>
                    <a:moveTo>
                      <a:pt x="278332" y="501606"/>
                    </a:moveTo>
                    <a:cubicBezTo>
                      <a:pt x="281107" y="501606"/>
                      <a:pt x="283520" y="502631"/>
                      <a:pt x="285571" y="504682"/>
                    </a:cubicBezTo>
                    <a:cubicBezTo>
                      <a:pt x="287622" y="506733"/>
                      <a:pt x="288648" y="509146"/>
                      <a:pt x="288648" y="511921"/>
                    </a:cubicBezTo>
                    <a:cubicBezTo>
                      <a:pt x="288648" y="514696"/>
                      <a:pt x="287622" y="517079"/>
                      <a:pt x="285571" y="519070"/>
                    </a:cubicBezTo>
                    <a:cubicBezTo>
                      <a:pt x="283520" y="521061"/>
                      <a:pt x="281107" y="522056"/>
                      <a:pt x="278332" y="522056"/>
                    </a:cubicBezTo>
                    <a:cubicBezTo>
                      <a:pt x="275557" y="522056"/>
                      <a:pt x="273144" y="521061"/>
                      <a:pt x="271093" y="519070"/>
                    </a:cubicBezTo>
                    <a:cubicBezTo>
                      <a:pt x="269042" y="517079"/>
                      <a:pt x="268016" y="514696"/>
                      <a:pt x="268016" y="511921"/>
                    </a:cubicBezTo>
                    <a:cubicBezTo>
                      <a:pt x="268016" y="509146"/>
                      <a:pt x="269042" y="506733"/>
                      <a:pt x="271093" y="504682"/>
                    </a:cubicBezTo>
                    <a:cubicBezTo>
                      <a:pt x="273144" y="502631"/>
                      <a:pt x="275557" y="501606"/>
                      <a:pt x="278332" y="501606"/>
                    </a:cubicBezTo>
                    <a:close/>
                    <a:moveTo>
                      <a:pt x="1088919" y="501244"/>
                    </a:moveTo>
                    <a:cubicBezTo>
                      <a:pt x="1092056" y="501244"/>
                      <a:pt x="1096098" y="502541"/>
                      <a:pt x="1101044" y="505135"/>
                    </a:cubicBezTo>
                    <a:cubicBezTo>
                      <a:pt x="1105991" y="507729"/>
                      <a:pt x="1108464" y="509508"/>
                      <a:pt x="1108464" y="510474"/>
                    </a:cubicBezTo>
                    <a:cubicBezTo>
                      <a:pt x="1108464" y="511439"/>
                      <a:pt x="1107258" y="512645"/>
                      <a:pt x="1104845" y="514093"/>
                    </a:cubicBezTo>
                    <a:cubicBezTo>
                      <a:pt x="1102432" y="515541"/>
                      <a:pt x="1099838" y="518497"/>
                      <a:pt x="1097063" y="522961"/>
                    </a:cubicBezTo>
                    <a:cubicBezTo>
                      <a:pt x="1095494" y="525253"/>
                      <a:pt x="1093443" y="527546"/>
                      <a:pt x="1090910" y="529838"/>
                    </a:cubicBezTo>
                    <a:cubicBezTo>
                      <a:pt x="1088376" y="532130"/>
                      <a:pt x="1086265" y="533276"/>
                      <a:pt x="1084576" y="533276"/>
                    </a:cubicBezTo>
                    <a:cubicBezTo>
                      <a:pt x="1082886" y="533276"/>
                      <a:pt x="1081680" y="532734"/>
                      <a:pt x="1080956" y="531648"/>
                    </a:cubicBezTo>
                    <a:cubicBezTo>
                      <a:pt x="1079991" y="530562"/>
                      <a:pt x="1078483" y="530019"/>
                      <a:pt x="1076432" y="530019"/>
                    </a:cubicBezTo>
                    <a:cubicBezTo>
                      <a:pt x="1074381" y="530019"/>
                      <a:pt x="1072390" y="530200"/>
                      <a:pt x="1070460" y="530562"/>
                    </a:cubicBezTo>
                    <a:cubicBezTo>
                      <a:pt x="1057791" y="532734"/>
                      <a:pt x="1038729" y="535207"/>
                      <a:pt x="1013271" y="537982"/>
                    </a:cubicBezTo>
                    <a:cubicBezTo>
                      <a:pt x="1013151" y="539792"/>
                      <a:pt x="1012397" y="540696"/>
                      <a:pt x="1011009" y="540696"/>
                    </a:cubicBezTo>
                    <a:cubicBezTo>
                      <a:pt x="1009622" y="540696"/>
                      <a:pt x="1008023" y="539007"/>
                      <a:pt x="1006213" y="535629"/>
                    </a:cubicBezTo>
                    <a:cubicBezTo>
                      <a:pt x="1004404" y="531889"/>
                      <a:pt x="1002292" y="528270"/>
                      <a:pt x="999879" y="524771"/>
                    </a:cubicBezTo>
                    <a:cubicBezTo>
                      <a:pt x="997466" y="521272"/>
                      <a:pt x="995476" y="518889"/>
                      <a:pt x="993907" y="517622"/>
                    </a:cubicBezTo>
                    <a:cubicBezTo>
                      <a:pt x="992339" y="516355"/>
                      <a:pt x="991554" y="515300"/>
                      <a:pt x="991554" y="514455"/>
                    </a:cubicBezTo>
                    <a:cubicBezTo>
                      <a:pt x="991554" y="513249"/>
                      <a:pt x="992731" y="512645"/>
                      <a:pt x="995083" y="512645"/>
                    </a:cubicBezTo>
                    <a:cubicBezTo>
                      <a:pt x="997436" y="512645"/>
                      <a:pt x="1000241" y="513128"/>
                      <a:pt x="1003499" y="514093"/>
                    </a:cubicBezTo>
                    <a:lnTo>
                      <a:pt x="1053086" y="506673"/>
                    </a:lnTo>
                    <a:cubicBezTo>
                      <a:pt x="1072993" y="503898"/>
                      <a:pt x="1083641" y="502300"/>
                      <a:pt x="1085028" y="501877"/>
                    </a:cubicBezTo>
                    <a:cubicBezTo>
                      <a:pt x="1086415" y="501455"/>
                      <a:pt x="1087712" y="501244"/>
                      <a:pt x="1088919" y="501244"/>
                    </a:cubicBezTo>
                    <a:close/>
                    <a:moveTo>
                      <a:pt x="1245734" y="500520"/>
                    </a:moveTo>
                    <a:cubicBezTo>
                      <a:pt x="1247725" y="500520"/>
                      <a:pt x="1250590" y="501546"/>
                      <a:pt x="1254330" y="503597"/>
                    </a:cubicBezTo>
                    <a:cubicBezTo>
                      <a:pt x="1258070" y="505648"/>
                      <a:pt x="1259940" y="507367"/>
                      <a:pt x="1259940" y="508754"/>
                    </a:cubicBezTo>
                    <a:cubicBezTo>
                      <a:pt x="1259940" y="510142"/>
                      <a:pt x="1259066" y="511288"/>
                      <a:pt x="1257316" y="512193"/>
                    </a:cubicBezTo>
                    <a:cubicBezTo>
                      <a:pt x="1255567" y="513098"/>
                      <a:pt x="1253908" y="514244"/>
                      <a:pt x="1252339" y="515631"/>
                    </a:cubicBezTo>
                    <a:cubicBezTo>
                      <a:pt x="1250771" y="517019"/>
                      <a:pt x="1249836" y="518105"/>
                      <a:pt x="1249534" y="518889"/>
                    </a:cubicBezTo>
                    <a:cubicBezTo>
                      <a:pt x="1249233" y="519673"/>
                      <a:pt x="1249142" y="520397"/>
                      <a:pt x="1249263" y="521061"/>
                    </a:cubicBezTo>
                    <a:cubicBezTo>
                      <a:pt x="1249383" y="521724"/>
                      <a:pt x="1249444" y="522358"/>
                      <a:pt x="1249444" y="522961"/>
                    </a:cubicBezTo>
                    <a:cubicBezTo>
                      <a:pt x="1249444" y="523564"/>
                      <a:pt x="1249112" y="524017"/>
                      <a:pt x="1248449" y="524318"/>
                    </a:cubicBezTo>
                    <a:cubicBezTo>
                      <a:pt x="1247785" y="524620"/>
                      <a:pt x="1244829" y="524982"/>
                      <a:pt x="1239581" y="525404"/>
                    </a:cubicBezTo>
                    <a:cubicBezTo>
                      <a:pt x="1234332" y="525826"/>
                      <a:pt x="1228933" y="526399"/>
                      <a:pt x="1223383" y="527123"/>
                    </a:cubicBezTo>
                    <a:cubicBezTo>
                      <a:pt x="1226038" y="528812"/>
                      <a:pt x="1228028" y="530230"/>
                      <a:pt x="1229356" y="531376"/>
                    </a:cubicBezTo>
                    <a:cubicBezTo>
                      <a:pt x="1230683" y="532522"/>
                      <a:pt x="1231346" y="533608"/>
                      <a:pt x="1231346" y="534634"/>
                    </a:cubicBezTo>
                    <a:cubicBezTo>
                      <a:pt x="1231346" y="535659"/>
                      <a:pt x="1231256" y="536504"/>
                      <a:pt x="1231075" y="537167"/>
                    </a:cubicBezTo>
                    <a:cubicBezTo>
                      <a:pt x="1230894" y="537831"/>
                      <a:pt x="1230803" y="538887"/>
                      <a:pt x="1230803" y="540334"/>
                    </a:cubicBezTo>
                    <a:cubicBezTo>
                      <a:pt x="1240938" y="538645"/>
                      <a:pt x="1247423" y="537288"/>
                      <a:pt x="1250258" y="536263"/>
                    </a:cubicBezTo>
                    <a:cubicBezTo>
                      <a:pt x="1253093" y="535237"/>
                      <a:pt x="1255265" y="534724"/>
                      <a:pt x="1256773" y="534724"/>
                    </a:cubicBezTo>
                    <a:cubicBezTo>
                      <a:pt x="1258281" y="534724"/>
                      <a:pt x="1261237" y="535901"/>
                      <a:pt x="1265641" y="538253"/>
                    </a:cubicBezTo>
                    <a:cubicBezTo>
                      <a:pt x="1270045" y="540606"/>
                      <a:pt x="1272247" y="542868"/>
                      <a:pt x="1272247" y="545040"/>
                    </a:cubicBezTo>
                    <a:cubicBezTo>
                      <a:pt x="1272247" y="546005"/>
                      <a:pt x="1271613" y="547513"/>
                      <a:pt x="1270346" y="549564"/>
                    </a:cubicBezTo>
                    <a:cubicBezTo>
                      <a:pt x="1269080" y="551615"/>
                      <a:pt x="1268446" y="554752"/>
                      <a:pt x="1268446" y="558975"/>
                    </a:cubicBezTo>
                    <a:lnTo>
                      <a:pt x="1268808" y="567843"/>
                    </a:lnTo>
                    <a:cubicBezTo>
                      <a:pt x="1268808" y="572669"/>
                      <a:pt x="1267421" y="577344"/>
                      <a:pt x="1264646" y="581868"/>
                    </a:cubicBezTo>
                    <a:cubicBezTo>
                      <a:pt x="1261871" y="586393"/>
                      <a:pt x="1259518" y="588655"/>
                      <a:pt x="1257588" y="588655"/>
                    </a:cubicBezTo>
                    <a:cubicBezTo>
                      <a:pt x="1256622" y="588655"/>
                      <a:pt x="1255718" y="587991"/>
                      <a:pt x="1254873" y="586664"/>
                    </a:cubicBezTo>
                    <a:cubicBezTo>
                      <a:pt x="1252701" y="583165"/>
                      <a:pt x="1249444" y="578882"/>
                      <a:pt x="1245100" y="573815"/>
                    </a:cubicBezTo>
                    <a:cubicBezTo>
                      <a:pt x="1243894" y="572488"/>
                      <a:pt x="1243291" y="571492"/>
                      <a:pt x="1243291" y="570829"/>
                    </a:cubicBezTo>
                    <a:cubicBezTo>
                      <a:pt x="1243291" y="570165"/>
                      <a:pt x="1243653" y="569833"/>
                      <a:pt x="1244377" y="569833"/>
                    </a:cubicBezTo>
                    <a:cubicBezTo>
                      <a:pt x="1245100" y="569833"/>
                      <a:pt x="1246367" y="570075"/>
                      <a:pt x="1248177" y="570557"/>
                    </a:cubicBezTo>
                    <a:cubicBezTo>
                      <a:pt x="1249987" y="571040"/>
                      <a:pt x="1251827" y="571281"/>
                      <a:pt x="1253697" y="571281"/>
                    </a:cubicBezTo>
                    <a:cubicBezTo>
                      <a:pt x="1255567" y="571281"/>
                      <a:pt x="1256773" y="570286"/>
                      <a:pt x="1257316" y="568295"/>
                    </a:cubicBezTo>
                    <a:cubicBezTo>
                      <a:pt x="1257859" y="566304"/>
                      <a:pt x="1258131" y="563198"/>
                      <a:pt x="1258131" y="558975"/>
                    </a:cubicBezTo>
                    <a:cubicBezTo>
                      <a:pt x="1258131" y="554752"/>
                      <a:pt x="1257708" y="551012"/>
                      <a:pt x="1256864" y="547754"/>
                    </a:cubicBezTo>
                    <a:cubicBezTo>
                      <a:pt x="1256019" y="544497"/>
                      <a:pt x="1253787" y="542868"/>
                      <a:pt x="1250168" y="542868"/>
                    </a:cubicBezTo>
                    <a:cubicBezTo>
                      <a:pt x="1249685" y="542868"/>
                      <a:pt x="1243291" y="543532"/>
                      <a:pt x="1230984" y="544859"/>
                    </a:cubicBezTo>
                    <a:cubicBezTo>
                      <a:pt x="1231105" y="547513"/>
                      <a:pt x="1231165" y="551977"/>
                      <a:pt x="1231165" y="558251"/>
                    </a:cubicBezTo>
                    <a:cubicBezTo>
                      <a:pt x="1231165" y="586724"/>
                      <a:pt x="1230441" y="603344"/>
                      <a:pt x="1228994" y="608110"/>
                    </a:cubicBezTo>
                    <a:cubicBezTo>
                      <a:pt x="1227546" y="612875"/>
                      <a:pt x="1226279" y="615258"/>
                      <a:pt x="1225193" y="615258"/>
                    </a:cubicBezTo>
                    <a:cubicBezTo>
                      <a:pt x="1224107" y="615258"/>
                      <a:pt x="1223202" y="613569"/>
                      <a:pt x="1222479" y="610191"/>
                    </a:cubicBezTo>
                    <a:cubicBezTo>
                      <a:pt x="1221755" y="606813"/>
                      <a:pt x="1221393" y="603827"/>
                      <a:pt x="1221393" y="601233"/>
                    </a:cubicBezTo>
                    <a:cubicBezTo>
                      <a:pt x="1221393" y="598639"/>
                      <a:pt x="1221574" y="592485"/>
                      <a:pt x="1221936" y="582773"/>
                    </a:cubicBezTo>
                    <a:cubicBezTo>
                      <a:pt x="1222297" y="573061"/>
                      <a:pt x="1222358" y="560966"/>
                      <a:pt x="1222117" y="546488"/>
                    </a:cubicBezTo>
                    <a:cubicBezTo>
                      <a:pt x="1212706" y="547815"/>
                      <a:pt x="1205587" y="548780"/>
                      <a:pt x="1200762" y="549383"/>
                    </a:cubicBezTo>
                    <a:cubicBezTo>
                      <a:pt x="1200762" y="557467"/>
                      <a:pt x="1200068" y="565279"/>
                      <a:pt x="1198680" y="572819"/>
                    </a:cubicBezTo>
                    <a:cubicBezTo>
                      <a:pt x="1197293" y="580360"/>
                      <a:pt x="1195694" y="584130"/>
                      <a:pt x="1193885" y="584130"/>
                    </a:cubicBezTo>
                    <a:cubicBezTo>
                      <a:pt x="1192799" y="584130"/>
                      <a:pt x="1191652" y="583075"/>
                      <a:pt x="1190446" y="580963"/>
                    </a:cubicBezTo>
                    <a:cubicBezTo>
                      <a:pt x="1189239" y="578852"/>
                      <a:pt x="1188636" y="577042"/>
                      <a:pt x="1188636" y="575534"/>
                    </a:cubicBezTo>
                    <a:cubicBezTo>
                      <a:pt x="1188636" y="574026"/>
                      <a:pt x="1188878" y="572789"/>
                      <a:pt x="1189360" y="571824"/>
                    </a:cubicBezTo>
                    <a:cubicBezTo>
                      <a:pt x="1189843" y="570859"/>
                      <a:pt x="1190386" y="568536"/>
                      <a:pt x="1190989" y="564857"/>
                    </a:cubicBezTo>
                    <a:cubicBezTo>
                      <a:pt x="1191592" y="561177"/>
                      <a:pt x="1191894" y="557678"/>
                      <a:pt x="1191894" y="554360"/>
                    </a:cubicBezTo>
                    <a:cubicBezTo>
                      <a:pt x="1191894" y="551042"/>
                      <a:pt x="1191351" y="548810"/>
                      <a:pt x="1190265" y="547664"/>
                    </a:cubicBezTo>
                    <a:cubicBezTo>
                      <a:pt x="1189179" y="546518"/>
                      <a:pt x="1188636" y="545462"/>
                      <a:pt x="1188636" y="544497"/>
                    </a:cubicBezTo>
                    <a:cubicBezTo>
                      <a:pt x="1188636" y="543532"/>
                      <a:pt x="1189300" y="543049"/>
                      <a:pt x="1190627" y="543049"/>
                    </a:cubicBezTo>
                    <a:cubicBezTo>
                      <a:pt x="1191954" y="543049"/>
                      <a:pt x="1193764" y="543592"/>
                      <a:pt x="1196056" y="544678"/>
                    </a:cubicBezTo>
                    <a:cubicBezTo>
                      <a:pt x="1198590" y="544919"/>
                      <a:pt x="1207216" y="544014"/>
                      <a:pt x="1221936" y="541963"/>
                    </a:cubicBezTo>
                    <a:cubicBezTo>
                      <a:pt x="1221694" y="536051"/>
                      <a:pt x="1220488" y="531346"/>
                      <a:pt x="1218316" y="527847"/>
                    </a:cubicBezTo>
                    <a:cubicBezTo>
                      <a:pt x="1213973" y="528330"/>
                      <a:pt x="1211017" y="528812"/>
                      <a:pt x="1209448" y="529295"/>
                    </a:cubicBezTo>
                    <a:cubicBezTo>
                      <a:pt x="1208966" y="531346"/>
                      <a:pt x="1208121" y="532372"/>
                      <a:pt x="1206915" y="532372"/>
                    </a:cubicBezTo>
                    <a:cubicBezTo>
                      <a:pt x="1205708" y="532372"/>
                      <a:pt x="1204803" y="531587"/>
                      <a:pt x="1204200" y="530019"/>
                    </a:cubicBezTo>
                    <a:cubicBezTo>
                      <a:pt x="1201184" y="520488"/>
                      <a:pt x="1198469" y="514153"/>
                      <a:pt x="1196056" y="511017"/>
                    </a:cubicBezTo>
                    <a:cubicBezTo>
                      <a:pt x="1195091" y="509689"/>
                      <a:pt x="1194608" y="508604"/>
                      <a:pt x="1194608" y="507759"/>
                    </a:cubicBezTo>
                    <a:cubicBezTo>
                      <a:pt x="1194608" y="506914"/>
                      <a:pt x="1195242" y="506492"/>
                      <a:pt x="1196509" y="506492"/>
                    </a:cubicBezTo>
                    <a:cubicBezTo>
                      <a:pt x="1197775" y="506492"/>
                      <a:pt x="1199314" y="506733"/>
                      <a:pt x="1201123" y="507216"/>
                    </a:cubicBezTo>
                    <a:cubicBezTo>
                      <a:pt x="1207759" y="506613"/>
                      <a:pt x="1215692" y="505617"/>
                      <a:pt x="1224922" y="504230"/>
                    </a:cubicBezTo>
                    <a:cubicBezTo>
                      <a:pt x="1234151" y="502843"/>
                      <a:pt x="1239430" y="501877"/>
                      <a:pt x="1240757" y="501334"/>
                    </a:cubicBezTo>
                    <a:cubicBezTo>
                      <a:pt x="1242084" y="500791"/>
                      <a:pt x="1243743" y="500520"/>
                      <a:pt x="1245734" y="500520"/>
                    </a:cubicBezTo>
                    <a:close/>
                    <a:moveTo>
                      <a:pt x="479395" y="483689"/>
                    </a:moveTo>
                    <a:cubicBezTo>
                      <a:pt x="481808" y="483689"/>
                      <a:pt x="483859" y="484202"/>
                      <a:pt x="485548" y="485228"/>
                    </a:cubicBezTo>
                    <a:cubicBezTo>
                      <a:pt x="487237" y="486253"/>
                      <a:pt x="488082" y="487339"/>
                      <a:pt x="488082" y="488485"/>
                    </a:cubicBezTo>
                    <a:cubicBezTo>
                      <a:pt x="488082" y="489631"/>
                      <a:pt x="487660" y="490506"/>
                      <a:pt x="486815" y="491109"/>
                    </a:cubicBezTo>
                    <a:cubicBezTo>
                      <a:pt x="485971" y="491713"/>
                      <a:pt x="484161" y="492376"/>
                      <a:pt x="481386" y="493100"/>
                    </a:cubicBezTo>
                    <a:cubicBezTo>
                      <a:pt x="473906" y="494910"/>
                      <a:pt x="468175" y="496478"/>
                      <a:pt x="464193" y="497805"/>
                    </a:cubicBezTo>
                    <a:cubicBezTo>
                      <a:pt x="469140" y="500701"/>
                      <a:pt x="471312" y="504049"/>
                      <a:pt x="470708" y="507849"/>
                    </a:cubicBezTo>
                    <a:cubicBezTo>
                      <a:pt x="470105" y="511650"/>
                      <a:pt x="469623" y="516747"/>
                      <a:pt x="469261" y="523142"/>
                    </a:cubicBezTo>
                    <a:cubicBezTo>
                      <a:pt x="472880" y="522177"/>
                      <a:pt x="475927" y="521694"/>
                      <a:pt x="478400" y="521694"/>
                    </a:cubicBezTo>
                    <a:cubicBezTo>
                      <a:pt x="480873" y="521694"/>
                      <a:pt x="482773" y="522056"/>
                      <a:pt x="484101" y="522780"/>
                    </a:cubicBezTo>
                    <a:cubicBezTo>
                      <a:pt x="485428" y="523504"/>
                      <a:pt x="486091" y="524469"/>
                      <a:pt x="486091" y="525676"/>
                    </a:cubicBezTo>
                    <a:cubicBezTo>
                      <a:pt x="486091" y="526882"/>
                      <a:pt x="484885" y="527968"/>
                      <a:pt x="482472" y="528933"/>
                    </a:cubicBezTo>
                    <a:cubicBezTo>
                      <a:pt x="480059" y="529898"/>
                      <a:pt x="475534" y="531286"/>
                      <a:pt x="468899" y="533095"/>
                    </a:cubicBezTo>
                    <a:lnTo>
                      <a:pt x="468356" y="560423"/>
                    </a:lnTo>
                    <a:cubicBezTo>
                      <a:pt x="476319" y="557045"/>
                      <a:pt x="481476" y="555355"/>
                      <a:pt x="483829" y="555355"/>
                    </a:cubicBezTo>
                    <a:cubicBezTo>
                      <a:pt x="486182" y="555355"/>
                      <a:pt x="487358" y="555748"/>
                      <a:pt x="487358" y="556532"/>
                    </a:cubicBezTo>
                    <a:cubicBezTo>
                      <a:pt x="487358" y="557316"/>
                      <a:pt x="484885" y="558915"/>
                      <a:pt x="479938" y="561328"/>
                    </a:cubicBezTo>
                    <a:cubicBezTo>
                      <a:pt x="471613" y="565550"/>
                      <a:pt x="463801" y="569803"/>
                      <a:pt x="456502" y="574086"/>
                    </a:cubicBezTo>
                    <a:cubicBezTo>
                      <a:pt x="449203" y="578369"/>
                      <a:pt x="444588" y="581416"/>
                      <a:pt x="442657" y="583226"/>
                    </a:cubicBezTo>
                    <a:cubicBezTo>
                      <a:pt x="441571" y="584191"/>
                      <a:pt x="440033" y="584673"/>
                      <a:pt x="438042" y="584673"/>
                    </a:cubicBezTo>
                    <a:cubicBezTo>
                      <a:pt x="436052" y="584673"/>
                      <a:pt x="433669" y="583648"/>
                      <a:pt x="430894" y="581597"/>
                    </a:cubicBezTo>
                    <a:cubicBezTo>
                      <a:pt x="428119" y="579546"/>
                      <a:pt x="426731" y="577645"/>
                      <a:pt x="426731" y="575896"/>
                    </a:cubicBezTo>
                    <a:cubicBezTo>
                      <a:pt x="426731" y="574147"/>
                      <a:pt x="428300" y="573272"/>
                      <a:pt x="431437" y="573272"/>
                    </a:cubicBezTo>
                    <a:cubicBezTo>
                      <a:pt x="436263" y="573272"/>
                      <a:pt x="445855" y="570195"/>
                      <a:pt x="460212" y="564042"/>
                    </a:cubicBezTo>
                    <a:lnTo>
                      <a:pt x="460936" y="535086"/>
                    </a:lnTo>
                    <a:cubicBezTo>
                      <a:pt x="457437" y="535689"/>
                      <a:pt x="454360" y="535991"/>
                      <a:pt x="451706" y="535991"/>
                    </a:cubicBezTo>
                    <a:cubicBezTo>
                      <a:pt x="449052" y="535991"/>
                      <a:pt x="446729" y="535478"/>
                      <a:pt x="444739" y="534453"/>
                    </a:cubicBezTo>
                    <a:cubicBezTo>
                      <a:pt x="442748" y="533427"/>
                      <a:pt x="441752" y="532583"/>
                      <a:pt x="441752" y="531919"/>
                    </a:cubicBezTo>
                    <a:cubicBezTo>
                      <a:pt x="441752" y="531256"/>
                      <a:pt x="442175" y="530863"/>
                      <a:pt x="443019" y="530743"/>
                    </a:cubicBezTo>
                    <a:cubicBezTo>
                      <a:pt x="446156" y="530140"/>
                      <a:pt x="452189" y="528450"/>
                      <a:pt x="461117" y="525676"/>
                    </a:cubicBezTo>
                    <a:cubicBezTo>
                      <a:pt x="461237" y="512766"/>
                      <a:pt x="460574" y="503958"/>
                      <a:pt x="459126" y="499253"/>
                    </a:cubicBezTo>
                    <a:cubicBezTo>
                      <a:pt x="456713" y="499736"/>
                      <a:pt x="454179" y="499977"/>
                      <a:pt x="451525" y="499977"/>
                    </a:cubicBezTo>
                    <a:cubicBezTo>
                      <a:pt x="448871" y="499977"/>
                      <a:pt x="446458" y="499434"/>
                      <a:pt x="444286" y="498348"/>
                    </a:cubicBezTo>
                    <a:cubicBezTo>
                      <a:pt x="442114" y="497262"/>
                      <a:pt x="441028" y="496237"/>
                      <a:pt x="441028" y="495272"/>
                    </a:cubicBezTo>
                    <a:cubicBezTo>
                      <a:pt x="441028" y="494307"/>
                      <a:pt x="442295" y="493583"/>
                      <a:pt x="444829" y="493100"/>
                    </a:cubicBezTo>
                    <a:cubicBezTo>
                      <a:pt x="451585" y="491773"/>
                      <a:pt x="458462" y="489842"/>
                      <a:pt x="465460" y="487309"/>
                    </a:cubicBezTo>
                    <a:cubicBezTo>
                      <a:pt x="472337" y="484896"/>
                      <a:pt x="476982" y="483689"/>
                      <a:pt x="479395" y="483689"/>
                    </a:cubicBezTo>
                    <a:close/>
                    <a:moveTo>
                      <a:pt x="1365449" y="480794"/>
                    </a:moveTo>
                    <a:cubicBezTo>
                      <a:pt x="1369310" y="480794"/>
                      <a:pt x="1372326" y="481668"/>
                      <a:pt x="1374497" y="483418"/>
                    </a:cubicBezTo>
                    <a:cubicBezTo>
                      <a:pt x="1376669" y="485167"/>
                      <a:pt x="1377755" y="487580"/>
                      <a:pt x="1377755" y="490657"/>
                    </a:cubicBezTo>
                    <a:cubicBezTo>
                      <a:pt x="1377755" y="493733"/>
                      <a:pt x="1376820" y="495272"/>
                      <a:pt x="1374950" y="495272"/>
                    </a:cubicBezTo>
                    <a:cubicBezTo>
                      <a:pt x="1373080" y="495272"/>
                      <a:pt x="1370516" y="493402"/>
                      <a:pt x="1367259" y="489661"/>
                    </a:cubicBezTo>
                    <a:cubicBezTo>
                      <a:pt x="1364001" y="485921"/>
                      <a:pt x="1362372" y="483508"/>
                      <a:pt x="1362372" y="482422"/>
                    </a:cubicBezTo>
                    <a:cubicBezTo>
                      <a:pt x="1362372" y="481337"/>
                      <a:pt x="1363398" y="480794"/>
                      <a:pt x="1365449" y="480794"/>
                    </a:cubicBezTo>
                    <a:close/>
                    <a:moveTo>
                      <a:pt x="839174" y="468125"/>
                    </a:moveTo>
                    <a:cubicBezTo>
                      <a:pt x="843758" y="468125"/>
                      <a:pt x="847951" y="469513"/>
                      <a:pt x="851751" y="472288"/>
                    </a:cubicBezTo>
                    <a:cubicBezTo>
                      <a:pt x="855552" y="475063"/>
                      <a:pt x="857452" y="478562"/>
                      <a:pt x="857452" y="482784"/>
                    </a:cubicBezTo>
                    <a:cubicBezTo>
                      <a:pt x="857452" y="484715"/>
                      <a:pt x="857090" y="486585"/>
                      <a:pt x="856366" y="488395"/>
                    </a:cubicBezTo>
                    <a:cubicBezTo>
                      <a:pt x="855642" y="490204"/>
                      <a:pt x="854617" y="491109"/>
                      <a:pt x="853290" y="491109"/>
                    </a:cubicBezTo>
                    <a:cubicBezTo>
                      <a:pt x="850635" y="491109"/>
                      <a:pt x="847227" y="487882"/>
                      <a:pt x="843064" y="481427"/>
                    </a:cubicBezTo>
                    <a:cubicBezTo>
                      <a:pt x="838902" y="474972"/>
                      <a:pt x="836821" y="471021"/>
                      <a:pt x="836821" y="469573"/>
                    </a:cubicBezTo>
                    <a:cubicBezTo>
                      <a:pt x="836821" y="468608"/>
                      <a:pt x="837605" y="468125"/>
                      <a:pt x="839174" y="468125"/>
                    </a:cubicBezTo>
                    <a:close/>
                    <a:moveTo>
                      <a:pt x="1411597" y="467764"/>
                    </a:moveTo>
                    <a:cubicBezTo>
                      <a:pt x="1413166" y="467764"/>
                      <a:pt x="1415338" y="468819"/>
                      <a:pt x="1418113" y="470931"/>
                    </a:cubicBezTo>
                    <a:cubicBezTo>
                      <a:pt x="1420888" y="473042"/>
                      <a:pt x="1422275" y="474701"/>
                      <a:pt x="1422275" y="475907"/>
                    </a:cubicBezTo>
                    <a:cubicBezTo>
                      <a:pt x="1422275" y="476993"/>
                      <a:pt x="1421219" y="478139"/>
                      <a:pt x="1419108" y="479346"/>
                    </a:cubicBezTo>
                    <a:cubicBezTo>
                      <a:pt x="1416997" y="480552"/>
                      <a:pt x="1411416" y="484232"/>
                      <a:pt x="1402368" y="490385"/>
                    </a:cubicBezTo>
                    <a:cubicBezTo>
                      <a:pt x="1401402" y="491109"/>
                      <a:pt x="1400648" y="491471"/>
                      <a:pt x="1400106" y="491471"/>
                    </a:cubicBezTo>
                    <a:cubicBezTo>
                      <a:pt x="1399563" y="491471"/>
                      <a:pt x="1399291" y="491200"/>
                      <a:pt x="1399291" y="490657"/>
                    </a:cubicBezTo>
                    <a:cubicBezTo>
                      <a:pt x="1399291" y="490114"/>
                      <a:pt x="1399532" y="489541"/>
                      <a:pt x="1400015" y="488938"/>
                    </a:cubicBezTo>
                    <a:cubicBezTo>
                      <a:pt x="1403393" y="484474"/>
                      <a:pt x="1405655" y="481125"/>
                      <a:pt x="1406802" y="478893"/>
                    </a:cubicBezTo>
                    <a:cubicBezTo>
                      <a:pt x="1407948" y="476661"/>
                      <a:pt x="1408641" y="474248"/>
                      <a:pt x="1408883" y="471654"/>
                    </a:cubicBezTo>
                    <a:cubicBezTo>
                      <a:pt x="1409124" y="469061"/>
                      <a:pt x="1410029" y="467764"/>
                      <a:pt x="1411597" y="467764"/>
                    </a:cubicBezTo>
                    <a:close/>
                    <a:moveTo>
                      <a:pt x="1191894" y="465954"/>
                    </a:moveTo>
                    <a:cubicBezTo>
                      <a:pt x="1193583" y="465954"/>
                      <a:pt x="1196418" y="467070"/>
                      <a:pt x="1200400" y="469302"/>
                    </a:cubicBezTo>
                    <a:cubicBezTo>
                      <a:pt x="1204381" y="471534"/>
                      <a:pt x="1206372" y="474580"/>
                      <a:pt x="1206372" y="478441"/>
                    </a:cubicBezTo>
                    <a:cubicBezTo>
                      <a:pt x="1206372" y="480130"/>
                      <a:pt x="1206010" y="481548"/>
                      <a:pt x="1205286" y="482694"/>
                    </a:cubicBezTo>
                    <a:cubicBezTo>
                      <a:pt x="1204562" y="483840"/>
                      <a:pt x="1203597" y="484413"/>
                      <a:pt x="1202390" y="484413"/>
                    </a:cubicBezTo>
                    <a:cubicBezTo>
                      <a:pt x="1199857" y="484413"/>
                      <a:pt x="1197233" y="482181"/>
                      <a:pt x="1194518" y="477717"/>
                    </a:cubicBezTo>
                    <a:cubicBezTo>
                      <a:pt x="1191803" y="473253"/>
                      <a:pt x="1190446" y="469875"/>
                      <a:pt x="1190446" y="467583"/>
                    </a:cubicBezTo>
                    <a:cubicBezTo>
                      <a:pt x="1190446" y="466497"/>
                      <a:pt x="1190928" y="465954"/>
                      <a:pt x="1191894" y="465954"/>
                    </a:cubicBezTo>
                    <a:close/>
                    <a:moveTo>
                      <a:pt x="1444897" y="463058"/>
                    </a:moveTo>
                    <a:cubicBezTo>
                      <a:pt x="1446827" y="463058"/>
                      <a:pt x="1449602" y="464144"/>
                      <a:pt x="1453222" y="466316"/>
                    </a:cubicBezTo>
                    <a:cubicBezTo>
                      <a:pt x="1456841" y="468487"/>
                      <a:pt x="1458651" y="470659"/>
                      <a:pt x="1458651" y="472831"/>
                    </a:cubicBezTo>
                    <a:cubicBezTo>
                      <a:pt x="1458651" y="474037"/>
                      <a:pt x="1458048" y="475244"/>
                      <a:pt x="1456841" y="476450"/>
                    </a:cubicBezTo>
                    <a:cubicBezTo>
                      <a:pt x="1454911" y="478984"/>
                      <a:pt x="1451864" y="484594"/>
                      <a:pt x="1447702" y="493281"/>
                    </a:cubicBezTo>
                    <a:cubicBezTo>
                      <a:pt x="1443540" y="501968"/>
                      <a:pt x="1439468" y="509267"/>
                      <a:pt x="1435486" y="515179"/>
                    </a:cubicBezTo>
                    <a:cubicBezTo>
                      <a:pt x="1440795" y="514576"/>
                      <a:pt x="1448486" y="512253"/>
                      <a:pt x="1458560" y="508211"/>
                    </a:cubicBezTo>
                    <a:cubicBezTo>
                      <a:pt x="1468635" y="504170"/>
                      <a:pt x="1474969" y="502149"/>
                      <a:pt x="1477563" y="502149"/>
                    </a:cubicBezTo>
                    <a:cubicBezTo>
                      <a:pt x="1480157" y="502149"/>
                      <a:pt x="1482238" y="502571"/>
                      <a:pt x="1483807" y="503416"/>
                    </a:cubicBezTo>
                    <a:cubicBezTo>
                      <a:pt x="1485375" y="504260"/>
                      <a:pt x="1486159" y="505075"/>
                      <a:pt x="1486159" y="505859"/>
                    </a:cubicBezTo>
                    <a:cubicBezTo>
                      <a:pt x="1486159" y="506643"/>
                      <a:pt x="1485496" y="507457"/>
                      <a:pt x="1484168" y="508302"/>
                    </a:cubicBezTo>
                    <a:cubicBezTo>
                      <a:pt x="1482841" y="509146"/>
                      <a:pt x="1479101" y="510504"/>
                      <a:pt x="1472948" y="512374"/>
                    </a:cubicBezTo>
                    <a:cubicBezTo>
                      <a:pt x="1466795" y="514244"/>
                      <a:pt x="1459194" y="515903"/>
                      <a:pt x="1450145" y="517351"/>
                    </a:cubicBezTo>
                    <a:cubicBezTo>
                      <a:pt x="1457384" y="521815"/>
                      <a:pt x="1461004" y="525072"/>
                      <a:pt x="1461004" y="527123"/>
                    </a:cubicBezTo>
                    <a:cubicBezTo>
                      <a:pt x="1461004" y="527727"/>
                      <a:pt x="1460672" y="528450"/>
                      <a:pt x="1460008" y="529295"/>
                    </a:cubicBezTo>
                    <a:cubicBezTo>
                      <a:pt x="1459345" y="530140"/>
                      <a:pt x="1458772" y="531497"/>
                      <a:pt x="1458289" y="533367"/>
                    </a:cubicBezTo>
                    <a:cubicBezTo>
                      <a:pt x="1457806" y="535237"/>
                      <a:pt x="1457143" y="538404"/>
                      <a:pt x="1456298" y="542868"/>
                    </a:cubicBezTo>
                    <a:cubicBezTo>
                      <a:pt x="1454971" y="550107"/>
                      <a:pt x="1452739" y="557226"/>
                      <a:pt x="1449602" y="564223"/>
                    </a:cubicBezTo>
                    <a:cubicBezTo>
                      <a:pt x="1456238" y="571945"/>
                      <a:pt x="1462904" y="578068"/>
                      <a:pt x="1469600" y="582592"/>
                    </a:cubicBezTo>
                    <a:cubicBezTo>
                      <a:pt x="1476296" y="587117"/>
                      <a:pt x="1484832" y="590766"/>
                      <a:pt x="1495208" y="593541"/>
                    </a:cubicBezTo>
                    <a:cubicBezTo>
                      <a:pt x="1497621" y="594144"/>
                      <a:pt x="1498827" y="594838"/>
                      <a:pt x="1498827" y="595622"/>
                    </a:cubicBezTo>
                    <a:cubicBezTo>
                      <a:pt x="1498827" y="596407"/>
                      <a:pt x="1498405" y="596980"/>
                      <a:pt x="1497561" y="597342"/>
                    </a:cubicBezTo>
                    <a:cubicBezTo>
                      <a:pt x="1496716" y="597704"/>
                      <a:pt x="1493609" y="598186"/>
                      <a:pt x="1488240" y="598789"/>
                    </a:cubicBezTo>
                    <a:cubicBezTo>
                      <a:pt x="1482871" y="599393"/>
                      <a:pt x="1478800" y="599694"/>
                      <a:pt x="1476025" y="599694"/>
                    </a:cubicBezTo>
                    <a:cubicBezTo>
                      <a:pt x="1469992" y="599694"/>
                      <a:pt x="1465860" y="598035"/>
                      <a:pt x="1463628" y="594717"/>
                    </a:cubicBezTo>
                    <a:cubicBezTo>
                      <a:pt x="1461396" y="591400"/>
                      <a:pt x="1455454" y="583346"/>
                      <a:pt x="1445802" y="570557"/>
                    </a:cubicBezTo>
                    <a:cubicBezTo>
                      <a:pt x="1440614" y="577555"/>
                      <a:pt x="1434672" y="582532"/>
                      <a:pt x="1427976" y="585488"/>
                    </a:cubicBezTo>
                    <a:cubicBezTo>
                      <a:pt x="1421280" y="588444"/>
                      <a:pt x="1416966" y="589922"/>
                      <a:pt x="1415036" y="589922"/>
                    </a:cubicBezTo>
                    <a:cubicBezTo>
                      <a:pt x="1414191" y="589922"/>
                      <a:pt x="1413769" y="589650"/>
                      <a:pt x="1413769" y="589107"/>
                    </a:cubicBezTo>
                    <a:cubicBezTo>
                      <a:pt x="1413769" y="588564"/>
                      <a:pt x="1414312" y="587991"/>
                      <a:pt x="1415398" y="587388"/>
                    </a:cubicBezTo>
                    <a:cubicBezTo>
                      <a:pt x="1422516" y="583045"/>
                      <a:pt x="1427915" y="579093"/>
                      <a:pt x="1431595" y="575534"/>
                    </a:cubicBezTo>
                    <a:cubicBezTo>
                      <a:pt x="1435275" y="571975"/>
                      <a:pt x="1438382" y="567903"/>
                      <a:pt x="1440915" y="563318"/>
                    </a:cubicBezTo>
                    <a:cubicBezTo>
                      <a:pt x="1440071" y="562232"/>
                      <a:pt x="1437628" y="558583"/>
                      <a:pt x="1433586" y="552369"/>
                    </a:cubicBezTo>
                    <a:cubicBezTo>
                      <a:pt x="1429544" y="546156"/>
                      <a:pt x="1425955" y="541963"/>
                      <a:pt x="1422818" y="539792"/>
                    </a:cubicBezTo>
                    <a:cubicBezTo>
                      <a:pt x="1421853" y="539188"/>
                      <a:pt x="1421370" y="538434"/>
                      <a:pt x="1421370" y="537529"/>
                    </a:cubicBezTo>
                    <a:cubicBezTo>
                      <a:pt x="1421370" y="536624"/>
                      <a:pt x="1422757" y="536172"/>
                      <a:pt x="1425532" y="536172"/>
                    </a:cubicBezTo>
                    <a:cubicBezTo>
                      <a:pt x="1428307" y="536172"/>
                      <a:pt x="1431203" y="538615"/>
                      <a:pt x="1434219" y="543502"/>
                    </a:cubicBezTo>
                    <a:cubicBezTo>
                      <a:pt x="1437236" y="548388"/>
                      <a:pt x="1440372" y="552942"/>
                      <a:pt x="1443630" y="557165"/>
                    </a:cubicBezTo>
                    <a:cubicBezTo>
                      <a:pt x="1446767" y="548358"/>
                      <a:pt x="1448335" y="538887"/>
                      <a:pt x="1448335" y="528752"/>
                    </a:cubicBezTo>
                    <a:cubicBezTo>
                      <a:pt x="1448335" y="524409"/>
                      <a:pt x="1447973" y="520789"/>
                      <a:pt x="1447249" y="517894"/>
                    </a:cubicBezTo>
                    <a:cubicBezTo>
                      <a:pt x="1443509" y="518497"/>
                      <a:pt x="1440584" y="518798"/>
                      <a:pt x="1438472" y="518798"/>
                    </a:cubicBezTo>
                    <a:cubicBezTo>
                      <a:pt x="1436361" y="518798"/>
                      <a:pt x="1434702" y="518617"/>
                      <a:pt x="1433495" y="518256"/>
                    </a:cubicBezTo>
                    <a:cubicBezTo>
                      <a:pt x="1430600" y="522599"/>
                      <a:pt x="1427403" y="526490"/>
                      <a:pt x="1423904" y="529928"/>
                    </a:cubicBezTo>
                    <a:cubicBezTo>
                      <a:pt x="1420405" y="533367"/>
                      <a:pt x="1418324" y="535086"/>
                      <a:pt x="1417660" y="535086"/>
                    </a:cubicBezTo>
                    <a:cubicBezTo>
                      <a:pt x="1416997" y="535086"/>
                      <a:pt x="1416665" y="534785"/>
                      <a:pt x="1416665" y="534181"/>
                    </a:cubicBezTo>
                    <a:cubicBezTo>
                      <a:pt x="1416665" y="533578"/>
                      <a:pt x="1416966" y="532794"/>
                      <a:pt x="1417570" y="531829"/>
                    </a:cubicBezTo>
                    <a:cubicBezTo>
                      <a:pt x="1427101" y="517351"/>
                      <a:pt x="1433737" y="504592"/>
                      <a:pt x="1437477" y="493552"/>
                    </a:cubicBezTo>
                    <a:cubicBezTo>
                      <a:pt x="1441217" y="482513"/>
                      <a:pt x="1443087" y="475063"/>
                      <a:pt x="1443087" y="471202"/>
                    </a:cubicBezTo>
                    <a:cubicBezTo>
                      <a:pt x="1443087" y="470237"/>
                      <a:pt x="1442906" y="469302"/>
                      <a:pt x="1442544" y="468397"/>
                    </a:cubicBezTo>
                    <a:cubicBezTo>
                      <a:pt x="1442182" y="467492"/>
                      <a:pt x="1442001" y="466617"/>
                      <a:pt x="1442001" y="465773"/>
                    </a:cubicBezTo>
                    <a:cubicBezTo>
                      <a:pt x="1442001" y="463963"/>
                      <a:pt x="1442966" y="463058"/>
                      <a:pt x="1444897" y="463058"/>
                    </a:cubicBezTo>
                    <a:close/>
                    <a:moveTo>
                      <a:pt x="1070640" y="463058"/>
                    </a:moveTo>
                    <a:cubicBezTo>
                      <a:pt x="1068227" y="463058"/>
                      <a:pt x="1064306" y="463480"/>
                      <a:pt x="1058877" y="464325"/>
                    </a:cubicBezTo>
                    <a:lnTo>
                      <a:pt x="1020691" y="469754"/>
                    </a:lnTo>
                    <a:cubicBezTo>
                      <a:pt x="1021295" y="471081"/>
                      <a:pt x="1022682" y="474761"/>
                      <a:pt x="1024854" y="480794"/>
                    </a:cubicBezTo>
                    <a:cubicBezTo>
                      <a:pt x="1028835" y="480552"/>
                      <a:pt x="1032937" y="479829"/>
                      <a:pt x="1037160" y="478622"/>
                    </a:cubicBezTo>
                    <a:cubicBezTo>
                      <a:pt x="1048381" y="475847"/>
                      <a:pt x="1055710" y="474460"/>
                      <a:pt x="1059149" y="474460"/>
                    </a:cubicBezTo>
                    <a:cubicBezTo>
                      <a:pt x="1062587" y="474460"/>
                      <a:pt x="1064306" y="475183"/>
                      <a:pt x="1064306" y="476631"/>
                    </a:cubicBezTo>
                    <a:cubicBezTo>
                      <a:pt x="1064306" y="477476"/>
                      <a:pt x="1063582" y="478260"/>
                      <a:pt x="1062135" y="478984"/>
                    </a:cubicBezTo>
                    <a:cubicBezTo>
                      <a:pt x="1060687" y="479708"/>
                      <a:pt x="1055831" y="480703"/>
                      <a:pt x="1047566" y="481970"/>
                    </a:cubicBezTo>
                    <a:cubicBezTo>
                      <a:pt x="1039302" y="483237"/>
                      <a:pt x="1031972" y="483689"/>
                      <a:pt x="1025578" y="483327"/>
                    </a:cubicBezTo>
                    <a:cubicBezTo>
                      <a:pt x="1026784" y="486344"/>
                      <a:pt x="1027930" y="490265"/>
                      <a:pt x="1029016" y="495091"/>
                    </a:cubicBezTo>
                    <a:cubicBezTo>
                      <a:pt x="1047596" y="491713"/>
                      <a:pt x="1059058" y="490023"/>
                      <a:pt x="1063401" y="490023"/>
                    </a:cubicBezTo>
                    <a:cubicBezTo>
                      <a:pt x="1065091" y="490023"/>
                      <a:pt x="1066327" y="489571"/>
                      <a:pt x="1067111" y="488666"/>
                    </a:cubicBezTo>
                    <a:cubicBezTo>
                      <a:pt x="1067896" y="487761"/>
                      <a:pt x="1068891" y="485921"/>
                      <a:pt x="1070098" y="483146"/>
                    </a:cubicBezTo>
                    <a:cubicBezTo>
                      <a:pt x="1071304" y="480371"/>
                      <a:pt x="1072299" y="477114"/>
                      <a:pt x="1073084" y="473374"/>
                    </a:cubicBezTo>
                    <a:cubicBezTo>
                      <a:pt x="1073868" y="469634"/>
                      <a:pt x="1074260" y="467281"/>
                      <a:pt x="1074260" y="466316"/>
                    </a:cubicBezTo>
                    <a:cubicBezTo>
                      <a:pt x="1074260" y="464144"/>
                      <a:pt x="1073053" y="463058"/>
                      <a:pt x="1070640" y="463058"/>
                    </a:cubicBezTo>
                    <a:close/>
                    <a:moveTo>
                      <a:pt x="41002" y="459395"/>
                    </a:moveTo>
                    <a:lnTo>
                      <a:pt x="46128" y="459395"/>
                    </a:lnTo>
                    <a:lnTo>
                      <a:pt x="28808" y="536539"/>
                    </a:lnTo>
                    <a:lnTo>
                      <a:pt x="31635" y="536539"/>
                    </a:lnTo>
                    <a:cubicBezTo>
                      <a:pt x="36054" y="536539"/>
                      <a:pt x="41017" y="534610"/>
                      <a:pt x="46525" y="530751"/>
                    </a:cubicBezTo>
                    <a:cubicBezTo>
                      <a:pt x="52033" y="526892"/>
                      <a:pt x="56437" y="523313"/>
                      <a:pt x="59736" y="520014"/>
                    </a:cubicBezTo>
                    <a:cubicBezTo>
                      <a:pt x="63035" y="516715"/>
                      <a:pt x="64685" y="513534"/>
                      <a:pt x="64685" y="510471"/>
                    </a:cubicBezTo>
                    <a:cubicBezTo>
                      <a:pt x="64685" y="507584"/>
                      <a:pt x="62682" y="505964"/>
                      <a:pt x="58676" y="505611"/>
                    </a:cubicBezTo>
                    <a:lnTo>
                      <a:pt x="59648" y="501281"/>
                    </a:lnTo>
                    <a:lnTo>
                      <a:pt x="88278" y="501281"/>
                    </a:lnTo>
                    <a:lnTo>
                      <a:pt x="89957" y="505611"/>
                    </a:lnTo>
                    <a:cubicBezTo>
                      <a:pt x="85068" y="510029"/>
                      <a:pt x="79884" y="514359"/>
                      <a:pt x="74405" y="518601"/>
                    </a:cubicBezTo>
                    <a:lnTo>
                      <a:pt x="52490" y="535567"/>
                    </a:lnTo>
                    <a:lnTo>
                      <a:pt x="61150" y="567467"/>
                    </a:lnTo>
                    <a:cubicBezTo>
                      <a:pt x="61857" y="570177"/>
                      <a:pt x="62490" y="572136"/>
                      <a:pt x="63050" y="573344"/>
                    </a:cubicBezTo>
                    <a:cubicBezTo>
                      <a:pt x="63609" y="574551"/>
                      <a:pt x="64257" y="575450"/>
                      <a:pt x="64994" y="576039"/>
                    </a:cubicBezTo>
                    <a:cubicBezTo>
                      <a:pt x="65730" y="576628"/>
                      <a:pt x="66717" y="576923"/>
                      <a:pt x="67954" y="576923"/>
                    </a:cubicBezTo>
                    <a:cubicBezTo>
                      <a:pt x="69486" y="576923"/>
                      <a:pt x="71312" y="576098"/>
                      <a:pt x="73433" y="574448"/>
                    </a:cubicBezTo>
                    <a:cubicBezTo>
                      <a:pt x="75554" y="572799"/>
                      <a:pt x="77969" y="570413"/>
                      <a:pt x="80679" y="567291"/>
                    </a:cubicBezTo>
                    <a:lnTo>
                      <a:pt x="85716" y="572239"/>
                    </a:lnTo>
                    <a:cubicBezTo>
                      <a:pt x="80414" y="577836"/>
                      <a:pt x="76025" y="581724"/>
                      <a:pt x="72549" y="583904"/>
                    </a:cubicBezTo>
                    <a:cubicBezTo>
                      <a:pt x="69073" y="586083"/>
                      <a:pt x="65716" y="587173"/>
                      <a:pt x="62475" y="587173"/>
                    </a:cubicBezTo>
                    <a:cubicBezTo>
                      <a:pt x="58469" y="587173"/>
                      <a:pt x="55288" y="586039"/>
                      <a:pt x="52932" y="583771"/>
                    </a:cubicBezTo>
                    <a:cubicBezTo>
                      <a:pt x="50575" y="581503"/>
                      <a:pt x="48720" y="577718"/>
                      <a:pt x="47365" y="572416"/>
                    </a:cubicBezTo>
                    <a:lnTo>
                      <a:pt x="41532" y="549441"/>
                    </a:lnTo>
                    <a:cubicBezTo>
                      <a:pt x="40943" y="547143"/>
                      <a:pt x="40354" y="545552"/>
                      <a:pt x="39765" y="544669"/>
                    </a:cubicBezTo>
                    <a:cubicBezTo>
                      <a:pt x="39176" y="543785"/>
                      <a:pt x="38499" y="543196"/>
                      <a:pt x="37733" y="542901"/>
                    </a:cubicBezTo>
                    <a:cubicBezTo>
                      <a:pt x="36967" y="542607"/>
                      <a:pt x="35612" y="542460"/>
                      <a:pt x="33668" y="542460"/>
                    </a:cubicBezTo>
                    <a:lnTo>
                      <a:pt x="27571" y="542460"/>
                    </a:lnTo>
                    <a:lnTo>
                      <a:pt x="18380" y="585759"/>
                    </a:lnTo>
                    <a:lnTo>
                      <a:pt x="3093" y="585759"/>
                    </a:lnTo>
                    <a:lnTo>
                      <a:pt x="25803" y="484756"/>
                    </a:lnTo>
                    <a:cubicBezTo>
                      <a:pt x="26569" y="481339"/>
                      <a:pt x="27114" y="478673"/>
                      <a:pt x="27438" y="476759"/>
                    </a:cubicBezTo>
                    <a:cubicBezTo>
                      <a:pt x="27762" y="474844"/>
                      <a:pt x="27924" y="473151"/>
                      <a:pt x="27924" y="471678"/>
                    </a:cubicBezTo>
                    <a:cubicBezTo>
                      <a:pt x="27924" y="469204"/>
                      <a:pt x="27173" y="467466"/>
                      <a:pt x="25671" y="466464"/>
                    </a:cubicBezTo>
                    <a:cubicBezTo>
                      <a:pt x="24168" y="465463"/>
                      <a:pt x="21473" y="464903"/>
                      <a:pt x="17585" y="464785"/>
                    </a:cubicBezTo>
                    <a:lnTo>
                      <a:pt x="18646" y="460190"/>
                    </a:lnTo>
                    <a:close/>
                    <a:moveTo>
                      <a:pt x="1076794" y="455276"/>
                    </a:moveTo>
                    <a:cubicBezTo>
                      <a:pt x="1079207" y="455276"/>
                      <a:pt x="1082675" y="456603"/>
                      <a:pt x="1087200" y="459258"/>
                    </a:cubicBezTo>
                    <a:cubicBezTo>
                      <a:pt x="1091724" y="461912"/>
                      <a:pt x="1093986" y="463933"/>
                      <a:pt x="1093986" y="465320"/>
                    </a:cubicBezTo>
                    <a:cubicBezTo>
                      <a:pt x="1093986" y="466708"/>
                      <a:pt x="1093202" y="467944"/>
                      <a:pt x="1091634" y="469030"/>
                    </a:cubicBezTo>
                    <a:cubicBezTo>
                      <a:pt x="1088014" y="471805"/>
                      <a:pt x="1085661" y="474218"/>
                      <a:pt x="1084576" y="476269"/>
                    </a:cubicBezTo>
                    <a:cubicBezTo>
                      <a:pt x="1082404" y="480613"/>
                      <a:pt x="1079991" y="484805"/>
                      <a:pt x="1077337" y="488847"/>
                    </a:cubicBezTo>
                    <a:cubicBezTo>
                      <a:pt x="1074682" y="492889"/>
                      <a:pt x="1072933" y="495181"/>
                      <a:pt x="1072088" y="495724"/>
                    </a:cubicBezTo>
                    <a:cubicBezTo>
                      <a:pt x="1071244" y="496267"/>
                      <a:pt x="1070429" y="496539"/>
                      <a:pt x="1069645" y="496539"/>
                    </a:cubicBezTo>
                    <a:cubicBezTo>
                      <a:pt x="1068861" y="496539"/>
                      <a:pt x="1067956" y="496177"/>
                      <a:pt x="1066931" y="495453"/>
                    </a:cubicBezTo>
                    <a:cubicBezTo>
                      <a:pt x="1065905" y="494729"/>
                      <a:pt x="1064759" y="494367"/>
                      <a:pt x="1063492" y="494367"/>
                    </a:cubicBezTo>
                    <a:cubicBezTo>
                      <a:pt x="1062225" y="494367"/>
                      <a:pt x="1060988" y="494487"/>
                      <a:pt x="1059782" y="494729"/>
                    </a:cubicBezTo>
                    <a:cubicBezTo>
                      <a:pt x="1051336" y="496177"/>
                      <a:pt x="1041564" y="497504"/>
                      <a:pt x="1030464" y="498710"/>
                    </a:cubicBezTo>
                    <a:cubicBezTo>
                      <a:pt x="1030585" y="499675"/>
                      <a:pt x="1030283" y="500460"/>
                      <a:pt x="1029559" y="501063"/>
                    </a:cubicBezTo>
                    <a:cubicBezTo>
                      <a:pt x="1028835" y="501666"/>
                      <a:pt x="1028172" y="501968"/>
                      <a:pt x="1027568" y="501968"/>
                    </a:cubicBezTo>
                    <a:cubicBezTo>
                      <a:pt x="1026000" y="501968"/>
                      <a:pt x="1024432" y="499675"/>
                      <a:pt x="1022863" y="495091"/>
                    </a:cubicBezTo>
                    <a:cubicBezTo>
                      <a:pt x="1018278" y="481095"/>
                      <a:pt x="1013332" y="472107"/>
                      <a:pt x="1008023" y="468125"/>
                    </a:cubicBezTo>
                    <a:cubicBezTo>
                      <a:pt x="1007058" y="467522"/>
                      <a:pt x="1006575" y="466919"/>
                      <a:pt x="1006575" y="466316"/>
                    </a:cubicBezTo>
                    <a:cubicBezTo>
                      <a:pt x="1006575" y="465109"/>
                      <a:pt x="1007661" y="464506"/>
                      <a:pt x="1009833" y="464506"/>
                    </a:cubicBezTo>
                    <a:cubicBezTo>
                      <a:pt x="1012005" y="464506"/>
                      <a:pt x="1014357" y="464808"/>
                      <a:pt x="1016891" y="465411"/>
                    </a:cubicBezTo>
                    <a:cubicBezTo>
                      <a:pt x="1027508" y="464325"/>
                      <a:pt x="1038397" y="462847"/>
                      <a:pt x="1049557" y="460977"/>
                    </a:cubicBezTo>
                    <a:cubicBezTo>
                      <a:pt x="1060717" y="459107"/>
                      <a:pt x="1067624" y="457629"/>
                      <a:pt x="1070278" y="456543"/>
                    </a:cubicBezTo>
                    <a:cubicBezTo>
                      <a:pt x="1072209" y="455699"/>
                      <a:pt x="1074381" y="455276"/>
                      <a:pt x="1076794" y="455276"/>
                    </a:cubicBezTo>
                    <a:close/>
                    <a:moveTo>
                      <a:pt x="1256321" y="455095"/>
                    </a:moveTo>
                    <a:cubicBezTo>
                      <a:pt x="1257769" y="455095"/>
                      <a:pt x="1260483" y="456332"/>
                      <a:pt x="1264465" y="458805"/>
                    </a:cubicBezTo>
                    <a:cubicBezTo>
                      <a:pt x="1268446" y="461279"/>
                      <a:pt x="1270437" y="463239"/>
                      <a:pt x="1270437" y="464687"/>
                    </a:cubicBezTo>
                    <a:cubicBezTo>
                      <a:pt x="1270437" y="465893"/>
                      <a:pt x="1268929" y="466889"/>
                      <a:pt x="1265913" y="467673"/>
                    </a:cubicBezTo>
                    <a:cubicBezTo>
                      <a:pt x="1262896" y="468457"/>
                      <a:pt x="1259578" y="469634"/>
                      <a:pt x="1255959" y="471202"/>
                    </a:cubicBezTo>
                    <a:cubicBezTo>
                      <a:pt x="1252339" y="472771"/>
                      <a:pt x="1248780" y="474158"/>
                      <a:pt x="1245281" y="475364"/>
                    </a:cubicBezTo>
                    <a:cubicBezTo>
                      <a:pt x="1241782" y="476571"/>
                      <a:pt x="1239641" y="477174"/>
                      <a:pt x="1238857" y="477174"/>
                    </a:cubicBezTo>
                    <a:cubicBezTo>
                      <a:pt x="1238073" y="477174"/>
                      <a:pt x="1237680" y="476873"/>
                      <a:pt x="1237680" y="476269"/>
                    </a:cubicBezTo>
                    <a:cubicBezTo>
                      <a:pt x="1237680" y="475666"/>
                      <a:pt x="1238465" y="474761"/>
                      <a:pt x="1240033" y="473555"/>
                    </a:cubicBezTo>
                    <a:cubicBezTo>
                      <a:pt x="1249203" y="466195"/>
                      <a:pt x="1253848" y="461369"/>
                      <a:pt x="1253968" y="459077"/>
                    </a:cubicBezTo>
                    <a:cubicBezTo>
                      <a:pt x="1254089" y="456422"/>
                      <a:pt x="1254873" y="455095"/>
                      <a:pt x="1256321" y="455095"/>
                    </a:cubicBezTo>
                    <a:close/>
                    <a:moveTo>
                      <a:pt x="893918" y="454552"/>
                    </a:moveTo>
                    <a:cubicBezTo>
                      <a:pt x="895427" y="454552"/>
                      <a:pt x="898503" y="455910"/>
                      <a:pt x="903148" y="458624"/>
                    </a:cubicBezTo>
                    <a:cubicBezTo>
                      <a:pt x="907793" y="461339"/>
                      <a:pt x="910116" y="463420"/>
                      <a:pt x="910116" y="464868"/>
                    </a:cubicBezTo>
                    <a:cubicBezTo>
                      <a:pt x="910116" y="466316"/>
                      <a:pt x="909090" y="467764"/>
                      <a:pt x="907039" y="469211"/>
                    </a:cubicBezTo>
                    <a:cubicBezTo>
                      <a:pt x="902454" y="471986"/>
                      <a:pt x="892139" y="481156"/>
                      <a:pt x="876092" y="496720"/>
                    </a:cubicBezTo>
                    <a:cubicBezTo>
                      <a:pt x="891053" y="495151"/>
                      <a:pt x="903118" y="493673"/>
                      <a:pt x="912287" y="492286"/>
                    </a:cubicBezTo>
                    <a:cubicBezTo>
                      <a:pt x="921457" y="490898"/>
                      <a:pt x="927972" y="490204"/>
                      <a:pt x="931833" y="490204"/>
                    </a:cubicBezTo>
                    <a:cubicBezTo>
                      <a:pt x="935693" y="490204"/>
                      <a:pt x="939253" y="491170"/>
                      <a:pt x="942510" y="493100"/>
                    </a:cubicBezTo>
                    <a:cubicBezTo>
                      <a:pt x="945768" y="495030"/>
                      <a:pt x="947396" y="496780"/>
                      <a:pt x="947396" y="498348"/>
                    </a:cubicBezTo>
                    <a:cubicBezTo>
                      <a:pt x="947396" y="499917"/>
                      <a:pt x="946673" y="501063"/>
                      <a:pt x="945225" y="501787"/>
                    </a:cubicBezTo>
                    <a:cubicBezTo>
                      <a:pt x="943777" y="502511"/>
                      <a:pt x="942088" y="502873"/>
                      <a:pt x="940158" y="502873"/>
                    </a:cubicBezTo>
                    <a:cubicBezTo>
                      <a:pt x="938227" y="502873"/>
                      <a:pt x="936417" y="502752"/>
                      <a:pt x="934728" y="502511"/>
                    </a:cubicBezTo>
                    <a:cubicBezTo>
                      <a:pt x="928093" y="501546"/>
                      <a:pt x="919044" y="501063"/>
                      <a:pt x="907582" y="501063"/>
                    </a:cubicBezTo>
                    <a:cubicBezTo>
                      <a:pt x="896120" y="501063"/>
                      <a:pt x="879621" y="502420"/>
                      <a:pt x="858085" y="505135"/>
                    </a:cubicBezTo>
                    <a:cubicBezTo>
                      <a:pt x="836549" y="507849"/>
                      <a:pt x="822946" y="509840"/>
                      <a:pt x="817276" y="511107"/>
                    </a:cubicBezTo>
                    <a:cubicBezTo>
                      <a:pt x="811605" y="512374"/>
                      <a:pt x="807684" y="513007"/>
                      <a:pt x="805512" y="513007"/>
                    </a:cubicBezTo>
                    <a:cubicBezTo>
                      <a:pt x="803340" y="513007"/>
                      <a:pt x="801078" y="512042"/>
                      <a:pt x="798726" y="510112"/>
                    </a:cubicBezTo>
                    <a:cubicBezTo>
                      <a:pt x="796373" y="508181"/>
                      <a:pt x="795197" y="506703"/>
                      <a:pt x="795197" y="505678"/>
                    </a:cubicBezTo>
                    <a:cubicBezTo>
                      <a:pt x="795197" y="504652"/>
                      <a:pt x="796735" y="504139"/>
                      <a:pt x="799811" y="504139"/>
                    </a:cubicBezTo>
                    <a:cubicBezTo>
                      <a:pt x="802888" y="504139"/>
                      <a:pt x="808589" y="503657"/>
                      <a:pt x="816914" y="502692"/>
                    </a:cubicBezTo>
                    <a:lnTo>
                      <a:pt x="870482" y="497624"/>
                    </a:lnTo>
                    <a:cubicBezTo>
                      <a:pt x="884960" y="479165"/>
                      <a:pt x="892199" y="466919"/>
                      <a:pt x="892199" y="460886"/>
                    </a:cubicBezTo>
                    <a:cubicBezTo>
                      <a:pt x="892199" y="460283"/>
                      <a:pt x="892109" y="459650"/>
                      <a:pt x="891928" y="458986"/>
                    </a:cubicBezTo>
                    <a:cubicBezTo>
                      <a:pt x="891747" y="458323"/>
                      <a:pt x="891656" y="457689"/>
                      <a:pt x="891656" y="457086"/>
                    </a:cubicBezTo>
                    <a:cubicBezTo>
                      <a:pt x="891656" y="455397"/>
                      <a:pt x="892410" y="454552"/>
                      <a:pt x="893918" y="454552"/>
                    </a:cubicBezTo>
                    <a:close/>
                    <a:moveTo>
                      <a:pt x="1384542" y="452562"/>
                    </a:moveTo>
                    <a:cubicBezTo>
                      <a:pt x="1386170" y="452562"/>
                      <a:pt x="1388734" y="453346"/>
                      <a:pt x="1392233" y="454914"/>
                    </a:cubicBezTo>
                    <a:cubicBezTo>
                      <a:pt x="1395732" y="456483"/>
                      <a:pt x="1397481" y="458172"/>
                      <a:pt x="1397481" y="459982"/>
                    </a:cubicBezTo>
                    <a:cubicBezTo>
                      <a:pt x="1397481" y="460826"/>
                      <a:pt x="1397180" y="462033"/>
                      <a:pt x="1396577" y="463601"/>
                    </a:cubicBezTo>
                    <a:cubicBezTo>
                      <a:pt x="1395973" y="465170"/>
                      <a:pt x="1395460" y="467914"/>
                      <a:pt x="1395038" y="471835"/>
                    </a:cubicBezTo>
                    <a:cubicBezTo>
                      <a:pt x="1394616" y="475757"/>
                      <a:pt x="1394043" y="485620"/>
                      <a:pt x="1393319" y="501425"/>
                    </a:cubicBezTo>
                    <a:cubicBezTo>
                      <a:pt x="1406349" y="498409"/>
                      <a:pt x="1413739" y="496901"/>
                      <a:pt x="1415488" y="496901"/>
                    </a:cubicBezTo>
                    <a:cubicBezTo>
                      <a:pt x="1417238" y="496901"/>
                      <a:pt x="1418444" y="497232"/>
                      <a:pt x="1419108" y="497896"/>
                    </a:cubicBezTo>
                    <a:cubicBezTo>
                      <a:pt x="1419771" y="498559"/>
                      <a:pt x="1420103" y="499193"/>
                      <a:pt x="1420103" y="499796"/>
                    </a:cubicBezTo>
                    <a:cubicBezTo>
                      <a:pt x="1420103" y="501606"/>
                      <a:pt x="1418113" y="502993"/>
                      <a:pt x="1414131" y="503958"/>
                    </a:cubicBezTo>
                    <a:cubicBezTo>
                      <a:pt x="1410150" y="504924"/>
                      <a:pt x="1403152" y="506251"/>
                      <a:pt x="1393138" y="507940"/>
                    </a:cubicBezTo>
                    <a:cubicBezTo>
                      <a:pt x="1392655" y="518316"/>
                      <a:pt x="1392203" y="525102"/>
                      <a:pt x="1391781" y="528300"/>
                    </a:cubicBezTo>
                    <a:cubicBezTo>
                      <a:pt x="1391358" y="531497"/>
                      <a:pt x="1390604" y="533095"/>
                      <a:pt x="1389519" y="533095"/>
                    </a:cubicBezTo>
                    <a:cubicBezTo>
                      <a:pt x="1388433" y="533095"/>
                      <a:pt x="1387467" y="532130"/>
                      <a:pt x="1386623" y="530200"/>
                    </a:cubicBezTo>
                    <a:cubicBezTo>
                      <a:pt x="1385778" y="528270"/>
                      <a:pt x="1385356" y="525314"/>
                      <a:pt x="1385356" y="521332"/>
                    </a:cubicBezTo>
                    <a:cubicBezTo>
                      <a:pt x="1385356" y="517351"/>
                      <a:pt x="1385477" y="513309"/>
                      <a:pt x="1385718" y="509207"/>
                    </a:cubicBezTo>
                    <a:cubicBezTo>
                      <a:pt x="1382822" y="515119"/>
                      <a:pt x="1378630" y="520759"/>
                      <a:pt x="1373140" y="526128"/>
                    </a:cubicBezTo>
                    <a:cubicBezTo>
                      <a:pt x="1367651" y="531497"/>
                      <a:pt x="1361980" y="535780"/>
                      <a:pt x="1356129" y="538977"/>
                    </a:cubicBezTo>
                    <a:cubicBezTo>
                      <a:pt x="1350277" y="542174"/>
                      <a:pt x="1346446" y="543773"/>
                      <a:pt x="1344637" y="543773"/>
                    </a:cubicBezTo>
                    <a:cubicBezTo>
                      <a:pt x="1344275" y="543773"/>
                      <a:pt x="1344094" y="543592"/>
                      <a:pt x="1344094" y="543230"/>
                    </a:cubicBezTo>
                    <a:cubicBezTo>
                      <a:pt x="1344094" y="542868"/>
                      <a:pt x="1344576" y="542325"/>
                      <a:pt x="1345542" y="541601"/>
                    </a:cubicBezTo>
                    <a:cubicBezTo>
                      <a:pt x="1359899" y="530984"/>
                      <a:pt x="1369973" y="520669"/>
                      <a:pt x="1375764" y="510655"/>
                    </a:cubicBezTo>
                    <a:cubicBezTo>
                      <a:pt x="1369853" y="511379"/>
                      <a:pt x="1365569" y="511740"/>
                      <a:pt x="1362915" y="511740"/>
                    </a:cubicBezTo>
                    <a:cubicBezTo>
                      <a:pt x="1360261" y="511740"/>
                      <a:pt x="1358089" y="511439"/>
                      <a:pt x="1356400" y="510836"/>
                    </a:cubicBezTo>
                    <a:cubicBezTo>
                      <a:pt x="1354711" y="510232"/>
                      <a:pt x="1353866" y="509569"/>
                      <a:pt x="1353866" y="508845"/>
                    </a:cubicBezTo>
                    <a:cubicBezTo>
                      <a:pt x="1353866" y="508121"/>
                      <a:pt x="1355013" y="507699"/>
                      <a:pt x="1357305" y="507578"/>
                    </a:cubicBezTo>
                    <a:cubicBezTo>
                      <a:pt x="1362613" y="507337"/>
                      <a:pt x="1372205" y="505768"/>
                      <a:pt x="1386080" y="502873"/>
                    </a:cubicBezTo>
                    <a:cubicBezTo>
                      <a:pt x="1386442" y="496720"/>
                      <a:pt x="1386623" y="490627"/>
                      <a:pt x="1386623" y="484594"/>
                    </a:cubicBezTo>
                    <a:cubicBezTo>
                      <a:pt x="1386623" y="469754"/>
                      <a:pt x="1385718" y="461128"/>
                      <a:pt x="1383908" y="458715"/>
                    </a:cubicBezTo>
                    <a:cubicBezTo>
                      <a:pt x="1382702" y="457026"/>
                      <a:pt x="1382098" y="455578"/>
                      <a:pt x="1382098" y="454371"/>
                    </a:cubicBezTo>
                    <a:cubicBezTo>
                      <a:pt x="1382098" y="453165"/>
                      <a:pt x="1382913" y="452562"/>
                      <a:pt x="1384542" y="452562"/>
                    </a:cubicBezTo>
                    <a:close/>
                    <a:moveTo>
                      <a:pt x="521924" y="452200"/>
                    </a:moveTo>
                    <a:cubicBezTo>
                      <a:pt x="523855" y="452200"/>
                      <a:pt x="527022" y="453165"/>
                      <a:pt x="531426" y="455095"/>
                    </a:cubicBezTo>
                    <a:cubicBezTo>
                      <a:pt x="535829" y="457026"/>
                      <a:pt x="538031" y="458896"/>
                      <a:pt x="538031" y="460706"/>
                    </a:cubicBezTo>
                    <a:cubicBezTo>
                      <a:pt x="538031" y="461429"/>
                      <a:pt x="537729" y="462485"/>
                      <a:pt x="537126" y="463873"/>
                    </a:cubicBezTo>
                    <a:cubicBezTo>
                      <a:pt x="536523" y="465260"/>
                      <a:pt x="536040" y="467402"/>
                      <a:pt x="535678" y="470297"/>
                    </a:cubicBezTo>
                    <a:cubicBezTo>
                      <a:pt x="535316" y="473193"/>
                      <a:pt x="534774" y="479949"/>
                      <a:pt x="534050" y="490566"/>
                    </a:cubicBezTo>
                    <a:cubicBezTo>
                      <a:pt x="542254" y="488153"/>
                      <a:pt x="548769" y="485318"/>
                      <a:pt x="553595" y="482061"/>
                    </a:cubicBezTo>
                    <a:cubicBezTo>
                      <a:pt x="554319" y="481578"/>
                      <a:pt x="555163" y="481337"/>
                      <a:pt x="556129" y="481337"/>
                    </a:cubicBezTo>
                    <a:cubicBezTo>
                      <a:pt x="559024" y="481337"/>
                      <a:pt x="563247" y="482965"/>
                      <a:pt x="568797" y="486223"/>
                    </a:cubicBezTo>
                    <a:cubicBezTo>
                      <a:pt x="574347" y="489481"/>
                      <a:pt x="577122" y="491924"/>
                      <a:pt x="577122" y="493552"/>
                    </a:cubicBezTo>
                    <a:cubicBezTo>
                      <a:pt x="577122" y="495181"/>
                      <a:pt x="576036" y="496177"/>
                      <a:pt x="573864" y="496539"/>
                    </a:cubicBezTo>
                    <a:cubicBezTo>
                      <a:pt x="567228" y="497624"/>
                      <a:pt x="560955" y="500098"/>
                      <a:pt x="555043" y="503958"/>
                    </a:cubicBezTo>
                    <a:cubicBezTo>
                      <a:pt x="554078" y="504682"/>
                      <a:pt x="553293" y="505044"/>
                      <a:pt x="552690" y="505044"/>
                    </a:cubicBezTo>
                    <a:cubicBezTo>
                      <a:pt x="552087" y="505044"/>
                      <a:pt x="551785" y="504652"/>
                      <a:pt x="551785" y="503868"/>
                    </a:cubicBezTo>
                    <a:cubicBezTo>
                      <a:pt x="551785" y="503084"/>
                      <a:pt x="552298" y="501455"/>
                      <a:pt x="553323" y="498982"/>
                    </a:cubicBezTo>
                    <a:cubicBezTo>
                      <a:pt x="554349" y="496508"/>
                      <a:pt x="554862" y="494668"/>
                      <a:pt x="554862" y="493462"/>
                    </a:cubicBezTo>
                    <a:cubicBezTo>
                      <a:pt x="554862" y="492255"/>
                      <a:pt x="554198" y="491652"/>
                      <a:pt x="552871" y="491652"/>
                    </a:cubicBezTo>
                    <a:cubicBezTo>
                      <a:pt x="550579" y="491652"/>
                      <a:pt x="544184" y="492979"/>
                      <a:pt x="533688" y="495634"/>
                    </a:cubicBezTo>
                    <a:lnTo>
                      <a:pt x="531516" y="528571"/>
                    </a:lnTo>
                    <a:cubicBezTo>
                      <a:pt x="535497" y="527365"/>
                      <a:pt x="538996" y="525917"/>
                      <a:pt x="542013" y="524228"/>
                    </a:cubicBezTo>
                    <a:cubicBezTo>
                      <a:pt x="543098" y="523624"/>
                      <a:pt x="544245" y="523323"/>
                      <a:pt x="545451" y="523323"/>
                    </a:cubicBezTo>
                    <a:cubicBezTo>
                      <a:pt x="546658" y="523323"/>
                      <a:pt x="549191" y="524228"/>
                      <a:pt x="553052" y="526037"/>
                    </a:cubicBezTo>
                    <a:cubicBezTo>
                      <a:pt x="556913" y="527847"/>
                      <a:pt x="558843" y="529355"/>
                      <a:pt x="558843" y="530562"/>
                    </a:cubicBezTo>
                    <a:cubicBezTo>
                      <a:pt x="558843" y="531768"/>
                      <a:pt x="557969" y="533095"/>
                      <a:pt x="556219" y="534543"/>
                    </a:cubicBezTo>
                    <a:cubicBezTo>
                      <a:pt x="554470" y="535991"/>
                      <a:pt x="551966" y="541239"/>
                      <a:pt x="548709" y="550288"/>
                    </a:cubicBezTo>
                    <a:cubicBezTo>
                      <a:pt x="547020" y="555838"/>
                      <a:pt x="544245" y="561569"/>
                      <a:pt x="540384" y="567481"/>
                    </a:cubicBezTo>
                    <a:cubicBezTo>
                      <a:pt x="550398" y="576650"/>
                      <a:pt x="559778" y="583316"/>
                      <a:pt x="568525" y="587478"/>
                    </a:cubicBezTo>
                    <a:cubicBezTo>
                      <a:pt x="577273" y="591641"/>
                      <a:pt x="586110" y="594748"/>
                      <a:pt x="595038" y="596799"/>
                    </a:cubicBezTo>
                    <a:cubicBezTo>
                      <a:pt x="596365" y="597161"/>
                      <a:pt x="597029" y="597764"/>
                      <a:pt x="597029" y="598608"/>
                    </a:cubicBezTo>
                    <a:cubicBezTo>
                      <a:pt x="597029" y="599453"/>
                      <a:pt x="596637" y="600056"/>
                      <a:pt x="595853" y="600418"/>
                    </a:cubicBezTo>
                    <a:cubicBezTo>
                      <a:pt x="595068" y="600780"/>
                      <a:pt x="591057" y="601353"/>
                      <a:pt x="583818" y="602137"/>
                    </a:cubicBezTo>
                    <a:cubicBezTo>
                      <a:pt x="576579" y="602922"/>
                      <a:pt x="571119" y="603314"/>
                      <a:pt x="567440" y="603314"/>
                    </a:cubicBezTo>
                    <a:cubicBezTo>
                      <a:pt x="563760" y="603314"/>
                      <a:pt x="561045" y="602891"/>
                      <a:pt x="559296" y="602047"/>
                    </a:cubicBezTo>
                    <a:cubicBezTo>
                      <a:pt x="557546" y="601202"/>
                      <a:pt x="554711" y="598518"/>
                      <a:pt x="550790" y="593994"/>
                    </a:cubicBezTo>
                    <a:cubicBezTo>
                      <a:pt x="546869" y="589469"/>
                      <a:pt x="541892" y="582984"/>
                      <a:pt x="535859" y="574539"/>
                    </a:cubicBezTo>
                    <a:cubicBezTo>
                      <a:pt x="529706" y="582864"/>
                      <a:pt x="523191" y="588655"/>
                      <a:pt x="516314" y="591912"/>
                    </a:cubicBezTo>
                    <a:cubicBezTo>
                      <a:pt x="509437" y="595170"/>
                      <a:pt x="503405" y="596799"/>
                      <a:pt x="498217" y="596799"/>
                    </a:cubicBezTo>
                    <a:cubicBezTo>
                      <a:pt x="496166" y="596799"/>
                      <a:pt x="495140" y="596376"/>
                      <a:pt x="495140" y="595532"/>
                    </a:cubicBezTo>
                    <a:cubicBezTo>
                      <a:pt x="495140" y="594687"/>
                      <a:pt x="496226" y="593903"/>
                      <a:pt x="498398" y="593179"/>
                    </a:cubicBezTo>
                    <a:cubicBezTo>
                      <a:pt x="511790" y="588474"/>
                      <a:pt x="522467" y="579968"/>
                      <a:pt x="530430" y="567662"/>
                    </a:cubicBezTo>
                    <a:cubicBezTo>
                      <a:pt x="521381" y="555476"/>
                      <a:pt x="515108" y="548237"/>
                      <a:pt x="511609" y="545945"/>
                    </a:cubicBezTo>
                    <a:cubicBezTo>
                      <a:pt x="510402" y="545100"/>
                      <a:pt x="509799" y="544225"/>
                      <a:pt x="509799" y="543321"/>
                    </a:cubicBezTo>
                    <a:cubicBezTo>
                      <a:pt x="509799" y="542416"/>
                      <a:pt x="510523" y="541963"/>
                      <a:pt x="511971" y="541963"/>
                    </a:cubicBezTo>
                    <a:cubicBezTo>
                      <a:pt x="515831" y="541963"/>
                      <a:pt x="520175" y="544980"/>
                      <a:pt x="525001" y="551012"/>
                    </a:cubicBezTo>
                    <a:cubicBezTo>
                      <a:pt x="527173" y="554028"/>
                      <a:pt x="530129" y="557467"/>
                      <a:pt x="533869" y="561328"/>
                    </a:cubicBezTo>
                    <a:cubicBezTo>
                      <a:pt x="536644" y="556260"/>
                      <a:pt x="538785" y="551012"/>
                      <a:pt x="540293" y="545583"/>
                    </a:cubicBezTo>
                    <a:cubicBezTo>
                      <a:pt x="541801" y="540154"/>
                      <a:pt x="542556" y="536655"/>
                      <a:pt x="542556" y="535086"/>
                    </a:cubicBezTo>
                    <a:cubicBezTo>
                      <a:pt x="542556" y="533518"/>
                      <a:pt x="541711" y="532734"/>
                      <a:pt x="540022" y="532734"/>
                    </a:cubicBezTo>
                    <a:cubicBezTo>
                      <a:pt x="536885" y="532734"/>
                      <a:pt x="530430" y="534242"/>
                      <a:pt x="520657" y="537258"/>
                    </a:cubicBezTo>
                    <a:cubicBezTo>
                      <a:pt x="519451" y="537499"/>
                      <a:pt x="518184" y="537620"/>
                      <a:pt x="516857" y="537620"/>
                    </a:cubicBezTo>
                    <a:cubicBezTo>
                      <a:pt x="515530" y="537620"/>
                      <a:pt x="514082" y="537288"/>
                      <a:pt x="512514" y="536624"/>
                    </a:cubicBezTo>
                    <a:cubicBezTo>
                      <a:pt x="510945" y="535961"/>
                      <a:pt x="510161" y="535267"/>
                      <a:pt x="510161" y="534543"/>
                    </a:cubicBezTo>
                    <a:cubicBezTo>
                      <a:pt x="510161" y="533819"/>
                      <a:pt x="510825" y="533397"/>
                      <a:pt x="512152" y="533276"/>
                    </a:cubicBezTo>
                    <a:cubicBezTo>
                      <a:pt x="513479" y="533156"/>
                      <a:pt x="517581" y="532311"/>
                      <a:pt x="524458" y="530743"/>
                    </a:cubicBezTo>
                    <a:lnTo>
                      <a:pt x="525363" y="497805"/>
                    </a:lnTo>
                    <a:cubicBezTo>
                      <a:pt x="517762" y="499615"/>
                      <a:pt x="511488" y="500641"/>
                      <a:pt x="506541" y="500882"/>
                    </a:cubicBezTo>
                    <a:cubicBezTo>
                      <a:pt x="506783" y="502812"/>
                      <a:pt x="506903" y="506191"/>
                      <a:pt x="506903" y="511017"/>
                    </a:cubicBezTo>
                    <a:cubicBezTo>
                      <a:pt x="506903" y="515843"/>
                      <a:pt x="506360" y="525042"/>
                      <a:pt x="505275" y="538615"/>
                    </a:cubicBezTo>
                    <a:cubicBezTo>
                      <a:pt x="504189" y="552188"/>
                      <a:pt x="501474" y="563650"/>
                      <a:pt x="497131" y="573001"/>
                    </a:cubicBezTo>
                    <a:cubicBezTo>
                      <a:pt x="492787" y="582351"/>
                      <a:pt x="487509" y="589530"/>
                      <a:pt x="481295" y="594536"/>
                    </a:cubicBezTo>
                    <a:cubicBezTo>
                      <a:pt x="475082" y="599544"/>
                      <a:pt x="471312" y="602047"/>
                      <a:pt x="469985" y="602047"/>
                    </a:cubicBezTo>
                    <a:cubicBezTo>
                      <a:pt x="469502" y="602047"/>
                      <a:pt x="469261" y="601806"/>
                      <a:pt x="469261" y="601323"/>
                    </a:cubicBezTo>
                    <a:cubicBezTo>
                      <a:pt x="469261" y="600840"/>
                      <a:pt x="469804" y="599996"/>
                      <a:pt x="470889" y="598789"/>
                    </a:cubicBezTo>
                    <a:cubicBezTo>
                      <a:pt x="482472" y="586242"/>
                      <a:pt x="489862" y="573181"/>
                      <a:pt x="493059" y="559608"/>
                    </a:cubicBezTo>
                    <a:cubicBezTo>
                      <a:pt x="496256" y="546035"/>
                      <a:pt x="497855" y="532372"/>
                      <a:pt x="497855" y="518617"/>
                    </a:cubicBezTo>
                    <a:cubicBezTo>
                      <a:pt x="497855" y="509327"/>
                      <a:pt x="496829" y="502993"/>
                      <a:pt x="494778" y="499615"/>
                    </a:cubicBezTo>
                    <a:cubicBezTo>
                      <a:pt x="494054" y="498529"/>
                      <a:pt x="493692" y="497443"/>
                      <a:pt x="493692" y="496358"/>
                    </a:cubicBezTo>
                    <a:cubicBezTo>
                      <a:pt x="493692" y="495272"/>
                      <a:pt x="494507" y="494729"/>
                      <a:pt x="496135" y="494729"/>
                    </a:cubicBezTo>
                    <a:cubicBezTo>
                      <a:pt x="497764" y="494729"/>
                      <a:pt x="500026" y="495392"/>
                      <a:pt x="502922" y="496720"/>
                    </a:cubicBezTo>
                    <a:cubicBezTo>
                      <a:pt x="508954" y="495996"/>
                      <a:pt x="516495" y="494668"/>
                      <a:pt x="525544" y="492738"/>
                    </a:cubicBezTo>
                    <a:cubicBezTo>
                      <a:pt x="525906" y="473796"/>
                      <a:pt x="524398" y="462455"/>
                      <a:pt x="521019" y="458715"/>
                    </a:cubicBezTo>
                    <a:cubicBezTo>
                      <a:pt x="519692" y="457146"/>
                      <a:pt x="519029" y="455759"/>
                      <a:pt x="519029" y="454552"/>
                    </a:cubicBezTo>
                    <a:cubicBezTo>
                      <a:pt x="519029" y="452984"/>
                      <a:pt x="519994" y="452200"/>
                      <a:pt x="521924" y="452200"/>
                    </a:cubicBezTo>
                    <a:close/>
                    <a:moveTo>
                      <a:pt x="668514" y="450933"/>
                    </a:moveTo>
                    <a:cubicBezTo>
                      <a:pt x="670806" y="450933"/>
                      <a:pt x="674034" y="452471"/>
                      <a:pt x="678196" y="455548"/>
                    </a:cubicBezTo>
                    <a:cubicBezTo>
                      <a:pt x="682359" y="458624"/>
                      <a:pt x="684440" y="461037"/>
                      <a:pt x="684440" y="462787"/>
                    </a:cubicBezTo>
                    <a:cubicBezTo>
                      <a:pt x="684440" y="464536"/>
                      <a:pt x="683656" y="466135"/>
                      <a:pt x="682087" y="467583"/>
                    </a:cubicBezTo>
                    <a:cubicBezTo>
                      <a:pt x="678588" y="470840"/>
                      <a:pt x="675512" y="474882"/>
                      <a:pt x="672858" y="479708"/>
                    </a:cubicBezTo>
                    <a:cubicBezTo>
                      <a:pt x="668755" y="486464"/>
                      <a:pt x="664895" y="492255"/>
                      <a:pt x="661275" y="497081"/>
                    </a:cubicBezTo>
                    <a:cubicBezTo>
                      <a:pt x="678407" y="493945"/>
                      <a:pt x="692071" y="491713"/>
                      <a:pt x="702266" y="490385"/>
                    </a:cubicBezTo>
                    <a:cubicBezTo>
                      <a:pt x="712461" y="489058"/>
                      <a:pt x="719187" y="487369"/>
                      <a:pt x="722445" y="485318"/>
                    </a:cubicBezTo>
                    <a:cubicBezTo>
                      <a:pt x="724013" y="484232"/>
                      <a:pt x="725521" y="483689"/>
                      <a:pt x="726969" y="483689"/>
                    </a:cubicBezTo>
                    <a:cubicBezTo>
                      <a:pt x="729744" y="483689"/>
                      <a:pt x="734299" y="485439"/>
                      <a:pt x="740633" y="488938"/>
                    </a:cubicBezTo>
                    <a:cubicBezTo>
                      <a:pt x="746967" y="492436"/>
                      <a:pt x="750134" y="495091"/>
                      <a:pt x="750134" y="496901"/>
                    </a:cubicBezTo>
                    <a:cubicBezTo>
                      <a:pt x="750134" y="498228"/>
                      <a:pt x="749289" y="499193"/>
                      <a:pt x="747600" y="499796"/>
                    </a:cubicBezTo>
                    <a:cubicBezTo>
                      <a:pt x="745911" y="500641"/>
                      <a:pt x="742654" y="502782"/>
                      <a:pt x="737828" y="506221"/>
                    </a:cubicBezTo>
                    <a:cubicBezTo>
                      <a:pt x="733002" y="509659"/>
                      <a:pt x="729231" y="512525"/>
                      <a:pt x="726517" y="514817"/>
                    </a:cubicBezTo>
                    <a:cubicBezTo>
                      <a:pt x="723802" y="517109"/>
                      <a:pt x="722203" y="518256"/>
                      <a:pt x="721721" y="518256"/>
                    </a:cubicBezTo>
                    <a:cubicBezTo>
                      <a:pt x="721238" y="518256"/>
                      <a:pt x="720997" y="517954"/>
                      <a:pt x="720997" y="517351"/>
                    </a:cubicBezTo>
                    <a:cubicBezTo>
                      <a:pt x="720997" y="516385"/>
                      <a:pt x="721902" y="513520"/>
                      <a:pt x="723711" y="508754"/>
                    </a:cubicBezTo>
                    <a:cubicBezTo>
                      <a:pt x="725521" y="503989"/>
                      <a:pt x="726426" y="500972"/>
                      <a:pt x="726426" y="499706"/>
                    </a:cubicBezTo>
                    <a:cubicBezTo>
                      <a:pt x="726426" y="498439"/>
                      <a:pt x="726124" y="497564"/>
                      <a:pt x="725521" y="497081"/>
                    </a:cubicBezTo>
                    <a:cubicBezTo>
                      <a:pt x="724918" y="496599"/>
                      <a:pt x="722475" y="496358"/>
                      <a:pt x="718192" y="496358"/>
                    </a:cubicBezTo>
                    <a:cubicBezTo>
                      <a:pt x="713909" y="496358"/>
                      <a:pt x="707092" y="496901"/>
                      <a:pt x="697742" y="497986"/>
                    </a:cubicBezTo>
                    <a:cubicBezTo>
                      <a:pt x="688391" y="499072"/>
                      <a:pt x="681363" y="500158"/>
                      <a:pt x="676658" y="501244"/>
                    </a:cubicBezTo>
                    <a:cubicBezTo>
                      <a:pt x="671953" y="502330"/>
                      <a:pt x="668605" y="502873"/>
                      <a:pt x="666614" y="502873"/>
                    </a:cubicBezTo>
                    <a:cubicBezTo>
                      <a:pt x="664623" y="502873"/>
                      <a:pt x="661939" y="502028"/>
                      <a:pt x="658560" y="500339"/>
                    </a:cubicBezTo>
                    <a:cubicBezTo>
                      <a:pt x="652407" y="508061"/>
                      <a:pt x="646073" y="514515"/>
                      <a:pt x="639558" y="519703"/>
                    </a:cubicBezTo>
                    <a:cubicBezTo>
                      <a:pt x="633043" y="524891"/>
                      <a:pt x="628881" y="527485"/>
                      <a:pt x="627071" y="527485"/>
                    </a:cubicBezTo>
                    <a:cubicBezTo>
                      <a:pt x="626588" y="527485"/>
                      <a:pt x="626347" y="527304"/>
                      <a:pt x="626347" y="526942"/>
                    </a:cubicBezTo>
                    <a:cubicBezTo>
                      <a:pt x="626347" y="525736"/>
                      <a:pt x="627915" y="523504"/>
                      <a:pt x="631052" y="520246"/>
                    </a:cubicBezTo>
                    <a:cubicBezTo>
                      <a:pt x="639498" y="511559"/>
                      <a:pt x="647491" y="501033"/>
                      <a:pt x="655031" y="488666"/>
                    </a:cubicBezTo>
                    <a:cubicBezTo>
                      <a:pt x="662572" y="476300"/>
                      <a:pt x="666342" y="467221"/>
                      <a:pt x="666342" y="461429"/>
                    </a:cubicBezTo>
                    <a:cubicBezTo>
                      <a:pt x="666342" y="459982"/>
                      <a:pt x="666131" y="458413"/>
                      <a:pt x="665709" y="456724"/>
                    </a:cubicBezTo>
                    <a:cubicBezTo>
                      <a:pt x="665287" y="455035"/>
                      <a:pt x="665076" y="454130"/>
                      <a:pt x="665076" y="454009"/>
                    </a:cubicBezTo>
                    <a:cubicBezTo>
                      <a:pt x="665076" y="451958"/>
                      <a:pt x="666222" y="450933"/>
                      <a:pt x="668514" y="450933"/>
                    </a:cubicBezTo>
                    <a:close/>
                    <a:moveTo>
                      <a:pt x="1217321" y="447494"/>
                    </a:moveTo>
                    <a:cubicBezTo>
                      <a:pt x="1218950" y="447494"/>
                      <a:pt x="1221423" y="448098"/>
                      <a:pt x="1224741" y="449304"/>
                    </a:cubicBezTo>
                    <a:cubicBezTo>
                      <a:pt x="1228059" y="450511"/>
                      <a:pt x="1230291" y="451536"/>
                      <a:pt x="1231437" y="452381"/>
                    </a:cubicBezTo>
                    <a:cubicBezTo>
                      <a:pt x="1232583" y="453225"/>
                      <a:pt x="1233156" y="454281"/>
                      <a:pt x="1233156" y="455548"/>
                    </a:cubicBezTo>
                    <a:cubicBezTo>
                      <a:pt x="1233156" y="456815"/>
                      <a:pt x="1232643" y="459107"/>
                      <a:pt x="1231618" y="462425"/>
                    </a:cubicBezTo>
                    <a:cubicBezTo>
                      <a:pt x="1230592" y="465743"/>
                      <a:pt x="1229959" y="474098"/>
                      <a:pt x="1229718" y="487490"/>
                    </a:cubicBezTo>
                    <a:cubicBezTo>
                      <a:pt x="1258432" y="484474"/>
                      <a:pt x="1273634" y="482664"/>
                      <a:pt x="1275323" y="482061"/>
                    </a:cubicBezTo>
                    <a:cubicBezTo>
                      <a:pt x="1277857" y="480975"/>
                      <a:pt x="1279968" y="480432"/>
                      <a:pt x="1281657" y="480432"/>
                    </a:cubicBezTo>
                    <a:cubicBezTo>
                      <a:pt x="1284915" y="480432"/>
                      <a:pt x="1289560" y="482543"/>
                      <a:pt x="1295592" y="486766"/>
                    </a:cubicBezTo>
                    <a:cubicBezTo>
                      <a:pt x="1301625" y="490989"/>
                      <a:pt x="1304641" y="494035"/>
                      <a:pt x="1304641" y="495905"/>
                    </a:cubicBezTo>
                    <a:cubicBezTo>
                      <a:pt x="1304641" y="497775"/>
                      <a:pt x="1302650" y="498891"/>
                      <a:pt x="1298669" y="499253"/>
                    </a:cubicBezTo>
                    <a:cubicBezTo>
                      <a:pt x="1290344" y="499977"/>
                      <a:pt x="1283527" y="501726"/>
                      <a:pt x="1278219" y="504501"/>
                    </a:cubicBezTo>
                    <a:cubicBezTo>
                      <a:pt x="1276771" y="505225"/>
                      <a:pt x="1275595" y="505587"/>
                      <a:pt x="1274690" y="505587"/>
                    </a:cubicBezTo>
                    <a:cubicBezTo>
                      <a:pt x="1273785" y="505587"/>
                      <a:pt x="1273332" y="505286"/>
                      <a:pt x="1273332" y="504682"/>
                    </a:cubicBezTo>
                    <a:cubicBezTo>
                      <a:pt x="1273332" y="504079"/>
                      <a:pt x="1273574" y="503416"/>
                      <a:pt x="1274056" y="502692"/>
                    </a:cubicBezTo>
                    <a:cubicBezTo>
                      <a:pt x="1278038" y="497142"/>
                      <a:pt x="1280029" y="493733"/>
                      <a:pt x="1280029" y="492467"/>
                    </a:cubicBezTo>
                    <a:cubicBezTo>
                      <a:pt x="1280029" y="491200"/>
                      <a:pt x="1279516" y="490385"/>
                      <a:pt x="1278490" y="490023"/>
                    </a:cubicBezTo>
                    <a:cubicBezTo>
                      <a:pt x="1277465" y="489661"/>
                      <a:pt x="1275504" y="489481"/>
                      <a:pt x="1272609" y="489481"/>
                    </a:cubicBezTo>
                    <a:cubicBezTo>
                      <a:pt x="1263560" y="489481"/>
                      <a:pt x="1250741" y="490325"/>
                      <a:pt x="1234151" y="492014"/>
                    </a:cubicBezTo>
                    <a:cubicBezTo>
                      <a:pt x="1217562" y="493703"/>
                      <a:pt x="1205407" y="495302"/>
                      <a:pt x="1197685" y="496810"/>
                    </a:cubicBezTo>
                    <a:cubicBezTo>
                      <a:pt x="1189963" y="498318"/>
                      <a:pt x="1183509" y="499012"/>
                      <a:pt x="1178321" y="498891"/>
                    </a:cubicBezTo>
                    <a:cubicBezTo>
                      <a:pt x="1176390" y="506010"/>
                      <a:pt x="1174128" y="512012"/>
                      <a:pt x="1171534" y="516898"/>
                    </a:cubicBezTo>
                    <a:cubicBezTo>
                      <a:pt x="1168940" y="521785"/>
                      <a:pt x="1166768" y="524228"/>
                      <a:pt x="1165019" y="524228"/>
                    </a:cubicBezTo>
                    <a:cubicBezTo>
                      <a:pt x="1163270" y="524228"/>
                      <a:pt x="1162003" y="523293"/>
                      <a:pt x="1161219" y="521423"/>
                    </a:cubicBezTo>
                    <a:cubicBezTo>
                      <a:pt x="1160434" y="519553"/>
                      <a:pt x="1160042" y="518014"/>
                      <a:pt x="1160042" y="516808"/>
                    </a:cubicBezTo>
                    <a:cubicBezTo>
                      <a:pt x="1160042" y="515601"/>
                      <a:pt x="1160374" y="514093"/>
                      <a:pt x="1161038" y="512283"/>
                    </a:cubicBezTo>
                    <a:cubicBezTo>
                      <a:pt x="1161701" y="510474"/>
                      <a:pt x="1162455" y="509026"/>
                      <a:pt x="1163300" y="507940"/>
                    </a:cubicBezTo>
                    <a:cubicBezTo>
                      <a:pt x="1165713" y="505044"/>
                      <a:pt x="1168005" y="499615"/>
                      <a:pt x="1170177" y="491652"/>
                    </a:cubicBezTo>
                    <a:cubicBezTo>
                      <a:pt x="1170901" y="489360"/>
                      <a:pt x="1171866" y="488214"/>
                      <a:pt x="1173072" y="488214"/>
                    </a:cubicBezTo>
                    <a:cubicBezTo>
                      <a:pt x="1174279" y="488214"/>
                      <a:pt x="1175666" y="490144"/>
                      <a:pt x="1177235" y="494005"/>
                    </a:cubicBezTo>
                    <a:cubicBezTo>
                      <a:pt x="1190989" y="491713"/>
                      <a:pt x="1205829" y="489842"/>
                      <a:pt x="1221755" y="488395"/>
                    </a:cubicBezTo>
                    <a:cubicBezTo>
                      <a:pt x="1221996" y="479587"/>
                      <a:pt x="1221785" y="472409"/>
                      <a:pt x="1221121" y="466859"/>
                    </a:cubicBezTo>
                    <a:cubicBezTo>
                      <a:pt x="1220458" y="461309"/>
                      <a:pt x="1219251" y="457267"/>
                      <a:pt x="1217502" y="454733"/>
                    </a:cubicBezTo>
                    <a:cubicBezTo>
                      <a:pt x="1215752" y="452200"/>
                      <a:pt x="1214878" y="450360"/>
                      <a:pt x="1214878" y="449214"/>
                    </a:cubicBezTo>
                    <a:cubicBezTo>
                      <a:pt x="1214878" y="448067"/>
                      <a:pt x="1215692" y="447494"/>
                      <a:pt x="1217321" y="447494"/>
                    </a:cubicBezTo>
                    <a:close/>
                    <a:moveTo>
                      <a:pt x="268807" y="339424"/>
                    </a:moveTo>
                    <a:cubicBezTo>
                      <a:pt x="271582" y="339424"/>
                      <a:pt x="273995" y="340449"/>
                      <a:pt x="276046" y="342500"/>
                    </a:cubicBezTo>
                    <a:cubicBezTo>
                      <a:pt x="278097" y="344551"/>
                      <a:pt x="279123" y="346964"/>
                      <a:pt x="279123" y="349739"/>
                    </a:cubicBezTo>
                    <a:cubicBezTo>
                      <a:pt x="279123" y="352514"/>
                      <a:pt x="278097" y="354897"/>
                      <a:pt x="276046" y="356888"/>
                    </a:cubicBezTo>
                    <a:cubicBezTo>
                      <a:pt x="273995" y="358878"/>
                      <a:pt x="271582" y="359874"/>
                      <a:pt x="268807" y="359874"/>
                    </a:cubicBezTo>
                    <a:cubicBezTo>
                      <a:pt x="266032" y="359874"/>
                      <a:pt x="263619" y="358878"/>
                      <a:pt x="261568" y="356888"/>
                    </a:cubicBezTo>
                    <a:cubicBezTo>
                      <a:pt x="259517" y="354897"/>
                      <a:pt x="258491" y="352514"/>
                      <a:pt x="258491" y="349739"/>
                    </a:cubicBezTo>
                    <a:cubicBezTo>
                      <a:pt x="258491" y="346964"/>
                      <a:pt x="259517" y="344551"/>
                      <a:pt x="261568" y="342500"/>
                    </a:cubicBezTo>
                    <a:cubicBezTo>
                      <a:pt x="263619" y="340449"/>
                      <a:pt x="266032" y="339424"/>
                      <a:pt x="268807" y="339424"/>
                    </a:cubicBezTo>
                    <a:close/>
                    <a:moveTo>
                      <a:pt x="153977" y="337505"/>
                    </a:moveTo>
                    <a:cubicBezTo>
                      <a:pt x="151329" y="337505"/>
                      <a:pt x="148887" y="338297"/>
                      <a:pt x="146652" y="339881"/>
                    </a:cubicBezTo>
                    <a:cubicBezTo>
                      <a:pt x="144416" y="341466"/>
                      <a:pt x="142018" y="343734"/>
                      <a:pt x="139457" y="346685"/>
                    </a:cubicBezTo>
                    <a:cubicBezTo>
                      <a:pt x="138285" y="348074"/>
                      <a:pt x="137200" y="349442"/>
                      <a:pt x="136201" y="350788"/>
                    </a:cubicBezTo>
                    <a:cubicBezTo>
                      <a:pt x="135203" y="352133"/>
                      <a:pt x="134302" y="353598"/>
                      <a:pt x="133499" y="355183"/>
                    </a:cubicBezTo>
                    <a:cubicBezTo>
                      <a:pt x="132696" y="356767"/>
                      <a:pt x="131980" y="358525"/>
                      <a:pt x="131350" y="360457"/>
                    </a:cubicBezTo>
                    <a:cubicBezTo>
                      <a:pt x="130721" y="362388"/>
                      <a:pt x="130167" y="364613"/>
                      <a:pt x="129690" y="367131"/>
                    </a:cubicBezTo>
                    <a:cubicBezTo>
                      <a:pt x="129082" y="370126"/>
                      <a:pt x="128605" y="372644"/>
                      <a:pt x="128257" y="374684"/>
                    </a:cubicBezTo>
                    <a:cubicBezTo>
                      <a:pt x="127910" y="376724"/>
                      <a:pt x="127737" y="378656"/>
                      <a:pt x="127737" y="380479"/>
                    </a:cubicBezTo>
                    <a:cubicBezTo>
                      <a:pt x="127737" y="383995"/>
                      <a:pt x="128550" y="386480"/>
                      <a:pt x="130178" y="387934"/>
                    </a:cubicBezTo>
                    <a:cubicBezTo>
                      <a:pt x="131806" y="389388"/>
                      <a:pt x="134421" y="390115"/>
                      <a:pt x="138024" y="390115"/>
                    </a:cubicBezTo>
                    <a:cubicBezTo>
                      <a:pt x="140542" y="390115"/>
                      <a:pt x="142897" y="389562"/>
                      <a:pt x="145089" y="388455"/>
                    </a:cubicBezTo>
                    <a:cubicBezTo>
                      <a:pt x="147281" y="387348"/>
                      <a:pt x="149267" y="385840"/>
                      <a:pt x="151047" y="383930"/>
                    </a:cubicBezTo>
                    <a:cubicBezTo>
                      <a:pt x="152826" y="382020"/>
                      <a:pt x="154411" y="379795"/>
                      <a:pt x="155800" y="377256"/>
                    </a:cubicBezTo>
                    <a:cubicBezTo>
                      <a:pt x="157189" y="374716"/>
                      <a:pt x="158350" y="372003"/>
                      <a:pt x="159283" y="369117"/>
                    </a:cubicBezTo>
                    <a:cubicBezTo>
                      <a:pt x="160217" y="366230"/>
                      <a:pt x="160933" y="363267"/>
                      <a:pt x="161432" y="360229"/>
                    </a:cubicBezTo>
                    <a:cubicBezTo>
                      <a:pt x="161931" y="357190"/>
                      <a:pt x="162181" y="354238"/>
                      <a:pt x="162181" y="351374"/>
                    </a:cubicBezTo>
                    <a:cubicBezTo>
                      <a:pt x="162181" y="346729"/>
                      <a:pt x="161541" y="343256"/>
                      <a:pt x="160260" y="340956"/>
                    </a:cubicBezTo>
                    <a:cubicBezTo>
                      <a:pt x="158980" y="338655"/>
                      <a:pt x="156885" y="337505"/>
                      <a:pt x="153977" y="337505"/>
                    </a:cubicBezTo>
                    <a:close/>
                    <a:moveTo>
                      <a:pt x="123765" y="328780"/>
                    </a:moveTo>
                    <a:cubicBezTo>
                      <a:pt x="126933" y="328780"/>
                      <a:pt x="129397" y="329832"/>
                      <a:pt x="131155" y="331938"/>
                    </a:cubicBezTo>
                    <a:cubicBezTo>
                      <a:pt x="132913" y="334043"/>
                      <a:pt x="133792" y="336810"/>
                      <a:pt x="133792" y="340239"/>
                    </a:cubicBezTo>
                    <a:cubicBezTo>
                      <a:pt x="133792" y="341238"/>
                      <a:pt x="133716" y="342193"/>
                      <a:pt x="133564" y="343104"/>
                    </a:cubicBezTo>
                    <a:cubicBezTo>
                      <a:pt x="133412" y="344016"/>
                      <a:pt x="133141" y="344927"/>
                      <a:pt x="132750" y="345839"/>
                    </a:cubicBezTo>
                    <a:lnTo>
                      <a:pt x="133662" y="346295"/>
                    </a:lnTo>
                    <a:cubicBezTo>
                      <a:pt x="137916" y="340348"/>
                      <a:pt x="142094" y="335942"/>
                      <a:pt x="146196" y="333077"/>
                    </a:cubicBezTo>
                    <a:cubicBezTo>
                      <a:pt x="150298" y="330212"/>
                      <a:pt x="154606" y="328780"/>
                      <a:pt x="159121" y="328780"/>
                    </a:cubicBezTo>
                    <a:cubicBezTo>
                      <a:pt x="164286" y="328780"/>
                      <a:pt x="168247" y="330646"/>
                      <a:pt x="171004" y="334379"/>
                    </a:cubicBezTo>
                    <a:cubicBezTo>
                      <a:pt x="173760" y="338112"/>
                      <a:pt x="175138" y="343560"/>
                      <a:pt x="175138" y="350722"/>
                    </a:cubicBezTo>
                    <a:cubicBezTo>
                      <a:pt x="175138" y="356973"/>
                      <a:pt x="174172" y="362866"/>
                      <a:pt x="172241" y="368400"/>
                    </a:cubicBezTo>
                    <a:cubicBezTo>
                      <a:pt x="170309" y="373935"/>
                      <a:pt x="167694" y="378786"/>
                      <a:pt x="164395" y="382953"/>
                    </a:cubicBezTo>
                    <a:cubicBezTo>
                      <a:pt x="161096" y="387120"/>
                      <a:pt x="157265" y="390408"/>
                      <a:pt x="152902" y="392818"/>
                    </a:cubicBezTo>
                    <a:cubicBezTo>
                      <a:pt x="148540" y="395227"/>
                      <a:pt x="143928" y="396431"/>
                      <a:pt x="139066" y="396431"/>
                    </a:cubicBezTo>
                    <a:cubicBezTo>
                      <a:pt x="135680" y="396431"/>
                      <a:pt x="132739" y="396095"/>
                      <a:pt x="130243" y="395422"/>
                    </a:cubicBezTo>
                    <a:cubicBezTo>
                      <a:pt x="127747" y="394749"/>
                      <a:pt x="125675" y="393935"/>
                      <a:pt x="124025" y="392980"/>
                    </a:cubicBezTo>
                    <a:cubicBezTo>
                      <a:pt x="123634" y="394673"/>
                      <a:pt x="123211" y="396431"/>
                      <a:pt x="122755" y="398254"/>
                    </a:cubicBezTo>
                    <a:cubicBezTo>
                      <a:pt x="122300" y="400078"/>
                      <a:pt x="121866" y="401836"/>
                      <a:pt x="121453" y="403528"/>
                    </a:cubicBezTo>
                    <a:cubicBezTo>
                      <a:pt x="121041" y="405221"/>
                      <a:pt x="120704" y="406784"/>
                      <a:pt x="120444" y="408217"/>
                    </a:cubicBezTo>
                    <a:cubicBezTo>
                      <a:pt x="120184" y="409649"/>
                      <a:pt x="120053" y="410799"/>
                      <a:pt x="120053" y="411668"/>
                    </a:cubicBezTo>
                    <a:cubicBezTo>
                      <a:pt x="120053" y="412449"/>
                      <a:pt x="120173" y="413100"/>
                      <a:pt x="120411" y="413621"/>
                    </a:cubicBezTo>
                    <a:cubicBezTo>
                      <a:pt x="120650" y="414142"/>
                      <a:pt x="121084" y="414576"/>
                      <a:pt x="121714" y="414923"/>
                    </a:cubicBezTo>
                    <a:cubicBezTo>
                      <a:pt x="122343" y="415270"/>
                      <a:pt x="123179" y="415542"/>
                      <a:pt x="124220" y="415737"/>
                    </a:cubicBezTo>
                    <a:cubicBezTo>
                      <a:pt x="125262" y="415932"/>
                      <a:pt x="126565" y="416095"/>
                      <a:pt x="128127" y="416225"/>
                    </a:cubicBezTo>
                    <a:lnTo>
                      <a:pt x="127932" y="420523"/>
                    </a:lnTo>
                    <a:lnTo>
                      <a:pt x="105012" y="420523"/>
                    </a:lnTo>
                    <a:lnTo>
                      <a:pt x="120900" y="352676"/>
                    </a:lnTo>
                    <a:cubicBezTo>
                      <a:pt x="121421" y="350288"/>
                      <a:pt x="121790" y="348292"/>
                      <a:pt x="122007" y="346685"/>
                    </a:cubicBezTo>
                    <a:cubicBezTo>
                      <a:pt x="122224" y="345079"/>
                      <a:pt x="122332" y="343647"/>
                      <a:pt x="122332" y="342388"/>
                    </a:cubicBezTo>
                    <a:cubicBezTo>
                      <a:pt x="122332" y="339219"/>
                      <a:pt x="121052" y="337635"/>
                      <a:pt x="118491" y="337635"/>
                    </a:cubicBezTo>
                    <a:cubicBezTo>
                      <a:pt x="117709" y="337635"/>
                      <a:pt x="116928" y="337798"/>
                      <a:pt x="116147" y="338123"/>
                    </a:cubicBezTo>
                    <a:cubicBezTo>
                      <a:pt x="115365" y="338449"/>
                      <a:pt x="114530" y="338937"/>
                      <a:pt x="113640" y="339588"/>
                    </a:cubicBezTo>
                    <a:cubicBezTo>
                      <a:pt x="112750" y="340239"/>
                      <a:pt x="111773" y="341064"/>
                      <a:pt x="110710" y="342062"/>
                    </a:cubicBezTo>
                    <a:cubicBezTo>
                      <a:pt x="109646" y="343061"/>
                      <a:pt x="108463" y="344233"/>
                      <a:pt x="107161" y="345579"/>
                    </a:cubicBezTo>
                    <a:lnTo>
                      <a:pt x="102668" y="341346"/>
                    </a:lnTo>
                    <a:cubicBezTo>
                      <a:pt x="104839" y="339176"/>
                      <a:pt x="106825" y="337298"/>
                      <a:pt x="108626" y="335714"/>
                    </a:cubicBezTo>
                    <a:cubicBezTo>
                      <a:pt x="110428" y="334130"/>
                      <a:pt x="112164" y="332827"/>
                      <a:pt x="113835" y="331807"/>
                    </a:cubicBezTo>
                    <a:cubicBezTo>
                      <a:pt x="115506" y="330787"/>
                      <a:pt x="117134" y="330028"/>
                      <a:pt x="118718" y="329528"/>
                    </a:cubicBezTo>
                    <a:cubicBezTo>
                      <a:pt x="120303" y="329029"/>
                      <a:pt x="121985" y="328780"/>
                      <a:pt x="123765" y="328780"/>
                    </a:cubicBezTo>
                    <a:close/>
                    <a:moveTo>
                      <a:pt x="516381" y="314992"/>
                    </a:moveTo>
                    <a:cubicBezTo>
                      <a:pt x="519397" y="314992"/>
                      <a:pt x="522051" y="315475"/>
                      <a:pt x="524344" y="316440"/>
                    </a:cubicBezTo>
                    <a:cubicBezTo>
                      <a:pt x="526636" y="317405"/>
                      <a:pt x="527782" y="318491"/>
                      <a:pt x="527782" y="319697"/>
                    </a:cubicBezTo>
                    <a:cubicBezTo>
                      <a:pt x="527782" y="321628"/>
                      <a:pt x="525339" y="323257"/>
                      <a:pt x="520453" y="324584"/>
                    </a:cubicBezTo>
                    <a:cubicBezTo>
                      <a:pt x="515566" y="325911"/>
                      <a:pt x="507392" y="327178"/>
                      <a:pt x="495931" y="328384"/>
                    </a:cubicBezTo>
                    <a:cubicBezTo>
                      <a:pt x="498585" y="329711"/>
                      <a:pt x="500334" y="330918"/>
                      <a:pt x="501179" y="332004"/>
                    </a:cubicBezTo>
                    <a:cubicBezTo>
                      <a:pt x="502023" y="333090"/>
                      <a:pt x="502265" y="334477"/>
                      <a:pt x="501903" y="336166"/>
                    </a:cubicBezTo>
                    <a:cubicBezTo>
                      <a:pt x="500938" y="340389"/>
                      <a:pt x="500214" y="347447"/>
                      <a:pt x="499731" y="357340"/>
                    </a:cubicBezTo>
                    <a:cubicBezTo>
                      <a:pt x="517346" y="355169"/>
                      <a:pt x="527963" y="353811"/>
                      <a:pt x="531583" y="353268"/>
                    </a:cubicBezTo>
                    <a:cubicBezTo>
                      <a:pt x="535202" y="352725"/>
                      <a:pt x="538339" y="352454"/>
                      <a:pt x="540993" y="352454"/>
                    </a:cubicBezTo>
                    <a:cubicBezTo>
                      <a:pt x="547026" y="352454"/>
                      <a:pt x="551882" y="353902"/>
                      <a:pt x="555562" y="356797"/>
                    </a:cubicBezTo>
                    <a:cubicBezTo>
                      <a:pt x="559242" y="359693"/>
                      <a:pt x="561082" y="361925"/>
                      <a:pt x="561082" y="363493"/>
                    </a:cubicBezTo>
                    <a:cubicBezTo>
                      <a:pt x="561082" y="365424"/>
                      <a:pt x="558427" y="366389"/>
                      <a:pt x="553119" y="366389"/>
                    </a:cubicBezTo>
                    <a:cubicBezTo>
                      <a:pt x="549499" y="366389"/>
                      <a:pt x="544945" y="365967"/>
                      <a:pt x="539455" y="365122"/>
                    </a:cubicBezTo>
                    <a:cubicBezTo>
                      <a:pt x="533966" y="364278"/>
                      <a:pt x="526666" y="363855"/>
                      <a:pt x="517557" y="363855"/>
                    </a:cubicBezTo>
                    <a:cubicBezTo>
                      <a:pt x="508448" y="363855"/>
                      <a:pt x="497077" y="364760"/>
                      <a:pt x="483443" y="366570"/>
                    </a:cubicBezTo>
                    <a:cubicBezTo>
                      <a:pt x="469810" y="368380"/>
                      <a:pt x="458710" y="370431"/>
                      <a:pt x="450144" y="372723"/>
                    </a:cubicBezTo>
                    <a:cubicBezTo>
                      <a:pt x="448455" y="373206"/>
                      <a:pt x="446585" y="373447"/>
                      <a:pt x="444534" y="373447"/>
                    </a:cubicBezTo>
                    <a:cubicBezTo>
                      <a:pt x="442483" y="373447"/>
                      <a:pt x="440130" y="372421"/>
                      <a:pt x="437476" y="370370"/>
                    </a:cubicBezTo>
                    <a:cubicBezTo>
                      <a:pt x="434821" y="368319"/>
                      <a:pt x="433494" y="366811"/>
                      <a:pt x="433494" y="365846"/>
                    </a:cubicBezTo>
                    <a:cubicBezTo>
                      <a:pt x="433494" y="364881"/>
                      <a:pt x="434399" y="364338"/>
                      <a:pt x="436209" y="364217"/>
                    </a:cubicBezTo>
                    <a:lnTo>
                      <a:pt x="490320" y="358426"/>
                    </a:lnTo>
                    <a:cubicBezTo>
                      <a:pt x="490562" y="354324"/>
                      <a:pt x="490682" y="350704"/>
                      <a:pt x="490682" y="347568"/>
                    </a:cubicBezTo>
                    <a:cubicBezTo>
                      <a:pt x="490682" y="338760"/>
                      <a:pt x="489838" y="332607"/>
                      <a:pt x="488149" y="329108"/>
                    </a:cubicBezTo>
                    <a:cubicBezTo>
                      <a:pt x="482961" y="329591"/>
                      <a:pt x="478587" y="329832"/>
                      <a:pt x="475028" y="329832"/>
                    </a:cubicBezTo>
                    <a:cubicBezTo>
                      <a:pt x="471469" y="329832"/>
                      <a:pt x="468603" y="329138"/>
                      <a:pt x="466432" y="327751"/>
                    </a:cubicBezTo>
                    <a:cubicBezTo>
                      <a:pt x="464260" y="326363"/>
                      <a:pt x="463174" y="325308"/>
                      <a:pt x="463174" y="324584"/>
                    </a:cubicBezTo>
                    <a:cubicBezTo>
                      <a:pt x="463174" y="323860"/>
                      <a:pt x="464833" y="323347"/>
                      <a:pt x="468151" y="323045"/>
                    </a:cubicBezTo>
                    <a:cubicBezTo>
                      <a:pt x="471469" y="322744"/>
                      <a:pt x="477079" y="321960"/>
                      <a:pt x="484982" y="320693"/>
                    </a:cubicBezTo>
                    <a:cubicBezTo>
                      <a:pt x="492884" y="319426"/>
                      <a:pt x="499339" y="318159"/>
                      <a:pt x="504346" y="316892"/>
                    </a:cubicBezTo>
                    <a:cubicBezTo>
                      <a:pt x="509353" y="315625"/>
                      <a:pt x="513364" y="314992"/>
                      <a:pt x="516381" y="314992"/>
                    </a:cubicBezTo>
                    <a:close/>
                    <a:moveTo>
                      <a:pt x="1429762" y="311373"/>
                    </a:moveTo>
                    <a:cubicBezTo>
                      <a:pt x="1430968" y="311373"/>
                      <a:pt x="1433441" y="312489"/>
                      <a:pt x="1437182" y="314721"/>
                    </a:cubicBezTo>
                    <a:cubicBezTo>
                      <a:pt x="1440922" y="316953"/>
                      <a:pt x="1442792" y="318612"/>
                      <a:pt x="1442792" y="319697"/>
                    </a:cubicBezTo>
                    <a:cubicBezTo>
                      <a:pt x="1442792" y="320783"/>
                      <a:pt x="1441857" y="321869"/>
                      <a:pt x="1439987" y="322955"/>
                    </a:cubicBezTo>
                    <a:cubicBezTo>
                      <a:pt x="1438117" y="324041"/>
                      <a:pt x="1436759" y="325097"/>
                      <a:pt x="1435915" y="326122"/>
                    </a:cubicBezTo>
                    <a:cubicBezTo>
                      <a:pt x="1435070" y="327148"/>
                      <a:pt x="1433260" y="329651"/>
                      <a:pt x="1430486" y="333633"/>
                    </a:cubicBezTo>
                    <a:cubicBezTo>
                      <a:pt x="1427711" y="337614"/>
                      <a:pt x="1424091" y="341957"/>
                      <a:pt x="1419627" y="346663"/>
                    </a:cubicBezTo>
                    <a:cubicBezTo>
                      <a:pt x="1428555" y="352936"/>
                      <a:pt x="1437363" y="357732"/>
                      <a:pt x="1446049" y="361050"/>
                    </a:cubicBezTo>
                    <a:cubicBezTo>
                      <a:pt x="1454736" y="364368"/>
                      <a:pt x="1467947" y="367173"/>
                      <a:pt x="1485683" y="369466"/>
                    </a:cubicBezTo>
                    <a:cubicBezTo>
                      <a:pt x="1489544" y="369948"/>
                      <a:pt x="1491474" y="370853"/>
                      <a:pt x="1491474" y="372180"/>
                    </a:cubicBezTo>
                    <a:cubicBezTo>
                      <a:pt x="1491474" y="372904"/>
                      <a:pt x="1490780" y="373598"/>
                      <a:pt x="1489393" y="374261"/>
                    </a:cubicBezTo>
                    <a:cubicBezTo>
                      <a:pt x="1488005" y="374925"/>
                      <a:pt x="1483632" y="375920"/>
                      <a:pt x="1476272" y="377247"/>
                    </a:cubicBezTo>
                    <a:cubicBezTo>
                      <a:pt x="1468913" y="378575"/>
                      <a:pt x="1462367" y="379238"/>
                      <a:pt x="1456636" y="379238"/>
                    </a:cubicBezTo>
                    <a:cubicBezTo>
                      <a:pt x="1450906" y="379238"/>
                      <a:pt x="1446049" y="377549"/>
                      <a:pt x="1442068" y="374171"/>
                    </a:cubicBezTo>
                    <a:lnTo>
                      <a:pt x="1415103" y="352273"/>
                    </a:lnTo>
                    <a:cubicBezTo>
                      <a:pt x="1408949" y="357943"/>
                      <a:pt x="1401017" y="362679"/>
                      <a:pt x="1391304" y="366479"/>
                    </a:cubicBezTo>
                    <a:cubicBezTo>
                      <a:pt x="1381592" y="370280"/>
                      <a:pt x="1373237" y="372180"/>
                      <a:pt x="1366239" y="372180"/>
                    </a:cubicBezTo>
                    <a:cubicBezTo>
                      <a:pt x="1364309" y="372180"/>
                      <a:pt x="1362590" y="372029"/>
                      <a:pt x="1361082" y="371728"/>
                    </a:cubicBezTo>
                    <a:cubicBezTo>
                      <a:pt x="1359573" y="371426"/>
                      <a:pt x="1358819" y="371004"/>
                      <a:pt x="1358819" y="370461"/>
                    </a:cubicBezTo>
                    <a:cubicBezTo>
                      <a:pt x="1358819" y="369918"/>
                      <a:pt x="1360207" y="369345"/>
                      <a:pt x="1362982" y="368742"/>
                    </a:cubicBezTo>
                    <a:cubicBezTo>
                      <a:pt x="1383372" y="363674"/>
                      <a:pt x="1398453" y="356435"/>
                      <a:pt x="1408226" y="347025"/>
                    </a:cubicBezTo>
                    <a:cubicBezTo>
                      <a:pt x="1398815" y="340148"/>
                      <a:pt x="1391696" y="335804"/>
                      <a:pt x="1386871" y="333994"/>
                    </a:cubicBezTo>
                    <a:cubicBezTo>
                      <a:pt x="1384458" y="333029"/>
                      <a:pt x="1383251" y="332124"/>
                      <a:pt x="1383251" y="331280"/>
                    </a:cubicBezTo>
                    <a:cubicBezTo>
                      <a:pt x="1383251" y="330435"/>
                      <a:pt x="1383794" y="330013"/>
                      <a:pt x="1384880" y="330013"/>
                    </a:cubicBezTo>
                    <a:cubicBezTo>
                      <a:pt x="1385966" y="330013"/>
                      <a:pt x="1388047" y="330224"/>
                      <a:pt x="1391123" y="330646"/>
                    </a:cubicBezTo>
                    <a:cubicBezTo>
                      <a:pt x="1394200" y="331069"/>
                      <a:pt x="1397156" y="332004"/>
                      <a:pt x="1399991" y="333452"/>
                    </a:cubicBezTo>
                    <a:cubicBezTo>
                      <a:pt x="1402826" y="334899"/>
                      <a:pt x="1407140" y="337735"/>
                      <a:pt x="1412931" y="341957"/>
                    </a:cubicBezTo>
                    <a:cubicBezTo>
                      <a:pt x="1415103" y="340148"/>
                      <a:pt x="1417485" y="336558"/>
                      <a:pt x="1420079" y="331189"/>
                    </a:cubicBezTo>
                    <a:cubicBezTo>
                      <a:pt x="1422673" y="325820"/>
                      <a:pt x="1423970" y="322744"/>
                      <a:pt x="1423970" y="321960"/>
                    </a:cubicBezTo>
                    <a:cubicBezTo>
                      <a:pt x="1423970" y="321175"/>
                      <a:pt x="1423458" y="320783"/>
                      <a:pt x="1422432" y="320783"/>
                    </a:cubicBezTo>
                    <a:cubicBezTo>
                      <a:pt x="1421407" y="320783"/>
                      <a:pt x="1417847" y="321537"/>
                      <a:pt x="1411755" y="323045"/>
                    </a:cubicBezTo>
                    <a:cubicBezTo>
                      <a:pt x="1405662" y="324554"/>
                      <a:pt x="1400956" y="325308"/>
                      <a:pt x="1397639" y="325308"/>
                    </a:cubicBezTo>
                    <a:cubicBezTo>
                      <a:pt x="1394321" y="325308"/>
                      <a:pt x="1391757" y="324885"/>
                      <a:pt x="1389947" y="324041"/>
                    </a:cubicBezTo>
                    <a:cubicBezTo>
                      <a:pt x="1388137" y="323196"/>
                      <a:pt x="1387232" y="322472"/>
                      <a:pt x="1387232" y="321869"/>
                    </a:cubicBezTo>
                    <a:cubicBezTo>
                      <a:pt x="1387232" y="321266"/>
                      <a:pt x="1388620" y="320844"/>
                      <a:pt x="1391395" y="320602"/>
                    </a:cubicBezTo>
                    <a:cubicBezTo>
                      <a:pt x="1398272" y="320120"/>
                      <a:pt x="1405089" y="319004"/>
                      <a:pt x="1411845" y="317254"/>
                    </a:cubicBezTo>
                    <a:cubicBezTo>
                      <a:pt x="1418601" y="315505"/>
                      <a:pt x="1422975" y="314087"/>
                      <a:pt x="1424966" y="313001"/>
                    </a:cubicBezTo>
                    <a:cubicBezTo>
                      <a:pt x="1426957" y="311915"/>
                      <a:pt x="1428555" y="311373"/>
                      <a:pt x="1429762" y="311373"/>
                    </a:cubicBezTo>
                    <a:close/>
                    <a:moveTo>
                      <a:pt x="650393" y="307029"/>
                    </a:moveTo>
                    <a:cubicBezTo>
                      <a:pt x="651901" y="307029"/>
                      <a:pt x="654525" y="307964"/>
                      <a:pt x="658265" y="309834"/>
                    </a:cubicBezTo>
                    <a:cubicBezTo>
                      <a:pt x="662005" y="311704"/>
                      <a:pt x="663875" y="313303"/>
                      <a:pt x="663875" y="314630"/>
                    </a:cubicBezTo>
                    <a:cubicBezTo>
                      <a:pt x="663875" y="315354"/>
                      <a:pt x="663363" y="316380"/>
                      <a:pt x="662337" y="317707"/>
                    </a:cubicBezTo>
                    <a:cubicBezTo>
                      <a:pt x="661312" y="319034"/>
                      <a:pt x="658386" y="324041"/>
                      <a:pt x="653560" y="332728"/>
                    </a:cubicBezTo>
                    <a:cubicBezTo>
                      <a:pt x="649940" y="338881"/>
                      <a:pt x="645356" y="344642"/>
                      <a:pt x="639806" y="350011"/>
                    </a:cubicBezTo>
                    <a:cubicBezTo>
                      <a:pt x="634256" y="355380"/>
                      <a:pt x="629038" y="359331"/>
                      <a:pt x="624151" y="361865"/>
                    </a:cubicBezTo>
                    <a:cubicBezTo>
                      <a:pt x="619265" y="364398"/>
                      <a:pt x="615857" y="365665"/>
                      <a:pt x="613926" y="365665"/>
                    </a:cubicBezTo>
                    <a:cubicBezTo>
                      <a:pt x="612961" y="365665"/>
                      <a:pt x="612479" y="365303"/>
                      <a:pt x="612479" y="364579"/>
                    </a:cubicBezTo>
                    <a:cubicBezTo>
                      <a:pt x="612479" y="363855"/>
                      <a:pt x="613202" y="362950"/>
                      <a:pt x="614650" y="361865"/>
                    </a:cubicBezTo>
                    <a:cubicBezTo>
                      <a:pt x="626353" y="353057"/>
                      <a:pt x="635070" y="343978"/>
                      <a:pt x="640801" y="334628"/>
                    </a:cubicBezTo>
                    <a:cubicBezTo>
                      <a:pt x="646532" y="325277"/>
                      <a:pt x="649096" y="318431"/>
                      <a:pt x="648493" y="314087"/>
                    </a:cubicBezTo>
                    <a:cubicBezTo>
                      <a:pt x="648251" y="312519"/>
                      <a:pt x="648131" y="311312"/>
                      <a:pt x="648131" y="310468"/>
                    </a:cubicBezTo>
                    <a:cubicBezTo>
                      <a:pt x="648131" y="308175"/>
                      <a:pt x="648885" y="307029"/>
                      <a:pt x="650393" y="307029"/>
                    </a:cubicBezTo>
                    <a:close/>
                    <a:moveTo>
                      <a:pt x="676544" y="299247"/>
                    </a:moveTo>
                    <a:cubicBezTo>
                      <a:pt x="680525" y="299247"/>
                      <a:pt x="683903" y="301540"/>
                      <a:pt x="686678" y="306124"/>
                    </a:cubicBezTo>
                    <a:cubicBezTo>
                      <a:pt x="691142" y="313725"/>
                      <a:pt x="697446" y="321658"/>
                      <a:pt x="705590" y="329922"/>
                    </a:cubicBezTo>
                    <a:cubicBezTo>
                      <a:pt x="713734" y="338187"/>
                      <a:pt x="720671" y="344039"/>
                      <a:pt x="726402" y="347477"/>
                    </a:cubicBezTo>
                    <a:cubicBezTo>
                      <a:pt x="732133" y="350916"/>
                      <a:pt x="741936" y="354746"/>
                      <a:pt x="755811" y="358969"/>
                    </a:cubicBezTo>
                    <a:cubicBezTo>
                      <a:pt x="758224" y="359693"/>
                      <a:pt x="759430" y="360387"/>
                      <a:pt x="759430" y="361050"/>
                    </a:cubicBezTo>
                    <a:cubicBezTo>
                      <a:pt x="759430" y="361714"/>
                      <a:pt x="758917" y="362257"/>
                      <a:pt x="757892" y="362679"/>
                    </a:cubicBezTo>
                    <a:cubicBezTo>
                      <a:pt x="756866" y="363101"/>
                      <a:pt x="752915" y="363584"/>
                      <a:pt x="746038" y="364127"/>
                    </a:cubicBezTo>
                    <a:cubicBezTo>
                      <a:pt x="739161" y="364670"/>
                      <a:pt x="733400" y="364941"/>
                      <a:pt x="728755" y="364941"/>
                    </a:cubicBezTo>
                    <a:cubicBezTo>
                      <a:pt x="724110" y="364941"/>
                      <a:pt x="720279" y="364127"/>
                      <a:pt x="717263" y="362498"/>
                    </a:cubicBezTo>
                    <a:cubicBezTo>
                      <a:pt x="714247" y="360869"/>
                      <a:pt x="709722" y="355681"/>
                      <a:pt x="703690" y="346934"/>
                    </a:cubicBezTo>
                    <a:cubicBezTo>
                      <a:pt x="697657" y="338187"/>
                      <a:pt x="693103" y="330677"/>
                      <a:pt x="690026" y="324403"/>
                    </a:cubicBezTo>
                    <a:cubicBezTo>
                      <a:pt x="686950" y="318129"/>
                      <a:pt x="682576" y="311614"/>
                      <a:pt x="676906" y="304857"/>
                    </a:cubicBezTo>
                    <a:cubicBezTo>
                      <a:pt x="675337" y="302927"/>
                      <a:pt x="674553" y="301509"/>
                      <a:pt x="674553" y="300605"/>
                    </a:cubicBezTo>
                    <a:cubicBezTo>
                      <a:pt x="674553" y="299700"/>
                      <a:pt x="675217" y="299247"/>
                      <a:pt x="676544" y="299247"/>
                    </a:cubicBezTo>
                    <a:close/>
                    <a:moveTo>
                      <a:pt x="1021844" y="296895"/>
                    </a:moveTo>
                    <a:cubicBezTo>
                      <a:pt x="1023050" y="296895"/>
                      <a:pt x="1025282" y="297679"/>
                      <a:pt x="1028540" y="299247"/>
                    </a:cubicBezTo>
                    <a:cubicBezTo>
                      <a:pt x="1031797" y="300816"/>
                      <a:pt x="1033426" y="302052"/>
                      <a:pt x="1033426" y="302957"/>
                    </a:cubicBezTo>
                    <a:cubicBezTo>
                      <a:pt x="1033426" y="303862"/>
                      <a:pt x="1032763" y="305431"/>
                      <a:pt x="1031436" y="307663"/>
                    </a:cubicBezTo>
                    <a:cubicBezTo>
                      <a:pt x="1030108" y="309895"/>
                      <a:pt x="1029445" y="314027"/>
                      <a:pt x="1029445" y="320059"/>
                    </a:cubicBezTo>
                    <a:cubicBezTo>
                      <a:pt x="1029445" y="326092"/>
                      <a:pt x="1029626" y="333029"/>
                      <a:pt x="1029988" y="340871"/>
                    </a:cubicBezTo>
                    <a:lnTo>
                      <a:pt x="1030531" y="358426"/>
                    </a:lnTo>
                    <a:cubicBezTo>
                      <a:pt x="1030531" y="364097"/>
                      <a:pt x="1029626" y="369194"/>
                      <a:pt x="1027816" y="373718"/>
                    </a:cubicBezTo>
                    <a:cubicBezTo>
                      <a:pt x="1026006" y="378243"/>
                      <a:pt x="1024317" y="380505"/>
                      <a:pt x="1022749" y="380505"/>
                    </a:cubicBezTo>
                    <a:cubicBezTo>
                      <a:pt x="1021784" y="380505"/>
                      <a:pt x="1020637" y="379600"/>
                      <a:pt x="1019310" y="377790"/>
                    </a:cubicBezTo>
                    <a:cubicBezTo>
                      <a:pt x="1015570" y="372844"/>
                      <a:pt x="1012554" y="369345"/>
                      <a:pt x="1010262" y="367294"/>
                    </a:cubicBezTo>
                    <a:cubicBezTo>
                      <a:pt x="1008934" y="365967"/>
                      <a:pt x="1008271" y="365032"/>
                      <a:pt x="1008271" y="364489"/>
                    </a:cubicBezTo>
                    <a:cubicBezTo>
                      <a:pt x="1008271" y="363946"/>
                      <a:pt x="1009809" y="363674"/>
                      <a:pt x="1012886" y="363674"/>
                    </a:cubicBezTo>
                    <a:cubicBezTo>
                      <a:pt x="1015962" y="363674"/>
                      <a:pt x="1017983" y="363373"/>
                      <a:pt x="1018948" y="362769"/>
                    </a:cubicBezTo>
                    <a:cubicBezTo>
                      <a:pt x="1019914" y="362166"/>
                      <a:pt x="1020577" y="360115"/>
                      <a:pt x="1020939" y="356616"/>
                    </a:cubicBezTo>
                    <a:cubicBezTo>
                      <a:pt x="1021301" y="353117"/>
                      <a:pt x="1021482" y="346964"/>
                      <a:pt x="1021482" y="338157"/>
                    </a:cubicBezTo>
                    <a:cubicBezTo>
                      <a:pt x="1021482" y="329349"/>
                      <a:pt x="1021210" y="322110"/>
                      <a:pt x="1020668" y="316440"/>
                    </a:cubicBezTo>
                    <a:cubicBezTo>
                      <a:pt x="1020125" y="310769"/>
                      <a:pt x="1019582" y="307451"/>
                      <a:pt x="1019039" y="306486"/>
                    </a:cubicBezTo>
                    <a:cubicBezTo>
                      <a:pt x="1018496" y="305521"/>
                      <a:pt x="1017018" y="305038"/>
                      <a:pt x="1014605" y="305038"/>
                    </a:cubicBezTo>
                    <a:cubicBezTo>
                      <a:pt x="1011951" y="305038"/>
                      <a:pt x="1009658" y="305400"/>
                      <a:pt x="1007728" y="306124"/>
                    </a:cubicBezTo>
                    <a:cubicBezTo>
                      <a:pt x="1005797" y="306848"/>
                      <a:pt x="1003264" y="307331"/>
                      <a:pt x="1000127" y="307572"/>
                    </a:cubicBezTo>
                    <a:cubicBezTo>
                      <a:pt x="1000609" y="309864"/>
                      <a:pt x="1000851" y="312187"/>
                      <a:pt x="1000851" y="314540"/>
                    </a:cubicBezTo>
                    <a:cubicBezTo>
                      <a:pt x="1000851" y="316892"/>
                      <a:pt x="1000790" y="319215"/>
                      <a:pt x="1000670" y="321507"/>
                    </a:cubicBezTo>
                    <a:cubicBezTo>
                      <a:pt x="1005858" y="319939"/>
                      <a:pt x="1009326" y="319154"/>
                      <a:pt x="1011076" y="319154"/>
                    </a:cubicBezTo>
                    <a:cubicBezTo>
                      <a:pt x="1012825" y="319154"/>
                      <a:pt x="1014424" y="319456"/>
                      <a:pt x="1015872" y="320059"/>
                    </a:cubicBezTo>
                    <a:cubicBezTo>
                      <a:pt x="1017320" y="320663"/>
                      <a:pt x="1018043" y="321507"/>
                      <a:pt x="1018043" y="322593"/>
                    </a:cubicBezTo>
                    <a:cubicBezTo>
                      <a:pt x="1018043" y="323679"/>
                      <a:pt x="1016023" y="324584"/>
                      <a:pt x="1011981" y="325308"/>
                    </a:cubicBezTo>
                    <a:cubicBezTo>
                      <a:pt x="1007939" y="326032"/>
                      <a:pt x="1003988" y="326273"/>
                      <a:pt x="1000127" y="326032"/>
                    </a:cubicBezTo>
                    <a:cubicBezTo>
                      <a:pt x="999644" y="330375"/>
                      <a:pt x="999041" y="334658"/>
                      <a:pt x="998317" y="338881"/>
                    </a:cubicBezTo>
                    <a:cubicBezTo>
                      <a:pt x="1003384" y="337554"/>
                      <a:pt x="1007094" y="336890"/>
                      <a:pt x="1009447" y="336890"/>
                    </a:cubicBezTo>
                    <a:cubicBezTo>
                      <a:pt x="1011800" y="336890"/>
                      <a:pt x="1013640" y="337192"/>
                      <a:pt x="1014967" y="337795"/>
                    </a:cubicBezTo>
                    <a:cubicBezTo>
                      <a:pt x="1016294" y="338398"/>
                      <a:pt x="1016958" y="339213"/>
                      <a:pt x="1016958" y="340238"/>
                    </a:cubicBezTo>
                    <a:cubicBezTo>
                      <a:pt x="1016958" y="341264"/>
                      <a:pt x="1015329" y="342108"/>
                      <a:pt x="1012071" y="342772"/>
                    </a:cubicBezTo>
                    <a:cubicBezTo>
                      <a:pt x="1008814" y="343435"/>
                      <a:pt x="1006190" y="343767"/>
                      <a:pt x="1004199" y="343767"/>
                    </a:cubicBezTo>
                    <a:cubicBezTo>
                      <a:pt x="1002208" y="343767"/>
                      <a:pt x="1000006" y="343646"/>
                      <a:pt x="997593" y="343405"/>
                    </a:cubicBezTo>
                    <a:cubicBezTo>
                      <a:pt x="995301" y="355953"/>
                      <a:pt x="993461" y="363916"/>
                      <a:pt x="992074" y="367294"/>
                    </a:cubicBezTo>
                    <a:cubicBezTo>
                      <a:pt x="990686" y="370672"/>
                      <a:pt x="989359" y="372361"/>
                      <a:pt x="988092" y="372361"/>
                    </a:cubicBezTo>
                    <a:cubicBezTo>
                      <a:pt x="986825" y="372361"/>
                      <a:pt x="985830" y="370883"/>
                      <a:pt x="985106" y="367927"/>
                    </a:cubicBezTo>
                    <a:cubicBezTo>
                      <a:pt x="984382" y="364971"/>
                      <a:pt x="984020" y="362649"/>
                      <a:pt x="984020" y="360960"/>
                    </a:cubicBezTo>
                    <a:cubicBezTo>
                      <a:pt x="984020" y="359271"/>
                      <a:pt x="984804" y="356888"/>
                      <a:pt x="986373" y="353811"/>
                    </a:cubicBezTo>
                    <a:cubicBezTo>
                      <a:pt x="987941" y="350735"/>
                      <a:pt x="989238" y="347568"/>
                      <a:pt x="990264" y="344310"/>
                    </a:cubicBezTo>
                    <a:cubicBezTo>
                      <a:pt x="991289" y="341052"/>
                      <a:pt x="992074" y="336498"/>
                      <a:pt x="992616" y="330646"/>
                    </a:cubicBezTo>
                    <a:cubicBezTo>
                      <a:pt x="993159" y="324795"/>
                      <a:pt x="993431" y="319999"/>
                      <a:pt x="993431" y="316259"/>
                    </a:cubicBezTo>
                    <a:cubicBezTo>
                      <a:pt x="993431" y="312519"/>
                      <a:pt x="993009" y="309744"/>
                      <a:pt x="992164" y="307934"/>
                    </a:cubicBezTo>
                    <a:cubicBezTo>
                      <a:pt x="991320" y="306124"/>
                      <a:pt x="990897" y="304767"/>
                      <a:pt x="990897" y="303862"/>
                    </a:cubicBezTo>
                    <a:cubicBezTo>
                      <a:pt x="990897" y="302957"/>
                      <a:pt x="991440" y="302505"/>
                      <a:pt x="992526" y="302505"/>
                    </a:cubicBezTo>
                    <a:cubicBezTo>
                      <a:pt x="993612" y="302505"/>
                      <a:pt x="995060" y="302806"/>
                      <a:pt x="996869" y="303410"/>
                    </a:cubicBezTo>
                    <a:cubicBezTo>
                      <a:pt x="1000730" y="303289"/>
                      <a:pt x="1004772" y="302656"/>
                      <a:pt x="1008995" y="301509"/>
                    </a:cubicBezTo>
                    <a:cubicBezTo>
                      <a:pt x="1013217" y="300363"/>
                      <a:pt x="1016113" y="299308"/>
                      <a:pt x="1017681" y="298342"/>
                    </a:cubicBezTo>
                    <a:cubicBezTo>
                      <a:pt x="1019250" y="297377"/>
                      <a:pt x="1020637" y="296895"/>
                      <a:pt x="1021844" y="296895"/>
                    </a:cubicBezTo>
                    <a:close/>
                    <a:moveTo>
                      <a:pt x="1070707" y="286579"/>
                    </a:moveTo>
                    <a:cubicBezTo>
                      <a:pt x="1066605" y="287424"/>
                      <a:pt x="1063378" y="287846"/>
                      <a:pt x="1061025" y="287846"/>
                    </a:cubicBezTo>
                    <a:cubicBezTo>
                      <a:pt x="1058672" y="287846"/>
                      <a:pt x="1056470" y="287484"/>
                      <a:pt x="1054419" y="286760"/>
                    </a:cubicBezTo>
                    <a:cubicBezTo>
                      <a:pt x="1052730" y="289294"/>
                      <a:pt x="1050438" y="292431"/>
                      <a:pt x="1047542" y="296171"/>
                    </a:cubicBezTo>
                    <a:cubicBezTo>
                      <a:pt x="1049473" y="297257"/>
                      <a:pt x="1052278" y="300816"/>
                      <a:pt x="1055958" y="306848"/>
                    </a:cubicBezTo>
                    <a:cubicBezTo>
                      <a:pt x="1059638" y="312881"/>
                      <a:pt x="1063528" y="318551"/>
                      <a:pt x="1067631" y="323860"/>
                    </a:cubicBezTo>
                    <a:cubicBezTo>
                      <a:pt x="1070406" y="315414"/>
                      <a:pt x="1071793" y="306547"/>
                      <a:pt x="1071793" y="297257"/>
                    </a:cubicBezTo>
                    <a:cubicBezTo>
                      <a:pt x="1071793" y="292913"/>
                      <a:pt x="1071431" y="289354"/>
                      <a:pt x="1070707" y="286579"/>
                    </a:cubicBezTo>
                    <a:close/>
                    <a:moveTo>
                      <a:pt x="1424875" y="285312"/>
                    </a:moveTo>
                    <a:cubicBezTo>
                      <a:pt x="1420894" y="285795"/>
                      <a:pt x="1413474" y="287122"/>
                      <a:pt x="1402615" y="289294"/>
                    </a:cubicBezTo>
                    <a:cubicBezTo>
                      <a:pt x="1402615" y="295688"/>
                      <a:pt x="1402676" y="300816"/>
                      <a:pt x="1402796" y="304676"/>
                    </a:cubicBezTo>
                    <a:cubicBezTo>
                      <a:pt x="1414861" y="302746"/>
                      <a:pt x="1421165" y="301057"/>
                      <a:pt x="1421708" y="299609"/>
                    </a:cubicBezTo>
                    <a:cubicBezTo>
                      <a:pt x="1422251" y="298161"/>
                      <a:pt x="1423307" y="293396"/>
                      <a:pt x="1424875" y="285312"/>
                    </a:cubicBezTo>
                    <a:close/>
                    <a:moveTo>
                      <a:pt x="506970" y="279702"/>
                    </a:moveTo>
                    <a:cubicBezTo>
                      <a:pt x="509262" y="279702"/>
                      <a:pt x="513153" y="280697"/>
                      <a:pt x="518643" y="282688"/>
                    </a:cubicBezTo>
                    <a:cubicBezTo>
                      <a:pt x="524133" y="284679"/>
                      <a:pt x="528235" y="287243"/>
                      <a:pt x="530949" y="290379"/>
                    </a:cubicBezTo>
                    <a:cubicBezTo>
                      <a:pt x="533664" y="293516"/>
                      <a:pt x="535021" y="296533"/>
                      <a:pt x="535021" y="299428"/>
                    </a:cubicBezTo>
                    <a:cubicBezTo>
                      <a:pt x="535021" y="302565"/>
                      <a:pt x="533754" y="304134"/>
                      <a:pt x="531221" y="304134"/>
                    </a:cubicBezTo>
                    <a:cubicBezTo>
                      <a:pt x="529894" y="304134"/>
                      <a:pt x="528114" y="303349"/>
                      <a:pt x="525882" y="301781"/>
                    </a:cubicBezTo>
                    <a:cubicBezTo>
                      <a:pt x="523650" y="300212"/>
                      <a:pt x="520030" y="297166"/>
                      <a:pt x="515023" y="292642"/>
                    </a:cubicBezTo>
                    <a:cubicBezTo>
                      <a:pt x="510016" y="288117"/>
                      <a:pt x="507000" y="285222"/>
                      <a:pt x="505975" y="283955"/>
                    </a:cubicBezTo>
                    <a:cubicBezTo>
                      <a:pt x="504949" y="282688"/>
                      <a:pt x="504436" y="281662"/>
                      <a:pt x="504436" y="280878"/>
                    </a:cubicBezTo>
                    <a:cubicBezTo>
                      <a:pt x="504436" y="280094"/>
                      <a:pt x="505281" y="279702"/>
                      <a:pt x="506970" y="279702"/>
                    </a:cubicBezTo>
                    <a:close/>
                    <a:moveTo>
                      <a:pt x="475209" y="278254"/>
                    </a:moveTo>
                    <a:cubicBezTo>
                      <a:pt x="476234" y="278254"/>
                      <a:pt x="478557" y="279129"/>
                      <a:pt x="482176" y="280878"/>
                    </a:cubicBezTo>
                    <a:cubicBezTo>
                      <a:pt x="485796" y="282628"/>
                      <a:pt x="487606" y="284166"/>
                      <a:pt x="487606" y="285493"/>
                    </a:cubicBezTo>
                    <a:cubicBezTo>
                      <a:pt x="487606" y="286217"/>
                      <a:pt x="487093" y="286971"/>
                      <a:pt x="486067" y="287755"/>
                    </a:cubicBezTo>
                    <a:cubicBezTo>
                      <a:pt x="485042" y="288540"/>
                      <a:pt x="483383" y="290500"/>
                      <a:pt x="481091" y="293637"/>
                    </a:cubicBezTo>
                    <a:cubicBezTo>
                      <a:pt x="474576" y="302324"/>
                      <a:pt x="467729" y="309261"/>
                      <a:pt x="460550" y="314449"/>
                    </a:cubicBezTo>
                    <a:cubicBezTo>
                      <a:pt x="453371" y="319637"/>
                      <a:pt x="448636" y="322231"/>
                      <a:pt x="446343" y="322231"/>
                    </a:cubicBezTo>
                    <a:cubicBezTo>
                      <a:pt x="445499" y="322231"/>
                      <a:pt x="445077" y="321869"/>
                      <a:pt x="445077" y="321145"/>
                    </a:cubicBezTo>
                    <a:cubicBezTo>
                      <a:pt x="445077" y="320421"/>
                      <a:pt x="445861" y="319396"/>
                      <a:pt x="447429" y="318069"/>
                    </a:cubicBezTo>
                    <a:cubicBezTo>
                      <a:pt x="455392" y="311192"/>
                      <a:pt x="461515" y="304556"/>
                      <a:pt x="465798" y="298161"/>
                    </a:cubicBezTo>
                    <a:cubicBezTo>
                      <a:pt x="470081" y="291767"/>
                      <a:pt x="472283" y="287243"/>
                      <a:pt x="472404" y="284588"/>
                    </a:cubicBezTo>
                    <a:cubicBezTo>
                      <a:pt x="472524" y="281934"/>
                      <a:pt x="472766" y="280215"/>
                      <a:pt x="473128" y="279430"/>
                    </a:cubicBezTo>
                    <a:cubicBezTo>
                      <a:pt x="473490" y="278646"/>
                      <a:pt x="474183" y="278254"/>
                      <a:pt x="475209" y="278254"/>
                    </a:cubicBezTo>
                    <a:close/>
                    <a:moveTo>
                      <a:pt x="268807" y="273006"/>
                    </a:moveTo>
                    <a:cubicBezTo>
                      <a:pt x="271582" y="273006"/>
                      <a:pt x="273995" y="274031"/>
                      <a:pt x="276046" y="276082"/>
                    </a:cubicBezTo>
                    <a:cubicBezTo>
                      <a:pt x="278097" y="278133"/>
                      <a:pt x="279123" y="280546"/>
                      <a:pt x="279123" y="283321"/>
                    </a:cubicBezTo>
                    <a:cubicBezTo>
                      <a:pt x="279123" y="286096"/>
                      <a:pt x="278097" y="288479"/>
                      <a:pt x="276046" y="290470"/>
                    </a:cubicBezTo>
                    <a:cubicBezTo>
                      <a:pt x="273995" y="292461"/>
                      <a:pt x="271582" y="293456"/>
                      <a:pt x="268807" y="293456"/>
                    </a:cubicBezTo>
                    <a:cubicBezTo>
                      <a:pt x="266032" y="293456"/>
                      <a:pt x="263619" y="292461"/>
                      <a:pt x="261568" y="290470"/>
                    </a:cubicBezTo>
                    <a:cubicBezTo>
                      <a:pt x="259517" y="288479"/>
                      <a:pt x="258491" y="286096"/>
                      <a:pt x="258491" y="283321"/>
                    </a:cubicBezTo>
                    <a:cubicBezTo>
                      <a:pt x="258491" y="280546"/>
                      <a:pt x="259517" y="278133"/>
                      <a:pt x="261568" y="276082"/>
                    </a:cubicBezTo>
                    <a:cubicBezTo>
                      <a:pt x="263619" y="274031"/>
                      <a:pt x="266032" y="273006"/>
                      <a:pt x="268807" y="273006"/>
                    </a:cubicBezTo>
                    <a:close/>
                    <a:moveTo>
                      <a:pt x="1022206" y="264862"/>
                    </a:moveTo>
                    <a:cubicBezTo>
                      <a:pt x="1017983" y="265707"/>
                      <a:pt x="1012735" y="266672"/>
                      <a:pt x="1006461" y="267758"/>
                    </a:cubicBezTo>
                    <a:lnTo>
                      <a:pt x="1005737" y="285674"/>
                    </a:lnTo>
                    <a:lnTo>
                      <a:pt x="1020034" y="282417"/>
                    </a:lnTo>
                    <a:close/>
                    <a:moveTo>
                      <a:pt x="925294" y="262328"/>
                    </a:moveTo>
                    <a:cubicBezTo>
                      <a:pt x="928853" y="262328"/>
                      <a:pt x="931387" y="262871"/>
                      <a:pt x="932895" y="263957"/>
                    </a:cubicBezTo>
                    <a:cubicBezTo>
                      <a:pt x="934403" y="265043"/>
                      <a:pt x="935157" y="266008"/>
                      <a:pt x="935157" y="266853"/>
                    </a:cubicBezTo>
                    <a:cubicBezTo>
                      <a:pt x="935157" y="268542"/>
                      <a:pt x="933015" y="269869"/>
                      <a:pt x="928732" y="270834"/>
                    </a:cubicBezTo>
                    <a:cubicBezTo>
                      <a:pt x="924449" y="271799"/>
                      <a:pt x="921041" y="272433"/>
                      <a:pt x="918507" y="272734"/>
                    </a:cubicBezTo>
                    <a:cubicBezTo>
                      <a:pt x="915974" y="273036"/>
                      <a:pt x="910906" y="273790"/>
                      <a:pt x="903305" y="274997"/>
                    </a:cubicBezTo>
                    <a:cubicBezTo>
                      <a:pt x="895704" y="276203"/>
                      <a:pt x="890245" y="277168"/>
                      <a:pt x="886927" y="277892"/>
                    </a:cubicBezTo>
                    <a:cubicBezTo>
                      <a:pt x="883609" y="278616"/>
                      <a:pt x="880864" y="278978"/>
                      <a:pt x="878693" y="278978"/>
                    </a:cubicBezTo>
                    <a:cubicBezTo>
                      <a:pt x="876521" y="278978"/>
                      <a:pt x="874651" y="278857"/>
                      <a:pt x="873082" y="278616"/>
                    </a:cubicBezTo>
                    <a:cubicBezTo>
                      <a:pt x="873203" y="280185"/>
                      <a:pt x="873263" y="282236"/>
                      <a:pt x="873263" y="284769"/>
                    </a:cubicBezTo>
                    <a:cubicBezTo>
                      <a:pt x="873263" y="293697"/>
                      <a:pt x="872660" y="303530"/>
                      <a:pt x="871454" y="314268"/>
                    </a:cubicBezTo>
                    <a:cubicBezTo>
                      <a:pt x="870247" y="325006"/>
                      <a:pt x="868437" y="333663"/>
                      <a:pt x="866024" y="340238"/>
                    </a:cubicBezTo>
                    <a:cubicBezTo>
                      <a:pt x="863611" y="346813"/>
                      <a:pt x="860233" y="353148"/>
                      <a:pt x="855890" y="359240"/>
                    </a:cubicBezTo>
                    <a:cubicBezTo>
                      <a:pt x="851546" y="365333"/>
                      <a:pt x="847294" y="369827"/>
                      <a:pt x="843131" y="372723"/>
                    </a:cubicBezTo>
                    <a:cubicBezTo>
                      <a:pt x="838969" y="375619"/>
                      <a:pt x="836405" y="377066"/>
                      <a:pt x="835440" y="377066"/>
                    </a:cubicBezTo>
                    <a:cubicBezTo>
                      <a:pt x="834957" y="377066"/>
                      <a:pt x="834716" y="376735"/>
                      <a:pt x="834716" y="376071"/>
                    </a:cubicBezTo>
                    <a:cubicBezTo>
                      <a:pt x="834716" y="375408"/>
                      <a:pt x="835500" y="374231"/>
                      <a:pt x="837068" y="372542"/>
                    </a:cubicBezTo>
                    <a:cubicBezTo>
                      <a:pt x="848168" y="359271"/>
                      <a:pt x="855347" y="346391"/>
                      <a:pt x="858604" y="333904"/>
                    </a:cubicBezTo>
                    <a:cubicBezTo>
                      <a:pt x="861862" y="321417"/>
                      <a:pt x="863491" y="309472"/>
                      <a:pt x="863491" y="298071"/>
                    </a:cubicBezTo>
                    <a:cubicBezTo>
                      <a:pt x="863491" y="286669"/>
                      <a:pt x="862586" y="279461"/>
                      <a:pt x="860776" y="276444"/>
                    </a:cubicBezTo>
                    <a:cubicBezTo>
                      <a:pt x="859570" y="274514"/>
                      <a:pt x="858966" y="273006"/>
                      <a:pt x="858966" y="271920"/>
                    </a:cubicBezTo>
                    <a:cubicBezTo>
                      <a:pt x="858966" y="270834"/>
                      <a:pt x="859841" y="270291"/>
                      <a:pt x="861591" y="270291"/>
                    </a:cubicBezTo>
                    <a:cubicBezTo>
                      <a:pt x="863340" y="270291"/>
                      <a:pt x="866386" y="271256"/>
                      <a:pt x="870730" y="273187"/>
                    </a:cubicBezTo>
                    <a:cubicBezTo>
                      <a:pt x="879537" y="273428"/>
                      <a:pt x="894076" y="270412"/>
                      <a:pt x="914345" y="264138"/>
                    </a:cubicBezTo>
                    <a:cubicBezTo>
                      <a:pt x="918085" y="262932"/>
                      <a:pt x="921735" y="262328"/>
                      <a:pt x="925294" y="262328"/>
                    </a:cubicBezTo>
                    <a:close/>
                    <a:moveTo>
                      <a:pt x="720611" y="260700"/>
                    </a:moveTo>
                    <a:cubicBezTo>
                      <a:pt x="723446" y="260700"/>
                      <a:pt x="727880" y="263203"/>
                      <a:pt x="733913" y="268210"/>
                    </a:cubicBezTo>
                    <a:cubicBezTo>
                      <a:pt x="739945" y="273217"/>
                      <a:pt x="742962" y="276686"/>
                      <a:pt x="742962" y="278616"/>
                    </a:cubicBezTo>
                    <a:cubicBezTo>
                      <a:pt x="742962" y="280546"/>
                      <a:pt x="741393" y="281512"/>
                      <a:pt x="738256" y="281512"/>
                    </a:cubicBezTo>
                    <a:cubicBezTo>
                      <a:pt x="735119" y="281512"/>
                      <a:pt x="730776" y="282085"/>
                      <a:pt x="725226" y="283231"/>
                    </a:cubicBezTo>
                    <a:cubicBezTo>
                      <a:pt x="719676" y="284377"/>
                      <a:pt x="715544" y="285523"/>
                      <a:pt x="712829" y="286669"/>
                    </a:cubicBezTo>
                    <a:cubicBezTo>
                      <a:pt x="710115" y="287816"/>
                      <a:pt x="708365" y="288389"/>
                      <a:pt x="707581" y="288389"/>
                    </a:cubicBezTo>
                    <a:cubicBezTo>
                      <a:pt x="706797" y="288389"/>
                      <a:pt x="706405" y="288117"/>
                      <a:pt x="706405" y="287574"/>
                    </a:cubicBezTo>
                    <a:cubicBezTo>
                      <a:pt x="706405" y="287031"/>
                      <a:pt x="707249" y="285915"/>
                      <a:pt x="708938" y="284226"/>
                    </a:cubicBezTo>
                    <a:cubicBezTo>
                      <a:pt x="713644" y="279159"/>
                      <a:pt x="715996" y="275660"/>
                      <a:pt x="715996" y="273730"/>
                    </a:cubicBezTo>
                    <a:cubicBezTo>
                      <a:pt x="715996" y="272041"/>
                      <a:pt x="714186" y="271196"/>
                      <a:pt x="710567" y="271196"/>
                    </a:cubicBezTo>
                    <a:cubicBezTo>
                      <a:pt x="706948" y="271196"/>
                      <a:pt x="701156" y="271799"/>
                      <a:pt x="693193" y="273006"/>
                    </a:cubicBezTo>
                    <a:cubicBezTo>
                      <a:pt x="670029" y="276746"/>
                      <a:pt x="653922" y="278616"/>
                      <a:pt x="644873" y="278616"/>
                    </a:cubicBezTo>
                    <a:cubicBezTo>
                      <a:pt x="642943" y="278616"/>
                      <a:pt x="641193" y="278556"/>
                      <a:pt x="639625" y="278435"/>
                    </a:cubicBezTo>
                    <a:cubicBezTo>
                      <a:pt x="639142" y="282296"/>
                      <a:pt x="637724" y="286911"/>
                      <a:pt x="635372" y="292280"/>
                    </a:cubicBezTo>
                    <a:cubicBezTo>
                      <a:pt x="633019" y="297649"/>
                      <a:pt x="630455" y="301449"/>
                      <a:pt x="627680" y="303681"/>
                    </a:cubicBezTo>
                    <a:cubicBezTo>
                      <a:pt x="624905" y="305913"/>
                      <a:pt x="622945" y="307029"/>
                      <a:pt x="621799" y="307029"/>
                    </a:cubicBezTo>
                    <a:cubicBezTo>
                      <a:pt x="620653" y="307029"/>
                      <a:pt x="619808" y="306426"/>
                      <a:pt x="619265" y="305219"/>
                    </a:cubicBezTo>
                    <a:cubicBezTo>
                      <a:pt x="618722" y="304013"/>
                      <a:pt x="618451" y="302505"/>
                      <a:pt x="618451" y="300695"/>
                    </a:cubicBezTo>
                    <a:cubicBezTo>
                      <a:pt x="618451" y="298885"/>
                      <a:pt x="618873" y="297317"/>
                      <a:pt x="619718" y="295990"/>
                    </a:cubicBezTo>
                    <a:cubicBezTo>
                      <a:pt x="625388" y="286820"/>
                      <a:pt x="628887" y="278676"/>
                      <a:pt x="630214" y="271558"/>
                    </a:cubicBezTo>
                    <a:cubicBezTo>
                      <a:pt x="630817" y="268421"/>
                      <a:pt x="631662" y="266853"/>
                      <a:pt x="632748" y="266853"/>
                    </a:cubicBezTo>
                    <a:cubicBezTo>
                      <a:pt x="633834" y="266853"/>
                      <a:pt x="636126" y="269085"/>
                      <a:pt x="639625" y="273549"/>
                    </a:cubicBezTo>
                    <a:cubicBezTo>
                      <a:pt x="648553" y="273790"/>
                      <a:pt x="662367" y="272372"/>
                      <a:pt x="681068" y="269296"/>
                    </a:cubicBezTo>
                    <a:cubicBezTo>
                      <a:pt x="699769" y="266219"/>
                      <a:pt x="710326" y="264017"/>
                      <a:pt x="712739" y="262690"/>
                    </a:cubicBezTo>
                    <a:cubicBezTo>
                      <a:pt x="715152" y="261363"/>
                      <a:pt x="717776" y="260700"/>
                      <a:pt x="720611" y="260700"/>
                    </a:cubicBezTo>
                    <a:close/>
                    <a:moveTo>
                      <a:pt x="1425509" y="258528"/>
                    </a:moveTo>
                    <a:cubicBezTo>
                      <a:pt x="1426896" y="258528"/>
                      <a:pt x="1429460" y="259493"/>
                      <a:pt x="1433200" y="261423"/>
                    </a:cubicBezTo>
                    <a:cubicBezTo>
                      <a:pt x="1436940" y="263354"/>
                      <a:pt x="1438810" y="265345"/>
                      <a:pt x="1438810" y="267396"/>
                    </a:cubicBezTo>
                    <a:cubicBezTo>
                      <a:pt x="1438810" y="268361"/>
                      <a:pt x="1438448" y="269567"/>
                      <a:pt x="1437724" y="271015"/>
                    </a:cubicBezTo>
                    <a:cubicBezTo>
                      <a:pt x="1437001" y="272463"/>
                      <a:pt x="1436156" y="274816"/>
                      <a:pt x="1435191" y="278073"/>
                    </a:cubicBezTo>
                    <a:lnTo>
                      <a:pt x="1444240" y="276444"/>
                    </a:lnTo>
                    <a:cubicBezTo>
                      <a:pt x="1448100" y="275359"/>
                      <a:pt x="1451358" y="274816"/>
                      <a:pt x="1454012" y="274816"/>
                    </a:cubicBezTo>
                    <a:cubicBezTo>
                      <a:pt x="1456667" y="274816"/>
                      <a:pt x="1459049" y="275509"/>
                      <a:pt x="1461161" y="276897"/>
                    </a:cubicBezTo>
                    <a:cubicBezTo>
                      <a:pt x="1463272" y="278284"/>
                      <a:pt x="1464328" y="279400"/>
                      <a:pt x="1464328" y="280245"/>
                    </a:cubicBezTo>
                    <a:cubicBezTo>
                      <a:pt x="1464328" y="281089"/>
                      <a:pt x="1463634" y="281753"/>
                      <a:pt x="1462247" y="282236"/>
                    </a:cubicBezTo>
                    <a:cubicBezTo>
                      <a:pt x="1460859" y="282718"/>
                      <a:pt x="1457541" y="282959"/>
                      <a:pt x="1452293" y="282959"/>
                    </a:cubicBezTo>
                    <a:cubicBezTo>
                      <a:pt x="1447045" y="282959"/>
                      <a:pt x="1440620" y="283321"/>
                      <a:pt x="1433019" y="284045"/>
                    </a:cubicBezTo>
                    <a:cubicBezTo>
                      <a:pt x="1431330" y="290440"/>
                      <a:pt x="1430486" y="294180"/>
                      <a:pt x="1430486" y="295266"/>
                    </a:cubicBezTo>
                    <a:cubicBezTo>
                      <a:pt x="1430486" y="296352"/>
                      <a:pt x="1431300" y="297498"/>
                      <a:pt x="1432929" y="298704"/>
                    </a:cubicBezTo>
                    <a:cubicBezTo>
                      <a:pt x="1434557" y="299911"/>
                      <a:pt x="1435372" y="300936"/>
                      <a:pt x="1435372" y="301781"/>
                    </a:cubicBezTo>
                    <a:cubicBezTo>
                      <a:pt x="1435372" y="303108"/>
                      <a:pt x="1433622" y="303983"/>
                      <a:pt x="1430123" y="304405"/>
                    </a:cubicBezTo>
                    <a:cubicBezTo>
                      <a:pt x="1426625" y="304827"/>
                      <a:pt x="1417154" y="306486"/>
                      <a:pt x="1401711" y="309382"/>
                    </a:cubicBezTo>
                    <a:cubicBezTo>
                      <a:pt x="1400987" y="311312"/>
                      <a:pt x="1400082" y="312277"/>
                      <a:pt x="1398996" y="312277"/>
                    </a:cubicBezTo>
                    <a:cubicBezTo>
                      <a:pt x="1396824" y="312277"/>
                      <a:pt x="1395738" y="308899"/>
                      <a:pt x="1395738" y="302143"/>
                    </a:cubicBezTo>
                    <a:lnTo>
                      <a:pt x="1395919" y="290379"/>
                    </a:lnTo>
                    <a:cubicBezTo>
                      <a:pt x="1387232" y="292310"/>
                      <a:pt x="1382075" y="293275"/>
                      <a:pt x="1380446" y="293275"/>
                    </a:cubicBezTo>
                    <a:cubicBezTo>
                      <a:pt x="1378817" y="293275"/>
                      <a:pt x="1377098" y="292883"/>
                      <a:pt x="1375288" y="292099"/>
                    </a:cubicBezTo>
                    <a:cubicBezTo>
                      <a:pt x="1373478" y="291314"/>
                      <a:pt x="1372573" y="290560"/>
                      <a:pt x="1372573" y="289837"/>
                    </a:cubicBezTo>
                    <a:cubicBezTo>
                      <a:pt x="1372573" y="289113"/>
                      <a:pt x="1373629" y="288660"/>
                      <a:pt x="1375741" y="288479"/>
                    </a:cubicBezTo>
                    <a:cubicBezTo>
                      <a:pt x="1377852" y="288298"/>
                      <a:pt x="1384638" y="287243"/>
                      <a:pt x="1396100" y="285312"/>
                    </a:cubicBezTo>
                    <a:cubicBezTo>
                      <a:pt x="1395618" y="280004"/>
                      <a:pt x="1394230" y="275600"/>
                      <a:pt x="1391938" y="272101"/>
                    </a:cubicBezTo>
                    <a:cubicBezTo>
                      <a:pt x="1391093" y="270894"/>
                      <a:pt x="1390671" y="269628"/>
                      <a:pt x="1390671" y="268301"/>
                    </a:cubicBezTo>
                    <a:cubicBezTo>
                      <a:pt x="1390671" y="266973"/>
                      <a:pt x="1391485" y="266310"/>
                      <a:pt x="1393114" y="266310"/>
                    </a:cubicBezTo>
                    <a:cubicBezTo>
                      <a:pt x="1394743" y="266310"/>
                      <a:pt x="1396854" y="267124"/>
                      <a:pt x="1399448" y="268753"/>
                    </a:cubicBezTo>
                    <a:cubicBezTo>
                      <a:pt x="1402042" y="270382"/>
                      <a:pt x="1403339" y="272101"/>
                      <a:pt x="1403339" y="273911"/>
                    </a:cubicBezTo>
                    <a:cubicBezTo>
                      <a:pt x="1403339" y="274393"/>
                      <a:pt x="1403279" y="274936"/>
                      <a:pt x="1403158" y="275539"/>
                    </a:cubicBezTo>
                    <a:cubicBezTo>
                      <a:pt x="1402917" y="276987"/>
                      <a:pt x="1402796" y="279883"/>
                      <a:pt x="1402796" y="284226"/>
                    </a:cubicBezTo>
                    <a:cubicBezTo>
                      <a:pt x="1408467" y="283261"/>
                      <a:pt x="1416128" y="281753"/>
                      <a:pt x="1425780" y="279702"/>
                    </a:cubicBezTo>
                    <a:cubicBezTo>
                      <a:pt x="1426142" y="276444"/>
                      <a:pt x="1426323" y="273790"/>
                      <a:pt x="1426323" y="271739"/>
                    </a:cubicBezTo>
                    <a:cubicBezTo>
                      <a:pt x="1426323" y="268120"/>
                      <a:pt x="1425840" y="265616"/>
                      <a:pt x="1424875" y="264229"/>
                    </a:cubicBezTo>
                    <a:cubicBezTo>
                      <a:pt x="1423910" y="262841"/>
                      <a:pt x="1423428" y="261665"/>
                      <a:pt x="1423428" y="260700"/>
                    </a:cubicBezTo>
                    <a:cubicBezTo>
                      <a:pt x="1423428" y="259252"/>
                      <a:pt x="1424121" y="258528"/>
                      <a:pt x="1425509" y="258528"/>
                    </a:cubicBezTo>
                    <a:close/>
                    <a:moveTo>
                      <a:pt x="542260" y="250203"/>
                    </a:moveTo>
                    <a:cubicBezTo>
                      <a:pt x="545518" y="250203"/>
                      <a:pt x="550223" y="252314"/>
                      <a:pt x="556376" y="256537"/>
                    </a:cubicBezTo>
                    <a:cubicBezTo>
                      <a:pt x="562529" y="260760"/>
                      <a:pt x="565606" y="263746"/>
                      <a:pt x="565606" y="265495"/>
                    </a:cubicBezTo>
                    <a:cubicBezTo>
                      <a:pt x="565606" y="267245"/>
                      <a:pt x="564158" y="268421"/>
                      <a:pt x="561263" y="269024"/>
                    </a:cubicBezTo>
                    <a:cubicBezTo>
                      <a:pt x="553541" y="270593"/>
                      <a:pt x="546724" y="273187"/>
                      <a:pt x="540812" y="276806"/>
                    </a:cubicBezTo>
                    <a:cubicBezTo>
                      <a:pt x="538279" y="278375"/>
                      <a:pt x="536741" y="279159"/>
                      <a:pt x="536198" y="279159"/>
                    </a:cubicBezTo>
                    <a:cubicBezTo>
                      <a:pt x="535655" y="279159"/>
                      <a:pt x="535383" y="278888"/>
                      <a:pt x="535383" y="278345"/>
                    </a:cubicBezTo>
                    <a:cubicBezTo>
                      <a:pt x="535383" y="277802"/>
                      <a:pt x="535866" y="276444"/>
                      <a:pt x="536831" y="274273"/>
                    </a:cubicBezTo>
                    <a:cubicBezTo>
                      <a:pt x="539485" y="268723"/>
                      <a:pt x="540812" y="265194"/>
                      <a:pt x="540812" y="263686"/>
                    </a:cubicBezTo>
                    <a:cubicBezTo>
                      <a:pt x="540812" y="262178"/>
                      <a:pt x="540209" y="261212"/>
                      <a:pt x="539003" y="260790"/>
                    </a:cubicBezTo>
                    <a:cubicBezTo>
                      <a:pt x="537796" y="260368"/>
                      <a:pt x="536107" y="260157"/>
                      <a:pt x="533935" y="260157"/>
                    </a:cubicBezTo>
                    <a:cubicBezTo>
                      <a:pt x="528868" y="260157"/>
                      <a:pt x="519880" y="260850"/>
                      <a:pt x="506970" y="262238"/>
                    </a:cubicBezTo>
                    <a:cubicBezTo>
                      <a:pt x="494061" y="263625"/>
                      <a:pt x="483775" y="265133"/>
                      <a:pt x="476114" y="266762"/>
                    </a:cubicBezTo>
                    <a:cubicBezTo>
                      <a:pt x="468453" y="268391"/>
                      <a:pt x="463144" y="269205"/>
                      <a:pt x="460188" y="269205"/>
                    </a:cubicBezTo>
                    <a:cubicBezTo>
                      <a:pt x="457232" y="269205"/>
                      <a:pt x="454548" y="268843"/>
                      <a:pt x="452135" y="268120"/>
                    </a:cubicBezTo>
                    <a:cubicBezTo>
                      <a:pt x="450446" y="275117"/>
                      <a:pt x="448063" y="281059"/>
                      <a:pt x="444986" y="285946"/>
                    </a:cubicBezTo>
                    <a:cubicBezTo>
                      <a:pt x="441910" y="290832"/>
                      <a:pt x="439406" y="293275"/>
                      <a:pt x="437476" y="293275"/>
                    </a:cubicBezTo>
                    <a:cubicBezTo>
                      <a:pt x="435545" y="293275"/>
                      <a:pt x="434218" y="292008"/>
                      <a:pt x="433494" y="289475"/>
                    </a:cubicBezTo>
                    <a:cubicBezTo>
                      <a:pt x="432770" y="286941"/>
                      <a:pt x="432408" y="284950"/>
                      <a:pt x="432408" y="283502"/>
                    </a:cubicBezTo>
                    <a:cubicBezTo>
                      <a:pt x="432408" y="282055"/>
                      <a:pt x="432951" y="280788"/>
                      <a:pt x="434037" y="279702"/>
                    </a:cubicBezTo>
                    <a:cubicBezTo>
                      <a:pt x="436088" y="277410"/>
                      <a:pt x="438109" y="274212"/>
                      <a:pt x="440100" y="270110"/>
                    </a:cubicBezTo>
                    <a:cubicBezTo>
                      <a:pt x="442091" y="266008"/>
                      <a:pt x="443508" y="262600"/>
                      <a:pt x="444353" y="259885"/>
                    </a:cubicBezTo>
                    <a:cubicBezTo>
                      <a:pt x="445197" y="257171"/>
                      <a:pt x="446102" y="255813"/>
                      <a:pt x="447067" y="255813"/>
                    </a:cubicBezTo>
                    <a:cubicBezTo>
                      <a:pt x="448877" y="255813"/>
                      <a:pt x="450627" y="258528"/>
                      <a:pt x="452316" y="263957"/>
                    </a:cubicBezTo>
                    <a:cubicBezTo>
                      <a:pt x="505281" y="256597"/>
                      <a:pt x="533181" y="252465"/>
                      <a:pt x="536017" y="251560"/>
                    </a:cubicBezTo>
                    <a:cubicBezTo>
                      <a:pt x="538852" y="250655"/>
                      <a:pt x="540933" y="250203"/>
                      <a:pt x="542260" y="250203"/>
                    </a:cubicBezTo>
                    <a:close/>
                    <a:moveTo>
                      <a:pt x="1444059" y="244593"/>
                    </a:moveTo>
                    <a:cubicBezTo>
                      <a:pt x="1446472" y="244593"/>
                      <a:pt x="1448704" y="245256"/>
                      <a:pt x="1450755" y="246583"/>
                    </a:cubicBezTo>
                    <a:cubicBezTo>
                      <a:pt x="1452806" y="247911"/>
                      <a:pt x="1453831" y="248876"/>
                      <a:pt x="1453831" y="249479"/>
                    </a:cubicBezTo>
                    <a:cubicBezTo>
                      <a:pt x="1453831" y="250686"/>
                      <a:pt x="1450906" y="251711"/>
                      <a:pt x="1445054" y="252556"/>
                    </a:cubicBezTo>
                    <a:cubicBezTo>
                      <a:pt x="1439202" y="253400"/>
                      <a:pt x="1428947" y="255150"/>
                      <a:pt x="1414288" y="257804"/>
                    </a:cubicBezTo>
                    <a:cubicBezTo>
                      <a:pt x="1399629" y="260458"/>
                      <a:pt x="1389857" y="261785"/>
                      <a:pt x="1384970" y="261785"/>
                    </a:cubicBezTo>
                    <a:cubicBezTo>
                      <a:pt x="1380084" y="261785"/>
                      <a:pt x="1376314" y="261544"/>
                      <a:pt x="1373659" y="261061"/>
                    </a:cubicBezTo>
                    <a:cubicBezTo>
                      <a:pt x="1373901" y="269869"/>
                      <a:pt x="1372966" y="281210"/>
                      <a:pt x="1370854" y="295085"/>
                    </a:cubicBezTo>
                    <a:cubicBezTo>
                      <a:pt x="1368743" y="308960"/>
                      <a:pt x="1365546" y="321266"/>
                      <a:pt x="1361263" y="332004"/>
                    </a:cubicBezTo>
                    <a:cubicBezTo>
                      <a:pt x="1356980" y="342742"/>
                      <a:pt x="1352515" y="350674"/>
                      <a:pt x="1347870" y="355802"/>
                    </a:cubicBezTo>
                    <a:cubicBezTo>
                      <a:pt x="1343225" y="360930"/>
                      <a:pt x="1338972" y="365182"/>
                      <a:pt x="1335112" y="368561"/>
                    </a:cubicBezTo>
                    <a:cubicBezTo>
                      <a:pt x="1331251" y="371939"/>
                      <a:pt x="1328717" y="373628"/>
                      <a:pt x="1327511" y="373628"/>
                    </a:cubicBezTo>
                    <a:cubicBezTo>
                      <a:pt x="1327028" y="373628"/>
                      <a:pt x="1326787" y="373447"/>
                      <a:pt x="1326787" y="373085"/>
                    </a:cubicBezTo>
                    <a:cubicBezTo>
                      <a:pt x="1326787" y="371758"/>
                      <a:pt x="1328416" y="369164"/>
                      <a:pt x="1331673" y="365303"/>
                    </a:cubicBezTo>
                    <a:cubicBezTo>
                      <a:pt x="1343135" y="352273"/>
                      <a:pt x="1351249" y="336196"/>
                      <a:pt x="1356014" y="317073"/>
                    </a:cubicBezTo>
                    <a:cubicBezTo>
                      <a:pt x="1360780" y="297950"/>
                      <a:pt x="1363163" y="281632"/>
                      <a:pt x="1363163" y="268120"/>
                    </a:cubicBezTo>
                    <a:cubicBezTo>
                      <a:pt x="1363163" y="264862"/>
                      <a:pt x="1362921" y="262419"/>
                      <a:pt x="1362439" y="260790"/>
                    </a:cubicBezTo>
                    <a:cubicBezTo>
                      <a:pt x="1361956" y="259161"/>
                      <a:pt x="1361715" y="257653"/>
                      <a:pt x="1361715" y="256266"/>
                    </a:cubicBezTo>
                    <a:cubicBezTo>
                      <a:pt x="1361715" y="254878"/>
                      <a:pt x="1362348" y="254184"/>
                      <a:pt x="1363615" y="254184"/>
                    </a:cubicBezTo>
                    <a:cubicBezTo>
                      <a:pt x="1364882" y="254184"/>
                      <a:pt x="1366722" y="254788"/>
                      <a:pt x="1369135" y="255994"/>
                    </a:cubicBezTo>
                    <a:cubicBezTo>
                      <a:pt x="1381683" y="256839"/>
                      <a:pt x="1402253" y="253702"/>
                      <a:pt x="1430847" y="246583"/>
                    </a:cubicBezTo>
                    <a:cubicBezTo>
                      <a:pt x="1435915" y="245256"/>
                      <a:pt x="1440318" y="244593"/>
                      <a:pt x="1444059" y="244593"/>
                    </a:cubicBezTo>
                    <a:close/>
                    <a:moveTo>
                      <a:pt x="885208" y="236811"/>
                    </a:moveTo>
                    <a:cubicBezTo>
                      <a:pt x="891844" y="236811"/>
                      <a:pt x="897122" y="237927"/>
                      <a:pt x="901043" y="240159"/>
                    </a:cubicBezTo>
                    <a:cubicBezTo>
                      <a:pt x="904964" y="242391"/>
                      <a:pt x="906925" y="245618"/>
                      <a:pt x="906925" y="249841"/>
                    </a:cubicBezTo>
                    <a:cubicBezTo>
                      <a:pt x="906925" y="254788"/>
                      <a:pt x="905417" y="257261"/>
                      <a:pt x="902400" y="257261"/>
                    </a:cubicBezTo>
                    <a:cubicBezTo>
                      <a:pt x="900108" y="257261"/>
                      <a:pt x="895674" y="254667"/>
                      <a:pt x="889099" y="249479"/>
                    </a:cubicBezTo>
                    <a:cubicBezTo>
                      <a:pt x="882523" y="244291"/>
                      <a:pt x="879236" y="240883"/>
                      <a:pt x="879236" y="239254"/>
                    </a:cubicBezTo>
                    <a:cubicBezTo>
                      <a:pt x="879236" y="237625"/>
                      <a:pt x="881226" y="236811"/>
                      <a:pt x="885208" y="236811"/>
                    </a:cubicBezTo>
                    <a:close/>
                    <a:moveTo>
                      <a:pt x="23152" y="236539"/>
                    </a:moveTo>
                    <a:lnTo>
                      <a:pt x="58499" y="236539"/>
                    </a:lnTo>
                    <a:lnTo>
                      <a:pt x="57527" y="240869"/>
                    </a:lnTo>
                    <a:cubicBezTo>
                      <a:pt x="55288" y="241340"/>
                      <a:pt x="53683" y="241870"/>
                      <a:pt x="52711" y="242459"/>
                    </a:cubicBezTo>
                    <a:cubicBezTo>
                      <a:pt x="51739" y="243048"/>
                      <a:pt x="50870" y="243932"/>
                      <a:pt x="50104" y="245110"/>
                    </a:cubicBezTo>
                    <a:cubicBezTo>
                      <a:pt x="49338" y="246288"/>
                      <a:pt x="48543" y="248129"/>
                      <a:pt x="47718" y="250633"/>
                    </a:cubicBezTo>
                    <a:cubicBezTo>
                      <a:pt x="46893" y="253137"/>
                      <a:pt x="45862" y="257216"/>
                      <a:pt x="44625" y="262872"/>
                    </a:cubicBezTo>
                    <a:lnTo>
                      <a:pt x="25715" y="349029"/>
                    </a:lnTo>
                    <a:lnTo>
                      <a:pt x="47453" y="349029"/>
                    </a:lnTo>
                    <a:cubicBezTo>
                      <a:pt x="51400" y="349029"/>
                      <a:pt x="54508" y="348647"/>
                      <a:pt x="56776" y="347881"/>
                    </a:cubicBezTo>
                    <a:cubicBezTo>
                      <a:pt x="59044" y="347115"/>
                      <a:pt x="61194" y="345716"/>
                      <a:pt x="63227" y="343683"/>
                    </a:cubicBezTo>
                    <a:cubicBezTo>
                      <a:pt x="65259" y="341651"/>
                      <a:pt x="67247" y="338897"/>
                      <a:pt x="69191" y="335421"/>
                    </a:cubicBezTo>
                    <a:cubicBezTo>
                      <a:pt x="71135" y="331945"/>
                      <a:pt x="73109" y="327615"/>
                      <a:pt x="75112" y="322431"/>
                    </a:cubicBezTo>
                    <a:lnTo>
                      <a:pt x="83683" y="322431"/>
                    </a:lnTo>
                    <a:lnTo>
                      <a:pt x="74758" y="357159"/>
                    </a:lnTo>
                    <a:lnTo>
                      <a:pt x="0" y="357159"/>
                    </a:lnTo>
                    <a:lnTo>
                      <a:pt x="972" y="352829"/>
                    </a:lnTo>
                    <a:cubicBezTo>
                      <a:pt x="3211" y="352476"/>
                      <a:pt x="4890" y="351901"/>
                      <a:pt x="6009" y="351106"/>
                    </a:cubicBezTo>
                    <a:cubicBezTo>
                      <a:pt x="7128" y="350311"/>
                      <a:pt x="8071" y="349206"/>
                      <a:pt x="8837" y="347792"/>
                    </a:cubicBezTo>
                    <a:cubicBezTo>
                      <a:pt x="9603" y="346378"/>
                      <a:pt x="10310" y="344655"/>
                      <a:pt x="10958" y="342623"/>
                    </a:cubicBezTo>
                    <a:cubicBezTo>
                      <a:pt x="11606" y="340590"/>
                      <a:pt x="12578" y="336658"/>
                      <a:pt x="13874" y="330826"/>
                    </a:cubicBezTo>
                    <a:lnTo>
                      <a:pt x="28896" y="262784"/>
                    </a:lnTo>
                    <a:cubicBezTo>
                      <a:pt x="30192" y="256892"/>
                      <a:pt x="30840" y="252150"/>
                      <a:pt x="30840" y="248557"/>
                    </a:cubicBezTo>
                    <a:cubicBezTo>
                      <a:pt x="30840" y="245788"/>
                      <a:pt x="30148" y="243858"/>
                      <a:pt x="28764" y="242769"/>
                    </a:cubicBezTo>
                    <a:cubicBezTo>
                      <a:pt x="27379" y="241679"/>
                      <a:pt x="25185" y="241045"/>
                      <a:pt x="22180" y="240869"/>
                    </a:cubicBezTo>
                    <a:close/>
                    <a:moveTo>
                      <a:pt x="664237" y="234820"/>
                    </a:moveTo>
                    <a:cubicBezTo>
                      <a:pt x="667254" y="234820"/>
                      <a:pt x="671959" y="236147"/>
                      <a:pt x="678353" y="238802"/>
                    </a:cubicBezTo>
                    <a:cubicBezTo>
                      <a:pt x="684748" y="241456"/>
                      <a:pt x="687945" y="245015"/>
                      <a:pt x="687945" y="249479"/>
                    </a:cubicBezTo>
                    <a:cubicBezTo>
                      <a:pt x="687945" y="251530"/>
                      <a:pt x="687281" y="253823"/>
                      <a:pt x="685954" y="256356"/>
                    </a:cubicBezTo>
                    <a:cubicBezTo>
                      <a:pt x="684627" y="258890"/>
                      <a:pt x="683059" y="260157"/>
                      <a:pt x="681249" y="260157"/>
                    </a:cubicBezTo>
                    <a:cubicBezTo>
                      <a:pt x="679439" y="260157"/>
                      <a:pt x="677630" y="258950"/>
                      <a:pt x="675820" y="256537"/>
                    </a:cubicBezTo>
                    <a:lnTo>
                      <a:pt x="667495" y="245498"/>
                    </a:lnTo>
                    <a:cubicBezTo>
                      <a:pt x="663755" y="240551"/>
                      <a:pt x="661885" y="237535"/>
                      <a:pt x="661885" y="236449"/>
                    </a:cubicBezTo>
                    <a:cubicBezTo>
                      <a:pt x="661885" y="235363"/>
                      <a:pt x="662669" y="234820"/>
                      <a:pt x="664237" y="234820"/>
                    </a:cubicBezTo>
                    <a:close/>
                    <a:moveTo>
                      <a:pt x="1064916" y="231925"/>
                    </a:moveTo>
                    <a:cubicBezTo>
                      <a:pt x="1066846" y="231925"/>
                      <a:pt x="1069893" y="233010"/>
                      <a:pt x="1074055" y="235182"/>
                    </a:cubicBezTo>
                    <a:cubicBezTo>
                      <a:pt x="1078218" y="237354"/>
                      <a:pt x="1080299" y="239405"/>
                      <a:pt x="1080299" y="241335"/>
                    </a:cubicBezTo>
                    <a:cubicBezTo>
                      <a:pt x="1080299" y="242421"/>
                      <a:pt x="1079575" y="243929"/>
                      <a:pt x="1078127" y="245860"/>
                    </a:cubicBezTo>
                    <a:cubicBezTo>
                      <a:pt x="1076679" y="247790"/>
                      <a:pt x="1074809" y="251048"/>
                      <a:pt x="1072517" y="255632"/>
                    </a:cubicBezTo>
                    <a:cubicBezTo>
                      <a:pt x="1066364" y="267215"/>
                      <a:pt x="1061055" y="276444"/>
                      <a:pt x="1056591" y="283321"/>
                    </a:cubicBezTo>
                    <a:cubicBezTo>
                      <a:pt x="1066364" y="281391"/>
                      <a:pt x="1076257" y="278073"/>
                      <a:pt x="1086271" y="273368"/>
                    </a:cubicBezTo>
                    <a:cubicBezTo>
                      <a:pt x="1091218" y="271196"/>
                      <a:pt x="1095320" y="270110"/>
                      <a:pt x="1098577" y="270110"/>
                    </a:cubicBezTo>
                    <a:cubicBezTo>
                      <a:pt x="1101835" y="270110"/>
                      <a:pt x="1104459" y="270412"/>
                      <a:pt x="1106450" y="271015"/>
                    </a:cubicBezTo>
                    <a:cubicBezTo>
                      <a:pt x="1108440" y="271618"/>
                      <a:pt x="1109436" y="272463"/>
                      <a:pt x="1109436" y="273549"/>
                    </a:cubicBezTo>
                    <a:cubicBezTo>
                      <a:pt x="1109436" y="274635"/>
                      <a:pt x="1108772" y="275630"/>
                      <a:pt x="1107445" y="276535"/>
                    </a:cubicBezTo>
                    <a:cubicBezTo>
                      <a:pt x="1106118" y="277440"/>
                      <a:pt x="1102981" y="278676"/>
                      <a:pt x="1098034" y="280245"/>
                    </a:cubicBezTo>
                    <a:cubicBezTo>
                      <a:pt x="1093088" y="281813"/>
                      <a:pt x="1085969" y="283563"/>
                      <a:pt x="1076679" y="285493"/>
                    </a:cubicBezTo>
                    <a:cubicBezTo>
                      <a:pt x="1081385" y="289595"/>
                      <a:pt x="1083737" y="292732"/>
                      <a:pt x="1083737" y="294904"/>
                    </a:cubicBezTo>
                    <a:cubicBezTo>
                      <a:pt x="1083737" y="295507"/>
                      <a:pt x="1083345" y="296895"/>
                      <a:pt x="1082561" y="299066"/>
                    </a:cubicBezTo>
                    <a:cubicBezTo>
                      <a:pt x="1081777" y="301238"/>
                      <a:pt x="1081023" y="304073"/>
                      <a:pt x="1080299" y="307572"/>
                    </a:cubicBezTo>
                    <a:cubicBezTo>
                      <a:pt x="1078972" y="314449"/>
                      <a:pt x="1076679" y="322171"/>
                      <a:pt x="1073422" y="330737"/>
                    </a:cubicBezTo>
                    <a:cubicBezTo>
                      <a:pt x="1078851" y="336649"/>
                      <a:pt x="1085336" y="341656"/>
                      <a:pt x="1092877" y="345758"/>
                    </a:cubicBezTo>
                    <a:cubicBezTo>
                      <a:pt x="1100417" y="349860"/>
                      <a:pt x="1111125" y="353721"/>
                      <a:pt x="1125000" y="357340"/>
                    </a:cubicBezTo>
                    <a:cubicBezTo>
                      <a:pt x="1127895" y="358064"/>
                      <a:pt x="1129343" y="358969"/>
                      <a:pt x="1129343" y="360055"/>
                    </a:cubicBezTo>
                    <a:cubicBezTo>
                      <a:pt x="1129343" y="360658"/>
                      <a:pt x="1128800" y="361141"/>
                      <a:pt x="1127714" y="361503"/>
                    </a:cubicBezTo>
                    <a:cubicBezTo>
                      <a:pt x="1126628" y="361865"/>
                      <a:pt x="1122436" y="362468"/>
                      <a:pt x="1115137" y="363312"/>
                    </a:cubicBezTo>
                    <a:cubicBezTo>
                      <a:pt x="1107837" y="364157"/>
                      <a:pt x="1102679" y="364579"/>
                      <a:pt x="1099663" y="364579"/>
                    </a:cubicBezTo>
                    <a:cubicBezTo>
                      <a:pt x="1096647" y="364579"/>
                      <a:pt x="1094324" y="364368"/>
                      <a:pt x="1092696" y="363946"/>
                    </a:cubicBezTo>
                    <a:cubicBezTo>
                      <a:pt x="1091067" y="363524"/>
                      <a:pt x="1089619" y="362800"/>
                      <a:pt x="1088352" y="361774"/>
                    </a:cubicBezTo>
                    <a:cubicBezTo>
                      <a:pt x="1087085" y="360749"/>
                      <a:pt x="1084703" y="358155"/>
                      <a:pt x="1081204" y="353992"/>
                    </a:cubicBezTo>
                    <a:cubicBezTo>
                      <a:pt x="1077705" y="349830"/>
                      <a:pt x="1073663" y="344672"/>
                      <a:pt x="1069078" y="338519"/>
                    </a:cubicBezTo>
                    <a:cubicBezTo>
                      <a:pt x="1059185" y="352152"/>
                      <a:pt x="1047844" y="358969"/>
                      <a:pt x="1035055" y="358969"/>
                    </a:cubicBezTo>
                    <a:cubicBezTo>
                      <a:pt x="1033125" y="358969"/>
                      <a:pt x="1032159" y="358698"/>
                      <a:pt x="1032159" y="358155"/>
                    </a:cubicBezTo>
                    <a:cubicBezTo>
                      <a:pt x="1032159" y="357612"/>
                      <a:pt x="1033064" y="356918"/>
                      <a:pt x="1034874" y="356073"/>
                    </a:cubicBezTo>
                    <a:cubicBezTo>
                      <a:pt x="1048870" y="349558"/>
                      <a:pt x="1058702" y="341475"/>
                      <a:pt x="1064373" y="331823"/>
                    </a:cubicBezTo>
                    <a:cubicBezTo>
                      <a:pt x="1060271" y="325670"/>
                      <a:pt x="1056621" y="319547"/>
                      <a:pt x="1053424" y="313454"/>
                    </a:cubicBezTo>
                    <a:cubicBezTo>
                      <a:pt x="1050227" y="307361"/>
                      <a:pt x="1047241" y="302867"/>
                      <a:pt x="1044466" y="299971"/>
                    </a:cubicBezTo>
                    <a:cubicBezTo>
                      <a:pt x="1041450" y="303229"/>
                      <a:pt x="1039398" y="304857"/>
                      <a:pt x="1038313" y="304857"/>
                    </a:cubicBezTo>
                    <a:cubicBezTo>
                      <a:pt x="1037227" y="304857"/>
                      <a:pt x="1036684" y="304435"/>
                      <a:pt x="1036684" y="303591"/>
                    </a:cubicBezTo>
                    <a:cubicBezTo>
                      <a:pt x="1036684" y="302746"/>
                      <a:pt x="1037046" y="301781"/>
                      <a:pt x="1037770" y="300695"/>
                    </a:cubicBezTo>
                    <a:cubicBezTo>
                      <a:pt x="1045733" y="288871"/>
                      <a:pt x="1052037" y="277410"/>
                      <a:pt x="1056682" y="266310"/>
                    </a:cubicBezTo>
                    <a:cubicBezTo>
                      <a:pt x="1061327" y="255210"/>
                      <a:pt x="1063649" y="246764"/>
                      <a:pt x="1063649" y="240973"/>
                    </a:cubicBezTo>
                    <a:cubicBezTo>
                      <a:pt x="1063649" y="238922"/>
                      <a:pt x="1063378" y="237444"/>
                      <a:pt x="1062835" y="236539"/>
                    </a:cubicBezTo>
                    <a:cubicBezTo>
                      <a:pt x="1062292" y="235635"/>
                      <a:pt x="1062020" y="234880"/>
                      <a:pt x="1062020" y="234277"/>
                    </a:cubicBezTo>
                    <a:cubicBezTo>
                      <a:pt x="1062020" y="232709"/>
                      <a:pt x="1062986" y="231925"/>
                      <a:pt x="1064916" y="231925"/>
                    </a:cubicBezTo>
                    <a:close/>
                    <a:moveTo>
                      <a:pt x="1241186" y="231020"/>
                    </a:moveTo>
                    <a:cubicBezTo>
                      <a:pt x="1242754" y="231020"/>
                      <a:pt x="1246162" y="232166"/>
                      <a:pt x="1251411" y="234458"/>
                    </a:cubicBezTo>
                    <a:cubicBezTo>
                      <a:pt x="1256659" y="236751"/>
                      <a:pt x="1259283" y="238741"/>
                      <a:pt x="1259283" y="240430"/>
                    </a:cubicBezTo>
                    <a:cubicBezTo>
                      <a:pt x="1259283" y="241758"/>
                      <a:pt x="1257956" y="243386"/>
                      <a:pt x="1255302" y="245317"/>
                    </a:cubicBezTo>
                    <a:cubicBezTo>
                      <a:pt x="1252647" y="247247"/>
                      <a:pt x="1249541" y="249811"/>
                      <a:pt x="1245982" y="253008"/>
                    </a:cubicBezTo>
                    <a:cubicBezTo>
                      <a:pt x="1242422" y="256205"/>
                      <a:pt x="1240160" y="258287"/>
                      <a:pt x="1239195" y="259252"/>
                    </a:cubicBezTo>
                    <a:cubicBezTo>
                      <a:pt x="1236661" y="261785"/>
                      <a:pt x="1232167" y="265676"/>
                      <a:pt x="1225712" y="270925"/>
                    </a:cubicBezTo>
                    <a:cubicBezTo>
                      <a:pt x="1219258" y="276173"/>
                      <a:pt x="1215095" y="279370"/>
                      <a:pt x="1213225" y="280516"/>
                    </a:cubicBezTo>
                    <a:cubicBezTo>
                      <a:pt x="1211355" y="281662"/>
                      <a:pt x="1209967" y="282236"/>
                      <a:pt x="1209063" y="282236"/>
                    </a:cubicBezTo>
                    <a:cubicBezTo>
                      <a:pt x="1208158" y="282236"/>
                      <a:pt x="1207705" y="281813"/>
                      <a:pt x="1207705" y="280969"/>
                    </a:cubicBezTo>
                    <a:cubicBezTo>
                      <a:pt x="1207705" y="280124"/>
                      <a:pt x="1208489" y="278918"/>
                      <a:pt x="1210058" y="277349"/>
                    </a:cubicBezTo>
                    <a:cubicBezTo>
                      <a:pt x="1230930" y="255994"/>
                      <a:pt x="1240643" y="242240"/>
                      <a:pt x="1239195" y="236087"/>
                    </a:cubicBezTo>
                    <a:cubicBezTo>
                      <a:pt x="1238954" y="235363"/>
                      <a:pt x="1238833" y="234699"/>
                      <a:pt x="1238833" y="234096"/>
                    </a:cubicBezTo>
                    <a:cubicBezTo>
                      <a:pt x="1238833" y="232045"/>
                      <a:pt x="1239617" y="231020"/>
                      <a:pt x="1241186" y="231020"/>
                    </a:cubicBezTo>
                    <a:close/>
                    <a:moveTo>
                      <a:pt x="486158" y="227219"/>
                    </a:moveTo>
                    <a:cubicBezTo>
                      <a:pt x="489536" y="227219"/>
                      <a:pt x="493095" y="227702"/>
                      <a:pt x="496835" y="228667"/>
                    </a:cubicBezTo>
                    <a:cubicBezTo>
                      <a:pt x="500576" y="229632"/>
                      <a:pt x="503290" y="231502"/>
                      <a:pt x="504979" y="234277"/>
                    </a:cubicBezTo>
                    <a:cubicBezTo>
                      <a:pt x="506668" y="237052"/>
                      <a:pt x="507513" y="239495"/>
                      <a:pt x="507513" y="241607"/>
                    </a:cubicBezTo>
                    <a:cubicBezTo>
                      <a:pt x="507513" y="243718"/>
                      <a:pt x="506940" y="245588"/>
                      <a:pt x="505794" y="247217"/>
                    </a:cubicBezTo>
                    <a:cubicBezTo>
                      <a:pt x="504648" y="248846"/>
                      <a:pt x="503139" y="249660"/>
                      <a:pt x="501269" y="249660"/>
                    </a:cubicBezTo>
                    <a:cubicBezTo>
                      <a:pt x="499399" y="249660"/>
                      <a:pt x="495870" y="246553"/>
                      <a:pt x="490682" y="240340"/>
                    </a:cubicBezTo>
                    <a:cubicBezTo>
                      <a:pt x="485494" y="234126"/>
                      <a:pt x="482900" y="230386"/>
                      <a:pt x="482900" y="229119"/>
                    </a:cubicBezTo>
                    <a:cubicBezTo>
                      <a:pt x="482900" y="227853"/>
                      <a:pt x="483986" y="227219"/>
                      <a:pt x="486158" y="227219"/>
                    </a:cubicBezTo>
                    <a:close/>
                    <a:moveTo>
                      <a:pt x="819876" y="227038"/>
                    </a:moveTo>
                    <a:cubicBezTo>
                      <a:pt x="821686" y="227038"/>
                      <a:pt x="824973" y="228064"/>
                      <a:pt x="829739" y="230115"/>
                    </a:cubicBezTo>
                    <a:cubicBezTo>
                      <a:pt x="834505" y="232166"/>
                      <a:pt x="836887" y="234066"/>
                      <a:pt x="836887" y="235816"/>
                    </a:cubicBezTo>
                    <a:cubicBezTo>
                      <a:pt x="836887" y="237565"/>
                      <a:pt x="836284" y="239767"/>
                      <a:pt x="835078" y="242421"/>
                    </a:cubicBezTo>
                    <a:cubicBezTo>
                      <a:pt x="833751" y="244593"/>
                      <a:pt x="832604" y="255331"/>
                      <a:pt x="831639" y="274635"/>
                    </a:cubicBezTo>
                    <a:cubicBezTo>
                      <a:pt x="837551" y="272946"/>
                      <a:pt x="842166" y="272101"/>
                      <a:pt x="845484" y="272101"/>
                    </a:cubicBezTo>
                    <a:cubicBezTo>
                      <a:pt x="848802" y="272101"/>
                      <a:pt x="851064" y="272463"/>
                      <a:pt x="852270" y="273187"/>
                    </a:cubicBezTo>
                    <a:cubicBezTo>
                      <a:pt x="853477" y="273911"/>
                      <a:pt x="854080" y="274816"/>
                      <a:pt x="854080" y="275901"/>
                    </a:cubicBezTo>
                    <a:cubicBezTo>
                      <a:pt x="854080" y="276987"/>
                      <a:pt x="852270" y="278224"/>
                      <a:pt x="848651" y="279611"/>
                    </a:cubicBezTo>
                    <a:cubicBezTo>
                      <a:pt x="845031" y="280999"/>
                      <a:pt x="839240" y="282537"/>
                      <a:pt x="831277" y="284226"/>
                    </a:cubicBezTo>
                    <a:cubicBezTo>
                      <a:pt x="831036" y="292551"/>
                      <a:pt x="830915" y="299609"/>
                      <a:pt x="830915" y="305400"/>
                    </a:cubicBezTo>
                    <a:cubicBezTo>
                      <a:pt x="840447" y="298885"/>
                      <a:pt x="846298" y="295628"/>
                      <a:pt x="848470" y="295628"/>
                    </a:cubicBezTo>
                    <a:cubicBezTo>
                      <a:pt x="849435" y="295628"/>
                      <a:pt x="849918" y="295990"/>
                      <a:pt x="849918" y="296714"/>
                    </a:cubicBezTo>
                    <a:cubicBezTo>
                      <a:pt x="849918" y="297437"/>
                      <a:pt x="848681" y="298855"/>
                      <a:pt x="846208" y="300967"/>
                    </a:cubicBezTo>
                    <a:cubicBezTo>
                      <a:pt x="843734" y="303078"/>
                      <a:pt x="838637" y="307029"/>
                      <a:pt x="830915" y="312820"/>
                    </a:cubicBezTo>
                    <a:lnTo>
                      <a:pt x="831458" y="349196"/>
                    </a:lnTo>
                    <a:cubicBezTo>
                      <a:pt x="831458" y="355832"/>
                      <a:pt x="830614" y="362046"/>
                      <a:pt x="828925" y="367837"/>
                    </a:cubicBezTo>
                    <a:cubicBezTo>
                      <a:pt x="827236" y="373628"/>
                      <a:pt x="825184" y="376524"/>
                      <a:pt x="822771" y="376524"/>
                    </a:cubicBezTo>
                    <a:cubicBezTo>
                      <a:pt x="821565" y="376524"/>
                      <a:pt x="820358" y="375558"/>
                      <a:pt x="819152" y="373628"/>
                    </a:cubicBezTo>
                    <a:cubicBezTo>
                      <a:pt x="817945" y="371698"/>
                      <a:pt x="816075" y="369194"/>
                      <a:pt x="813542" y="366118"/>
                    </a:cubicBezTo>
                    <a:cubicBezTo>
                      <a:pt x="811008" y="363041"/>
                      <a:pt x="809017" y="360869"/>
                      <a:pt x="807570" y="359602"/>
                    </a:cubicBezTo>
                    <a:cubicBezTo>
                      <a:pt x="806122" y="358336"/>
                      <a:pt x="805398" y="357431"/>
                      <a:pt x="805398" y="356888"/>
                    </a:cubicBezTo>
                    <a:cubicBezTo>
                      <a:pt x="805398" y="356345"/>
                      <a:pt x="805760" y="356073"/>
                      <a:pt x="806484" y="356073"/>
                    </a:cubicBezTo>
                    <a:cubicBezTo>
                      <a:pt x="807208" y="356073"/>
                      <a:pt x="808776" y="356345"/>
                      <a:pt x="811189" y="356888"/>
                    </a:cubicBezTo>
                    <a:cubicBezTo>
                      <a:pt x="813602" y="357431"/>
                      <a:pt x="815593" y="357702"/>
                      <a:pt x="817161" y="357702"/>
                    </a:cubicBezTo>
                    <a:cubicBezTo>
                      <a:pt x="818730" y="357702"/>
                      <a:pt x="819785" y="357099"/>
                      <a:pt x="820328" y="355892"/>
                    </a:cubicBezTo>
                    <a:cubicBezTo>
                      <a:pt x="820871" y="354686"/>
                      <a:pt x="821414" y="351398"/>
                      <a:pt x="821957" y="346029"/>
                    </a:cubicBezTo>
                    <a:cubicBezTo>
                      <a:pt x="822500" y="340660"/>
                      <a:pt x="823013" y="331521"/>
                      <a:pt x="823495" y="318612"/>
                    </a:cubicBezTo>
                    <a:cubicBezTo>
                      <a:pt x="813602" y="326092"/>
                      <a:pt x="805699" y="332788"/>
                      <a:pt x="799788" y="338700"/>
                    </a:cubicBezTo>
                    <a:cubicBezTo>
                      <a:pt x="796530" y="341837"/>
                      <a:pt x="794027" y="343405"/>
                      <a:pt x="792277" y="343405"/>
                    </a:cubicBezTo>
                    <a:cubicBezTo>
                      <a:pt x="790528" y="343405"/>
                      <a:pt x="788235" y="342168"/>
                      <a:pt x="785400" y="339695"/>
                    </a:cubicBezTo>
                    <a:cubicBezTo>
                      <a:pt x="782565" y="337222"/>
                      <a:pt x="781147" y="335261"/>
                      <a:pt x="781147" y="333813"/>
                    </a:cubicBezTo>
                    <a:cubicBezTo>
                      <a:pt x="781147" y="332366"/>
                      <a:pt x="783319" y="331521"/>
                      <a:pt x="787662" y="331280"/>
                    </a:cubicBezTo>
                    <a:cubicBezTo>
                      <a:pt x="792006" y="331039"/>
                      <a:pt x="804071" y="324101"/>
                      <a:pt x="823857" y="310468"/>
                    </a:cubicBezTo>
                    <a:cubicBezTo>
                      <a:pt x="824219" y="298765"/>
                      <a:pt x="824400" y="290560"/>
                      <a:pt x="824400" y="285855"/>
                    </a:cubicBezTo>
                    <a:cubicBezTo>
                      <a:pt x="821625" y="286338"/>
                      <a:pt x="818126" y="287062"/>
                      <a:pt x="813904" y="288027"/>
                    </a:cubicBezTo>
                    <a:cubicBezTo>
                      <a:pt x="809681" y="288992"/>
                      <a:pt x="806122" y="289475"/>
                      <a:pt x="803226" y="289475"/>
                    </a:cubicBezTo>
                    <a:cubicBezTo>
                      <a:pt x="800331" y="289475"/>
                      <a:pt x="797918" y="289022"/>
                      <a:pt x="795987" y="288117"/>
                    </a:cubicBezTo>
                    <a:cubicBezTo>
                      <a:pt x="794057" y="287212"/>
                      <a:pt x="793092" y="286398"/>
                      <a:pt x="793092" y="285674"/>
                    </a:cubicBezTo>
                    <a:cubicBezTo>
                      <a:pt x="793092" y="284950"/>
                      <a:pt x="793936" y="284407"/>
                      <a:pt x="795625" y="284045"/>
                    </a:cubicBezTo>
                    <a:cubicBezTo>
                      <a:pt x="803347" y="282477"/>
                      <a:pt x="812938" y="280124"/>
                      <a:pt x="824400" y="276987"/>
                    </a:cubicBezTo>
                    <a:cubicBezTo>
                      <a:pt x="824280" y="259493"/>
                      <a:pt x="823948" y="248333"/>
                      <a:pt x="823405" y="243507"/>
                    </a:cubicBezTo>
                    <a:cubicBezTo>
                      <a:pt x="822862" y="238681"/>
                      <a:pt x="821686" y="235333"/>
                      <a:pt x="819876" y="233463"/>
                    </a:cubicBezTo>
                    <a:cubicBezTo>
                      <a:pt x="818066" y="231593"/>
                      <a:pt x="817161" y="230054"/>
                      <a:pt x="817161" y="228848"/>
                    </a:cubicBezTo>
                    <a:cubicBezTo>
                      <a:pt x="817161" y="227641"/>
                      <a:pt x="818066" y="227038"/>
                      <a:pt x="819876" y="227038"/>
                    </a:cubicBezTo>
                    <a:close/>
                    <a:moveTo>
                      <a:pt x="1401168" y="226133"/>
                    </a:moveTo>
                    <a:cubicBezTo>
                      <a:pt x="1406476" y="226133"/>
                      <a:pt x="1410970" y="227340"/>
                      <a:pt x="1414650" y="229753"/>
                    </a:cubicBezTo>
                    <a:cubicBezTo>
                      <a:pt x="1418330" y="232166"/>
                      <a:pt x="1420170" y="235423"/>
                      <a:pt x="1420170" y="239525"/>
                    </a:cubicBezTo>
                    <a:cubicBezTo>
                      <a:pt x="1420170" y="241335"/>
                      <a:pt x="1419748" y="242783"/>
                      <a:pt x="1418903" y="243869"/>
                    </a:cubicBezTo>
                    <a:cubicBezTo>
                      <a:pt x="1418059" y="244955"/>
                      <a:pt x="1417033" y="245498"/>
                      <a:pt x="1415827" y="245498"/>
                    </a:cubicBezTo>
                    <a:cubicBezTo>
                      <a:pt x="1414620" y="245498"/>
                      <a:pt x="1413383" y="245075"/>
                      <a:pt x="1412117" y="244231"/>
                    </a:cubicBezTo>
                    <a:cubicBezTo>
                      <a:pt x="1410850" y="243386"/>
                      <a:pt x="1407984" y="240672"/>
                      <a:pt x="1403520" y="236087"/>
                    </a:cubicBezTo>
                    <a:cubicBezTo>
                      <a:pt x="1399056" y="231502"/>
                      <a:pt x="1396824" y="228697"/>
                      <a:pt x="1396824" y="227672"/>
                    </a:cubicBezTo>
                    <a:cubicBezTo>
                      <a:pt x="1396824" y="226646"/>
                      <a:pt x="1398272" y="226133"/>
                      <a:pt x="1401168" y="226133"/>
                    </a:cubicBezTo>
                    <a:close/>
                    <a:moveTo>
                      <a:pt x="1188160" y="225771"/>
                    </a:moveTo>
                    <a:cubicBezTo>
                      <a:pt x="1190211" y="225771"/>
                      <a:pt x="1193197" y="226495"/>
                      <a:pt x="1197118" y="227943"/>
                    </a:cubicBezTo>
                    <a:cubicBezTo>
                      <a:pt x="1201039" y="229391"/>
                      <a:pt x="1203754" y="230778"/>
                      <a:pt x="1205262" y="232106"/>
                    </a:cubicBezTo>
                    <a:cubicBezTo>
                      <a:pt x="1206770" y="233433"/>
                      <a:pt x="1207524" y="235031"/>
                      <a:pt x="1207524" y="236901"/>
                    </a:cubicBezTo>
                    <a:cubicBezTo>
                      <a:pt x="1207524" y="238771"/>
                      <a:pt x="1207223" y="240822"/>
                      <a:pt x="1206619" y="243054"/>
                    </a:cubicBezTo>
                    <a:cubicBezTo>
                      <a:pt x="1206016" y="245287"/>
                      <a:pt x="1205353" y="250565"/>
                      <a:pt x="1204629" y="258890"/>
                    </a:cubicBezTo>
                    <a:cubicBezTo>
                      <a:pt x="1203905" y="267215"/>
                      <a:pt x="1203422" y="277410"/>
                      <a:pt x="1203181" y="289475"/>
                    </a:cubicBezTo>
                    <a:cubicBezTo>
                      <a:pt x="1230086" y="285252"/>
                      <a:pt x="1247007" y="282477"/>
                      <a:pt x="1253944" y="281150"/>
                    </a:cubicBezTo>
                    <a:cubicBezTo>
                      <a:pt x="1260882" y="279823"/>
                      <a:pt x="1266190" y="279159"/>
                      <a:pt x="1269870" y="279159"/>
                    </a:cubicBezTo>
                    <a:cubicBezTo>
                      <a:pt x="1273550" y="279159"/>
                      <a:pt x="1277079" y="280154"/>
                      <a:pt x="1280457" y="282145"/>
                    </a:cubicBezTo>
                    <a:cubicBezTo>
                      <a:pt x="1283835" y="284136"/>
                      <a:pt x="1285524" y="285976"/>
                      <a:pt x="1285524" y="287665"/>
                    </a:cubicBezTo>
                    <a:cubicBezTo>
                      <a:pt x="1285524" y="289957"/>
                      <a:pt x="1283051" y="291103"/>
                      <a:pt x="1278105" y="291103"/>
                    </a:cubicBezTo>
                    <a:lnTo>
                      <a:pt x="1263265" y="290922"/>
                    </a:lnTo>
                    <a:cubicBezTo>
                      <a:pt x="1247701" y="290922"/>
                      <a:pt x="1231292" y="292189"/>
                      <a:pt x="1214039" y="294723"/>
                    </a:cubicBezTo>
                    <a:cubicBezTo>
                      <a:pt x="1230206" y="309683"/>
                      <a:pt x="1241910" y="320029"/>
                      <a:pt x="1249148" y="325760"/>
                    </a:cubicBezTo>
                    <a:cubicBezTo>
                      <a:pt x="1256388" y="331491"/>
                      <a:pt x="1263476" y="335804"/>
                      <a:pt x="1270413" y="338700"/>
                    </a:cubicBezTo>
                    <a:cubicBezTo>
                      <a:pt x="1277351" y="341595"/>
                      <a:pt x="1288179" y="344913"/>
                      <a:pt x="1302898" y="348653"/>
                    </a:cubicBezTo>
                    <a:cubicBezTo>
                      <a:pt x="1305673" y="349257"/>
                      <a:pt x="1307060" y="350222"/>
                      <a:pt x="1307060" y="351549"/>
                    </a:cubicBezTo>
                    <a:cubicBezTo>
                      <a:pt x="1307060" y="352152"/>
                      <a:pt x="1306548" y="352635"/>
                      <a:pt x="1305522" y="352997"/>
                    </a:cubicBezTo>
                    <a:cubicBezTo>
                      <a:pt x="1304497" y="353359"/>
                      <a:pt x="1299641" y="353932"/>
                      <a:pt x="1290954" y="354716"/>
                    </a:cubicBezTo>
                    <a:cubicBezTo>
                      <a:pt x="1282267" y="355500"/>
                      <a:pt x="1276054" y="355892"/>
                      <a:pt x="1272313" y="355892"/>
                    </a:cubicBezTo>
                    <a:cubicBezTo>
                      <a:pt x="1265678" y="355892"/>
                      <a:pt x="1261093" y="354626"/>
                      <a:pt x="1258559" y="352092"/>
                    </a:cubicBezTo>
                    <a:lnTo>
                      <a:pt x="1239014" y="331099"/>
                    </a:lnTo>
                    <a:cubicBezTo>
                      <a:pt x="1228517" y="319878"/>
                      <a:pt x="1217900" y="307994"/>
                      <a:pt x="1207162" y="295447"/>
                    </a:cubicBezTo>
                    <a:cubicBezTo>
                      <a:pt x="1205473" y="295688"/>
                      <a:pt x="1204206" y="295929"/>
                      <a:pt x="1203362" y="296171"/>
                    </a:cubicBezTo>
                    <a:cubicBezTo>
                      <a:pt x="1202759" y="321145"/>
                      <a:pt x="1201914" y="339967"/>
                      <a:pt x="1200828" y="352635"/>
                    </a:cubicBezTo>
                    <a:cubicBezTo>
                      <a:pt x="1216151" y="345034"/>
                      <a:pt x="1224958" y="341233"/>
                      <a:pt x="1227251" y="341233"/>
                    </a:cubicBezTo>
                    <a:cubicBezTo>
                      <a:pt x="1228216" y="341233"/>
                      <a:pt x="1228698" y="341565"/>
                      <a:pt x="1228698" y="342229"/>
                    </a:cubicBezTo>
                    <a:cubicBezTo>
                      <a:pt x="1228698" y="342892"/>
                      <a:pt x="1227974" y="343827"/>
                      <a:pt x="1226527" y="345034"/>
                    </a:cubicBezTo>
                    <a:cubicBezTo>
                      <a:pt x="1210963" y="357702"/>
                      <a:pt x="1200708" y="367173"/>
                      <a:pt x="1195761" y="373447"/>
                    </a:cubicBezTo>
                    <a:cubicBezTo>
                      <a:pt x="1192745" y="377187"/>
                      <a:pt x="1190452" y="379057"/>
                      <a:pt x="1188884" y="379057"/>
                    </a:cubicBezTo>
                    <a:cubicBezTo>
                      <a:pt x="1187315" y="379057"/>
                      <a:pt x="1185596" y="377489"/>
                      <a:pt x="1183726" y="374352"/>
                    </a:cubicBezTo>
                    <a:cubicBezTo>
                      <a:pt x="1181856" y="371215"/>
                      <a:pt x="1180921" y="368530"/>
                      <a:pt x="1180921" y="366298"/>
                    </a:cubicBezTo>
                    <a:cubicBezTo>
                      <a:pt x="1180921" y="364066"/>
                      <a:pt x="1181856" y="362196"/>
                      <a:pt x="1183726" y="360688"/>
                    </a:cubicBezTo>
                    <a:cubicBezTo>
                      <a:pt x="1185596" y="359180"/>
                      <a:pt x="1187346" y="356978"/>
                      <a:pt x="1188974" y="354083"/>
                    </a:cubicBezTo>
                    <a:cubicBezTo>
                      <a:pt x="1190603" y="351187"/>
                      <a:pt x="1192141" y="341837"/>
                      <a:pt x="1193589" y="326032"/>
                    </a:cubicBezTo>
                    <a:cubicBezTo>
                      <a:pt x="1195037" y="310226"/>
                      <a:pt x="1195761" y="300635"/>
                      <a:pt x="1195761" y="297257"/>
                    </a:cubicBezTo>
                    <a:cubicBezTo>
                      <a:pt x="1185747" y="298825"/>
                      <a:pt x="1178086" y="300333"/>
                      <a:pt x="1172777" y="301781"/>
                    </a:cubicBezTo>
                    <a:cubicBezTo>
                      <a:pt x="1167468" y="303229"/>
                      <a:pt x="1163728" y="303953"/>
                      <a:pt x="1161557" y="303953"/>
                    </a:cubicBezTo>
                    <a:cubicBezTo>
                      <a:pt x="1159385" y="303953"/>
                      <a:pt x="1156731" y="302897"/>
                      <a:pt x="1153594" y="300786"/>
                    </a:cubicBezTo>
                    <a:cubicBezTo>
                      <a:pt x="1150457" y="298674"/>
                      <a:pt x="1148888" y="297166"/>
                      <a:pt x="1148888" y="296261"/>
                    </a:cubicBezTo>
                    <a:cubicBezTo>
                      <a:pt x="1148888" y="295356"/>
                      <a:pt x="1149733" y="294904"/>
                      <a:pt x="1151422" y="294904"/>
                    </a:cubicBezTo>
                    <a:lnTo>
                      <a:pt x="1155584" y="295266"/>
                    </a:lnTo>
                    <a:cubicBezTo>
                      <a:pt x="1160290" y="295266"/>
                      <a:pt x="1173742" y="293697"/>
                      <a:pt x="1195942" y="290560"/>
                    </a:cubicBezTo>
                    <a:cubicBezTo>
                      <a:pt x="1195942" y="285855"/>
                      <a:pt x="1195761" y="278556"/>
                      <a:pt x="1195399" y="268662"/>
                    </a:cubicBezTo>
                    <a:cubicBezTo>
                      <a:pt x="1195037" y="258769"/>
                      <a:pt x="1194735" y="252676"/>
                      <a:pt x="1194494" y="250384"/>
                    </a:cubicBezTo>
                    <a:cubicBezTo>
                      <a:pt x="1194253" y="248092"/>
                      <a:pt x="1193800" y="245709"/>
                      <a:pt x="1193137" y="243235"/>
                    </a:cubicBezTo>
                    <a:cubicBezTo>
                      <a:pt x="1192473" y="240762"/>
                      <a:pt x="1191719" y="238621"/>
                      <a:pt x="1190875" y="236811"/>
                    </a:cubicBezTo>
                    <a:cubicBezTo>
                      <a:pt x="1190030" y="235001"/>
                      <a:pt x="1188854" y="233342"/>
                      <a:pt x="1187346" y="231834"/>
                    </a:cubicBezTo>
                    <a:cubicBezTo>
                      <a:pt x="1185837" y="230326"/>
                      <a:pt x="1185083" y="228938"/>
                      <a:pt x="1185083" y="227672"/>
                    </a:cubicBezTo>
                    <a:cubicBezTo>
                      <a:pt x="1185083" y="226405"/>
                      <a:pt x="1186109" y="225771"/>
                      <a:pt x="1188160" y="225771"/>
                    </a:cubicBezTo>
                    <a:close/>
                    <a:moveTo>
                      <a:pt x="1024830" y="219075"/>
                    </a:moveTo>
                    <a:cubicBezTo>
                      <a:pt x="1026700" y="219075"/>
                      <a:pt x="1029294" y="219648"/>
                      <a:pt x="1032612" y="220795"/>
                    </a:cubicBezTo>
                    <a:cubicBezTo>
                      <a:pt x="1035930" y="221941"/>
                      <a:pt x="1037589" y="223781"/>
                      <a:pt x="1037589" y="226314"/>
                    </a:cubicBezTo>
                    <a:cubicBezTo>
                      <a:pt x="1037589" y="226918"/>
                      <a:pt x="1037227" y="228727"/>
                      <a:pt x="1036503" y="231744"/>
                    </a:cubicBezTo>
                    <a:lnTo>
                      <a:pt x="1031255" y="254184"/>
                    </a:lnTo>
                    <a:cubicBezTo>
                      <a:pt x="1036201" y="252616"/>
                      <a:pt x="1040062" y="251832"/>
                      <a:pt x="1042837" y="251832"/>
                    </a:cubicBezTo>
                    <a:cubicBezTo>
                      <a:pt x="1045612" y="251832"/>
                      <a:pt x="1046999" y="252857"/>
                      <a:pt x="1046999" y="254908"/>
                    </a:cubicBezTo>
                    <a:cubicBezTo>
                      <a:pt x="1046999" y="256356"/>
                      <a:pt x="1046245" y="257502"/>
                      <a:pt x="1044737" y="258347"/>
                    </a:cubicBezTo>
                    <a:cubicBezTo>
                      <a:pt x="1043229" y="259191"/>
                      <a:pt x="1038192" y="260760"/>
                      <a:pt x="1029626" y="263052"/>
                    </a:cubicBezTo>
                    <a:lnTo>
                      <a:pt x="1026549" y="280788"/>
                    </a:lnTo>
                    <a:cubicBezTo>
                      <a:pt x="1032582" y="279581"/>
                      <a:pt x="1036865" y="278978"/>
                      <a:pt x="1039398" y="278978"/>
                    </a:cubicBezTo>
                    <a:cubicBezTo>
                      <a:pt x="1041932" y="278978"/>
                      <a:pt x="1043832" y="279370"/>
                      <a:pt x="1045099" y="280154"/>
                    </a:cubicBezTo>
                    <a:cubicBezTo>
                      <a:pt x="1046366" y="280939"/>
                      <a:pt x="1046999" y="281753"/>
                      <a:pt x="1046999" y="282598"/>
                    </a:cubicBezTo>
                    <a:cubicBezTo>
                      <a:pt x="1046999" y="284166"/>
                      <a:pt x="1045160" y="284950"/>
                      <a:pt x="1041480" y="284950"/>
                    </a:cubicBezTo>
                    <a:cubicBezTo>
                      <a:pt x="1037800" y="284950"/>
                      <a:pt x="1027665" y="286790"/>
                      <a:pt x="1011076" y="290470"/>
                    </a:cubicBezTo>
                    <a:cubicBezTo>
                      <a:pt x="994487" y="294150"/>
                      <a:pt x="981486" y="297437"/>
                      <a:pt x="972076" y="300333"/>
                    </a:cubicBezTo>
                    <a:cubicBezTo>
                      <a:pt x="968215" y="301419"/>
                      <a:pt x="965380" y="301962"/>
                      <a:pt x="963570" y="301962"/>
                    </a:cubicBezTo>
                    <a:cubicBezTo>
                      <a:pt x="961760" y="301962"/>
                      <a:pt x="959739" y="301087"/>
                      <a:pt x="957507" y="299338"/>
                    </a:cubicBezTo>
                    <a:cubicBezTo>
                      <a:pt x="955275" y="297588"/>
                      <a:pt x="954159" y="296231"/>
                      <a:pt x="954159" y="295266"/>
                    </a:cubicBezTo>
                    <a:cubicBezTo>
                      <a:pt x="954159" y="294301"/>
                      <a:pt x="954581" y="293637"/>
                      <a:pt x="955426" y="293275"/>
                    </a:cubicBezTo>
                    <a:cubicBezTo>
                      <a:pt x="956271" y="292913"/>
                      <a:pt x="957296" y="292732"/>
                      <a:pt x="958503" y="292732"/>
                    </a:cubicBezTo>
                    <a:lnTo>
                      <a:pt x="961941" y="292732"/>
                    </a:lnTo>
                    <a:cubicBezTo>
                      <a:pt x="968577" y="292732"/>
                      <a:pt x="981124" y="290802"/>
                      <a:pt x="999584" y="286941"/>
                    </a:cubicBezTo>
                    <a:lnTo>
                      <a:pt x="1000127" y="268843"/>
                    </a:lnTo>
                    <a:cubicBezTo>
                      <a:pt x="995301" y="269688"/>
                      <a:pt x="991953" y="270110"/>
                      <a:pt x="990083" y="270110"/>
                    </a:cubicBezTo>
                    <a:cubicBezTo>
                      <a:pt x="988213" y="270110"/>
                      <a:pt x="986162" y="269748"/>
                      <a:pt x="983930" y="269024"/>
                    </a:cubicBezTo>
                    <a:cubicBezTo>
                      <a:pt x="981698" y="268301"/>
                      <a:pt x="980582" y="267546"/>
                      <a:pt x="980582" y="266762"/>
                    </a:cubicBezTo>
                    <a:cubicBezTo>
                      <a:pt x="980582" y="265978"/>
                      <a:pt x="981999" y="265405"/>
                      <a:pt x="984835" y="265043"/>
                    </a:cubicBezTo>
                    <a:cubicBezTo>
                      <a:pt x="987670" y="264681"/>
                      <a:pt x="992767" y="263716"/>
                      <a:pt x="1000127" y="262147"/>
                    </a:cubicBezTo>
                    <a:cubicBezTo>
                      <a:pt x="1000006" y="252254"/>
                      <a:pt x="998076" y="244653"/>
                      <a:pt x="994336" y="239345"/>
                    </a:cubicBezTo>
                    <a:cubicBezTo>
                      <a:pt x="993491" y="237897"/>
                      <a:pt x="993069" y="236660"/>
                      <a:pt x="993069" y="235635"/>
                    </a:cubicBezTo>
                    <a:cubicBezTo>
                      <a:pt x="993069" y="234609"/>
                      <a:pt x="993853" y="234096"/>
                      <a:pt x="995422" y="234096"/>
                    </a:cubicBezTo>
                    <a:cubicBezTo>
                      <a:pt x="996990" y="234096"/>
                      <a:pt x="999524" y="234971"/>
                      <a:pt x="1003022" y="236720"/>
                    </a:cubicBezTo>
                    <a:cubicBezTo>
                      <a:pt x="1006521" y="238470"/>
                      <a:pt x="1008271" y="240672"/>
                      <a:pt x="1008271" y="243326"/>
                    </a:cubicBezTo>
                    <a:cubicBezTo>
                      <a:pt x="1008271" y="244291"/>
                      <a:pt x="1008029" y="245679"/>
                      <a:pt x="1007547" y="247488"/>
                    </a:cubicBezTo>
                    <a:cubicBezTo>
                      <a:pt x="1007064" y="249298"/>
                      <a:pt x="1006763" y="253702"/>
                      <a:pt x="1006642" y="260700"/>
                    </a:cubicBezTo>
                    <a:cubicBezTo>
                      <a:pt x="1011709" y="259855"/>
                      <a:pt x="1017199" y="258649"/>
                      <a:pt x="1023111" y="257080"/>
                    </a:cubicBezTo>
                    <a:cubicBezTo>
                      <a:pt x="1024197" y="247790"/>
                      <a:pt x="1024739" y="240400"/>
                      <a:pt x="1024739" y="234911"/>
                    </a:cubicBezTo>
                    <a:cubicBezTo>
                      <a:pt x="1024739" y="229421"/>
                      <a:pt x="1024287" y="225983"/>
                      <a:pt x="1023382" y="224595"/>
                    </a:cubicBezTo>
                    <a:cubicBezTo>
                      <a:pt x="1022477" y="223208"/>
                      <a:pt x="1022025" y="222092"/>
                      <a:pt x="1022025" y="221247"/>
                    </a:cubicBezTo>
                    <a:cubicBezTo>
                      <a:pt x="1022025" y="219799"/>
                      <a:pt x="1022960" y="219075"/>
                      <a:pt x="1024830" y="219075"/>
                    </a:cubicBezTo>
                    <a:close/>
                    <a:moveTo>
                      <a:pt x="268807" y="120349"/>
                    </a:moveTo>
                    <a:cubicBezTo>
                      <a:pt x="271582" y="120349"/>
                      <a:pt x="273995" y="121374"/>
                      <a:pt x="276046" y="123425"/>
                    </a:cubicBezTo>
                    <a:cubicBezTo>
                      <a:pt x="278097" y="125476"/>
                      <a:pt x="279123" y="127889"/>
                      <a:pt x="279123" y="130664"/>
                    </a:cubicBezTo>
                    <a:cubicBezTo>
                      <a:pt x="279123" y="133439"/>
                      <a:pt x="278097" y="135822"/>
                      <a:pt x="276046" y="137813"/>
                    </a:cubicBezTo>
                    <a:cubicBezTo>
                      <a:pt x="273995" y="139803"/>
                      <a:pt x="271582" y="140799"/>
                      <a:pt x="268807" y="140799"/>
                    </a:cubicBezTo>
                    <a:cubicBezTo>
                      <a:pt x="266032" y="140799"/>
                      <a:pt x="263619" y="139803"/>
                      <a:pt x="261568" y="137813"/>
                    </a:cubicBezTo>
                    <a:cubicBezTo>
                      <a:pt x="259517" y="135822"/>
                      <a:pt x="258491" y="133439"/>
                      <a:pt x="258491" y="130664"/>
                    </a:cubicBezTo>
                    <a:cubicBezTo>
                      <a:pt x="258491" y="127889"/>
                      <a:pt x="259517" y="125476"/>
                      <a:pt x="261568" y="123425"/>
                    </a:cubicBezTo>
                    <a:cubicBezTo>
                      <a:pt x="263619" y="121374"/>
                      <a:pt x="266032" y="120349"/>
                      <a:pt x="268807" y="120349"/>
                    </a:cubicBezTo>
                    <a:close/>
                    <a:moveTo>
                      <a:pt x="123439" y="109704"/>
                    </a:moveTo>
                    <a:cubicBezTo>
                      <a:pt x="126651" y="109704"/>
                      <a:pt x="129136" y="110757"/>
                      <a:pt x="130894" y="112862"/>
                    </a:cubicBezTo>
                    <a:cubicBezTo>
                      <a:pt x="132653" y="114968"/>
                      <a:pt x="133532" y="117735"/>
                      <a:pt x="133532" y="121164"/>
                    </a:cubicBezTo>
                    <a:cubicBezTo>
                      <a:pt x="133532" y="122033"/>
                      <a:pt x="133456" y="122944"/>
                      <a:pt x="133304" y="123899"/>
                    </a:cubicBezTo>
                    <a:cubicBezTo>
                      <a:pt x="133152" y="124854"/>
                      <a:pt x="132880" y="125766"/>
                      <a:pt x="132490" y="126634"/>
                    </a:cubicBezTo>
                    <a:lnTo>
                      <a:pt x="133401" y="126959"/>
                    </a:lnTo>
                    <a:cubicBezTo>
                      <a:pt x="137612" y="121186"/>
                      <a:pt x="141768" y="116867"/>
                      <a:pt x="145870" y="114002"/>
                    </a:cubicBezTo>
                    <a:cubicBezTo>
                      <a:pt x="149972" y="111137"/>
                      <a:pt x="154216" y="109704"/>
                      <a:pt x="158600" y="109704"/>
                    </a:cubicBezTo>
                    <a:cubicBezTo>
                      <a:pt x="163201" y="109704"/>
                      <a:pt x="166641" y="110942"/>
                      <a:pt x="168920" y="113416"/>
                    </a:cubicBezTo>
                    <a:cubicBezTo>
                      <a:pt x="171199" y="115890"/>
                      <a:pt x="172338" y="119363"/>
                      <a:pt x="172338" y="123834"/>
                    </a:cubicBezTo>
                    <a:cubicBezTo>
                      <a:pt x="172338" y="125180"/>
                      <a:pt x="172143" y="127046"/>
                      <a:pt x="171752" y="129434"/>
                    </a:cubicBezTo>
                    <a:cubicBezTo>
                      <a:pt x="171362" y="131821"/>
                      <a:pt x="170863" y="134426"/>
                      <a:pt x="170255" y="137247"/>
                    </a:cubicBezTo>
                    <a:cubicBezTo>
                      <a:pt x="169647" y="140069"/>
                      <a:pt x="168996" y="142966"/>
                      <a:pt x="168301" y="145940"/>
                    </a:cubicBezTo>
                    <a:cubicBezTo>
                      <a:pt x="167607" y="148913"/>
                      <a:pt x="166956" y="151659"/>
                      <a:pt x="166348" y="154176"/>
                    </a:cubicBezTo>
                    <a:cubicBezTo>
                      <a:pt x="165740" y="156694"/>
                      <a:pt x="165241" y="158843"/>
                      <a:pt x="164851" y="160622"/>
                    </a:cubicBezTo>
                    <a:cubicBezTo>
                      <a:pt x="164460" y="162402"/>
                      <a:pt x="164265" y="163509"/>
                      <a:pt x="164265" y="163943"/>
                    </a:cubicBezTo>
                    <a:cubicBezTo>
                      <a:pt x="164265" y="165593"/>
                      <a:pt x="164568" y="166786"/>
                      <a:pt x="165176" y="167524"/>
                    </a:cubicBezTo>
                    <a:cubicBezTo>
                      <a:pt x="165784" y="168262"/>
                      <a:pt x="166761" y="168631"/>
                      <a:pt x="168106" y="168631"/>
                    </a:cubicBezTo>
                    <a:cubicBezTo>
                      <a:pt x="168931" y="168631"/>
                      <a:pt x="169745" y="168479"/>
                      <a:pt x="170548" y="168175"/>
                    </a:cubicBezTo>
                    <a:cubicBezTo>
                      <a:pt x="171351" y="167872"/>
                      <a:pt x="172187" y="167394"/>
                      <a:pt x="173055" y="166743"/>
                    </a:cubicBezTo>
                    <a:cubicBezTo>
                      <a:pt x="173923" y="166092"/>
                      <a:pt x="174878" y="165256"/>
                      <a:pt x="175920" y="164236"/>
                    </a:cubicBezTo>
                    <a:cubicBezTo>
                      <a:pt x="176961" y="163216"/>
                      <a:pt x="178133" y="161990"/>
                      <a:pt x="179436" y="160557"/>
                    </a:cubicBezTo>
                    <a:lnTo>
                      <a:pt x="183928" y="164855"/>
                    </a:lnTo>
                    <a:cubicBezTo>
                      <a:pt x="181801" y="167025"/>
                      <a:pt x="179848" y="168892"/>
                      <a:pt x="178068" y="170454"/>
                    </a:cubicBezTo>
                    <a:cubicBezTo>
                      <a:pt x="176289" y="172017"/>
                      <a:pt x="174563" y="173308"/>
                      <a:pt x="172892" y="174329"/>
                    </a:cubicBezTo>
                    <a:cubicBezTo>
                      <a:pt x="171221" y="175349"/>
                      <a:pt x="169560" y="176108"/>
                      <a:pt x="167911" y="176607"/>
                    </a:cubicBezTo>
                    <a:cubicBezTo>
                      <a:pt x="166261" y="177107"/>
                      <a:pt x="164503" y="177356"/>
                      <a:pt x="162637" y="177356"/>
                    </a:cubicBezTo>
                    <a:cubicBezTo>
                      <a:pt x="161074" y="177356"/>
                      <a:pt x="159631" y="177052"/>
                      <a:pt x="158307" y="176445"/>
                    </a:cubicBezTo>
                    <a:cubicBezTo>
                      <a:pt x="156983" y="175837"/>
                      <a:pt x="155843" y="175001"/>
                      <a:pt x="154888" y="173938"/>
                    </a:cubicBezTo>
                    <a:cubicBezTo>
                      <a:pt x="153933" y="172874"/>
                      <a:pt x="153195" y="171616"/>
                      <a:pt x="152675" y="170161"/>
                    </a:cubicBezTo>
                    <a:cubicBezTo>
                      <a:pt x="152154" y="168707"/>
                      <a:pt x="151893" y="167112"/>
                      <a:pt x="151893" y="165376"/>
                    </a:cubicBezTo>
                    <a:cubicBezTo>
                      <a:pt x="151893" y="163639"/>
                      <a:pt x="152078" y="161610"/>
                      <a:pt x="152447" y="159288"/>
                    </a:cubicBezTo>
                    <a:cubicBezTo>
                      <a:pt x="152816" y="156965"/>
                      <a:pt x="153369" y="154415"/>
                      <a:pt x="154107" y="151637"/>
                    </a:cubicBezTo>
                    <a:cubicBezTo>
                      <a:pt x="154888" y="148815"/>
                      <a:pt x="155615" y="146113"/>
                      <a:pt x="156288" y="143530"/>
                    </a:cubicBezTo>
                    <a:cubicBezTo>
                      <a:pt x="156961" y="140948"/>
                      <a:pt x="157547" y="138560"/>
                      <a:pt x="158046" y="136368"/>
                    </a:cubicBezTo>
                    <a:cubicBezTo>
                      <a:pt x="158546" y="134176"/>
                      <a:pt x="158936" y="132223"/>
                      <a:pt x="159218" y="130508"/>
                    </a:cubicBezTo>
                    <a:cubicBezTo>
                      <a:pt x="159500" y="128793"/>
                      <a:pt x="159642" y="127372"/>
                      <a:pt x="159642" y="126243"/>
                    </a:cubicBezTo>
                    <a:cubicBezTo>
                      <a:pt x="159642" y="123552"/>
                      <a:pt x="159132" y="121577"/>
                      <a:pt x="158111" y="120318"/>
                    </a:cubicBezTo>
                    <a:cubicBezTo>
                      <a:pt x="157091" y="119059"/>
                      <a:pt x="155453" y="118430"/>
                      <a:pt x="153195" y="118430"/>
                    </a:cubicBezTo>
                    <a:cubicBezTo>
                      <a:pt x="151893" y="118430"/>
                      <a:pt x="150493" y="118766"/>
                      <a:pt x="148996" y="119439"/>
                    </a:cubicBezTo>
                    <a:cubicBezTo>
                      <a:pt x="147498" y="120112"/>
                      <a:pt x="145990" y="121045"/>
                      <a:pt x="144470" y="122239"/>
                    </a:cubicBezTo>
                    <a:cubicBezTo>
                      <a:pt x="142951" y="123432"/>
                      <a:pt x="141464" y="124843"/>
                      <a:pt x="140010" y="126471"/>
                    </a:cubicBezTo>
                    <a:cubicBezTo>
                      <a:pt x="138556" y="128099"/>
                      <a:pt x="137221" y="129835"/>
                      <a:pt x="136006" y="131680"/>
                    </a:cubicBezTo>
                    <a:cubicBezTo>
                      <a:pt x="134790" y="133525"/>
                      <a:pt x="133716" y="135456"/>
                      <a:pt x="132783" y="137475"/>
                    </a:cubicBezTo>
                    <a:cubicBezTo>
                      <a:pt x="131849" y="139493"/>
                      <a:pt x="131166" y="141501"/>
                      <a:pt x="130732" y="143498"/>
                    </a:cubicBezTo>
                    <a:lnTo>
                      <a:pt x="123439" y="176184"/>
                    </a:lnTo>
                    <a:lnTo>
                      <a:pt x="110677" y="176184"/>
                    </a:lnTo>
                    <a:lnTo>
                      <a:pt x="120444" y="133731"/>
                    </a:lnTo>
                    <a:cubicBezTo>
                      <a:pt x="121008" y="131474"/>
                      <a:pt x="121421" y="129455"/>
                      <a:pt x="121681" y="127676"/>
                    </a:cubicBezTo>
                    <a:cubicBezTo>
                      <a:pt x="121942" y="125896"/>
                      <a:pt x="122072" y="124442"/>
                      <a:pt x="122072" y="123313"/>
                    </a:cubicBezTo>
                    <a:cubicBezTo>
                      <a:pt x="122072" y="120144"/>
                      <a:pt x="120791" y="118560"/>
                      <a:pt x="118230" y="118560"/>
                    </a:cubicBezTo>
                    <a:cubicBezTo>
                      <a:pt x="117449" y="118560"/>
                      <a:pt x="116657" y="118723"/>
                      <a:pt x="115854" y="119048"/>
                    </a:cubicBezTo>
                    <a:cubicBezTo>
                      <a:pt x="115050" y="119374"/>
                      <a:pt x="114204" y="119862"/>
                      <a:pt x="113314" y="120513"/>
                    </a:cubicBezTo>
                    <a:cubicBezTo>
                      <a:pt x="112424" y="121164"/>
                      <a:pt x="111458" y="121989"/>
                      <a:pt x="110417" y="122987"/>
                    </a:cubicBezTo>
                    <a:cubicBezTo>
                      <a:pt x="109375" y="123986"/>
                      <a:pt x="108203" y="125158"/>
                      <a:pt x="106901" y="126504"/>
                    </a:cubicBezTo>
                    <a:lnTo>
                      <a:pt x="102408" y="122271"/>
                    </a:lnTo>
                    <a:cubicBezTo>
                      <a:pt x="104578" y="120057"/>
                      <a:pt x="106564" y="118158"/>
                      <a:pt x="108366" y="116574"/>
                    </a:cubicBezTo>
                    <a:cubicBezTo>
                      <a:pt x="110167" y="114990"/>
                      <a:pt x="111882" y="113687"/>
                      <a:pt x="113509" y="112667"/>
                    </a:cubicBezTo>
                    <a:cubicBezTo>
                      <a:pt x="115137" y="111647"/>
                      <a:pt x="116754" y="110898"/>
                      <a:pt x="118360" y="110421"/>
                    </a:cubicBezTo>
                    <a:cubicBezTo>
                      <a:pt x="119966" y="109943"/>
                      <a:pt x="121659" y="109704"/>
                      <a:pt x="123439" y="109704"/>
                    </a:cubicBezTo>
                    <a:close/>
                    <a:moveTo>
                      <a:pt x="1429762" y="92297"/>
                    </a:moveTo>
                    <a:cubicBezTo>
                      <a:pt x="1430968" y="92297"/>
                      <a:pt x="1433441" y="93413"/>
                      <a:pt x="1437182" y="95645"/>
                    </a:cubicBezTo>
                    <a:cubicBezTo>
                      <a:pt x="1440922" y="97878"/>
                      <a:pt x="1442792" y="99536"/>
                      <a:pt x="1442792" y="100622"/>
                    </a:cubicBezTo>
                    <a:cubicBezTo>
                      <a:pt x="1442792" y="101708"/>
                      <a:pt x="1441857" y="102794"/>
                      <a:pt x="1439987" y="103880"/>
                    </a:cubicBezTo>
                    <a:cubicBezTo>
                      <a:pt x="1438117" y="104966"/>
                      <a:pt x="1436759" y="106021"/>
                      <a:pt x="1435915" y="107047"/>
                    </a:cubicBezTo>
                    <a:cubicBezTo>
                      <a:pt x="1435070" y="108072"/>
                      <a:pt x="1433260" y="110576"/>
                      <a:pt x="1430486" y="114557"/>
                    </a:cubicBezTo>
                    <a:cubicBezTo>
                      <a:pt x="1427711" y="118539"/>
                      <a:pt x="1424091" y="122882"/>
                      <a:pt x="1419627" y="127588"/>
                    </a:cubicBezTo>
                    <a:cubicBezTo>
                      <a:pt x="1428555" y="133861"/>
                      <a:pt x="1437363" y="138657"/>
                      <a:pt x="1446049" y="141975"/>
                    </a:cubicBezTo>
                    <a:cubicBezTo>
                      <a:pt x="1454736" y="145293"/>
                      <a:pt x="1467947" y="148098"/>
                      <a:pt x="1485683" y="150391"/>
                    </a:cubicBezTo>
                    <a:cubicBezTo>
                      <a:pt x="1489544" y="150873"/>
                      <a:pt x="1491474" y="151778"/>
                      <a:pt x="1491474" y="153105"/>
                    </a:cubicBezTo>
                    <a:cubicBezTo>
                      <a:pt x="1491474" y="153829"/>
                      <a:pt x="1490780" y="154523"/>
                      <a:pt x="1489393" y="155186"/>
                    </a:cubicBezTo>
                    <a:cubicBezTo>
                      <a:pt x="1488005" y="155850"/>
                      <a:pt x="1483632" y="156845"/>
                      <a:pt x="1476272" y="158172"/>
                    </a:cubicBezTo>
                    <a:cubicBezTo>
                      <a:pt x="1468913" y="159500"/>
                      <a:pt x="1462367" y="160163"/>
                      <a:pt x="1456636" y="160163"/>
                    </a:cubicBezTo>
                    <a:cubicBezTo>
                      <a:pt x="1450906" y="160163"/>
                      <a:pt x="1446049" y="158474"/>
                      <a:pt x="1442068" y="155096"/>
                    </a:cubicBezTo>
                    <a:lnTo>
                      <a:pt x="1415103" y="133198"/>
                    </a:lnTo>
                    <a:cubicBezTo>
                      <a:pt x="1408949" y="138868"/>
                      <a:pt x="1401017" y="143604"/>
                      <a:pt x="1391304" y="147404"/>
                    </a:cubicBezTo>
                    <a:cubicBezTo>
                      <a:pt x="1381592" y="151205"/>
                      <a:pt x="1373237" y="153105"/>
                      <a:pt x="1366239" y="153105"/>
                    </a:cubicBezTo>
                    <a:cubicBezTo>
                      <a:pt x="1364309" y="153105"/>
                      <a:pt x="1362590" y="152954"/>
                      <a:pt x="1361082" y="152653"/>
                    </a:cubicBezTo>
                    <a:cubicBezTo>
                      <a:pt x="1359573" y="152351"/>
                      <a:pt x="1358819" y="151929"/>
                      <a:pt x="1358819" y="151386"/>
                    </a:cubicBezTo>
                    <a:cubicBezTo>
                      <a:pt x="1358819" y="150843"/>
                      <a:pt x="1360207" y="150270"/>
                      <a:pt x="1362982" y="149667"/>
                    </a:cubicBezTo>
                    <a:cubicBezTo>
                      <a:pt x="1383372" y="144599"/>
                      <a:pt x="1398453" y="137360"/>
                      <a:pt x="1408226" y="127950"/>
                    </a:cubicBezTo>
                    <a:cubicBezTo>
                      <a:pt x="1398815" y="121073"/>
                      <a:pt x="1391696" y="116729"/>
                      <a:pt x="1386871" y="114919"/>
                    </a:cubicBezTo>
                    <a:cubicBezTo>
                      <a:pt x="1384458" y="113954"/>
                      <a:pt x="1383251" y="113049"/>
                      <a:pt x="1383251" y="112205"/>
                    </a:cubicBezTo>
                    <a:cubicBezTo>
                      <a:pt x="1383251" y="111360"/>
                      <a:pt x="1383794" y="110938"/>
                      <a:pt x="1384880" y="110938"/>
                    </a:cubicBezTo>
                    <a:cubicBezTo>
                      <a:pt x="1385966" y="110938"/>
                      <a:pt x="1388047" y="111149"/>
                      <a:pt x="1391123" y="111571"/>
                    </a:cubicBezTo>
                    <a:cubicBezTo>
                      <a:pt x="1394200" y="111994"/>
                      <a:pt x="1397156" y="112929"/>
                      <a:pt x="1399991" y="114377"/>
                    </a:cubicBezTo>
                    <a:cubicBezTo>
                      <a:pt x="1402826" y="115824"/>
                      <a:pt x="1407140" y="118660"/>
                      <a:pt x="1412931" y="122882"/>
                    </a:cubicBezTo>
                    <a:cubicBezTo>
                      <a:pt x="1415103" y="121073"/>
                      <a:pt x="1417485" y="117483"/>
                      <a:pt x="1420079" y="112114"/>
                    </a:cubicBezTo>
                    <a:cubicBezTo>
                      <a:pt x="1422673" y="106745"/>
                      <a:pt x="1423970" y="103669"/>
                      <a:pt x="1423970" y="102884"/>
                    </a:cubicBezTo>
                    <a:cubicBezTo>
                      <a:pt x="1423970" y="102100"/>
                      <a:pt x="1423458" y="101708"/>
                      <a:pt x="1422432" y="101708"/>
                    </a:cubicBezTo>
                    <a:cubicBezTo>
                      <a:pt x="1421407" y="101708"/>
                      <a:pt x="1417847" y="102462"/>
                      <a:pt x="1411755" y="103970"/>
                    </a:cubicBezTo>
                    <a:cubicBezTo>
                      <a:pt x="1405662" y="105478"/>
                      <a:pt x="1400956" y="106233"/>
                      <a:pt x="1397639" y="106233"/>
                    </a:cubicBezTo>
                    <a:cubicBezTo>
                      <a:pt x="1394321" y="106233"/>
                      <a:pt x="1391757" y="105810"/>
                      <a:pt x="1389947" y="104966"/>
                    </a:cubicBezTo>
                    <a:cubicBezTo>
                      <a:pt x="1388137" y="104121"/>
                      <a:pt x="1387232" y="103397"/>
                      <a:pt x="1387232" y="102794"/>
                    </a:cubicBezTo>
                    <a:cubicBezTo>
                      <a:pt x="1387232" y="102191"/>
                      <a:pt x="1388620" y="101768"/>
                      <a:pt x="1391395" y="101527"/>
                    </a:cubicBezTo>
                    <a:cubicBezTo>
                      <a:pt x="1398272" y="101045"/>
                      <a:pt x="1405089" y="99929"/>
                      <a:pt x="1411845" y="98179"/>
                    </a:cubicBezTo>
                    <a:cubicBezTo>
                      <a:pt x="1418601" y="96430"/>
                      <a:pt x="1422975" y="95012"/>
                      <a:pt x="1424966" y="93926"/>
                    </a:cubicBezTo>
                    <a:cubicBezTo>
                      <a:pt x="1426957" y="92840"/>
                      <a:pt x="1428555" y="92297"/>
                      <a:pt x="1429762" y="92297"/>
                    </a:cubicBezTo>
                    <a:close/>
                    <a:moveTo>
                      <a:pt x="1021844" y="77819"/>
                    </a:moveTo>
                    <a:cubicBezTo>
                      <a:pt x="1023050" y="77819"/>
                      <a:pt x="1025282" y="78604"/>
                      <a:pt x="1028540" y="80172"/>
                    </a:cubicBezTo>
                    <a:cubicBezTo>
                      <a:pt x="1031797" y="81741"/>
                      <a:pt x="1033426" y="82977"/>
                      <a:pt x="1033426" y="83882"/>
                    </a:cubicBezTo>
                    <a:cubicBezTo>
                      <a:pt x="1033426" y="84787"/>
                      <a:pt x="1032763" y="86355"/>
                      <a:pt x="1031436" y="88587"/>
                    </a:cubicBezTo>
                    <a:cubicBezTo>
                      <a:pt x="1030108" y="90819"/>
                      <a:pt x="1029445" y="94952"/>
                      <a:pt x="1029445" y="100984"/>
                    </a:cubicBezTo>
                    <a:cubicBezTo>
                      <a:pt x="1029445" y="107017"/>
                      <a:pt x="1029626" y="113954"/>
                      <a:pt x="1029988" y="121796"/>
                    </a:cubicBezTo>
                    <a:lnTo>
                      <a:pt x="1030531" y="139351"/>
                    </a:lnTo>
                    <a:cubicBezTo>
                      <a:pt x="1030531" y="145022"/>
                      <a:pt x="1029626" y="150119"/>
                      <a:pt x="1027816" y="154643"/>
                    </a:cubicBezTo>
                    <a:cubicBezTo>
                      <a:pt x="1026006" y="159168"/>
                      <a:pt x="1024317" y="161430"/>
                      <a:pt x="1022749" y="161430"/>
                    </a:cubicBezTo>
                    <a:cubicBezTo>
                      <a:pt x="1021784" y="161430"/>
                      <a:pt x="1020637" y="160525"/>
                      <a:pt x="1019310" y="158715"/>
                    </a:cubicBezTo>
                    <a:cubicBezTo>
                      <a:pt x="1015570" y="153769"/>
                      <a:pt x="1012554" y="150270"/>
                      <a:pt x="1010262" y="148219"/>
                    </a:cubicBezTo>
                    <a:cubicBezTo>
                      <a:pt x="1008934" y="146892"/>
                      <a:pt x="1008271" y="145957"/>
                      <a:pt x="1008271" y="145414"/>
                    </a:cubicBezTo>
                    <a:cubicBezTo>
                      <a:pt x="1008271" y="144871"/>
                      <a:pt x="1009809" y="144599"/>
                      <a:pt x="1012886" y="144599"/>
                    </a:cubicBezTo>
                    <a:cubicBezTo>
                      <a:pt x="1015962" y="144599"/>
                      <a:pt x="1017983" y="144298"/>
                      <a:pt x="1018948" y="143694"/>
                    </a:cubicBezTo>
                    <a:cubicBezTo>
                      <a:pt x="1019914" y="143091"/>
                      <a:pt x="1020577" y="141040"/>
                      <a:pt x="1020939" y="137541"/>
                    </a:cubicBezTo>
                    <a:cubicBezTo>
                      <a:pt x="1021301" y="134042"/>
                      <a:pt x="1021482" y="127889"/>
                      <a:pt x="1021482" y="119082"/>
                    </a:cubicBezTo>
                    <a:cubicBezTo>
                      <a:pt x="1021482" y="110274"/>
                      <a:pt x="1021210" y="103035"/>
                      <a:pt x="1020668" y="97365"/>
                    </a:cubicBezTo>
                    <a:cubicBezTo>
                      <a:pt x="1020125" y="91694"/>
                      <a:pt x="1019582" y="88376"/>
                      <a:pt x="1019039" y="87411"/>
                    </a:cubicBezTo>
                    <a:cubicBezTo>
                      <a:pt x="1018496" y="86446"/>
                      <a:pt x="1017018" y="85963"/>
                      <a:pt x="1014605" y="85963"/>
                    </a:cubicBezTo>
                    <a:cubicBezTo>
                      <a:pt x="1011951" y="85963"/>
                      <a:pt x="1009658" y="86325"/>
                      <a:pt x="1007728" y="87049"/>
                    </a:cubicBezTo>
                    <a:cubicBezTo>
                      <a:pt x="1005797" y="87773"/>
                      <a:pt x="1003264" y="88256"/>
                      <a:pt x="1000127" y="88497"/>
                    </a:cubicBezTo>
                    <a:cubicBezTo>
                      <a:pt x="1000609" y="90789"/>
                      <a:pt x="1000851" y="93112"/>
                      <a:pt x="1000851" y="95465"/>
                    </a:cubicBezTo>
                    <a:cubicBezTo>
                      <a:pt x="1000851" y="97817"/>
                      <a:pt x="1000790" y="100140"/>
                      <a:pt x="1000670" y="102432"/>
                    </a:cubicBezTo>
                    <a:cubicBezTo>
                      <a:pt x="1005858" y="100864"/>
                      <a:pt x="1009326" y="100079"/>
                      <a:pt x="1011076" y="100079"/>
                    </a:cubicBezTo>
                    <a:cubicBezTo>
                      <a:pt x="1012825" y="100079"/>
                      <a:pt x="1014424" y="100381"/>
                      <a:pt x="1015872" y="100984"/>
                    </a:cubicBezTo>
                    <a:cubicBezTo>
                      <a:pt x="1017320" y="101588"/>
                      <a:pt x="1018043" y="102432"/>
                      <a:pt x="1018043" y="103518"/>
                    </a:cubicBezTo>
                    <a:cubicBezTo>
                      <a:pt x="1018043" y="104604"/>
                      <a:pt x="1016023" y="105509"/>
                      <a:pt x="1011981" y="106233"/>
                    </a:cubicBezTo>
                    <a:cubicBezTo>
                      <a:pt x="1007939" y="106956"/>
                      <a:pt x="1003988" y="107198"/>
                      <a:pt x="1000127" y="106956"/>
                    </a:cubicBezTo>
                    <a:cubicBezTo>
                      <a:pt x="999644" y="111300"/>
                      <a:pt x="999041" y="115583"/>
                      <a:pt x="998317" y="119806"/>
                    </a:cubicBezTo>
                    <a:cubicBezTo>
                      <a:pt x="1003384" y="118479"/>
                      <a:pt x="1007094" y="117815"/>
                      <a:pt x="1009447" y="117815"/>
                    </a:cubicBezTo>
                    <a:cubicBezTo>
                      <a:pt x="1011800" y="117815"/>
                      <a:pt x="1013640" y="118117"/>
                      <a:pt x="1014967" y="118720"/>
                    </a:cubicBezTo>
                    <a:cubicBezTo>
                      <a:pt x="1016294" y="119323"/>
                      <a:pt x="1016958" y="120138"/>
                      <a:pt x="1016958" y="121163"/>
                    </a:cubicBezTo>
                    <a:cubicBezTo>
                      <a:pt x="1016958" y="122189"/>
                      <a:pt x="1015329" y="123033"/>
                      <a:pt x="1012071" y="123697"/>
                    </a:cubicBezTo>
                    <a:cubicBezTo>
                      <a:pt x="1008814" y="124360"/>
                      <a:pt x="1006190" y="124692"/>
                      <a:pt x="1004199" y="124692"/>
                    </a:cubicBezTo>
                    <a:cubicBezTo>
                      <a:pt x="1002208" y="124692"/>
                      <a:pt x="1000006" y="124571"/>
                      <a:pt x="997593" y="124330"/>
                    </a:cubicBezTo>
                    <a:cubicBezTo>
                      <a:pt x="995301" y="136878"/>
                      <a:pt x="993461" y="144841"/>
                      <a:pt x="992074" y="148219"/>
                    </a:cubicBezTo>
                    <a:cubicBezTo>
                      <a:pt x="990686" y="151597"/>
                      <a:pt x="989359" y="153286"/>
                      <a:pt x="988092" y="153286"/>
                    </a:cubicBezTo>
                    <a:cubicBezTo>
                      <a:pt x="986825" y="153286"/>
                      <a:pt x="985830" y="151808"/>
                      <a:pt x="985106" y="148852"/>
                    </a:cubicBezTo>
                    <a:cubicBezTo>
                      <a:pt x="984382" y="145896"/>
                      <a:pt x="984020" y="143574"/>
                      <a:pt x="984020" y="141885"/>
                    </a:cubicBezTo>
                    <a:cubicBezTo>
                      <a:pt x="984020" y="140196"/>
                      <a:pt x="984804" y="137813"/>
                      <a:pt x="986373" y="134736"/>
                    </a:cubicBezTo>
                    <a:cubicBezTo>
                      <a:pt x="987941" y="131660"/>
                      <a:pt x="989238" y="128493"/>
                      <a:pt x="990264" y="125235"/>
                    </a:cubicBezTo>
                    <a:cubicBezTo>
                      <a:pt x="991289" y="121977"/>
                      <a:pt x="992074" y="117423"/>
                      <a:pt x="992616" y="111571"/>
                    </a:cubicBezTo>
                    <a:cubicBezTo>
                      <a:pt x="993159" y="105720"/>
                      <a:pt x="993431" y="100924"/>
                      <a:pt x="993431" y="97184"/>
                    </a:cubicBezTo>
                    <a:cubicBezTo>
                      <a:pt x="993431" y="93444"/>
                      <a:pt x="993009" y="90669"/>
                      <a:pt x="992164" y="88859"/>
                    </a:cubicBezTo>
                    <a:cubicBezTo>
                      <a:pt x="991320" y="87049"/>
                      <a:pt x="990897" y="85692"/>
                      <a:pt x="990897" y="84787"/>
                    </a:cubicBezTo>
                    <a:cubicBezTo>
                      <a:pt x="990897" y="83882"/>
                      <a:pt x="991440" y="83430"/>
                      <a:pt x="992526" y="83430"/>
                    </a:cubicBezTo>
                    <a:cubicBezTo>
                      <a:pt x="993612" y="83430"/>
                      <a:pt x="995060" y="83731"/>
                      <a:pt x="996869" y="84335"/>
                    </a:cubicBezTo>
                    <a:cubicBezTo>
                      <a:pt x="1000730" y="84214"/>
                      <a:pt x="1004772" y="83580"/>
                      <a:pt x="1008995" y="82434"/>
                    </a:cubicBezTo>
                    <a:cubicBezTo>
                      <a:pt x="1013217" y="81288"/>
                      <a:pt x="1016113" y="80232"/>
                      <a:pt x="1017681" y="79267"/>
                    </a:cubicBezTo>
                    <a:cubicBezTo>
                      <a:pt x="1019250" y="78302"/>
                      <a:pt x="1020637" y="77819"/>
                      <a:pt x="1021844" y="77819"/>
                    </a:cubicBezTo>
                    <a:close/>
                    <a:moveTo>
                      <a:pt x="1070707" y="67504"/>
                    </a:moveTo>
                    <a:cubicBezTo>
                      <a:pt x="1066605" y="68348"/>
                      <a:pt x="1063378" y="68771"/>
                      <a:pt x="1061025" y="68771"/>
                    </a:cubicBezTo>
                    <a:cubicBezTo>
                      <a:pt x="1058672" y="68771"/>
                      <a:pt x="1056470" y="68409"/>
                      <a:pt x="1054419" y="67685"/>
                    </a:cubicBezTo>
                    <a:cubicBezTo>
                      <a:pt x="1052730" y="70219"/>
                      <a:pt x="1050438" y="73355"/>
                      <a:pt x="1047542" y="77096"/>
                    </a:cubicBezTo>
                    <a:cubicBezTo>
                      <a:pt x="1049473" y="78181"/>
                      <a:pt x="1052278" y="81741"/>
                      <a:pt x="1055958" y="87773"/>
                    </a:cubicBezTo>
                    <a:cubicBezTo>
                      <a:pt x="1059638" y="93806"/>
                      <a:pt x="1063528" y="99476"/>
                      <a:pt x="1067631" y="104785"/>
                    </a:cubicBezTo>
                    <a:cubicBezTo>
                      <a:pt x="1070406" y="96339"/>
                      <a:pt x="1071793" y="87471"/>
                      <a:pt x="1071793" y="78181"/>
                    </a:cubicBezTo>
                    <a:cubicBezTo>
                      <a:pt x="1071793" y="73838"/>
                      <a:pt x="1071431" y="70279"/>
                      <a:pt x="1070707" y="67504"/>
                    </a:cubicBezTo>
                    <a:close/>
                    <a:moveTo>
                      <a:pt x="1424875" y="66237"/>
                    </a:moveTo>
                    <a:cubicBezTo>
                      <a:pt x="1420894" y="66720"/>
                      <a:pt x="1413474" y="68047"/>
                      <a:pt x="1402615" y="70219"/>
                    </a:cubicBezTo>
                    <a:cubicBezTo>
                      <a:pt x="1402615" y="76613"/>
                      <a:pt x="1402676" y="81741"/>
                      <a:pt x="1402796" y="85601"/>
                    </a:cubicBezTo>
                    <a:cubicBezTo>
                      <a:pt x="1414861" y="83671"/>
                      <a:pt x="1421165" y="81982"/>
                      <a:pt x="1421708" y="80534"/>
                    </a:cubicBezTo>
                    <a:cubicBezTo>
                      <a:pt x="1422251" y="79086"/>
                      <a:pt x="1423307" y="74321"/>
                      <a:pt x="1424875" y="66237"/>
                    </a:cubicBezTo>
                    <a:close/>
                    <a:moveTo>
                      <a:pt x="488330" y="56102"/>
                    </a:moveTo>
                    <a:cubicBezTo>
                      <a:pt x="476506" y="58515"/>
                      <a:pt x="466733" y="59903"/>
                      <a:pt x="459012" y="60265"/>
                    </a:cubicBezTo>
                    <a:cubicBezTo>
                      <a:pt x="462269" y="77638"/>
                      <a:pt x="464863" y="92599"/>
                      <a:pt x="466794" y="105147"/>
                    </a:cubicBezTo>
                    <a:cubicBezTo>
                      <a:pt x="471982" y="104785"/>
                      <a:pt x="479100" y="103759"/>
                      <a:pt x="488149" y="102070"/>
                    </a:cubicBezTo>
                    <a:lnTo>
                      <a:pt x="488330" y="82525"/>
                    </a:lnTo>
                    <a:cubicBezTo>
                      <a:pt x="484228" y="83128"/>
                      <a:pt x="481091" y="83430"/>
                      <a:pt x="478919" y="83430"/>
                    </a:cubicBezTo>
                    <a:cubicBezTo>
                      <a:pt x="476747" y="83430"/>
                      <a:pt x="474877" y="83158"/>
                      <a:pt x="473309" y="82615"/>
                    </a:cubicBezTo>
                    <a:cubicBezTo>
                      <a:pt x="471740" y="82072"/>
                      <a:pt x="470956" y="81379"/>
                      <a:pt x="470956" y="80534"/>
                    </a:cubicBezTo>
                    <a:cubicBezTo>
                      <a:pt x="470956" y="79690"/>
                      <a:pt x="471921" y="79147"/>
                      <a:pt x="473852" y="78905"/>
                    </a:cubicBezTo>
                    <a:cubicBezTo>
                      <a:pt x="477833" y="78423"/>
                      <a:pt x="482659" y="77397"/>
                      <a:pt x="488330" y="75829"/>
                    </a:cubicBezTo>
                    <a:close/>
                    <a:moveTo>
                      <a:pt x="268807" y="53931"/>
                    </a:moveTo>
                    <a:cubicBezTo>
                      <a:pt x="271582" y="53931"/>
                      <a:pt x="273995" y="54956"/>
                      <a:pt x="276046" y="57007"/>
                    </a:cubicBezTo>
                    <a:cubicBezTo>
                      <a:pt x="278097" y="59058"/>
                      <a:pt x="279123" y="61471"/>
                      <a:pt x="279123" y="64246"/>
                    </a:cubicBezTo>
                    <a:cubicBezTo>
                      <a:pt x="279123" y="67021"/>
                      <a:pt x="278097" y="69404"/>
                      <a:pt x="276046" y="71395"/>
                    </a:cubicBezTo>
                    <a:cubicBezTo>
                      <a:pt x="273995" y="73386"/>
                      <a:pt x="271582" y="74381"/>
                      <a:pt x="268807" y="74381"/>
                    </a:cubicBezTo>
                    <a:cubicBezTo>
                      <a:pt x="266032" y="74381"/>
                      <a:pt x="263619" y="73386"/>
                      <a:pt x="261568" y="71395"/>
                    </a:cubicBezTo>
                    <a:cubicBezTo>
                      <a:pt x="259517" y="69404"/>
                      <a:pt x="258491" y="67021"/>
                      <a:pt x="258491" y="64246"/>
                    </a:cubicBezTo>
                    <a:cubicBezTo>
                      <a:pt x="258491" y="61471"/>
                      <a:pt x="259517" y="59058"/>
                      <a:pt x="261568" y="57007"/>
                    </a:cubicBezTo>
                    <a:cubicBezTo>
                      <a:pt x="263619" y="54956"/>
                      <a:pt x="266032" y="53931"/>
                      <a:pt x="268807" y="53931"/>
                    </a:cubicBezTo>
                    <a:close/>
                    <a:moveTo>
                      <a:pt x="525068" y="51216"/>
                    </a:moveTo>
                    <a:cubicBezTo>
                      <a:pt x="517587" y="51216"/>
                      <a:pt x="508297" y="52242"/>
                      <a:pt x="497197" y="54293"/>
                    </a:cubicBezTo>
                    <a:cubicBezTo>
                      <a:pt x="497197" y="58515"/>
                      <a:pt x="497077" y="64850"/>
                      <a:pt x="496835" y="73295"/>
                    </a:cubicBezTo>
                    <a:cubicBezTo>
                      <a:pt x="502989" y="71485"/>
                      <a:pt x="507091" y="70580"/>
                      <a:pt x="509142" y="70580"/>
                    </a:cubicBezTo>
                    <a:cubicBezTo>
                      <a:pt x="511193" y="70580"/>
                      <a:pt x="513003" y="70942"/>
                      <a:pt x="514571" y="71666"/>
                    </a:cubicBezTo>
                    <a:cubicBezTo>
                      <a:pt x="516140" y="72390"/>
                      <a:pt x="516924" y="73355"/>
                      <a:pt x="516924" y="74562"/>
                    </a:cubicBezTo>
                    <a:cubicBezTo>
                      <a:pt x="516924" y="75768"/>
                      <a:pt x="515868" y="76734"/>
                      <a:pt x="513757" y="77458"/>
                    </a:cubicBezTo>
                    <a:cubicBezTo>
                      <a:pt x="511645" y="78181"/>
                      <a:pt x="505945" y="79388"/>
                      <a:pt x="496654" y="81077"/>
                    </a:cubicBezTo>
                    <a:cubicBezTo>
                      <a:pt x="496654" y="88075"/>
                      <a:pt x="496534" y="94650"/>
                      <a:pt x="496293" y="100803"/>
                    </a:cubicBezTo>
                    <a:cubicBezTo>
                      <a:pt x="504135" y="99355"/>
                      <a:pt x="509443" y="98632"/>
                      <a:pt x="512218" y="98632"/>
                    </a:cubicBezTo>
                    <a:cubicBezTo>
                      <a:pt x="514993" y="98632"/>
                      <a:pt x="516924" y="98933"/>
                      <a:pt x="518010" y="99536"/>
                    </a:cubicBezTo>
                    <a:cubicBezTo>
                      <a:pt x="519095" y="100140"/>
                      <a:pt x="519880" y="100441"/>
                      <a:pt x="520362" y="100441"/>
                    </a:cubicBezTo>
                    <a:cubicBezTo>
                      <a:pt x="522293" y="100441"/>
                      <a:pt x="524555" y="94168"/>
                      <a:pt x="527149" y="81620"/>
                    </a:cubicBezTo>
                    <a:cubicBezTo>
                      <a:pt x="529743" y="69072"/>
                      <a:pt x="531040" y="61230"/>
                      <a:pt x="531040" y="58093"/>
                    </a:cubicBezTo>
                    <a:cubicBezTo>
                      <a:pt x="531040" y="54956"/>
                      <a:pt x="530678" y="53026"/>
                      <a:pt x="529954" y="52302"/>
                    </a:cubicBezTo>
                    <a:cubicBezTo>
                      <a:pt x="529230" y="51578"/>
                      <a:pt x="527601" y="51216"/>
                      <a:pt x="525068" y="51216"/>
                    </a:cubicBezTo>
                    <a:close/>
                    <a:moveTo>
                      <a:pt x="1022206" y="45787"/>
                    </a:moveTo>
                    <a:cubicBezTo>
                      <a:pt x="1017983" y="46631"/>
                      <a:pt x="1012735" y="47597"/>
                      <a:pt x="1006461" y="48682"/>
                    </a:cubicBezTo>
                    <a:lnTo>
                      <a:pt x="1005737" y="66599"/>
                    </a:lnTo>
                    <a:lnTo>
                      <a:pt x="1020034" y="63341"/>
                    </a:lnTo>
                    <a:close/>
                    <a:moveTo>
                      <a:pt x="925294" y="43253"/>
                    </a:moveTo>
                    <a:cubicBezTo>
                      <a:pt x="928853" y="43253"/>
                      <a:pt x="931387" y="43796"/>
                      <a:pt x="932895" y="44882"/>
                    </a:cubicBezTo>
                    <a:cubicBezTo>
                      <a:pt x="934403" y="45968"/>
                      <a:pt x="935157" y="46933"/>
                      <a:pt x="935157" y="47778"/>
                    </a:cubicBezTo>
                    <a:cubicBezTo>
                      <a:pt x="935157" y="49467"/>
                      <a:pt x="933015" y="50794"/>
                      <a:pt x="928732" y="51759"/>
                    </a:cubicBezTo>
                    <a:cubicBezTo>
                      <a:pt x="924449" y="52724"/>
                      <a:pt x="921041" y="53358"/>
                      <a:pt x="918507" y="53659"/>
                    </a:cubicBezTo>
                    <a:cubicBezTo>
                      <a:pt x="915974" y="53961"/>
                      <a:pt x="910906" y="54715"/>
                      <a:pt x="903305" y="55921"/>
                    </a:cubicBezTo>
                    <a:cubicBezTo>
                      <a:pt x="895704" y="57128"/>
                      <a:pt x="890245" y="58093"/>
                      <a:pt x="886927" y="58817"/>
                    </a:cubicBezTo>
                    <a:cubicBezTo>
                      <a:pt x="883609" y="59541"/>
                      <a:pt x="880864" y="59903"/>
                      <a:pt x="878693" y="59903"/>
                    </a:cubicBezTo>
                    <a:cubicBezTo>
                      <a:pt x="876521" y="59903"/>
                      <a:pt x="874651" y="59782"/>
                      <a:pt x="873082" y="59541"/>
                    </a:cubicBezTo>
                    <a:cubicBezTo>
                      <a:pt x="873203" y="61109"/>
                      <a:pt x="873263" y="63160"/>
                      <a:pt x="873263" y="65694"/>
                    </a:cubicBezTo>
                    <a:cubicBezTo>
                      <a:pt x="873263" y="74622"/>
                      <a:pt x="872660" y="84455"/>
                      <a:pt x="871454" y="95193"/>
                    </a:cubicBezTo>
                    <a:cubicBezTo>
                      <a:pt x="870247" y="105931"/>
                      <a:pt x="868437" y="114588"/>
                      <a:pt x="866024" y="121163"/>
                    </a:cubicBezTo>
                    <a:cubicBezTo>
                      <a:pt x="863611" y="127739"/>
                      <a:pt x="860233" y="134073"/>
                      <a:pt x="855890" y="140165"/>
                    </a:cubicBezTo>
                    <a:cubicBezTo>
                      <a:pt x="851546" y="146258"/>
                      <a:pt x="847294" y="150753"/>
                      <a:pt x="843131" y="153648"/>
                    </a:cubicBezTo>
                    <a:cubicBezTo>
                      <a:pt x="838969" y="156544"/>
                      <a:pt x="836405" y="157991"/>
                      <a:pt x="835440" y="157991"/>
                    </a:cubicBezTo>
                    <a:cubicBezTo>
                      <a:pt x="834957" y="157991"/>
                      <a:pt x="834716" y="157660"/>
                      <a:pt x="834716" y="156996"/>
                    </a:cubicBezTo>
                    <a:cubicBezTo>
                      <a:pt x="834716" y="156333"/>
                      <a:pt x="835500" y="155156"/>
                      <a:pt x="837068" y="153467"/>
                    </a:cubicBezTo>
                    <a:cubicBezTo>
                      <a:pt x="848168" y="140196"/>
                      <a:pt x="855347" y="127316"/>
                      <a:pt x="858604" y="114829"/>
                    </a:cubicBezTo>
                    <a:cubicBezTo>
                      <a:pt x="861862" y="102342"/>
                      <a:pt x="863491" y="90397"/>
                      <a:pt x="863491" y="78996"/>
                    </a:cubicBezTo>
                    <a:cubicBezTo>
                      <a:pt x="863491" y="67594"/>
                      <a:pt x="862586" y="60386"/>
                      <a:pt x="860776" y="57369"/>
                    </a:cubicBezTo>
                    <a:cubicBezTo>
                      <a:pt x="859570" y="55439"/>
                      <a:pt x="858966" y="53931"/>
                      <a:pt x="858966" y="52845"/>
                    </a:cubicBezTo>
                    <a:cubicBezTo>
                      <a:pt x="858966" y="51759"/>
                      <a:pt x="859841" y="51216"/>
                      <a:pt x="861591" y="51216"/>
                    </a:cubicBezTo>
                    <a:cubicBezTo>
                      <a:pt x="863340" y="51216"/>
                      <a:pt x="866386" y="52181"/>
                      <a:pt x="870730" y="54112"/>
                    </a:cubicBezTo>
                    <a:cubicBezTo>
                      <a:pt x="879537" y="54353"/>
                      <a:pt x="894076" y="51337"/>
                      <a:pt x="914345" y="45063"/>
                    </a:cubicBezTo>
                    <a:cubicBezTo>
                      <a:pt x="918085" y="43856"/>
                      <a:pt x="921735" y="43253"/>
                      <a:pt x="925294" y="43253"/>
                    </a:cubicBezTo>
                    <a:close/>
                    <a:moveTo>
                      <a:pt x="1425509" y="39453"/>
                    </a:moveTo>
                    <a:cubicBezTo>
                      <a:pt x="1426896" y="39453"/>
                      <a:pt x="1429460" y="40418"/>
                      <a:pt x="1433200" y="42348"/>
                    </a:cubicBezTo>
                    <a:cubicBezTo>
                      <a:pt x="1436940" y="44279"/>
                      <a:pt x="1438810" y="46269"/>
                      <a:pt x="1438810" y="48321"/>
                    </a:cubicBezTo>
                    <a:cubicBezTo>
                      <a:pt x="1438810" y="49286"/>
                      <a:pt x="1438448" y="50492"/>
                      <a:pt x="1437724" y="51940"/>
                    </a:cubicBezTo>
                    <a:cubicBezTo>
                      <a:pt x="1437001" y="53388"/>
                      <a:pt x="1436156" y="55741"/>
                      <a:pt x="1435191" y="58998"/>
                    </a:cubicBezTo>
                    <a:lnTo>
                      <a:pt x="1444240" y="57369"/>
                    </a:lnTo>
                    <a:cubicBezTo>
                      <a:pt x="1448100" y="56283"/>
                      <a:pt x="1451358" y="55741"/>
                      <a:pt x="1454012" y="55741"/>
                    </a:cubicBezTo>
                    <a:cubicBezTo>
                      <a:pt x="1456667" y="55741"/>
                      <a:pt x="1459049" y="56434"/>
                      <a:pt x="1461161" y="57822"/>
                    </a:cubicBezTo>
                    <a:cubicBezTo>
                      <a:pt x="1463272" y="59209"/>
                      <a:pt x="1464328" y="60325"/>
                      <a:pt x="1464328" y="61170"/>
                    </a:cubicBezTo>
                    <a:cubicBezTo>
                      <a:pt x="1464328" y="62014"/>
                      <a:pt x="1463634" y="62678"/>
                      <a:pt x="1462247" y="63160"/>
                    </a:cubicBezTo>
                    <a:cubicBezTo>
                      <a:pt x="1460859" y="63643"/>
                      <a:pt x="1457541" y="63884"/>
                      <a:pt x="1452293" y="63884"/>
                    </a:cubicBezTo>
                    <a:cubicBezTo>
                      <a:pt x="1447045" y="63884"/>
                      <a:pt x="1440620" y="64246"/>
                      <a:pt x="1433019" y="64970"/>
                    </a:cubicBezTo>
                    <a:cubicBezTo>
                      <a:pt x="1431330" y="71365"/>
                      <a:pt x="1430486" y="75105"/>
                      <a:pt x="1430486" y="76191"/>
                    </a:cubicBezTo>
                    <a:cubicBezTo>
                      <a:pt x="1430486" y="77277"/>
                      <a:pt x="1431300" y="78423"/>
                      <a:pt x="1432929" y="79629"/>
                    </a:cubicBezTo>
                    <a:cubicBezTo>
                      <a:pt x="1434557" y="80836"/>
                      <a:pt x="1435372" y="81861"/>
                      <a:pt x="1435372" y="82706"/>
                    </a:cubicBezTo>
                    <a:cubicBezTo>
                      <a:pt x="1435372" y="84033"/>
                      <a:pt x="1433622" y="84908"/>
                      <a:pt x="1430123" y="85330"/>
                    </a:cubicBezTo>
                    <a:cubicBezTo>
                      <a:pt x="1426625" y="85752"/>
                      <a:pt x="1417154" y="87411"/>
                      <a:pt x="1401711" y="90307"/>
                    </a:cubicBezTo>
                    <a:cubicBezTo>
                      <a:pt x="1400987" y="92237"/>
                      <a:pt x="1400082" y="93202"/>
                      <a:pt x="1398996" y="93202"/>
                    </a:cubicBezTo>
                    <a:cubicBezTo>
                      <a:pt x="1396824" y="93202"/>
                      <a:pt x="1395738" y="89824"/>
                      <a:pt x="1395738" y="83068"/>
                    </a:cubicBezTo>
                    <a:lnTo>
                      <a:pt x="1395919" y="71304"/>
                    </a:lnTo>
                    <a:cubicBezTo>
                      <a:pt x="1387232" y="73235"/>
                      <a:pt x="1382075" y="74200"/>
                      <a:pt x="1380446" y="74200"/>
                    </a:cubicBezTo>
                    <a:cubicBezTo>
                      <a:pt x="1378817" y="74200"/>
                      <a:pt x="1377098" y="73808"/>
                      <a:pt x="1375288" y="73024"/>
                    </a:cubicBezTo>
                    <a:cubicBezTo>
                      <a:pt x="1373478" y="72239"/>
                      <a:pt x="1372573" y="71485"/>
                      <a:pt x="1372573" y="70761"/>
                    </a:cubicBezTo>
                    <a:cubicBezTo>
                      <a:pt x="1372573" y="70038"/>
                      <a:pt x="1373629" y="69585"/>
                      <a:pt x="1375741" y="69404"/>
                    </a:cubicBezTo>
                    <a:cubicBezTo>
                      <a:pt x="1377852" y="69223"/>
                      <a:pt x="1384638" y="68167"/>
                      <a:pt x="1396100" y="66237"/>
                    </a:cubicBezTo>
                    <a:cubicBezTo>
                      <a:pt x="1395618" y="60928"/>
                      <a:pt x="1394230" y="56525"/>
                      <a:pt x="1391938" y="53026"/>
                    </a:cubicBezTo>
                    <a:cubicBezTo>
                      <a:pt x="1391093" y="51819"/>
                      <a:pt x="1390671" y="50553"/>
                      <a:pt x="1390671" y="49225"/>
                    </a:cubicBezTo>
                    <a:cubicBezTo>
                      <a:pt x="1390671" y="47898"/>
                      <a:pt x="1391485" y="47235"/>
                      <a:pt x="1393114" y="47235"/>
                    </a:cubicBezTo>
                    <a:cubicBezTo>
                      <a:pt x="1394743" y="47235"/>
                      <a:pt x="1396854" y="48049"/>
                      <a:pt x="1399448" y="49678"/>
                    </a:cubicBezTo>
                    <a:cubicBezTo>
                      <a:pt x="1402042" y="51307"/>
                      <a:pt x="1403339" y="53026"/>
                      <a:pt x="1403339" y="54836"/>
                    </a:cubicBezTo>
                    <a:cubicBezTo>
                      <a:pt x="1403339" y="55318"/>
                      <a:pt x="1403279" y="55861"/>
                      <a:pt x="1403158" y="56464"/>
                    </a:cubicBezTo>
                    <a:cubicBezTo>
                      <a:pt x="1402917" y="57912"/>
                      <a:pt x="1402796" y="60808"/>
                      <a:pt x="1402796" y="65151"/>
                    </a:cubicBezTo>
                    <a:cubicBezTo>
                      <a:pt x="1408467" y="64186"/>
                      <a:pt x="1416128" y="62678"/>
                      <a:pt x="1425780" y="60627"/>
                    </a:cubicBezTo>
                    <a:cubicBezTo>
                      <a:pt x="1426142" y="57369"/>
                      <a:pt x="1426323" y="54715"/>
                      <a:pt x="1426323" y="52664"/>
                    </a:cubicBezTo>
                    <a:cubicBezTo>
                      <a:pt x="1426323" y="49044"/>
                      <a:pt x="1425840" y="46541"/>
                      <a:pt x="1424875" y="45153"/>
                    </a:cubicBezTo>
                    <a:cubicBezTo>
                      <a:pt x="1423910" y="43766"/>
                      <a:pt x="1423428" y="42590"/>
                      <a:pt x="1423428" y="41624"/>
                    </a:cubicBezTo>
                    <a:cubicBezTo>
                      <a:pt x="1423428" y="40177"/>
                      <a:pt x="1424121" y="39453"/>
                      <a:pt x="1425509" y="39453"/>
                    </a:cubicBezTo>
                    <a:close/>
                    <a:moveTo>
                      <a:pt x="1444059" y="25518"/>
                    </a:moveTo>
                    <a:cubicBezTo>
                      <a:pt x="1446472" y="25518"/>
                      <a:pt x="1448704" y="26181"/>
                      <a:pt x="1450755" y="27508"/>
                    </a:cubicBezTo>
                    <a:cubicBezTo>
                      <a:pt x="1452806" y="28836"/>
                      <a:pt x="1453831" y="29801"/>
                      <a:pt x="1453831" y="30404"/>
                    </a:cubicBezTo>
                    <a:cubicBezTo>
                      <a:pt x="1453831" y="31611"/>
                      <a:pt x="1450906" y="32636"/>
                      <a:pt x="1445054" y="33481"/>
                    </a:cubicBezTo>
                    <a:cubicBezTo>
                      <a:pt x="1439202" y="34325"/>
                      <a:pt x="1428947" y="36075"/>
                      <a:pt x="1414288" y="38729"/>
                    </a:cubicBezTo>
                    <a:cubicBezTo>
                      <a:pt x="1399629" y="41383"/>
                      <a:pt x="1389857" y="42710"/>
                      <a:pt x="1384970" y="42710"/>
                    </a:cubicBezTo>
                    <a:cubicBezTo>
                      <a:pt x="1380084" y="42710"/>
                      <a:pt x="1376314" y="42469"/>
                      <a:pt x="1373659" y="41986"/>
                    </a:cubicBezTo>
                    <a:cubicBezTo>
                      <a:pt x="1373901" y="50794"/>
                      <a:pt x="1372966" y="62135"/>
                      <a:pt x="1370854" y="76010"/>
                    </a:cubicBezTo>
                    <a:cubicBezTo>
                      <a:pt x="1368743" y="89884"/>
                      <a:pt x="1365546" y="102191"/>
                      <a:pt x="1361263" y="112929"/>
                    </a:cubicBezTo>
                    <a:cubicBezTo>
                      <a:pt x="1356980" y="123667"/>
                      <a:pt x="1352515" y="131599"/>
                      <a:pt x="1347870" y="136727"/>
                    </a:cubicBezTo>
                    <a:cubicBezTo>
                      <a:pt x="1343225" y="141855"/>
                      <a:pt x="1338972" y="146107"/>
                      <a:pt x="1335112" y="149486"/>
                    </a:cubicBezTo>
                    <a:cubicBezTo>
                      <a:pt x="1331251" y="152864"/>
                      <a:pt x="1328717" y="154553"/>
                      <a:pt x="1327511" y="154553"/>
                    </a:cubicBezTo>
                    <a:cubicBezTo>
                      <a:pt x="1327028" y="154553"/>
                      <a:pt x="1326787" y="154372"/>
                      <a:pt x="1326787" y="154010"/>
                    </a:cubicBezTo>
                    <a:cubicBezTo>
                      <a:pt x="1326787" y="152683"/>
                      <a:pt x="1328416" y="150089"/>
                      <a:pt x="1331673" y="146228"/>
                    </a:cubicBezTo>
                    <a:cubicBezTo>
                      <a:pt x="1343135" y="133198"/>
                      <a:pt x="1351249" y="117121"/>
                      <a:pt x="1356014" y="97998"/>
                    </a:cubicBezTo>
                    <a:cubicBezTo>
                      <a:pt x="1360780" y="78875"/>
                      <a:pt x="1363163" y="62557"/>
                      <a:pt x="1363163" y="49044"/>
                    </a:cubicBezTo>
                    <a:cubicBezTo>
                      <a:pt x="1363163" y="45787"/>
                      <a:pt x="1362921" y="43344"/>
                      <a:pt x="1362439" y="41715"/>
                    </a:cubicBezTo>
                    <a:cubicBezTo>
                      <a:pt x="1361956" y="40086"/>
                      <a:pt x="1361715" y="38578"/>
                      <a:pt x="1361715" y="37191"/>
                    </a:cubicBezTo>
                    <a:cubicBezTo>
                      <a:pt x="1361715" y="35803"/>
                      <a:pt x="1362348" y="35109"/>
                      <a:pt x="1363615" y="35109"/>
                    </a:cubicBezTo>
                    <a:cubicBezTo>
                      <a:pt x="1364882" y="35109"/>
                      <a:pt x="1366722" y="35713"/>
                      <a:pt x="1369135" y="36919"/>
                    </a:cubicBezTo>
                    <a:cubicBezTo>
                      <a:pt x="1381683" y="37764"/>
                      <a:pt x="1402253" y="34627"/>
                      <a:pt x="1430847" y="27508"/>
                    </a:cubicBezTo>
                    <a:cubicBezTo>
                      <a:pt x="1435915" y="26181"/>
                      <a:pt x="1440318" y="25518"/>
                      <a:pt x="1444059" y="25518"/>
                    </a:cubicBezTo>
                    <a:close/>
                    <a:moveTo>
                      <a:pt x="885208" y="17736"/>
                    </a:moveTo>
                    <a:cubicBezTo>
                      <a:pt x="891844" y="17736"/>
                      <a:pt x="897122" y="18852"/>
                      <a:pt x="901043" y="21084"/>
                    </a:cubicBezTo>
                    <a:cubicBezTo>
                      <a:pt x="904964" y="23316"/>
                      <a:pt x="906925" y="26543"/>
                      <a:pt x="906925" y="30766"/>
                    </a:cubicBezTo>
                    <a:cubicBezTo>
                      <a:pt x="906925" y="35713"/>
                      <a:pt x="905417" y="38186"/>
                      <a:pt x="902400" y="38186"/>
                    </a:cubicBezTo>
                    <a:cubicBezTo>
                      <a:pt x="900108" y="38186"/>
                      <a:pt x="895674" y="35592"/>
                      <a:pt x="889099" y="30404"/>
                    </a:cubicBezTo>
                    <a:cubicBezTo>
                      <a:pt x="882523" y="25216"/>
                      <a:pt x="879236" y="21808"/>
                      <a:pt x="879236" y="20179"/>
                    </a:cubicBezTo>
                    <a:cubicBezTo>
                      <a:pt x="879236" y="18550"/>
                      <a:pt x="881226" y="17736"/>
                      <a:pt x="885208" y="17736"/>
                    </a:cubicBezTo>
                    <a:close/>
                    <a:moveTo>
                      <a:pt x="23152" y="17464"/>
                    </a:moveTo>
                    <a:lnTo>
                      <a:pt x="58499" y="17464"/>
                    </a:lnTo>
                    <a:lnTo>
                      <a:pt x="57527" y="21794"/>
                    </a:lnTo>
                    <a:cubicBezTo>
                      <a:pt x="55288" y="22265"/>
                      <a:pt x="53683" y="22795"/>
                      <a:pt x="52711" y="23384"/>
                    </a:cubicBezTo>
                    <a:cubicBezTo>
                      <a:pt x="51739" y="23973"/>
                      <a:pt x="50870" y="24857"/>
                      <a:pt x="50104" y="26035"/>
                    </a:cubicBezTo>
                    <a:cubicBezTo>
                      <a:pt x="49338" y="27213"/>
                      <a:pt x="48543" y="29054"/>
                      <a:pt x="47718" y="31558"/>
                    </a:cubicBezTo>
                    <a:cubicBezTo>
                      <a:pt x="46893" y="34062"/>
                      <a:pt x="45862" y="38141"/>
                      <a:pt x="44625" y="43797"/>
                    </a:cubicBezTo>
                    <a:lnTo>
                      <a:pt x="25715" y="129954"/>
                    </a:lnTo>
                    <a:lnTo>
                      <a:pt x="47453" y="129954"/>
                    </a:lnTo>
                    <a:cubicBezTo>
                      <a:pt x="51400" y="129954"/>
                      <a:pt x="54508" y="129572"/>
                      <a:pt x="56776" y="128806"/>
                    </a:cubicBezTo>
                    <a:cubicBezTo>
                      <a:pt x="59044" y="128040"/>
                      <a:pt x="61194" y="126641"/>
                      <a:pt x="63227" y="124608"/>
                    </a:cubicBezTo>
                    <a:cubicBezTo>
                      <a:pt x="65259" y="122576"/>
                      <a:pt x="67247" y="119822"/>
                      <a:pt x="69191" y="116346"/>
                    </a:cubicBezTo>
                    <a:cubicBezTo>
                      <a:pt x="71135" y="112870"/>
                      <a:pt x="73109" y="108540"/>
                      <a:pt x="75112" y="103356"/>
                    </a:cubicBezTo>
                    <a:lnTo>
                      <a:pt x="83683" y="103356"/>
                    </a:lnTo>
                    <a:lnTo>
                      <a:pt x="74758" y="138084"/>
                    </a:lnTo>
                    <a:lnTo>
                      <a:pt x="0" y="138084"/>
                    </a:lnTo>
                    <a:lnTo>
                      <a:pt x="972" y="133754"/>
                    </a:lnTo>
                    <a:cubicBezTo>
                      <a:pt x="3211" y="133401"/>
                      <a:pt x="4890" y="132826"/>
                      <a:pt x="6009" y="132031"/>
                    </a:cubicBezTo>
                    <a:cubicBezTo>
                      <a:pt x="7128" y="131236"/>
                      <a:pt x="8071" y="130131"/>
                      <a:pt x="8837" y="128717"/>
                    </a:cubicBezTo>
                    <a:cubicBezTo>
                      <a:pt x="9603" y="127303"/>
                      <a:pt x="10310" y="125580"/>
                      <a:pt x="10958" y="123548"/>
                    </a:cubicBezTo>
                    <a:cubicBezTo>
                      <a:pt x="11606" y="121515"/>
                      <a:pt x="12578" y="117583"/>
                      <a:pt x="13874" y="111751"/>
                    </a:cubicBezTo>
                    <a:lnTo>
                      <a:pt x="28896" y="43708"/>
                    </a:lnTo>
                    <a:cubicBezTo>
                      <a:pt x="30192" y="37817"/>
                      <a:pt x="30840" y="33075"/>
                      <a:pt x="30840" y="29481"/>
                    </a:cubicBezTo>
                    <a:cubicBezTo>
                      <a:pt x="30840" y="26713"/>
                      <a:pt x="30148" y="24783"/>
                      <a:pt x="28764" y="23693"/>
                    </a:cubicBezTo>
                    <a:cubicBezTo>
                      <a:pt x="27379" y="22604"/>
                      <a:pt x="25185" y="21970"/>
                      <a:pt x="22180" y="21794"/>
                    </a:cubicBezTo>
                    <a:close/>
                    <a:moveTo>
                      <a:pt x="705319" y="16288"/>
                    </a:moveTo>
                    <a:cubicBezTo>
                      <a:pt x="707370" y="16288"/>
                      <a:pt x="710929" y="17826"/>
                      <a:pt x="715996" y="20903"/>
                    </a:cubicBezTo>
                    <a:cubicBezTo>
                      <a:pt x="721064" y="23979"/>
                      <a:pt x="723597" y="26302"/>
                      <a:pt x="723597" y="27870"/>
                    </a:cubicBezTo>
                    <a:cubicBezTo>
                      <a:pt x="723597" y="29439"/>
                      <a:pt x="721546" y="30947"/>
                      <a:pt x="717444" y="32395"/>
                    </a:cubicBezTo>
                    <a:cubicBezTo>
                      <a:pt x="715272" y="33119"/>
                      <a:pt x="712286" y="35079"/>
                      <a:pt x="708486" y="38276"/>
                    </a:cubicBezTo>
                    <a:cubicBezTo>
                      <a:pt x="704685" y="41474"/>
                      <a:pt x="697356" y="48260"/>
                      <a:pt x="686497" y="58636"/>
                    </a:cubicBezTo>
                    <a:cubicBezTo>
                      <a:pt x="687945" y="60084"/>
                      <a:pt x="689091" y="64488"/>
                      <a:pt x="689936" y="71847"/>
                    </a:cubicBezTo>
                    <a:cubicBezTo>
                      <a:pt x="707792" y="69676"/>
                      <a:pt x="719254" y="68107"/>
                      <a:pt x="724321" y="67142"/>
                    </a:cubicBezTo>
                    <a:cubicBezTo>
                      <a:pt x="729388" y="66177"/>
                      <a:pt x="733943" y="65694"/>
                      <a:pt x="737985" y="65694"/>
                    </a:cubicBezTo>
                    <a:cubicBezTo>
                      <a:pt x="742026" y="65694"/>
                      <a:pt x="746340" y="66840"/>
                      <a:pt x="750924" y="69133"/>
                    </a:cubicBezTo>
                    <a:cubicBezTo>
                      <a:pt x="755509" y="71425"/>
                      <a:pt x="757801" y="73597"/>
                      <a:pt x="757801" y="75648"/>
                    </a:cubicBezTo>
                    <a:cubicBezTo>
                      <a:pt x="757801" y="78302"/>
                      <a:pt x="754846" y="79629"/>
                      <a:pt x="748934" y="79629"/>
                    </a:cubicBezTo>
                    <a:cubicBezTo>
                      <a:pt x="747124" y="79629"/>
                      <a:pt x="744259" y="79328"/>
                      <a:pt x="740337" y="78724"/>
                    </a:cubicBezTo>
                    <a:cubicBezTo>
                      <a:pt x="736416" y="78121"/>
                      <a:pt x="730323" y="77819"/>
                      <a:pt x="722059" y="77819"/>
                    </a:cubicBezTo>
                    <a:cubicBezTo>
                      <a:pt x="713794" y="77819"/>
                      <a:pt x="703449" y="78242"/>
                      <a:pt x="691022" y="79086"/>
                    </a:cubicBezTo>
                    <a:cubicBezTo>
                      <a:pt x="692711" y="94168"/>
                      <a:pt x="693555" y="106594"/>
                      <a:pt x="693555" y="116367"/>
                    </a:cubicBezTo>
                    <a:cubicBezTo>
                      <a:pt x="693555" y="133861"/>
                      <a:pt x="691142" y="146288"/>
                      <a:pt x="686316" y="153648"/>
                    </a:cubicBezTo>
                    <a:cubicBezTo>
                      <a:pt x="681490" y="161008"/>
                      <a:pt x="677388" y="164688"/>
                      <a:pt x="674010" y="164688"/>
                    </a:cubicBezTo>
                    <a:cubicBezTo>
                      <a:pt x="672080" y="164688"/>
                      <a:pt x="670873" y="163572"/>
                      <a:pt x="670391" y="161340"/>
                    </a:cubicBezTo>
                    <a:cubicBezTo>
                      <a:pt x="669908" y="159107"/>
                      <a:pt x="668460" y="156695"/>
                      <a:pt x="666047" y="154101"/>
                    </a:cubicBezTo>
                    <a:cubicBezTo>
                      <a:pt x="663634" y="151507"/>
                      <a:pt x="660618" y="148701"/>
                      <a:pt x="656998" y="145685"/>
                    </a:cubicBezTo>
                    <a:cubicBezTo>
                      <a:pt x="653379" y="142669"/>
                      <a:pt x="651569" y="140799"/>
                      <a:pt x="651569" y="140075"/>
                    </a:cubicBezTo>
                    <a:cubicBezTo>
                      <a:pt x="651569" y="139351"/>
                      <a:pt x="652021" y="138989"/>
                      <a:pt x="652926" y="138989"/>
                    </a:cubicBezTo>
                    <a:cubicBezTo>
                      <a:pt x="653831" y="138989"/>
                      <a:pt x="656274" y="139442"/>
                      <a:pt x="660256" y="140346"/>
                    </a:cubicBezTo>
                    <a:cubicBezTo>
                      <a:pt x="664237" y="141251"/>
                      <a:pt x="667676" y="141704"/>
                      <a:pt x="670572" y="141704"/>
                    </a:cubicBezTo>
                    <a:cubicBezTo>
                      <a:pt x="673467" y="141704"/>
                      <a:pt x="675548" y="140799"/>
                      <a:pt x="676815" y="138989"/>
                    </a:cubicBezTo>
                    <a:cubicBezTo>
                      <a:pt x="678082" y="137179"/>
                      <a:pt x="679379" y="133349"/>
                      <a:pt x="680706" y="127497"/>
                    </a:cubicBezTo>
                    <a:cubicBezTo>
                      <a:pt x="682033" y="121646"/>
                      <a:pt x="682667" y="114346"/>
                      <a:pt x="682606" y="105599"/>
                    </a:cubicBezTo>
                    <a:cubicBezTo>
                      <a:pt x="682546" y="96852"/>
                      <a:pt x="681852" y="88256"/>
                      <a:pt x="680525" y="79810"/>
                    </a:cubicBezTo>
                    <a:cubicBezTo>
                      <a:pt x="670029" y="80655"/>
                      <a:pt x="659803" y="81831"/>
                      <a:pt x="649850" y="83339"/>
                    </a:cubicBezTo>
                    <a:cubicBezTo>
                      <a:pt x="639896" y="84847"/>
                      <a:pt x="632868" y="86144"/>
                      <a:pt x="628766" y="87230"/>
                    </a:cubicBezTo>
                    <a:cubicBezTo>
                      <a:pt x="624664" y="88316"/>
                      <a:pt x="621316" y="88859"/>
                      <a:pt x="618722" y="88859"/>
                    </a:cubicBezTo>
                    <a:cubicBezTo>
                      <a:pt x="616128" y="88859"/>
                      <a:pt x="613112" y="87984"/>
                      <a:pt x="609673" y="86235"/>
                    </a:cubicBezTo>
                    <a:cubicBezTo>
                      <a:pt x="606235" y="84485"/>
                      <a:pt x="604516" y="83188"/>
                      <a:pt x="604516" y="82344"/>
                    </a:cubicBezTo>
                    <a:cubicBezTo>
                      <a:pt x="604516" y="81499"/>
                      <a:pt x="606325" y="80956"/>
                      <a:pt x="609945" y="80715"/>
                    </a:cubicBezTo>
                    <a:lnTo>
                      <a:pt x="679258" y="73114"/>
                    </a:lnTo>
                    <a:cubicBezTo>
                      <a:pt x="677690" y="66720"/>
                      <a:pt x="675759" y="62799"/>
                      <a:pt x="673467" y="61351"/>
                    </a:cubicBezTo>
                    <a:cubicBezTo>
                      <a:pt x="670209" y="59420"/>
                      <a:pt x="668581" y="57761"/>
                      <a:pt x="668581" y="56374"/>
                    </a:cubicBezTo>
                    <a:cubicBezTo>
                      <a:pt x="668581" y="54986"/>
                      <a:pt x="669848" y="54293"/>
                      <a:pt x="672381" y="54293"/>
                    </a:cubicBezTo>
                    <a:cubicBezTo>
                      <a:pt x="673226" y="54293"/>
                      <a:pt x="674794" y="54444"/>
                      <a:pt x="677087" y="54745"/>
                    </a:cubicBezTo>
                    <a:cubicBezTo>
                      <a:pt x="679379" y="55047"/>
                      <a:pt x="681189" y="55439"/>
                      <a:pt x="682516" y="55921"/>
                    </a:cubicBezTo>
                    <a:cubicBezTo>
                      <a:pt x="686256" y="51819"/>
                      <a:pt x="690328" y="46511"/>
                      <a:pt x="694732" y="39996"/>
                    </a:cubicBezTo>
                    <a:cubicBezTo>
                      <a:pt x="699135" y="33481"/>
                      <a:pt x="701337" y="29439"/>
                      <a:pt x="701337" y="27870"/>
                    </a:cubicBezTo>
                    <a:cubicBezTo>
                      <a:pt x="701337" y="26302"/>
                      <a:pt x="700101" y="25518"/>
                      <a:pt x="697627" y="25518"/>
                    </a:cubicBezTo>
                    <a:cubicBezTo>
                      <a:pt x="695154" y="25518"/>
                      <a:pt x="689574" y="26754"/>
                      <a:pt x="680887" y="29228"/>
                    </a:cubicBezTo>
                    <a:cubicBezTo>
                      <a:pt x="672200" y="31701"/>
                      <a:pt x="665776" y="33752"/>
                      <a:pt x="661613" y="35381"/>
                    </a:cubicBezTo>
                    <a:cubicBezTo>
                      <a:pt x="657451" y="37010"/>
                      <a:pt x="654284" y="37824"/>
                      <a:pt x="652112" y="37824"/>
                    </a:cubicBezTo>
                    <a:cubicBezTo>
                      <a:pt x="649940" y="37824"/>
                      <a:pt x="647346" y="36648"/>
                      <a:pt x="644330" y="34295"/>
                    </a:cubicBezTo>
                    <a:cubicBezTo>
                      <a:pt x="641314" y="31942"/>
                      <a:pt x="639806" y="30193"/>
                      <a:pt x="639806" y="29047"/>
                    </a:cubicBezTo>
                    <a:cubicBezTo>
                      <a:pt x="639806" y="27901"/>
                      <a:pt x="641012" y="27327"/>
                      <a:pt x="643425" y="27327"/>
                    </a:cubicBezTo>
                    <a:lnTo>
                      <a:pt x="648493" y="27508"/>
                    </a:lnTo>
                    <a:cubicBezTo>
                      <a:pt x="655611" y="27508"/>
                      <a:pt x="664298" y="26604"/>
                      <a:pt x="674553" y="24794"/>
                    </a:cubicBezTo>
                    <a:cubicBezTo>
                      <a:pt x="684808" y="22984"/>
                      <a:pt x="692349" y="20933"/>
                      <a:pt x="697175" y="18641"/>
                    </a:cubicBezTo>
                    <a:cubicBezTo>
                      <a:pt x="700553" y="17072"/>
                      <a:pt x="703268" y="16288"/>
                      <a:pt x="705319" y="16288"/>
                    </a:cubicBezTo>
                    <a:close/>
                    <a:moveTo>
                      <a:pt x="1064916" y="12849"/>
                    </a:moveTo>
                    <a:cubicBezTo>
                      <a:pt x="1066846" y="12849"/>
                      <a:pt x="1069893" y="13935"/>
                      <a:pt x="1074055" y="16107"/>
                    </a:cubicBezTo>
                    <a:cubicBezTo>
                      <a:pt x="1078218" y="18279"/>
                      <a:pt x="1080299" y="20330"/>
                      <a:pt x="1080299" y="22260"/>
                    </a:cubicBezTo>
                    <a:cubicBezTo>
                      <a:pt x="1080299" y="23346"/>
                      <a:pt x="1079575" y="24854"/>
                      <a:pt x="1078127" y="26785"/>
                    </a:cubicBezTo>
                    <a:cubicBezTo>
                      <a:pt x="1076679" y="28715"/>
                      <a:pt x="1074809" y="31972"/>
                      <a:pt x="1072517" y="36557"/>
                    </a:cubicBezTo>
                    <a:cubicBezTo>
                      <a:pt x="1066364" y="48140"/>
                      <a:pt x="1061055" y="57369"/>
                      <a:pt x="1056591" y="64246"/>
                    </a:cubicBezTo>
                    <a:cubicBezTo>
                      <a:pt x="1066364" y="62316"/>
                      <a:pt x="1076257" y="58998"/>
                      <a:pt x="1086271" y="54293"/>
                    </a:cubicBezTo>
                    <a:cubicBezTo>
                      <a:pt x="1091218" y="52121"/>
                      <a:pt x="1095320" y="51035"/>
                      <a:pt x="1098577" y="51035"/>
                    </a:cubicBezTo>
                    <a:cubicBezTo>
                      <a:pt x="1101835" y="51035"/>
                      <a:pt x="1104459" y="51337"/>
                      <a:pt x="1106450" y="51940"/>
                    </a:cubicBezTo>
                    <a:cubicBezTo>
                      <a:pt x="1108440" y="52543"/>
                      <a:pt x="1109436" y="53388"/>
                      <a:pt x="1109436" y="54474"/>
                    </a:cubicBezTo>
                    <a:cubicBezTo>
                      <a:pt x="1109436" y="55560"/>
                      <a:pt x="1108772" y="56555"/>
                      <a:pt x="1107445" y="57460"/>
                    </a:cubicBezTo>
                    <a:cubicBezTo>
                      <a:pt x="1106118" y="58365"/>
                      <a:pt x="1102981" y="59601"/>
                      <a:pt x="1098034" y="61170"/>
                    </a:cubicBezTo>
                    <a:cubicBezTo>
                      <a:pt x="1093088" y="62738"/>
                      <a:pt x="1085969" y="64488"/>
                      <a:pt x="1076679" y="66418"/>
                    </a:cubicBezTo>
                    <a:cubicBezTo>
                      <a:pt x="1081385" y="70520"/>
                      <a:pt x="1083737" y="73657"/>
                      <a:pt x="1083737" y="75829"/>
                    </a:cubicBezTo>
                    <a:cubicBezTo>
                      <a:pt x="1083737" y="76432"/>
                      <a:pt x="1083345" y="77819"/>
                      <a:pt x="1082561" y="79991"/>
                    </a:cubicBezTo>
                    <a:cubicBezTo>
                      <a:pt x="1081777" y="82163"/>
                      <a:pt x="1081023" y="84998"/>
                      <a:pt x="1080299" y="88497"/>
                    </a:cubicBezTo>
                    <a:cubicBezTo>
                      <a:pt x="1078972" y="95374"/>
                      <a:pt x="1076679" y="103096"/>
                      <a:pt x="1073422" y="111662"/>
                    </a:cubicBezTo>
                    <a:cubicBezTo>
                      <a:pt x="1078851" y="117574"/>
                      <a:pt x="1085336" y="122581"/>
                      <a:pt x="1092877" y="126683"/>
                    </a:cubicBezTo>
                    <a:cubicBezTo>
                      <a:pt x="1100417" y="130785"/>
                      <a:pt x="1111125" y="134646"/>
                      <a:pt x="1125000" y="138265"/>
                    </a:cubicBezTo>
                    <a:cubicBezTo>
                      <a:pt x="1127895" y="138989"/>
                      <a:pt x="1129343" y="139894"/>
                      <a:pt x="1129343" y="140980"/>
                    </a:cubicBezTo>
                    <a:cubicBezTo>
                      <a:pt x="1129343" y="141583"/>
                      <a:pt x="1128800" y="142066"/>
                      <a:pt x="1127714" y="142428"/>
                    </a:cubicBezTo>
                    <a:cubicBezTo>
                      <a:pt x="1126628" y="142790"/>
                      <a:pt x="1122436" y="143393"/>
                      <a:pt x="1115137" y="144237"/>
                    </a:cubicBezTo>
                    <a:cubicBezTo>
                      <a:pt x="1107837" y="145082"/>
                      <a:pt x="1102679" y="145504"/>
                      <a:pt x="1099663" y="145504"/>
                    </a:cubicBezTo>
                    <a:cubicBezTo>
                      <a:pt x="1096647" y="145504"/>
                      <a:pt x="1094324" y="145293"/>
                      <a:pt x="1092696" y="144871"/>
                    </a:cubicBezTo>
                    <a:cubicBezTo>
                      <a:pt x="1091067" y="144449"/>
                      <a:pt x="1089619" y="143725"/>
                      <a:pt x="1088352" y="142699"/>
                    </a:cubicBezTo>
                    <a:cubicBezTo>
                      <a:pt x="1087085" y="141674"/>
                      <a:pt x="1084703" y="139080"/>
                      <a:pt x="1081204" y="134917"/>
                    </a:cubicBezTo>
                    <a:cubicBezTo>
                      <a:pt x="1077705" y="130755"/>
                      <a:pt x="1073663" y="125597"/>
                      <a:pt x="1069078" y="119444"/>
                    </a:cubicBezTo>
                    <a:cubicBezTo>
                      <a:pt x="1059185" y="133077"/>
                      <a:pt x="1047844" y="139894"/>
                      <a:pt x="1035055" y="139894"/>
                    </a:cubicBezTo>
                    <a:cubicBezTo>
                      <a:pt x="1033125" y="139894"/>
                      <a:pt x="1032159" y="139623"/>
                      <a:pt x="1032159" y="139080"/>
                    </a:cubicBezTo>
                    <a:cubicBezTo>
                      <a:pt x="1032159" y="138537"/>
                      <a:pt x="1033064" y="137843"/>
                      <a:pt x="1034874" y="136998"/>
                    </a:cubicBezTo>
                    <a:cubicBezTo>
                      <a:pt x="1048870" y="130483"/>
                      <a:pt x="1058702" y="122400"/>
                      <a:pt x="1064373" y="112748"/>
                    </a:cubicBezTo>
                    <a:cubicBezTo>
                      <a:pt x="1060271" y="106594"/>
                      <a:pt x="1056621" y="100472"/>
                      <a:pt x="1053424" y="94379"/>
                    </a:cubicBezTo>
                    <a:cubicBezTo>
                      <a:pt x="1050227" y="88286"/>
                      <a:pt x="1047241" y="83792"/>
                      <a:pt x="1044466" y="80896"/>
                    </a:cubicBezTo>
                    <a:cubicBezTo>
                      <a:pt x="1041450" y="84154"/>
                      <a:pt x="1039398" y="85782"/>
                      <a:pt x="1038313" y="85782"/>
                    </a:cubicBezTo>
                    <a:cubicBezTo>
                      <a:pt x="1037227" y="85782"/>
                      <a:pt x="1036684" y="85360"/>
                      <a:pt x="1036684" y="84516"/>
                    </a:cubicBezTo>
                    <a:cubicBezTo>
                      <a:pt x="1036684" y="83671"/>
                      <a:pt x="1037046" y="82706"/>
                      <a:pt x="1037770" y="81620"/>
                    </a:cubicBezTo>
                    <a:cubicBezTo>
                      <a:pt x="1045733" y="69796"/>
                      <a:pt x="1052037" y="58334"/>
                      <a:pt x="1056682" y="47235"/>
                    </a:cubicBezTo>
                    <a:cubicBezTo>
                      <a:pt x="1061327" y="36135"/>
                      <a:pt x="1063649" y="27689"/>
                      <a:pt x="1063649" y="21898"/>
                    </a:cubicBezTo>
                    <a:cubicBezTo>
                      <a:pt x="1063649" y="19847"/>
                      <a:pt x="1063378" y="18369"/>
                      <a:pt x="1062835" y="17464"/>
                    </a:cubicBezTo>
                    <a:cubicBezTo>
                      <a:pt x="1062292" y="16559"/>
                      <a:pt x="1062020" y="15805"/>
                      <a:pt x="1062020" y="15202"/>
                    </a:cubicBezTo>
                    <a:cubicBezTo>
                      <a:pt x="1062020" y="13634"/>
                      <a:pt x="1062986" y="12849"/>
                      <a:pt x="1064916" y="12849"/>
                    </a:cubicBezTo>
                    <a:close/>
                    <a:moveTo>
                      <a:pt x="1241186" y="11945"/>
                    </a:moveTo>
                    <a:cubicBezTo>
                      <a:pt x="1242754" y="11945"/>
                      <a:pt x="1246162" y="13091"/>
                      <a:pt x="1251411" y="15383"/>
                    </a:cubicBezTo>
                    <a:cubicBezTo>
                      <a:pt x="1256659" y="17675"/>
                      <a:pt x="1259283" y="19666"/>
                      <a:pt x="1259283" y="21355"/>
                    </a:cubicBezTo>
                    <a:cubicBezTo>
                      <a:pt x="1259283" y="22682"/>
                      <a:pt x="1257956" y="24311"/>
                      <a:pt x="1255302" y="26242"/>
                    </a:cubicBezTo>
                    <a:cubicBezTo>
                      <a:pt x="1252647" y="28172"/>
                      <a:pt x="1249541" y="30736"/>
                      <a:pt x="1245982" y="33933"/>
                    </a:cubicBezTo>
                    <a:cubicBezTo>
                      <a:pt x="1242422" y="37130"/>
                      <a:pt x="1240160" y="39211"/>
                      <a:pt x="1239195" y="40177"/>
                    </a:cubicBezTo>
                    <a:cubicBezTo>
                      <a:pt x="1236661" y="42710"/>
                      <a:pt x="1232167" y="46601"/>
                      <a:pt x="1225712" y="51850"/>
                    </a:cubicBezTo>
                    <a:cubicBezTo>
                      <a:pt x="1219258" y="57098"/>
                      <a:pt x="1215095" y="60295"/>
                      <a:pt x="1213225" y="61441"/>
                    </a:cubicBezTo>
                    <a:cubicBezTo>
                      <a:pt x="1211355" y="62587"/>
                      <a:pt x="1209967" y="63160"/>
                      <a:pt x="1209063" y="63160"/>
                    </a:cubicBezTo>
                    <a:cubicBezTo>
                      <a:pt x="1208158" y="63160"/>
                      <a:pt x="1207705" y="62738"/>
                      <a:pt x="1207705" y="61894"/>
                    </a:cubicBezTo>
                    <a:cubicBezTo>
                      <a:pt x="1207705" y="61049"/>
                      <a:pt x="1208489" y="59843"/>
                      <a:pt x="1210058" y="58274"/>
                    </a:cubicBezTo>
                    <a:cubicBezTo>
                      <a:pt x="1230930" y="36919"/>
                      <a:pt x="1240643" y="23165"/>
                      <a:pt x="1239195" y="17012"/>
                    </a:cubicBezTo>
                    <a:cubicBezTo>
                      <a:pt x="1238954" y="16288"/>
                      <a:pt x="1238833" y="15624"/>
                      <a:pt x="1238833" y="15021"/>
                    </a:cubicBezTo>
                    <a:cubicBezTo>
                      <a:pt x="1238833" y="12970"/>
                      <a:pt x="1239617" y="11945"/>
                      <a:pt x="1241186" y="11945"/>
                    </a:cubicBezTo>
                    <a:close/>
                    <a:moveTo>
                      <a:pt x="483896" y="10497"/>
                    </a:moveTo>
                    <a:cubicBezTo>
                      <a:pt x="485525" y="10497"/>
                      <a:pt x="488752" y="11432"/>
                      <a:pt x="493578" y="13302"/>
                    </a:cubicBezTo>
                    <a:cubicBezTo>
                      <a:pt x="498404" y="15172"/>
                      <a:pt x="500817" y="17675"/>
                      <a:pt x="500817" y="20812"/>
                    </a:cubicBezTo>
                    <a:cubicBezTo>
                      <a:pt x="500817" y="22019"/>
                      <a:pt x="500455" y="23829"/>
                      <a:pt x="499731" y="26242"/>
                    </a:cubicBezTo>
                    <a:cubicBezTo>
                      <a:pt x="498404" y="30585"/>
                      <a:pt x="497559" y="38186"/>
                      <a:pt x="497197" y="49044"/>
                    </a:cubicBezTo>
                    <a:cubicBezTo>
                      <a:pt x="513847" y="46269"/>
                      <a:pt x="523620" y="44399"/>
                      <a:pt x="526515" y="43434"/>
                    </a:cubicBezTo>
                    <a:cubicBezTo>
                      <a:pt x="529532" y="42107"/>
                      <a:pt x="531794" y="41443"/>
                      <a:pt x="533302" y="41443"/>
                    </a:cubicBezTo>
                    <a:cubicBezTo>
                      <a:pt x="534810" y="41443"/>
                      <a:pt x="538309" y="42982"/>
                      <a:pt x="543799" y="46058"/>
                    </a:cubicBezTo>
                    <a:cubicBezTo>
                      <a:pt x="549288" y="49135"/>
                      <a:pt x="552033" y="51638"/>
                      <a:pt x="552033" y="53569"/>
                    </a:cubicBezTo>
                    <a:cubicBezTo>
                      <a:pt x="552033" y="54896"/>
                      <a:pt x="551098" y="56283"/>
                      <a:pt x="549228" y="57731"/>
                    </a:cubicBezTo>
                    <a:cubicBezTo>
                      <a:pt x="547358" y="59179"/>
                      <a:pt x="545729" y="61260"/>
                      <a:pt x="544341" y="63975"/>
                    </a:cubicBezTo>
                    <a:cubicBezTo>
                      <a:pt x="542954" y="66689"/>
                      <a:pt x="541778" y="69947"/>
                      <a:pt x="540812" y="73748"/>
                    </a:cubicBezTo>
                    <a:cubicBezTo>
                      <a:pt x="539847" y="77548"/>
                      <a:pt x="538218" y="82917"/>
                      <a:pt x="535926" y="89854"/>
                    </a:cubicBezTo>
                    <a:cubicBezTo>
                      <a:pt x="533634" y="96792"/>
                      <a:pt x="531341" y="101678"/>
                      <a:pt x="529049" y="104513"/>
                    </a:cubicBezTo>
                    <a:cubicBezTo>
                      <a:pt x="526757" y="107349"/>
                      <a:pt x="524977" y="108766"/>
                      <a:pt x="523710" y="108766"/>
                    </a:cubicBezTo>
                    <a:cubicBezTo>
                      <a:pt x="522443" y="108766"/>
                      <a:pt x="521358" y="108012"/>
                      <a:pt x="520453" y="106504"/>
                    </a:cubicBezTo>
                    <a:cubicBezTo>
                      <a:pt x="519548" y="104996"/>
                      <a:pt x="518070" y="104242"/>
                      <a:pt x="516019" y="104242"/>
                    </a:cubicBezTo>
                    <a:cubicBezTo>
                      <a:pt x="513968" y="104242"/>
                      <a:pt x="507392" y="105026"/>
                      <a:pt x="496293" y="106594"/>
                    </a:cubicBezTo>
                    <a:cubicBezTo>
                      <a:pt x="496172" y="114075"/>
                      <a:pt x="496353" y="119957"/>
                      <a:pt x="496835" y="124240"/>
                    </a:cubicBezTo>
                    <a:cubicBezTo>
                      <a:pt x="497318" y="128523"/>
                      <a:pt x="498283" y="131720"/>
                      <a:pt x="499731" y="133831"/>
                    </a:cubicBezTo>
                    <a:cubicBezTo>
                      <a:pt x="501179" y="135943"/>
                      <a:pt x="504346" y="137632"/>
                      <a:pt x="509232" y="138899"/>
                    </a:cubicBezTo>
                    <a:cubicBezTo>
                      <a:pt x="514119" y="140165"/>
                      <a:pt x="519699" y="140799"/>
                      <a:pt x="525972" y="140799"/>
                    </a:cubicBezTo>
                    <a:cubicBezTo>
                      <a:pt x="532246" y="140799"/>
                      <a:pt x="538309" y="140316"/>
                      <a:pt x="544160" y="139351"/>
                    </a:cubicBezTo>
                    <a:cubicBezTo>
                      <a:pt x="550012" y="138386"/>
                      <a:pt x="553722" y="137149"/>
                      <a:pt x="555290" y="135641"/>
                    </a:cubicBezTo>
                    <a:cubicBezTo>
                      <a:pt x="556859" y="134133"/>
                      <a:pt x="558246" y="132052"/>
                      <a:pt x="559453" y="129397"/>
                    </a:cubicBezTo>
                    <a:cubicBezTo>
                      <a:pt x="560659" y="126743"/>
                      <a:pt x="562228" y="120650"/>
                      <a:pt x="564158" y="111119"/>
                    </a:cubicBezTo>
                    <a:cubicBezTo>
                      <a:pt x="564641" y="108706"/>
                      <a:pt x="565304" y="107499"/>
                      <a:pt x="566149" y="107499"/>
                    </a:cubicBezTo>
                    <a:cubicBezTo>
                      <a:pt x="566993" y="107499"/>
                      <a:pt x="567567" y="109038"/>
                      <a:pt x="567868" y="112114"/>
                    </a:cubicBezTo>
                    <a:cubicBezTo>
                      <a:pt x="568170" y="115191"/>
                      <a:pt x="568954" y="119172"/>
                      <a:pt x="570221" y="124059"/>
                    </a:cubicBezTo>
                    <a:cubicBezTo>
                      <a:pt x="571488" y="128945"/>
                      <a:pt x="572543" y="132142"/>
                      <a:pt x="573388" y="133650"/>
                    </a:cubicBezTo>
                    <a:cubicBezTo>
                      <a:pt x="574232" y="135158"/>
                      <a:pt x="574655" y="136455"/>
                      <a:pt x="574655" y="137541"/>
                    </a:cubicBezTo>
                    <a:cubicBezTo>
                      <a:pt x="574655" y="140920"/>
                      <a:pt x="570221" y="144268"/>
                      <a:pt x="561353" y="147585"/>
                    </a:cubicBezTo>
                    <a:cubicBezTo>
                      <a:pt x="552485" y="150903"/>
                      <a:pt x="542260" y="152562"/>
                      <a:pt x="530678" y="152562"/>
                    </a:cubicBezTo>
                    <a:cubicBezTo>
                      <a:pt x="522353" y="152562"/>
                      <a:pt x="515295" y="151657"/>
                      <a:pt x="509504" y="149848"/>
                    </a:cubicBezTo>
                    <a:cubicBezTo>
                      <a:pt x="503713" y="148038"/>
                      <a:pt x="499188" y="145595"/>
                      <a:pt x="495931" y="142518"/>
                    </a:cubicBezTo>
                    <a:cubicBezTo>
                      <a:pt x="492673" y="139442"/>
                      <a:pt x="490532" y="135370"/>
                      <a:pt x="489506" y="130302"/>
                    </a:cubicBezTo>
                    <a:cubicBezTo>
                      <a:pt x="488480" y="125235"/>
                      <a:pt x="488028" y="117694"/>
                      <a:pt x="488149" y="107680"/>
                    </a:cubicBezTo>
                    <a:cubicBezTo>
                      <a:pt x="478617" y="109128"/>
                      <a:pt x="471559" y="109973"/>
                      <a:pt x="466975" y="110214"/>
                    </a:cubicBezTo>
                    <a:cubicBezTo>
                      <a:pt x="466854" y="113351"/>
                      <a:pt x="465949" y="114919"/>
                      <a:pt x="464260" y="114919"/>
                    </a:cubicBezTo>
                    <a:cubicBezTo>
                      <a:pt x="463295" y="114919"/>
                      <a:pt x="462330" y="114075"/>
                      <a:pt x="461364" y="112386"/>
                    </a:cubicBezTo>
                    <a:cubicBezTo>
                      <a:pt x="460399" y="110697"/>
                      <a:pt x="459675" y="108706"/>
                      <a:pt x="459193" y="106414"/>
                    </a:cubicBezTo>
                    <a:cubicBezTo>
                      <a:pt x="456418" y="93625"/>
                      <a:pt x="453763" y="82887"/>
                      <a:pt x="451230" y="74200"/>
                    </a:cubicBezTo>
                    <a:cubicBezTo>
                      <a:pt x="448696" y="65513"/>
                      <a:pt x="446645" y="60416"/>
                      <a:pt x="445077" y="58908"/>
                    </a:cubicBezTo>
                    <a:cubicBezTo>
                      <a:pt x="443508" y="57399"/>
                      <a:pt x="442724" y="55982"/>
                      <a:pt x="442724" y="54655"/>
                    </a:cubicBezTo>
                    <a:cubicBezTo>
                      <a:pt x="442724" y="53328"/>
                      <a:pt x="443810" y="52664"/>
                      <a:pt x="445981" y="52664"/>
                    </a:cubicBezTo>
                    <a:cubicBezTo>
                      <a:pt x="448153" y="52664"/>
                      <a:pt x="451411" y="53629"/>
                      <a:pt x="455754" y="55560"/>
                    </a:cubicBezTo>
                    <a:cubicBezTo>
                      <a:pt x="467699" y="53870"/>
                      <a:pt x="478557" y="52181"/>
                      <a:pt x="488330" y="50492"/>
                    </a:cubicBezTo>
                    <a:cubicBezTo>
                      <a:pt x="488209" y="36014"/>
                      <a:pt x="487033" y="26513"/>
                      <a:pt x="484801" y="21989"/>
                    </a:cubicBezTo>
                    <a:cubicBezTo>
                      <a:pt x="482569" y="17464"/>
                      <a:pt x="481453" y="14418"/>
                      <a:pt x="481453" y="12849"/>
                    </a:cubicBezTo>
                    <a:cubicBezTo>
                      <a:pt x="481453" y="11281"/>
                      <a:pt x="482267" y="10497"/>
                      <a:pt x="483896" y="10497"/>
                    </a:cubicBezTo>
                    <a:close/>
                    <a:moveTo>
                      <a:pt x="819876" y="7963"/>
                    </a:moveTo>
                    <a:cubicBezTo>
                      <a:pt x="821686" y="7963"/>
                      <a:pt x="824973" y="8989"/>
                      <a:pt x="829739" y="11040"/>
                    </a:cubicBezTo>
                    <a:cubicBezTo>
                      <a:pt x="834505" y="13091"/>
                      <a:pt x="836887" y="14991"/>
                      <a:pt x="836887" y="16740"/>
                    </a:cubicBezTo>
                    <a:cubicBezTo>
                      <a:pt x="836887" y="18490"/>
                      <a:pt x="836284" y="20692"/>
                      <a:pt x="835078" y="23346"/>
                    </a:cubicBezTo>
                    <a:cubicBezTo>
                      <a:pt x="833751" y="25518"/>
                      <a:pt x="832604" y="36256"/>
                      <a:pt x="831639" y="55560"/>
                    </a:cubicBezTo>
                    <a:cubicBezTo>
                      <a:pt x="837551" y="53870"/>
                      <a:pt x="842166" y="53026"/>
                      <a:pt x="845484" y="53026"/>
                    </a:cubicBezTo>
                    <a:cubicBezTo>
                      <a:pt x="848802" y="53026"/>
                      <a:pt x="851064" y="53388"/>
                      <a:pt x="852270" y="54112"/>
                    </a:cubicBezTo>
                    <a:cubicBezTo>
                      <a:pt x="853477" y="54836"/>
                      <a:pt x="854080" y="55741"/>
                      <a:pt x="854080" y="56826"/>
                    </a:cubicBezTo>
                    <a:cubicBezTo>
                      <a:pt x="854080" y="57912"/>
                      <a:pt x="852270" y="59149"/>
                      <a:pt x="848651" y="60536"/>
                    </a:cubicBezTo>
                    <a:cubicBezTo>
                      <a:pt x="845031" y="61924"/>
                      <a:pt x="839240" y="63462"/>
                      <a:pt x="831277" y="65151"/>
                    </a:cubicBezTo>
                    <a:cubicBezTo>
                      <a:pt x="831036" y="73476"/>
                      <a:pt x="830915" y="80534"/>
                      <a:pt x="830915" y="86325"/>
                    </a:cubicBezTo>
                    <a:cubicBezTo>
                      <a:pt x="840447" y="79810"/>
                      <a:pt x="846298" y="76553"/>
                      <a:pt x="848470" y="76553"/>
                    </a:cubicBezTo>
                    <a:cubicBezTo>
                      <a:pt x="849435" y="76553"/>
                      <a:pt x="849918" y="76915"/>
                      <a:pt x="849918" y="77638"/>
                    </a:cubicBezTo>
                    <a:cubicBezTo>
                      <a:pt x="849918" y="78362"/>
                      <a:pt x="848681" y="79780"/>
                      <a:pt x="846208" y="81891"/>
                    </a:cubicBezTo>
                    <a:cubicBezTo>
                      <a:pt x="843734" y="84003"/>
                      <a:pt x="838637" y="87954"/>
                      <a:pt x="830915" y="93745"/>
                    </a:cubicBezTo>
                    <a:lnTo>
                      <a:pt x="831458" y="130121"/>
                    </a:lnTo>
                    <a:cubicBezTo>
                      <a:pt x="831458" y="136757"/>
                      <a:pt x="830614" y="142971"/>
                      <a:pt x="828925" y="148762"/>
                    </a:cubicBezTo>
                    <a:cubicBezTo>
                      <a:pt x="827236" y="154553"/>
                      <a:pt x="825184" y="157449"/>
                      <a:pt x="822771" y="157449"/>
                    </a:cubicBezTo>
                    <a:cubicBezTo>
                      <a:pt x="821565" y="157449"/>
                      <a:pt x="820358" y="156483"/>
                      <a:pt x="819152" y="154553"/>
                    </a:cubicBezTo>
                    <a:cubicBezTo>
                      <a:pt x="817945" y="152623"/>
                      <a:pt x="816075" y="150119"/>
                      <a:pt x="813542" y="147042"/>
                    </a:cubicBezTo>
                    <a:cubicBezTo>
                      <a:pt x="811008" y="143966"/>
                      <a:pt x="809017" y="141794"/>
                      <a:pt x="807570" y="140527"/>
                    </a:cubicBezTo>
                    <a:cubicBezTo>
                      <a:pt x="806122" y="139261"/>
                      <a:pt x="805398" y="138356"/>
                      <a:pt x="805398" y="137813"/>
                    </a:cubicBezTo>
                    <a:cubicBezTo>
                      <a:pt x="805398" y="137270"/>
                      <a:pt x="805760" y="136998"/>
                      <a:pt x="806484" y="136998"/>
                    </a:cubicBezTo>
                    <a:cubicBezTo>
                      <a:pt x="807208" y="136998"/>
                      <a:pt x="808776" y="137270"/>
                      <a:pt x="811189" y="137813"/>
                    </a:cubicBezTo>
                    <a:cubicBezTo>
                      <a:pt x="813602" y="138356"/>
                      <a:pt x="815593" y="138627"/>
                      <a:pt x="817161" y="138627"/>
                    </a:cubicBezTo>
                    <a:cubicBezTo>
                      <a:pt x="818730" y="138627"/>
                      <a:pt x="819785" y="138024"/>
                      <a:pt x="820328" y="136817"/>
                    </a:cubicBezTo>
                    <a:cubicBezTo>
                      <a:pt x="820871" y="135611"/>
                      <a:pt x="821414" y="132323"/>
                      <a:pt x="821957" y="126954"/>
                    </a:cubicBezTo>
                    <a:cubicBezTo>
                      <a:pt x="822500" y="121585"/>
                      <a:pt x="823013" y="112446"/>
                      <a:pt x="823495" y="99536"/>
                    </a:cubicBezTo>
                    <a:cubicBezTo>
                      <a:pt x="813602" y="107017"/>
                      <a:pt x="805699" y="113713"/>
                      <a:pt x="799788" y="119625"/>
                    </a:cubicBezTo>
                    <a:cubicBezTo>
                      <a:pt x="796530" y="122762"/>
                      <a:pt x="794027" y="124330"/>
                      <a:pt x="792277" y="124330"/>
                    </a:cubicBezTo>
                    <a:cubicBezTo>
                      <a:pt x="790528" y="124330"/>
                      <a:pt x="788235" y="123093"/>
                      <a:pt x="785400" y="120620"/>
                    </a:cubicBezTo>
                    <a:cubicBezTo>
                      <a:pt x="782565" y="118147"/>
                      <a:pt x="781147" y="116186"/>
                      <a:pt x="781147" y="114738"/>
                    </a:cubicBezTo>
                    <a:cubicBezTo>
                      <a:pt x="781147" y="113291"/>
                      <a:pt x="783319" y="112446"/>
                      <a:pt x="787662" y="112205"/>
                    </a:cubicBezTo>
                    <a:cubicBezTo>
                      <a:pt x="792006" y="111963"/>
                      <a:pt x="804071" y="105026"/>
                      <a:pt x="823857" y="91393"/>
                    </a:cubicBezTo>
                    <a:cubicBezTo>
                      <a:pt x="824219" y="79690"/>
                      <a:pt x="824400" y="71485"/>
                      <a:pt x="824400" y="66780"/>
                    </a:cubicBezTo>
                    <a:cubicBezTo>
                      <a:pt x="821625" y="67263"/>
                      <a:pt x="818126" y="67986"/>
                      <a:pt x="813904" y="68952"/>
                    </a:cubicBezTo>
                    <a:cubicBezTo>
                      <a:pt x="809681" y="69917"/>
                      <a:pt x="806122" y="70399"/>
                      <a:pt x="803226" y="70399"/>
                    </a:cubicBezTo>
                    <a:cubicBezTo>
                      <a:pt x="800331" y="70399"/>
                      <a:pt x="797918" y="69947"/>
                      <a:pt x="795987" y="69042"/>
                    </a:cubicBezTo>
                    <a:cubicBezTo>
                      <a:pt x="794057" y="68137"/>
                      <a:pt x="793092" y="67323"/>
                      <a:pt x="793092" y="66599"/>
                    </a:cubicBezTo>
                    <a:cubicBezTo>
                      <a:pt x="793092" y="65875"/>
                      <a:pt x="793936" y="65332"/>
                      <a:pt x="795625" y="64970"/>
                    </a:cubicBezTo>
                    <a:cubicBezTo>
                      <a:pt x="803347" y="63402"/>
                      <a:pt x="812938" y="61049"/>
                      <a:pt x="824400" y="57912"/>
                    </a:cubicBezTo>
                    <a:cubicBezTo>
                      <a:pt x="824280" y="40418"/>
                      <a:pt x="823948" y="29258"/>
                      <a:pt x="823405" y="24432"/>
                    </a:cubicBezTo>
                    <a:cubicBezTo>
                      <a:pt x="822862" y="19606"/>
                      <a:pt x="821686" y="16258"/>
                      <a:pt x="819876" y="14388"/>
                    </a:cubicBezTo>
                    <a:cubicBezTo>
                      <a:pt x="818066" y="12518"/>
                      <a:pt x="817161" y="10979"/>
                      <a:pt x="817161" y="9773"/>
                    </a:cubicBezTo>
                    <a:cubicBezTo>
                      <a:pt x="817161" y="8566"/>
                      <a:pt x="818066" y="7963"/>
                      <a:pt x="819876" y="7963"/>
                    </a:cubicBezTo>
                    <a:close/>
                    <a:moveTo>
                      <a:pt x="1401168" y="7058"/>
                    </a:moveTo>
                    <a:cubicBezTo>
                      <a:pt x="1406476" y="7058"/>
                      <a:pt x="1410970" y="8265"/>
                      <a:pt x="1414650" y="10678"/>
                    </a:cubicBezTo>
                    <a:cubicBezTo>
                      <a:pt x="1418330" y="13091"/>
                      <a:pt x="1420170" y="16348"/>
                      <a:pt x="1420170" y="20450"/>
                    </a:cubicBezTo>
                    <a:cubicBezTo>
                      <a:pt x="1420170" y="22260"/>
                      <a:pt x="1419748" y="23708"/>
                      <a:pt x="1418903" y="24794"/>
                    </a:cubicBezTo>
                    <a:cubicBezTo>
                      <a:pt x="1418059" y="25880"/>
                      <a:pt x="1417033" y="26423"/>
                      <a:pt x="1415827" y="26423"/>
                    </a:cubicBezTo>
                    <a:cubicBezTo>
                      <a:pt x="1414620" y="26423"/>
                      <a:pt x="1413383" y="26000"/>
                      <a:pt x="1412117" y="25156"/>
                    </a:cubicBezTo>
                    <a:cubicBezTo>
                      <a:pt x="1410850" y="24311"/>
                      <a:pt x="1407984" y="21597"/>
                      <a:pt x="1403520" y="17012"/>
                    </a:cubicBezTo>
                    <a:cubicBezTo>
                      <a:pt x="1399056" y="12427"/>
                      <a:pt x="1396824" y="9622"/>
                      <a:pt x="1396824" y="8597"/>
                    </a:cubicBezTo>
                    <a:cubicBezTo>
                      <a:pt x="1396824" y="7571"/>
                      <a:pt x="1398272" y="7058"/>
                      <a:pt x="1401168" y="7058"/>
                    </a:cubicBezTo>
                    <a:close/>
                    <a:moveTo>
                      <a:pt x="1188160" y="6696"/>
                    </a:moveTo>
                    <a:cubicBezTo>
                      <a:pt x="1190211" y="6696"/>
                      <a:pt x="1193197" y="7420"/>
                      <a:pt x="1197118" y="8868"/>
                    </a:cubicBezTo>
                    <a:cubicBezTo>
                      <a:pt x="1201039" y="10316"/>
                      <a:pt x="1203754" y="11703"/>
                      <a:pt x="1205262" y="13030"/>
                    </a:cubicBezTo>
                    <a:cubicBezTo>
                      <a:pt x="1206770" y="14358"/>
                      <a:pt x="1207524" y="15956"/>
                      <a:pt x="1207524" y="17826"/>
                    </a:cubicBezTo>
                    <a:cubicBezTo>
                      <a:pt x="1207524" y="19696"/>
                      <a:pt x="1207223" y="21747"/>
                      <a:pt x="1206619" y="23979"/>
                    </a:cubicBezTo>
                    <a:cubicBezTo>
                      <a:pt x="1206016" y="26211"/>
                      <a:pt x="1205353" y="31490"/>
                      <a:pt x="1204629" y="39815"/>
                    </a:cubicBezTo>
                    <a:cubicBezTo>
                      <a:pt x="1203905" y="48140"/>
                      <a:pt x="1203422" y="58334"/>
                      <a:pt x="1203181" y="70399"/>
                    </a:cubicBezTo>
                    <a:cubicBezTo>
                      <a:pt x="1230086" y="66177"/>
                      <a:pt x="1247007" y="63402"/>
                      <a:pt x="1253944" y="62075"/>
                    </a:cubicBezTo>
                    <a:cubicBezTo>
                      <a:pt x="1260882" y="60747"/>
                      <a:pt x="1266190" y="60084"/>
                      <a:pt x="1269870" y="60084"/>
                    </a:cubicBezTo>
                    <a:cubicBezTo>
                      <a:pt x="1273550" y="60084"/>
                      <a:pt x="1277079" y="61079"/>
                      <a:pt x="1280457" y="63070"/>
                    </a:cubicBezTo>
                    <a:cubicBezTo>
                      <a:pt x="1283835" y="65061"/>
                      <a:pt x="1285524" y="66901"/>
                      <a:pt x="1285524" y="68590"/>
                    </a:cubicBezTo>
                    <a:cubicBezTo>
                      <a:pt x="1285524" y="70882"/>
                      <a:pt x="1283051" y="72028"/>
                      <a:pt x="1278105" y="72028"/>
                    </a:cubicBezTo>
                    <a:lnTo>
                      <a:pt x="1263265" y="71847"/>
                    </a:lnTo>
                    <a:cubicBezTo>
                      <a:pt x="1247701" y="71847"/>
                      <a:pt x="1231292" y="73114"/>
                      <a:pt x="1214039" y="75648"/>
                    </a:cubicBezTo>
                    <a:cubicBezTo>
                      <a:pt x="1230206" y="90608"/>
                      <a:pt x="1241910" y="100954"/>
                      <a:pt x="1249148" y="106685"/>
                    </a:cubicBezTo>
                    <a:cubicBezTo>
                      <a:pt x="1256388" y="112416"/>
                      <a:pt x="1263476" y="116729"/>
                      <a:pt x="1270413" y="119625"/>
                    </a:cubicBezTo>
                    <a:cubicBezTo>
                      <a:pt x="1277351" y="122520"/>
                      <a:pt x="1288179" y="125838"/>
                      <a:pt x="1302898" y="129578"/>
                    </a:cubicBezTo>
                    <a:cubicBezTo>
                      <a:pt x="1305673" y="130182"/>
                      <a:pt x="1307060" y="131147"/>
                      <a:pt x="1307060" y="132474"/>
                    </a:cubicBezTo>
                    <a:cubicBezTo>
                      <a:pt x="1307060" y="133077"/>
                      <a:pt x="1306548" y="133560"/>
                      <a:pt x="1305522" y="133922"/>
                    </a:cubicBezTo>
                    <a:cubicBezTo>
                      <a:pt x="1304497" y="134284"/>
                      <a:pt x="1299641" y="134857"/>
                      <a:pt x="1290954" y="135641"/>
                    </a:cubicBezTo>
                    <a:cubicBezTo>
                      <a:pt x="1282267" y="136425"/>
                      <a:pt x="1276054" y="136817"/>
                      <a:pt x="1272313" y="136817"/>
                    </a:cubicBezTo>
                    <a:cubicBezTo>
                      <a:pt x="1265678" y="136817"/>
                      <a:pt x="1261093" y="135551"/>
                      <a:pt x="1258559" y="133017"/>
                    </a:cubicBezTo>
                    <a:lnTo>
                      <a:pt x="1239014" y="112024"/>
                    </a:lnTo>
                    <a:cubicBezTo>
                      <a:pt x="1228517" y="100803"/>
                      <a:pt x="1217900" y="88919"/>
                      <a:pt x="1207162" y="76372"/>
                    </a:cubicBezTo>
                    <a:cubicBezTo>
                      <a:pt x="1205473" y="76613"/>
                      <a:pt x="1204206" y="76854"/>
                      <a:pt x="1203362" y="77096"/>
                    </a:cubicBezTo>
                    <a:cubicBezTo>
                      <a:pt x="1202759" y="102070"/>
                      <a:pt x="1201914" y="120892"/>
                      <a:pt x="1200828" y="133560"/>
                    </a:cubicBezTo>
                    <a:cubicBezTo>
                      <a:pt x="1216151" y="125959"/>
                      <a:pt x="1224958" y="122158"/>
                      <a:pt x="1227251" y="122158"/>
                    </a:cubicBezTo>
                    <a:cubicBezTo>
                      <a:pt x="1228216" y="122158"/>
                      <a:pt x="1228698" y="122490"/>
                      <a:pt x="1228698" y="123154"/>
                    </a:cubicBezTo>
                    <a:cubicBezTo>
                      <a:pt x="1228698" y="123817"/>
                      <a:pt x="1227974" y="124752"/>
                      <a:pt x="1226527" y="125959"/>
                    </a:cubicBezTo>
                    <a:cubicBezTo>
                      <a:pt x="1210963" y="138627"/>
                      <a:pt x="1200708" y="148098"/>
                      <a:pt x="1195761" y="154372"/>
                    </a:cubicBezTo>
                    <a:cubicBezTo>
                      <a:pt x="1192745" y="158112"/>
                      <a:pt x="1190452" y="159982"/>
                      <a:pt x="1188884" y="159982"/>
                    </a:cubicBezTo>
                    <a:cubicBezTo>
                      <a:pt x="1187315" y="159982"/>
                      <a:pt x="1185596" y="158414"/>
                      <a:pt x="1183726" y="155277"/>
                    </a:cubicBezTo>
                    <a:cubicBezTo>
                      <a:pt x="1181856" y="152140"/>
                      <a:pt x="1180921" y="149456"/>
                      <a:pt x="1180921" y="147223"/>
                    </a:cubicBezTo>
                    <a:cubicBezTo>
                      <a:pt x="1180921" y="144991"/>
                      <a:pt x="1181856" y="143121"/>
                      <a:pt x="1183726" y="141613"/>
                    </a:cubicBezTo>
                    <a:cubicBezTo>
                      <a:pt x="1185596" y="140105"/>
                      <a:pt x="1187346" y="137903"/>
                      <a:pt x="1188974" y="135008"/>
                    </a:cubicBezTo>
                    <a:cubicBezTo>
                      <a:pt x="1190603" y="132112"/>
                      <a:pt x="1192141" y="122762"/>
                      <a:pt x="1193589" y="106956"/>
                    </a:cubicBezTo>
                    <a:cubicBezTo>
                      <a:pt x="1195037" y="91151"/>
                      <a:pt x="1195761" y="81560"/>
                      <a:pt x="1195761" y="78181"/>
                    </a:cubicBezTo>
                    <a:cubicBezTo>
                      <a:pt x="1185747" y="79750"/>
                      <a:pt x="1178086" y="81258"/>
                      <a:pt x="1172777" y="82706"/>
                    </a:cubicBezTo>
                    <a:cubicBezTo>
                      <a:pt x="1167468" y="84154"/>
                      <a:pt x="1163728" y="84877"/>
                      <a:pt x="1161557" y="84877"/>
                    </a:cubicBezTo>
                    <a:cubicBezTo>
                      <a:pt x="1159385" y="84877"/>
                      <a:pt x="1156731" y="83822"/>
                      <a:pt x="1153594" y="81710"/>
                    </a:cubicBezTo>
                    <a:cubicBezTo>
                      <a:pt x="1150457" y="79599"/>
                      <a:pt x="1148888" y="78091"/>
                      <a:pt x="1148888" y="77186"/>
                    </a:cubicBezTo>
                    <a:cubicBezTo>
                      <a:pt x="1148888" y="76281"/>
                      <a:pt x="1149733" y="75829"/>
                      <a:pt x="1151422" y="75829"/>
                    </a:cubicBezTo>
                    <a:lnTo>
                      <a:pt x="1155584" y="76191"/>
                    </a:lnTo>
                    <a:cubicBezTo>
                      <a:pt x="1160290" y="76191"/>
                      <a:pt x="1173742" y="74622"/>
                      <a:pt x="1195942" y="71485"/>
                    </a:cubicBezTo>
                    <a:cubicBezTo>
                      <a:pt x="1195942" y="66780"/>
                      <a:pt x="1195761" y="59481"/>
                      <a:pt x="1195399" y="49587"/>
                    </a:cubicBezTo>
                    <a:cubicBezTo>
                      <a:pt x="1195037" y="39694"/>
                      <a:pt x="1194735" y="33601"/>
                      <a:pt x="1194494" y="31309"/>
                    </a:cubicBezTo>
                    <a:cubicBezTo>
                      <a:pt x="1194253" y="29017"/>
                      <a:pt x="1193800" y="26634"/>
                      <a:pt x="1193137" y="24160"/>
                    </a:cubicBezTo>
                    <a:cubicBezTo>
                      <a:pt x="1192473" y="21687"/>
                      <a:pt x="1191719" y="19546"/>
                      <a:pt x="1190875" y="17736"/>
                    </a:cubicBezTo>
                    <a:cubicBezTo>
                      <a:pt x="1190030" y="15926"/>
                      <a:pt x="1188854" y="14267"/>
                      <a:pt x="1187346" y="12759"/>
                    </a:cubicBezTo>
                    <a:cubicBezTo>
                      <a:pt x="1185837" y="11251"/>
                      <a:pt x="1185083" y="9863"/>
                      <a:pt x="1185083" y="8597"/>
                    </a:cubicBezTo>
                    <a:cubicBezTo>
                      <a:pt x="1185083" y="7330"/>
                      <a:pt x="1186109" y="6696"/>
                      <a:pt x="1188160" y="6696"/>
                    </a:cubicBezTo>
                    <a:close/>
                    <a:moveTo>
                      <a:pt x="1024830" y="0"/>
                    </a:moveTo>
                    <a:cubicBezTo>
                      <a:pt x="1026700" y="0"/>
                      <a:pt x="1029294" y="573"/>
                      <a:pt x="1032612" y="1719"/>
                    </a:cubicBezTo>
                    <a:cubicBezTo>
                      <a:pt x="1035930" y="2866"/>
                      <a:pt x="1037589" y="4706"/>
                      <a:pt x="1037589" y="7239"/>
                    </a:cubicBezTo>
                    <a:cubicBezTo>
                      <a:pt x="1037589" y="7842"/>
                      <a:pt x="1037227" y="9652"/>
                      <a:pt x="1036503" y="12668"/>
                    </a:cubicBezTo>
                    <a:lnTo>
                      <a:pt x="1031255" y="35109"/>
                    </a:lnTo>
                    <a:cubicBezTo>
                      <a:pt x="1036201" y="33541"/>
                      <a:pt x="1040062" y="32757"/>
                      <a:pt x="1042837" y="32757"/>
                    </a:cubicBezTo>
                    <a:cubicBezTo>
                      <a:pt x="1045612" y="32757"/>
                      <a:pt x="1046999" y="33782"/>
                      <a:pt x="1046999" y="35833"/>
                    </a:cubicBezTo>
                    <a:cubicBezTo>
                      <a:pt x="1046999" y="37281"/>
                      <a:pt x="1046245" y="38427"/>
                      <a:pt x="1044737" y="39272"/>
                    </a:cubicBezTo>
                    <a:cubicBezTo>
                      <a:pt x="1043229" y="40116"/>
                      <a:pt x="1038192" y="41685"/>
                      <a:pt x="1029626" y="43977"/>
                    </a:cubicBezTo>
                    <a:lnTo>
                      <a:pt x="1026549" y="61713"/>
                    </a:lnTo>
                    <a:cubicBezTo>
                      <a:pt x="1032582" y="60506"/>
                      <a:pt x="1036865" y="59903"/>
                      <a:pt x="1039398" y="59903"/>
                    </a:cubicBezTo>
                    <a:cubicBezTo>
                      <a:pt x="1041932" y="59903"/>
                      <a:pt x="1043832" y="60295"/>
                      <a:pt x="1045099" y="61079"/>
                    </a:cubicBezTo>
                    <a:cubicBezTo>
                      <a:pt x="1046366" y="61863"/>
                      <a:pt x="1046999" y="62678"/>
                      <a:pt x="1046999" y="63522"/>
                    </a:cubicBezTo>
                    <a:cubicBezTo>
                      <a:pt x="1046999" y="65091"/>
                      <a:pt x="1045160" y="65875"/>
                      <a:pt x="1041480" y="65875"/>
                    </a:cubicBezTo>
                    <a:cubicBezTo>
                      <a:pt x="1037800" y="65875"/>
                      <a:pt x="1027665" y="67715"/>
                      <a:pt x="1011076" y="71395"/>
                    </a:cubicBezTo>
                    <a:cubicBezTo>
                      <a:pt x="994487" y="75075"/>
                      <a:pt x="981486" y="78362"/>
                      <a:pt x="972076" y="81258"/>
                    </a:cubicBezTo>
                    <a:cubicBezTo>
                      <a:pt x="968215" y="82344"/>
                      <a:pt x="965380" y="82887"/>
                      <a:pt x="963570" y="82887"/>
                    </a:cubicBezTo>
                    <a:cubicBezTo>
                      <a:pt x="961760" y="82887"/>
                      <a:pt x="959739" y="82012"/>
                      <a:pt x="957507" y="80263"/>
                    </a:cubicBezTo>
                    <a:cubicBezTo>
                      <a:pt x="955275" y="78513"/>
                      <a:pt x="954159" y="77156"/>
                      <a:pt x="954159" y="76191"/>
                    </a:cubicBezTo>
                    <a:cubicBezTo>
                      <a:pt x="954159" y="75225"/>
                      <a:pt x="954581" y="74562"/>
                      <a:pt x="955426" y="74200"/>
                    </a:cubicBezTo>
                    <a:cubicBezTo>
                      <a:pt x="956271" y="73838"/>
                      <a:pt x="957296" y="73657"/>
                      <a:pt x="958503" y="73657"/>
                    </a:cubicBezTo>
                    <a:lnTo>
                      <a:pt x="961941" y="73657"/>
                    </a:lnTo>
                    <a:cubicBezTo>
                      <a:pt x="968577" y="73657"/>
                      <a:pt x="981124" y="71727"/>
                      <a:pt x="999584" y="67866"/>
                    </a:cubicBezTo>
                    <a:lnTo>
                      <a:pt x="1000127" y="49768"/>
                    </a:lnTo>
                    <a:cubicBezTo>
                      <a:pt x="995301" y="50613"/>
                      <a:pt x="991953" y="51035"/>
                      <a:pt x="990083" y="51035"/>
                    </a:cubicBezTo>
                    <a:cubicBezTo>
                      <a:pt x="988213" y="51035"/>
                      <a:pt x="986162" y="50673"/>
                      <a:pt x="983930" y="49949"/>
                    </a:cubicBezTo>
                    <a:cubicBezTo>
                      <a:pt x="981698" y="49225"/>
                      <a:pt x="980582" y="48471"/>
                      <a:pt x="980582" y="47687"/>
                    </a:cubicBezTo>
                    <a:cubicBezTo>
                      <a:pt x="980582" y="46903"/>
                      <a:pt x="981999" y="46330"/>
                      <a:pt x="984835" y="45968"/>
                    </a:cubicBezTo>
                    <a:cubicBezTo>
                      <a:pt x="987670" y="45606"/>
                      <a:pt x="992767" y="44641"/>
                      <a:pt x="1000127" y="43072"/>
                    </a:cubicBezTo>
                    <a:cubicBezTo>
                      <a:pt x="1000006" y="33179"/>
                      <a:pt x="998076" y="25578"/>
                      <a:pt x="994336" y="20269"/>
                    </a:cubicBezTo>
                    <a:cubicBezTo>
                      <a:pt x="993491" y="18822"/>
                      <a:pt x="993069" y="17585"/>
                      <a:pt x="993069" y="16559"/>
                    </a:cubicBezTo>
                    <a:cubicBezTo>
                      <a:pt x="993069" y="15534"/>
                      <a:pt x="993853" y="15021"/>
                      <a:pt x="995422" y="15021"/>
                    </a:cubicBezTo>
                    <a:cubicBezTo>
                      <a:pt x="996990" y="15021"/>
                      <a:pt x="999524" y="15896"/>
                      <a:pt x="1003022" y="17645"/>
                    </a:cubicBezTo>
                    <a:cubicBezTo>
                      <a:pt x="1006521" y="19395"/>
                      <a:pt x="1008271" y="21597"/>
                      <a:pt x="1008271" y="24251"/>
                    </a:cubicBezTo>
                    <a:cubicBezTo>
                      <a:pt x="1008271" y="25216"/>
                      <a:pt x="1008029" y="26604"/>
                      <a:pt x="1007547" y="28413"/>
                    </a:cubicBezTo>
                    <a:cubicBezTo>
                      <a:pt x="1007064" y="30223"/>
                      <a:pt x="1006763" y="34627"/>
                      <a:pt x="1006642" y="41624"/>
                    </a:cubicBezTo>
                    <a:cubicBezTo>
                      <a:pt x="1011709" y="40780"/>
                      <a:pt x="1017199" y="39573"/>
                      <a:pt x="1023111" y="38005"/>
                    </a:cubicBezTo>
                    <a:cubicBezTo>
                      <a:pt x="1024197" y="28715"/>
                      <a:pt x="1024739" y="21325"/>
                      <a:pt x="1024739" y="15836"/>
                    </a:cubicBezTo>
                    <a:cubicBezTo>
                      <a:pt x="1024739" y="10346"/>
                      <a:pt x="1024287" y="6907"/>
                      <a:pt x="1023382" y="5520"/>
                    </a:cubicBezTo>
                    <a:cubicBezTo>
                      <a:pt x="1022477" y="4132"/>
                      <a:pt x="1022025" y="3016"/>
                      <a:pt x="1022025" y="2172"/>
                    </a:cubicBezTo>
                    <a:cubicBezTo>
                      <a:pt x="1022025" y="724"/>
                      <a:pt x="1022960" y="0"/>
                      <a:pt x="10248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 altLang="zh-CN" sz="1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DBE6B16-1B32-4E0C-B452-48907127F0BC}"/>
                  </a:ext>
                </a:extLst>
              </p:cNvPr>
              <p:cNvSpPr txBox="1"/>
              <p:nvPr/>
            </p:nvSpPr>
            <p:spPr>
              <a:xfrm>
                <a:off x="2055252" y="2248792"/>
                <a:ext cx="1497454" cy="324936"/>
              </a:xfrm>
              <a:custGeom>
                <a:avLst/>
                <a:gdLst/>
                <a:ahLst/>
                <a:cxnLst/>
                <a:rect l="l" t="t" r="r" b="b"/>
                <a:pathLst>
                  <a:path w="1497454" h="324936">
                    <a:moveTo>
                      <a:pt x="1464326" y="236477"/>
                    </a:moveTo>
                    <a:lnTo>
                      <a:pt x="1497454" y="236477"/>
                    </a:lnTo>
                    <a:lnTo>
                      <a:pt x="1497454" y="270310"/>
                    </a:lnTo>
                    <a:lnTo>
                      <a:pt x="1464326" y="270310"/>
                    </a:lnTo>
                    <a:close/>
                    <a:moveTo>
                      <a:pt x="1149258" y="221323"/>
                    </a:moveTo>
                    <a:lnTo>
                      <a:pt x="1149258" y="281235"/>
                    </a:lnTo>
                    <a:lnTo>
                      <a:pt x="1279655" y="281235"/>
                    </a:lnTo>
                    <a:lnTo>
                      <a:pt x="1279655" y="221323"/>
                    </a:lnTo>
                    <a:close/>
                    <a:moveTo>
                      <a:pt x="398240" y="210398"/>
                    </a:moveTo>
                    <a:lnTo>
                      <a:pt x="398240" y="235772"/>
                    </a:lnTo>
                    <a:lnTo>
                      <a:pt x="484937" y="235772"/>
                    </a:lnTo>
                    <a:lnTo>
                      <a:pt x="484937" y="210398"/>
                    </a:lnTo>
                    <a:close/>
                    <a:moveTo>
                      <a:pt x="398240" y="166697"/>
                    </a:moveTo>
                    <a:lnTo>
                      <a:pt x="398240" y="195596"/>
                    </a:lnTo>
                    <a:lnTo>
                      <a:pt x="484937" y="195596"/>
                    </a:lnTo>
                    <a:lnTo>
                      <a:pt x="484937" y="166697"/>
                    </a:lnTo>
                    <a:close/>
                    <a:moveTo>
                      <a:pt x="869080" y="153305"/>
                    </a:moveTo>
                    <a:lnTo>
                      <a:pt x="869080" y="207226"/>
                    </a:lnTo>
                    <a:lnTo>
                      <a:pt x="954719" y="207226"/>
                    </a:lnTo>
                    <a:lnTo>
                      <a:pt x="954719" y="153305"/>
                    </a:lnTo>
                    <a:close/>
                    <a:moveTo>
                      <a:pt x="759123" y="153305"/>
                    </a:moveTo>
                    <a:lnTo>
                      <a:pt x="759123" y="207226"/>
                    </a:lnTo>
                    <a:lnTo>
                      <a:pt x="846877" y="207226"/>
                    </a:lnTo>
                    <a:lnTo>
                      <a:pt x="846877" y="153305"/>
                    </a:lnTo>
                    <a:close/>
                    <a:moveTo>
                      <a:pt x="375685" y="149428"/>
                    </a:moveTo>
                    <a:cubicBezTo>
                      <a:pt x="383908" y="150838"/>
                      <a:pt x="406111" y="151543"/>
                      <a:pt x="442293" y="151543"/>
                    </a:cubicBezTo>
                    <a:cubicBezTo>
                      <a:pt x="478476" y="151543"/>
                      <a:pt x="499856" y="150838"/>
                      <a:pt x="506435" y="149428"/>
                    </a:cubicBezTo>
                    <a:cubicBezTo>
                      <a:pt x="505730" y="160706"/>
                      <a:pt x="505378" y="172923"/>
                      <a:pt x="505378" y="186081"/>
                    </a:cubicBezTo>
                    <a:lnTo>
                      <a:pt x="505378" y="286522"/>
                    </a:lnTo>
                    <a:cubicBezTo>
                      <a:pt x="505378" y="293570"/>
                      <a:pt x="504085" y="299092"/>
                      <a:pt x="501501" y="303086"/>
                    </a:cubicBezTo>
                    <a:cubicBezTo>
                      <a:pt x="498916" y="307080"/>
                      <a:pt x="493336" y="310369"/>
                      <a:pt x="484761" y="312954"/>
                    </a:cubicBezTo>
                    <a:cubicBezTo>
                      <a:pt x="476185" y="315538"/>
                      <a:pt x="462969" y="317535"/>
                      <a:pt x="445113" y="318945"/>
                    </a:cubicBezTo>
                    <a:cubicBezTo>
                      <a:pt x="445583" y="309312"/>
                      <a:pt x="442646" y="301206"/>
                      <a:pt x="436302" y="294627"/>
                    </a:cubicBezTo>
                    <a:cubicBezTo>
                      <a:pt x="452044" y="294393"/>
                      <a:pt x="463145" y="293864"/>
                      <a:pt x="469606" y="293042"/>
                    </a:cubicBezTo>
                    <a:cubicBezTo>
                      <a:pt x="476067" y="292219"/>
                      <a:pt x="480238" y="290692"/>
                      <a:pt x="482117" y="288460"/>
                    </a:cubicBezTo>
                    <a:cubicBezTo>
                      <a:pt x="483997" y="286228"/>
                      <a:pt x="484937" y="282410"/>
                      <a:pt x="484937" y="277006"/>
                    </a:cubicBezTo>
                    <a:lnTo>
                      <a:pt x="484937" y="251632"/>
                    </a:lnTo>
                    <a:lnTo>
                      <a:pt x="398240" y="251632"/>
                    </a:lnTo>
                    <a:lnTo>
                      <a:pt x="398240" y="317887"/>
                    </a:lnTo>
                    <a:lnTo>
                      <a:pt x="374628" y="317887"/>
                    </a:lnTo>
                    <a:cubicBezTo>
                      <a:pt x="376037" y="302616"/>
                      <a:pt x="376742" y="289576"/>
                      <a:pt x="376742" y="278768"/>
                    </a:cubicBezTo>
                    <a:lnTo>
                      <a:pt x="376742" y="187490"/>
                    </a:lnTo>
                    <a:cubicBezTo>
                      <a:pt x="376742" y="169869"/>
                      <a:pt x="376390" y="157182"/>
                      <a:pt x="375685" y="149428"/>
                    </a:cubicBezTo>
                    <a:close/>
                    <a:moveTo>
                      <a:pt x="1216219" y="136389"/>
                    </a:moveTo>
                    <a:cubicBezTo>
                      <a:pt x="1183796" y="167167"/>
                      <a:pt x="1155954" y="189252"/>
                      <a:pt x="1132694" y="202645"/>
                    </a:cubicBezTo>
                    <a:cubicBezTo>
                      <a:pt x="1145381" y="203584"/>
                      <a:pt x="1170991" y="204054"/>
                      <a:pt x="1209523" y="204054"/>
                    </a:cubicBezTo>
                    <a:cubicBezTo>
                      <a:pt x="1248054" y="204054"/>
                      <a:pt x="1277423" y="203584"/>
                      <a:pt x="1297629" y="202645"/>
                    </a:cubicBezTo>
                    <a:cubicBezTo>
                      <a:pt x="1272019" y="188313"/>
                      <a:pt x="1244883" y="166227"/>
                      <a:pt x="1216219" y="136389"/>
                    </a:cubicBezTo>
                    <a:close/>
                    <a:moveTo>
                      <a:pt x="1212695" y="103261"/>
                    </a:moveTo>
                    <a:cubicBezTo>
                      <a:pt x="1219508" y="108665"/>
                      <a:pt x="1227026" y="113246"/>
                      <a:pt x="1235250" y="117005"/>
                    </a:cubicBezTo>
                    <a:cubicBezTo>
                      <a:pt x="1238069" y="118180"/>
                      <a:pt x="1239479" y="119590"/>
                      <a:pt x="1239479" y="121234"/>
                    </a:cubicBezTo>
                    <a:cubicBezTo>
                      <a:pt x="1239479" y="122879"/>
                      <a:pt x="1238128" y="123701"/>
                      <a:pt x="1235426" y="123701"/>
                    </a:cubicBezTo>
                    <a:cubicBezTo>
                      <a:pt x="1232724" y="123701"/>
                      <a:pt x="1230198" y="124524"/>
                      <a:pt x="1227849" y="126168"/>
                    </a:cubicBezTo>
                    <a:cubicBezTo>
                      <a:pt x="1265441" y="168224"/>
                      <a:pt x="1313253" y="194774"/>
                      <a:pt x="1371286" y="205816"/>
                    </a:cubicBezTo>
                    <a:cubicBezTo>
                      <a:pt x="1364472" y="212160"/>
                      <a:pt x="1359773" y="219796"/>
                      <a:pt x="1357189" y="228724"/>
                    </a:cubicBezTo>
                    <a:cubicBezTo>
                      <a:pt x="1335808" y="221206"/>
                      <a:pt x="1317835" y="213570"/>
                      <a:pt x="1303268" y="205816"/>
                    </a:cubicBezTo>
                    <a:cubicBezTo>
                      <a:pt x="1302563" y="214510"/>
                      <a:pt x="1302210" y="222263"/>
                      <a:pt x="1302210" y="229076"/>
                    </a:cubicBezTo>
                    <a:lnTo>
                      <a:pt x="1302210" y="298152"/>
                    </a:lnTo>
                    <a:cubicBezTo>
                      <a:pt x="1302210" y="304730"/>
                      <a:pt x="1302798" y="312131"/>
                      <a:pt x="1303973" y="320354"/>
                    </a:cubicBezTo>
                    <a:lnTo>
                      <a:pt x="1279655" y="320354"/>
                    </a:lnTo>
                    <a:lnTo>
                      <a:pt x="1279655" y="297447"/>
                    </a:lnTo>
                    <a:lnTo>
                      <a:pt x="1149258" y="297447"/>
                    </a:lnTo>
                    <a:lnTo>
                      <a:pt x="1149258" y="323879"/>
                    </a:lnTo>
                    <a:lnTo>
                      <a:pt x="1124941" y="323879"/>
                    </a:lnTo>
                    <a:cubicBezTo>
                      <a:pt x="1126585" y="312601"/>
                      <a:pt x="1127408" y="303908"/>
                      <a:pt x="1127408" y="297799"/>
                    </a:cubicBezTo>
                    <a:lnTo>
                      <a:pt x="1127408" y="227314"/>
                    </a:lnTo>
                    <a:cubicBezTo>
                      <a:pt x="1127408" y="220266"/>
                      <a:pt x="1126938" y="213452"/>
                      <a:pt x="1125998" y="206874"/>
                    </a:cubicBezTo>
                    <a:cubicBezTo>
                      <a:pt x="1110726" y="215332"/>
                      <a:pt x="1093457" y="224025"/>
                      <a:pt x="1074191" y="232953"/>
                    </a:cubicBezTo>
                    <a:cubicBezTo>
                      <a:pt x="1071607" y="224965"/>
                      <a:pt x="1066203" y="218386"/>
                      <a:pt x="1057980" y="213217"/>
                    </a:cubicBezTo>
                    <a:cubicBezTo>
                      <a:pt x="1091813" y="203584"/>
                      <a:pt x="1119419" y="191015"/>
                      <a:pt x="1140800" y="175508"/>
                    </a:cubicBezTo>
                    <a:cubicBezTo>
                      <a:pt x="1162180" y="160001"/>
                      <a:pt x="1178568" y="147020"/>
                      <a:pt x="1189963" y="136565"/>
                    </a:cubicBezTo>
                    <a:cubicBezTo>
                      <a:pt x="1201358" y="126110"/>
                      <a:pt x="1208935" y="115008"/>
                      <a:pt x="1212695" y="103261"/>
                    </a:cubicBezTo>
                    <a:close/>
                    <a:moveTo>
                      <a:pt x="1464326" y="93040"/>
                    </a:moveTo>
                    <a:lnTo>
                      <a:pt x="1497454" y="93040"/>
                    </a:lnTo>
                    <a:lnTo>
                      <a:pt x="1497454" y="126873"/>
                    </a:lnTo>
                    <a:lnTo>
                      <a:pt x="1464326" y="126873"/>
                    </a:lnTo>
                    <a:close/>
                    <a:moveTo>
                      <a:pt x="869080" y="78238"/>
                    </a:moveTo>
                    <a:lnTo>
                      <a:pt x="869080" y="136036"/>
                    </a:lnTo>
                    <a:lnTo>
                      <a:pt x="954719" y="136036"/>
                    </a:lnTo>
                    <a:lnTo>
                      <a:pt x="954719" y="78238"/>
                    </a:lnTo>
                    <a:close/>
                    <a:moveTo>
                      <a:pt x="759123" y="78238"/>
                    </a:moveTo>
                    <a:lnTo>
                      <a:pt x="759123" y="136036"/>
                    </a:lnTo>
                    <a:lnTo>
                      <a:pt x="846877" y="136036"/>
                    </a:lnTo>
                    <a:lnTo>
                      <a:pt x="846877" y="78238"/>
                    </a:lnTo>
                    <a:close/>
                    <a:moveTo>
                      <a:pt x="1256748" y="75419"/>
                    </a:moveTo>
                    <a:cubicBezTo>
                      <a:pt x="1290580" y="93510"/>
                      <a:pt x="1319127" y="112306"/>
                      <a:pt x="1342387" y="131807"/>
                    </a:cubicBezTo>
                    <a:lnTo>
                      <a:pt x="1328290" y="148371"/>
                    </a:lnTo>
                    <a:cubicBezTo>
                      <a:pt x="1307144" y="127930"/>
                      <a:pt x="1279773" y="108782"/>
                      <a:pt x="1246175" y="90926"/>
                    </a:cubicBezTo>
                    <a:close/>
                    <a:moveTo>
                      <a:pt x="1168994" y="72247"/>
                    </a:moveTo>
                    <a:cubicBezTo>
                      <a:pt x="1174398" y="78826"/>
                      <a:pt x="1180271" y="83760"/>
                      <a:pt x="1186615" y="87049"/>
                    </a:cubicBezTo>
                    <a:cubicBezTo>
                      <a:pt x="1188965" y="88224"/>
                      <a:pt x="1190139" y="89516"/>
                      <a:pt x="1190139" y="90926"/>
                    </a:cubicBezTo>
                    <a:cubicBezTo>
                      <a:pt x="1190139" y="92336"/>
                      <a:pt x="1188847" y="93158"/>
                      <a:pt x="1186263" y="93393"/>
                    </a:cubicBezTo>
                    <a:cubicBezTo>
                      <a:pt x="1181799" y="93628"/>
                      <a:pt x="1175102" y="97504"/>
                      <a:pt x="1166174" y="105023"/>
                    </a:cubicBezTo>
                    <a:cubicBezTo>
                      <a:pt x="1142679" y="124054"/>
                      <a:pt x="1121064" y="140500"/>
                      <a:pt x="1101328" y="154362"/>
                    </a:cubicBezTo>
                    <a:cubicBezTo>
                      <a:pt x="1098509" y="146609"/>
                      <a:pt x="1093105" y="140735"/>
                      <a:pt x="1085117" y="136741"/>
                    </a:cubicBezTo>
                    <a:cubicBezTo>
                      <a:pt x="1124588" y="117005"/>
                      <a:pt x="1152547" y="95507"/>
                      <a:pt x="1168994" y="72247"/>
                    </a:cubicBezTo>
                    <a:close/>
                    <a:moveTo>
                      <a:pt x="418329" y="70133"/>
                    </a:moveTo>
                    <a:lnTo>
                      <a:pt x="418329" y="111719"/>
                    </a:lnTo>
                    <a:lnTo>
                      <a:pt x="466258" y="111719"/>
                    </a:lnTo>
                    <a:lnTo>
                      <a:pt x="466258" y="70133"/>
                    </a:lnTo>
                    <a:close/>
                    <a:moveTo>
                      <a:pt x="146256" y="67666"/>
                    </a:moveTo>
                    <a:cubicBezTo>
                      <a:pt x="163878" y="69780"/>
                      <a:pt x="194421" y="70838"/>
                      <a:pt x="237887" y="70838"/>
                    </a:cubicBezTo>
                    <a:cubicBezTo>
                      <a:pt x="281353" y="70838"/>
                      <a:pt x="308607" y="69780"/>
                      <a:pt x="319650" y="67666"/>
                    </a:cubicBezTo>
                    <a:lnTo>
                      <a:pt x="319650" y="91278"/>
                    </a:lnTo>
                    <a:cubicBezTo>
                      <a:pt x="309782" y="89869"/>
                      <a:pt x="294157" y="89164"/>
                      <a:pt x="272777" y="89164"/>
                    </a:cubicBezTo>
                    <a:lnTo>
                      <a:pt x="169869" y="89164"/>
                    </a:lnTo>
                    <a:lnTo>
                      <a:pt x="169869" y="181147"/>
                    </a:lnTo>
                    <a:cubicBezTo>
                      <a:pt x="169869" y="216859"/>
                      <a:pt x="165640" y="245053"/>
                      <a:pt x="157182" y="265729"/>
                    </a:cubicBezTo>
                    <a:cubicBezTo>
                      <a:pt x="148723" y="286404"/>
                      <a:pt x="134979" y="305670"/>
                      <a:pt x="115948" y="323526"/>
                    </a:cubicBezTo>
                    <a:cubicBezTo>
                      <a:pt x="110309" y="316008"/>
                      <a:pt x="102791" y="310369"/>
                      <a:pt x="93393" y="306610"/>
                    </a:cubicBezTo>
                    <a:cubicBezTo>
                      <a:pt x="112894" y="292983"/>
                      <a:pt x="127167" y="276713"/>
                      <a:pt x="136212" y="257799"/>
                    </a:cubicBezTo>
                    <a:cubicBezTo>
                      <a:pt x="145258" y="238886"/>
                      <a:pt x="149781" y="210750"/>
                      <a:pt x="149781" y="173393"/>
                    </a:cubicBezTo>
                    <a:cubicBezTo>
                      <a:pt x="149781" y="136036"/>
                      <a:pt x="148606" y="100794"/>
                      <a:pt x="146256" y="67666"/>
                    </a:cubicBezTo>
                    <a:close/>
                    <a:moveTo>
                      <a:pt x="59560" y="5287"/>
                    </a:moveTo>
                    <a:cubicBezTo>
                      <a:pt x="66373" y="6696"/>
                      <a:pt x="75654" y="7401"/>
                      <a:pt x="87401" y="7401"/>
                    </a:cubicBezTo>
                    <a:cubicBezTo>
                      <a:pt x="93040" y="7401"/>
                      <a:pt x="95860" y="8223"/>
                      <a:pt x="95860" y="9868"/>
                    </a:cubicBezTo>
                    <a:cubicBezTo>
                      <a:pt x="95860" y="11513"/>
                      <a:pt x="94098" y="13745"/>
                      <a:pt x="90573" y="16564"/>
                    </a:cubicBezTo>
                    <a:cubicBezTo>
                      <a:pt x="87049" y="19384"/>
                      <a:pt x="85287" y="23848"/>
                      <a:pt x="85287" y="29956"/>
                    </a:cubicBezTo>
                    <a:lnTo>
                      <a:pt x="85287" y="78943"/>
                    </a:lnTo>
                    <a:cubicBezTo>
                      <a:pt x="105493" y="78943"/>
                      <a:pt x="121704" y="78004"/>
                      <a:pt x="133922" y="76124"/>
                    </a:cubicBezTo>
                    <a:lnTo>
                      <a:pt x="133922" y="100089"/>
                    </a:lnTo>
                    <a:cubicBezTo>
                      <a:pt x="121704" y="98209"/>
                      <a:pt x="105493" y="97269"/>
                      <a:pt x="85287" y="97269"/>
                    </a:cubicBezTo>
                    <a:lnTo>
                      <a:pt x="85287" y="164583"/>
                    </a:lnTo>
                    <a:cubicBezTo>
                      <a:pt x="101029" y="157534"/>
                      <a:pt x="115360" y="150368"/>
                      <a:pt x="128283" y="143085"/>
                    </a:cubicBezTo>
                    <a:cubicBezTo>
                      <a:pt x="127343" y="150368"/>
                      <a:pt x="128870" y="157887"/>
                      <a:pt x="132864" y="165640"/>
                    </a:cubicBezTo>
                    <a:cubicBezTo>
                      <a:pt x="117592" y="171279"/>
                      <a:pt x="101733" y="177740"/>
                      <a:pt x="85287" y="185023"/>
                    </a:cubicBezTo>
                    <a:lnTo>
                      <a:pt x="85287" y="285112"/>
                    </a:lnTo>
                    <a:cubicBezTo>
                      <a:pt x="85287" y="293805"/>
                      <a:pt x="83995" y="300501"/>
                      <a:pt x="81410" y="305200"/>
                    </a:cubicBezTo>
                    <a:cubicBezTo>
                      <a:pt x="78826" y="309899"/>
                      <a:pt x="73363" y="313658"/>
                      <a:pt x="65022" y="316478"/>
                    </a:cubicBezTo>
                    <a:cubicBezTo>
                      <a:pt x="56682" y="319297"/>
                      <a:pt x="43936" y="321294"/>
                      <a:pt x="26784" y="322469"/>
                    </a:cubicBezTo>
                    <a:cubicBezTo>
                      <a:pt x="26784" y="311896"/>
                      <a:pt x="24317" y="302733"/>
                      <a:pt x="19383" y="294980"/>
                    </a:cubicBezTo>
                    <a:cubicBezTo>
                      <a:pt x="28077" y="295920"/>
                      <a:pt x="35125" y="296390"/>
                      <a:pt x="40529" y="296390"/>
                    </a:cubicBezTo>
                    <a:cubicBezTo>
                      <a:pt x="50397" y="296390"/>
                      <a:pt x="56799" y="294862"/>
                      <a:pt x="59736" y="291808"/>
                    </a:cubicBezTo>
                    <a:cubicBezTo>
                      <a:pt x="62673" y="288754"/>
                      <a:pt x="64141" y="283115"/>
                      <a:pt x="64141" y="274892"/>
                    </a:cubicBezTo>
                    <a:lnTo>
                      <a:pt x="64141" y="194186"/>
                    </a:lnTo>
                    <a:cubicBezTo>
                      <a:pt x="41351" y="204289"/>
                      <a:pt x="23847" y="212277"/>
                      <a:pt x="11630" y="218151"/>
                    </a:cubicBezTo>
                    <a:cubicBezTo>
                      <a:pt x="9985" y="208753"/>
                      <a:pt x="6109" y="200060"/>
                      <a:pt x="0" y="192072"/>
                    </a:cubicBezTo>
                    <a:cubicBezTo>
                      <a:pt x="23025" y="186903"/>
                      <a:pt x="44406" y="180559"/>
                      <a:pt x="64141" y="173041"/>
                    </a:cubicBezTo>
                    <a:lnTo>
                      <a:pt x="64141" y="96917"/>
                    </a:lnTo>
                    <a:cubicBezTo>
                      <a:pt x="42291" y="96917"/>
                      <a:pt x="23730" y="97974"/>
                      <a:pt x="8458" y="100089"/>
                    </a:cubicBezTo>
                    <a:lnTo>
                      <a:pt x="8458" y="76124"/>
                    </a:lnTo>
                    <a:cubicBezTo>
                      <a:pt x="21850" y="78004"/>
                      <a:pt x="40411" y="78943"/>
                      <a:pt x="64141" y="78943"/>
                    </a:cubicBezTo>
                    <a:cubicBezTo>
                      <a:pt x="63671" y="41821"/>
                      <a:pt x="62144" y="17269"/>
                      <a:pt x="59560" y="5287"/>
                    </a:cubicBezTo>
                    <a:close/>
                    <a:moveTo>
                      <a:pt x="214627" y="3877"/>
                    </a:moveTo>
                    <a:cubicBezTo>
                      <a:pt x="228959" y="19853"/>
                      <a:pt x="241411" y="37122"/>
                      <a:pt x="251984" y="55683"/>
                    </a:cubicBezTo>
                    <a:lnTo>
                      <a:pt x="231896" y="68018"/>
                    </a:lnTo>
                    <a:cubicBezTo>
                      <a:pt x="224377" y="50632"/>
                      <a:pt x="212042" y="33246"/>
                      <a:pt x="194891" y="15859"/>
                    </a:cubicBezTo>
                    <a:close/>
                    <a:moveTo>
                      <a:pt x="843001" y="3172"/>
                    </a:moveTo>
                    <a:cubicBezTo>
                      <a:pt x="853573" y="4582"/>
                      <a:pt x="863911" y="5287"/>
                      <a:pt x="874014" y="5287"/>
                    </a:cubicBezTo>
                    <a:cubicBezTo>
                      <a:pt x="878243" y="5287"/>
                      <a:pt x="880358" y="6285"/>
                      <a:pt x="880358" y="8282"/>
                    </a:cubicBezTo>
                    <a:cubicBezTo>
                      <a:pt x="880358" y="10279"/>
                      <a:pt x="879183" y="11748"/>
                      <a:pt x="876833" y="12687"/>
                    </a:cubicBezTo>
                    <a:cubicBezTo>
                      <a:pt x="874484" y="13627"/>
                      <a:pt x="872604" y="15389"/>
                      <a:pt x="871195" y="17974"/>
                    </a:cubicBezTo>
                    <a:cubicBezTo>
                      <a:pt x="869785" y="20558"/>
                      <a:pt x="869080" y="22908"/>
                      <a:pt x="869080" y="25022"/>
                    </a:cubicBezTo>
                    <a:lnTo>
                      <a:pt x="869080" y="60617"/>
                    </a:lnTo>
                    <a:cubicBezTo>
                      <a:pt x="919829" y="60382"/>
                      <a:pt x="956599" y="58973"/>
                      <a:pt x="979389" y="56388"/>
                    </a:cubicBezTo>
                    <a:cubicBezTo>
                      <a:pt x="977744" y="66021"/>
                      <a:pt x="976922" y="79296"/>
                      <a:pt x="976922" y="96212"/>
                    </a:cubicBezTo>
                    <a:lnTo>
                      <a:pt x="976922" y="200178"/>
                    </a:lnTo>
                    <a:cubicBezTo>
                      <a:pt x="976922" y="216859"/>
                      <a:pt x="978097" y="233658"/>
                      <a:pt x="980446" y="250574"/>
                    </a:cubicBezTo>
                    <a:lnTo>
                      <a:pt x="954719" y="250574"/>
                    </a:lnTo>
                    <a:lnTo>
                      <a:pt x="954719" y="225200"/>
                    </a:lnTo>
                    <a:lnTo>
                      <a:pt x="869080" y="225200"/>
                    </a:lnTo>
                    <a:lnTo>
                      <a:pt x="869080" y="274539"/>
                    </a:lnTo>
                    <a:cubicBezTo>
                      <a:pt x="869080" y="282293"/>
                      <a:pt x="869844" y="287931"/>
                      <a:pt x="871371" y="291456"/>
                    </a:cubicBezTo>
                    <a:cubicBezTo>
                      <a:pt x="872898" y="294980"/>
                      <a:pt x="876246" y="297506"/>
                      <a:pt x="881415" y="299033"/>
                    </a:cubicBezTo>
                    <a:cubicBezTo>
                      <a:pt x="886584" y="300560"/>
                      <a:pt x="894925" y="301324"/>
                      <a:pt x="906437" y="301324"/>
                    </a:cubicBezTo>
                    <a:lnTo>
                      <a:pt x="962120" y="300971"/>
                    </a:lnTo>
                    <a:cubicBezTo>
                      <a:pt x="976217" y="300971"/>
                      <a:pt x="985674" y="296742"/>
                      <a:pt x="990490" y="288284"/>
                    </a:cubicBezTo>
                    <a:cubicBezTo>
                      <a:pt x="995307" y="279826"/>
                      <a:pt x="998772" y="267021"/>
                      <a:pt x="1000887" y="249869"/>
                    </a:cubicBezTo>
                    <a:cubicBezTo>
                      <a:pt x="1006291" y="256213"/>
                      <a:pt x="1014279" y="261030"/>
                      <a:pt x="1024852" y="264319"/>
                    </a:cubicBezTo>
                    <a:cubicBezTo>
                      <a:pt x="1019213" y="286169"/>
                      <a:pt x="1012223" y="301206"/>
                      <a:pt x="1003883" y="309429"/>
                    </a:cubicBezTo>
                    <a:cubicBezTo>
                      <a:pt x="995542" y="317653"/>
                      <a:pt x="981739" y="321764"/>
                      <a:pt x="962473" y="321764"/>
                    </a:cubicBezTo>
                    <a:lnTo>
                      <a:pt x="906790" y="321412"/>
                    </a:lnTo>
                    <a:cubicBezTo>
                      <a:pt x="888229" y="321412"/>
                      <a:pt x="874836" y="320120"/>
                      <a:pt x="866613" y="317535"/>
                    </a:cubicBezTo>
                    <a:cubicBezTo>
                      <a:pt x="858390" y="314951"/>
                      <a:pt x="853045" y="310428"/>
                      <a:pt x="850578" y="303967"/>
                    </a:cubicBezTo>
                    <a:cubicBezTo>
                      <a:pt x="848111" y="297506"/>
                      <a:pt x="846877" y="286992"/>
                      <a:pt x="846877" y="272425"/>
                    </a:cubicBezTo>
                    <a:lnTo>
                      <a:pt x="846877" y="225200"/>
                    </a:lnTo>
                    <a:lnTo>
                      <a:pt x="759123" y="225200"/>
                    </a:lnTo>
                    <a:lnTo>
                      <a:pt x="759123" y="257623"/>
                    </a:lnTo>
                    <a:lnTo>
                      <a:pt x="734454" y="257623"/>
                    </a:lnTo>
                    <a:cubicBezTo>
                      <a:pt x="737038" y="240706"/>
                      <a:pt x="738330" y="222733"/>
                      <a:pt x="738330" y="203702"/>
                    </a:cubicBezTo>
                    <a:lnTo>
                      <a:pt x="738330" y="96212"/>
                    </a:lnTo>
                    <a:cubicBezTo>
                      <a:pt x="738330" y="80705"/>
                      <a:pt x="737508" y="67431"/>
                      <a:pt x="735863" y="56388"/>
                    </a:cubicBezTo>
                    <a:cubicBezTo>
                      <a:pt x="759828" y="58973"/>
                      <a:pt x="796833" y="60382"/>
                      <a:pt x="846877" y="60617"/>
                    </a:cubicBezTo>
                    <a:cubicBezTo>
                      <a:pt x="846877" y="34538"/>
                      <a:pt x="845585" y="15389"/>
                      <a:pt x="843001" y="3172"/>
                    </a:cubicBezTo>
                    <a:close/>
                    <a:moveTo>
                      <a:pt x="559299" y="3172"/>
                    </a:moveTo>
                    <a:cubicBezTo>
                      <a:pt x="567522" y="6696"/>
                      <a:pt x="576098" y="8811"/>
                      <a:pt x="585026" y="9516"/>
                    </a:cubicBezTo>
                    <a:cubicBezTo>
                      <a:pt x="588550" y="9751"/>
                      <a:pt x="590312" y="10749"/>
                      <a:pt x="590312" y="12511"/>
                    </a:cubicBezTo>
                    <a:cubicBezTo>
                      <a:pt x="590312" y="14273"/>
                      <a:pt x="588609" y="16388"/>
                      <a:pt x="585202" y="18855"/>
                    </a:cubicBezTo>
                    <a:cubicBezTo>
                      <a:pt x="581795" y="21322"/>
                      <a:pt x="578506" y="28370"/>
                      <a:pt x="575334" y="40000"/>
                    </a:cubicBezTo>
                    <a:cubicBezTo>
                      <a:pt x="572162" y="51630"/>
                      <a:pt x="568814" y="62497"/>
                      <a:pt x="565290" y="72600"/>
                    </a:cubicBezTo>
                    <a:lnTo>
                      <a:pt x="624145" y="72600"/>
                    </a:lnTo>
                    <a:cubicBezTo>
                      <a:pt x="649754" y="72600"/>
                      <a:pt x="665026" y="72130"/>
                      <a:pt x="669960" y="71190"/>
                    </a:cubicBezTo>
                    <a:lnTo>
                      <a:pt x="669960" y="91278"/>
                    </a:lnTo>
                    <a:cubicBezTo>
                      <a:pt x="663146" y="90338"/>
                      <a:pt x="653161" y="89869"/>
                      <a:pt x="640004" y="89869"/>
                    </a:cubicBezTo>
                    <a:cubicBezTo>
                      <a:pt x="633895" y="166462"/>
                      <a:pt x="620503" y="220501"/>
                      <a:pt x="599827" y="251984"/>
                    </a:cubicBezTo>
                    <a:cubicBezTo>
                      <a:pt x="618153" y="274539"/>
                      <a:pt x="643881" y="291573"/>
                      <a:pt x="677008" y="303086"/>
                    </a:cubicBezTo>
                    <a:cubicBezTo>
                      <a:pt x="669490" y="307550"/>
                      <a:pt x="663381" y="314598"/>
                      <a:pt x="658682" y="324231"/>
                    </a:cubicBezTo>
                    <a:cubicBezTo>
                      <a:pt x="629079" y="309899"/>
                      <a:pt x="605349" y="291573"/>
                      <a:pt x="587493" y="269253"/>
                    </a:cubicBezTo>
                    <a:cubicBezTo>
                      <a:pt x="573396" y="287579"/>
                      <a:pt x="550605" y="306140"/>
                      <a:pt x="519122" y="324936"/>
                    </a:cubicBezTo>
                    <a:cubicBezTo>
                      <a:pt x="516303" y="316948"/>
                      <a:pt x="510194" y="311426"/>
                      <a:pt x="500796" y="308372"/>
                    </a:cubicBezTo>
                    <a:cubicBezTo>
                      <a:pt x="534629" y="291926"/>
                      <a:pt x="559533" y="273130"/>
                      <a:pt x="575510" y="251984"/>
                    </a:cubicBezTo>
                    <a:cubicBezTo>
                      <a:pt x="557184" y="221910"/>
                      <a:pt x="545906" y="182086"/>
                      <a:pt x="541677" y="132512"/>
                    </a:cubicBezTo>
                    <a:lnTo>
                      <a:pt x="562118" y="128988"/>
                    </a:lnTo>
                    <a:cubicBezTo>
                      <a:pt x="563058" y="171749"/>
                      <a:pt x="571516" y="206756"/>
                      <a:pt x="587493" y="234010"/>
                    </a:cubicBezTo>
                    <a:cubicBezTo>
                      <a:pt x="605349" y="203467"/>
                      <a:pt x="616039" y="155420"/>
                      <a:pt x="619563" y="89869"/>
                    </a:cubicBezTo>
                    <a:lnTo>
                      <a:pt x="559299" y="89869"/>
                    </a:lnTo>
                    <a:cubicBezTo>
                      <a:pt x="553190" y="106785"/>
                      <a:pt x="545554" y="124054"/>
                      <a:pt x="536391" y="141675"/>
                    </a:cubicBezTo>
                    <a:cubicBezTo>
                      <a:pt x="529577" y="137211"/>
                      <a:pt x="522294" y="134861"/>
                      <a:pt x="514541" y="134627"/>
                    </a:cubicBezTo>
                    <a:cubicBezTo>
                      <a:pt x="515011" y="133687"/>
                      <a:pt x="516185" y="132042"/>
                      <a:pt x="518065" y="129693"/>
                    </a:cubicBezTo>
                    <a:cubicBezTo>
                      <a:pt x="505378" y="128048"/>
                      <a:pt x="478065" y="127226"/>
                      <a:pt x="436126" y="127226"/>
                    </a:cubicBezTo>
                    <a:cubicBezTo>
                      <a:pt x="394187" y="127226"/>
                      <a:pt x="366287" y="128283"/>
                      <a:pt x="352425" y="130397"/>
                    </a:cubicBezTo>
                    <a:lnTo>
                      <a:pt x="352425" y="108899"/>
                    </a:lnTo>
                    <a:cubicBezTo>
                      <a:pt x="367462" y="110544"/>
                      <a:pt x="382734" y="111484"/>
                      <a:pt x="398240" y="111719"/>
                    </a:cubicBezTo>
                    <a:lnTo>
                      <a:pt x="398240" y="70485"/>
                    </a:lnTo>
                    <a:cubicBezTo>
                      <a:pt x="383438" y="70955"/>
                      <a:pt x="370869" y="71895"/>
                      <a:pt x="360531" y="73305"/>
                    </a:cubicBezTo>
                    <a:lnTo>
                      <a:pt x="360531" y="51807"/>
                    </a:lnTo>
                    <a:cubicBezTo>
                      <a:pt x="370869" y="53216"/>
                      <a:pt x="383438" y="54156"/>
                      <a:pt x="398240" y="54626"/>
                    </a:cubicBezTo>
                    <a:cubicBezTo>
                      <a:pt x="398005" y="32776"/>
                      <a:pt x="396948" y="17856"/>
                      <a:pt x="395068" y="9868"/>
                    </a:cubicBezTo>
                    <a:cubicBezTo>
                      <a:pt x="401647" y="10573"/>
                      <a:pt x="411163" y="10925"/>
                      <a:pt x="423615" y="10925"/>
                    </a:cubicBezTo>
                    <a:cubicBezTo>
                      <a:pt x="425964" y="10925"/>
                      <a:pt x="427139" y="11454"/>
                      <a:pt x="427139" y="12511"/>
                    </a:cubicBezTo>
                    <a:cubicBezTo>
                      <a:pt x="427139" y="13569"/>
                      <a:pt x="426082" y="14919"/>
                      <a:pt x="423967" y="16564"/>
                    </a:cubicBezTo>
                    <a:cubicBezTo>
                      <a:pt x="420208" y="19618"/>
                      <a:pt x="418329" y="23378"/>
                      <a:pt x="418329" y="27842"/>
                    </a:cubicBezTo>
                    <a:lnTo>
                      <a:pt x="418329" y="54978"/>
                    </a:lnTo>
                    <a:lnTo>
                      <a:pt x="466258" y="54978"/>
                    </a:lnTo>
                    <a:cubicBezTo>
                      <a:pt x="466258" y="30779"/>
                      <a:pt x="465201" y="15507"/>
                      <a:pt x="463087" y="9163"/>
                    </a:cubicBezTo>
                    <a:cubicBezTo>
                      <a:pt x="469665" y="9868"/>
                      <a:pt x="479063" y="10220"/>
                      <a:pt x="491280" y="10220"/>
                    </a:cubicBezTo>
                    <a:cubicBezTo>
                      <a:pt x="493630" y="10220"/>
                      <a:pt x="494805" y="10749"/>
                      <a:pt x="494805" y="11806"/>
                    </a:cubicBezTo>
                    <a:cubicBezTo>
                      <a:pt x="494805" y="12864"/>
                      <a:pt x="493336" y="14685"/>
                      <a:pt x="490399" y="17269"/>
                    </a:cubicBezTo>
                    <a:cubicBezTo>
                      <a:pt x="487463" y="19853"/>
                      <a:pt x="485994" y="23143"/>
                      <a:pt x="485994" y="27137"/>
                    </a:cubicBezTo>
                    <a:lnTo>
                      <a:pt x="485994" y="54978"/>
                    </a:lnTo>
                    <a:cubicBezTo>
                      <a:pt x="496802" y="54743"/>
                      <a:pt x="509489" y="53686"/>
                      <a:pt x="524056" y="51807"/>
                    </a:cubicBezTo>
                    <a:lnTo>
                      <a:pt x="524056" y="73305"/>
                    </a:lnTo>
                    <a:cubicBezTo>
                      <a:pt x="513013" y="71660"/>
                      <a:pt x="500326" y="70603"/>
                      <a:pt x="485994" y="70133"/>
                    </a:cubicBezTo>
                    <a:lnTo>
                      <a:pt x="485994" y="111719"/>
                    </a:lnTo>
                    <a:cubicBezTo>
                      <a:pt x="496567" y="111484"/>
                      <a:pt x="509489" y="110544"/>
                      <a:pt x="524761" y="108899"/>
                    </a:cubicBezTo>
                    <a:lnTo>
                      <a:pt x="524761" y="119120"/>
                    </a:lnTo>
                    <a:cubicBezTo>
                      <a:pt x="543557" y="86227"/>
                      <a:pt x="555069" y="47578"/>
                      <a:pt x="559299" y="3172"/>
                    </a:cubicBezTo>
                    <a:close/>
                    <a:moveTo>
                      <a:pt x="1207408" y="0"/>
                    </a:moveTo>
                    <a:cubicBezTo>
                      <a:pt x="1217511" y="13627"/>
                      <a:pt x="1226791" y="27724"/>
                      <a:pt x="1235250" y="42291"/>
                    </a:cubicBezTo>
                    <a:cubicBezTo>
                      <a:pt x="1292812" y="42291"/>
                      <a:pt x="1332636" y="41586"/>
                      <a:pt x="1354722" y="40177"/>
                    </a:cubicBezTo>
                    <a:lnTo>
                      <a:pt x="1354722" y="106433"/>
                    </a:lnTo>
                    <a:lnTo>
                      <a:pt x="1332871" y="106433"/>
                    </a:lnTo>
                    <a:lnTo>
                      <a:pt x="1332871" y="60617"/>
                    </a:lnTo>
                    <a:lnTo>
                      <a:pt x="1100271" y="60617"/>
                    </a:lnTo>
                    <a:lnTo>
                      <a:pt x="1100271" y="108195"/>
                    </a:lnTo>
                    <a:lnTo>
                      <a:pt x="1079125" y="108195"/>
                    </a:lnTo>
                    <a:lnTo>
                      <a:pt x="1079125" y="40177"/>
                    </a:lnTo>
                    <a:cubicBezTo>
                      <a:pt x="1093927" y="41586"/>
                      <a:pt x="1137980" y="42291"/>
                      <a:pt x="1211285" y="42291"/>
                    </a:cubicBezTo>
                    <a:cubicBezTo>
                      <a:pt x="1205176" y="31953"/>
                      <a:pt x="1196953" y="21028"/>
                      <a:pt x="1186615" y="9516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8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E8939FBE-39FD-45A1-8C53-D2A314D8B0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5252" y="2779571"/>
                <a:ext cx="678423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428B819-4423-4DC5-9715-80C2DDF6C4A3}"/>
                </a:ext>
              </a:extLst>
            </p:cNvPr>
            <p:cNvSpPr/>
            <p:nvPr/>
          </p:nvSpPr>
          <p:spPr>
            <a:xfrm>
              <a:off x="1886857" y="2248792"/>
              <a:ext cx="8563429" cy="178617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BA9ACC8-9FA8-4460-9B58-42B4AF0747CC}"/>
              </a:ext>
            </a:extLst>
          </p:cNvPr>
          <p:cNvGrpSpPr/>
          <p:nvPr/>
        </p:nvGrpSpPr>
        <p:grpSpPr>
          <a:xfrm>
            <a:off x="774608" y="3878733"/>
            <a:ext cx="10642785" cy="1714793"/>
            <a:chOff x="-5300" y="3930169"/>
            <a:chExt cx="12197300" cy="196526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45FC2D5-7E28-434E-B84D-3B1B30F9C3D8}"/>
                </a:ext>
              </a:extLst>
            </p:cNvPr>
            <p:cNvGrpSpPr/>
            <p:nvPr/>
          </p:nvGrpSpPr>
          <p:grpSpPr>
            <a:xfrm>
              <a:off x="180977" y="4037104"/>
              <a:ext cx="11824746" cy="1751390"/>
              <a:chOff x="187758" y="3930169"/>
              <a:chExt cx="11824746" cy="1751390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A9FD4EC-5767-45BD-8779-D303F01D924C}"/>
                  </a:ext>
                </a:extLst>
              </p:cNvPr>
              <p:cNvSpPr txBox="1"/>
              <p:nvPr/>
            </p:nvSpPr>
            <p:spPr>
              <a:xfrm>
                <a:off x="278605" y="3930169"/>
                <a:ext cx="2991155" cy="427482"/>
              </a:xfrm>
              <a:custGeom>
                <a:avLst/>
                <a:gdLst/>
                <a:ahLst/>
                <a:cxnLst/>
                <a:rect l="l" t="t" r="r" b="b"/>
                <a:pathLst>
                  <a:path w="2991155" h="427482">
                    <a:moveTo>
                      <a:pt x="751790" y="322783"/>
                    </a:moveTo>
                    <a:cubicBezTo>
                      <a:pt x="751180" y="330708"/>
                      <a:pt x="752247" y="339547"/>
                      <a:pt x="754990" y="349301"/>
                    </a:cubicBezTo>
                    <a:cubicBezTo>
                      <a:pt x="683667" y="364236"/>
                      <a:pt x="635966" y="375971"/>
                      <a:pt x="611887" y="384505"/>
                    </a:cubicBezTo>
                    <a:cubicBezTo>
                      <a:pt x="610363" y="372313"/>
                      <a:pt x="605943" y="360578"/>
                      <a:pt x="598628" y="349301"/>
                    </a:cubicBezTo>
                    <a:cubicBezTo>
                      <a:pt x="644957" y="347167"/>
                      <a:pt x="696011" y="338328"/>
                      <a:pt x="751790" y="322783"/>
                    </a:cubicBezTo>
                    <a:close/>
                    <a:moveTo>
                      <a:pt x="2948178" y="308610"/>
                    </a:moveTo>
                    <a:lnTo>
                      <a:pt x="2991155" y="308610"/>
                    </a:lnTo>
                    <a:lnTo>
                      <a:pt x="2991155" y="352501"/>
                    </a:lnTo>
                    <a:lnTo>
                      <a:pt x="2948178" y="352501"/>
                    </a:lnTo>
                    <a:close/>
                    <a:moveTo>
                      <a:pt x="803453" y="270205"/>
                    </a:moveTo>
                    <a:lnTo>
                      <a:pt x="803453" y="360274"/>
                    </a:lnTo>
                    <a:lnTo>
                      <a:pt x="948386" y="360274"/>
                    </a:lnTo>
                    <a:lnTo>
                      <a:pt x="948386" y="270205"/>
                    </a:lnTo>
                    <a:close/>
                    <a:moveTo>
                      <a:pt x="773735" y="245059"/>
                    </a:moveTo>
                    <a:cubicBezTo>
                      <a:pt x="790499" y="247193"/>
                      <a:pt x="824789" y="248260"/>
                      <a:pt x="876605" y="248260"/>
                    </a:cubicBezTo>
                    <a:cubicBezTo>
                      <a:pt x="928421" y="248260"/>
                      <a:pt x="962254" y="247193"/>
                      <a:pt x="978104" y="245059"/>
                    </a:cubicBezTo>
                    <a:cubicBezTo>
                      <a:pt x="975970" y="258775"/>
                      <a:pt x="974903" y="275996"/>
                      <a:pt x="974903" y="296723"/>
                    </a:cubicBezTo>
                    <a:lnTo>
                      <a:pt x="974903" y="349301"/>
                    </a:lnTo>
                    <a:cubicBezTo>
                      <a:pt x="974903" y="367589"/>
                      <a:pt x="976123" y="389534"/>
                      <a:pt x="978561" y="415138"/>
                    </a:cubicBezTo>
                    <a:lnTo>
                      <a:pt x="948386" y="415138"/>
                    </a:lnTo>
                    <a:lnTo>
                      <a:pt x="948386" y="382676"/>
                    </a:lnTo>
                    <a:lnTo>
                      <a:pt x="803453" y="382676"/>
                    </a:lnTo>
                    <a:lnTo>
                      <a:pt x="803453" y="418338"/>
                    </a:lnTo>
                    <a:lnTo>
                      <a:pt x="771907" y="418338"/>
                    </a:lnTo>
                    <a:cubicBezTo>
                      <a:pt x="774955" y="396697"/>
                      <a:pt x="776479" y="372313"/>
                      <a:pt x="776479" y="345186"/>
                    </a:cubicBezTo>
                    <a:lnTo>
                      <a:pt x="776479" y="296723"/>
                    </a:lnTo>
                    <a:cubicBezTo>
                      <a:pt x="776479" y="278435"/>
                      <a:pt x="775564" y="261214"/>
                      <a:pt x="773735" y="245059"/>
                    </a:cubicBezTo>
                    <a:close/>
                    <a:moveTo>
                      <a:pt x="1595324" y="238201"/>
                    </a:moveTo>
                    <a:cubicBezTo>
                      <a:pt x="1602029" y="246431"/>
                      <a:pt x="1610411" y="252222"/>
                      <a:pt x="1620470" y="255575"/>
                    </a:cubicBezTo>
                    <a:cubicBezTo>
                      <a:pt x="1597610" y="294589"/>
                      <a:pt x="1570787" y="348234"/>
                      <a:pt x="1540003" y="416509"/>
                    </a:cubicBezTo>
                    <a:cubicBezTo>
                      <a:pt x="1529944" y="407060"/>
                      <a:pt x="1519581" y="400202"/>
                      <a:pt x="1508913" y="395935"/>
                    </a:cubicBezTo>
                    <a:cubicBezTo>
                      <a:pt x="1546098" y="345034"/>
                      <a:pt x="1574902" y="292456"/>
                      <a:pt x="1595324" y="238201"/>
                    </a:cubicBezTo>
                    <a:close/>
                    <a:moveTo>
                      <a:pt x="1671219" y="229972"/>
                    </a:moveTo>
                    <a:cubicBezTo>
                      <a:pt x="1676705" y="231191"/>
                      <a:pt x="1687069" y="231800"/>
                      <a:pt x="1702309" y="231800"/>
                    </a:cubicBezTo>
                    <a:cubicBezTo>
                      <a:pt x="1706881" y="231800"/>
                      <a:pt x="1709166" y="232943"/>
                      <a:pt x="1709166" y="235229"/>
                    </a:cubicBezTo>
                    <a:cubicBezTo>
                      <a:pt x="1709166" y="237515"/>
                      <a:pt x="1707795" y="239954"/>
                      <a:pt x="1705052" y="242545"/>
                    </a:cubicBezTo>
                    <a:cubicBezTo>
                      <a:pt x="1702309" y="245135"/>
                      <a:pt x="1700327" y="258851"/>
                      <a:pt x="1699108" y="283693"/>
                    </a:cubicBezTo>
                    <a:cubicBezTo>
                      <a:pt x="1697889" y="308534"/>
                      <a:pt x="1694993" y="328803"/>
                      <a:pt x="1690421" y="344500"/>
                    </a:cubicBezTo>
                    <a:cubicBezTo>
                      <a:pt x="1685849" y="360197"/>
                      <a:pt x="1678077" y="374218"/>
                      <a:pt x="1667104" y="386563"/>
                    </a:cubicBezTo>
                    <a:cubicBezTo>
                      <a:pt x="1656131" y="398907"/>
                      <a:pt x="1639672" y="412090"/>
                      <a:pt x="1617726" y="426110"/>
                    </a:cubicBezTo>
                    <a:cubicBezTo>
                      <a:pt x="1610716" y="416357"/>
                      <a:pt x="1600810" y="409346"/>
                      <a:pt x="1588008" y="405079"/>
                    </a:cubicBezTo>
                    <a:cubicBezTo>
                      <a:pt x="1617269" y="393497"/>
                      <a:pt x="1638758" y="378562"/>
                      <a:pt x="1652474" y="360274"/>
                    </a:cubicBezTo>
                    <a:cubicBezTo>
                      <a:pt x="1666190" y="341986"/>
                      <a:pt x="1673048" y="313182"/>
                      <a:pt x="1673048" y="273863"/>
                    </a:cubicBezTo>
                    <a:cubicBezTo>
                      <a:pt x="1673048" y="261366"/>
                      <a:pt x="1672438" y="246736"/>
                      <a:pt x="1671219" y="229972"/>
                    </a:cubicBezTo>
                    <a:close/>
                    <a:moveTo>
                      <a:pt x="1739799" y="227686"/>
                    </a:moveTo>
                    <a:cubicBezTo>
                      <a:pt x="1748333" y="229514"/>
                      <a:pt x="1755496" y="230429"/>
                      <a:pt x="1761287" y="230429"/>
                    </a:cubicBezTo>
                    <a:lnTo>
                      <a:pt x="1769517" y="229972"/>
                    </a:lnTo>
                    <a:cubicBezTo>
                      <a:pt x="1772870" y="229972"/>
                      <a:pt x="1774546" y="231496"/>
                      <a:pt x="1774546" y="234544"/>
                    </a:cubicBezTo>
                    <a:cubicBezTo>
                      <a:pt x="1774546" y="236677"/>
                      <a:pt x="1773784" y="238354"/>
                      <a:pt x="1772260" y="239573"/>
                    </a:cubicBezTo>
                    <a:cubicBezTo>
                      <a:pt x="1770736" y="240792"/>
                      <a:pt x="1769822" y="242773"/>
                      <a:pt x="1769517" y="245516"/>
                    </a:cubicBezTo>
                    <a:cubicBezTo>
                      <a:pt x="1769212" y="248260"/>
                      <a:pt x="1769060" y="253594"/>
                      <a:pt x="1769060" y="261518"/>
                    </a:cubicBezTo>
                    <a:lnTo>
                      <a:pt x="1769060" y="365303"/>
                    </a:lnTo>
                    <a:cubicBezTo>
                      <a:pt x="1769060" y="379019"/>
                      <a:pt x="1770431" y="394564"/>
                      <a:pt x="1773175" y="411937"/>
                    </a:cubicBezTo>
                    <a:lnTo>
                      <a:pt x="1740713" y="411937"/>
                    </a:lnTo>
                    <a:cubicBezTo>
                      <a:pt x="1742542" y="394868"/>
                      <a:pt x="1743457" y="379324"/>
                      <a:pt x="1743457" y="365303"/>
                    </a:cubicBezTo>
                    <a:lnTo>
                      <a:pt x="1743457" y="267462"/>
                    </a:lnTo>
                    <a:cubicBezTo>
                      <a:pt x="1743457" y="247955"/>
                      <a:pt x="1742237" y="234696"/>
                      <a:pt x="1739799" y="227686"/>
                    </a:cubicBezTo>
                    <a:close/>
                    <a:moveTo>
                      <a:pt x="1811579" y="226771"/>
                    </a:moveTo>
                    <a:cubicBezTo>
                      <a:pt x="1818590" y="228905"/>
                      <a:pt x="1825600" y="229972"/>
                      <a:pt x="1832611" y="229972"/>
                    </a:cubicBezTo>
                    <a:lnTo>
                      <a:pt x="1844041" y="229514"/>
                    </a:lnTo>
                    <a:cubicBezTo>
                      <a:pt x="1848613" y="229514"/>
                      <a:pt x="1850899" y="230657"/>
                      <a:pt x="1850899" y="232943"/>
                    </a:cubicBezTo>
                    <a:cubicBezTo>
                      <a:pt x="1850899" y="235229"/>
                      <a:pt x="1849527" y="237439"/>
                      <a:pt x="1846784" y="239573"/>
                    </a:cubicBezTo>
                    <a:cubicBezTo>
                      <a:pt x="1842517" y="243535"/>
                      <a:pt x="1840383" y="254203"/>
                      <a:pt x="1840383" y="271577"/>
                    </a:cubicBezTo>
                    <a:lnTo>
                      <a:pt x="1840383" y="371246"/>
                    </a:lnTo>
                    <a:cubicBezTo>
                      <a:pt x="1840383" y="384353"/>
                      <a:pt x="1847241" y="390906"/>
                      <a:pt x="1860957" y="390906"/>
                    </a:cubicBezTo>
                    <a:cubicBezTo>
                      <a:pt x="1874673" y="390906"/>
                      <a:pt x="1883207" y="386867"/>
                      <a:pt x="1886560" y="378790"/>
                    </a:cubicBezTo>
                    <a:cubicBezTo>
                      <a:pt x="1889913" y="370713"/>
                      <a:pt x="1891742" y="357226"/>
                      <a:pt x="1892047" y="338328"/>
                    </a:cubicBezTo>
                    <a:cubicBezTo>
                      <a:pt x="1897838" y="346253"/>
                      <a:pt x="1907744" y="350672"/>
                      <a:pt x="1921765" y="351587"/>
                    </a:cubicBezTo>
                    <a:cubicBezTo>
                      <a:pt x="1919021" y="370789"/>
                      <a:pt x="1915440" y="384810"/>
                      <a:pt x="1911020" y="393649"/>
                    </a:cubicBezTo>
                    <a:cubicBezTo>
                      <a:pt x="1906601" y="402488"/>
                      <a:pt x="1900581" y="408280"/>
                      <a:pt x="1892961" y="411023"/>
                    </a:cubicBezTo>
                    <a:cubicBezTo>
                      <a:pt x="1885341" y="413766"/>
                      <a:pt x="1873530" y="415138"/>
                      <a:pt x="1857528" y="415138"/>
                    </a:cubicBezTo>
                    <a:cubicBezTo>
                      <a:pt x="1841526" y="415138"/>
                      <a:pt x="1830553" y="412471"/>
                      <a:pt x="1824610" y="407137"/>
                    </a:cubicBezTo>
                    <a:cubicBezTo>
                      <a:pt x="1818666" y="401803"/>
                      <a:pt x="1815694" y="389077"/>
                      <a:pt x="1815694" y="368960"/>
                    </a:cubicBezTo>
                    <a:lnTo>
                      <a:pt x="1815694" y="265176"/>
                    </a:lnTo>
                    <a:cubicBezTo>
                      <a:pt x="1815694" y="248412"/>
                      <a:pt x="1814323" y="235610"/>
                      <a:pt x="1811579" y="226771"/>
                    </a:cubicBezTo>
                    <a:close/>
                    <a:moveTo>
                      <a:pt x="2591562" y="205740"/>
                    </a:moveTo>
                    <a:cubicBezTo>
                      <a:pt x="2617166" y="208178"/>
                      <a:pt x="2656180" y="209398"/>
                      <a:pt x="2708606" y="209398"/>
                    </a:cubicBezTo>
                    <a:cubicBezTo>
                      <a:pt x="2761031" y="209398"/>
                      <a:pt x="2799436" y="208178"/>
                      <a:pt x="2823820" y="205740"/>
                    </a:cubicBezTo>
                    <a:lnTo>
                      <a:pt x="2823820" y="234086"/>
                    </a:lnTo>
                    <a:cubicBezTo>
                      <a:pt x="2797607" y="231343"/>
                      <a:pt x="2762860" y="229972"/>
                      <a:pt x="2719578" y="229972"/>
                    </a:cubicBezTo>
                    <a:lnTo>
                      <a:pt x="2719578" y="290322"/>
                    </a:lnTo>
                    <a:cubicBezTo>
                      <a:pt x="2757069" y="290017"/>
                      <a:pt x="2786787" y="288646"/>
                      <a:pt x="2808733" y="286207"/>
                    </a:cubicBezTo>
                    <a:lnTo>
                      <a:pt x="2808733" y="315468"/>
                    </a:lnTo>
                    <a:cubicBezTo>
                      <a:pt x="2785873" y="312420"/>
                      <a:pt x="2756154" y="310896"/>
                      <a:pt x="2719578" y="310896"/>
                    </a:cubicBezTo>
                    <a:lnTo>
                      <a:pt x="2719578" y="376733"/>
                    </a:lnTo>
                    <a:cubicBezTo>
                      <a:pt x="2767432" y="376733"/>
                      <a:pt x="2806904" y="375514"/>
                      <a:pt x="2837993" y="373075"/>
                    </a:cubicBezTo>
                    <a:lnTo>
                      <a:pt x="2837993" y="402793"/>
                    </a:lnTo>
                    <a:cubicBezTo>
                      <a:pt x="2802941" y="399745"/>
                      <a:pt x="2758974" y="398221"/>
                      <a:pt x="2706091" y="398221"/>
                    </a:cubicBezTo>
                    <a:cubicBezTo>
                      <a:pt x="2653208" y="398221"/>
                      <a:pt x="2609393" y="399745"/>
                      <a:pt x="2574646" y="402793"/>
                    </a:cubicBezTo>
                    <a:lnTo>
                      <a:pt x="2574646" y="373075"/>
                    </a:lnTo>
                    <a:cubicBezTo>
                      <a:pt x="2607565" y="375514"/>
                      <a:pt x="2646731" y="376733"/>
                      <a:pt x="2692146" y="376733"/>
                    </a:cubicBezTo>
                    <a:lnTo>
                      <a:pt x="2692146" y="310896"/>
                    </a:lnTo>
                    <a:cubicBezTo>
                      <a:pt x="2657704" y="311201"/>
                      <a:pt x="2628138" y="312725"/>
                      <a:pt x="2603450" y="315468"/>
                    </a:cubicBezTo>
                    <a:lnTo>
                      <a:pt x="2603450" y="286207"/>
                    </a:lnTo>
                    <a:cubicBezTo>
                      <a:pt x="2627224" y="288950"/>
                      <a:pt x="2656790" y="290322"/>
                      <a:pt x="2692146" y="290322"/>
                    </a:cubicBezTo>
                    <a:lnTo>
                      <a:pt x="2692146" y="229972"/>
                    </a:lnTo>
                    <a:cubicBezTo>
                      <a:pt x="2652827" y="230276"/>
                      <a:pt x="2619299" y="231648"/>
                      <a:pt x="2591562" y="234086"/>
                    </a:cubicBezTo>
                    <a:close/>
                    <a:moveTo>
                      <a:pt x="1261568" y="200711"/>
                    </a:moveTo>
                    <a:lnTo>
                      <a:pt x="1261568" y="270662"/>
                    </a:lnTo>
                    <a:lnTo>
                      <a:pt x="1372668" y="270662"/>
                    </a:lnTo>
                    <a:lnTo>
                      <a:pt x="1372668" y="200711"/>
                    </a:lnTo>
                    <a:close/>
                    <a:moveTo>
                      <a:pt x="1118922" y="200711"/>
                    </a:moveTo>
                    <a:lnTo>
                      <a:pt x="1118922" y="270662"/>
                    </a:lnTo>
                    <a:lnTo>
                      <a:pt x="1232764" y="270662"/>
                    </a:lnTo>
                    <a:lnTo>
                      <a:pt x="1232764" y="200711"/>
                    </a:lnTo>
                    <a:close/>
                    <a:moveTo>
                      <a:pt x="1526287" y="136246"/>
                    </a:moveTo>
                    <a:cubicBezTo>
                      <a:pt x="1556157" y="151486"/>
                      <a:pt x="1584046" y="169164"/>
                      <a:pt x="1609954" y="189281"/>
                    </a:cubicBezTo>
                    <a:lnTo>
                      <a:pt x="1591209" y="212141"/>
                    </a:lnTo>
                    <a:cubicBezTo>
                      <a:pt x="1566825" y="189281"/>
                      <a:pt x="1540155" y="171755"/>
                      <a:pt x="1511199" y="159563"/>
                    </a:cubicBezTo>
                    <a:close/>
                    <a:moveTo>
                      <a:pt x="2948178" y="122530"/>
                    </a:moveTo>
                    <a:lnTo>
                      <a:pt x="2991155" y="122530"/>
                    </a:lnTo>
                    <a:lnTo>
                      <a:pt x="2991155" y="166421"/>
                    </a:lnTo>
                    <a:lnTo>
                      <a:pt x="2948178" y="166421"/>
                    </a:lnTo>
                    <a:close/>
                    <a:moveTo>
                      <a:pt x="1261568" y="103327"/>
                    </a:moveTo>
                    <a:lnTo>
                      <a:pt x="1261568" y="178308"/>
                    </a:lnTo>
                    <a:lnTo>
                      <a:pt x="1372668" y="178308"/>
                    </a:lnTo>
                    <a:lnTo>
                      <a:pt x="1372668" y="103327"/>
                    </a:lnTo>
                    <a:close/>
                    <a:moveTo>
                      <a:pt x="1118922" y="103327"/>
                    </a:moveTo>
                    <a:lnTo>
                      <a:pt x="1118922" y="178308"/>
                    </a:lnTo>
                    <a:lnTo>
                      <a:pt x="1232764" y="178308"/>
                    </a:lnTo>
                    <a:lnTo>
                      <a:pt x="1232764" y="103327"/>
                    </a:lnTo>
                    <a:close/>
                    <a:moveTo>
                      <a:pt x="2636368" y="60350"/>
                    </a:moveTo>
                    <a:lnTo>
                      <a:pt x="2636368" y="144475"/>
                    </a:lnTo>
                    <a:lnTo>
                      <a:pt x="2776271" y="144475"/>
                    </a:lnTo>
                    <a:lnTo>
                      <a:pt x="2776271" y="60350"/>
                    </a:lnTo>
                    <a:close/>
                    <a:moveTo>
                      <a:pt x="32919" y="56236"/>
                    </a:moveTo>
                    <a:lnTo>
                      <a:pt x="32919" y="168250"/>
                    </a:lnTo>
                    <a:lnTo>
                      <a:pt x="88240" y="168250"/>
                    </a:lnTo>
                    <a:cubicBezTo>
                      <a:pt x="121463" y="168859"/>
                      <a:pt x="143561" y="163449"/>
                      <a:pt x="154534" y="152019"/>
                    </a:cubicBezTo>
                    <a:cubicBezTo>
                      <a:pt x="165507" y="140589"/>
                      <a:pt x="170993" y="127102"/>
                      <a:pt x="170993" y="111557"/>
                    </a:cubicBezTo>
                    <a:cubicBezTo>
                      <a:pt x="170993" y="74676"/>
                      <a:pt x="144323" y="56236"/>
                      <a:pt x="90983" y="56236"/>
                    </a:cubicBezTo>
                    <a:close/>
                    <a:moveTo>
                      <a:pt x="2607565" y="35662"/>
                    </a:moveTo>
                    <a:cubicBezTo>
                      <a:pt x="2629510" y="38100"/>
                      <a:pt x="2661362" y="39319"/>
                      <a:pt x="2703119" y="39319"/>
                    </a:cubicBezTo>
                    <a:cubicBezTo>
                      <a:pt x="2744877" y="39319"/>
                      <a:pt x="2779167" y="38100"/>
                      <a:pt x="2805989" y="35662"/>
                    </a:cubicBezTo>
                    <a:cubicBezTo>
                      <a:pt x="2803856" y="51206"/>
                      <a:pt x="2802789" y="73533"/>
                      <a:pt x="2802789" y="102641"/>
                    </a:cubicBezTo>
                    <a:cubicBezTo>
                      <a:pt x="2802789" y="131750"/>
                      <a:pt x="2803856" y="153924"/>
                      <a:pt x="2805989" y="169164"/>
                    </a:cubicBezTo>
                    <a:cubicBezTo>
                      <a:pt x="2778557" y="166726"/>
                      <a:pt x="2745334" y="165506"/>
                      <a:pt x="2706320" y="165506"/>
                    </a:cubicBezTo>
                    <a:cubicBezTo>
                      <a:pt x="2667305" y="165506"/>
                      <a:pt x="2634387" y="166726"/>
                      <a:pt x="2607565" y="169164"/>
                    </a:cubicBezTo>
                    <a:cubicBezTo>
                      <a:pt x="2609698" y="148133"/>
                      <a:pt x="2610765" y="125578"/>
                      <a:pt x="2610765" y="101498"/>
                    </a:cubicBezTo>
                    <a:cubicBezTo>
                      <a:pt x="2610765" y="77419"/>
                      <a:pt x="2609698" y="55474"/>
                      <a:pt x="2607565" y="35662"/>
                    </a:cubicBezTo>
                    <a:close/>
                    <a:moveTo>
                      <a:pt x="2567331" y="25603"/>
                    </a:moveTo>
                    <a:cubicBezTo>
                      <a:pt x="2571903" y="35966"/>
                      <a:pt x="2576246" y="43205"/>
                      <a:pt x="2580361" y="47320"/>
                    </a:cubicBezTo>
                    <a:cubicBezTo>
                      <a:pt x="2584476" y="51435"/>
                      <a:pt x="2586533" y="54254"/>
                      <a:pt x="2586533" y="55778"/>
                    </a:cubicBezTo>
                    <a:cubicBezTo>
                      <a:pt x="2586533" y="57912"/>
                      <a:pt x="2584933" y="58598"/>
                      <a:pt x="2581733" y="57836"/>
                    </a:cubicBezTo>
                    <a:cubicBezTo>
                      <a:pt x="2578532" y="57074"/>
                      <a:pt x="2573960" y="56693"/>
                      <a:pt x="2568017" y="56693"/>
                    </a:cubicBezTo>
                    <a:cubicBezTo>
                      <a:pt x="2562073" y="56693"/>
                      <a:pt x="2555215" y="57760"/>
                      <a:pt x="2547443" y="59893"/>
                    </a:cubicBezTo>
                    <a:cubicBezTo>
                      <a:pt x="2539670" y="62027"/>
                      <a:pt x="2531060" y="64160"/>
                      <a:pt x="2521611" y="66294"/>
                    </a:cubicBezTo>
                    <a:lnTo>
                      <a:pt x="2521611" y="138989"/>
                    </a:lnTo>
                    <a:cubicBezTo>
                      <a:pt x="2549957" y="138379"/>
                      <a:pt x="2572055" y="137160"/>
                      <a:pt x="2587905" y="135331"/>
                    </a:cubicBezTo>
                    <a:lnTo>
                      <a:pt x="2587905" y="164135"/>
                    </a:lnTo>
                    <a:cubicBezTo>
                      <a:pt x="2571446" y="162306"/>
                      <a:pt x="2549348" y="161087"/>
                      <a:pt x="2521611" y="160477"/>
                    </a:cubicBezTo>
                    <a:lnTo>
                      <a:pt x="2521611" y="192024"/>
                    </a:lnTo>
                    <a:cubicBezTo>
                      <a:pt x="2549348" y="215494"/>
                      <a:pt x="2570379" y="235610"/>
                      <a:pt x="2584704" y="252374"/>
                    </a:cubicBezTo>
                    <a:lnTo>
                      <a:pt x="2563216" y="273406"/>
                    </a:lnTo>
                    <a:cubicBezTo>
                      <a:pt x="2548586" y="250241"/>
                      <a:pt x="2534717" y="231496"/>
                      <a:pt x="2521611" y="217170"/>
                    </a:cubicBezTo>
                    <a:lnTo>
                      <a:pt x="2521611" y="348844"/>
                    </a:lnTo>
                    <a:cubicBezTo>
                      <a:pt x="2521611" y="369265"/>
                      <a:pt x="2522678" y="395478"/>
                      <a:pt x="2524811" y="427482"/>
                    </a:cubicBezTo>
                    <a:lnTo>
                      <a:pt x="2491893" y="427482"/>
                    </a:lnTo>
                    <a:cubicBezTo>
                      <a:pt x="2494331" y="398221"/>
                      <a:pt x="2495551" y="372008"/>
                      <a:pt x="2495551" y="348844"/>
                    </a:cubicBezTo>
                    <a:lnTo>
                      <a:pt x="2495551" y="213970"/>
                    </a:lnTo>
                    <a:cubicBezTo>
                      <a:pt x="2481835" y="254508"/>
                      <a:pt x="2462022" y="294132"/>
                      <a:pt x="2436115" y="332842"/>
                    </a:cubicBezTo>
                    <a:cubicBezTo>
                      <a:pt x="2428799" y="324307"/>
                      <a:pt x="2419198" y="318821"/>
                      <a:pt x="2407311" y="316382"/>
                    </a:cubicBezTo>
                    <a:cubicBezTo>
                      <a:pt x="2424989" y="298399"/>
                      <a:pt x="2442134" y="274853"/>
                      <a:pt x="2458746" y="245745"/>
                    </a:cubicBezTo>
                    <a:cubicBezTo>
                      <a:pt x="2475358" y="216637"/>
                      <a:pt x="2487626" y="188214"/>
                      <a:pt x="2495551" y="160477"/>
                    </a:cubicBezTo>
                    <a:cubicBezTo>
                      <a:pt x="2469338" y="160477"/>
                      <a:pt x="2445259" y="161696"/>
                      <a:pt x="2423313" y="164135"/>
                    </a:cubicBezTo>
                    <a:lnTo>
                      <a:pt x="2423313" y="135331"/>
                    </a:lnTo>
                    <a:cubicBezTo>
                      <a:pt x="2441906" y="137160"/>
                      <a:pt x="2465985" y="138379"/>
                      <a:pt x="2495551" y="138989"/>
                    </a:cubicBezTo>
                    <a:lnTo>
                      <a:pt x="2495551" y="71323"/>
                    </a:lnTo>
                    <a:cubicBezTo>
                      <a:pt x="2468728" y="75590"/>
                      <a:pt x="2450745" y="78181"/>
                      <a:pt x="2441601" y="79096"/>
                    </a:cubicBezTo>
                    <a:cubicBezTo>
                      <a:pt x="2440991" y="69342"/>
                      <a:pt x="2435962" y="59893"/>
                      <a:pt x="2426513" y="50749"/>
                    </a:cubicBezTo>
                    <a:cubicBezTo>
                      <a:pt x="2486559" y="50444"/>
                      <a:pt x="2533498" y="42062"/>
                      <a:pt x="2567331" y="25603"/>
                    </a:cubicBezTo>
                    <a:close/>
                    <a:moveTo>
                      <a:pt x="1543203" y="24232"/>
                    </a:moveTo>
                    <a:cubicBezTo>
                      <a:pt x="1581608" y="45872"/>
                      <a:pt x="1609497" y="63246"/>
                      <a:pt x="1626871" y="76352"/>
                    </a:cubicBezTo>
                    <a:lnTo>
                      <a:pt x="1609040" y="99212"/>
                    </a:lnTo>
                    <a:cubicBezTo>
                      <a:pt x="1593495" y="84887"/>
                      <a:pt x="1566520" y="67361"/>
                      <a:pt x="1528115" y="46634"/>
                    </a:cubicBezTo>
                    <a:close/>
                    <a:moveTo>
                      <a:pt x="267158" y="24232"/>
                    </a:moveTo>
                    <a:lnTo>
                      <a:pt x="274473" y="24232"/>
                    </a:lnTo>
                    <a:lnTo>
                      <a:pt x="492557" y="275692"/>
                    </a:lnTo>
                    <a:lnTo>
                      <a:pt x="492557" y="24232"/>
                    </a:lnTo>
                    <a:lnTo>
                      <a:pt x="525019" y="24232"/>
                    </a:lnTo>
                    <a:lnTo>
                      <a:pt x="525019" y="352501"/>
                    </a:lnTo>
                    <a:lnTo>
                      <a:pt x="517703" y="352501"/>
                    </a:lnTo>
                    <a:lnTo>
                      <a:pt x="300991" y="104242"/>
                    </a:lnTo>
                    <a:lnTo>
                      <a:pt x="300991" y="352501"/>
                    </a:lnTo>
                    <a:lnTo>
                      <a:pt x="267158" y="352501"/>
                    </a:lnTo>
                    <a:close/>
                    <a:moveTo>
                      <a:pt x="0" y="24232"/>
                    </a:moveTo>
                    <a:lnTo>
                      <a:pt x="65380" y="24232"/>
                    </a:lnTo>
                    <a:cubicBezTo>
                      <a:pt x="104090" y="24232"/>
                      <a:pt x="129388" y="25756"/>
                      <a:pt x="141275" y="28804"/>
                    </a:cubicBezTo>
                    <a:cubicBezTo>
                      <a:pt x="153163" y="31852"/>
                      <a:pt x="164059" y="37186"/>
                      <a:pt x="173965" y="44806"/>
                    </a:cubicBezTo>
                    <a:cubicBezTo>
                      <a:pt x="183871" y="52426"/>
                      <a:pt x="191567" y="61951"/>
                      <a:pt x="197054" y="73381"/>
                    </a:cubicBezTo>
                    <a:cubicBezTo>
                      <a:pt x="202540" y="84811"/>
                      <a:pt x="205283" y="97536"/>
                      <a:pt x="205283" y="111557"/>
                    </a:cubicBezTo>
                    <a:cubicBezTo>
                      <a:pt x="205283" y="134112"/>
                      <a:pt x="199187" y="152552"/>
                      <a:pt x="186995" y="166878"/>
                    </a:cubicBezTo>
                    <a:cubicBezTo>
                      <a:pt x="174803" y="181204"/>
                      <a:pt x="159487" y="190271"/>
                      <a:pt x="141047" y="194081"/>
                    </a:cubicBezTo>
                    <a:cubicBezTo>
                      <a:pt x="122606" y="197891"/>
                      <a:pt x="94336" y="199796"/>
                      <a:pt x="56236" y="199796"/>
                    </a:cubicBezTo>
                    <a:lnTo>
                      <a:pt x="32919" y="199796"/>
                    </a:lnTo>
                    <a:lnTo>
                      <a:pt x="32919" y="352501"/>
                    </a:lnTo>
                    <a:lnTo>
                      <a:pt x="0" y="352501"/>
                    </a:lnTo>
                    <a:close/>
                    <a:moveTo>
                      <a:pt x="2157223" y="14173"/>
                    </a:moveTo>
                    <a:cubicBezTo>
                      <a:pt x="2170329" y="37033"/>
                      <a:pt x="2181607" y="61112"/>
                      <a:pt x="2191055" y="86411"/>
                    </a:cubicBezTo>
                    <a:cubicBezTo>
                      <a:pt x="2268475" y="86411"/>
                      <a:pt x="2327301" y="85344"/>
                      <a:pt x="2367535" y="83210"/>
                    </a:cubicBezTo>
                    <a:lnTo>
                      <a:pt x="2367535" y="113843"/>
                    </a:lnTo>
                    <a:cubicBezTo>
                      <a:pt x="2325167" y="111709"/>
                      <a:pt x="2244700" y="110642"/>
                      <a:pt x="2126133" y="110642"/>
                    </a:cubicBezTo>
                    <a:lnTo>
                      <a:pt x="2126133" y="193396"/>
                    </a:lnTo>
                    <a:lnTo>
                      <a:pt x="2260093" y="193396"/>
                    </a:lnTo>
                    <a:cubicBezTo>
                      <a:pt x="2280514" y="193396"/>
                      <a:pt x="2298802" y="192634"/>
                      <a:pt x="2314957" y="191110"/>
                    </a:cubicBezTo>
                    <a:lnTo>
                      <a:pt x="2298497" y="362560"/>
                    </a:lnTo>
                    <a:cubicBezTo>
                      <a:pt x="2297583" y="373228"/>
                      <a:pt x="2294383" y="381686"/>
                      <a:pt x="2288896" y="387934"/>
                    </a:cubicBezTo>
                    <a:cubicBezTo>
                      <a:pt x="2283410" y="394183"/>
                      <a:pt x="2273047" y="399288"/>
                      <a:pt x="2257807" y="403250"/>
                    </a:cubicBezTo>
                    <a:cubicBezTo>
                      <a:pt x="2242567" y="407213"/>
                      <a:pt x="2219859" y="410108"/>
                      <a:pt x="2189684" y="411937"/>
                    </a:cubicBezTo>
                    <a:cubicBezTo>
                      <a:pt x="2189684" y="398526"/>
                      <a:pt x="2184807" y="385267"/>
                      <a:pt x="2175053" y="372161"/>
                    </a:cubicBezTo>
                    <a:cubicBezTo>
                      <a:pt x="2196389" y="375818"/>
                      <a:pt x="2213839" y="377647"/>
                      <a:pt x="2227403" y="377647"/>
                    </a:cubicBezTo>
                    <a:cubicBezTo>
                      <a:pt x="2240966" y="377647"/>
                      <a:pt x="2251253" y="375666"/>
                      <a:pt x="2258264" y="371704"/>
                    </a:cubicBezTo>
                    <a:cubicBezTo>
                      <a:pt x="2265274" y="367741"/>
                      <a:pt x="2269237" y="360883"/>
                      <a:pt x="2270151" y="351130"/>
                    </a:cubicBezTo>
                    <a:lnTo>
                      <a:pt x="2283410" y="216256"/>
                    </a:lnTo>
                    <a:lnTo>
                      <a:pt x="2126133" y="216256"/>
                    </a:lnTo>
                    <a:cubicBezTo>
                      <a:pt x="2125523" y="263500"/>
                      <a:pt x="2116456" y="303352"/>
                      <a:pt x="2098930" y="335813"/>
                    </a:cubicBezTo>
                    <a:cubicBezTo>
                      <a:pt x="2081404" y="368275"/>
                      <a:pt x="2054200" y="396697"/>
                      <a:pt x="2017319" y="421081"/>
                    </a:cubicBezTo>
                    <a:cubicBezTo>
                      <a:pt x="2009699" y="410413"/>
                      <a:pt x="1999946" y="402488"/>
                      <a:pt x="1988059" y="397307"/>
                    </a:cubicBezTo>
                    <a:cubicBezTo>
                      <a:pt x="2017929" y="381457"/>
                      <a:pt x="2040789" y="363931"/>
                      <a:pt x="2056639" y="344729"/>
                    </a:cubicBezTo>
                    <a:cubicBezTo>
                      <a:pt x="2072488" y="325526"/>
                      <a:pt x="2083156" y="304876"/>
                      <a:pt x="2088643" y="282778"/>
                    </a:cubicBezTo>
                    <a:cubicBezTo>
                      <a:pt x="2094129" y="260680"/>
                      <a:pt x="2096872" y="234544"/>
                      <a:pt x="2096872" y="204368"/>
                    </a:cubicBezTo>
                    <a:lnTo>
                      <a:pt x="2096872" y="110642"/>
                    </a:lnTo>
                    <a:cubicBezTo>
                      <a:pt x="2056639" y="110947"/>
                      <a:pt x="2017319" y="112014"/>
                      <a:pt x="1978915" y="113843"/>
                    </a:cubicBezTo>
                    <a:lnTo>
                      <a:pt x="1978915" y="83210"/>
                    </a:lnTo>
                    <a:cubicBezTo>
                      <a:pt x="2020063" y="85344"/>
                      <a:pt x="2080565" y="86411"/>
                      <a:pt x="2160423" y="86411"/>
                    </a:cubicBezTo>
                    <a:cubicBezTo>
                      <a:pt x="2150669" y="63246"/>
                      <a:pt x="2139087" y="43891"/>
                      <a:pt x="2125676" y="28346"/>
                    </a:cubicBezTo>
                    <a:close/>
                    <a:moveTo>
                      <a:pt x="674066" y="14173"/>
                    </a:moveTo>
                    <a:cubicBezTo>
                      <a:pt x="683210" y="21184"/>
                      <a:pt x="691973" y="25603"/>
                      <a:pt x="700355" y="27432"/>
                    </a:cubicBezTo>
                    <a:cubicBezTo>
                      <a:pt x="708737" y="29261"/>
                      <a:pt x="712928" y="31394"/>
                      <a:pt x="712928" y="33833"/>
                    </a:cubicBezTo>
                    <a:cubicBezTo>
                      <a:pt x="712928" y="36271"/>
                      <a:pt x="710947" y="38100"/>
                      <a:pt x="706984" y="39319"/>
                    </a:cubicBezTo>
                    <a:cubicBezTo>
                      <a:pt x="703022" y="40538"/>
                      <a:pt x="698983" y="43510"/>
                      <a:pt x="694868" y="48235"/>
                    </a:cubicBezTo>
                    <a:cubicBezTo>
                      <a:pt x="690754" y="52959"/>
                      <a:pt x="684277" y="63094"/>
                      <a:pt x="675437" y="78638"/>
                    </a:cubicBezTo>
                    <a:cubicBezTo>
                      <a:pt x="666598" y="94183"/>
                      <a:pt x="653187" y="118720"/>
                      <a:pt x="635204" y="152248"/>
                    </a:cubicBezTo>
                    <a:lnTo>
                      <a:pt x="702412" y="149047"/>
                    </a:lnTo>
                    <a:cubicBezTo>
                      <a:pt x="716128" y="126797"/>
                      <a:pt x="724510" y="109880"/>
                      <a:pt x="727558" y="98298"/>
                    </a:cubicBezTo>
                    <a:cubicBezTo>
                      <a:pt x="738531" y="107442"/>
                      <a:pt x="748437" y="114300"/>
                      <a:pt x="757276" y="118872"/>
                    </a:cubicBezTo>
                    <a:cubicBezTo>
                      <a:pt x="760629" y="120701"/>
                      <a:pt x="762305" y="122453"/>
                      <a:pt x="762305" y="124130"/>
                    </a:cubicBezTo>
                    <a:cubicBezTo>
                      <a:pt x="762305" y="125806"/>
                      <a:pt x="760400" y="127178"/>
                      <a:pt x="756590" y="128245"/>
                    </a:cubicBezTo>
                    <a:cubicBezTo>
                      <a:pt x="752780" y="129311"/>
                      <a:pt x="749351" y="131140"/>
                      <a:pt x="746303" y="133731"/>
                    </a:cubicBezTo>
                    <a:cubicBezTo>
                      <a:pt x="743255" y="136322"/>
                      <a:pt x="738531" y="141961"/>
                      <a:pt x="732130" y="150647"/>
                    </a:cubicBezTo>
                    <a:cubicBezTo>
                      <a:pt x="725729" y="159334"/>
                      <a:pt x="714909" y="174498"/>
                      <a:pt x="699669" y="196139"/>
                    </a:cubicBezTo>
                    <a:lnTo>
                      <a:pt x="651206" y="267005"/>
                    </a:lnTo>
                    <a:lnTo>
                      <a:pt x="742189" y="255118"/>
                    </a:lnTo>
                    <a:cubicBezTo>
                      <a:pt x="740665" y="260909"/>
                      <a:pt x="739903" y="265709"/>
                      <a:pt x="739903" y="269519"/>
                    </a:cubicBezTo>
                    <a:cubicBezTo>
                      <a:pt x="739903" y="273329"/>
                      <a:pt x="740207" y="276911"/>
                      <a:pt x="740817" y="280264"/>
                    </a:cubicBezTo>
                    <a:lnTo>
                      <a:pt x="656235" y="289865"/>
                    </a:lnTo>
                    <a:cubicBezTo>
                      <a:pt x="636423" y="292608"/>
                      <a:pt x="622250" y="296113"/>
                      <a:pt x="613715" y="300380"/>
                    </a:cubicBezTo>
                    <a:cubicBezTo>
                      <a:pt x="612496" y="289408"/>
                      <a:pt x="609296" y="279502"/>
                      <a:pt x="604114" y="270662"/>
                    </a:cubicBezTo>
                    <a:cubicBezTo>
                      <a:pt x="608991" y="269748"/>
                      <a:pt x="615087" y="266929"/>
                      <a:pt x="622402" y="262204"/>
                    </a:cubicBezTo>
                    <a:cubicBezTo>
                      <a:pt x="629717" y="257480"/>
                      <a:pt x="637337" y="249326"/>
                      <a:pt x="645262" y="237744"/>
                    </a:cubicBezTo>
                    <a:lnTo>
                      <a:pt x="688239" y="171907"/>
                    </a:lnTo>
                    <a:lnTo>
                      <a:pt x="640233" y="175108"/>
                    </a:lnTo>
                    <a:cubicBezTo>
                      <a:pt x="627127" y="176022"/>
                      <a:pt x="616154" y="178460"/>
                      <a:pt x="607315" y="182423"/>
                    </a:cubicBezTo>
                    <a:cubicBezTo>
                      <a:pt x="606400" y="170231"/>
                      <a:pt x="602743" y="159258"/>
                      <a:pt x="596342" y="149504"/>
                    </a:cubicBezTo>
                    <a:cubicBezTo>
                      <a:pt x="614935" y="145847"/>
                      <a:pt x="640843" y="100736"/>
                      <a:pt x="674066" y="14173"/>
                    </a:cubicBezTo>
                    <a:close/>
                    <a:moveTo>
                      <a:pt x="857860" y="7772"/>
                    </a:moveTo>
                    <a:cubicBezTo>
                      <a:pt x="869747" y="9906"/>
                      <a:pt x="881635" y="10973"/>
                      <a:pt x="893522" y="10973"/>
                    </a:cubicBezTo>
                    <a:cubicBezTo>
                      <a:pt x="897789" y="10973"/>
                      <a:pt x="899923" y="11811"/>
                      <a:pt x="899923" y="13487"/>
                    </a:cubicBezTo>
                    <a:cubicBezTo>
                      <a:pt x="899923" y="15164"/>
                      <a:pt x="898856" y="16383"/>
                      <a:pt x="896722" y="17145"/>
                    </a:cubicBezTo>
                    <a:cubicBezTo>
                      <a:pt x="894589" y="17907"/>
                      <a:pt x="892836" y="19736"/>
                      <a:pt x="891464" y="22631"/>
                    </a:cubicBezTo>
                    <a:cubicBezTo>
                      <a:pt x="890093" y="25527"/>
                      <a:pt x="889407" y="28499"/>
                      <a:pt x="889407" y="31547"/>
                    </a:cubicBezTo>
                    <a:lnTo>
                      <a:pt x="889407" y="82753"/>
                    </a:lnTo>
                    <a:cubicBezTo>
                      <a:pt x="938785" y="82753"/>
                      <a:pt x="977951" y="81229"/>
                      <a:pt x="1006907" y="78181"/>
                    </a:cubicBezTo>
                    <a:lnTo>
                      <a:pt x="1006907" y="109728"/>
                    </a:lnTo>
                    <a:cubicBezTo>
                      <a:pt x="977951" y="106680"/>
                      <a:pt x="938785" y="105156"/>
                      <a:pt x="889407" y="105156"/>
                    </a:cubicBezTo>
                    <a:lnTo>
                      <a:pt x="889407" y="176936"/>
                    </a:lnTo>
                    <a:cubicBezTo>
                      <a:pt x="934822" y="176632"/>
                      <a:pt x="969722" y="175108"/>
                      <a:pt x="994106" y="172364"/>
                    </a:cubicBezTo>
                    <a:lnTo>
                      <a:pt x="994106" y="203454"/>
                    </a:lnTo>
                    <a:cubicBezTo>
                      <a:pt x="967283" y="200406"/>
                      <a:pt x="927735" y="198882"/>
                      <a:pt x="875462" y="198882"/>
                    </a:cubicBezTo>
                    <a:cubicBezTo>
                      <a:pt x="823189" y="198882"/>
                      <a:pt x="783794" y="200406"/>
                      <a:pt x="757276" y="203454"/>
                    </a:cubicBezTo>
                    <a:lnTo>
                      <a:pt x="757276" y="172364"/>
                    </a:lnTo>
                    <a:cubicBezTo>
                      <a:pt x="781660" y="175108"/>
                      <a:pt x="816255" y="176632"/>
                      <a:pt x="861061" y="176936"/>
                    </a:cubicBezTo>
                    <a:lnTo>
                      <a:pt x="861061" y="105156"/>
                    </a:lnTo>
                    <a:cubicBezTo>
                      <a:pt x="815645" y="105461"/>
                      <a:pt x="778003" y="106985"/>
                      <a:pt x="748132" y="109728"/>
                    </a:cubicBezTo>
                    <a:lnTo>
                      <a:pt x="748132" y="78181"/>
                    </a:lnTo>
                    <a:cubicBezTo>
                      <a:pt x="778003" y="80924"/>
                      <a:pt x="815645" y="82448"/>
                      <a:pt x="861061" y="82753"/>
                    </a:cubicBezTo>
                    <a:lnTo>
                      <a:pt x="861061" y="69037"/>
                    </a:lnTo>
                    <a:cubicBezTo>
                      <a:pt x="861061" y="41910"/>
                      <a:pt x="859994" y="21488"/>
                      <a:pt x="857860" y="7772"/>
                    </a:cubicBezTo>
                    <a:close/>
                    <a:moveTo>
                      <a:pt x="1227735" y="5944"/>
                    </a:moveTo>
                    <a:cubicBezTo>
                      <a:pt x="1241451" y="7772"/>
                      <a:pt x="1254862" y="8687"/>
                      <a:pt x="1267969" y="8687"/>
                    </a:cubicBezTo>
                    <a:cubicBezTo>
                      <a:pt x="1273455" y="8687"/>
                      <a:pt x="1276198" y="9982"/>
                      <a:pt x="1276198" y="12573"/>
                    </a:cubicBezTo>
                    <a:cubicBezTo>
                      <a:pt x="1276198" y="15164"/>
                      <a:pt x="1274674" y="17069"/>
                      <a:pt x="1271626" y="18288"/>
                    </a:cubicBezTo>
                    <a:cubicBezTo>
                      <a:pt x="1268578" y="19507"/>
                      <a:pt x="1266140" y="21793"/>
                      <a:pt x="1264311" y="25146"/>
                    </a:cubicBezTo>
                    <a:cubicBezTo>
                      <a:pt x="1262482" y="28499"/>
                      <a:pt x="1261568" y="31547"/>
                      <a:pt x="1261568" y="34290"/>
                    </a:cubicBezTo>
                    <a:lnTo>
                      <a:pt x="1261568" y="80467"/>
                    </a:lnTo>
                    <a:cubicBezTo>
                      <a:pt x="1327405" y="80162"/>
                      <a:pt x="1375106" y="78334"/>
                      <a:pt x="1404672" y="74981"/>
                    </a:cubicBezTo>
                    <a:cubicBezTo>
                      <a:pt x="1402538" y="87478"/>
                      <a:pt x="1401471" y="104699"/>
                      <a:pt x="1401471" y="126644"/>
                    </a:cubicBezTo>
                    <a:lnTo>
                      <a:pt x="1401471" y="261518"/>
                    </a:lnTo>
                    <a:cubicBezTo>
                      <a:pt x="1401471" y="283159"/>
                      <a:pt x="1402995" y="304952"/>
                      <a:pt x="1406043" y="326898"/>
                    </a:cubicBezTo>
                    <a:lnTo>
                      <a:pt x="1372668" y="326898"/>
                    </a:lnTo>
                    <a:lnTo>
                      <a:pt x="1372668" y="293980"/>
                    </a:lnTo>
                    <a:lnTo>
                      <a:pt x="1261568" y="293980"/>
                    </a:lnTo>
                    <a:lnTo>
                      <a:pt x="1261568" y="357988"/>
                    </a:lnTo>
                    <a:cubicBezTo>
                      <a:pt x="1261568" y="368046"/>
                      <a:pt x="1262558" y="375361"/>
                      <a:pt x="1264539" y="379933"/>
                    </a:cubicBezTo>
                    <a:cubicBezTo>
                      <a:pt x="1266521" y="384505"/>
                      <a:pt x="1270864" y="387782"/>
                      <a:pt x="1277570" y="389763"/>
                    </a:cubicBezTo>
                    <a:cubicBezTo>
                      <a:pt x="1284276" y="391744"/>
                      <a:pt x="1295096" y="392735"/>
                      <a:pt x="1310031" y="392735"/>
                    </a:cubicBezTo>
                    <a:lnTo>
                      <a:pt x="1382269" y="392278"/>
                    </a:lnTo>
                    <a:cubicBezTo>
                      <a:pt x="1400557" y="392278"/>
                      <a:pt x="1412825" y="386791"/>
                      <a:pt x="1419073" y="375818"/>
                    </a:cubicBezTo>
                    <a:cubicBezTo>
                      <a:pt x="1425322" y="364846"/>
                      <a:pt x="1429817" y="348234"/>
                      <a:pt x="1432561" y="325984"/>
                    </a:cubicBezTo>
                    <a:cubicBezTo>
                      <a:pt x="1439571" y="334213"/>
                      <a:pt x="1449934" y="340462"/>
                      <a:pt x="1463650" y="344729"/>
                    </a:cubicBezTo>
                    <a:cubicBezTo>
                      <a:pt x="1456335" y="373075"/>
                      <a:pt x="1447267" y="392582"/>
                      <a:pt x="1436447" y="403250"/>
                    </a:cubicBezTo>
                    <a:cubicBezTo>
                      <a:pt x="1425626" y="413918"/>
                      <a:pt x="1407719" y="419252"/>
                      <a:pt x="1382726" y="419252"/>
                    </a:cubicBezTo>
                    <a:lnTo>
                      <a:pt x="1310488" y="418795"/>
                    </a:lnTo>
                    <a:cubicBezTo>
                      <a:pt x="1286409" y="418795"/>
                      <a:pt x="1269035" y="417119"/>
                      <a:pt x="1258367" y="413766"/>
                    </a:cubicBezTo>
                    <a:cubicBezTo>
                      <a:pt x="1247699" y="410413"/>
                      <a:pt x="1240765" y="404546"/>
                      <a:pt x="1237565" y="396164"/>
                    </a:cubicBezTo>
                    <a:cubicBezTo>
                      <a:pt x="1234364" y="387782"/>
                      <a:pt x="1232764" y="374142"/>
                      <a:pt x="1232764" y="355244"/>
                    </a:cubicBezTo>
                    <a:lnTo>
                      <a:pt x="1232764" y="293980"/>
                    </a:lnTo>
                    <a:lnTo>
                      <a:pt x="1118922" y="293980"/>
                    </a:lnTo>
                    <a:lnTo>
                      <a:pt x="1118922" y="336042"/>
                    </a:lnTo>
                    <a:lnTo>
                      <a:pt x="1086917" y="336042"/>
                    </a:lnTo>
                    <a:cubicBezTo>
                      <a:pt x="1090270" y="314096"/>
                      <a:pt x="1091946" y="290779"/>
                      <a:pt x="1091946" y="266090"/>
                    </a:cubicBezTo>
                    <a:lnTo>
                      <a:pt x="1091946" y="126644"/>
                    </a:lnTo>
                    <a:cubicBezTo>
                      <a:pt x="1091946" y="106528"/>
                      <a:pt x="1090880" y="89306"/>
                      <a:pt x="1088746" y="74981"/>
                    </a:cubicBezTo>
                    <a:cubicBezTo>
                      <a:pt x="1119836" y="78334"/>
                      <a:pt x="1167842" y="80162"/>
                      <a:pt x="1232764" y="80467"/>
                    </a:cubicBezTo>
                    <a:cubicBezTo>
                      <a:pt x="1232764" y="46634"/>
                      <a:pt x="1231088" y="21793"/>
                      <a:pt x="1227735" y="5944"/>
                    </a:cubicBezTo>
                    <a:close/>
                    <a:moveTo>
                      <a:pt x="1738885" y="0"/>
                    </a:moveTo>
                    <a:cubicBezTo>
                      <a:pt x="1755649" y="23165"/>
                      <a:pt x="1769365" y="44348"/>
                      <a:pt x="1780033" y="63551"/>
                    </a:cubicBezTo>
                    <a:cubicBezTo>
                      <a:pt x="1836116" y="63551"/>
                      <a:pt x="1879093" y="62332"/>
                      <a:pt x="1908963" y="59893"/>
                    </a:cubicBezTo>
                    <a:lnTo>
                      <a:pt x="1908963" y="88240"/>
                    </a:lnTo>
                    <a:cubicBezTo>
                      <a:pt x="1883969" y="85801"/>
                      <a:pt x="1829867" y="84582"/>
                      <a:pt x="1746657" y="84582"/>
                    </a:cubicBezTo>
                    <a:cubicBezTo>
                      <a:pt x="1739037" y="93116"/>
                      <a:pt x="1717091" y="124968"/>
                      <a:pt x="1680820" y="180137"/>
                    </a:cubicBezTo>
                    <a:lnTo>
                      <a:pt x="1833982" y="174193"/>
                    </a:lnTo>
                    <a:cubicBezTo>
                      <a:pt x="1821181" y="158648"/>
                      <a:pt x="1807617" y="144628"/>
                      <a:pt x="1793291" y="132131"/>
                    </a:cubicBezTo>
                    <a:lnTo>
                      <a:pt x="1813408" y="116129"/>
                    </a:lnTo>
                    <a:cubicBezTo>
                      <a:pt x="1840535" y="140818"/>
                      <a:pt x="1868272" y="172669"/>
                      <a:pt x="1896619" y="211684"/>
                    </a:cubicBezTo>
                    <a:lnTo>
                      <a:pt x="1872844" y="228600"/>
                    </a:lnTo>
                    <a:cubicBezTo>
                      <a:pt x="1866444" y="218237"/>
                      <a:pt x="1858823" y="206807"/>
                      <a:pt x="1849984" y="194310"/>
                    </a:cubicBezTo>
                    <a:cubicBezTo>
                      <a:pt x="1718615" y="201625"/>
                      <a:pt x="1650340" y="207569"/>
                      <a:pt x="1645159" y="212141"/>
                    </a:cubicBezTo>
                    <a:cubicBezTo>
                      <a:pt x="1642720" y="202997"/>
                      <a:pt x="1639367" y="193853"/>
                      <a:pt x="1635100" y="184709"/>
                    </a:cubicBezTo>
                    <a:cubicBezTo>
                      <a:pt x="1642110" y="182270"/>
                      <a:pt x="1649197" y="177546"/>
                      <a:pt x="1656360" y="170536"/>
                    </a:cubicBezTo>
                    <a:cubicBezTo>
                      <a:pt x="1663523" y="163525"/>
                      <a:pt x="1673581" y="150876"/>
                      <a:pt x="1686535" y="132588"/>
                    </a:cubicBezTo>
                    <a:cubicBezTo>
                      <a:pt x="1699489" y="114300"/>
                      <a:pt x="1709166" y="98450"/>
                      <a:pt x="1715567" y="85039"/>
                    </a:cubicBezTo>
                    <a:cubicBezTo>
                      <a:pt x="1682954" y="85039"/>
                      <a:pt x="1655522" y="86106"/>
                      <a:pt x="1633271" y="88240"/>
                    </a:cubicBezTo>
                    <a:lnTo>
                      <a:pt x="1633271" y="59893"/>
                    </a:lnTo>
                    <a:cubicBezTo>
                      <a:pt x="1661618" y="62332"/>
                      <a:pt x="1700785" y="63551"/>
                      <a:pt x="1750772" y="63551"/>
                    </a:cubicBezTo>
                    <a:cubicBezTo>
                      <a:pt x="1741933" y="48920"/>
                      <a:pt x="1730198" y="33071"/>
                      <a:pt x="1715567" y="16002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D8C566-0BE6-497D-B234-2F9ABA4F038B}"/>
                  </a:ext>
                </a:extLst>
              </p:cNvPr>
              <p:cNvSpPr txBox="1"/>
              <p:nvPr/>
            </p:nvSpPr>
            <p:spPr>
              <a:xfrm>
                <a:off x="187758" y="4791962"/>
                <a:ext cx="3544258" cy="889597"/>
              </a:xfrm>
              <a:custGeom>
                <a:avLst/>
                <a:gdLst/>
                <a:ahLst/>
                <a:cxnLst/>
                <a:rect l="l" t="t" r="r" b="b"/>
                <a:pathLst>
                  <a:path w="3544258" h="889597">
                    <a:moveTo>
                      <a:pt x="1172272" y="697762"/>
                    </a:moveTo>
                    <a:cubicBezTo>
                      <a:pt x="1184002" y="697762"/>
                      <a:pt x="1194794" y="698487"/>
                      <a:pt x="1204650" y="699938"/>
                    </a:cubicBezTo>
                    <a:cubicBezTo>
                      <a:pt x="1214505" y="701390"/>
                      <a:pt x="1224088" y="703506"/>
                      <a:pt x="1233399" y="706287"/>
                    </a:cubicBezTo>
                    <a:lnTo>
                      <a:pt x="1224693" y="747280"/>
                    </a:lnTo>
                    <a:lnTo>
                      <a:pt x="1208549" y="747280"/>
                    </a:lnTo>
                    <a:cubicBezTo>
                      <a:pt x="1207219" y="736397"/>
                      <a:pt x="1203622" y="728355"/>
                      <a:pt x="1197757" y="723156"/>
                    </a:cubicBezTo>
                    <a:cubicBezTo>
                      <a:pt x="1191892" y="717956"/>
                      <a:pt x="1182793" y="715356"/>
                      <a:pt x="1170459" y="715356"/>
                    </a:cubicBezTo>
                    <a:cubicBezTo>
                      <a:pt x="1165501" y="715356"/>
                      <a:pt x="1160906" y="716021"/>
                      <a:pt x="1156673" y="717351"/>
                    </a:cubicBezTo>
                    <a:cubicBezTo>
                      <a:pt x="1152441" y="718682"/>
                      <a:pt x="1148813" y="720526"/>
                      <a:pt x="1145790" y="722884"/>
                    </a:cubicBezTo>
                    <a:cubicBezTo>
                      <a:pt x="1142767" y="725242"/>
                      <a:pt x="1140409" y="728053"/>
                      <a:pt x="1138716" y="731318"/>
                    </a:cubicBezTo>
                    <a:cubicBezTo>
                      <a:pt x="1137024" y="734583"/>
                      <a:pt x="1136177" y="738150"/>
                      <a:pt x="1136177" y="742020"/>
                    </a:cubicBezTo>
                    <a:cubicBezTo>
                      <a:pt x="1136177" y="745526"/>
                      <a:pt x="1136600" y="748731"/>
                      <a:pt x="1137447" y="751633"/>
                    </a:cubicBezTo>
                    <a:cubicBezTo>
                      <a:pt x="1138293" y="754535"/>
                      <a:pt x="1139956" y="757377"/>
                      <a:pt x="1142435" y="760158"/>
                    </a:cubicBezTo>
                    <a:cubicBezTo>
                      <a:pt x="1144914" y="762939"/>
                      <a:pt x="1148420" y="765841"/>
                      <a:pt x="1152955" y="768865"/>
                    </a:cubicBezTo>
                    <a:cubicBezTo>
                      <a:pt x="1157490" y="771888"/>
                      <a:pt x="1163445" y="775334"/>
                      <a:pt x="1170821" y="779203"/>
                    </a:cubicBezTo>
                    <a:cubicBezTo>
                      <a:pt x="1178560" y="783436"/>
                      <a:pt x="1184999" y="787487"/>
                      <a:pt x="1190139" y="791356"/>
                    </a:cubicBezTo>
                    <a:cubicBezTo>
                      <a:pt x="1195278" y="795226"/>
                      <a:pt x="1199359" y="799156"/>
                      <a:pt x="1202382" y="803146"/>
                    </a:cubicBezTo>
                    <a:cubicBezTo>
                      <a:pt x="1205405" y="807137"/>
                      <a:pt x="1207521" y="811399"/>
                      <a:pt x="1208731" y="815934"/>
                    </a:cubicBezTo>
                    <a:cubicBezTo>
                      <a:pt x="1209940" y="820468"/>
                      <a:pt x="1210545" y="825517"/>
                      <a:pt x="1210545" y="831079"/>
                    </a:cubicBezTo>
                    <a:cubicBezTo>
                      <a:pt x="1210545" y="839665"/>
                      <a:pt x="1208791" y="847374"/>
                      <a:pt x="1205284" y="854206"/>
                    </a:cubicBezTo>
                    <a:cubicBezTo>
                      <a:pt x="1201778" y="861038"/>
                      <a:pt x="1196880" y="866812"/>
                      <a:pt x="1190593" y="871528"/>
                    </a:cubicBezTo>
                    <a:cubicBezTo>
                      <a:pt x="1184304" y="876244"/>
                      <a:pt x="1176898" y="879872"/>
                      <a:pt x="1168373" y="882411"/>
                    </a:cubicBezTo>
                    <a:cubicBezTo>
                      <a:pt x="1159848" y="884950"/>
                      <a:pt x="1150506" y="886220"/>
                      <a:pt x="1140349" y="886220"/>
                    </a:cubicBezTo>
                    <a:cubicBezTo>
                      <a:pt x="1129224" y="886220"/>
                      <a:pt x="1118280" y="885495"/>
                      <a:pt x="1107518" y="884044"/>
                    </a:cubicBezTo>
                    <a:cubicBezTo>
                      <a:pt x="1096756" y="882592"/>
                      <a:pt x="1085390" y="880114"/>
                      <a:pt x="1073418" y="876607"/>
                    </a:cubicBezTo>
                    <a:lnTo>
                      <a:pt x="1082850" y="835251"/>
                    </a:lnTo>
                    <a:lnTo>
                      <a:pt x="1098631" y="835251"/>
                    </a:lnTo>
                    <a:cubicBezTo>
                      <a:pt x="1099235" y="846497"/>
                      <a:pt x="1102772" y="854931"/>
                      <a:pt x="1109242" y="860554"/>
                    </a:cubicBezTo>
                    <a:cubicBezTo>
                      <a:pt x="1115711" y="866177"/>
                      <a:pt x="1125717" y="868989"/>
                      <a:pt x="1139261" y="868989"/>
                    </a:cubicBezTo>
                    <a:cubicBezTo>
                      <a:pt x="1151353" y="868989"/>
                      <a:pt x="1160875" y="866389"/>
                      <a:pt x="1167829" y="861189"/>
                    </a:cubicBezTo>
                    <a:cubicBezTo>
                      <a:pt x="1174781" y="855989"/>
                      <a:pt x="1178258" y="848734"/>
                      <a:pt x="1178258" y="839423"/>
                    </a:cubicBezTo>
                    <a:cubicBezTo>
                      <a:pt x="1178258" y="835191"/>
                      <a:pt x="1177835" y="831533"/>
                      <a:pt x="1176988" y="828449"/>
                    </a:cubicBezTo>
                    <a:cubicBezTo>
                      <a:pt x="1176142" y="825366"/>
                      <a:pt x="1174479" y="822433"/>
                      <a:pt x="1172000" y="819652"/>
                    </a:cubicBezTo>
                    <a:cubicBezTo>
                      <a:pt x="1169521" y="816871"/>
                      <a:pt x="1166135" y="813999"/>
                      <a:pt x="1161843" y="811036"/>
                    </a:cubicBezTo>
                    <a:cubicBezTo>
                      <a:pt x="1157550" y="808074"/>
                      <a:pt x="1151957" y="804658"/>
                      <a:pt x="1145065" y="800788"/>
                    </a:cubicBezTo>
                    <a:cubicBezTo>
                      <a:pt x="1137930" y="796798"/>
                      <a:pt x="1131794" y="792868"/>
                      <a:pt x="1126654" y="788998"/>
                    </a:cubicBezTo>
                    <a:cubicBezTo>
                      <a:pt x="1121515" y="785129"/>
                      <a:pt x="1117283" y="781199"/>
                      <a:pt x="1113957" y="777208"/>
                    </a:cubicBezTo>
                    <a:cubicBezTo>
                      <a:pt x="1110632" y="773218"/>
                      <a:pt x="1108183" y="769046"/>
                      <a:pt x="1106611" y="764693"/>
                    </a:cubicBezTo>
                    <a:cubicBezTo>
                      <a:pt x="1105039" y="760339"/>
                      <a:pt x="1104253" y="755684"/>
                      <a:pt x="1104253" y="750726"/>
                    </a:cubicBezTo>
                    <a:cubicBezTo>
                      <a:pt x="1104253" y="743108"/>
                      <a:pt x="1105856" y="736064"/>
                      <a:pt x="1109060" y="729595"/>
                    </a:cubicBezTo>
                    <a:cubicBezTo>
                      <a:pt x="1112264" y="723125"/>
                      <a:pt x="1116829" y="717533"/>
                      <a:pt x="1122755" y="712817"/>
                    </a:cubicBezTo>
                    <a:cubicBezTo>
                      <a:pt x="1128680" y="708101"/>
                      <a:pt x="1135814" y="704413"/>
                      <a:pt x="1144158" y="701752"/>
                    </a:cubicBezTo>
                    <a:cubicBezTo>
                      <a:pt x="1152502" y="699092"/>
                      <a:pt x="1161873" y="697762"/>
                      <a:pt x="1172272" y="697762"/>
                    </a:cubicBezTo>
                    <a:close/>
                    <a:moveTo>
                      <a:pt x="424983" y="668736"/>
                    </a:moveTo>
                    <a:lnTo>
                      <a:pt x="728667" y="668736"/>
                    </a:lnTo>
                    <a:lnTo>
                      <a:pt x="728667" y="701520"/>
                    </a:lnTo>
                    <a:lnTo>
                      <a:pt x="424983" y="701520"/>
                    </a:lnTo>
                    <a:close/>
                    <a:moveTo>
                      <a:pt x="2079538" y="624887"/>
                    </a:moveTo>
                    <a:lnTo>
                      <a:pt x="2062720" y="701980"/>
                    </a:lnTo>
                    <a:cubicBezTo>
                      <a:pt x="2066392" y="702476"/>
                      <a:pt x="2074180" y="702724"/>
                      <a:pt x="2086086" y="702724"/>
                    </a:cubicBezTo>
                    <a:cubicBezTo>
                      <a:pt x="2100572" y="702724"/>
                      <a:pt x="2111635" y="701757"/>
                      <a:pt x="2119275" y="699822"/>
                    </a:cubicBezTo>
                    <a:cubicBezTo>
                      <a:pt x="2126915" y="697887"/>
                      <a:pt x="2133314" y="694886"/>
                      <a:pt x="2138474" y="690818"/>
                    </a:cubicBezTo>
                    <a:cubicBezTo>
                      <a:pt x="2143633" y="686750"/>
                      <a:pt x="2147428" y="681814"/>
                      <a:pt x="2149859" y="676010"/>
                    </a:cubicBezTo>
                    <a:cubicBezTo>
                      <a:pt x="2152290" y="670205"/>
                      <a:pt x="2153506" y="662987"/>
                      <a:pt x="2153506" y="654355"/>
                    </a:cubicBezTo>
                    <a:cubicBezTo>
                      <a:pt x="2153506" y="647708"/>
                      <a:pt x="2152042" y="642226"/>
                      <a:pt x="2149115" y="637910"/>
                    </a:cubicBezTo>
                    <a:cubicBezTo>
                      <a:pt x="2146188" y="633594"/>
                      <a:pt x="2141798" y="630344"/>
                      <a:pt x="2135944" y="628161"/>
                    </a:cubicBezTo>
                    <a:cubicBezTo>
                      <a:pt x="2130090" y="625979"/>
                      <a:pt x="2121458" y="624887"/>
                      <a:pt x="2110048" y="624887"/>
                    </a:cubicBezTo>
                    <a:close/>
                    <a:moveTo>
                      <a:pt x="2644308" y="617464"/>
                    </a:moveTo>
                    <a:lnTo>
                      <a:pt x="2947992" y="617464"/>
                    </a:lnTo>
                    <a:lnTo>
                      <a:pt x="2947992" y="650248"/>
                    </a:lnTo>
                    <a:lnTo>
                      <a:pt x="2644308" y="650248"/>
                    </a:lnTo>
                    <a:close/>
                    <a:moveTo>
                      <a:pt x="424983" y="566440"/>
                    </a:moveTo>
                    <a:lnTo>
                      <a:pt x="728667" y="566440"/>
                    </a:lnTo>
                    <a:lnTo>
                      <a:pt x="728667" y="599224"/>
                    </a:lnTo>
                    <a:lnTo>
                      <a:pt x="424983" y="599224"/>
                    </a:lnTo>
                    <a:close/>
                    <a:moveTo>
                      <a:pt x="1651652" y="557812"/>
                    </a:moveTo>
                    <a:cubicBezTo>
                      <a:pt x="1635055" y="557812"/>
                      <a:pt x="1619074" y="566193"/>
                      <a:pt x="1603709" y="582955"/>
                    </a:cubicBezTo>
                    <a:cubicBezTo>
                      <a:pt x="1588344" y="599717"/>
                      <a:pt x="1576553" y="622394"/>
                      <a:pt x="1568337" y="650988"/>
                    </a:cubicBezTo>
                    <a:cubicBezTo>
                      <a:pt x="1591507" y="650824"/>
                      <a:pt x="1611391" y="648728"/>
                      <a:pt x="1627989" y="644702"/>
                    </a:cubicBezTo>
                    <a:cubicBezTo>
                      <a:pt x="1644586" y="640676"/>
                      <a:pt x="1657322" y="634267"/>
                      <a:pt x="1666196" y="625476"/>
                    </a:cubicBezTo>
                    <a:cubicBezTo>
                      <a:pt x="1675070" y="616684"/>
                      <a:pt x="1679506" y="604811"/>
                      <a:pt x="1679506" y="589857"/>
                    </a:cubicBezTo>
                    <a:cubicBezTo>
                      <a:pt x="1679506" y="579833"/>
                      <a:pt x="1677165" y="571986"/>
                      <a:pt x="1672481" y="566316"/>
                    </a:cubicBezTo>
                    <a:cubicBezTo>
                      <a:pt x="1667798" y="560647"/>
                      <a:pt x="1660855" y="557812"/>
                      <a:pt x="1651652" y="557812"/>
                    </a:cubicBezTo>
                    <a:close/>
                    <a:moveTo>
                      <a:pt x="1660526" y="538339"/>
                    </a:moveTo>
                    <a:cubicBezTo>
                      <a:pt x="1680410" y="538339"/>
                      <a:pt x="1695323" y="542365"/>
                      <a:pt x="1705265" y="550417"/>
                    </a:cubicBezTo>
                    <a:cubicBezTo>
                      <a:pt x="1715207" y="558470"/>
                      <a:pt x="1720178" y="571041"/>
                      <a:pt x="1720178" y="588131"/>
                    </a:cubicBezTo>
                    <a:cubicBezTo>
                      <a:pt x="1720178" y="616068"/>
                      <a:pt x="1707073" y="637020"/>
                      <a:pt x="1680862" y="650988"/>
                    </a:cubicBezTo>
                    <a:cubicBezTo>
                      <a:pt x="1654652" y="664956"/>
                      <a:pt x="1615746" y="671940"/>
                      <a:pt x="1564146" y="671940"/>
                    </a:cubicBezTo>
                    <a:cubicBezTo>
                      <a:pt x="1562174" y="681800"/>
                      <a:pt x="1561188" y="692482"/>
                      <a:pt x="1561188" y="703985"/>
                    </a:cubicBezTo>
                    <a:cubicBezTo>
                      <a:pt x="1561188" y="721240"/>
                      <a:pt x="1564557" y="733770"/>
                      <a:pt x="1571295" y="741575"/>
                    </a:cubicBezTo>
                    <a:cubicBezTo>
                      <a:pt x="1578032" y="749381"/>
                      <a:pt x="1589042" y="753284"/>
                      <a:pt x="1604325" y="753284"/>
                    </a:cubicBezTo>
                    <a:cubicBezTo>
                      <a:pt x="1619444" y="753284"/>
                      <a:pt x="1633124" y="749997"/>
                      <a:pt x="1645367" y="743424"/>
                    </a:cubicBezTo>
                    <a:cubicBezTo>
                      <a:pt x="1657610" y="736851"/>
                      <a:pt x="1670550" y="726745"/>
                      <a:pt x="1684190" y="713105"/>
                    </a:cubicBezTo>
                    <a:lnTo>
                      <a:pt x="1699473" y="729127"/>
                    </a:lnTo>
                    <a:cubicBezTo>
                      <a:pt x="1683533" y="746711"/>
                      <a:pt x="1667387" y="759939"/>
                      <a:pt x="1651036" y="768813"/>
                    </a:cubicBezTo>
                    <a:cubicBezTo>
                      <a:pt x="1634685" y="777687"/>
                      <a:pt x="1615664" y="782124"/>
                      <a:pt x="1593972" y="782124"/>
                    </a:cubicBezTo>
                    <a:cubicBezTo>
                      <a:pt x="1570144" y="782124"/>
                      <a:pt x="1551698" y="774853"/>
                      <a:pt x="1538634" y="760309"/>
                    </a:cubicBezTo>
                    <a:cubicBezTo>
                      <a:pt x="1525569" y="745766"/>
                      <a:pt x="1519037" y="725512"/>
                      <a:pt x="1519037" y="699548"/>
                    </a:cubicBezTo>
                    <a:cubicBezTo>
                      <a:pt x="1519037" y="681964"/>
                      <a:pt x="1522201" y="663107"/>
                      <a:pt x="1528528" y="642977"/>
                    </a:cubicBezTo>
                    <a:cubicBezTo>
                      <a:pt x="1534854" y="622846"/>
                      <a:pt x="1544426" y="604770"/>
                      <a:pt x="1557244" y="588748"/>
                    </a:cubicBezTo>
                    <a:cubicBezTo>
                      <a:pt x="1570062" y="572725"/>
                      <a:pt x="1585427" y="560318"/>
                      <a:pt x="1603339" y="551527"/>
                    </a:cubicBezTo>
                    <a:cubicBezTo>
                      <a:pt x="1621251" y="542735"/>
                      <a:pt x="1640314" y="538339"/>
                      <a:pt x="1660526" y="538339"/>
                    </a:cubicBezTo>
                    <a:close/>
                    <a:moveTo>
                      <a:pt x="2129098" y="535888"/>
                    </a:moveTo>
                    <a:cubicBezTo>
                      <a:pt x="2118184" y="535888"/>
                      <a:pt x="2108311" y="536335"/>
                      <a:pt x="2099481" y="537227"/>
                    </a:cubicBezTo>
                    <a:lnTo>
                      <a:pt x="2083705" y="606581"/>
                    </a:lnTo>
                    <a:lnTo>
                      <a:pt x="2110792" y="606581"/>
                    </a:lnTo>
                    <a:cubicBezTo>
                      <a:pt x="2127858" y="606581"/>
                      <a:pt x="2140384" y="604820"/>
                      <a:pt x="2148371" y="601298"/>
                    </a:cubicBezTo>
                    <a:cubicBezTo>
                      <a:pt x="2156358" y="597776"/>
                      <a:pt x="2162435" y="592790"/>
                      <a:pt x="2166602" y="586341"/>
                    </a:cubicBezTo>
                    <a:cubicBezTo>
                      <a:pt x="2170770" y="579892"/>
                      <a:pt x="2172853" y="572351"/>
                      <a:pt x="2172853" y="563719"/>
                    </a:cubicBezTo>
                    <a:cubicBezTo>
                      <a:pt x="2172853" y="557270"/>
                      <a:pt x="2171266" y="552011"/>
                      <a:pt x="2168091" y="547943"/>
                    </a:cubicBezTo>
                    <a:cubicBezTo>
                      <a:pt x="2164916" y="543875"/>
                      <a:pt x="2160302" y="540849"/>
                      <a:pt x="2154250" y="538865"/>
                    </a:cubicBezTo>
                    <a:cubicBezTo>
                      <a:pt x="2148197" y="536880"/>
                      <a:pt x="2139813" y="535888"/>
                      <a:pt x="2129098" y="535888"/>
                    </a:cubicBezTo>
                    <a:close/>
                    <a:moveTo>
                      <a:pt x="2047093" y="517880"/>
                    </a:moveTo>
                    <a:lnTo>
                      <a:pt x="2135944" y="517880"/>
                    </a:lnTo>
                    <a:cubicBezTo>
                      <a:pt x="2148842" y="517880"/>
                      <a:pt x="2159831" y="518897"/>
                      <a:pt x="2168909" y="520931"/>
                    </a:cubicBezTo>
                    <a:cubicBezTo>
                      <a:pt x="2177988" y="522965"/>
                      <a:pt x="2185330" y="525966"/>
                      <a:pt x="2190936" y="529935"/>
                    </a:cubicBezTo>
                    <a:cubicBezTo>
                      <a:pt x="2196542" y="533904"/>
                      <a:pt x="2200659" y="538418"/>
                      <a:pt x="2203289" y="543478"/>
                    </a:cubicBezTo>
                    <a:cubicBezTo>
                      <a:pt x="2205918" y="548538"/>
                      <a:pt x="2207232" y="554640"/>
                      <a:pt x="2207232" y="561784"/>
                    </a:cubicBezTo>
                    <a:cubicBezTo>
                      <a:pt x="2207232" y="574683"/>
                      <a:pt x="2203313" y="585448"/>
                      <a:pt x="2195475" y="594080"/>
                    </a:cubicBezTo>
                    <a:cubicBezTo>
                      <a:pt x="2187637" y="602712"/>
                      <a:pt x="2175582" y="609806"/>
                      <a:pt x="2159310" y="615362"/>
                    </a:cubicBezTo>
                    <a:lnTo>
                      <a:pt x="2159310" y="617743"/>
                    </a:lnTo>
                    <a:cubicBezTo>
                      <a:pt x="2179054" y="625582"/>
                      <a:pt x="2188927" y="638927"/>
                      <a:pt x="2188927" y="657778"/>
                    </a:cubicBezTo>
                    <a:cubicBezTo>
                      <a:pt x="2188927" y="678317"/>
                      <a:pt x="2180468" y="693993"/>
                      <a:pt x="2163551" y="704808"/>
                    </a:cubicBezTo>
                    <a:cubicBezTo>
                      <a:pt x="2146635" y="715623"/>
                      <a:pt x="2121557" y="721030"/>
                      <a:pt x="2088319" y="721030"/>
                    </a:cubicBezTo>
                    <a:lnTo>
                      <a:pt x="2009142" y="721030"/>
                    </a:lnTo>
                    <a:lnTo>
                      <a:pt x="2011672" y="710017"/>
                    </a:lnTo>
                    <a:cubicBezTo>
                      <a:pt x="2016832" y="709223"/>
                      <a:pt x="2020553" y="707933"/>
                      <a:pt x="2022834" y="706147"/>
                    </a:cubicBezTo>
                    <a:cubicBezTo>
                      <a:pt x="2025116" y="704361"/>
                      <a:pt x="2027076" y="701459"/>
                      <a:pt x="2028713" y="697441"/>
                    </a:cubicBezTo>
                    <a:cubicBezTo>
                      <a:pt x="2030350" y="693423"/>
                      <a:pt x="2032409" y="686056"/>
                      <a:pt x="2034890" y="675340"/>
                    </a:cubicBezTo>
                    <a:lnTo>
                      <a:pt x="2060041" y="561635"/>
                    </a:lnTo>
                    <a:cubicBezTo>
                      <a:pt x="2061927" y="552805"/>
                      <a:pt x="2062869" y="546207"/>
                      <a:pt x="2062869" y="541841"/>
                    </a:cubicBezTo>
                    <a:cubicBezTo>
                      <a:pt x="2062869" y="538765"/>
                      <a:pt x="2062398" y="536359"/>
                      <a:pt x="2061455" y="534623"/>
                    </a:cubicBezTo>
                    <a:cubicBezTo>
                      <a:pt x="2060513" y="532887"/>
                      <a:pt x="2058702" y="531522"/>
                      <a:pt x="2056023" y="530530"/>
                    </a:cubicBezTo>
                    <a:cubicBezTo>
                      <a:pt x="2053344" y="529538"/>
                      <a:pt x="2049524" y="528992"/>
                      <a:pt x="2044563" y="528893"/>
                    </a:cubicBezTo>
                    <a:close/>
                    <a:moveTo>
                      <a:pt x="982717" y="441712"/>
                    </a:moveTo>
                    <a:lnTo>
                      <a:pt x="1081315" y="441712"/>
                    </a:lnTo>
                    <a:lnTo>
                      <a:pt x="1078604" y="453791"/>
                    </a:lnTo>
                    <a:cubicBezTo>
                      <a:pt x="1072359" y="455105"/>
                      <a:pt x="1067881" y="456584"/>
                      <a:pt x="1065170" y="458228"/>
                    </a:cubicBezTo>
                    <a:cubicBezTo>
                      <a:pt x="1062458" y="459871"/>
                      <a:pt x="1059993" y="462336"/>
                      <a:pt x="1057775" y="465623"/>
                    </a:cubicBezTo>
                    <a:cubicBezTo>
                      <a:pt x="1055556" y="468909"/>
                      <a:pt x="1053338" y="474044"/>
                      <a:pt x="1051120" y="481029"/>
                    </a:cubicBezTo>
                    <a:cubicBezTo>
                      <a:pt x="1048901" y="488013"/>
                      <a:pt x="1046066" y="499393"/>
                      <a:pt x="1042615" y="515168"/>
                    </a:cubicBezTo>
                    <a:lnTo>
                      <a:pt x="987153" y="767581"/>
                    </a:lnTo>
                    <a:cubicBezTo>
                      <a:pt x="981566" y="793217"/>
                      <a:pt x="974418" y="813635"/>
                      <a:pt x="965708" y="828835"/>
                    </a:cubicBezTo>
                    <a:cubicBezTo>
                      <a:pt x="956999" y="844036"/>
                      <a:pt x="945701" y="855293"/>
                      <a:pt x="931815" y="862605"/>
                    </a:cubicBezTo>
                    <a:cubicBezTo>
                      <a:pt x="917929" y="869918"/>
                      <a:pt x="900880" y="873574"/>
                      <a:pt x="880667" y="873574"/>
                    </a:cubicBezTo>
                    <a:cubicBezTo>
                      <a:pt x="871136" y="873574"/>
                      <a:pt x="863330" y="872753"/>
                      <a:pt x="857250" y="871109"/>
                    </a:cubicBezTo>
                    <a:lnTo>
                      <a:pt x="863659" y="847446"/>
                    </a:lnTo>
                    <a:cubicBezTo>
                      <a:pt x="867110" y="848760"/>
                      <a:pt x="873354" y="849418"/>
                      <a:pt x="882392" y="849418"/>
                    </a:cubicBezTo>
                    <a:cubicBezTo>
                      <a:pt x="898004" y="849418"/>
                      <a:pt x="910247" y="843379"/>
                      <a:pt x="919121" y="831300"/>
                    </a:cubicBezTo>
                    <a:cubicBezTo>
                      <a:pt x="927994" y="819222"/>
                      <a:pt x="935307" y="800365"/>
                      <a:pt x="941059" y="774729"/>
                    </a:cubicBezTo>
                    <a:lnTo>
                      <a:pt x="998739" y="514922"/>
                    </a:lnTo>
                    <a:cubicBezTo>
                      <a:pt x="1002354" y="498653"/>
                      <a:pt x="1004162" y="485424"/>
                      <a:pt x="1004162" y="475236"/>
                    </a:cubicBezTo>
                    <a:cubicBezTo>
                      <a:pt x="1004162" y="467512"/>
                      <a:pt x="1002231" y="462131"/>
                      <a:pt x="998369" y="459090"/>
                    </a:cubicBezTo>
                    <a:cubicBezTo>
                      <a:pt x="994508" y="456050"/>
                      <a:pt x="988386" y="454284"/>
                      <a:pt x="980005" y="453791"/>
                    </a:cubicBezTo>
                    <a:close/>
                    <a:moveTo>
                      <a:pt x="125467" y="441712"/>
                    </a:moveTo>
                    <a:lnTo>
                      <a:pt x="224066" y="441712"/>
                    </a:lnTo>
                    <a:lnTo>
                      <a:pt x="221354" y="453791"/>
                    </a:lnTo>
                    <a:cubicBezTo>
                      <a:pt x="215109" y="455105"/>
                      <a:pt x="210632" y="456584"/>
                      <a:pt x="207920" y="458228"/>
                    </a:cubicBezTo>
                    <a:cubicBezTo>
                      <a:pt x="205209" y="459871"/>
                      <a:pt x="202744" y="462336"/>
                      <a:pt x="200525" y="465623"/>
                    </a:cubicBezTo>
                    <a:cubicBezTo>
                      <a:pt x="198307" y="468909"/>
                      <a:pt x="196088" y="474044"/>
                      <a:pt x="193870" y="481029"/>
                    </a:cubicBezTo>
                    <a:cubicBezTo>
                      <a:pt x="191651" y="488013"/>
                      <a:pt x="188816" y="499393"/>
                      <a:pt x="185366" y="515168"/>
                    </a:cubicBezTo>
                    <a:lnTo>
                      <a:pt x="129904" y="767581"/>
                    </a:lnTo>
                    <a:cubicBezTo>
                      <a:pt x="124316" y="793217"/>
                      <a:pt x="117168" y="813635"/>
                      <a:pt x="108459" y="828835"/>
                    </a:cubicBezTo>
                    <a:cubicBezTo>
                      <a:pt x="99749" y="844036"/>
                      <a:pt x="88451" y="855293"/>
                      <a:pt x="74565" y="862605"/>
                    </a:cubicBezTo>
                    <a:cubicBezTo>
                      <a:pt x="60679" y="869918"/>
                      <a:pt x="43630" y="873574"/>
                      <a:pt x="23417" y="873574"/>
                    </a:cubicBezTo>
                    <a:cubicBezTo>
                      <a:pt x="13886" y="873574"/>
                      <a:pt x="6080" y="872753"/>
                      <a:pt x="0" y="871109"/>
                    </a:cubicBezTo>
                    <a:lnTo>
                      <a:pt x="6409" y="847446"/>
                    </a:lnTo>
                    <a:cubicBezTo>
                      <a:pt x="9860" y="848760"/>
                      <a:pt x="16105" y="849418"/>
                      <a:pt x="25143" y="849418"/>
                    </a:cubicBezTo>
                    <a:cubicBezTo>
                      <a:pt x="40754" y="849418"/>
                      <a:pt x="52997" y="843379"/>
                      <a:pt x="61871" y="831300"/>
                    </a:cubicBezTo>
                    <a:cubicBezTo>
                      <a:pt x="70745" y="819222"/>
                      <a:pt x="78057" y="800365"/>
                      <a:pt x="83809" y="774729"/>
                    </a:cubicBezTo>
                    <a:lnTo>
                      <a:pt x="141489" y="514922"/>
                    </a:lnTo>
                    <a:cubicBezTo>
                      <a:pt x="145104" y="498653"/>
                      <a:pt x="146912" y="485424"/>
                      <a:pt x="146912" y="475236"/>
                    </a:cubicBezTo>
                    <a:cubicBezTo>
                      <a:pt x="146912" y="467512"/>
                      <a:pt x="144981" y="462131"/>
                      <a:pt x="141119" y="459090"/>
                    </a:cubicBezTo>
                    <a:cubicBezTo>
                      <a:pt x="137258" y="456050"/>
                      <a:pt x="131136" y="454284"/>
                      <a:pt x="122755" y="453791"/>
                    </a:cubicBezTo>
                    <a:close/>
                    <a:moveTo>
                      <a:pt x="3262117" y="437768"/>
                    </a:moveTo>
                    <a:lnTo>
                      <a:pt x="3275674" y="437768"/>
                    </a:lnTo>
                    <a:cubicBezTo>
                      <a:pt x="3274688" y="453544"/>
                      <a:pt x="3274195" y="475400"/>
                      <a:pt x="3274195" y="503337"/>
                    </a:cubicBezTo>
                    <a:lnTo>
                      <a:pt x="3274195" y="713845"/>
                    </a:lnTo>
                    <a:cubicBezTo>
                      <a:pt x="3274195" y="723376"/>
                      <a:pt x="3274729" y="730565"/>
                      <a:pt x="3275797" y="735413"/>
                    </a:cubicBezTo>
                    <a:cubicBezTo>
                      <a:pt x="3276866" y="740261"/>
                      <a:pt x="3278755" y="744205"/>
                      <a:pt x="3281467" y="747245"/>
                    </a:cubicBezTo>
                    <a:cubicBezTo>
                      <a:pt x="3284178" y="750285"/>
                      <a:pt x="3288081" y="752668"/>
                      <a:pt x="3293175" y="754393"/>
                    </a:cubicBezTo>
                    <a:cubicBezTo>
                      <a:pt x="3298270" y="756119"/>
                      <a:pt x="3304679" y="757433"/>
                      <a:pt x="3312402" y="758337"/>
                    </a:cubicBezTo>
                    <a:cubicBezTo>
                      <a:pt x="3320126" y="759241"/>
                      <a:pt x="3330314" y="759857"/>
                      <a:pt x="3342968" y="760186"/>
                    </a:cubicBezTo>
                    <a:lnTo>
                      <a:pt x="3342968" y="778180"/>
                    </a:lnTo>
                    <a:lnTo>
                      <a:pt x="3160807" y="778180"/>
                    </a:lnTo>
                    <a:lnTo>
                      <a:pt x="3160807" y="760186"/>
                    </a:lnTo>
                    <a:cubicBezTo>
                      <a:pt x="3179048" y="759364"/>
                      <a:pt x="3192071" y="758255"/>
                      <a:pt x="3199877" y="756858"/>
                    </a:cubicBezTo>
                    <a:cubicBezTo>
                      <a:pt x="3207682" y="755461"/>
                      <a:pt x="3213639" y="753366"/>
                      <a:pt x="3217748" y="750573"/>
                    </a:cubicBezTo>
                    <a:cubicBezTo>
                      <a:pt x="3221856" y="747779"/>
                      <a:pt x="3224855" y="743835"/>
                      <a:pt x="3226745" y="738741"/>
                    </a:cubicBezTo>
                    <a:cubicBezTo>
                      <a:pt x="3228634" y="733647"/>
                      <a:pt x="3229579" y="725348"/>
                      <a:pt x="3229579" y="713845"/>
                    </a:cubicBezTo>
                    <a:lnTo>
                      <a:pt x="3229579" y="513936"/>
                    </a:lnTo>
                    <a:cubicBezTo>
                      <a:pt x="3229579" y="507363"/>
                      <a:pt x="3228429" y="502556"/>
                      <a:pt x="3226128" y="499516"/>
                    </a:cubicBezTo>
                    <a:cubicBezTo>
                      <a:pt x="3223828" y="496476"/>
                      <a:pt x="3220459" y="494956"/>
                      <a:pt x="3216022" y="494956"/>
                    </a:cubicBezTo>
                    <a:cubicBezTo>
                      <a:pt x="3210763" y="494956"/>
                      <a:pt x="3203286" y="497667"/>
                      <a:pt x="3193591" y="503090"/>
                    </a:cubicBezTo>
                    <a:cubicBezTo>
                      <a:pt x="3183895" y="508513"/>
                      <a:pt x="3171899" y="515990"/>
                      <a:pt x="3157602" y="525521"/>
                    </a:cubicBezTo>
                    <a:lnTo>
                      <a:pt x="3146757" y="506541"/>
                    </a:lnTo>
                    <a:close/>
                    <a:moveTo>
                      <a:pt x="3395127" y="421993"/>
                    </a:moveTo>
                    <a:cubicBezTo>
                      <a:pt x="3443112" y="434646"/>
                      <a:pt x="3479963" y="461966"/>
                      <a:pt x="3505681" y="503953"/>
                    </a:cubicBezTo>
                    <a:cubicBezTo>
                      <a:pt x="3531399" y="545939"/>
                      <a:pt x="3544258" y="596594"/>
                      <a:pt x="3544258" y="655918"/>
                    </a:cubicBezTo>
                    <a:cubicBezTo>
                      <a:pt x="3544258" y="715406"/>
                      <a:pt x="3531440" y="766061"/>
                      <a:pt x="3505804" y="807883"/>
                    </a:cubicBezTo>
                    <a:cubicBezTo>
                      <a:pt x="3480169" y="849705"/>
                      <a:pt x="3443276" y="876943"/>
                      <a:pt x="3395127" y="889597"/>
                    </a:cubicBezTo>
                    <a:lnTo>
                      <a:pt x="3389211" y="870616"/>
                    </a:lnTo>
                    <a:cubicBezTo>
                      <a:pt x="3427172" y="857963"/>
                      <a:pt x="3455396" y="832985"/>
                      <a:pt x="3473883" y="795681"/>
                    </a:cubicBezTo>
                    <a:cubicBezTo>
                      <a:pt x="3492370" y="758378"/>
                      <a:pt x="3501614" y="710969"/>
                      <a:pt x="3501614" y="653453"/>
                    </a:cubicBezTo>
                    <a:cubicBezTo>
                      <a:pt x="3501614" y="597909"/>
                      <a:pt x="3492411" y="551773"/>
                      <a:pt x="3474006" y="515045"/>
                    </a:cubicBezTo>
                    <a:cubicBezTo>
                      <a:pt x="3455601" y="478317"/>
                      <a:pt x="3427090" y="453626"/>
                      <a:pt x="3388472" y="440973"/>
                    </a:cubicBezTo>
                    <a:close/>
                    <a:moveTo>
                      <a:pt x="1467580" y="421993"/>
                    </a:moveTo>
                    <a:lnTo>
                      <a:pt x="1474236" y="440973"/>
                    </a:lnTo>
                    <a:cubicBezTo>
                      <a:pt x="1435782" y="453626"/>
                      <a:pt x="1407311" y="478317"/>
                      <a:pt x="1388824" y="515045"/>
                    </a:cubicBezTo>
                    <a:cubicBezTo>
                      <a:pt x="1370337" y="551773"/>
                      <a:pt x="1361093" y="597909"/>
                      <a:pt x="1361093" y="653453"/>
                    </a:cubicBezTo>
                    <a:cubicBezTo>
                      <a:pt x="1361093" y="710969"/>
                      <a:pt x="1370337" y="758378"/>
                      <a:pt x="1388824" y="795681"/>
                    </a:cubicBezTo>
                    <a:cubicBezTo>
                      <a:pt x="1407311" y="832985"/>
                      <a:pt x="1435536" y="857963"/>
                      <a:pt x="1473496" y="870616"/>
                    </a:cubicBezTo>
                    <a:lnTo>
                      <a:pt x="1467580" y="889597"/>
                    </a:lnTo>
                    <a:cubicBezTo>
                      <a:pt x="1419431" y="876943"/>
                      <a:pt x="1382539" y="849705"/>
                      <a:pt x="1356903" y="807883"/>
                    </a:cubicBezTo>
                    <a:cubicBezTo>
                      <a:pt x="1331267" y="766061"/>
                      <a:pt x="1318450" y="715406"/>
                      <a:pt x="1318450" y="655918"/>
                    </a:cubicBezTo>
                    <a:cubicBezTo>
                      <a:pt x="1318450" y="596594"/>
                      <a:pt x="1331309" y="545939"/>
                      <a:pt x="1357026" y="503953"/>
                    </a:cubicBezTo>
                    <a:cubicBezTo>
                      <a:pt x="1382744" y="461966"/>
                      <a:pt x="1419595" y="434646"/>
                      <a:pt x="1467580" y="421993"/>
                    </a:cubicBezTo>
                    <a:close/>
                    <a:moveTo>
                      <a:pt x="2271205" y="409575"/>
                    </a:moveTo>
                    <a:lnTo>
                      <a:pt x="2469096" y="409575"/>
                    </a:lnTo>
                    <a:lnTo>
                      <a:pt x="2454403" y="473603"/>
                    </a:lnTo>
                    <a:lnTo>
                      <a:pt x="2435358" y="473603"/>
                    </a:lnTo>
                    <a:lnTo>
                      <a:pt x="2435358" y="463265"/>
                    </a:lnTo>
                    <a:cubicBezTo>
                      <a:pt x="2435358" y="461330"/>
                      <a:pt x="2435267" y="459123"/>
                      <a:pt x="2435086" y="456644"/>
                    </a:cubicBezTo>
                    <a:cubicBezTo>
                      <a:pt x="2434905" y="454165"/>
                      <a:pt x="2434633" y="451686"/>
                      <a:pt x="2434270" y="449207"/>
                    </a:cubicBezTo>
                    <a:cubicBezTo>
                      <a:pt x="2433907" y="446728"/>
                      <a:pt x="2433484" y="444431"/>
                      <a:pt x="2433000" y="442315"/>
                    </a:cubicBezTo>
                    <a:cubicBezTo>
                      <a:pt x="2432516" y="440199"/>
                      <a:pt x="2431972" y="438475"/>
                      <a:pt x="2431368" y="437145"/>
                    </a:cubicBezTo>
                    <a:cubicBezTo>
                      <a:pt x="2430521" y="435452"/>
                      <a:pt x="2429644" y="434062"/>
                      <a:pt x="2428738" y="432973"/>
                    </a:cubicBezTo>
                    <a:cubicBezTo>
                      <a:pt x="2427831" y="431885"/>
                      <a:pt x="2426682" y="431039"/>
                      <a:pt x="2425291" y="430434"/>
                    </a:cubicBezTo>
                    <a:cubicBezTo>
                      <a:pt x="2423901" y="429829"/>
                      <a:pt x="2422238" y="429406"/>
                      <a:pt x="2420303" y="429164"/>
                    </a:cubicBezTo>
                    <a:cubicBezTo>
                      <a:pt x="2418368" y="428922"/>
                      <a:pt x="2415890" y="428802"/>
                      <a:pt x="2412866" y="428802"/>
                    </a:cubicBezTo>
                    <a:lnTo>
                      <a:pt x="2383664" y="428802"/>
                    </a:lnTo>
                    <a:lnTo>
                      <a:pt x="2346298" y="594224"/>
                    </a:lnTo>
                    <a:cubicBezTo>
                      <a:pt x="2344968" y="599786"/>
                      <a:pt x="2344031" y="604533"/>
                      <a:pt x="2343487" y="608463"/>
                    </a:cubicBezTo>
                    <a:cubicBezTo>
                      <a:pt x="2342943" y="612393"/>
                      <a:pt x="2342671" y="615930"/>
                      <a:pt x="2342671" y="619074"/>
                    </a:cubicBezTo>
                    <a:cubicBezTo>
                      <a:pt x="2342792" y="621492"/>
                      <a:pt x="2343154" y="623578"/>
                      <a:pt x="2343759" y="625331"/>
                    </a:cubicBezTo>
                    <a:cubicBezTo>
                      <a:pt x="2344364" y="627085"/>
                      <a:pt x="2345452" y="628566"/>
                      <a:pt x="2347024" y="629775"/>
                    </a:cubicBezTo>
                    <a:cubicBezTo>
                      <a:pt x="2348596" y="630985"/>
                      <a:pt x="2350712" y="631891"/>
                      <a:pt x="2353372" y="632496"/>
                    </a:cubicBezTo>
                    <a:cubicBezTo>
                      <a:pt x="2356033" y="633101"/>
                      <a:pt x="2359479" y="633524"/>
                      <a:pt x="2363711" y="633766"/>
                    </a:cubicBezTo>
                    <a:lnTo>
                      <a:pt x="2361172" y="644830"/>
                    </a:lnTo>
                    <a:lnTo>
                      <a:pt x="2281000" y="644830"/>
                    </a:lnTo>
                    <a:lnTo>
                      <a:pt x="2283358" y="633766"/>
                    </a:lnTo>
                    <a:cubicBezTo>
                      <a:pt x="2286381" y="633040"/>
                      <a:pt x="2288981" y="632405"/>
                      <a:pt x="2291158" y="631861"/>
                    </a:cubicBezTo>
                    <a:cubicBezTo>
                      <a:pt x="2293334" y="631317"/>
                      <a:pt x="2295208" y="630592"/>
                      <a:pt x="2296780" y="629685"/>
                    </a:cubicBezTo>
                    <a:cubicBezTo>
                      <a:pt x="2298352" y="628778"/>
                      <a:pt x="2299713" y="627538"/>
                      <a:pt x="2300862" y="625966"/>
                    </a:cubicBezTo>
                    <a:cubicBezTo>
                      <a:pt x="2302010" y="624394"/>
                      <a:pt x="2303129" y="622248"/>
                      <a:pt x="2304217" y="619527"/>
                    </a:cubicBezTo>
                    <a:cubicBezTo>
                      <a:pt x="2305306" y="616806"/>
                      <a:pt x="2306394" y="613269"/>
                      <a:pt x="2307482" y="608916"/>
                    </a:cubicBezTo>
                    <a:cubicBezTo>
                      <a:pt x="2308570" y="604563"/>
                      <a:pt x="2309840" y="599182"/>
                      <a:pt x="2311291" y="592773"/>
                    </a:cubicBezTo>
                    <a:lnTo>
                      <a:pt x="2347931" y="428802"/>
                    </a:lnTo>
                    <a:lnTo>
                      <a:pt x="2322900" y="428802"/>
                    </a:lnTo>
                    <a:cubicBezTo>
                      <a:pt x="2318909" y="428802"/>
                      <a:pt x="2315524" y="428922"/>
                      <a:pt x="2312742" y="429164"/>
                    </a:cubicBezTo>
                    <a:cubicBezTo>
                      <a:pt x="2309961" y="429406"/>
                      <a:pt x="2307422" y="430041"/>
                      <a:pt x="2305124" y="431069"/>
                    </a:cubicBezTo>
                    <a:cubicBezTo>
                      <a:pt x="2302827" y="432097"/>
                      <a:pt x="2300680" y="433518"/>
                      <a:pt x="2298685" y="435331"/>
                    </a:cubicBezTo>
                    <a:cubicBezTo>
                      <a:pt x="2296690" y="437145"/>
                      <a:pt x="2294634" y="439624"/>
                      <a:pt x="2292518" y="442768"/>
                    </a:cubicBezTo>
                    <a:cubicBezTo>
                      <a:pt x="2290402" y="445912"/>
                      <a:pt x="2288104" y="449782"/>
                      <a:pt x="2285625" y="454377"/>
                    </a:cubicBezTo>
                    <a:cubicBezTo>
                      <a:pt x="2283146" y="458972"/>
                      <a:pt x="2280275" y="464474"/>
                      <a:pt x="2277010" y="470883"/>
                    </a:cubicBezTo>
                    <a:lnTo>
                      <a:pt x="2257601" y="470883"/>
                    </a:lnTo>
                    <a:close/>
                    <a:moveTo>
                      <a:pt x="1867328" y="397241"/>
                    </a:moveTo>
                    <a:lnTo>
                      <a:pt x="1880387" y="397241"/>
                    </a:lnTo>
                    <a:lnTo>
                      <a:pt x="1848464" y="538358"/>
                    </a:lnTo>
                    <a:lnTo>
                      <a:pt x="1853542" y="538358"/>
                    </a:lnTo>
                    <a:cubicBezTo>
                      <a:pt x="1858137" y="538358"/>
                      <a:pt x="1863095" y="537390"/>
                      <a:pt x="1868416" y="535455"/>
                    </a:cubicBezTo>
                    <a:cubicBezTo>
                      <a:pt x="1873736" y="533521"/>
                      <a:pt x="1879027" y="531012"/>
                      <a:pt x="1884287" y="527928"/>
                    </a:cubicBezTo>
                    <a:cubicBezTo>
                      <a:pt x="1889547" y="524845"/>
                      <a:pt x="1894596" y="521368"/>
                      <a:pt x="1899433" y="517498"/>
                    </a:cubicBezTo>
                    <a:cubicBezTo>
                      <a:pt x="1904270" y="513629"/>
                      <a:pt x="1908532" y="509729"/>
                      <a:pt x="1912220" y="505799"/>
                    </a:cubicBezTo>
                    <a:cubicBezTo>
                      <a:pt x="1915908" y="501869"/>
                      <a:pt x="1918841" y="498151"/>
                      <a:pt x="1921017" y="494644"/>
                    </a:cubicBezTo>
                    <a:cubicBezTo>
                      <a:pt x="1923194" y="491137"/>
                      <a:pt x="1924282" y="488175"/>
                      <a:pt x="1924282" y="485756"/>
                    </a:cubicBezTo>
                    <a:cubicBezTo>
                      <a:pt x="1924282" y="482854"/>
                      <a:pt x="1923315" y="480496"/>
                      <a:pt x="1921380" y="478682"/>
                    </a:cubicBezTo>
                    <a:cubicBezTo>
                      <a:pt x="1919445" y="476868"/>
                      <a:pt x="1915939" y="475659"/>
                      <a:pt x="1910860" y="475055"/>
                    </a:cubicBezTo>
                    <a:lnTo>
                      <a:pt x="1913037" y="463446"/>
                    </a:lnTo>
                    <a:lnTo>
                      <a:pt x="1978335" y="463446"/>
                    </a:lnTo>
                    <a:lnTo>
                      <a:pt x="1982869" y="474692"/>
                    </a:lnTo>
                    <a:cubicBezTo>
                      <a:pt x="1975251" y="481222"/>
                      <a:pt x="1967936" y="487268"/>
                      <a:pt x="1960922" y="492830"/>
                    </a:cubicBezTo>
                    <a:cubicBezTo>
                      <a:pt x="1953908" y="498393"/>
                      <a:pt x="1947046" y="503743"/>
                      <a:pt x="1940335" y="508883"/>
                    </a:cubicBezTo>
                    <a:cubicBezTo>
                      <a:pt x="1933624" y="514022"/>
                      <a:pt x="1926912" y="519070"/>
                      <a:pt x="1920201" y="524028"/>
                    </a:cubicBezTo>
                    <a:cubicBezTo>
                      <a:pt x="1913490" y="528986"/>
                      <a:pt x="1906627" y="534125"/>
                      <a:pt x="1899614" y="539446"/>
                    </a:cubicBezTo>
                    <a:cubicBezTo>
                      <a:pt x="1902516" y="548636"/>
                      <a:pt x="1905479" y="557977"/>
                      <a:pt x="1908502" y="567470"/>
                    </a:cubicBezTo>
                    <a:cubicBezTo>
                      <a:pt x="1911525" y="576962"/>
                      <a:pt x="1914548" y="586364"/>
                      <a:pt x="1917571" y="595675"/>
                    </a:cubicBezTo>
                    <a:cubicBezTo>
                      <a:pt x="1919022" y="600633"/>
                      <a:pt x="1920383" y="604895"/>
                      <a:pt x="1921652" y="608463"/>
                    </a:cubicBezTo>
                    <a:cubicBezTo>
                      <a:pt x="1922922" y="612030"/>
                      <a:pt x="1924282" y="614932"/>
                      <a:pt x="1925733" y="617169"/>
                    </a:cubicBezTo>
                    <a:cubicBezTo>
                      <a:pt x="1927185" y="619406"/>
                      <a:pt x="1928757" y="621069"/>
                      <a:pt x="1930449" y="622157"/>
                    </a:cubicBezTo>
                    <a:cubicBezTo>
                      <a:pt x="1932142" y="623245"/>
                      <a:pt x="1934198" y="623790"/>
                      <a:pt x="1936616" y="623790"/>
                    </a:cubicBezTo>
                    <a:cubicBezTo>
                      <a:pt x="1938309" y="623790"/>
                      <a:pt x="1940063" y="623487"/>
                      <a:pt x="1941877" y="622883"/>
                    </a:cubicBezTo>
                    <a:cubicBezTo>
                      <a:pt x="1943690" y="622278"/>
                      <a:pt x="1945716" y="621190"/>
                      <a:pt x="1947953" y="619618"/>
                    </a:cubicBezTo>
                    <a:cubicBezTo>
                      <a:pt x="1950190" y="618046"/>
                      <a:pt x="1952729" y="615899"/>
                      <a:pt x="1955571" y="613179"/>
                    </a:cubicBezTo>
                    <a:cubicBezTo>
                      <a:pt x="1958413" y="610458"/>
                      <a:pt x="1961648" y="607042"/>
                      <a:pt x="1965275" y="602930"/>
                    </a:cubicBezTo>
                    <a:lnTo>
                      <a:pt x="1977609" y="614720"/>
                    </a:lnTo>
                    <a:cubicBezTo>
                      <a:pt x="1971926" y="620525"/>
                      <a:pt x="1966636" y="625543"/>
                      <a:pt x="1961738" y="629775"/>
                    </a:cubicBezTo>
                    <a:cubicBezTo>
                      <a:pt x="1956841" y="634008"/>
                      <a:pt x="1952185" y="637484"/>
                      <a:pt x="1947772" y="640205"/>
                    </a:cubicBezTo>
                    <a:cubicBezTo>
                      <a:pt x="1943358" y="642926"/>
                      <a:pt x="1939095" y="644921"/>
                      <a:pt x="1934984" y="646191"/>
                    </a:cubicBezTo>
                    <a:cubicBezTo>
                      <a:pt x="1930873" y="647460"/>
                      <a:pt x="1926701" y="648095"/>
                      <a:pt x="1922469" y="648095"/>
                    </a:cubicBezTo>
                    <a:cubicBezTo>
                      <a:pt x="1914850" y="648095"/>
                      <a:pt x="1908713" y="646191"/>
                      <a:pt x="1904058" y="642382"/>
                    </a:cubicBezTo>
                    <a:cubicBezTo>
                      <a:pt x="1899402" y="638572"/>
                      <a:pt x="1895442" y="633131"/>
                      <a:pt x="1892177" y="626057"/>
                    </a:cubicBezTo>
                    <a:cubicBezTo>
                      <a:pt x="1888912" y="618983"/>
                      <a:pt x="1885919" y="610428"/>
                      <a:pt x="1883199" y="600391"/>
                    </a:cubicBezTo>
                    <a:cubicBezTo>
                      <a:pt x="1880478" y="590354"/>
                      <a:pt x="1877304" y="579169"/>
                      <a:pt x="1873676" y="566835"/>
                    </a:cubicBezTo>
                    <a:cubicBezTo>
                      <a:pt x="1872830" y="563933"/>
                      <a:pt x="1872013" y="561605"/>
                      <a:pt x="1871227" y="559852"/>
                    </a:cubicBezTo>
                    <a:cubicBezTo>
                      <a:pt x="1870441" y="558098"/>
                      <a:pt x="1869444" y="556768"/>
                      <a:pt x="1868234" y="555861"/>
                    </a:cubicBezTo>
                    <a:cubicBezTo>
                      <a:pt x="1867025" y="554954"/>
                      <a:pt x="1865514" y="554380"/>
                      <a:pt x="1863700" y="554138"/>
                    </a:cubicBezTo>
                    <a:cubicBezTo>
                      <a:pt x="1861886" y="553896"/>
                      <a:pt x="1859589" y="553775"/>
                      <a:pt x="1856807" y="553775"/>
                    </a:cubicBezTo>
                    <a:lnTo>
                      <a:pt x="1845199" y="553775"/>
                    </a:lnTo>
                    <a:lnTo>
                      <a:pt x="1825246" y="644830"/>
                    </a:lnTo>
                    <a:lnTo>
                      <a:pt x="1790421" y="644830"/>
                    </a:lnTo>
                    <a:lnTo>
                      <a:pt x="1834316" y="450024"/>
                    </a:lnTo>
                    <a:cubicBezTo>
                      <a:pt x="1835767" y="443615"/>
                      <a:pt x="1836795" y="438566"/>
                      <a:pt x="1837399" y="434878"/>
                    </a:cubicBezTo>
                    <a:cubicBezTo>
                      <a:pt x="1838004" y="431190"/>
                      <a:pt x="1838306" y="427895"/>
                      <a:pt x="1838306" y="424992"/>
                    </a:cubicBezTo>
                    <a:cubicBezTo>
                      <a:pt x="1838306" y="422695"/>
                      <a:pt x="1837913" y="420700"/>
                      <a:pt x="1837127" y="419007"/>
                    </a:cubicBezTo>
                    <a:cubicBezTo>
                      <a:pt x="1836341" y="417314"/>
                      <a:pt x="1835041" y="415954"/>
                      <a:pt x="1833227" y="414926"/>
                    </a:cubicBezTo>
                    <a:cubicBezTo>
                      <a:pt x="1831413" y="413898"/>
                      <a:pt x="1828995" y="413142"/>
                      <a:pt x="1825972" y="412658"/>
                    </a:cubicBezTo>
                    <a:cubicBezTo>
                      <a:pt x="1822949" y="412175"/>
                      <a:pt x="1819200" y="411872"/>
                      <a:pt x="1814726" y="411751"/>
                    </a:cubicBezTo>
                    <a:lnTo>
                      <a:pt x="1817447" y="399417"/>
                    </a:lnTo>
                    <a:close/>
                    <a:moveTo>
                      <a:pt x="1769380" y="340030"/>
                    </a:moveTo>
                    <a:lnTo>
                      <a:pt x="2474230" y="340030"/>
                    </a:lnTo>
                    <a:lnTo>
                      <a:pt x="2474230" y="359080"/>
                    </a:lnTo>
                    <a:lnTo>
                      <a:pt x="1769380" y="359080"/>
                    </a:lnTo>
                    <a:close/>
                    <a:moveTo>
                      <a:pt x="2022351" y="68019"/>
                    </a:moveTo>
                    <a:cubicBezTo>
                      <a:pt x="2015700" y="68019"/>
                      <a:pt x="2009140" y="69651"/>
                      <a:pt x="2002671" y="72916"/>
                    </a:cubicBezTo>
                    <a:cubicBezTo>
                      <a:pt x="1996201" y="76181"/>
                      <a:pt x="1990095" y="80807"/>
                      <a:pt x="1984351" y="86792"/>
                    </a:cubicBezTo>
                    <a:cubicBezTo>
                      <a:pt x="1978607" y="92778"/>
                      <a:pt x="1973377" y="100033"/>
                      <a:pt x="1968661" y="108558"/>
                    </a:cubicBezTo>
                    <a:cubicBezTo>
                      <a:pt x="1963945" y="117083"/>
                      <a:pt x="1960015" y="126606"/>
                      <a:pt x="1956871" y="137126"/>
                    </a:cubicBezTo>
                    <a:cubicBezTo>
                      <a:pt x="1972228" y="137005"/>
                      <a:pt x="1985439" y="135796"/>
                      <a:pt x="1996504" y="133499"/>
                    </a:cubicBezTo>
                    <a:cubicBezTo>
                      <a:pt x="2007568" y="131201"/>
                      <a:pt x="2016637" y="128057"/>
                      <a:pt x="2023711" y="124067"/>
                    </a:cubicBezTo>
                    <a:cubicBezTo>
                      <a:pt x="2030785" y="120076"/>
                      <a:pt x="2035985" y="115360"/>
                      <a:pt x="2039310" y="109919"/>
                    </a:cubicBezTo>
                    <a:cubicBezTo>
                      <a:pt x="2042636" y="104477"/>
                      <a:pt x="2044298" y="98491"/>
                      <a:pt x="2044298" y="91962"/>
                    </a:cubicBezTo>
                    <a:cubicBezTo>
                      <a:pt x="2044298" y="84464"/>
                      <a:pt x="2042424" y="78600"/>
                      <a:pt x="2038675" y="74367"/>
                    </a:cubicBezTo>
                    <a:cubicBezTo>
                      <a:pt x="2034927" y="70135"/>
                      <a:pt x="2029485" y="68019"/>
                      <a:pt x="2022351" y="68019"/>
                    </a:cubicBezTo>
                    <a:close/>
                    <a:moveTo>
                      <a:pt x="2030150" y="50062"/>
                    </a:moveTo>
                    <a:cubicBezTo>
                      <a:pt x="2045628" y="50062"/>
                      <a:pt x="2057388" y="53448"/>
                      <a:pt x="2065429" y="60219"/>
                    </a:cubicBezTo>
                    <a:cubicBezTo>
                      <a:pt x="2073471" y="66991"/>
                      <a:pt x="2077492" y="76604"/>
                      <a:pt x="2077492" y="89060"/>
                    </a:cubicBezTo>
                    <a:cubicBezTo>
                      <a:pt x="2077492" y="132834"/>
                      <a:pt x="2036076" y="154721"/>
                      <a:pt x="1953243" y="154721"/>
                    </a:cubicBezTo>
                    <a:cubicBezTo>
                      <a:pt x="1952639" y="157865"/>
                      <a:pt x="1952155" y="161281"/>
                      <a:pt x="1951792" y="164969"/>
                    </a:cubicBezTo>
                    <a:cubicBezTo>
                      <a:pt x="1951430" y="168657"/>
                      <a:pt x="1951248" y="172678"/>
                      <a:pt x="1951248" y="177031"/>
                    </a:cubicBezTo>
                    <a:cubicBezTo>
                      <a:pt x="1951248" y="190211"/>
                      <a:pt x="1953939" y="199825"/>
                      <a:pt x="1959320" y="205871"/>
                    </a:cubicBezTo>
                    <a:cubicBezTo>
                      <a:pt x="1964701" y="211917"/>
                      <a:pt x="1973075" y="214940"/>
                      <a:pt x="1984441" y="214940"/>
                    </a:cubicBezTo>
                    <a:cubicBezTo>
                      <a:pt x="1990367" y="214940"/>
                      <a:pt x="1995990" y="214305"/>
                      <a:pt x="2001310" y="213036"/>
                    </a:cubicBezTo>
                    <a:cubicBezTo>
                      <a:pt x="2006631" y="211766"/>
                      <a:pt x="2011861" y="209801"/>
                      <a:pt x="2017000" y="207141"/>
                    </a:cubicBezTo>
                    <a:cubicBezTo>
                      <a:pt x="2022139" y="204480"/>
                      <a:pt x="2027309" y="201064"/>
                      <a:pt x="2032508" y="196892"/>
                    </a:cubicBezTo>
                    <a:cubicBezTo>
                      <a:pt x="2037708" y="192721"/>
                      <a:pt x="2043150" y="187733"/>
                      <a:pt x="2048833" y="181928"/>
                    </a:cubicBezTo>
                    <a:lnTo>
                      <a:pt x="2062437" y="196620"/>
                    </a:lnTo>
                    <a:cubicBezTo>
                      <a:pt x="2048410" y="210527"/>
                      <a:pt x="2034413" y="220986"/>
                      <a:pt x="2020446" y="228000"/>
                    </a:cubicBezTo>
                    <a:cubicBezTo>
                      <a:pt x="2006480" y="235013"/>
                      <a:pt x="1991455" y="238520"/>
                      <a:pt x="1975372" y="238520"/>
                    </a:cubicBezTo>
                    <a:cubicBezTo>
                      <a:pt x="1965940" y="238520"/>
                      <a:pt x="1957566" y="237099"/>
                      <a:pt x="1950251" y="234258"/>
                    </a:cubicBezTo>
                    <a:cubicBezTo>
                      <a:pt x="1942935" y="231416"/>
                      <a:pt x="1936768" y="227274"/>
                      <a:pt x="1931749" y="221833"/>
                    </a:cubicBezTo>
                    <a:cubicBezTo>
                      <a:pt x="1926731" y="216391"/>
                      <a:pt x="1922922" y="209771"/>
                      <a:pt x="1920322" y="201971"/>
                    </a:cubicBezTo>
                    <a:cubicBezTo>
                      <a:pt x="1917722" y="194172"/>
                      <a:pt x="1916422" y="185375"/>
                      <a:pt x="1916422" y="175580"/>
                    </a:cubicBezTo>
                    <a:cubicBezTo>
                      <a:pt x="1916422" y="168687"/>
                      <a:pt x="1917027" y="161523"/>
                      <a:pt x="1918236" y="154086"/>
                    </a:cubicBezTo>
                    <a:cubicBezTo>
                      <a:pt x="1919445" y="146649"/>
                      <a:pt x="1921320" y="139212"/>
                      <a:pt x="1923859" y="131776"/>
                    </a:cubicBezTo>
                    <a:cubicBezTo>
                      <a:pt x="1926399" y="124339"/>
                      <a:pt x="1929543" y="117083"/>
                      <a:pt x="1933291" y="110009"/>
                    </a:cubicBezTo>
                    <a:cubicBezTo>
                      <a:pt x="1937040" y="102935"/>
                      <a:pt x="1941453" y="96315"/>
                      <a:pt x="1946532" y="90148"/>
                    </a:cubicBezTo>
                    <a:cubicBezTo>
                      <a:pt x="1956690" y="77572"/>
                      <a:pt x="1968933" y="67747"/>
                      <a:pt x="1983262" y="60673"/>
                    </a:cubicBezTo>
                    <a:cubicBezTo>
                      <a:pt x="1997592" y="53599"/>
                      <a:pt x="2013221" y="50062"/>
                      <a:pt x="2030150" y="50062"/>
                    </a:cubicBezTo>
                    <a:close/>
                    <a:moveTo>
                      <a:pt x="2111731" y="0"/>
                    </a:moveTo>
                    <a:lnTo>
                      <a:pt x="2190996" y="0"/>
                    </a:lnTo>
                    <a:lnTo>
                      <a:pt x="2188275" y="11427"/>
                    </a:lnTo>
                    <a:cubicBezTo>
                      <a:pt x="2184285" y="11790"/>
                      <a:pt x="2180960" y="12576"/>
                      <a:pt x="2178299" y="13785"/>
                    </a:cubicBezTo>
                    <a:cubicBezTo>
                      <a:pt x="2175639" y="14994"/>
                      <a:pt x="2173553" y="16717"/>
                      <a:pt x="2172042" y="18954"/>
                    </a:cubicBezTo>
                    <a:cubicBezTo>
                      <a:pt x="2170530" y="21192"/>
                      <a:pt x="2169472" y="24033"/>
                      <a:pt x="2168867" y="27480"/>
                    </a:cubicBezTo>
                    <a:cubicBezTo>
                      <a:pt x="2168263" y="30926"/>
                      <a:pt x="2167960" y="35128"/>
                      <a:pt x="2167960" y="40086"/>
                    </a:cubicBezTo>
                    <a:cubicBezTo>
                      <a:pt x="2167960" y="41537"/>
                      <a:pt x="2168021" y="43562"/>
                      <a:pt x="2168142" y="46162"/>
                    </a:cubicBezTo>
                    <a:cubicBezTo>
                      <a:pt x="2168263" y="48762"/>
                      <a:pt x="2168444" y="52239"/>
                      <a:pt x="2168686" y="56592"/>
                    </a:cubicBezTo>
                    <a:cubicBezTo>
                      <a:pt x="2169412" y="68684"/>
                      <a:pt x="2170167" y="81018"/>
                      <a:pt x="2170953" y="93594"/>
                    </a:cubicBezTo>
                    <a:cubicBezTo>
                      <a:pt x="2171739" y="106170"/>
                      <a:pt x="2172495" y="118383"/>
                      <a:pt x="2173221" y="130234"/>
                    </a:cubicBezTo>
                    <a:cubicBezTo>
                      <a:pt x="2173946" y="142084"/>
                      <a:pt x="2174581" y="153360"/>
                      <a:pt x="2175125" y="164062"/>
                    </a:cubicBezTo>
                    <a:cubicBezTo>
                      <a:pt x="2175669" y="174764"/>
                      <a:pt x="2175941" y="184226"/>
                      <a:pt x="2175941" y="192449"/>
                    </a:cubicBezTo>
                    <a:lnTo>
                      <a:pt x="2177755" y="192449"/>
                    </a:lnTo>
                    <a:lnTo>
                      <a:pt x="2251034" y="69833"/>
                    </a:lnTo>
                    <a:cubicBezTo>
                      <a:pt x="2254662" y="63908"/>
                      <a:pt x="2257625" y="58768"/>
                      <a:pt x="2259922" y="54415"/>
                    </a:cubicBezTo>
                    <a:cubicBezTo>
                      <a:pt x="2262220" y="50062"/>
                      <a:pt x="2264034" y="46253"/>
                      <a:pt x="2265364" y="42988"/>
                    </a:cubicBezTo>
                    <a:cubicBezTo>
                      <a:pt x="2266694" y="39723"/>
                      <a:pt x="2267631" y="36791"/>
                      <a:pt x="2268175" y="34191"/>
                    </a:cubicBezTo>
                    <a:cubicBezTo>
                      <a:pt x="2268719" y="31591"/>
                      <a:pt x="2268991" y="28961"/>
                      <a:pt x="2268991" y="26301"/>
                    </a:cubicBezTo>
                    <a:cubicBezTo>
                      <a:pt x="2268991" y="17231"/>
                      <a:pt x="2262583" y="12274"/>
                      <a:pt x="2249765" y="11427"/>
                    </a:cubicBezTo>
                    <a:lnTo>
                      <a:pt x="2252123" y="0"/>
                    </a:lnTo>
                    <a:lnTo>
                      <a:pt x="2331388" y="0"/>
                    </a:lnTo>
                    <a:lnTo>
                      <a:pt x="2329211" y="11427"/>
                    </a:lnTo>
                    <a:cubicBezTo>
                      <a:pt x="2326551" y="11790"/>
                      <a:pt x="2324102" y="12274"/>
                      <a:pt x="2321865" y="12878"/>
                    </a:cubicBezTo>
                    <a:cubicBezTo>
                      <a:pt x="2319628" y="13483"/>
                      <a:pt x="2317179" y="15025"/>
                      <a:pt x="2314519" y="17503"/>
                    </a:cubicBezTo>
                    <a:cubicBezTo>
                      <a:pt x="2311859" y="19982"/>
                      <a:pt x="2308745" y="23670"/>
                      <a:pt x="2305178" y="28568"/>
                    </a:cubicBezTo>
                    <a:cubicBezTo>
                      <a:pt x="2301610" y="33465"/>
                      <a:pt x="2297106" y="40267"/>
                      <a:pt x="2291665" y="48974"/>
                    </a:cubicBezTo>
                    <a:lnTo>
                      <a:pt x="2174853" y="238702"/>
                    </a:lnTo>
                    <a:lnTo>
                      <a:pt x="2148371" y="238702"/>
                    </a:lnTo>
                    <a:cubicBezTo>
                      <a:pt x="2145711" y="206536"/>
                      <a:pt x="2143081" y="174582"/>
                      <a:pt x="2140481" y="142840"/>
                    </a:cubicBezTo>
                    <a:cubicBezTo>
                      <a:pt x="2137881" y="111098"/>
                      <a:pt x="2135311" y="78962"/>
                      <a:pt x="2132772" y="46434"/>
                    </a:cubicBezTo>
                    <a:cubicBezTo>
                      <a:pt x="2132288" y="40751"/>
                      <a:pt x="2131593" y="35853"/>
                      <a:pt x="2130686" y="31742"/>
                    </a:cubicBezTo>
                    <a:cubicBezTo>
                      <a:pt x="2129779" y="27631"/>
                      <a:pt x="2128388" y="24124"/>
                      <a:pt x="2126514" y="21222"/>
                    </a:cubicBezTo>
                    <a:cubicBezTo>
                      <a:pt x="2124640" y="18320"/>
                      <a:pt x="2122342" y="16083"/>
                      <a:pt x="2119622" y="14511"/>
                    </a:cubicBezTo>
                    <a:cubicBezTo>
                      <a:pt x="2116901" y="12939"/>
                      <a:pt x="2113424" y="11911"/>
                      <a:pt x="2109192" y="1142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4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819F5DC4-9977-404E-ADB4-891F4B82F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428" y="4656725"/>
                <a:ext cx="966310" cy="0"/>
              </a:xfrm>
              <a:prstGeom prst="line">
                <a:avLst/>
              </a:prstGeom>
              <a:ln w="222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CAF02CF-09F6-4DAA-BEBA-A78377B228C8}"/>
                  </a:ext>
                </a:extLst>
              </p:cNvPr>
              <p:cNvSpPr txBox="1"/>
              <p:nvPr/>
            </p:nvSpPr>
            <p:spPr>
              <a:xfrm>
                <a:off x="6614483" y="5084762"/>
                <a:ext cx="1995818" cy="526485"/>
              </a:xfrm>
              <a:custGeom>
                <a:avLst/>
                <a:gdLst/>
                <a:ahLst/>
                <a:cxnLst/>
                <a:rect l="l" t="t" r="r" b="b"/>
                <a:pathLst>
                  <a:path w="1995818" h="526485">
                    <a:moveTo>
                      <a:pt x="220749" y="463477"/>
                    </a:moveTo>
                    <a:cubicBezTo>
                      <a:pt x="224692" y="463477"/>
                      <a:pt x="228121" y="464934"/>
                      <a:pt x="231036" y="467849"/>
                    </a:cubicBezTo>
                    <a:cubicBezTo>
                      <a:pt x="233951" y="470764"/>
                      <a:pt x="235408" y="474193"/>
                      <a:pt x="235408" y="478136"/>
                    </a:cubicBezTo>
                    <a:cubicBezTo>
                      <a:pt x="235408" y="482079"/>
                      <a:pt x="233951" y="485466"/>
                      <a:pt x="231036" y="488294"/>
                    </a:cubicBezTo>
                    <a:cubicBezTo>
                      <a:pt x="228121" y="491123"/>
                      <a:pt x="224692" y="492538"/>
                      <a:pt x="220749" y="492538"/>
                    </a:cubicBezTo>
                    <a:cubicBezTo>
                      <a:pt x="216806" y="492538"/>
                      <a:pt x="213377" y="491123"/>
                      <a:pt x="210462" y="488294"/>
                    </a:cubicBezTo>
                    <a:cubicBezTo>
                      <a:pt x="207547" y="485466"/>
                      <a:pt x="206090" y="482079"/>
                      <a:pt x="206090" y="478136"/>
                    </a:cubicBezTo>
                    <a:cubicBezTo>
                      <a:pt x="206090" y="474193"/>
                      <a:pt x="207547" y="470764"/>
                      <a:pt x="210462" y="467849"/>
                    </a:cubicBezTo>
                    <a:cubicBezTo>
                      <a:pt x="213377" y="464934"/>
                      <a:pt x="216806" y="463477"/>
                      <a:pt x="220749" y="463477"/>
                    </a:cubicBezTo>
                    <a:close/>
                    <a:moveTo>
                      <a:pt x="1326859" y="424386"/>
                    </a:moveTo>
                    <a:cubicBezTo>
                      <a:pt x="1324801" y="424386"/>
                      <a:pt x="1321587" y="424815"/>
                      <a:pt x="1317215" y="425672"/>
                    </a:cubicBezTo>
                    <a:cubicBezTo>
                      <a:pt x="1312843" y="426530"/>
                      <a:pt x="1308085" y="426958"/>
                      <a:pt x="1302941" y="426958"/>
                    </a:cubicBezTo>
                    <a:cubicBezTo>
                      <a:pt x="1304484" y="436045"/>
                      <a:pt x="1305256" y="444189"/>
                      <a:pt x="1305256" y="451390"/>
                    </a:cubicBezTo>
                    <a:cubicBezTo>
                      <a:pt x="1316743" y="450704"/>
                      <a:pt x="1323730" y="447918"/>
                      <a:pt x="1326216" y="443032"/>
                    </a:cubicBezTo>
                    <a:cubicBezTo>
                      <a:pt x="1328702" y="438145"/>
                      <a:pt x="1329945" y="433816"/>
                      <a:pt x="1329945" y="430044"/>
                    </a:cubicBezTo>
                    <a:cubicBezTo>
                      <a:pt x="1329945" y="426272"/>
                      <a:pt x="1328916" y="424386"/>
                      <a:pt x="1326859" y="424386"/>
                    </a:cubicBezTo>
                    <a:close/>
                    <a:moveTo>
                      <a:pt x="1332131" y="413585"/>
                    </a:moveTo>
                    <a:cubicBezTo>
                      <a:pt x="1334445" y="413585"/>
                      <a:pt x="1338432" y="415128"/>
                      <a:pt x="1344089" y="418214"/>
                    </a:cubicBezTo>
                    <a:cubicBezTo>
                      <a:pt x="1349747" y="421300"/>
                      <a:pt x="1352576" y="423872"/>
                      <a:pt x="1352576" y="425930"/>
                    </a:cubicBezTo>
                    <a:cubicBezTo>
                      <a:pt x="1352576" y="427987"/>
                      <a:pt x="1351462" y="429744"/>
                      <a:pt x="1349233" y="431202"/>
                    </a:cubicBezTo>
                    <a:cubicBezTo>
                      <a:pt x="1347004" y="432659"/>
                      <a:pt x="1344775" y="434888"/>
                      <a:pt x="1342546" y="437888"/>
                    </a:cubicBezTo>
                    <a:cubicBezTo>
                      <a:pt x="1340317" y="440889"/>
                      <a:pt x="1339203" y="443117"/>
                      <a:pt x="1339203" y="444575"/>
                    </a:cubicBezTo>
                    <a:cubicBezTo>
                      <a:pt x="1339203" y="446032"/>
                      <a:pt x="1339632" y="447232"/>
                      <a:pt x="1340489" y="448175"/>
                    </a:cubicBezTo>
                    <a:cubicBezTo>
                      <a:pt x="1341346" y="449118"/>
                      <a:pt x="1341775" y="450190"/>
                      <a:pt x="1341775" y="451390"/>
                    </a:cubicBezTo>
                    <a:cubicBezTo>
                      <a:pt x="1341775" y="454133"/>
                      <a:pt x="1339632" y="455590"/>
                      <a:pt x="1335345" y="455762"/>
                    </a:cubicBezTo>
                    <a:cubicBezTo>
                      <a:pt x="1331059" y="455933"/>
                      <a:pt x="1320944" y="456962"/>
                      <a:pt x="1304999" y="458848"/>
                    </a:cubicBezTo>
                    <a:cubicBezTo>
                      <a:pt x="1304484" y="465363"/>
                      <a:pt x="1302941" y="468621"/>
                      <a:pt x="1300370" y="468621"/>
                    </a:cubicBezTo>
                    <a:cubicBezTo>
                      <a:pt x="1297798" y="468621"/>
                      <a:pt x="1296169" y="464334"/>
                      <a:pt x="1295483" y="455762"/>
                    </a:cubicBezTo>
                    <a:cubicBezTo>
                      <a:pt x="1294112" y="439474"/>
                      <a:pt x="1292140" y="429444"/>
                      <a:pt x="1289568" y="425672"/>
                    </a:cubicBezTo>
                    <a:cubicBezTo>
                      <a:pt x="1288197" y="423444"/>
                      <a:pt x="1287511" y="421729"/>
                      <a:pt x="1287511" y="420529"/>
                    </a:cubicBezTo>
                    <a:cubicBezTo>
                      <a:pt x="1287511" y="419329"/>
                      <a:pt x="1288325" y="418729"/>
                      <a:pt x="1289954" y="418729"/>
                    </a:cubicBezTo>
                    <a:cubicBezTo>
                      <a:pt x="1291583" y="418729"/>
                      <a:pt x="1294369" y="419586"/>
                      <a:pt x="1298312" y="421300"/>
                    </a:cubicBezTo>
                    <a:cubicBezTo>
                      <a:pt x="1303456" y="421300"/>
                      <a:pt x="1308599" y="420743"/>
                      <a:pt x="1313743" y="419629"/>
                    </a:cubicBezTo>
                    <a:cubicBezTo>
                      <a:pt x="1318886" y="418514"/>
                      <a:pt x="1322658" y="417228"/>
                      <a:pt x="1325058" y="415771"/>
                    </a:cubicBezTo>
                    <a:cubicBezTo>
                      <a:pt x="1327459" y="414314"/>
                      <a:pt x="1329816" y="413585"/>
                      <a:pt x="1332131" y="413585"/>
                    </a:cubicBezTo>
                    <a:close/>
                    <a:moveTo>
                      <a:pt x="1565003" y="408184"/>
                    </a:moveTo>
                    <a:cubicBezTo>
                      <a:pt x="1551287" y="410242"/>
                      <a:pt x="1541686" y="411356"/>
                      <a:pt x="1536199" y="411528"/>
                    </a:cubicBezTo>
                    <a:cubicBezTo>
                      <a:pt x="1537914" y="421300"/>
                      <a:pt x="1540485" y="433559"/>
                      <a:pt x="1543914" y="448304"/>
                    </a:cubicBezTo>
                    <a:cubicBezTo>
                      <a:pt x="1553173" y="447618"/>
                      <a:pt x="1561231" y="446675"/>
                      <a:pt x="1568089" y="445475"/>
                    </a:cubicBezTo>
                    <a:lnTo>
                      <a:pt x="1568346" y="430302"/>
                    </a:lnTo>
                    <a:cubicBezTo>
                      <a:pt x="1564574" y="430816"/>
                      <a:pt x="1560759" y="431073"/>
                      <a:pt x="1556902" y="431073"/>
                    </a:cubicBezTo>
                    <a:cubicBezTo>
                      <a:pt x="1553044" y="431073"/>
                      <a:pt x="1550044" y="430516"/>
                      <a:pt x="1547901" y="429401"/>
                    </a:cubicBezTo>
                    <a:cubicBezTo>
                      <a:pt x="1545757" y="428287"/>
                      <a:pt x="1544686" y="427515"/>
                      <a:pt x="1544686" y="427087"/>
                    </a:cubicBezTo>
                    <a:cubicBezTo>
                      <a:pt x="1544686" y="426658"/>
                      <a:pt x="1547215" y="426187"/>
                      <a:pt x="1552273" y="425672"/>
                    </a:cubicBezTo>
                    <a:cubicBezTo>
                      <a:pt x="1557330" y="425158"/>
                      <a:pt x="1562688" y="424386"/>
                      <a:pt x="1568346" y="423358"/>
                    </a:cubicBezTo>
                    <a:cubicBezTo>
                      <a:pt x="1568003" y="416328"/>
                      <a:pt x="1566889" y="411271"/>
                      <a:pt x="1565003" y="408184"/>
                    </a:cubicBezTo>
                    <a:close/>
                    <a:moveTo>
                      <a:pt x="1603836" y="404070"/>
                    </a:moveTo>
                    <a:cubicBezTo>
                      <a:pt x="1599721" y="404070"/>
                      <a:pt x="1591578" y="404841"/>
                      <a:pt x="1579405" y="406384"/>
                    </a:cubicBezTo>
                    <a:cubicBezTo>
                      <a:pt x="1578719" y="410156"/>
                      <a:pt x="1578376" y="414957"/>
                      <a:pt x="1578376" y="420786"/>
                    </a:cubicBezTo>
                    <a:cubicBezTo>
                      <a:pt x="1584891" y="419414"/>
                      <a:pt x="1589263" y="418729"/>
                      <a:pt x="1591492" y="418729"/>
                    </a:cubicBezTo>
                    <a:cubicBezTo>
                      <a:pt x="1593721" y="418729"/>
                      <a:pt x="1595435" y="419029"/>
                      <a:pt x="1596635" y="419629"/>
                    </a:cubicBezTo>
                    <a:cubicBezTo>
                      <a:pt x="1597835" y="420229"/>
                      <a:pt x="1598436" y="420957"/>
                      <a:pt x="1598436" y="421815"/>
                    </a:cubicBezTo>
                    <a:cubicBezTo>
                      <a:pt x="1598436" y="422672"/>
                      <a:pt x="1598050" y="423358"/>
                      <a:pt x="1597278" y="423872"/>
                    </a:cubicBezTo>
                    <a:cubicBezTo>
                      <a:pt x="1596507" y="424386"/>
                      <a:pt x="1594278" y="425115"/>
                      <a:pt x="1590592" y="426058"/>
                    </a:cubicBezTo>
                    <a:cubicBezTo>
                      <a:pt x="1586905" y="427001"/>
                      <a:pt x="1582834" y="427901"/>
                      <a:pt x="1578376" y="428758"/>
                    </a:cubicBezTo>
                    <a:lnTo>
                      <a:pt x="1577862" y="443675"/>
                    </a:lnTo>
                    <a:cubicBezTo>
                      <a:pt x="1584377" y="442646"/>
                      <a:pt x="1589263" y="442132"/>
                      <a:pt x="1592520" y="442132"/>
                    </a:cubicBezTo>
                    <a:cubicBezTo>
                      <a:pt x="1595778" y="442132"/>
                      <a:pt x="1597921" y="442560"/>
                      <a:pt x="1598950" y="443417"/>
                    </a:cubicBezTo>
                    <a:cubicBezTo>
                      <a:pt x="1599978" y="444275"/>
                      <a:pt x="1600921" y="444703"/>
                      <a:pt x="1601779" y="444703"/>
                    </a:cubicBezTo>
                    <a:cubicBezTo>
                      <a:pt x="1604522" y="444703"/>
                      <a:pt x="1607008" y="440417"/>
                      <a:pt x="1609237" y="431845"/>
                    </a:cubicBezTo>
                    <a:cubicBezTo>
                      <a:pt x="1611466" y="423272"/>
                      <a:pt x="1612580" y="417057"/>
                      <a:pt x="1612580" y="413199"/>
                    </a:cubicBezTo>
                    <a:cubicBezTo>
                      <a:pt x="1612580" y="409342"/>
                      <a:pt x="1612152" y="406856"/>
                      <a:pt x="1611294" y="405741"/>
                    </a:cubicBezTo>
                    <a:cubicBezTo>
                      <a:pt x="1610437" y="404627"/>
                      <a:pt x="1607951" y="404070"/>
                      <a:pt x="1603836" y="404070"/>
                    </a:cubicBezTo>
                    <a:close/>
                    <a:moveTo>
                      <a:pt x="1606665" y="396869"/>
                    </a:moveTo>
                    <a:cubicBezTo>
                      <a:pt x="1611637" y="396869"/>
                      <a:pt x="1618066" y="399140"/>
                      <a:pt x="1625953" y="403684"/>
                    </a:cubicBezTo>
                    <a:cubicBezTo>
                      <a:pt x="1633840" y="408227"/>
                      <a:pt x="1637783" y="411399"/>
                      <a:pt x="1637783" y="413199"/>
                    </a:cubicBezTo>
                    <a:cubicBezTo>
                      <a:pt x="1637783" y="415000"/>
                      <a:pt x="1636540" y="416714"/>
                      <a:pt x="1634054" y="418343"/>
                    </a:cubicBezTo>
                    <a:cubicBezTo>
                      <a:pt x="1631568" y="419972"/>
                      <a:pt x="1629082" y="422629"/>
                      <a:pt x="1626596" y="426315"/>
                    </a:cubicBezTo>
                    <a:cubicBezTo>
                      <a:pt x="1624110" y="430001"/>
                      <a:pt x="1622396" y="433002"/>
                      <a:pt x="1621453" y="435316"/>
                    </a:cubicBezTo>
                    <a:cubicBezTo>
                      <a:pt x="1620510" y="437631"/>
                      <a:pt x="1618752" y="440760"/>
                      <a:pt x="1616181" y="444703"/>
                    </a:cubicBezTo>
                    <a:cubicBezTo>
                      <a:pt x="1613609" y="448647"/>
                      <a:pt x="1611980" y="450876"/>
                      <a:pt x="1611294" y="451390"/>
                    </a:cubicBezTo>
                    <a:cubicBezTo>
                      <a:pt x="1610608" y="451904"/>
                      <a:pt x="1609623" y="452161"/>
                      <a:pt x="1608337" y="452161"/>
                    </a:cubicBezTo>
                    <a:cubicBezTo>
                      <a:pt x="1607051" y="452161"/>
                      <a:pt x="1605851" y="451518"/>
                      <a:pt x="1604736" y="450233"/>
                    </a:cubicBezTo>
                    <a:cubicBezTo>
                      <a:pt x="1603622" y="448947"/>
                      <a:pt x="1600193" y="448304"/>
                      <a:pt x="1594449" y="448304"/>
                    </a:cubicBezTo>
                    <a:cubicBezTo>
                      <a:pt x="1588706" y="448304"/>
                      <a:pt x="1583091" y="448818"/>
                      <a:pt x="1577604" y="449847"/>
                    </a:cubicBezTo>
                    <a:lnTo>
                      <a:pt x="1577090" y="468621"/>
                    </a:lnTo>
                    <a:cubicBezTo>
                      <a:pt x="1591320" y="466049"/>
                      <a:pt x="1599893" y="464763"/>
                      <a:pt x="1602808" y="464763"/>
                    </a:cubicBezTo>
                    <a:cubicBezTo>
                      <a:pt x="1605722" y="464763"/>
                      <a:pt x="1608508" y="465192"/>
                      <a:pt x="1611166" y="466049"/>
                    </a:cubicBezTo>
                    <a:cubicBezTo>
                      <a:pt x="1613823" y="466906"/>
                      <a:pt x="1615152" y="468192"/>
                      <a:pt x="1615152" y="469906"/>
                    </a:cubicBezTo>
                    <a:cubicBezTo>
                      <a:pt x="1615152" y="471621"/>
                      <a:pt x="1612666" y="472993"/>
                      <a:pt x="1607694" y="474021"/>
                    </a:cubicBezTo>
                    <a:cubicBezTo>
                      <a:pt x="1602722" y="475050"/>
                      <a:pt x="1592435" y="476336"/>
                      <a:pt x="1576833" y="477879"/>
                    </a:cubicBezTo>
                    <a:lnTo>
                      <a:pt x="1576061" y="497681"/>
                    </a:lnTo>
                    <a:cubicBezTo>
                      <a:pt x="1605722" y="494938"/>
                      <a:pt x="1622053" y="493395"/>
                      <a:pt x="1625053" y="493052"/>
                    </a:cubicBezTo>
                    <a:cubicBezTo>
                      <a:pt x="1628053" y="492709"/>
                      <a:pt x="1631011" y="492538"/>
                      <a:pt x="1633926" y="492538"/>
                    </a:cubicBezTo>
                    <a:cubicBezTo>
                      <a:pt x="1642327" y="492538"/>
                      <a:pt x="1648842" y="494252"/>
                      <a:pt x="1653471" y="497681"/>
                    </a:cubicBezTo>
                    <a:cubicBezTo>
                      <a:pt x="1658100" y="501110"/>
                      <a:pt x="1660415" y="503896"/>
                      <a:pt x="1660415" y="506040"/>
                    </a:cubicBezTo>
                    <a:cubicBezTo>
                      <a:pt x="1660415" y="508183"/>
                      <a:pt x="1657671" y="509254"/>
                      <a:pt x="1652185" y="509254"/>
                    </a:cubicBezTo>
                    <a:cubicBezTo>
                      <a:pt x="1646699" y="509254"/>
                      <a:pt x="1640055" y="508611"/>
                      <a:pt x="1632254" y="507325"/>
                    </a:cubicBezTo>
                    <a:cubicBezTo>
                      <a:pt x="1624453" y="506040"/>
                      <a:pt x="1611937" y="505397"/>
                      <a:pt x="1594706" y="505397"/>
                    </a:cubicBezTo>
                    <a:cubicBezTo>
                      <a:pt x="1577476" y="505397"/>
                      <a:pt x="1561959" y="506254"/>
                      <a:pt x="1548158" y="507968"/>
                    </a:cubicBezTo>
                    <a:cubicBezTo>
                      <a:pt x="1534356" y="509683"/>
                      <a:pt x="1525226" y="511097"/>
                      <a:pt x="1520769" y="512212"/>
                    </a:cubicBezTo>
                    <a:cubicBezTo>
                      <a:pt x="1516311" y="513326"/>
                      <a:pt x="1512539" y="513883"/>
                      <a:pt x="1509453" y="513883"/>
                    </a:cubicBezTo>
                    <a:cubicBezTo>
                      <a:pt x="1506367" y="513883"/>
                      <a:pt x="1502938" y="512683"/>
                      <a:pt x="1499166" y="510283"/>
                    </a:cubicBezTo>
                    <a:cubicBezTo>
                      <a:pt x="1495394" y="507883"/>
                      <a:pt x="1493508" y="506254"/>
                      <a:pt x="1493508" y="505397"/>
                    </a:cubicBezTo>
                    <a:cubicBezTo>
                      <a:pt x="1493508" y="504539"/>
                      <a:pt x="1494022" y="503982"/>
                      <a:pt x="1495051" y="503725"/>
                    </a:cubicBezTo>
                    <a:cubicBezTo>
                      <a:pt x="1496080" y="503468"/>
                      <a:pt x="1497409" y="503382"/>
                      <a:pt x="1499037" y="503468"/>
                    </a:cubicBezTo>
                    <a:cubicBezTo>
                      <a:pt x="1500666" y="503554"/>
                      <a:pt x="1501652" y="503596"/>
                      <a:pt x="1501995" y="503596"/>
                    </a:cubicBezTo>
                    <a:cubicBezTo>
                      <a:pt x="1504910" y="503596"/>
                      <a:pt x="1526598" y="501882"/>
                      <a:pt x="1567060" y="498453"/>
                    </a:cubicBezTo>
                    <a:lnTo>
                      <a:pt x="1567317" y="478908"/>
                    </a:lnTo>
                    <a:cubicBezTo>
                      <a:pt x="1556345" y="479936"/>
                      <a:pt x="1548672" y="480451"/>
                      <a:pt x="1544300" y="480451"/>
                    </a:cubicBezTo>
                    <a:cubicBezTo>
                      <a:pt x="1539928" y="480451"/>
                      <a:pt x="1536328" y="480022"/>
                      <a:pt x="1533499" y="479165"/>
                    </a:cubicBezTo>
                    <a:cubicBezTo>
                      <a:pt x="1530670" y="478307"/>
                      <a:pt x="1529255" y="477279"/>
                      <a:pt x="1529255" y="476079"/>
                    </a:cubicBezTo>
                    <a:cubicBezTo>
                      <a:pt x="1529255" y="474879"/>
                      <a:pt x="1532470" y="474107"/>
                      <a:pt x="1538899" y="473764"/>
                    </a:cubicBezTo>
                    <a:cubicBezTo>
                      <a:pt x="1545329" y="473421"/>
                      <a:pt x="1554887" y="472307"/>
                      <a:pt x="1567574" y="470421"/>
                    </a:cubicBezTo>
                    <a:lnTo>
                      <a:pt x="1567832" y="451390"/>
                    </a:lnTo>
                    <a:cubicBezTo>
                      <a:pt x="1561659" y="452247"/>
                      <a:pt x="1554116" y="453104"/>
                      <a:pt x="1545200" y="453962"/>
                    </a:cubicBezTo>
                    <a:cubicBezTo>
                      <a:pt x="1545543" y="456533"/>
                      <a:pt x="1544857" y="457819"/>
                      <a:pt x="1543143" y="457819"/>
                    </a:cubicBezTo>
                    <a:cubicBezTo>
                      <a:pt x="1541428" y="457819"/>
                      <a:pt x="1539714" y="456619"/>
                      <a:pt x="1537999" y="454219"/>
                    </a:cubicBezTo>
                    <a:cubicBezTo>
                      <a:pt x="1536285" y="451818"/>
                      <a:pt x="1534913" y="448732"/>
                      <a:pt x="1533885" y="444960"/>
                    </a:cubicBezTo>
                    <a:cubicBezTo>
                      <a:pt x="1528912" y="426958"/>
                      <a:pt x="1524883" y="416543"/>
                      <a:pt x="1521797" y="413714"/>
                    </a:cubicBezTo>
                    <a:cubicBezTo>
                      <a:pt x="1518711" y="410885"/>
                      <a:pt x="1517168" y="408785"/>
                      <a:pt x="1517168" y="407413"/>
                    </a:cubicBezTo>
                    <a:cubicBezTo>
                      <a:pt x="1517168" y="406041"/>
                      <a:pt x="1518454" y="405356"/>
                      <a:pt x="1521026" y="405356"/>
                    </a:cubicBezTo>
                    <a:cubicBezTo>
                      <a:pt x="1523598" y="405356"/>
                      <a:pt x="1526684" y="405698"/>
                      <a:pt x="1530284" y="406384"/>
                    </a:cubicBezTo>
                    <a:cubicBezTo>
                      <a:pt x="1539371" y="405527"/>
                      <a:pt x="1554073" y="403727"/>
                      <a:pt x="1574390" y="400984"/>
                    </a:cubicBezTo>
                    <a:cubicBezTo>
                      <a:pt x="1594706" y="398240"/>
                      <a:pt x="1605465" y="396869"/>
                      <a:pt x="1606665" y="396869"/>
                    </a:cubicBezTo>
                    <a:close/>
                    <a:moveTo>
                      <a:pt x="103849" y="376417"/>
                    </a:moveTo>
                    <a:cubicBezTo>
                      <a:pt x="95394" y="376417"/>
                      <a:pt x="87252" y="380687"/>
                      <a:pt x="79425" y="389226"/>
                    </a:cubicBezTo>
                    <a:cubicBezTo>
                      <a:pt x="71598" y="397765"/>
                      <a:pt x="65591" y="409318"/>
                      <a:pt x="61405" y="423884"/>
                    </a:cubicBezTo>
                    <a:cubicBezTo>
                      <a:pt x="73209" y="423800"/>
                      <a:pt x="83339" y="422733"/>
                      <a:pt x="91794" y="420682"/>
                    </a:cubicBezTo>
                    <a:cubicBezTo>
                      <a:pt x="100249" y="418631"/>
                      <a:pt x="106737" y="415366"/>
                      <a:pt x="111258" y="410887"/>
                    </a:cubicBezTo>
                    <a:cubicBezTo>
                      <a:pt x="115779" y="406409"/>
                      <a:pt x="118039" y="400360"/>
                      <a:pt x="118039" y="392742"/>
                    </a:cubicBezTo>
                    <a:cubicBezTo>
                      <a:pt x="118039" y="387635"/>
                      <a:pt x="116846" y="383638"/>
                      <a:pt x="114460" y="380750"/>
                    </a:cubicBezTo>
                    <a:cubicBezTo>
                      <a:pt x="112074" y="377861"/>
                      <a:pt x="108537" y="376417"/>
                      <a:pt x="103849" y="376417"/>
                    </a:cubicBezTo>
                    <a:close/>
                    <a:moveTo>
                      <a:pt x="1406069" y="376038"/>
                    </a:moveTo>
                    <a:cubicBezTo>
                      <a:pt x="1411212" y="376038"/>
                      <a:pt x="1416141" y="377195"/>
                      <a:pt x="1420856" y="379509"/>
                    </a:cubicBezTo>
                    <a:cubicBezTo>
                      <a:pt x="1425571" y="381824"/>
                      <a:pt x="1427929" y="384181"/>
                      <a:pt x="1427929" y="386582"/>
                    </a:cubicBezTo>
                    <a:cubicBezTo>
                      <a:pt x="1427929" y="388982"/>
                      <a:pt x="1426728" y="390697"/>
                      <a:pt x="1424328" y="391725"/>
                    </a:cubicBezTo>
                    <a:cubicBezTo>
                      <a:pt x="1421928" y="392754"/>
                      <a:pt x="1418456" y="393011"/>
                      <a:pt x="1413912" y="392497"/>
                    </a:cubicBezTo>
                    <a:cubicBezTo>
                      <a:pt x="1409369" y="391982"/>
                      <a:pt x="1403625" y="391725"/>
                      <a:pt x="1396682" y="391725"/>
                    </a:cubicBezTo>
                    <a:cubicBezTo>
                      <a:pt x="1389738" y="391725"/>
                      <a:pt x="1380694" y="392154"/>
                      <a:pt x="1369550" y="393011"/>
                    </a:cubicBezTo>
                    <a:cubicBezTo>
                      <a:pt x="1377094" y="397812"/>
                      <a:pt x="1380865" y="402527"/>
                      <a:pt x="1380865" y="407156"/>
                    </a:cubicBezTo>
                    <a:cubicBezTo>
                      <a:pt x="1380865" y="409042"/>
                      <a:pt x="1380565" y="411099"/>
                      <a:pt x="1379965" y="413328"/>
                    </a:cubicBezTo>
                    <a:cubicBezTo>
                      <a:pt x="1379365" y="415557"/>
                      <a:pt x="1379065" y="420486"/>
                      <a:pt x="1379065" y="428116"/>
                    </a:cubicBezTo>
                    <a:cubicBezTo>
                      <a:pt x="1379065" y="435745"/>
                      <a:pt x="1379622" y="447318"/>
                      <a:pt x="1380737" y="462834"/>
                    </a:cubicBezTo>
                    <a:cubicBezTo>
                      <a:pt x="1381851" y="478350"/>
                      <a:pt x="1382408" y="486709"/>
                      <a:pt x="1382408" y="487909"/>
                    </a:cubicBezTo>
                    <a:cubicBezTo>
                      <a:pt x="1382408" y="497510"/>
                      <a:pt x="1380008" y="506254"/>
                      <a:pt x="1375208" y="514141"/>
                    </a:cubicBezTo>
                    <a:cubicBezTo>
                      <a:pt x="1370407" y="522027"/>
                      <a:pt x="1366464" y="525971"/>
                      <a:pt x="1363378" y="525971"/>
                    </a:cubicBezTo>
                    <a:cubicBezTo>
                      <a:pt x="1361149" y="525971"/>
                      <a:pt x="1358748" y="523827"/>
                      <a:pt x="1356177" y="519541"/>
                    </a:cubicBezTo>
                    <a:cubicBezTo>
                      <a:pt x="1352919" y="513712"/>
                      <a:pt x="1348290" y="507797"/>
                      <a:pt x="1342289" y="501796"/>
                    </a:cubicBezTo>
                    <a:cubicBezTo>
                      <a:pt x="1336288" y="495795"/>
                      <a:pt x="1333288" y="492366"/>
                      <a:pt x="1333288" y="491509"/>
                    </a:cubicBezTo>
                    <a:cubicBezTo>
                      <a:pt x="1333288" y="490652"/>
                      <a:pt x="1334060" y="490223"/>
                      <a:pt x="1335603" y="490223"/>
                    </a:cubicBezTo>
                    <a:cubicBezTo>
                      <a:pt x="1337146" y="490223"/>
                      <a:pt x="1340446" y="491166"/>
                      <a:pt x="1345504" y="493052"/>
                    </a:cubicBezTo>
                    <a:cubicBezTo>
                      <a:pt x="1350562" y="494938"/>
                      <a:pt x="1354505" y="495881"/>
                      <a:pt x="1357334" y="495881"/>
                    </a:cubicBezTo>
                    <a:cubicBezTo>
                      <a:pt x="1360163" y="495881"/>
                      <a:pt x="1362263" y="495024"/>
                      <a:pt x="1363635" y="493309"/>
                    </a:cubicBezTo>
                    <a:cubicBezTo>
                      <a:pt x="1365006" y="491595"/>
                      <a:pt x="1365949" y="485208"/>
                      <a:pt x="1366464" y="474150"/>
                    </a:cubicBezTo>
                    <a:cubicBezTo>
                      <a:pt x="1366978" y="463091"/>
                      <a:pt x="1367235" y="454176"/>
                      <a:pt x="1367235" y="447404"/>
                    </a:cubicBezTo>
                    <a:cubicBezTo>
                      <a:pt x="1367235" y="440631"/>
                      <a:pt x="1366678" y="431759"/>
                      <a:pt x="1365563" y="420786"/>
                    </a:cubicBezTo>
                    <a:cubicBezTo>
                      <a:pt x="1364449" y="409813"/>
                      <a:pt x="1362520" y="400812"/>
                      <a:pt x="1359777" y="393783"/>
                    </a:cubicBezTo>
                    <a:cubicBezTo>
                      <a:pt x="1338174" y="395497"/>
                      <a:pt x="1323773" y="397212"/>
                      <a:pt x="1316572" y="398926"/>
                    </a:cubicBezTo>
                    <a:cubicBezTo>
                      <a:pt x="1311428" y="400126"/>
                      <a:pt x="1307356" y="400726"/>
                      <a:pt x="1304356" y="400726"/>
                    </a:cubicBezTo>
                    <a:cubicBezTo>
                      <a:pt x="1301355" y="400726"/>
                      <a:pt x="1298184" y="399698"/>
                      <a:pt x="1294840" y="397640"/>
                    </a:cubicBezTo>
                    <a:cubicBezTo>
                      <a:pt x="1291497" y="395583"/>
                      <a:pt x="1289825" y="394040"/>
                      <a:pt x="1289825" y="393011"/>
                    </a:cubicBezTo>
                    <a:cubicBezTo>
                      <a:pt x="1289825" y="391982"/>
                      <a:pt x="1293254" y="391468"/>
                      <a:pt x="1300112" y="391468"/>
                    </a:cubicBezTo>
                    <a:cubicBezTo>
                      <a:pt x="1300798" y="391468"/>
                      <a:pt x="1313914" y="389796"/>
                      <a:pt x="1339460" y="386453"/>
                    </a:cubicBezTo>
                    <a:cubicBezTo>
                      <a:pt x="1365006" y="383110"/>
                      <a:pt x="1383009" y="380067"/>
                      <a:pt x="1393467" y="377323"/>
                    </a:cubicBezTo>
                    <a:cubicBezTo>
                      <a:pt x="1396724" y="376466"/>
                      <a:pt x="1400925" y="376038"/>
                      <a:pt x="1406069" y="376038"/>
                    </a:cubicBezTo>
                    <a:close/>
                    <a:moveTo>
                      <a:pt x="1047052" y="372180"/>
                    </a:moveTo>
                    <a:cubicBezTo>
                      <a:pt x="1030250" y="375609"/>
                      <a:pt x="1016363" y="377581"/>
                      <a:pt x="1005390" y="378095"/>
                    </a:cubicBezTo>
                    <a:cubicBezTo>
                      <a:pt x="1010019" y="402784"/>
                      <a:pt x="1013705" y="424044"/>
                      <a:pt x="1016448" y="441874"/>
                    </a:cubicBezTo>
                    <a:cubicBezTo>
                      <a:pt x="1023821" y="441360"/>
                      <a:pt x="1033936" y="439903"/>
                      <a:pt x="1046795" y="437502"/>
                    </a:cubicBezTo>
                    <a:lnTo>
                      <a:pt x="1047052" y="409728"/>
                    </a:lnTo>
                    <a:cubicBezTo>
                      <a:pt x="1041223" y="410585"/>
                      <a:pt x="1036765" y="411013"/>
                      <a:pt x="1033679" y="411013"/>
                    </a:cubicBezTo>
                    <a:cubicBezTo>
                      <a:pt x="1030593" y="411013"/>
                      <a:pt x="1027936" y="410628"/>
                      <a:pt x="1025707" y="409856"/>
                    </a:cubicBezTo>
                    <a:cubicBezTo>
                      <a:pt x="1023478" y="409085"/>
                      <a:pt x="1022363" y="408099"/>
                      <a:pt x="1022363" y="406899"/>
                    </a:cubicBezTo>
                    <a:cubicBezTo>
                      <a:pt x="1022363" y="405698"/>
                      <a:pt x="1023735" y="404927"/>
                      <a:pt x="1026478" y="404584"/>
                    </a:cubicBezTo>
                    <a:cubicBezTo>
                      <a:pt x="1032136" y="403898"/>
                      <a:pt x="1038994" y="402441"/>
                      <a:pt x="1047052" y="400212"/>
                    </a:cubicBezTo>
                    <a:close/>
                    <a:moveTo>
                      <a:pt x="532702" y="372180"/>
                    </a:moveTo>
                    <a:cubicBezTo>
                      <a:pt x="515900" y="375609"/>
                      <a:pt x="502013" y="377581"/>
                      <a:pt x="491040" y="378095"/>
                    </a:cubicBezTo>
                    <a:cubicBezTo>
                      <a:pt x="495669" y="402784"/>
                      <a:pt x="499355" y="424044"/>
                      <a:pt x="502098" y="441874"/>
                    </a:cubicBezTo>
                    <a:cubicBezTo>
                      <a:pt x="509471" y="441360"/>
                      <a:pt x="519586" y="439903"/>
                      <a:pt x="532445" y="437502"/>
                    </a:cubicBezTo>
                    <a:lnTo>
                      <a:pt x="532702" y="409728"/>
                    </a:lnTo>
                    <a:cubicBezTo>
                      <a:pt x="526873" y="410585"/>
                      <a:pt x="522415" y="411013"/>
                      <a:pt x="519329" y="411013"/>
                    </a:cubicBezTo>
                    <a:cubicBezTo>
                      <a:pt x="516243" y="411013"/>
                      <a:pt x="513586" y="410628"/>
                      <a:pt x="511357" y="409856"/>
                    </a:cubicBezTo>
                    <a:cubicBezTo>
                      <a:pt x="509128" y="409085"/>
                      <a:pt x="508013" y="408099"/>
                      <a:pt x="508013" y="406899"/>
                    </a:cubicBezTo>
                    <a:cubicBezTo>
                      <a:pt x="508013" y="405698"/>
                      <a:pt x="509385" y="404927"/>
                      <a:pt x="512128" y="404584"/>
                    </a:cubicBezTo>
                    <a:cubicBezTo>
                      <a:pt x="517786" y="403898"/>
                      <a:pt x="524644" y="402441"/>
                      <a:pt x="532702" y="400212"/>
                    </a:cubicBezTo>
                    <a:close/>
                    <a:moveTo>
                      <a:pt x="1661701" y="370123"/>
                    </a:moveTo>
                    <a:cubicBezTo>
                      <a:pt x="1669587" y="370123"/>
                      <a:pt x="1676274" y="371666"/>
                      <a:pt x="1681760" y="374752"/>
                    </a:cubicBezTo>
                    <a:cubicBezTo>
                      <a:pt x="1687247" y="377838"/>
                      <a:pt x="1689990" y="380495"/>
                      <a:pt x="1689990" y="382724"/>
                    </a:cubicBezTo>
                    <a:cubicBezTo>
                      <a:pt x="1689990" y="384953"/>
                      <a:pt x="1686904" y="386067"/>
                      <a:pt x="1680732" y="386067"/>
                    </a:cubicBezTo>
                    <a:cubicBezTo>
                      <a:pt x="1678331" y="386067"/>
                      <a:pt x="1675588" y="385896"/>
                      <a:pt x="1672502" y="385553"/>
                    </a:cubicBezTo>
                    <a:cubicBezTo>
                      <a:pt x="1663587" y="384353"/>
                      <a:pt x="1647942" y="383753"/>
                      <a:pt x="1625567" y="383753"/>
                    </a:cubicBezTo>
                    <a:cubicBezTo>
                      <a:pt x="1603193" y="383753"/>
                      <a:pt x="1578119" y="385210"/>
                      <a:pt x="1550344" y="388125"/>
                    </a:cubicBezTo>
                    <a:cubicBezTo>
                      <a:pt x="1522569" y="391039"/>
                      <a:pt x="1505124" y="393311"/>
                      <a:pt x="1498009" y="394940"/>
                    </a:cubicBezTo>
                    <a:cubicBezTo>
                      <a:pt x="1490894" y="396569"/>
                      <a:pt x="1486264" y="397383"/>
                      <a:pt x="1484121" y="397383"/>
                    </a:cubicBezTo>
                    <a:cubicBezTo>
                      <a:pt x="1481978" y="397383"/>
                      <a:pt x="1478892" y="396140"/>
                      <a:pt x="1474863" y="393654"/>
                    </a:cubicBezTo>
                    <a:cubicBezTo>
                      <a:pt x="1470834" y="391168"/>
                      <a:pt x="1468819" y="389454"/>
                      <a:pt x="1468819" y="388511"/>
                    </a:cubicBezTo>
                    <a:cubicBezTo>
                      <a:pt x="1468819" y="387568"/>
                      <a:pt x="1469548" y="386968"/>
                      <a:pt x="1471005" y="386710"/>
                    </a:cubicBezTo>
                    <a:cubicBezTo>
                      <a:pt x="1472463" y="386453"/>
                      <a:pt x="1473877" y="386367"/>
                      <a:pt x="1475249" y="386453"/>
                    </a:cubicBezTo>
                    <a:cubicBezTo>
                      <a:pt x="1476620" y="386539"/>
                      <a:pt x="1477992" y="386582"/>
                      <a:pt x="1479363" y="386582"/>
                    </a:cubicBezTo>
                    <a:cubicBezTo>
                      <a:pt x="1486907" y="386582"/>
                      <a:pt x="1514211" y="384524"/>
                      <a:pt x="1561274" y="380410"/>
                    </a:cubicBezTo>
                    <a:cubicBezTo>
                      <a:pt x="1608337" y="376295"/>
                      <a:pt x="1635726" y="373552"/>
                      <a:pt x="1643441" y="372180"/>
                    </a:cubicBezTo>
                    <a:cubicBezTo>
                      <a:pt x="1651156" y="370808"/>
                      <a:pt x="1657243" y="370123"/>
                      <a:pt x="1661701" y="370123"/>
                    </a:cubicBezTo>
                    <a:close/>
                    <a:moveTo>
                      <a:pt x="220749" y="369094"/>
                    </a:moveTo>
                    <a:cubicBezTo>
                      <a:pt x="224692" y="369094"/>
                      <a:pt x="228121" y="370551"/>
                      <a:pt x="231036" y="373466"/>
                    </a:cubicBezTo>
                    <a:cubicBezTo>
                      <a:pt x="233951" y="376380"/>
                      <a:pt x="235408" y="379809"/>
                      <a:pt x="235408" y="383753"/>
                    </a:cubicBezTo>
                    <a:cubicBezTo>
                      <a:pt x="235408" y="387696"/>
                      <a:pt x="233951" y="391082"/>
                      <a:pt x="231036" y="393911"/>
                    </a:cubicBezTo>
                    <a:cubicBezTo>
                      <a:pt x="228121" y="396740"/>
                      <a:pt x="224692" y="398155"/>
                      <a:pt x="220749" y="398155"/>
                    </a:cubicBezTo>
                    <a:cubicBezTo>
                      <a:pt x="216806" y="398155"/>
                      <a:pt x="213377" y="396740"/>
                      <a:pt x="210462" y="393911"/>
                    </a:cubicBezTo>
                    <a:cubicBezTo>
                      <a:pt x="207547" y="391082"/>
                      <a:pt x="206090" y="387696"/>
                      <a:pt x="206090" y="383753"/>
                    </a:cubicBezTo>
                    <a:cubicBezTo>
                      <a:pt x="206090" y="379809"/>
                      <a:pt x="207547" y="376380"/>
                      <a:pt x="210462" y="373466"/>
                    </a:cubicBezTo>
                    <a:cubicBezTo>
                      <a:pt x="213377" y="370551"/>
                      <a:pt x="216806" y="369094"/>
                      <a:pt x="220749" y="369094"/>
                    </a:cubicBezTo>
                    <a:close/>
                    <a:moveTo>
                      <a:pt x="1274138" y="367036"/>
                    </a:moveTo>
                    <a:cubicBezTo>
                      <a:pt x="1276538" y="367036"/>
                      <a:pt x="1279496" y="369137"/>
                      <a:pt x="1283010" y="373337"/>
                    </a:cubicBezTo>
                    <a:cubicBezTo>
                      <a:pt x="1286525" y="377538"/>
                      <a:pt x="1288282" y="380452"/>
                      <a:pt x="1288282" y="382081"/>
                    </a:cubicBezTo>
                    <a:cubicBezTo>
                      <a:pt x="1288282" y="383710"/>
                      <a:pt x="1287297" y="385296"/>
                      <a:pt x="1285325" y="386839"/>
                    </a:cubicBezTo>
                    <a:cubicBezTo>
                      <a:pt x="1283353" y="388382"/>
                      <a:pt x="1276710" y="394897"/>
                      <a:pt x="1265394" y="406384"/>
                    </a:cubicBezTo>
                    <a:cubicBezTo>
                      <a:pt x="1267794" y="407927"/>
                      <a:pt x="1268994" y="414357"/>
                      <a:pt x="1268994" y="425672"/>
                    </a:cubicBezTo>
                    <a:cubicBezTo>
                      <a:pt x="1268994" y="477279"/>
                      <a:pt x="1266165" y="503082"/>
                      <a:pt x="1260507" y="503082"/>
                    </a:cubicBezTo>
                    <a:cubicBezTo>
                      <a:pt x="1258793" y="503082"/>
                      <a:pt x="1256693" y="500467"/>
                      <a:pt x="1254207" y="495238"/>
                    </a:cubicBezTo>
                    <a:cubicBezTo>
                      <a:pt x="1251721" y="490009"/>
                      <a:pt x="1250478" y="485980"/>
                      <a:pt x="1250478" y="483151"/>
                    </a:cubicBezTo>
                    <a:cubicBezTo>
                      <a:pt x="1250478" y="480322"/>
                      <a:pt x="1251421" y="476850"/>
                      <a:pt x="1253307" y="472735"/>
                    </a:cubicBezTo>
                    <a:cubicBezTo>
                      <a:pt x="1257078" y="466049"/>
                      <a:pt x="1258964" y="450190"/>
                      <a:pt x="1258964" y="425158"/>
                    </a:cubicBezTo>
                    <a:cubicBezTo>
                      <a:pt x="1258964" y="420186"/>
                      <a:pt x="1258707" y="416328"/>
                      <a:pt x="1258193" y="413585"/>
                    </a:cubicBezTo>
                    <a:cubicBezTo>
                      <a:pt x="1243620" y="427473"/>
                      <a:pt x="1231832" y="436859"/>
                      <a:pt x="1222831" y="441746"/>
                    </a:cubicBezTo>
                    <a:cubicBezTo>
                      <a:pt x="1213830" y="446632"/>
                      <a:pt x="1207958" y="449075"/>
                      <a:pt x="1205215" y="449075"/>
                    </a:cubicBezTo>
                    <a:cubicBezTo>
                      <a:pt x="1204186" y="449075"/>
                      <a:pt x="1203672" y="448604"/>
                      <a:pt x="1203672" y="447661"/>
                    </a:cubicBezTo>
                    <a:cubicBezTo>
                      <a:pt x="1203672" y="446718"/>
                      <a:pt x="1204872" y="445389"/>
                      <a:pt x="1207272" y="443675"/>
                    </a:cubicBezTo>
                    <a:cubicBezTo>
                      <a:pt x="1226132" y="429273"/>
                      <a:pt x="1241219" y="415600"/>
                      <a:pt x="1252535" y="402655"/>
                    </a:cubicBezTo>
                    <a:cubicBezTo>
                      <a:pt x="1263851" y="389711"/>
                      <a:pt x="1269680" y="380538"/>
                      <a:pt x="1270023" y="375137"/>
                    </a:cubicBezTo>
                    <a:cubicBezTo>
                      <a:pt x="1270366" y="369737"/>
                      <a:pt x="1271737" y="367036"/>
                      <a:pt x="1274138" y="367036"/>
                    </a:cubicBezTo>
                    <a:close/>
                    <a:moveTo>
                      <a:pt x="108370" y="366497"/>
                    </a:moveTo>
                    <a:cubicBezTo>
                      <a:pt x="118499" y="366497"/>
                      <a:pt x="126097" y="368548"/>
                      <a:pt x="131161" y="372650"/>
                    </a:cubicBezTo>
                    <a:cubicBezTo>
                      <a:pt x="136226" y="376752"/>
                      <a:pt x="138759" y="383156"/>
                      <a:pt x="138759" y="391863"/>
                    </a:cubicBezTo>
                    <a:cubicBezTo>
                      <a:pt x="138759" y="406095"/>
                      <a:pt x="132082" y="416768"/>
                      <a:pt x="118730" y="423884"/>
                    </a:cubicBezTo>
                    <a:cubicBezTo>
                      <a:pt x="105377" y="431000"/>
                      <a:pt x="85557" y="434558"/>
                      <a:pt x="59270" y="434558"/>
                    </a:cubicBezTo>
                    <a:cubicBezTo>
                      <a:pt x="58266" y="439581"/>
                      <a:pt x="57764" y="445022"/>
                      <a:pt x="57764" y="450883"/>
                    </a:cubicBezTo>
                    <a:cubicBezTo>
                      <a:pt x="57764" y="459673"/>
                      <a:pt x="59480" y="466056"/>
                      <a:pt x="62912" y="470033"/>
                    </a:cubicBezTo>
                    <a:cubicBezTo>
                      <a:pt x="66344" y="474009"/>
                      <a:pt x="71953" y="475997"/>
                      <a:pt x="79739" y="475997"/>
                    </a:cubicBezTo>
                    <a:cubicBezTo>
                      <a:pt x="87441" y="475997"/>
                      <a:pt x="94410" y="474323"/>
                      <a:pt x="100647" y="470974"/>
                    </a:cubicBezTo>
                    <a:cubicBezTo>
                      <a:pt x="106884" y="467626"/>
                      <a:pt x="113476" y="462477"/>
                      <a:pt x="120425" y="455529"/>
                    </a:cubicBezTo>
                    <a:lnTo>
                      <a:pt x="128210" y="463691"/>
                    </a:lnTo>
                    <a:cubicBezTo>
                      <a:pt x="120090" y="472649"/>
                      <a:pt x="111865" y="479388"/>
                      <a:pt x="103535" y="483908"/>
                    </a:cubicBezTo>
                    <a:cubicBezTo>
                      <a:pt x="95205" y="488429"/>
                      <a:pt x="85515" y="490689"/>
                      <a:pt x="74465" y="490689"/>
                    </a:cubicBezTo>
                    <a:cubicBezTo>
                      <a:pt x="62326" y="490689"/>
                      <a:pt x="52929" y="486985"/>
                      <a:pt x="46274" y="479576"/>
                    </a:cubicBezTo>
                    <a:cubicBezTo>
                      <a:pt x="39618" y="472167"/>
                      <a:pt x="36290" y="461849"/>
                      <a:pt x="36290" y="448622"/>
                    </a:cubicBezTo>
                    <a:cubicBezTo>
                      <a:pt x="36290" y="439665"/>
                      <a:pt x="37902" y="430058"/>
                      <a:pt x="41125" y="419803"/>
                    </a:cubicBezTo>
                    <a:cubicBezTo>
                      <a:pt x="44348" y="409548"/>
                      <a:pt x="49225" y="400339"/>
                      <a:pt x="55754" y="392177"/>
                    </a:cubicBezTo>
                    <a:cubicBezTo>
                      <a:pt x="62284" y="384015"/>
                      <a:pt x="70112" y="377694"/>
                      <a:pt x="79237" y="373215"/>
                    </a:cubicBezTo>
                    <a:cubicBezTo>
                      <a:pt x="88362" y="368736"/>
                      <a:pt x="98073" y="366497"/>
                      <a:pt x="108370" y="366497"/>
                    </a:cubicBezTo>
                    <a:close/>
                    <a:moveTo>
                      <a:pt x="1099259" y="365236"/>
                    </a:moveTo>
                    <a:cubicBezTo>
                      <a:pt x="1088629" y="365236"/>
                      <a:pt x="1075427" y="366694"/>
                      <a:pt x="1059654" y="369608"/>
                    </a:cubicBezTo>
                    <a:cubicBezTo>
                      <a:pt x="1059654" y="375609"/>
                      <a:pt x="1059482" y="384610"/>
                      <a:pt x="1059139" y="396612"/>
                    </a:cubicBezTo>
                    <a:cubicBezTo>
                      <a:pt x="1067883" y="394040"/>
                      <a:pt x="1073713" y="392754"/>
                      <a:pt x="1076627" y="392754"/>
                    </a:cubicBezTo>
                    <a:cubicBezTo>
                      <a:pt x="1079542" y="392754"/>
                      <a:pt x="1082114" y="393268"/>
                      <a:pt x="1084343" y="394297"/>
                    </a:cubicBezTo>
                    <a:cubicBezTo>
                      <a:pt x="1086571" y="395326"/>
                      <a:pt x="1087686" y="396697"/>
                      <a:pt x="1087686" y="398412"/>
                    </a:cubicBezTo>
                    <a:cubicBezTo>
                      <a:pt x="1087686" y="400126"/>
                      <a:pt x="1086186" y="401498"/>
                      <a:pt x="1083185" y="402527"/>
                    </a:cubicBezTo>
                    <a:cubicBezTo>
                      <a:pt x="1080185" y="403555"/>
                      <a:pt x="1072084" y="405270"/>
                      <a:pt x="1058882" y="407670"/>
                    </a:cubicBezTo>
                    <a:cubicBezTo>
                      <a:pt x="1058882" y="417614"/>
                      <a:pt x="1058711" y="426958"/>
                      <a:pt x="1058368" y="435702"/>
                    </a:cubicBezTo>
                    <a:cubicBezTo>
                      <a:pt x="1069512" y="433645"/>
                      <a:pt x="1077056" y="432616"/>
                      <a:pt x="1080999" y="432616"/>
                    </a:cubicBezTo>
                    <a:cubicBezTo>
                      <a:pt x="1084943" y="432616"/>
                      <a:pt x="1087686" y="433045"/>
                      <a:pt x="1089229" y="433902"/>
                    </a:cubicBezTo>
                    <a:cubicBezTo>
                      <a:pt x="1090772" y="434759"/>
                      <a:pt x="1091886" y="435188"/>
                      <a:pt x="1092572" y="435188"/>
                    </a:cubicBezTo>
                    <a:cubicBezTo>
                      <a:pt x="1095315" y="435188"/>
                      <a:pt x="1098530" y="426272"/>
                      <a:pt x="1102216" y="408442"/>
                    </a:cubicBezTo>
                    <a:cubicBezTo>
                      <a:pt x="1105902" y="390611"/>
                      <a:pt x="1107746" y="379467"/>
                      <a:pt x="1107746" y="375009"/>
                    </a:cubicBezTo>
                    <a:cubicBezTo>
                      <a:pt x="1107746" y="370551"/>
                      <a:pt x="1107231" y="367808"/>
                      <a:pt x="1106202" y="366779"/>
                    </a:cubicBezTo>
                    <a:cubicBezTo>
                      <a:pt x="1105174" y="365751"/>
                      <a:pt x="1102859" y="365236"/>
                      <a:pt x="1099259" y="365236"/>
                    </a:cubicBezTo>
                    <a:close/>
                    <a:moveTo>
                      <a:pt x="584909" y="365236"/>
                    </a:moveTo>
                    <a:cubicBezTo>
                      <a:pt x="574279" y="365236"/>
                      <a:pt x="561077" y="366694"/>
                      <a:pt x="545304" y="369608"/>
                    </a:cubicBezTo>
                    <a:cubicBezTo>
                      <a:pt x="545304" y="375609"/>
                      <a:pt x="545132" y="384610"/>
                      <a:pt x="544789" y="396612"/>
                    </a:cubicBezTo>
                    <a:cubicBezTo>
                      <a:pt x="553533" y="394040"/>
                      <a:pt x="559363" y="392754"/>
                      <a:pt x="562277" y="392754"/>
                    </a:cubicBezTo>
                    <a:cubicBezTo>
                      <a:pt x="565192" y="392754"/>
                      <a:pt x="567764" y="393268"/>
                      <a:pt x="569993" y="394297"/>
                    </a:cubicBezTo>
                    <a:cubicBezTo>
                      <a:pt x="572222" y="395326"/>
                      <a:pt x="573336" y="396697"/>
                      <a:pt x="573336" y="398412"/>
                    </a:cubicBezTo>
                    <a:cubicBezTo>
                      <a:pt x="573336" y="400126"/>
                      <a:pt x="571836" y="401498"/>
                      <a:pt x="568835" y="402527"/>
                    </a:cubicBezTo>
                    <a:cubicBezTo>
                      <a:pt x="565835" y="403555"/>
                      <a:pt x="557734" y="405270"/>
                      <a:pt x="544532" y="407670"/>
                    </a:cubicBezTo>
                    <a:cubicBezTo>
                      <a:pt x="544532" y="417614"/>
                      <a:pt x="544361" y="426958"/>
                      <a:pt x="544018" y="435702"/>
                    </a:cubicBezTo>
                    <a:cubicBezTo>
                      <a:pt x="555162" y="433645"/>
                      <a:pt x="562706" y="432616"/>
                      <a:pt x="566649" y="432616"/>
                    </a:cubicBezTo>
                    <a:cubicBezTo>
                      <a:pt x="570593" y="432616"/>
                      <a:pt x="573336" y="433045"/>
                      <a:pt x="574879" y="433902"/>
                    </a:cubicBezTo>
                    <a:cubicBezTo>
                      <a:pt x="576422" y="434759"/>
                      <a:pt x="577536" y="435188"/>
                      <a:pt x="578222" y="435188"/>
                    </a:cubicBezTo>
                    <a:cubicBezTo>
                      <a:pt x="580965" y="435188"/>
                      <a:pt x="584180" y="426272"/>
                      <a:pt x="587866" y="408442"/>
                    </a:cubicBezTo>
                    <a:cubicBezTo>
                      <a:pt x="591552" y="390611"/>
                      <a:pt x="593396" y="379467"/>
                      <a:pt x="593396" y="375009"/>
                    </a:cubicBezTo>
                    <a:cubicBezTo>
                      <a:pt x="593396" y="370551"/>
                      <a:pt x="592881" y="367808"/>
                      <a:pt x="591853" y="366779"/>
                    </a:cubicBezTo>
                    <a:cubicBezTo>
                      <a:pt x="590824" y="365751"/>
                      <a:pt x="588509" y="365236"/>
                      <a:pt x="584909" y="365236"/>
                    </a:cubicBezTo>
                    <a:close/>
                    <a:moveTo>
                      <a:pt x="1598693" y="317402"/>
                    </a:moveTo>
                    <a:cubicBezTo>
                      <a:pt x="1594235" y="317402"/>
                      <a:pt x="1587463" y="317916"/>
                      <a:pt x="1578376" y="318945"/>
                    </a:cubicBezTo>
                    <a:cubicBezTo>
                      <a:pt x="1558145" y="321688"/>
                      <a:pt x="1546229" y="323145"/>
                      <a:pt x="1542628" y="323317"/>
                    </a:cubicBezTo>
                    <a:cubicBezTo>
                      <a:pt x="1543829" y="329660"/>
                      <a:pt x="1544943" y="334975"/>
                      <a:pt x="1545972" y="339262"/>
                    </a:cubicBezTo>
                    <a:cubicBezTo>
                      <a:pt x="1554030" y="338747"/>
                      <a:pt x="1561702" y="337547"/>
                      <a:pt x="1568989" y="335661"/>
                    </a:cubicBezTo>
                    <a:cubicBezTo>
                      <a:pt x="1576276" y="333775"/>
                      <a:pt x="1581162" y="332832"/>
                      <a:pt x="1583648" y="332832"/>
                    </a:cubicBezTo>
                    <a:cubicBezTo>
                      <a:pt x="1586134" y="332832"/>
                      <a:pt x="1588406" y="333261"/>
                      <a:pt x="1590463" y="334118"/>
                    </a:cubicBezTo>
                    <a:cubicBezTo>
                      <a:pt x="1592520" y="334975"/>
                      <a:pt x="1593549" y="335918"/>
                      <a:pt x="1593549" y="336947"/>
                    </a:cubicBezTo>
                    <a:cubicBezTo>
                      <a:pt x="1593549" y="337976"/>
                      <a:pt x="1592649" y="338919"/>
                      <a:pt x="1590849" y="339776"/>
                    </a:cubicBezTo>
                    <a:cubicBezTo>
                      <a:pt x="1589049" y="340633"/>
                      <a:pt x="1583391" y="341662"/>
                      <a:pt x="1573875" y="342862"/>
                    </a:cubicBezTo>
                    <a:cubicBezTo>
                      <a:pt x="1564360" y="344062"/>
                      <a:pt x="1555402" y="344405"/>
                      <a:pt x="1547000" y="343891"/>
                    </a:cubicBezTo>
                    <a:cubicBezTo>
                      <a:pt x="1547858" y="347663"/>
                      <a:pt x="1549315" y="353149"/>
                      <a:pt x="1551372" y="360350"/>
                    </a:cubicBezTo>
                    <a:cubicBezTo>
                      <a:pt x="1571089" y="357435"/>
                      <a:pt x="1583519" y="355849"/>
                      <a:pt x="1588663" y="355592"/>
                    </a:cubicBezTo>
                    <a:cubicBezTo>
                      <a:pt x="1593806" y="355335"/>
                      <a:pt x="1597192" y="354906"/>
                      <a:pt x="1598821" y="354306"/>
                    </a:cubicBezTo>
                    <a:cubicBezTo>
                      <a:pt x="1600450" y="353706"/>
                      <a:pt x="1601736" y="352377"/>
                      <a:pt x="1602679" y="350320"/>
                    </a:cubicBezTo>
                    <a:cubicBezTo>
                      <a:pt x="1603622" y="348263"/>
                      <a:pt x="1604993" y="343934"/>
                      <a:pt x="1606794" y="337333"/>
                    </a:cubicBezTo>
                    <a:cubicBezTo>
                      <a:pt x="1608594" y="330732"/>
                      <a:pt x="1609494" y="326231"/>
                      <a:pt x="1609494" y="323831"/>
                    </a:cubicBezTo>
                    <a:cubicBezTo>
                      <a:pt x="1609494" y="321431"/>
                      <a:pt x="1608808" y="319759"/>
                      <a:pt x="1607437" y="318816"/>
                    </a:cubicBezTo>
                    <a:cubicBezTo>
                      <a:pt x="1606065" y="317873"/>
                      <a:pt x="1603150" y="317402"/>
                      <a:pt x="1598693" y="317402"/>
                    </a:cubicBezTo>
                    <a:close/>
                    <a:moveTo>
                      <a:pt x="841055" y="315601"/>
                    </a:moveTo>
                    <a:cubicBezTo>
                      <a:pt x="843970" y="315601"/>
                      <a:pt x="849027" y="317787"/>
                      <a:pt x="856228" y="322159"/>
                    </a:cubicBezTo>
                    <a:cubicBezTo>
                      <a:pt x="863429" y="326531"/>
                      <a:pt x="867030" y="329832"/>
                      <a:pt x="867030" y="332061"/>
                    </a:cubicBezTo>
                    <a:cubicBezTo>
                      <a:pt x="867030" y="334290"/>
                      <a:pt x="864115" y="336433"/>
                      <a:pt x="858286" y="338490"/>
                    </a:cubicBezTo>
                    <a:cubicBezTo>
                      <a:pt x="855200" y="339519"/>
                      <a:pt x="850956" y="342305"/>
                      <a:pt x="845556" y="346848"/>
                    </a:cubicBezTo>
                    <a:cubicBezTo>
                      <a:pt x="840155" y="351392"/>
                      <a:pt x="829739" y="361036"/>
                      <a:pt x="814309" y="375780"/>
                    </a:cubicBezTo>
                    <a:cubicBezTo>
                      <a:pt x="816366" y="377838"/>
                      <a:pt x="817995" y="384096"/>
                      <a:pt x="819195" y="394554"/>
                    </a:cubicBezTo>
                    <a:cubicBezTo>
                      <a:pt x="844570" y="391468"/>
                      <a:pt x="860858" y="389239"/>
                      <a:pt x="868058" y="387868"/>
                    </a:cubicBezTo>
                    <a:cubicBezTo>
                      <a:pt x="875259" y="386496"/>
                      <a:pt x="881732" y="385810"/>
                      <a:pt x="887475" y="385810"/>
                    </a:cubicBezTo>
                    <a:cubicBezTo>
                      <a:pt x="893219" y="385810"/>
                      <a:pt x="899348" y="387439"/>
                      <a:pt x="905863" y="390697"/>
                    </a:cubicBezTo>
                    <a:cubicBezTo>
                      <a:pt x="912378" y="393954"/>
                      <a:pt x="915636" y="397040"/>
                      <a:pt x="915636" y="399955"/>
                    </a:cubicBezTo>
                    <a:cubicBezTo>
                      <a:pt x="915636" y="403727"/>
                      <a:pt x="911435" y="405613"/>
                      <a:pt x="903034" y="405613"/>
                    </a:cubicBezTo>
                    <a:cubicBezTo>
                      <a:pt x="900462" y="405613"/>
                      <a:pt x="896391" y="405184"/>
                      <a:pt x="890818" y="404327"/>
                    </a:cubicBezTo>
                    <a:cubicBezTo>
                      <a:pt x="885246" y="403470"/>
                      <a:pt x="876588" y="403041"/>
                      <a:pt x="864844" y="403041"/>
                    </a:cubicBezTo>
                    <a:cubicBezTo>
                      <a:pt x="853099" y="403041"/>
                      <a:pt x="838398" y="403641"/>
                      <a:pt x="820738" y="404841"/>
                    </a:cubicBezTo>
                    <a:cubicBezTo>
                      <a:pt x="823138" y="426272"/>
                      <a:pt x="824339" y="443932"/>
                      <a:pt x="824339" y="457819"/>
                    </a:cubicBezTo>
                    <a:cubicBezTo>
                      <a:pt x="824339" y="482679"/>
                      <a:pt x="820910" y="500339"/>
                      <a:pt x="814052" y="510797"/>
                    </a:cubicBezTo>
                    <a:cubicBezTo>
                      <a:pt x="807194" y="521256"/>
                      <a:pt x="801364" y="526485"/>
                      <a:pt x="796564" y="526485"/>
                    </a:cubicBezTo>
                    <a:cubicBezTo>
                      <a:pt x="793821" y="526485"/>
                      <a:pt x="792106" y="524899"/>
                      <a:pt x="791420" y="521727"/>
                    </a:cubicBezTo>
                    <a:cubicBezTo>
                      <a:pt x="790734" y="518555"/>
                      <a:pt x="788677" y="515126"/>
                      <a:pt x="785248" y="511440"/>
                    </a:cubicBezTo>
                    <a:cubicBezTo>
                      <a:pt x="781819" y="507754"/>
                      <a:pt x="777533" y="503768"/>
                      <a:pt x="772389" y="499482"/>
                    </a:cubicBezTo>
                    <a:cubicBezTo>
                      <a:pt x="767246" y="495195"/>
                      <a:pt x="764674" y="492538"/>
                      <a:pt x="764674" y="491509"/>
                    </a:cubicBezTo>
                    <a:cubicBezTo>
                      <a:pt x="764674" y="490480"/>
                      <a:pt x="765317" y="489966"/>
                      <a:pt x="766603" y="489966"/>
                    </a:cubicBezTo>
                    <a:cubicBezTo>
                      <a:pt x="767889" y="489966"/>
                      <a:pt x="771361" y="490609"/>
                      <a:pt x="777018" y="491895"/>
                    </a:cubicBezTo>
                    <a:cubicBezTo>
                      <a:pt x="782676" y="493181"/>
                      <a:pt x="787563" y="493824"/>
                      <a:pt x="791677" y="493824"/>
                    </a:cubicBezTo>
                    <a:cubicBezTo>
                      <a:pt x="795792" y="493824"/>
                      <a:pt x="798750" y="492538"/>
                      <a:pt x="800550" y="489966"/>
                    </a:cubicBezTo>
                    <a:cubicBezTo>
                      <a:pt x="802350" y="487394"/>
                      <a:pt x="804193" y="481951"/>
                      <a:pt x="806079" y="473635"/>
                    </a:cubicBezTo>
                    <a:cubicBezTo>
                      <a:pt x="807965" y="465320"/>
                      <a:pt x="808865" y="454947"/>
                      <a:pt x="808780" y="442517"/>
                    </a:cubicBezTo>
                    <a:cubicBezTo>
                      <a:pt x="808694" y="430087"/>
                      <a:pt x="807708" y="417871"/>
                      <a:pt x="805822" y="405870"/>
                    </a:cubicBezTo>
                    <a:cubicBezTo>
                      <a:pt x="790906" y="407070"/>
                      <a:pt x="776376" y="408742"/>
                      <a:pt x="762231" y="410885"/>
                    </a:cubicBezTo>
                    <a:cubicBezTo>
                      <a:pt x="748086" y="413028"/>
                      <a:pt x="738099" y="414871"/>
                      <a:pt x="732270" y="416414"/>
                    </a:cubicBezTo>
                    <a:cubicBezTo>
                      <a:pt x="726441" y="417957"/>
                      <a:pt x="721683" y="418729"/>
                      <a:pt x="717997" y="418729"/>
                    </a:cubicBezTo>
                    <a:cubicBezTo>
                      <a:pt x="714311" y="418729"/>
                      <a:pt x="710024" y="417486"/>
                      <a:pt x="705138" y="415000"/>
                    </a:cubicBezTo>
                    <a:cubicBezTo>
                      <a:pt x="700252" y="412514"/>
                      <a:pt x="697809" y="410670"/>
                      <a:pt x="697809" y="409470"/>
                    </a:cubicBezTo>
                    <a:cubicBezTo>
                      <a:pt x="697809" y="408270"/>
                      <a:pt x="700380" y="407499"/>
                      <a:pt x="705524" y="407156"/>
                    </a:cubicBezTo>
                    <a:lnTo>
                      <a:pt x="804022" y="396354"/>
                    </a:lnTo>
                    <a:cubicBezTo>
                      <a:pt x="801793" y="387268"/>
                      <a:pt x="799050" y="381695"/>
                      <a:pt x="795792" y="379638"/>
                    </a:cubicBezTo>
                    <a:cubicBezTo>
                      <a:pt x="791163" y="376895"/>
                      <a:pt x="788849" y="374537"/>
                      <a:pt x="788849" y="372566"/>
                    </a:cubicBezTo>
                    <a:cubicBezTo>
                      <a:pt x="788849" y="370594"/>
                      <a:pt x="790649" y="369608"/>
                      <a:pt x="794249" y="369608"/>
                    </a:cubicBezTo>
                    <a:cubicBezTo>
                      <a:pt x="795449" y="369608"/>
                      <a:pt x="797678" y="369823"/>
                      <a:pt x="800936" y="370251"/>
                    </a:cubicBezTo>
                    <a:cubicBezTo>
                      <a:pt x="804193" y="370680"/>
                      <a:pt x="806765" y="371237"/>
                      <a:pt x="808651" y="371923"/>
                    </a:cubicBezTo>
                    <a:cubicBezTo>
                      <a:pt x="813966" y="366093"/>
                      <a:pt x="819752" y="358550"/>
                      <a:pt x="826010" y="349291"/>
                    </a:cubicBezTo>
                    <a:cubicBezTo>
                      <a:pt x="832268" y="340033"/>
                      <a:pt x="835397" y="334290"/>
                      <a:pt x="835397" y="332061"/>
                    </a:cubicBezTo>
                    <a:cubicBezTo>
                      <a:pt x="835397" y="329832"/>
                      <a:pt x="833640" y="328717"/>
                      <a:pt x="830125" y="328717"/>
                    </a:cubicBezTo>
                    <a:cubicBezTo>
                      <a:pt x="826610" y="328717"/>
                      <a:pt x="818681" y="330475"/>
                      <a:pt x="806336" y="333989"/>
                    </a:cubicBezTo>
                    <a:cubicBezTo>
                      <a:pt x="793992" y="337504"/>
                      <a:pt x="784862" y="340419"/>
                      <a:pt x="778947" y="342733"/>
                    </a:cubicBezTo>
                    <a:cubicBezTo>
                      <a:pt x="773032" y="345048"/>
                      <a:pt x="768532" y="346205"/>
                      <a:pt x="765446" y="346205"/>
                    </a:cubicBezTo>
                    <a:cubicBezTo>
                      <a:pt x="762359" y="346205"/>
                      <a:pt x="758673" y="344534"/>
                      <a:pt x="754387" y="341190"/>
                    </a:cubicBezTo>
                    <a:cubicBezTo>
                      <a:pt x="750101" y="337847"/>
                      <a:pt x="747958" y="335361"/>
                      <a:pt x="747958" y="333732"/>
                    </a:cubicBezTo>
                    <a:cubicBezTo>
                      <a:pt x="747958" y="332104"/>
                      <a:pt x="749672" y="331289"/>
                      <a:pt x="753101" y="331289"/>
                    </a:cubicBezTo>
                    <a:lnTo>
                      <a:pt x="760302" y="331546"/>
                    </a:lnTo>
                    <a:cubicBezTo>
                      <a:pt x="770418" y="331546"/>
                      <a:pt x="782762" y="330260"/>
                      <a:pt x="797335" y="327689"/>
                    </a:cubicBezTo>
                    <a:cubicBezTo>
                      <a:pt x="811909" y="325117"/>
                      <a:pt x="822624" y="322202"/>
                      <a:pt x="829482" y="318945"/>
                    </a:cubicBezTo>
                    <a:cubicBezTo>
                      <a:pt x="834283" y="316716"/>
                      <a:pt x="838140" y="315601"/>
                      <a:pt x="841055" y="315601"/>
                    </a:cubicBezTo>
                    <a:close/>
                    <a:moveTo>
                      <a:pt x="1040751" y="307372"/>
                    </a:moveTo>
                    <a:cubicBezTo>
                      <a:pt x="1043066" y="307372"/>
                      <a:pt x="1047652" y="308701"/>
                      <a:pt x="1054510" y="311358"/>
                    </a:cubicBezTo>
                    <a:cubicBezTo>
                      <a:pt x="1061368" y="314016"/>
                      <a:pt x="1064797" y="317573"/>
                      <a:pt x="1064797" y="322031"/>
                    </a:cubicBezTo>
                    <a:cubicBezTo>
                      <a:pt x="1064797" y="323745"/>
                      <a:pt x="1064283" y="326317"/>
                      <a:pt x="1063254" y="329746"/>
                    </a:cubicBezTo>
                    <a:cubicBezTo>
                      <a:pt x="1061368" y="335918"/>
                      <a:pt x="1060168" y="346720"/>
                      <a:pt x="1059654" y="362150"/>
                    </a:cubicBezTo>
                    <a:cubicBezTo>
                      <a:pt x="1083314" y="358207"/>
                      <a:pt x="1097201" y="355549"/>
                      <a:pt x="1101316" y="354178"/>
                    </a:cubicBezTo>
                    <a:cubicBezTo>
                      <a:pt x="1105602" y="352292"/>
                      <a:pt x="1108817" y="351349"/>
                      <a:pt x="1110960" y="351349"/>
                    </a:cubicBezTo>
                    <a:cubicBezTo>
                      <a:pt x="1113103" y="351349"/>
                      <a:pt x="1118075" y="353535"/>
                      <a:pt x="1125876" y="357907"/>
                    </a:cubicBezTo>
                    <a:cubicBezTo>
                      <a:pt x="1133677" y="362279"/>
                      <a:pt x="1137578" y="365836"/>
                      <a:pt x="1137578" y="368579"/>
                    </a:cubicBezTo>
                    <a:cubicBezTo>
                      <a:pt x="1137578" y="370465"/>
                      <a:pt x="1136249" y="372437"/>
                      <a:pt x="1133592" y="374495"/>
                    </a:cubicBezTo>
                    <a:cubicBezTo>
                      <a:pt x="1130934" y="376552"/>
                      <a:pt x="1128620" y="379509"/>
                      <a:pt x="1126648" y="383367"/>
                    </a:cubicBezTo>
                    <a:cubicBezTo>
                      <a:pt x="1124676" y="387225"/>
                      <a:pt x="1123005" y="391854"/>
                      <a:pt x="1121633" y="397255"/>
                    </a:cubicBezTo>
                    <a:cubicBezTo>
                      <a:pt x="1120261" y="402655"/>
                      <a:pt x="1117947" y="410285"/>
                      <a:pt x="1114689" y="420143"/>
                    </a:cubicBezTo>
                    <a:cubicBezTo>
                      <a:pt x="1111432" y="430001"/>
                      <a:pt x="1108174" y="436945"/>
                      <a:pt x="1104917" y="440974"/>
                    </a:cubicBezTo>
                    <a:cubicBezTo>
                      <a:pt x="1101659" y="445003"/>
                      <a:pt x="1099130" y="447018"/>
                      <a:pt x="1097330" y="447018"/>
                    </a:cubicBezTo>
                    <a:cubicBezTo>
                      <a:pt x="1095530" y="447018"/>
                      <a:pt x="1093987" y="445946"/>
                      <a:pt x="1092701" y="443803"/>
                    </a:cubicBezTo>
                    <a:cubicBezTo>
                      <a:pt x="1091415" y="441660"/>
                      <a:pt x="1089315" y="440588"/>
                      <a:pt x="1086400" y="440588"/>
                    </a:cubicBezTo>
                    <a:cubicBezTo>
                      <a:pt x="1083485" y="440588"/>
                      <a:pt x="1074141" y="441703"/>
                      <a:pt x="1058368" y="443932"/>
                    </a:cubicBezTo>
                    <a:cubicBezTo>
                      <a:pt x="1058196" y="454562"/>
                      <a:pt x="1058454" y="462920"/>
                      <a:pt x="1059139" y="469006"/>
                    </a:cubicBezTo>
                    <a:cubicBezTo>
                      <a:pt x="1059825" y="475093"/>
                      <a:pt x="1061197" y="479636"/>
                      <a:pt x="1063254" y="482637"/>
                    </a:cubicBezTo>
                    <a:cubicBezTo>
                      <a:pt x="1065312" y="485637"/>
                      <a:pt x="1069812" y="488037"/>
                      <a:pt x="1076756" y="489838"/>
                    </a:cubicBezTo>
                    <a:cubicBezTo>
                      <a:pt x="1083700" y="491638"/>
                      <a:pt x="1091629" y="492538"/>
                      <a:pt x="1100545" y="492538"/>
                    </a:cubicBezTo>
                    <a:cubicBezTo>
                      <a:pt x="1109460" y="492538"/>
                      <a:pt x="1118075" y="491852"/>
                      <a:pt x="1126391" y="490480"/>
                    </a:cubicBezTo>
                    <a:cubicBezTo>
                      <a:pt x="1134706" y="489109"/>
                      <a:pt x="1139978" y="487351"/>
                      <a:pt x="1142207" y="485208"/>
                    </a:cubicBezTo>
                    <a:cubicBezTo>
                      <a:pt x="1144436" y="483065"/>
                      <a:pt x="1146407" y="480108"/>
                      <a:pt x="1148122" y="476336"/>
                    </a:cubicBezTo>
                    <a:cubicBezTo>
                      <a:pt x="1149836" y="472564"/>
                      <a:pt x="1152065" y="463906"/>
                      <a:pt x="1154809" y="450361"/>
                    </a:cubicBezTo>
                    <a:cubicBezTo>
                      <a:pt x="1155494" y="446932"/>
                      <a:pt x="1156437" y="445218"/>
                      <a:pt x="1157637" y="445218"/>
                    </a:cubicBezTo>
                    <a:cubicBezTo>
                      <a:pt x="1158838" y="445218"/>
                      <a:pt x="1159652" y="447404"/>
                      <a:pt x="1160081" y="451776"/>
                    </a:cubicBezTo>
                    <a:cubicBezTo>
                      <a:pt x="1160509" y="456148"/>
                      <a:pt x="1161624" y="461805"/>
                      <a:pt x="1163424" y="468749"/>
                    </a:cubicBezTo>
                    <a:cubicBezTo>
                      <a:pt x="1165224" y="475693"/>
                      <a:pt x="1166724" y="480236"/>
                      <a:pt x="1167924" y="482379"/>
                    </a:cubicBezTo>
                    <a:cubicBezTo>
                      <a:pt x="1169125" y="484523"/>
                      <a:pt x="1169725" y="486366"/>
                      <a:pt x="1169725" y="487909"/>
                    </a:cubicBezTo>
                    <a:cubicBezTo>
                      <a:pt x="1169725" y="492709"/>
                      <a:pt x="1163424" y="497467"/>
                      <a:pt x="1150822" y="502182"/>
                    </a:cubicBezTo>
                    <a:cubicBezTo>
                      <a:pt x="1138221" y="506897"/>
                      <a:pt x="1123690" y="509254"/>
                      <a:pt x="1107231" y="509254"/>
                    </a:cubicBezTo>
                    <a:cubicBezTo>
                      <a:pt x="1095401" y="509254"/>
                      <a:pt x="1085371" y="507968"/>
                      <a:pt x="1077142" y="505397"/>
                    </a:cubicBezTo>
                    <a:cubicBezTo>
                      <a:pt x="1068912" y="502825"/>
                      <a:pt x="1062483" y="499353"/>
                      <a:pt x="1057854" y="494981"/>
                    </a:cubicBezTo>
                    <a:cubicBezTo>
                      <a:pt x="1053224" y="490609"/>
                      <a:pt x="1050181" y="484823"/>
                      <a:pt x="1048724" y="477622"/>
                    </a:cubicBezTo>
                    <a:cubicBezTo>
                      <a:pt x="1047266" y="470421"/>
                      <a:pt x="1046624" y="459705"/>
                      <a:pt x="1046795" y="445475"/>
                    </a:cubicBezTo>
                    <a:cubicBezTo>
                      <a:pt x="1033250" y="447532"/>
                      <a:pt x="1023221" y="448732"/>
                      <a:pt x="1016706" y="449075"/>
                    </a:cubicBezTo>
                    <a:cubicBezTo>
                      <a:pt x="1016534" y="453533"/>
                      <a:pt x="1015248" y="455762"/>
                      <a:pt x="1012848" y="455762"/>
                    </a:cubicBezTo>
                    <a:cubicBezTo>
                      <a:pt x="1011476" y="455762"/>
                      <a:pt x="1010105" y="454562"/>
                      <a:pt x="1008733" y="452161"/>
                    </a:cubicBezTo>
                    <a:cubicBezTo>
                      <a:pt x="1007362" y="449761"/>
                      <a:pt x="1006333" y="446932"/>
                      <a:pt x="1005647" y="443675"/>
                    </a:cubicBezTo>
                    <a:cubicBezTo>
                      <a:pt x="1001704" y="425501"/>
                      <a:pt x="997932" y="410242"/>
                      <a:pt x="994331" y="397897"/>
                    </a:cubicBezTo>
                    <a:cubicBezTo>
                      <a:pt x="990731" y="385553"/>
                      <a:pt x="987816" y="378309"/>
                      <a:pt x="985587" y="376166"/>
                    </a:cubicBezTo>
                    <a:cubicBezTo>
                      <a:pt x="983358" y="374023"/>
                      <a:pt x="982244" y="372008"/>
                      <a:pt x="982244" y="370123"/>
                    </a:cubicBezTo>
                    <a:cubicBezTo>
                      <a:pt x="982244" y="368237"/>
                      <a:pt x="983787" y="367294"/>
                      <a:pt x="986873" y="367294"/>
                    </a:cubicBezTo>
                    <a:cubicBezTo>
                      <a:pt x="989959" y="367294"/>
                      <a:pt x="994588" y="368665"/>
                      <a:pt x="1000761" y="371408"/>
                    </a:cubicBezTo>
                    <a:cubicBezTo>
                      <a:pt x="1017734" y="369008"/>
                      <a:pt x="1033165" y="366608"/>
                      <a:pt x="1047052" y="364208"/>
                    </a:cubicBezTo>
                    <a:cubicBezTo>
                      <a:pt x="1046881" y="343634"/>
                      <a:pt x="1045209" y="330132"/>
                      <a:pt x="1042037" y="323702"/>
                    </a:cubicBezTo>
                    <a:cubicBezTo>
                      <a:pt x="1038865" y="317273"/>
                      <a:pt x="1037280" y="312944"/>
                      <a:pt x="1037280" y="310715"/>
                    </a:cubicBezTo>
                    <a:cubicBezTo>
                      <a:pt x="1037280" y="308486"/>
                      <a:pt x="1038437" y="307372"/>
                      <a:pt x="1040751" y="307372"/>
                    </a:cubicBezTo>
                    <a:close/>
                    <a:moveTo>
                      <a:pt x="526401" y="307372"/>
                    </a:moveTo>
                    <a:cubicBezTo>
                      <a:pt x="528716" y="307372"/>
                      <a:pt x="533302" y="308701"/>
                      <a:pt x="540160" y="311358"/>
                    </a:cubicBezTo>
                    <a:cubicBezTo>
                      <a:pt x="547018" y="314016"/>
                      <a:pt x="550447" y="317573"/>
                      <a:pt x="550447" y="322031"/>
                    </a:cubicBezTo>
                    <a:cubicBezTo>
                      <a:pt x="550447" y="323745"/>
                      <a:pt x="549933" y="326317"/>
                      <a:pt x="548904" y="329746"/>
                    </a:cubicBezTo>
                    <a:cubicBezTo>
                      <a:pt x="547018" y="335918"/>
                      <a:pt x="545818" y="346720"/>
                      <a:pt x="545304" y="362150"/>
                    </a:cubicBezTo>
                    <a:cubicBezTo>
                      <a:pt x="568964" y="358207"/>
                      <a:pt x="582851" y="355549"/>
                      <a:pt x="586966" y="354178"/>
                    </a:cubicBezTo>
                    <a:cubicBezTo>
                      <a:pt x="591252" y="352292"/>
                      <a:pt x="594467" y="351349"/>
                      <a:pt x="596610" y="351349"/>
                    </a:cubicBezTo>
                    <a:cubicBezTo>
                      <a:pt x="598753" y="351349"/>
                      <a:pt x="603725" y="353535"/>
                      <a:pt x="611526" y="357907"/>
                    </a:cubicBezTo>
                    <a:cubicBezTo>
                      <a:pt x="619327" y="362279"/>
                      <a:pt x="623228" y="365836"/>
                      <a:pt x="623228" y="368579"/>
                    </a:cubicBezTo>
                    <a:cubicBezTo>
                      <a:pt x="623228" y="370465"/>
                      <a:pt x="621899" y="372437"/>
                      <a:pt x="619242" y="374495"/>
                    </a:cubicBezTo>
                    <a:cubicBezTo>
                      <a:pt x="616584" y="376552"/>
                      <a:pt x="614270" y="379509"/>
                      <a:pt x="612298" y="383367"/>
                    </a:cubicBezTo>
                    <a:cubicBezTo>
                      <a:pt x="610326" y="387225"/>
                      <a:pt x="608655" y="391854"/>
                      <a:pt x="607283" y="397255"/>
                    </a:cubicBezTo>
                    <a:cubicBezTo>
                      <a:pt x="605911" y="402655"/>
                      <a:pt x="603597" y="410285"/>
                      <a:pt x="600339" y="420143"/>
                    </a:cubicBezTo>
                    <a:cubicBezTo>
                      <a:pt x="597082" y="430001"/>
                      <a:pt x="593824" y="436945"/>
                      <a:pt x="590567" y="440974"/>
                    </a:cubicBezTo>
                    <a:cubicBezTo>
                      <a:pt x="587309" y="445003"/>
                      <a:pt x="584780" y="447018"/>
                      <a:pt x="582980" y="447018"/>
                    </a:cubicBezTo>
                    <a:cubicBezTo>
                      <a:pt x="581180" y="447018"/>
                      <a:pt x="579637" y="445946"/>
                      <a:pt x="578351" y="443803"/>
                    </a:cubicBezTo>
                    <a:cubicBezTo>
                      <a:pt x="577065" y="441660"/>
                      <a:pt x="574965" y="440588"/>
                      <a:pt x="572050" y="440588"/>
                    </a:cubicBezTo>
                    <a:cubicBezTo>
                      <a:pt x="569135" y="440588"/>
                      <a:pt x="559791" y="441703"/>
                      <a:pt x="544018" y="443932"/>
                    </a:cubicBezTo>
                    <a:cubicBezTo>
                      <a:pt x="543847" y="454562"/>
                      <a:pt x="544104" y="462920"/>
                      <a:pt x="544789" y="469006"/>
                    </a:cubicBezTo>
                    <a:cubicBezTo>
                      <a:pt x="545475" y="475093"/>
                      <a:pt x="546847" y="479636"/>
                      <a:pt x="548904" y="482637"/>
                    </a:cubicBezTo>
                    <a:cubicBezTo>
                      <a:pt x="550962" y="485637"/>
                      <a:pt x="555462" y="488037"/>
                      <a:pt x="562406" y="489838"/>
                    </a:cubicBezTo>
                    <a:cubicBezTo>
                      <a:pt x="569350" y="491638"/>
                      <a:pt x="577279" y="492538"/>
                      <a:pt x="586195" y="492538"/>
                    </a:cubicBezTo>
                    <a:cubicBezTo>
                      <a:pt x="595110" y="492538"/>
                      <a:pt x="603725" y="491852"/>
                      <a:pt x="612041" y="490480"/>
                    </a:cubicBezTo>
                    <a:cubicBezTo>
                      <a:pt x="620356" y="489109"/>
                      <a:pt x="625628" y="487351"/>
                      <a:pt x="627857" y="485208"/>
                    </a:cubicBezTo>
                    <a:cubicBezTo>
                      <a:pt x="630086" y="483065"/>
                      <a:pt x="632058" y="480108"/>
                      <a:pt x="633772" y="476336"/>
                    </a:cubicBezTo>
                    <a:cubicBezTo>
                      <a:pt x="635487" y="472564"/>
                      <a:pt x="637715" y="463906"/>
                      <a:pt x="640459" y="450361"/>
                    </a:cubicBezTo>
                    <a:cubicBezTo>
                      <a:pt x="641144" y="446932"/>
                      <a:pt x="642087" y="445218"/>
                      <a:pt x="643288" y="445218"/>
                    </a:cubicBezTo>
                    <a:cubicBezTo>
                      <a:pt x="644488" y="445218"/>
                      <a:pt x="645302" y="447404"/>
                      <a:pt x="645731" y="451776"/>
                    </a:cubicBezTo>
                    <a:cubicBezTo>
                      <a:pt x="646159" y="456148"/>
                      <a:pt x="647274" y="461805"/>
                      <a:pt x="649074" y="468749"/>
                    </a:cubicBezTo>
                    <a:cubicBezTo>
                      <a:pt x="650874" y="475693"/>
                      <a:pt x="652374" y="480236"/>
                      <a:pt x="653575" y="482379"/>
                    </a:cubicBezTo>
                    <a:cubicBezTo>
                      <a:pt x="654775" y="484523"/>
                      <a:pt x="655375" y="486366"/>
                      <a:pt x="655375" y="487909"/>
                    </a:cubicBezTo>
                    <a:cubicBezTo>
                      <a:pt x="655375" y="492709"/>
                      <a:pt x="649074" y="497467"/>
                      <a:pt x="636472" y="502182"/>
                    </a:cubicBezTo>
                    <a:cubicBezTo>
                      <a:pt x="623871" y="506897"/>
                      <a:pt x="609340" y="509254"/>
                      <a:pt x="592881" y="509254"/>
                    </a:cubicBezTo>
                    <a:cubicBezTo>
                      <a:pt x="581051" y="509254"/>
                      <a:pt x="571021" y="507968"/>
                      <a:pt x="562792" y="505397"/>
                    </a:cubicBezTo>
                    <a:cubicBezTo>
                      <a:pt x="554562" y="502825"/>
                      <a:pt x="548133" y="499353"/>
                      <a:pt x="543504" y="494981"/>
                    </a:cubicBezTo>
                    <a:cubicBezTo>
                      <a:pt x="538874" y="490609"/>
                      <a:pt x="535831" y="484823"/>
                      <a:pt x="534374" y="477622"/>
                    </a:cubicBezTo>
                    <a:cubicBezTo>
                      <a:pt x="532917" y="470421"/>
                      <a:pt x="532274" y="459705"/>
                      <a:pt x="532445" y="445475"/>
                    </a:cubicBezTo>
                    <a:cubicBezTo>
                      <a:pt x="518901" y="447532"/>
                      <a:pt x="508871" y="448732"/>
                      <a:pt x="502356" y="449075"/>
                    </a:cubicBezTo>
                    <a:cubicBezTo>
                      <a:pt x="502184" y="453533"/>
                      <a:pt x="500898" y="455762"/>
                      <a:pt x="498498" y="455762"/>
                    </a:cubicBezTo>
                    <a:cubicBezTo>
                      <a:pt x="497126" y="455762"/>
                      <a:pt x="495755" y="454562"/>
                      <a:pt x="494383" y="452161"/>
                    </a:cubicBezTo>
                    <a:cubicBezTo>
                      <a:pt x="493012" y="449761"/>
                      <a:pt x="491983" y="446932"/>
                      <a:pt x="491297" y="443675"/>
                    </a:cubicBezTo>
                    <a:cubicBezTo>
                      <a:pt x="487354" y="425501"/>
                      <a:pt x="483582" y="410242"/>
                      <a:pt x="479981" y="397897"/>
                    </a:cubicBezTo>
                    <a:cubicBezTo>
                      <a:pt x="476381" y="385553"/>
                      <a:pt x="473466" y="378309"/>
                      <a:pt x="471237" y="376166"/>
                    </a:cubicBezTo>
                    <a:cubicBezTo>
                      <a:pt x="469009" y="374023"/>
                      <a:pt x="467894" y="372008"/>
                      <a:pt x="467894" y="370123"/>
                    </a:cubicBezTo>
                    <a:cubicBezTo>
                      <a:pt x="467894" y="368237"/>
                      <a:pt x="469437" y="367294"/>
                      <a:pt x="472523" y="367294"/>
                    </a:cubicBezTo>
                    <a:cubicBezTo>
                      <a:pt x="475609" y="367294"/>
                      <a:pt x="480239" y="368665"/>
                      <a:pt x="486411" y="371408"/>
                    </a:cubicBezTo>
                    <a:cubicBezTo>
                      <a:pt x="503384" y="369008"/>
                      <a:pt x="518815" y="366608"/>
                      <a:pt x="532702" y="364208"/>
                    </a:cubicBezTo>
                    <a:cubicBezTo>
                      <a:pt x="532531" y="343634"/>
                      <a:pt x="530859" y="330132"/>
                      <a:pt x="527687" y="323702"/>
                    </a:cubicBezTo>
                    <a:cubicBezTo>
                      <a:pt x="524516" y="317273"/>
                      <a:pt x="522930" y="312944"/>
                      <a:pt x="522930" y="310715"/>
                    </a:cubicBezTo>
                    <a:cubicBezTo>
                      <a:pt x="522930" y="308486"/>
                      <a:pt x="524087" y="307372"/>
                      <a:pt x="526401" y="307372"/>
                    </a:cubicBezTo>
                    <a:close/>
                    <a:moveTo>
                      <a:pt x="1612066" y="306857"/>
                    </a:moveTo>
                    <a:cubicBezTo>
                      <a:pt x="1614466" y="306857"/>
                      <a:pt x="1619267" y="308829"/>
                      <a:pt x="1626468" y="312773"/>
                    </a:cubicBezTo>
                    <a:cubicBezTo>
                      <a:pt x="1633668" y="316716"/>
                      <a:pt x="1637269" y="319973"/>
                      <a:pt x="1637269" y="322545"/>
                    </a:cubicBezTo>
                    <a:cubicBezTo>
                      <a:pt x="1637269" y="323917"/>
                      <a:pt x="1635597" y="326017"/>
                      <a:pt x="1632254" y="328846"/>
                    </a:cubicBezTo>
                    <a:cubicBezTo>
                      <a:pt x="1628911" y="331675"/>
                      <a:pt x="1626039" y="335404"/>
                      <a:pt x="1623639" y="340033"/>
                    </a:cubicBezTo>
                    <a:cubicBezTo>
                      <a:pt x="1621238" y="344662"/>
                      <a:pt x="1617809" y="350191"/>
                      <a:pt x="1613352" y="356621"/>
                    </a:cubicBezTo>
                    <a:cubicBezTo>
                      <a:pt x="1608894" y="363050"/>
                      <a:pt x="1605208" y="366265"/>
                      <a:pt x="1602293" y="366265"/>
                    </a:cubicBezTo>
                    <a:cubicBezTo>
                      <a:pt x="1600750" y="366265"/>
                      <a:pt x="1599636" y="365493"/>
                      <a:pt x="1598950" y="363950"/>
                    </a:cubicBezTo>
                    <a:cubicBezTo>
                      <a:pt x="1598264" y="362407"/>
                      <a:pt x="1596378" y="361636"/>
                      <a:pt x="1593292" y="361636"/>
                    </a:cubicBezTo>
                    <a:cubicBezTo>
                      <a:pt x="1592092" y="361636"/>
                      <a:pt x="1586777" y="362150"/>
                      <a:pt x="1577347" y="363179"/>
                    </a:cubicBezTo>
                    <a:lnTo>
                      <a:pt x="1552916" y="366008"/>
                    </a:lnTo>
                    <a:cubicBezTo>
                      <a:pt x="1552916" y="367208"/>
                      <a:pt x="1552315" y="367808"/>
                      <a:pt x="1551115" y="367808"/>
                    </a:cubicBezTo>
                    <a:cubicBezTo>
                      <a:pt x="1549915" y="367808"/>
                      <a:pt x="1548201" y="366265"/>
                      <a:pt x="1545972" y="363179"/>
                    </a:cubicBezTo>
                    <a:cubicBezTo>
                      <a:pt x="1543743" y="360093"/>
                      <a:pt x="1541857" y="356578"/>
                      <a:pt x="1540314" y="352635"/>
                    </a:cubicBezTo>
                    <a:cubicBezTo>
                      <a:pt x="1533970" y="336518"/>
                      <a:pt x="1529255" y="327089"/>
                      <a:pt x="1526169" y="324345"/>
                    </a:cubicBezTo>
                    <a:cubicBezTo>
                      <a:pt x="1523598" y="322117"/>
                      <a:pt x="1522312" y="320316"/>
                      <a:pt x="1522312" y="318945"/>
                    </a:cubicBezTo>
                    <a:cubicBezTo>
                      <a:pt x="1522312" y="317230"/>
                      <a:pt x="1523769" y="316373"/>
                      <a:pt x="1526684" y="316373"/>
                    </a:cubicBezTo>
                    <a:cubicBezTo>
                      <a:pt x="1529598" y="316373"/>
                      <a:pt x="1532427" y="316544"/>
                      <a:pt x="1535170" y="316887"/>
                    </a:cubicBezTo>
                    <a:cubicBezTo>
                      <a:pt x="1548029" y="315859"/>
                      <a:pt x="1562388" y="314358"/>
                      <a:pt x="1578247" y="312387"/>
                    </a:cubicBezTo>
                    <a:cubicBezTo>
                      <a:pt x="1594106" y="310415"/>
                      <a:pt x="1603107" y="309001"/>
                      <a:pt x="1605251" y="308143"/>
                    </a:cubicBezTo>
                    <a:cubicBezTo>
                      <a:pt x="1607394" y="307286"/>
                      <a:pt x="1609665" y="306857"/>
                      <a:pt x="1612066" y="306857"/>
                    </a:cubicBezTo>
                    <a:close/>
                    <a:moveTo>
                      <a:pt x="1347818" y="299399"/>
                    </a:moveTo>
                    <a:cubicBezTo>
                      <a:pt x="1350819" y="299399"/>
                      <a:pt x="1354891" y="300685"/>
                      <a:pt x="1360034" y="303257"/>
                    </a:cubicBezTo>
                    <a:cubicBezTo>
                      <a:pt x="1365178" y="305829"/>
                      <a:pt x="1367749" y="308486"/>
                      <a:pt x="1367749" y="311230"/>
                    </a:cubicBezTo>
                    <a:cubicBezTo>
                      <a:pt x="1367749" y="312773"/>
                      <a:pt x="1366892" y="314916"/>
                      <a:pt x="1365178" y="317659"/>
                    </a:cubicBezTo>
                    <a:cubicBezTo>
                      <a:pt x="1363463" y="320402"/>
                      <a:pt x="1360720" y="325631"/>
                      <a:pt x="1356948" y="333347"/>
                    </a:cubicBezTo>
                    <a:cubicBezTo>
                      <a:pt x="1360377" y="333004"/>
                      <a:pt x="1365563" y="332232"/>
                      <a:pt x="1372507" y="331032"/>
                    </a:cubicBezTo>
                    <a:cubicBezTo>
                      <a:pt x="1379451" y="329832"/>
                      <a:pt x="1385323" y="329232"/>
                      <a:pt x="1390124" y="329232"/>
                    </a:cubicBezTo>
                    <a:cubicBezTo>
                      <a:pt x="1394924" y="329232"/>
                      <a:pt x="1398911" y="330260"/>
                      <a:pt x="1402082" y="332318"/>
                    </a:cubicBezTo>
                    <a:cubicBezTo>
                      <a:pt x="1405254" y="334375"/>
                      <a:pt x="1406840" y="336347"/>
                      <a:pt x="1406840" y="338233"/>
                    </a:cubicBezTo>
                    <a:cubicBezTo>
                      <a:pt x="1406840" y="340119"/>
                      <a:pt x="1405854" y="341533"/>
                      <a:pt x="1403883" y="342476"/>
                    </a:cubicBezTo>
                    <a:cubicBezTo>
                      <a:pt x="1401911" y="343419"/>
                      <a:pt x="1398868" y="343676"/>
                      <a:pt x="1394753" y="343248"/>
                    </a:cubicBezTo>
                    <a:cubicBezTo>
                      <a:pt x="1390638" y="342819"/>
                      <a:pt x="1384895" y="342605"/>
                      <a:pt x="1377522" y="342605"/>
                    </a:cubicBezTo>
                    <a:cubicBezTo>
                      <a:pt x="1370150" y="342605"/>
                      <a:pt x="1361834" y="342948"/>
                      <a:pt x="1352576" y="343634"/>
                    </a:cubicBezTo>
                    <a:cubicBezTo>
                      <a:pt x="1348461" y="353749"/>
                      <a:pt x="1344132" y="361850"/>
                      <a:pt x="1339589" y="367937"/>
                    </a:cubicBezTo>
                    <a:cubicBezTo>
                      <a:pt x="1335045" y="374023"/>
                      <a:pt x="1331831" y="377066"/>
                      <a:pt x="1329945" y="377066"/>
                    </a:cubicBezTo>
                    <a:cubicBezTo>
                      <a:pt x="1329259" y="377066"/>
                      <a:pt x="1328916" y="376509"/>
                      <a:pt x="1328916" y="375395"/>
                    </a:cubicBezTo>
                    <a:cubicBezTo>
                      <a:pt x="1328916" y="374280"/>
                      <a:pt x="1329430" y="372609"/>
                      <a:pt x="1330459" y="370380"/>
                    </a:cubicBezTo>
                    <a:cubicBezTo>
                      <a:pt x="1334745" y="361121"/>
                      <a:pt x="1337917" y="352549"/>
                      <a:pt x="1339975" y="344662"/>
                    </a:cubicBezTo>
                    <a:cubicBezTo>
                      <a:pt x="1330202" y="345177"/>
                      <a:pt x="1317086" y="346377"/>
                      <a:pt x="1300627" y="348263"/>
                    </a:cubicBezTo>
                    <a:cubicBezTo>
                      <a:pt x="1300798" y="350320"/>
                      <a:pt x="1300884" y="354092"/>
                      <a:pt x="1300884" y="359578"/>
                    </a:cubicBezTo>
                    <a:cubicBezTo>
                      <a:pt x="1300884" y="367122"/>
                      <a:pt x="1299512" y="370894"/>
                      <a:pt x="1296769" y="370894"/>
                    </a:cubicBezTo>
                    <a:cubicBezTo>
                      <a:pt x="1294026" y="370894"/>
                      <a:pt x="1292397" y="368579"/>
                      <a:pt x="1291883" y="363950"/>
                    </a:cubicBezTo>
                    <a:lnTo>
                      <a:pt x="1290083" y="349549"/>
                    </a:lnTo>
                    <a:cubicBezTo>
                      <a:pt x="1280824" y="350577"/>
                      <a:pt x="1272809" y="351863"/>
                      <a:pt x="1266037" y="353406"/>
                    </a:cubicBezTo>
                    <a:cubicBezTo>
                      <a:pt x="1259264" y="354949"/>
                      <a:pt x="1254250" y="355721"/>
                      <a:pt x="1250992" y="355721"/>
                    </a:cubicBezTo>
                    <a:cubicBezTo>
                      <a:pt x="1247735" y="355721"/>
                      <a:pt x="1244348" y="354349"/>
                      <a:pt x="1240834" y="351606"/>
                    </a:cubicBezTo>
                    <a:cubicBezTo>
                      <a:pt x="1237319" y="348863"/>
                      <a:pt x="1235561" y="346891"/>
                      <a:pt x="1235561" y="345691"/>
                    </a:cubicBezTo>
                    <a:cubicBezTo>
                      <a:pt x="1235561" y="344319"/>
                      <a:pt x="1237405" y="343762"/>
                      <a:pt x="1241091" y="344019"/>
                    </a:cubicBezTo>
                    <a:cubicBezTo>
                      <a:pt x="1244777" y="344276"/>
                      <a:pt x="1247906" y="344405"/>
                      <a:pt x="1250478" y="344405"/>
                    </a:cubicBezTo>
                    <a:cubicBezTo>
                      <a:pt x="1258536" y="344405"/>
                      <a:pt x="1271395" y="343462"/>
                      <a:pt x="1289054" y="341576"/>
                    </a:cubicBezTo>
                    <a:cubicBezTo>
                      <a:pt x="1287339" y="330089"/>
                      <a:pt x="1285196" y="322802"/>
                      <a:pt x="1282625" y="319716"/>
                    </a:cubicBezTo>
                    <a:cubicBezTo>
                      <a:pt x="1280053" y="316630"/>
                      <a:pt x="1278767" y="314316"/>
                      <a:pt x="1278767" y="312773"/>
                    </a:cubicBezTo>
                    <a:cubicBezTo>
                      <a:pt x="1278767" y="311230"/>
                      <a:pt x="1280053" y="310458"/>
                      <a:pt x="1282625" y="310458"/>
                    </a:cubicBezTo>
                    <a:cubicBezTo>
                      <a:pt x="1285196" y="310458"/>
                      <a:pt x="1289097" y="311358"/>
                      <a:pt x="1294326" y="313158"/>
                    </a:cubicBezTo>
                    <a:cubicBezTo>
                      <a:pt x="1299555" y="314959"/>
                      <a:pt x="1302170" y="317745"/>
                      <a:pt x="1302170" y="321516"/>
                    </a:cubicBezTo>
                    <a:cubicBezTo>
                      <a:pt x="1302170" y="322717"/>
                      <a:pt x="1301913" y="324260"/>
                      <a:pt x="1301398" y="326146"/>
                    </a:cubicBezTo>
                    <a:cubicBezTo>
                      <a:pt x="1300884" y="328032"/>
                      <a:pt x="1300627" y="332746"/>
                      <a:pt x="1300627" y="340290"/>
                    </a:cubicBezTo>
                    <a:cubicBezTo>
                      <a:pt x="1309371" y="339433"/>
                      <a:pt x="1323258" y="337804"/>
                      <a:pt x="1342289" y="335404"/>
                    </a:cubicBezTo>
                    <a:cubicBezTo>
                      <a:pt x="1344861" y="324774"/>
                      <a:pt x="1346147" y="316973"/>
                      <a:pt x="1346147" y="312001"/>
                    </a:cubicBezTo>
                    <a:cubicBezTo>
                      <a:pt x="1346147" y="309258"/>
                      <a:pt x="1345675" y="307286"/>
                      <a:pt x="1344732" y="306086"/>
                    </a:cubicBezTo>
                    <a:cubicBezTo>
                      <a:pt x="1343789" y="304886"/>
                      <a:pt x="1343318" y="303471"/>
                      <a:pt x="1343318" y="301843"/>
                    </a:cubicBezTo>
                    <a:cubicBezTo>
                      <a:pt x="1343318" y="300214"/>
                      <a:pt x="1344818" y="299399"/>
                      <a:pt x="1347818" y="299399"/>
                    </a:cubicBezTo>
                    <a:close/>
                    <a:moveTo>
                      <a:pt x="265555" y="159191"/>
                    </a:moveTo>
                    <a:lnTo>
                      <a:pt x="289729" y="159191"/>
                    </a:lnTo>
                    <a:lnTo>
                      <a:pt x="289729" y="183880"/>
                    </a:lnTo>
                    <a:lnTo>
                      <a:pt x="265555" y="183880"/>
                    </a:lnTo>
                    <a:close/>
                    <a:moveTo>
                      <a:pt x="154558" y="146059"/>
                    </a:moveTo>
                    <a:cubicBezTo>
                      <a:pt x="160573" y="146059"/>
                      <a:pt x="166107" y="146431"/>
                      <a:pt x="171161" y="147175"/>
                    </a:cubicBezTo>
                    <a:cubicBezTo>
                      <a:pt x="176215" y="147920"/>
                      <a:pt x="181130" y="149005"/>
                      <a:pt x="185905" y="150431"/>
                    </a:cubicBezTo>
                    <a:lnTo>
                      <a:pt x="181440" y="171453"/>
                    </a:lnTo>
                    <a:lnTo>
                      <a:pt x="173161" y="171453"/>
                    </a:lnTo>
                    <a:cubicBezTo>
                      <a:pt x="172479" y="165872"/>
                      <a:pt x="170634" y="161748"/>
                      <a:pt x="167627" y="159082"/>
                    </a:cubicBezTo>
                    <a:cubicBezTo>
                      <a:pt x="164619" y="156415"/>
                      <a:pt x="159953" y="155082"/>
                      <a:pt x="153628" y="155082"/>
                    </a:cubicBezTo>
                    <a:cubicBezTo>
                      <a:pt x="151085" y="155082"/>
                      <a:pt x="148729" y="155423"/>
                      <a:pt x="146558" y="156105"/>
                    </a:cubicBezTo>
                    <a:cubicBezTo>
                      <a:pt x="144388" y="156787"/>
                      <a:pt x="142527" y="157733"/>
                      <a:pt x="140977" y="158942"/>
                    </a:cubicBezTo>
                    <a:cubicBezTo>
                      <a:pt x="139427" y="160151"/>
                      <a:pt x="138218" y="161593"/>
                      <a:pt x="137349" y="163268"/>
                    </a:cubicBezTo>
                    <a:cubicBezTo>
                      <a:pt x="136481" y="164942"/>
                      <a:pt x="136047" y="166771"/>
                      <a:pt x="136047" y="168756"/>
                    </a:cubicBezTo>
                    <a:cubicBezTo>
                      <a:pt x="136047" y="170554"/>
                      <a:pt x="136264" y="172197"/>
                      <a:pt x="136698" y="173686"/>
                    </a:cubicBezTo>
                    <a:cubicBezTo>
                      <a:pt x="137132" y="175174"/>
                      <a:pt x="137985" y="176631"/>
                      <a:pt x="139256" y="178057"/>
                    </a:cubicBezTo>
                    <a:cubicBezTo>
                      <a:pt x="140528" y="179484"/>
                      <a:pt x="142326" y="180972"/>
                      <a:pt x="144651" y="182522"/>
                    </a:cubicBezTo>
                    <a:cubicBezTo>
                      <a:pt x="146977" y="184072"/>
                      <a:pt x="150031" y="185840"/>
                      <a:pt x="153814" y="187824"/>
                    </a:cubicBezTo>
                    <a:cubicBezTo>
                      <a:pt x="157782" y="189995"/>
                      <a:pt x="161084" y="192072"/>
                      <a:pt x="163720" y="194056"/>
                    </a:cubicBezTo>
                    <a:cubicBezTo>
                      <a:pt x="166355" y="196041"/>
                      <a:pt x="168448" y="198056"/>
                      <a:pt x="169999" y="200102"/>
                    </a:cubicBezTo>
                    <a:cubicBezTo>
                      <a:pt x="171549" y="202149"/>
                      <a:pt x="172634" y="204335"/>
                      <a:pt x="173254" y="206660"/>
                    </a:cubicBezTo>
                    <a:cubicBezTo>
                      <a:pt x="173874" y="208986"/>
                      <a:pt x="174184" y="211575"/>
                      <a:pt x="174184" y="214427"/>
                    </a:cubicBezTo>
                    <a:cubicBezTo>
                      <a:pt x="174184" y="218830"/>
                      <a:pt x="173285" y="222783"/>
                      <a:pt x="171487" y="226287"/>
                    </a:cubicBezTo>
                    <a:cubicBezTo>
                      <a:pt x="169689" y="229791"/>
                      <a:pt x="167177" y="232752"/>
                      <a:pt x="163952" y="235170"/>
                    </a:cubicBezTo>
                    <a:cubicBezTo>
                      <a:pt x="160728" y="237589"/>
                      <a:pt x="156930" y="239449"/>
                      <a:pt x="152558" y="240751"/>
                    </a:cubicBezTo>
                    <a:cubicBezTo>
                      <a:pt x="148186" y="242053"/>
                      <a:pt x="143396" y="242705"/>
                      <a:pt x="138187" y="242705"/>
                    </a:cubicBezTo>
                    <a:cubicBezTo>
                      <a:pt x="132482" y="242705"/>
                      <a:pt x="126869" y="242332"/>
                      <a:pt x="121350" y="241588"/>
                    </a:cubicBezTo>
                    <a:cubicBezTo>
                      <a:pt x="115831" y="240844"/>
                      <a:pt x="110002" y="239573"/>
                      <a:pt x="103863" y="237775"/>
                    </a:cubicBezTo>
                    <a:lnTo>
                      <a:pt x="108700" y="216567"/>
                    </a:lnTo>
                    <a:lnTo>
                      <a:pt x="116793" y="216567"/>
                    </a:lnTo>
                    <a:cubicBezTo>
                      <a:pt x="117103" y="222334"/>
                      <a:pt x="118916" y="226659"/>
                      <a:pt x="122234" y="229543"/>
                    </a:cubicBezTo>
                    <a:cubicBezTo>
                      <a:pt x="125552" y="232426"/>
                      <a:pt x="130683" y="233868"/>
                      <a:pt x="137628" y="233868"/>
                    </a:cubicBezTo>
                    <a:cubicBezTo>
                      <a:pt x="143830" y="233868"/>
                      <a:pt x="148713" y="232535"/>
                      <a:pt x="152279" y="229868"/>
                    </a:cubicBezTo>
                    <a:cubicBezTo>
                      <a:pt x="155844" y="227202"/>
                      <a:pt x="157627" y="223481"/>
                      <a:pt x="157627" y="218706"/>
                    </a:cubicBezTo>
                    <a:cubicBezTo>
                      <a:pt x="157627" y="216536"/>
                      <a:pt x="157410" y="214660"/>
                      <a:pt x="156976" y="213078"/>
                    </a:cubicBezTo>
                    <a:cubicBezTo>
                      <a:pt x="156542" y="211497"/>
                      <a:pt x="155689" y="209993"/>
                      <a:pt x="154418" y="208567"/>
                    </a:cubicBezTo>
                    <a:cubicBezTo>
                      <a:pt x="153147" y="207141"/>
                      <a:pt x="151411" y="205668"/>
                      <a:pt x="149209" y="204149"/>
                    </a:cubicBezTo>
                    <a:cubicBezTo>
                      <a:pt x="147008" y="202629"/>
                      <a:pt x="144140" y="200878"/>
                      <a:pt x="140605" y="198893"/>
                    </a:cubicBezTo>
                    <a:cubicBezTo>
                      <a:pt x="136946" y="196847"/>
                      <a:pt x="133799" y="194832"/>
                      <a:pt x="131164" y="192847"/>
                    </a:cubicBezTo>
                    <a:cubicBezTo>
                      <a:pt x="128528" y="190863"/>
                      <a:pt x="126358" y="188847"/>
                      <a:pt x="124653" y="186801"/>
                    </a:cubicBezTo>
                    <a:cubicBezTo>
                      <a:pt x="122947" y="184755"/>
                      <a:pt x="121691" y="182615"/>
                      <a:pt x="120885" y="180383"/>
                    </a:cubicBezTo>
                    <a:cubicBezTo>
                      <a:pt x="120079" y="178150"/>
                      <a:pt x="119676" y="175763"/>
                      <a:pt x="119676" y="173220"/>
                    </a:cubicBezTo>
                    <a:cubicBezTo>
                      <a:pt x="119676" y="169314"/>
                      <a:pt x="120498" y="165702"/>
                      <a:pt x="122141" y="162384"/>
                    </a:cubicBezTo>
                    <a:cubicBezTo>
                      <a:pt x="123784" y="159066"/>
                      <a:pt x="126125" y="156198"/>
                      <a:pt x="129164" y="153780"/>
                    </a:cubicBezTo>
                    <a:cubicBezTo>
                      <a:pt x="132202" y="151361"/>
                      <a:pt x="135861" y="149470"/>
                      <a:pt x="140140" y="148106"/>
                    </a:cubicBezTo>
                    <a:cubicBezTo>
                      <a:pt x="144419" y="146741"/>
                      <a:pt x="149225" y="146059"/>
                      <a:pt x="154558" y="146059"/>
                    </a:cubicBezTo>
                    <a:close/>
                    <a:moveTo>
                      <a:pt x="1855529" y="127559"/>
                    </a:moveTo>
                    <a:cubicBezTo>
                      <a:pt x="1857330" y="127559"/>
                      <a:pt x="1859987" y="128588"/>
                      <a:pt x="1863502" y="130645"/>
                    </a:cubicBezTo>
                    <a:cubicBezTo>
                      <a:pt x="1867017" y="132702"/>
                      <a:pt x="1868774" y="135188"/>
                      <a:pt x="1868774" y="138103"/>
                    </a:cubicBezTo>
                    <a:cubicBezTo>
                      <a:pt x="1868774" y="138960"/>
                      <a:pt x="1868603" y="139732"/>
                      <a:pt x="1868259" y="140418"/>
                    </a:cubicBezTo>
                    <a:cubicBezTo>
                      <a:pt x="1866888" y="144361"/>
                      <a:pt x="1865516" y="149505"/>
                      <a:pt x="1864145" y="155848"/>
                    </a:cubicBezTo>
                    <a:cubicBezTo>
                      <a:pt x="1861744" y="167850"/>
                      <a:pt x="1858058" y="177408"/>
                      <a:pt x="1853086" y="184523"/>
                    </a:cubicBezTo>
                    <a:cubicBezTo>
                      <a:pt x="1848114" y="191638"/>
                      <a:pt x="1842542" y="196610"/>
                      <a:pt x="1836370" y="199439"/>
                    </a:cubicBezTo>
                    <a:cubicBezTo>
                      <a:pt x="1830197" y="202268"/>
                      <a:pt x="1825997" y="203683"/>
                      <a:pt x="1823768" y="203683"/>
                    </a:cubicBezTo>
                    <a:cubicBezTo>
                      <a:pt x="1821539" y="203683"/>
                      <a:pt x="1820425" y="203211"/>
                      <a:pt x="1820425" y="202268"/>
                    </a:cubicBezTo>
                    <a:cubicBezTo>
                      <a:pt x="1820425" y="201325"/>
                      <a:pt x="1821282" y="200339"/>
                      <a:pt x="1822997" y="199311"/>
                    </a:cubicBezTo>
                    <a:cubicBezTo>
                      <a:pt x="1833112" y="192453"/>
                      <a:pt x="1840870" y="183966"/>
                      <a:pt x="1846271" y="173850"/>
                    </a:cubicBezTo>
                    <a:cubicBezTo>
                      <a:pt x="1851672" y="163735"/>
                      <a:pt x="1854372" y="153448"/>
                      <a:pt x="1854372" y="142989"/>
                    </a:cubicBezTo>
                    <a:cubicBezTo>
                      <a:pt x="1854372" y="139389"/>
                      <a:pt x="1854115" y="136517"/>
                      <a:pt x="1853601" y="134374"/>
                    </a:cubicBezTo>
                    <a:cubicBezTo>
                      <a:pt x="1853086" y="132231"/>
                      <a:pt x="1852829" y="130559"/>
                      <a:pt x="1852829" y="129359"/>
                    </a:cubicBezTo>
                    <a:cubicBezTo>
                      <a:pt x="1852829" y="128159"/>
                      <a:pt x="1853729" y="127559"/>
                      <a:pt x="1855529" y="127559"/>
                    </a:cubicBezTo>
                    <a:close/>
                    <a:moveTo>
                      <a:pt x="1885619" y="123958"/>
                    </a:moveTo>
                    <a:cubicBezTo>
                      <a:pt x="1887419" y="123958"/>
                      <a:pt x="1890462" y="124901"/>
                      <a:pt x="1894749" y="126787"/>
                    </a:cubicBezTo>
                    <a:cubicBezTo>
                      <a:pt x="1899035" y="128673"/>
                      <a:pt x="1901178" y="130731"/>
                      <a:pt x="1901178" y="132960"/>
                    </a:cubicBezTo>
                    <a:cubicBezTo>
                      <a:pt x="1901178" y="133645"/>
                      <a:pt x="1900835" y="134674"/>
                      <a:pt x="1900149" y="136046"/>
                    </a:cubicBezTo>
                    <a:cubicBezTo>
                      <a:pt x="1898949" y="138617"/>
                      <a:pt x="1898349" y="150962"/>
                      <a:pt x="1898349" y="173079"/>
                    </a:cubicBezTo>
                    <a:cubicBezTo>
                      <a:pt x="1898349" y="180794"/>
                      <a:pt x="1897577" y="186966"/>
                      <a:pt x="1896034" y="191595"/>
                    </a:cubicBezTo>
                    <a:cubicBezTo>
                      <a:pt x="1894491" y="196225"/>
                      <a:pt x="1892905" y="198539"/>
                      <a:pt x="1891277" y="198539"/>
                    </a:cubicBezTo>
                    <a:cubicBezTo>
                      <a:pt x="1889648" y="198539"/>
                      <a:pt x="1888191" y="196439"/>
                      <a:pt x="1886905" y="192238"/>
                    </a:cubicBezTo>
                    <a:cubicBezTo>
                      <a:pt x="1885619" y="188038"/>
                      <a:pt x="1885233" y="184566"/>
                      <a:pt x="1885747" y="181823"/>
                    </a:cubicBezTo>
                    <a:cubicBezTo>
                      <a:pt x="1887290" y="174279"/>
                      <a:pt x="1888062" y="165235"/>
                      <a:pt x="1888062" y="154691"/>
                    </a:cubicBezTo>
                    <a:cubicBezTo>
                      <a:pt x="1888062" y="144147"/>
                      <a:pt x="1886519" y="135531"/>
                      <a:pt x="1883433" y="128845"/>
                    </a:cubicBezTo>
                    <a:cubicBezTo>
                      <a:pt x="1883090" y="128159"/>
                      <a:pt x="1882918" y="127473"/>
                      <a:pt x="1882918" y="126787"/>
                    </a:cubicBezTo>
                    <a:cubicBezTo>
                      <a:pt x="1882918" y="124901"/>
                      <a:pt x="1883819" y="123958"/>
                      <a:pt x="1885619" y="123958"/>
                    </a:cubicBezTo>
                    <a:close/>
                    <a:moveTo>
                      <a:pt x="1342851" y="114186"/>
                    </a:moveTo>
                    <a:cubicBezTo>
                      <a:pt x="1349709" y="114186"/>
                      <a:pt x="1355753" y="115557"/>
                      <a:pt x="1360982" y="118301"/>
                    </a:cubicBezTo>
                    <a:cubicBezTo>
                      <a:pt x="1366211" y="121044"/>
                      <a:pt x="1368826" y="125759"/>
                      <a:pt x="1368826" y="132445"/>
                    </a:cubicBezTo>
                    <a:cubicBezTo>
                      <a:pt x="1368826" y="136903"/>
                      <a:pt x="1367197" y="139132"/>
                      <a:pt x="1363939" y="139132"/>
                    </a:cubicBezTo>
                    <a:cubicBezTo>
                      <a:pt x="1361539" y="139132"/>
                      <a:pt x="1356781" y="135703"/>
                      <a:pt x="1349666" y="128845"/>
                    </a:cubicBezTo>
                    <a:cubicBezTo>
                      <a:pt x="1342551" y="121987"/>
                      <a:pt x="1338994" y="117829"/>
                      <a:pt x="1338994" y="116372"/>
                    </a:cubicBezTo>
                    <a:cubicBezTo>
                      <a:pt x="1338994" y="114914"/>
                      <a:pt x="1340279" y="114186"/>
                      <a:pt x="1342851" y="114186"/>
                    </a:cubicBezTo>
                    <a:close/>
                    <a:moveTo>
                      <a:pt x="854733" y="113157"/>
                    </a:moveTo>
                    <a:cubicBezTo>
                      <a:pt x="851304" y="113157"/>
                      <a:pt x="846203" y="113843"/>
                      <a:pt x="839431" y="115215"/>
                    </a:cubicBezTo>
                    <a:cubicBezTo>
                      <a:pt x="832659" y="116586"/>
                      <a:pt x="827215" y="117186"/>
                      <a:pt x="823100" y="117015"/>
                    </a:cubicBezTo>
                    <a:cubicBezTo>
                      <a:pt x="824129" y="125073"/>
                      <a:pt x="824986" y="136903"/>
                      <a:pt x="825672" y="152505"/>
                    </a:cubicBezTo>
                    <a:cubicBezTo>
                      <a:pt x="840074" y="149590"/>
                      <a:pt x="848647" y="147747"/>
                      <a:pt x="851390" y="146976"/>
                    </a:cubicBezTo>
                    <a:cubicBezTo>
                      <a:pt x="854133" y="146204"/>
                      <a:pt x="856319" y="144918"/>
                      <a:pt x="857948" y="143118"/>
                    </a:cubicBezTo>
                    <a:cubicBezTo>
                      <a:pt x="859576" y="141318"/>
                      <a:pt x="861077" y="138060"/>
                      <a:pt x="862448" y="133345"/>
                    </a:cubicBezTo>
                    <a:cubicBezTo>
                      <a:pt x="863820" y="128630"/>
                      <a:pt x="864506" y="123958"/>
                      <a:pt x="864506" y="119329"/>
                    </a:cubicBezTo>
                    <a:cubicBezTo>
                      <a:pt x="864506" y="115215"/>
                      <a:pt x="861248" y="113157"/>
                      <a:pt x="854733" y="113157"/>
                    </a:cubicBezTo>
                    <a:close/>
                    <a:moveTo>
                      <a:pt x="1920980" y="111614"/>
                    </a:moveTo>
                    <a:cubicBezTo>
                      <a:pt x="1922180" y="111614"/>
                      <a:pt x="1924838" y="112600"/>
                      <a:pt x="1928953" y="114572"/>
                    </a:cubicBezTo>
                    <a:cubicBezTo>
                      <a:pt x="1933067" y="116543"/>
                      <a:pt x="1935125" y="118644"/>
                      <a:pt x="1935125" y="120872"/>
                    </a:cubicBezTo>
                    <a:cubicBezTo>
                      <a:pt x="1935125" y="123101"/>
                      <a:pt x="1934696" y="125416"/>
                      <a:pt x="1933839" y="127816"/>
                    </a:cubicBezTo>
                    <a:cubicBezTo>
                      <a:pt x="1932982" y="130216"/>
                      <a:pt x="1932167" y="134374"/>
                      <a:pt x="1931396" y="140289"/>
                    </a:cubicBezTo>
                    <a:cubicBezTo>
                      <a:pt x="1930624" y="146204"/>
                      <a:pt x="1930239" y="151476"/>
                      <a:pt x="1930239" y="156105"/>
                    </a:cubicBezTo>
                    <a:cubicBezTo>
                      <a:pt x="1930239" y="160734"/>
                      <a:pt x="1931567" y="166735"/>
                      <a:pt x="1934225" y="174108"/>
                    </a:cubicBezTo>
                    <a:cubicBezTo>
                      <a:pt x="1936882" y="181480"/>
                      <a:pt x="1942412" y="185166"/>
                      <a:pt x="1950813" y="185166"/>
                    </a:cubicBezTo>
                    <a:cubicBezTo>
                      <a:pt x="1959214" y="185166"/>
                      <a:pt x="1965472" y="184395"/>
                      <a:pt x="1969586" y="182852"/>
                    </a:cubicBezTo>
                    <a:cubicBezTo>
                      <a:pt x="1973701" y="181308"/>
                      <a:pt x="1976916" y="178180"/>
                      <a:pt x="1979230" y="173465"/>
                    </a:cubicBezTo>
                    <a:cubicBezTo>
                      <a:pt x="1981545" y="168750"/>
                      <a:pt x="1983645" y="161163"/>
                      <a:pt x="1985531" y="150705"/>
                    </a:cubicBezTo>
                    <a:cubicBezTo>
                      <a:pt x="1986045" y="148133"/>
                      <a:pt x="1986731" y="146847"/>
                      <a:pt x="1987589" y="146847"/>
                    </a:cubicBezTo>
                    <a:cubicBezTo>
                      <a:pt x="1988617" y="146847"/>
                      <a:pt x="1989303" y="148390"/>
                      <a:pt x="1989646" y="151476"/>
                    </a:cubicBezTo>
                    <a:cubicBezTo>
                      <a:pt x="1990503" y="163306"/>
                      <a:pt x="1992046" y="172050"/>
                      <a:pt x="1994275" y="177708"/>
                    </a:cubicBezTo>
                    <a:cubicBezTo>
                      <a:pt x="1995304" y="180280"/>
                      <a:pt x="1995818" y="182423"/>
                      <a:pt x="1995818" y="184137"/>
                    </a:cubicBezTo>
                    <a:cubicBezTo>
                      <a:pt x="1995818" y="188938"/>
                      <a:pt x="1992003" y="192967"/>
                      <a:pt x="1984374" y="196225"/>
                    </a:cubicBezTo>
                    <a:cubicBezTo>
                      <a:pt x="1976745" y="199482"/>
                      <a:pt x="1968043" y="201111"/>
                      <a:pt x="1958271" y="201111"/>
                    </a:cubicBezTo>
                    <a:cubicBezTo>
                      <a:pt x="1948498" y="201111"/>
                      <a:pt x="1940954" y="199268"/>
                      <a:pt x="1935639" y="195582"/>
                    </a:cubicBezTo>
                    <a:cubicBezTo>
                      <a:pt x="1930324" y="191896"/>
                      <a:pt x="1926724" y="186452"/>
                      <a:pt x="1924838" y="179251"/>
                    </a:cubicBezTo>
                    <a:cubicBezTo>
                      <a:pt x="1922952" y="172050"/>
                      <a:pt x="1921838" y="161592"/>
                      <a:pt x="1921495" y="147876"/>
                    </a:cubicBezTo>
                    <a:cubicBezTo>
                      <a:pt x="1921323" y="130902"/>
                      <a:pt x="1920295" y="120444"/>
                      <a:pt x="1918409" y="116500"/>
                    </a:cubicBezTo>
                    <a:cubicBezTo>
                      <a:pt x="1917894" y="115815"/>
                      <a:pt x="1917637" y="115129"/>
                      <a:pt x="1917637" y="114443"/>
                    </a:cubicBezTo>
                    <a:cubicBezTo>
                      <a:pt x="1917637" y="112557"/>
                      <a:pt x="1918751" y="111614"/>
                      <a:pt x="1920980" y="111614"/>
                    </a:cubicBezTo>
                    <a:close/>
                    <a:moveTo>
                      <a:pt x="1828140" y="108528"/>
                    </a:moveTo>
                    <a:cubicBezTo>
                      <a:pt x="1828997" y="108528"/>
                      <a:pt x="1829426" y="109299"/>
                      <a:pt x="1829426" y="110843"/>
                    </a:cubicBezTo>
                    <a:cubicBezTo>
                      <a:pt x="1829426" y="111871"/>
                      <a:pt x="1829083" y="113329"/>
                      <a:pt x="1828397" y="115215"/>
                    </a:cubicBezTo>
                    <a:cubicBezTo>
                      <a:pt x="1813824" y="152762"/>
                      <a:pt x="1805337" y="178394"/>
                      <a:pt x="1802937" y="192110"/>
                    </a:cubicBezTo>
                    <a:cubicBezTo>
                      <a:pt x="1801737" y="199482"/>
                      <a:pt x="1799765" y="203168"/>
                      <a:pt x="1797022" y="203168"/>
                    </a:cubicBezTo>
                    <a:cubicBezTo>
                      <a:pt x="1794279" y="203168"/>
                      <a:pt x="1791107" y="199011"/>
                      <a:pt x="1787507" y="190695"/>
                    </a:cubicBezTo>
                    <a:cubicBezTo>
                      <a:pt x="1783906" y="182380"/>
                      <a:pt x="1782106" y="176851"/>
                      <a:pt x="1782106" y="174108"/>
                    </a:cubicBezTo>
                    <a:cubicBezTo>
                      <a:pt x="1782106" y="172565"/>
                      <a:pt x="1782791" y="171707"/>
                      <a:pt x="1784163" y="171536"/>
                    </a:cubicBezTo>
                    <a:cubicBezTo>
                      <a:pt x="1789307" y="171364"/>
                      <a:pt x="1793936" y="167335"/>
                      <a:pt x="1798051" y="159449"/>
                    </a:cubicBezTo>
                    <a:cubicBezTo>
                      <a:pt x="1803537" y="148819"/>
                      <a:pt x="1809281" y="138146"/>
                      <a:pt x="1815281" y="127430"/>
                    </a:cubicBezTo>
                    <a:cubicBezTo>
                      <a:pt x="1821282" y="116715"/>
                      <a:pt x="1824711" y="110885"/>
                      <a:pt x="1825569" y="109942"/>
                    </a:cubicBezTo>
                    <a:cubicBezTo>
                      <a:pt x="1826426" y="108999"/>
                      <a:pt x="1827283" y="108528"/>
                      <a:pt x="1828140" y="108528"/>
                    </a:cubicBezTo>
                    <a:close/>
                    <a:moveTo>
                      <a:pt x="1133768" y="104156"/>
                    </a:moveTo>
                    <a:cubicBezTo>
                      <a:pt x="1132911" y="104156"/>
                      <a:pt x="1131882" y="104413"/>
                      <a:pt x="1130682" y="104928"/>
                    </a:cubicBezTo>
                    <a:cubicBezTo>
                      <a:pt x="1123995" y="107156"/>
                      <a:pt x="1118423" y="108357"/>
                      <a:pt x="1113965" y="108528"/>
                    </a:cubicBezTo>
                    <a:cubicBezTo>
                      <a:pt x="1114308" y="110585"/>
                      <a:pt x="1114480" y="112943"/>
                      <a:pt x="1114480" y="115600"/>
                    </a:cubicBezTo>
                    <a:cubicBezTo>
                      <a:pt x="1114480" y="118258"/>
                      <a:pt x="1114308" y="120572"/>
                      <a:pt x="1113965" y="122544"/>
                    </a:cubicBezTo>
                    <a:cubicBezTo>
                      <a:pt x="1113622" y="124516"/>
                      <a:pt x="1113279" y="129102"/>
                      <a:pt x="1112937" y="136303"/>
                    </a:cubicBezTo>
                    <a:cubicBezTo>
                      <a:pt x="1118423" y="135789"/>
                      <a:pt x="1122881" y="135017"/>
                      <a:pt x="1126310" y="133988"/>
                    </a:cubicBezTo>
                    <a:cubicBezTo>
                      <a:pt x="1129739" y="132960"/>
                      <a:pt x="1131839" y="131802"/>
                      <a:pt x="1132610" y="130516"/>
                    </a:cubicBezTo>
                    <a:cubicBezTo>
                      <a:pt x="1133382" y="129231"/>
                      <a:pt x="1134239" y="125973"/>
                      <a:pt x="1135182" y="120744"/>
                    </a:cubicBezTo>
                    <a:cubicBezTo>
                      <a:pt x="1136125" y="115515"/>
                      <a:pt x="1136597" y="111443"/>
                      <a:pt x="1136597" y="108528"/>
                    </a:cubicBezTo>
                    <a:cubicBezTo>
                      <a:pt x="1136597" y="105613"/>
                      <a:pt x="1135654" y="104156"/>
                      <a:pt x="1133768" y="104156"/>
                    </a:cubicBezTo>
                    <a:close/>
                    <a:moveTo>
                      <a:pt x="867077" y="100556"/>
                    </a:moveTo>
                    <a:cubicBezTo>
                      <a:pt x="869649" y="100556"/>
                      <a:pt x="874021" y="102270"/>
                      <a:pt x="880193" y="105699"/>
                    </a:cubicBezTo>
                    <a:cubicBezTo>
                      <a:pt x="886366" y="109128"/>
                      <a:pt x="889452" y="111871"/>
                      <a:pt x="889452" y="113929"/>
                    </a:cubicBezTo>
                    <a:cubicBezTo>
                      <a:pt x="889452" y="115986"/>
                      <a:pt x="888766" y="117872"/>
                      <a:pt x="887394" y="119586"/>
                    </a:cubicBezTo>
                    <a:cubicBezTo>
                      <a:pt x="880708" y="127816"/>
                      <a:pt x="876593" y="133088"/>
                      <a:pt x="875050" y="135403"/>
                    </a:cubicBezTo>
                    <a:cubicBezTo>
                      <a:pt x="873507" y="137717"/>
                      <a:pt x="872735" y="139818"/>
                      <a:pt x="872735" y="141704"/>
                    </a:cubicBezTo>
                    <a:cubicBezTo>
                      <a:pt x="872735" y="143589"/>
                      <a:pt x="873507" y="145261"/>
                      <a:pt x="875050" y="146718"/>
                    </a:cubicBezTo>
                    <a:cubicBezTo>
                      <a:pt x="876593" y="148176"/>
                      <a:pt x="877364" y="149505"/>
                      <a:pt x="877364" y="150705"/>
                    </a:cubicBezTo>
                    <a:cubicBezTo>
                      <a:pt x="877364" y="151905"/>
                      <a:pt x="876593" y="152805"/>
                      <a:pt x="875050" y="153405"/>
                    </a:cubicBezTo>
                    <a:cubicBezTo>
                      <a:pt x="873507" y="154005"/>
                      <a:pt x="867720" y="155077"/>
                      <a:pt x="857691" y="156620"/>
                    </a:cubicBezTo>
                    <a:cubicBezTo>
                      <a:pt x="847661" y="158163"/>
                      <a:pt x="836902" y="159363"/>
                      <a:pt x="825415" y="160220"/>
                    </a:cubicBezTo>
                    <a:cubicBezTo>
                      <a:pt x="824901" y="165364"/>
                      <a:pt x="823829" y="167935"/>
                      <a:pt x="822200" y="167935"/>
                    </a:cubicBezTo>
                    <a:cubicBezTo>
                      <a:pt x="820572" y="167935"/>
                      <a:pt x="819157" y="166778"/>
                      <a:pt x="817957" y="164464"/>
                    </a:cubicBezTo>
                    <a:cubicBezTo>
                      <a:pt x="816757" y="162149"/>
                      <a:pt x="815985" y="159449"/>
                      <a:pt x="815642" y="156363"/>
                    </a:cubicBezTo>
                    <a:cubicBezTo>
                      <a:pt x="812728" y="134245"/>
                      <a:pt x="809384" y="120529"/>
                      <a:pt x="805613" y="115215"/>
                    </a:cubicBezTo>
                    <a:cubicBezTo>
                      <a:pt x="804412" y="113500"/>
                      <a:pt x="803812" y="111786"/>
                      <a:pt x="803812" y="110071"/>
                    </a:cubicBezTo>
                    <a:cubicBezTo>
                      <a:pt x="803812" y="108357"/>
                      <a:pt x="805012" y="107499"/>
                      <a:pt x="807413" y="107499"/>
                    </a:cubicBezTo>
                    <a:cubicBezTo>
                      <a:pt x="809813" y="107499"/>
                      <a:pt x="812899" y="108357"/>
                      <a:pt x="816671" y="110071"/>
                    </a:cubicBezTo>
                    <a:cubicBezTo>
                      <a:pt x="835016" y="109557"/>
                      <a:pt x="849418" y="106899"/>
                      <a:pt x="859877" y="102099"/>
                    </a:cubicBezTo>
                    <a:cubicBezTo>
                      <a:pt x="862105" y="101070"/>
                      <a:pt x="864506" y="100556"/>
                      <a:pt x="867077" y="100556"/>
                    </a:cubicBezTo>
                    <a:close/>
                    <a:moveTo>
                      <a:pt x="1139297" y="91554"/>
                    </a:moveTo>
                    <a:cubicBezTo>
                      <a:pt x="1141097" y="91554"/>
                      <a:pt x="1144269" y="92626"/>
                      <a:pt x="1148813" y="94769"/>
                    </a:cubicBezTo>
                    <a:cubicBezTo>
                      <a:pt x="1153356" y="96912"/>
                      <a:pt x="1155628" y="98798"/>
                      <a:pt x="1155628" y="100427"/>
                    </a:cubicBezTo>
                    <a:cubicBezTo>
                      <a:pt x="1155628" y="102056"/>
                      <a:pt x="1154599" y="104327"/>
                      <a:pt x="1152542" y="107242"/>
                    </a:cubicBezTo>
                    <a:cubicBezTo>
                      <a:pt x="1146712" y="115300"/>
                      <a:pt x="1143798" y="121130"/>
                      <a:pt x="1143798" y="124730"/>
                    </a:cubicBezTo>
                    <a:cubicBezTo>
                      <a:pt x="1143798" y="126616"/>
                      <a:pt x="1144698" y="128202"/>
                      <a:pt x="1146498" y="129488"/>
                    </a:cubicBezTo>
                    <a:cubicBezTo>
                      <a:pt x="1148298" y="130774"/>
                      <a:pt x="1149198" y="131845"/>
                      <a:pt x="1149198" y="132702"/>
                    </a:cubicBezTo>
                    <a:cubicBezTo>
                      <a:pt x="1149198" y="134417"/>
                      <a:pt x="1144355" y="136474"/>
                      <a:pt x="1134668" y="138875"/>
                    </a:cubicBezTo>
                    <a:cubicBezTo>
                      <a:pt x="1124981" y="141275"/>
                      <a:pt x="1117651" y="142304"/>
                      <a:pt x="1112679" y="141961"/>
                    </a:cubicBezTo>
                    <a:cubicBezTo>
                      <a:pt x="1112508" y="148476"/>
                      <a:pt x="1112422" y="155291"/>
                      <a:pt x="1112422" y="162406"/>
                    </a:cubicBezTo>
                    <a:cubicBezTo>
                      <a:pt x="1112422" y="169521"/>
                      <a:pt x="1113451" y="175265"/>
                      <a:pt x="1115508" y="179637"/>
                    </a:cubicBezTo>
                    <a:cubicBezTo>
                      <a:pt x="1117566" y="184009"/>
                      <a:pt x="1121766" y="187266"/>
                      <a:pt x="1128110" y="189409"/>
                    </a:cubicBezTo>
                    <a:cubicBezTo>
                      <a:pt x="1134454" y="191553"/>
                      <a:pt x="1142597" y="192624"/>
                      <a:pt x="1152542" y="192624"/>
                    </a:cubicBezTo>
                    <a:cubicBezTo>
                      <a:pt x="1162486" y="192624"/>
                      <a:pt x="1171701" y="191467"/>
                      <a:pt x="1180188" y="189152"/>
                    </a:cubicBezTo>
                    <a:cubicBezTo>
                      <a:pt x="1188675" y="186838"/>
                      <a:pt x="1194847" y="184352"/>
                      <a:pt x="1198705" y="181694"/>
                    </a:cubicBezTo>
                    <a:cubicBezTo>
                      <a:pt x="1202562" y="179037"/>
                      <a:pt x="1205262" y="175265"/>
                      <a:pt x="1206806" y="170379"/>
                    </a:cubicBezTo>
                    <a:cubicBezTo>
                      <a:pt x="1208349" y="165492"/>
                      <a:pt x="1209806" y="157391"/>
                      <a:pt x="1211177" y="146076"/>
                    </a:cubicBezTo>
                    <a:cubicBezTo>
                      <a:pt x="1211692" y="141789"/>
                      <a:pt x="1212592" y="139646"/>
                      <a:pt x="1213878" y="139646"/>
                    </a:cubicBezTo>
                    <a:cubicBezTo>
                      <a:pt x="1215164" y="139646"/>
                      <a:pt x="1215978" y="141704"/>
                      <a:pt x="1216321" y="145818"/>
                    </a:cubicBezTo>
                    <a:cubicBezTo>
                      <a:pt x="1217521" y="156963"/>
                      <a:pt x="1219750" y="167335"/>
                      <a:pt x="1223008" y="176937"/>
                    </a:cubicBezTo>
                    <a:cubicBezTo>
                      <a:pt x="1223865" y="179508"/>
                      <a:pt x="1224293" y="181737"/>
                      <a:pt x="1224293" y="183623"/>
                    </a:cubicBezTo>
                    <a:cubicBezTo>
                      <a:pt x="1224293" y="189795"/>
                      <a:pt x="1217564" y="195282"/>
                      <a:pt x="1204105" y="200082"/>
                    </a:cubicBezTo>
                    <a:cubicBezTo>
                      <a:pt x="1190646" y="204883"/>
                      <a:pt x="1176202" y="207283"/>
                      <a:pt x="1160771" y="207283"/>
                    </a:cubicBezTo>
                    <a:cubicBezTo>
                      <a:pt x="1145341" y="207283"/>
                      <a:pt x="1133896" y="205783"/>
                      <a:pt x="1126438" y="202783"/>
                    </a:cubicBezTo>
                    <a:cubicBezTo>
                      <a:pt x="1118980" y="199782"/>
                      <a:pt x="1113494" y="195925"/>
                      <a:pt x="1109979" y="191210"/>
                    </a:cubicBezTo>
                    <a:cubicBezTo>
                      <a:pt x="1106464" y="186495"/>
                      <a:pt x="1104364" y="181609"/>
                      <a:pt x="1103678" y="176551"/>
                    </a:cubicBezTo>
                    <a:cubicBezTo>
                      <a:pt x="1102993" y="171493"/>
                      <a:pt x="1102650" y="165021"/>
                      <a:pt x="1102650" y="157134"/>
                    </a:cubicBezTo>
                    <a:cubicBezTo>
                      <a:pt x="1102650" y="149247"/>
                      <a:pt x="1102821" y="142432"/>
                      <a:pt x="1103164" y="136689"/>
                    </a:cubicBezTo>
                    <a:cubicBezTo>
                      <a:pt x="1103507" y="130945"/>
                      <a:pt x="1103678" y="127130"/>
                      <a:pt x="1103678" y="125244"/>
                    </a:cubicBezTo>
                    <a:cubicBezTo>
                      <a:pt x="1103678" y="115472"/>
                      <a:pt x="1102950" y="109514"/>
                      <a:pt x="1101492" y="107371"/>
                    </a:cubicBezTo>
                    <a:cubicBezTo>
                      <a:pt x="1100035" y="105228"/>
                      <a:pt x="1099306" y="103427"/>
                      <a:pt x="1099306" y="101970"/>
                    </a:cubicBezTo>
                    <a:cubicBezTo>
                      <a:pt x="1099306" y="100513"/>
                      <a:pt x="1100506" y="99784"/>
                      <a:pt x="1102907" y="99784"/>
                    </a:cubicBezTo>
                    <a:cubicBezTo>
                      <a:pt x="1105307" y="99784"/>
                      <a:pt x="1108908" y="100470"/>
                      <a:pt x="1113708" y="101841"/>
                    </a:cubicBezTo>
                    <a:cubicBezTo>
                      <a:pt x="1117309" y="101327"/>
                      <a:pt x="1120738" y="100513"/>
                      <a:pt x="1123995" y="99398"/>
                    </a:cubicBezTo>
                    <a:cubicBezTo>
                      <a:pt x="1127253" y="98284"/>
                      <a:pt x="1129396" y="97384"/>
                      <a:pt x="1130425" y="96698"/>
                    </a:cubicBezTo>
                    <a:cubicBezTo>
                      <a:pt x="1134539" y="93269"/>
                      <a:pt x="1137497" y="91554"/>
                      <a:pt x="1139297" y="91554"/>
                    </a:cubicBezTo>
                    <a:close/>
                    <a:moveTo>
                      <a:pt x="1041828" y="91040"/>
                    </a:moveTo>
                    <a:cubicBezTo>
                      <a:pt x="1043628" y="91040"/>
                      <a:pt x="1047057" y="91812"/>
                      <a:pt x="1052115" y="93355"/>
                    </a:cubicBezTo>
                    <a:cubicBezTo>
                      <a:pt x="1057173" y="94898"/>
                      <a:pt x="1059701" y="97469"/>
                      <a:pt x="1059701" y="101070"/>
                    </a:cubicBezTo>
                    <a:cubicBezTo>
                      <a:pt x="1059701" y="102956"/>
                      <a:pt x="1059101" y="105356"/>
                      <a:pt x="1057901" y="108271"/>
                    </a:cubicBezTo>
                    <a:cubicBezTo>
                      <a:pt x="1056701" y="111185"/>
                      <a:pt x="1055587" y="119244"/>
                      <a:pt x="1054558" y="132445"/>
                    </a:cubicBezTo>
                    <a:cubicBezTo>
                      <a:pt x="1053529" y="145647"/>
                      <a:pt x="1053015" y="154605"/>
                      <a:pt x="1053015" y="159320"/>
                    </a:cubicBezTo>
                    <a:cubicBezTo>
                      <a:pt x="1053015" y="164035"/>
                      <a:pt x="1053444" y="166392"/>
                      <a:pt x="1054301" y="166392"/>
                    </a:cubicBezTo>
                    <a:cubicBezTo>
                      <a:pt x="1055158" y="166392"/>
                      <a:pt x="1056615" y="165364"/>
                      <a:pt x="1058673" y="163306"/>
                    </a:cubicBezTo>
                    <a:cubicBezTo>
                      <a:pt x="1060730" y="161249"/>
                      <a:pt x="1065145" y="157777"/>
                      <a:pt x="1071917" y="152891"/>
                    </a:cubicBezTo>
                    <a:cubicBezTo>
                      <a:pt x="1078689" y="148004"/>
                      <a:pt x="1082933" y="145561"/>
                      <a:pt x="1084647" y="145561"/>
                    </a:cubicBezTo>
                    <a:cubicBezTo>
                      <a:pt x="1085676" y="145561"/>
                      <a:pt x="1086190" y="146161"/>
                      <a:pt x="1086190" y="147361"/>
                    </a:cubicBezTo>
                    <a:cubicBezTo>
                      <a:pt x="1086190" y="148562"/>
                      <a:pt x="1084819" y="150533"/>
                      <a:pt x="1082076" y="153276"/>
                    </a:cubicBezTo>
                    <a:cubicBezTo>
                      <a:pt x="1063559" y="171793"/>
                      <a:pt x="1051300" y="185423"/>
                      <a:pt x="1045300" y="194167"/>
                    </a:cubicBezTo>
                    <a:cubicBezTo>
                      <a:pt x="1042385" y="198625"/>
                      <a:pt x="1040156" y="200854"/>
                      <a:pt x="1038613" y="200854"/>
                    </a:cubicBezTo>
                    <a:cubicBezTo>
                      <a:pt x="1037070" y="200854"/>
                      <a:pt x="1035313" y="199225"/>
                      <a:pt x="1033341" y="195967"/>
                    </a:cubicBezTo>
                    <a:cubicBezTo>
                      <a:pt x="1031369" y="192710"/>
                      <a:pt x="1030384" y="189452"/>
                      <a:pt x="1030384" y="186195"/>
                    </a:cubicBezTo>
                    <a:cubicBezTo>
                      <a:pt x="1030384" y="182937"/>
                      <a:pt x="1032055" y="179337"/>
                      <a:pt x="1035398" y="175393"/>
                    </a:cubicBezTo>
                    <a:cubicBezTo>
                      <a:pt x="1038742" y="171450"/>
                      <a:pt x="1041013" y="165749"/>
                      <a:pt x="1042214" y="158291"/>
                    </a:cubicBezTo>
                    <a:cubicBezTo>
                      <a:pt x="1043414" y="150833"/>
                      <a:pt x="1044014" y="140332"/>
                      <a:pt x="1044014" y="126787"/>
                    </a:cubicBezTo>
                    <a:cubicBezTo>
                      <a:pt x="1044014" y="113243"/>
                      <a:pt x="1043199" y="104670"/>
                      <a:pt x="1041571" y="101070"/>
                    </a:cubicBezTo>
                    <a:cubicBezTo>
                      <a:pt x="1039942" y="97469"/>
                      <a:pt x="1039127" y="94898"/>
                      <a:pt x="1039127" y="93355"/>
                    </a:cubicBezTo>
                    <a:cubicBezTo>
                      <a:pt x="1039127" y="91812"/>
                      <a:pt x="1040028" y="91040"/>
                      <a:pt x="1041828" y="91040"/>
                    </a:cubicBezTo>
                    <a:close/>
                    <a:moveTo>
                      <a:pt x="1443921" y="90526"/>
                    </a:moveTo>
                    <a:cubicBezTo>
                      <a:pt x="1442378" y="90526"/>
                      <a:pt x="1436163" y="91426"/>
                      <a:pt x="1425276" y="93226"/>
                    </a:cubicBezTo>
                    <a:cubicBezTo>
                      <a:pt x="1414389" y="95026"/>
                      <a:pt x="1404316" y="96355"/>
                      <a:pt x="1395058" y="97212"/>
                    </a:cubicBezTo>
                    <a:cubicBezTo>
                      <a:pt x="1396429" y="115900"/>
                      <a:pt x="1398058" y="131588"/>
                      <a:pt x="1399944" y="144275"/>
                    </a:cubicBezTo>
                    <a:cubicBezTo>
                      <a:pt x="1418461" y="142046"/>
                      <a:pt x="1430076" y="140332"/>
                      <a:pt x="1434791" y="139132"/>
                    </a:cubicBezTo>
                    <a:cubicBezTo>
                      <a:pt x="1439506" y="137932"/>
                      <a:pt x="1442464" y="136303"/>
                      <a:pt x="1443664" y="134245"/>
                    </a:cubicBezTo>
                    <a:cubicBezTo>
                      <a:pt x="1444864" y="132188"/>
                      <a:pt x="1446321" y="126187"/>
                      <a:pt x="1448036" y="116243"/>
                    </a:cubicBezTo>
                    <a:cubicBezTo>
                      <a:pt x="1449750" y="106299"/>
                      <a:pt x="1450608" y="99527"/>
                      <a:pt x="1450608" y="95926"/>
                    </a:cubicBezTo>
                    <a:cubicBezTo>
                      <a:pt x="1450608" y="92326"/>
                      <a:pt x="1448379" y="90526"/>
                      <a:pt x="1443921" y="90526"/>
                    </a:cubicBezTo>
                    <a:close/>
                    <a:moveTo>
                      <a:pt x="1452665" y="76895"/>
                    </a:moveTo>
                    <a:cubicBezTo>
                      <a:pt x="1455237" y="76895"/>
                      <a:pt x="1460209" y="78824"/>
                      <a:pt x="1467581" y="82682"/>
                    </a:cubicBezTo>
                    <a:cubicBezTo>
                      <a:pt x="1474953" y="86540"/>
                      <a:pt x="1478640" y="89454"/>
                      <a:pt x="1478640" y="91426"/>
                    </a:cubicBezTo>
                    <a:cubicBezTo>
                      <a:pt x="1478640" y="93397"/>
                      <a:pt x="1476668" y="96441"/>
                      <a:pt x="1472724" y="100556"/>
                    </a:cubicBezTo>
                    <a:cubicBezTo>
                      <a:pt x="1470153" y="103299"/>
                      <a:pt x="1467152" y="109214"/>
                      <a:pt x="1463723" y="118301"/>
                    </a:cubicBezTo>
                    <a:cubicBezTo>
                      <a:pt x="1460294" y="127387"/>
                      <a:pt x="1458580" y="132745"/>
                      <a:pt x="1458580" y="134374"/>
                    </a:cubicBezTo>
                    <a:cubicBezTo>
                      <a:pt x="1458580" y="136003"/>
                      <a:pt x="1459694" y="137246"/>
                      <a:pt x="1461923" y="138103"/>
                    </a:cubicBezTo>
                    <a:cubicBezTo>
                      <a:pt x="1465009" y="139303"/>
                      <a:pt x="1466552" y="140718"/>
                      <a:pt x="1466552" y="142346"/>
                    </a:cubicBezTo>
                    <a:cubicBezTo>
                      <a:pt x="1466552" y="143975"/>
                      <a:pt x="1465824" y="145133"/>
                      <a:pt x="1464366" y="145818"/>
                    </a:cubicBezTo>
                    <a:cubicBezTo>
                      <a:pt x="1462909" y="146504"/>
                      <a:pt x="1454465" y="147661"/>
                      <a:pt x="1439035" y="149290"/>
                    </a:cubicBezTo>
                    <a:cubicBezTo>
                      <a:pt x="1423604" y="150919"/>
                      <a:pt x="1410831" y="151991"/>
                      <a:pt x="1400715" y="152505"/>
                    </a:cubicBezTo>
                    <a:cubicBezTo>
                      <a:pt x="1400887" y="160392"/>
                      <a:pt x="1400673" y="165235"/>
                      <a:pt x="1400073" y="167035"/>
                    </a:cubicBezTo>
                    <a:cubicBezTo>
                      <a:pt x="1399473" y="168835"/>
                      <a:pt x="1398315" y="169736"/>
                      <a:pt x="1396601" y="169736"/>
                    </a:cubicBezTo>
                    <a:cubicBezTo>
                      <a:pt x="1394886" y="169736"/>
                      <a:pt x="1393257" y="167807"/>
                      <a:pt x="1391714" y="163949"/>
                    </a:cubicBezTo>
                    <a:cubicBezTo>
                      <a:pt x="1390171" y="160092"/>
                      <a:pt x="1388714" y="152205"/>
                      <a:pt x="1387342" y="140289"/>
                    </a:cubicBezTo>
                    <a:cubicBezTo>
                      <a:pt x="1385971" y="128373"/>
                      <a:pt x="1384471" y="118558"/>
                      <a:pt x="1382842" y="110843"/>
                    </a:cubicBezTo>
                    <a:cubicBezTo>
                      <a:pt x="1381213" y="103127"/>
                      <a:pt x="1378941" y="97298"/>
                      <a:pt x="1376027" y="93355"/>
                    </a:cubicBezTo>
                    <a:cubicBezTo>
                      <a:pt x="1374827" y="91640"/>
                      <a:pt x="1374226" y="90054"/>
                      <a:pt x="1374226" y="88597"/>
                    </a:cubicBezTo>
                    <a:cubicBezTo>
                      <a:pt x="1374226" y="87140"/>
                      <a:pt x="1375598" y="86411"/>
                      <a:pt x="1378341" y="86411"/>
                    </a:cubicBezTo>
                    <a:cubicBezTo>
                      <a:pt x="1381084" y="86411"/>
                      <a:pt x="1385199" y="87440"/>
                      <a:pt x="1390686" y="89497"/>
                    </a:cubicBezTo>
                    <a:cubicBezTo>
                      <a:pt x="1399258" y="89154"/>
                      <a:pt x="1409245" y="87825"/>
                      <a:pt x="1420647" y="85511"/>
                    </a:cubicBezTo>
                    <a:cubicBezTo>
                      <a:pt x="1432048" y="83196"/>
                      <a:pt x="1440320" y="80839"/>
                      <a:pt x="1445464" y="78438"/>
                    </a:cubicBezTo>
                    <a:cubicBezTo>
                      <a:pt x="1447693" y="77410"/>
                      <a:pt x="1450093" y="76895"/>
                      <a:pt x="1452665" y="76895"/>
                    </a:cubicBezTo>
                    <a:close/>
                    <a:moveTo>
                      <a:pt x="1779534" y="76124"/>
                    </a:moveTo>
                    <a:cubicBezTo>
                      <a:pt x="1783649" y="76124"/>
                      <a:pt x="1789135" y="77753"/>
                      <a:pt x="1795993" y="81010"/>
                    </a:cubicBezTo>
                    <a:cubicBezTo>
                      <a:pt x="1802851" y="84268"/>
                      <a:pt x="1806280" y="89240"/>
                      <a:pt x="1806280" y="95926"/>
                    </a:cubicBezTo>
                    <a:cubicBezTo>
                      <a:pt x="1806280" y="101070"/>
                      <a:pt x="1804352" y="103642"/>
                      <a:pt x="1800494" y="103642"/>
                    </a:cubicBezTo>
                    <a:cubicBezTo>
                      <a:pt x="1796636" y="103642"/>
                      <a:pt x="1791579" y="99955"/>
                      <a:pt x="1785321" y="92583"/>
                    </a:cubicBezTo>
                    <a:cubicBezTo>
                      <a:pt x="1779063" y="85211"/>
                      <a:pt x="1775934" y="80624"/>
                      <a:pt x="1775934" y="78824"/>
                    </a:cubicBezTo>
                    <a:cubicBezTo>
                      <a:pt x="1775934" y="77024"/>
                      <a:pt x="1777134" y="76124"/>
                      <a:pt x="1779534" y="76124"/>
                    </a:cubicBezTo>
                    <a:close/>
                    <a:moveTo>
                      <a:pt x="1609027" y="67380"/>
                    </a:moveTo>
                    <a:cubicBezTo>
                      <a:pt x="1592225" y="70809"/>
                      <a:pt x="1578338" y="72781"/>
                      <a:pt x="1567365" y="73295"/>
                    </a:cubicBezTo>
                    <a:cubicBezTo>
                      <a:pt x="1571994" y="97984"/>
                      <a:pt x="1575680" y="119244"/>
                      <a:pt x="1578423" y="137074"/>
                    </a:cubicBezTo>
                    <a:cubicBezTo>
                      <a:pt x="1585796" y="136560"/>
                      <a:pt x="1595911" y="135103"/>
                      <a:pt x="1608770" y="132702"/>
                    </a:cubicBezTo>
                    <a:lnTo>
                      <a:pt x="1609027" y="104928"/>
                    </a:lnTo>
                    <a:cubicBezTo>
                      <a:pt x="1603198" y="105785"/>
                      <a:pt x="1598740" y="106213"/>
                      <a:pt x="1595654" y="106213"/>
                    </a:cubicBezTo>
                    <a:cubicBezTo>
                      <a:pt x="1592568" y="106213"/>
                      <a:pt x="1589910" y="105828"/>
                      <a:pt x="1587682" y="105056"/>
                    </a:cubicBezTo>
                    <a:cubicBezTo>
                      <a:pt x="1585453" y="104285"/>
                      <a:pt x="1584338" y="103299"/>
                      <a:pt x="1584338" y="102099"/>
                    </a:cubicBezTo>
                    <a:cubicBezTo>
                      <a:pt x="1584338" y="100898"/>
                      <a:pt x="1585710" y="100127"/>
                      <a:pt x="1588453" y="99784"/>
                    </a:cubicBezTo>
                    <a:cubicBezTo>
                      <a:pt x="1594111" y="99098"/>
                      <a:pt x="1600969" y="97641"/>
                      <a:pt x="1609027" y="95412"/>
                    </a:cubicBezTo>
                    <a:close/>
                    <a:moveTo>
                      <a:pt x="1661234" y="60436"/>
                    </a:moveTo>
                    <a:cubicBezTo>
                      <a:pt x="1650604" y="60436"/>
                      <a:pt x="1637402" y="61894"/>
                      <a:pt x="1621629" y="64808"/>
                    </a:cubicBezTo>
                    <a:cubicBezTo>
                      <a:pt x="1621629" y="70809"/>
                      <a:pt x="1621457" y="79810"/>
                      <a:pt x="1621114" y="91812"/>
                    </a:cubicBezTo>
                    <a:cubicBezTo>
                      <a:pt x="1629858" y="89240"/>
                      <a:pt x="1635688" y="87954"/>
                      <a:pt x="1638602" y="87954"/>
                    </a:cubicBezTo>
                    <a:cubicBezTo>
                      <a:pt x="1641517" y="87954"/>
                      <a:pt x="1644089" y="88468"/>
                      <a:pt x="1646318" y="89497"/>
                    </a:cubicBezTo>
                    <a:cubicBezTo>
                      <a:pt x="1648546" y="90526"/>
                      <a:pt x="1649661" y="91897"/>
                      <a:pt x="1649661" y="93612"/>
                    </a:cubicBezTo>
                    <a:cubicBezTo>
                      <a:pt x="1649661" y="95326"/>
                      <a:pt x="1648161" y="96698"/>
                      <a:pt x="1645160" y="97727"/>
                    </a:cubicBezTo>
                    <a:cubicBezTo>
                      <a:pt x="1642160" y="98755"/>
                      <a:pt x="1634059" y="100470"/>
                      <a:pt x="1620857" y="102870"/>
                    </a:cubicBezTo>
                    <a:cubicBezTo>
                      <a:pt x="1620857" y="112814"/>
                      <a:pt x="1620686" y="122158"/>
                      <a:pt x="1620343" y="130902"/>
                    </a:cubicBezTo>
                    <a:cubicBezTo>
                      <a:pt x="1631487" y="128845"/>
                      <a:pt x="1639031" y="127816"/>
                      <a:pt x="1642974" y="127816"/>
                    </a:cubicBezTo>
                    <a:cubicBezTo>
                      <a:pt x="1646918" y="127816"/>
                      <a:pt x="1649661" y="128245"/>
                      <a:pt x="1651204" y="129102"/>
                    </a:cubicBezTo>
                    <a:cubicBezTo>
                      <a:pt x="1652747" y="129959"/>
                      <a:pt x="1653862" y="130388"/>
                      <a:pt x="1654547" y="130388"/>
                    </a:cubicBezTo>
                    <a:cubicBezTo>
                      <a:pt x="1657290" y="130388"/>
                      <a:pt x="1660505" y="121472"/>
                      <a:pt x="1664191" y="103642"/>
                    </a:cubicBezTo>
                    <a:cubicBezTo>
                      <a:pt x="1667878" y="85811"/>
                      <a:pt x="1669721" y="74667"/>
                      <a:pt x="1669721" y="70209"/>
                    </a:cubicBezTo>
                    <a:cubicBezTo>
                      <a:pt x="1669721" y="65751"/>
                      <a:pt x="1669206" y="63008"/>
                      <a:pt x="1668178" y="61979"/>
                    </a:cubicBezTo>
                    <a:cubicBezTo>
                      <a:pt x="1667149" y="60951"/>
                      <a:pt x="1664834" y="60436"/>
                      <a:pt x="1661234" y="60436"/>
                    </a:cubicBezTo>
                    <a:close/>
                    <a:moveTo>
                      <a:pt x="265555" y="54521"/>
                    </a:moveTo>
                    <a:lnTo>
                      <a:pt x="289729" y="54521"/>
                    </a:lnTo>
                    <a:lnTo>
                      <a:pt x="289729" y="79210"/>
                    </a:lnTo>
                    <a:lnTo>
                      <a:pt x="265555" y="79210"/>
                    </a:lnTo>
                    <a:close/>
                    <a:moveTo>
                      <a:pt x="1946955" y="35490"/>
                    </a:moveTo>
                    <a:cubicBezTo>
                      <a:pt x="1950727" y="35490"/>
                      <a:pt x="1954242" y="36133"/>
                      <a:pt x="1957499" y="37419"/>
                    </a:cubicBezTo>
                    <a:cubicBezTo>
                      <a:pt x="1960757" y="38705"/>
                      <a:pt x="1962385" y="40248"/>
                      <a:pt x="1962385" y="42048"/>
                    </a:cubicBezTo>
                    <a:cubicBezTo>
                      <a:pt x="1962385" y="43848"/>
                      <a:pt x="1959599" y="45649"/>
                      <a:pt x="1954027" y="47449"/>
                    </a:cubicBezTo>
                    <a:cubicBezTo>
                      <a:pt x="1948455" y="49249"/>
                      <a:pt x="1930067" y="52635"/>
                      <a:pt x="1898863" y="57607"/>
                    </a:cubicBezTo>
                    <a:cubicBezTo>
                      <a:pt x="1902978" y="60522"/>
                      <a:pt x="1905035" y="63265"/>
                      <a:pt x="1905035" y="65837"/>
                    </a:cubicBezTo>
                    <a:cubicBezTo>
                      <a:pt x="1905035" y="67209"/>
                      <a:pt x="1904435" y="68323"/>
                      <a:pt x="1903235" y="69180"/>
                    </a:cubicBezTo>
                    <a:cubicBezTo>
                      <a:pt x="1892948" y="76038"/>
                      <a:pt x="1882576" y="85725"/>
                      <a:pt x="1872117" y="98241"/>
                    </a:cubicBezTo>
                    <a:cubicBezTo>
                      <a:pt x="1896292" y="93097"/>
                      <a:pt x="1914208" y="89497"/>
                      <a:pt x="1925867" y="87440"/>
                    </a:cubicBezTo>
                    <a:cubicBezTo>
                      <a:pt x="1920209" y="78696"/>
                      <a:pt x="1917380" y="73809"/>
                      <a:pt x="1917380" y="72781"/>
                    </a:cubicBezTo>
                    <a:cubicBezTo>
                      <a:pt x="1917380" y="71752"/>
                      <a:pt x="1918151" y="71238"/>
                      <a:pt x="1919695" y="71238"/>
                    </a:cubicBezTo>
                    <a:cubicBezTo>
                      <a:pt x="1921238" y="71238"/>
                      <a:pt x="1924924" y="72481"/>
                      <a:pt x="1930753" y="74967"/>
                    </a:cubicBezTo>
                    <a:cubicBezTo>
                      <a:pt x="1936582" y="77453"/>
                      <a:pt x="1940869" y="80110"/>
                      <a:pt x="1943612" y="82939"/>
                    </a:cubicBezTo>
                    <a:cubicBezTo>
                      <a:pt x="1946355" y="85768"/>
                      <a:pt x="1947727" y="89411"/>
                      <a:pt x="1947727" y="93869"/>
                    </a:cubicBezTo>
                    <a:cubicBezTo>
                      <a:pt x="1947727" y="101584"/>
                      <a:pt x="1946098" y="105442"/>
                      <a:pt x="1942840" y="105442"/>
                    </a:cubicBezTo>
                    <a:cubicBezTo>
                      <a:pt x="1940097" y="105442"/>
                      <a:pt x="1935639" y="101070"/>
                      <a:pt x="1929467" y="92326"/>
                    </a:cubicBezTo>
                    <a:cubicBezTo>
                      <a:pt x="1912665" y="95926"/>
                      <a:pt x="1898349" y="99827"/>
                      <a:pt x="1886519" y="104027"/>
                    </a:cubicBezTo>
                    <a:cubicBezTo>
                      <a:pt x="1874689" y="108228"/>
                      <a:pt x="1866202" y="112214"/>
                      <a:pt x="1861059" y="115986"/>
                    </a:cubicBezTo>
                    <a:cubicBezTo>
                      <a:pt x="1859001" y="117529"/>
                      <a:pt x="1857201" y="118301"/>
                      <a:pt x="1855658" y="118301"/>
                    </a:cubicBezTo>
                    <a:cubicBezTo>
                      <a:pt x="1854115" y="118301"/>
                      <a:pt x="1852829" y="116843"/>
                      <a:pt x="1851800" y="113929"/>
                    </a:cubicBezTo>
                    <a:cubicBezTo>
                      <a:pt x="1850771" y="111014"/>
                      <a:pt x="1850257" y="108785"/>
                      <a:pt x="1850257" y="107242"/>
                    </a:cubicBezTo>
                    <a:cubicBezTo>
                      <a:pt x="1850257" y="105699"/>
                      <a:pt x="1850814" y="104199"/>
                      <a:pt x="1851929" y="102742"/>
                    </a:cubicBezTo>
                    <a:cubicBezTo>
                      <a:pt x="1853043" y="101284"/>
                      <a:pt x="1854458" y="100256"/>
                      <a:pt x="1856172" y="99655"/>
                    </a:cubicBezTo>
                    <a:cubicBezTo>
                      <a:pt x="1857887" y="99055"/>
                      <a:pt x="1859987" y="97941"/>
                      <a:pt x="1862473" y="96312"/>
                    </a:cubicBezTo>
                    <a:cubicBezTo>
                      <a:pt x="1864959" y="94683"/>
                      <a:pt x="1866931" y="93183"/>
                      <a:pt x="1868388" y="91812"/>
                    </a:cubicBezTo>
                    <a:cubicBezTo>
                      <a:pt x="1869845" y="90440"/>
                      <a:pt x="1872117" y="87654"/>
                      <a:pt x="1875203" y="83453"/>
                    </a:cubicBezTo>
                    <a:cubicBezTo>
                      <a:pt x="1878289" y="79253"/>
                      <a:pt x="1880690" y="75738"/>
                      <a:pt x="1882404" y="72909"/>
                    </a:cubicBezTo>
                    <a:cubicBezTo>
                      <a:pt x="1884119" y="70080"/>
                      <a:pt x="1885405" y="67551"/>
                      <a:pt x="1886262" y="65323"/>
                    </a:cubicBezTo>
                    <a:cubicBezTo>
                      <a:pt x="1887119" y="63094"/>
                      <a:pt x="1887548" y="61036"/>
                      <a:pt x="1887548" y="59150"/>
                    </a:cubicBezTo>
                    <a:cubicBezTo>
                      <a:pt x="1875889" y="61036"/>
                      <a:pt x="1867702" y="61979"/>
                      <a:pt x="1862987" y="61979"/>
                    </a:cubicBezTo>
                    <a:cubicBezTo>
                      <a:pt x="1858273" y="61979"/>
                      <a:pt x="1854458" y="61422"/>
                      <a:pt x="1851543" y="60308"/>
                    </a:cubicBezTo>
                    <a:cubicBezTo>
                      <a:pt x="1848628" y="59193"/>
                      <a:pt x="1847171" y="58122"/>
                      <a:pt x="1847171" y="57093"/>
                    </a:cubicBezTo>
                    <a:cubicBezTo>
                      <a:pt x="1847171" y="56064"/>
                      <a:pt x="1848800" y="55464"/>
                      <a:pt x="1852057" y="55293"/>
                    </a:cubicBezTo>
                    <a:cubicBezTo>
                      <a:pt x="1870574" y="53578"/>
                      <a:pt x="1896892" y="47920"/>
                      <a:pt x="1931010" y="38319"/>
                    </a:cubicBezTo>
                    <a:cubicBezTo>
                      <a:pt x="1937868" y="36433"/>
                      <a:pt x="1943183" y="35490"/>
                      <a:pt x="1946955" y="35490"/>
                    </a:cubicBezTo>
                    <a:close/>
                    <a:moveTo>
                      <a:pt x="1802423" y="29318"/>
                    </a:moveTo>
                    <a:cubicBezTo>
                      <a:pt x="1810652" y="29318"/>
                      <a:pt x="1817382" y="31118"/>
                      <a:pt x="1822611" y="34719"/>
                    </a:cubicBezTo>
                    <a:cubicBezTo>
                      <a:pt x="1827840" y="38319"/>
                      <a:pt x="1830455" y="43291"/>
                      <a:pt x="1830455" y="49635"/>
                    </a:cubicBezTo>
                    <a:cubicBezTo>
                      <a:pt x="1830455" y="54435"/>
                      <a:pt x="1828483" y="56836"/>
                      <a:pt x="1824540" y="56836"/>
                    </a:cubicBezTo>
                    <a:cubicBezTo>
                      <a:pt x="1820596" y="56836"/>
                      <a:pt x="1815067" y="53021"/>
                      <a:pt x="1807952" y="45392"/>
                    </a:cubicBezTo>
                    <a:cubicBezTo>
                      <a:pt x="1800837" y="37762"/>
                      <a:pt x="1797279" y="33176"/>
                      <a:pt x="1797279" y="31633"/>
                    </a:cubicBezTo>
                    <a:cubicBezTo>
                      <a:pt x="1797279" y="30090"/>
                      <a:pt x="1798994" y="29318"/>
                      <a:pt x="1802423" y="29318"/>
                    </a:cubicBezTo>
                    <a:close/>
                    <a:moveTo>
                      <a:pt x="63917" y="12472"/>
                    </a:moveTo>
                    <a:lnTo>
                      <a:pt x="114146" y="12472"/>
                    </a:lnTo>
                    <a:lnTo>
                      <a:pt x="112765" y="18625"/>
                    </a:lnTo>
                    <a:cubicBezTo>
                      <a:pt x="109584" y="19295"/>
                      <a:pt x="107302" y="20048"/>
                      <a:pt x="105921" y="20886"/>
                    </a:cubicBezTo>
                    <a:cubicBezTo>
                      <a:pt x="104540" y="21723"/>
                      <a:pt x="103284" y="22978"/>
                      <a:pt x="102154" y="24653"/>
                    </a:cubicBezTo>
                    <a:cubicBezTo>
                      <a:pt x="101024" y="26327"/>
                      <a:pt x="99894" y="28943"/>
                      <a:pt x="98763" y="32501"/>
                    </a:cubicBezTo>
                    <a:cubicBezTo>
                      <a:pt x="97633" y="36059"/>
                      <a:pt x="96189" y="41856"/>
                      <a:pt x="94431" y="49893"/>
                    </a:cubicBezTo>
                    <a:lnTo>
                      <a:pt x="66177" y="178481"/>
                    </a:lnTo>
                    <a:cubicBezTo>
                      <a:pt x="63331" y="191540"/>
                      <a:pt x="59689" y="201942"/>
                      <a:pt x="55252" y="209686"/>
                    </a:cubicBezTo>
                    <a:cubicBezTo>
                      <a:pt x="50815" y="217429"/>
                      <a:pt x="45060" y="223164"/>
                      <a:pt x="37986" y="226889"/>
                    </a:cubicBezTo>
                    <a:cubicBezTo>
                      <a:pt x="30912" y="230615"/>
                      <a:pt x="22226" y="232477"/>
                      <a:pt x="11929" y="232477"/>
                    </a:cubicBezTo>
                    <a:cubicBezTo>
                      <a:pt x="7074" y="232477"/>
                      <a:pt x="3097" y="232059"/>
                      <a:pt x="0" y="231222"/>
                    </a:cubicBezTo>
                    <a:lnTo>
                      <a:pt x="3265" y="219166"/>
                    </a:lnTo>
                    <a:cubicBezTo>
                      <a:pt x="5023" y="219836"/>
                      <a:pt x="8204" y="220171"/>
                      <a:pt x="12808" y="220171"/>
                    </a:cubicBezTo>
                    <a:cubicBezTo>
                      <a:pt x="20761" y="220171"/>
                      <a:pt x="26998" y="217094"/>
                      <a:pt x="31519" y="210941"/>
                    </a:cubicBezTo>
                    <a:cubicBezTo>
                      <a:pt x="36039" y="204788"/>
                      <a:pt x="39765" y="195182"/>
                      <a:pt x="42695" y="182122"/>
                    </a:cubicBezTo>
                    <a:lnTo>
                      <a:pt x="72079" y="49767"/>
                    </a:lnTo>
                    <a:cubicBezTo>
                      <a:pt x="73921" y="41480"/>
                      <a:pt x="74842" y="34741"/>
                      <a:pt x="74842" y="29550"/>
                    </a:cubicBezTo>
                    <a:cubicBezTo>
                      <a:pt x="74842" y="25615"/>
                      <a:pt x="73858" y="22874"/>
                      <a:pt x="71891" y="21325"/>
                    </a:cubicBezTo>
                    <a:cubicBezTo>
                      <a:pt x="69923" y="19776"/>
                      <a:pt x="66805" y="18876"/>
                      <a:pt x="62535" y="18625"/>
                    </a:cubicBezTo>
                    <a:close/>
                    <a:moveTo>
                      <a:pt x="1047357" y="10544"/>
                    </a:moveTo>
                    <a:cubicBezTo>
                      <a:pt x="1050443" y="10544"/>
                      <a:pt x="1054429" y="12002"/>
                      <a:pt x="1059316" y="14916"/>
                    </a:cubicBezTo>
                    <a:cubicBezTo>
                      <a:pt x="1064202" y="17831"/>
                      <a:pt x="1066645" y="20231"/>
                      <a:pt x="1066645" y="22117"/>
                    </a:cubicBezTo>
                    <a:cubicBezTo>
                      <a:pt x="1066645" y="24003"/>
                      <a:pt x="1065574" y="26318"/>
                      <a:pt x="1063430" y="29061"/>
                    </a:cubicBezTo>
                    <a:cubicBezTo>
                      <a:pt x="1061287" y="31804"/>
                      <a:pt x="1055072" y="43806"/>
                      <a:pt x="1044785" y="65065"/>
                    </a:cubicBezTo>
                    <a:cubicBezTo>
                      <a:pt x="1056272" y="64037"/>
                      <a:pt x="1065359" y="61379"/>
                      <a:pt x="1072046" y="57093"/>
                    </a:cubicBezTo>
                    <a:cubicBezTo>
                      <a:pt x="1075303" y="54864"/>
                      <a:pt x="1078175" y="53750"/>
                      <a:pt x="1080661" y="53750"/>
                    </a:cubicBezTo>
                    <a:cubicBezTo>
                      <a:pt x="1083147" y="53750"/>
                      <a:pt x="1087262" y="55207"/>
                      <a:pt x="1093006" y="58122"/>
                    </a:cubicBezTo>
                    <a:cubicBezTo>
                      <a:pt x="1098749" y="61036"/>
                      <a:pt x="1101621" y="63565"/>
                      <a:pt x="1101621" y="65708"/>
                    </a:cubicBezTo>
                    <a:cubicBezTo>
                      <a:pt x="1101621" y="67851"/>
                      <a:pt x="1099649" y="69866"/>
                      <a:pt x="1095706" y="71752"/>
                    </a:cubicBezTo>
                    <a:cubicBezTo>
                      <a:pt x="1087133" y="75867"/>
                      <a:pt x="1080875" y="80496"/>
                      <a:pt x="1076932" y="85639"/>
                    </a:cubicBezTo>
                    <a:cubicBezTo>
                      <a:pt x="1073675" y="89583"/>
                      <a:pt x="1071274" y="91554"/>
                      <a:pt x="1069731" y="91554"/>
                    </a:cubicBezTo>
                    <a:cubicBezTo>
                      <a:pt x="1068874" y="91554"/>
                      <a:pt x="1068445" y="90826"/>
                      <a:pt x="1068445" y="89368"/>
                    </a:cubicBezTo>
                    <a:cubicBezTo>
                      <a:pt x="1068445" y="87911"/>
                      <a:pt x="1069517" y="84911"/>
                      <a:pt x="1071660" y="80367"/>
                    </a:cubicBezTo>
                    <a:cubicBezTo>
                      <a:pt x="1073803" y="75824"/>
                      <a:pt x="1074875" y="72481"/>
                      <a:pt x="1074875" y="70337"/>
                    </a:cubicBezTo>
                    <a:cubicBezTo>
                      <a:pt x="1074875" y="68194"/>
                      <a:pt x="1074146" y="67123"/>
                      <a:pt x="1072689" y="67123"/>
                    </a:cubicBezTo>
                    <a:cubicBezTo>
                      <a:pt x="1071231" y="67123"/>
                      <a:pt x="1069646" y="67466"/>
                      <a:pt x="1067931" y="68151"/>
                    </a:cubicBezTo>
                    <a:cubicBezTo>
                      <a:pt x="1060902" y="70552"/>
                      <a:pt x="1055501" y="71752"/>
                      <a:pt x="1051729" y="71752"/>
                    </a:cubicBezTo>
                    <a:cubicBezTo>
                      <a:pt x="1047957" y="71752"/>
                      <a:pt x="1044785" y="71495"/>
                      <a:pt x="1042214" y="70980"/>
                    </a:cubicBezTo>
                    <a:cubicBezTo>
                      <a:pt x="1035356" y="84868"/>
                      <a:pt x="1028197" y="96698"/>
                      <a:pt x="1020739" y="106471"/>
                    </a:cubicBezTo>
                    <a:cubicBezTo>
                      <a:pt x="1013281" y="116243"/>
                      <a:pt x="1006895" y="123015"/>
                      <a:pt x="1001580" y="126787"/>
                    </a:cubicBezTo>
                    <a:cubicBezTo>
                      <a:pt x="996265" y="130559"/>
                      <a:pt x="992965" y="132445"/>
                      <a:pt x="991679" y="132445"/>
                    </a:cubicBezTo>
                    <a:cubicBezTo>
                      <a:pt x="990393" y="132445"/>
                      <a:pt x="989750" y="132188"/>
                      <a:pt x="989750" y="131674"/>
                    </a:cubicBezTo>
                    <a:cubicBezTo>
                      <a:pt x="989750" y="130131"/>
                      <a:pt x="991464" y="127645"/>
                      <a:pt x="994893" y="124216"/>
                    </a:cubicBezTo>
                    <a:cubicBezTo>
                      <a:pt x="1001408" y="117015"/>
                      <a:pt x="1008781" y="106556"/>
                      <a:pt x="1017010" y="92840"/>
                    </a:cubicBezTo>
                    <a:cubicBezTo>
                      <a:pt x="1025240" y="79124"/>
                      <a:pt x="1031841" y="65537"/>
                      <a:pt x="1036813" y="52078"/>
                    </a:cubicBezTo>
                    <a:cubicBezTo>
                      <a:pt x="1041785" y="38619"/>
                      <a:pt x="1044271" y="29061"/>
                      <a:pt x="1044271" y="23403"/>
                    </a:cubicBezTo>
                    <a:cubicBezTo>
                      <a:pt x="1044271" y="21517"/>
                      <a:pt x="1044014" y="19931"/>
                      <a:pt x="1043499" y="18645"/>
                    </a:cubicBezTo>
                    <a:cubicBezTo>
                      <a:pt x="1042985" y="17359"/>
                      <a:pt x="1042728" y="16116"/>
                      <a:pt x="1042728" y="14916"/>
                    </a:cubicBezTo>
                    <a:cubicBezTo>
                      <a:pt x="1042728" y="12002"/>
                      <a:pt x="1044271" y="10544"/>
                      <a:pt x="1047357" y="10544"/>
                    </a:cubicBezTo>
                    <a:close/>
                    <a:moveTo>
                      <a:pt x="1349923" y="8487"/>
                    </a:moveTo>
                    <a:cubicBezTo>
                      <a:pt x="1352238" y="8487"/>
                      <a:pt x="1357210" y="9730"/>
                      <a:pt x="1364840" y="12216"/>
                    </a:cubicBezTo>
                    <a:cubicBezTo>
                      <a:pt x="1372469" y="14702"/>
                      <a:pt x="1376284" y="17059"/>
                      <a:pt x="1376284" y="19288"/>
                    </a:cubicBezTo>
                    <a:cubicBezTo>
                      <a:pt x="1376284" y="21517"/>
                      <a:pt x="1374055" y="23232"/>
                      <a:pt x="1369597" y="24432"/>
                    </a:cubicBezTo>
                    <a:cubicBezTo>
                      <a:pt x="1363768" y="25803"/>
                      <a:pt x="1358882" y="27518"/>
                      <a:pt x="1354938" y="29575"/>
                    </a:cubicBezTo>
                    <a:cubicBezTo>
                      <a:pt x="1348252" y="32490"/>
                      <a:pt x="1340108" y="35576"/>
                      <a:pt x="1330507" y="38834"/>
                    </a:cubicBezTo>
                    <a:cubicBezTo>
                      <a:pt x="1338736" y="42948"/>
                      <a:pt x="1342851" y="46892"/>
                      <a:pt x="1342851" y="50664"/>
                    </a:cubicBezTo>
                    <a:cubicBezTo>
                      <a:pt x="1342851" y="51692"/>
                      <a:pt x="1342680" y="52892"/>
                      <a:pt x="1342337" y="54264"/>
                    </a:cubicBezTo>
                    <a:cubicBezTo>
                      <a:pt x="1341137" y="59236"/>
                      <a:pt x="1340022" y="66266"/>
                      <a:pt x="1338994" y="75352"/>
                    </a:cubicBezTo>
                    <a:cubicBezTo>
                      <a:pt x="1347566" y="73638"/>
                      <a:pt x="1353052" y="72352"/>
                      <a:pt x="1355453" y="71495"/>
                    </a:cubicBezTo>
                    <a:cubicBezTo>
                      <a:pt x="1357853" y="70638"/>
                      <a:pt x="1361110" y="70209"/>
                      <a:pt x="1365225" y="70209"/>
                    </a:cubicBezTo>
                    <a:cubicBezTo>
                      <a:pt x="1369340" y="70209"/>
                      <a:pt x="1372726" y="70766"/>
                      <a:pt x="1375384" y="71881"/>
                    </a:cubicBezTo>
                    <a:cubicBezTo>
                      <a:pt x="1378041" y="72995"/>
                      <a:pt x="1379370" y="74324"/>
                      <a:pt x="1379370" y="75867"/>
                    </a:cubicBezTo>
                    <a:cubicBezTo>
                      <a:pt x="1379370" y="78267"/>
                      <a:pt x="1376198" y="79810"/>
                      <a:pt x="1369854" y="80496"/>
                    </a:cubicBezTo>
                    <a:cubicBezTo>
                      <a:pt x="1355796" y="82210"/>
                      <a:pt x="1345337" y="83753"/>
                      <a:pt x="1338479" y="85125"/>
                    </a:cubicBezTo>
                    <a:cubicBezTo>
                      <a:pt x="1338136" y="97298"/>
                      <a:pt x="1337965" y="113586"/>
                      <a:pt x="1337965" y="133988"/>
                    </a:cubicBezTo>
                    <a:lnTo>
                      <a:pt x="1338479" y="192367"/>
                    </a:lnTo>
                    <a:cubicBezTo>
                      <a:pt x="1338479" y="202997"/>
                      <a:pt x="1337665" y="210026"/>
                      <a:pt x="1336036" y="213455"/>
                    </a:cubicBezTo>
                    <a:cubicBezTo>
                      <a:pt x="1334407" y="216884"/>
                      <a:pt x="1332607" y="218599"/>
                      <a:pt x="1330635" y="218599"/>
                    </a:cubicBezTo>
                    <a:cubicBezTo>
                      <a:pt x="1328664" y="218599"/>
                      <a:pt x="1326563" y="216199"/>
                      <a:pt x="1324335" y="211398"/>
                    </a:cubicBezTo>
                    <a:cubicBezTo>
                      <a:pt x="1322106" y="206597"/>
                      <a:pt x="1320991" y="201882"/>
                      <a:pt x="1320991" y="197253"/>
                    </a:cubicBezTo>
                    <a:cubicBezTo>
                      <a:pt x="1320991" y="192624"/>
                      <a:pt x="1321591" y="188295"/>
                      <a:pt x="1322791" y="184266"/>
                    </a:cubicBezTo>
                    <a:cubicBezTo>
                      <a:pt x="1323992" y="180237"/>
                      <a:pt x="1325106" y="170721"/>
                      <a:pt x="1326135" y="155720"/>
                    </a:cubicBezTo>
                    <a:cubicBezTo>
                      <a:pt x="1327163" y="140718"/>
                      <a:pt x="1328021" y="122844"/>
                      <a:pt x="1328707" y="102099"/>
                    </a:cubicBezTo>
                    <a:cubicBezTo>
                      <a:pt x="1321677" y="115986"/>
                      <a:pt x="1313405" y="128288"/>
                      <a:pt x="1303889" y="139003"/>
                    </a:cubicBezTo>
                    <a:cubicBezTo>
                      <a:pt x="1294374" y="149719"/>
                      <a:pt x="1284687" y="158420"/>
                      <a:pt x="1274828" y="165106"/>
                    </a:cubicBezTo>
                    <a:cubicBezTo>
                      <a:pt x="1264970" y="171793"/>
                      <a:pt x="1258841" y="175136"/>
                      <a:pt x="1256440" y="175136"/>
                    </a:cubicBezTo>
                    <a:cubicBezTo>
                      <a:pt x="1255240" y="175136"/>
                      <a:pt x="1254640" y="174665"/>
                      <a:pt x="1254640" y="173722"/>
                    </a:cubicBezTo>
                    <a:cubicBezTo>
                      <a:pt x="1254640" y="172779"/>
                      <a:pt x="1255669" y="171450"/>
                      <a:pt x="1257726" y="169736"/>
                    </a:cubicBezTo>
                    <a:cubicBezTo>
                      <a:pt x="1289444" y="142475"/>
                      <a:pt x="1309847" y="115815"/>
                      <a:pt x="1318934" y="89754"/>
                    </a:cubicBezTo>
                    <a:cubicBezTo>
                      <a:pt x="1304875" y="93355"/>
                      <a:pt x="1291588" y="97212"/>
                      <a:pt x="1279072" y="101327"/>
                    </a:cubicBezTo>
                    <a:cubicBezTo>
                      <a:pt x="1276671" y="102184"/>
                      <a:pt x="1274271" y="102613"/>
                      <a:pt x="1271871" y="102613"/>
                    </a:cubicBezTo>
                    <a:cubicBezTo>
                      <a:pt x="1269471" y="102613"/>
                      <a:pt x="1265827" y="101413"/>
                      <a:pt x="1260941" y="99012"/>
                    </a:cubicBezTo>
                    <a:cubicBezTo>
                      <a:pt x="1256055" y="96612"/>
                      <a:pt x="1253611" y="94512"/>
                      <a:pt x="1253611" y="92712"/>
                    </a:cubicBezTo>
                    <a:cubicBezTo>
                      <a:pt x="1253611" y="90911"/>
                      <a:pt x="1256269" y="90011"/>
                      <a:pt x="1261584" y="90011"/>
                    </a:cubicBezTo>
                    <a:cubicBezTo>
                      <a:pt x="1269128" y="90011"/>
                      <a:pt x="1291502" y="85897"/>
                      <a:pt x="1328707" y="77667"/>
                    </a:cubicBezTo>
                    <a:cubicBezTo>
                      <a:pt x="1328535" y="58636"/>
                      <a:pt x="1326649" y="46549"/>
                      <a:pt x="1323049" y="41405"/>
                    </a:cubicBezTo>
                    <a:cubicBezTo>
                      <a:pt x="1304361" y="47235"/>
                      <a:pt x="1293516" y="50149"/>
                      <a:pt x="1290516" y="50149"/>
                    </a:cubicBezTo>
                    <a:cubicBezTo>
                      <a:pt x="1287516" y="50149"/>
                      <a:pt x="1286015" y="49463"/>
                      <a:pt x="1286015" y="48092"/>
                    </a:cubicBezTo>
                    <a:cubicBezTo>
                      <a:pt x="1286015" y="46720"/>
                      <a:pt x="1287387" y="45520"/>
                      <a:pt x="1290130" y="44491"/>
                    </a:cubicBezTo>
                    <a:cubicBezTo>
                      <a:pt x="1305561" y="38491"/>
                      <a:pt x="1318248" y="32447"/>
                      <a:pt x="1328192" y="26361"/>
                    </a:cubicBezTo>
                    <a:cubicBezTo>
                      <a:pt x="1338136" y="20274"/>
                      <a:pt x="1343366" y="16202"/>
                      <a:pt x="1343880" y="14145"/>
                    </a:cubicBezTo>
                    <a:cubicBezTo>
                      <a:pt x="1344394" y="12087"/>
                      <a:pt x="1344951" y="10630"/>
                      <a:pt x="1345551" y="9773"/>
                    </a:cubicBezTo>
                    <a:cubicBezTo>
                      <a:pt x="1346152" y="8916"/>
                      <a:pt x="1347609" y="8487"/>
                      <a:pt x="1349923" y="8487"/>
                    </a:cubicBezTo>
                    <a:close/>
                    <a:moveTo>
                      <a:pt x="628676" y="6687"/>
                    </a:moveTo>
                    <a:cubicBezTo>
                      <a:pt x="631762" y="6687"/>
                      <a:pt x="636949" y="8487"/>
                      <a:pt x="644235" y="12087"/>
                    </a:cubicBezTo>
                    <a:cubicBezTo>
                      <a:pt x="651522" y="15688"/>
                      <a:pt x="655165" y="19031"/>
                      <a:pt x="655165" y="22117"/>
                    </a:cubicBezTo>
                    <a:cubicBezTo>
                      <a:pt x="655165" y="24003"/>
                      <a:pt x="653536" y="25203"/>
                      <a:pt x="650279" y="25718"/>
                    </a:cubicBezTo>
                    <a:cubicBezTo>
                      <a:pt x="642392" y="26918"/>
                      <a:pt x="636563" y="28204"/>
                      <a:pt x="632791" y="29575"/>
                    </a:cubicBezTo>
                    <a:cubicBezTo>
                      <a:pt x="610502" y="37119"/>
                      <a:pt x="585471" y="43891"/>
                      <a:pt x="557696" y="49892"/>
                    </a:cubicBezTo>
                    <a:cubicBezTo>
                      <a:pt x="554781" y="63437"/>
                      <a:pt x="552381" y="78267"/>
                      <a:pt x="550495" y="94383"/>
                    </a:cubicBezTo>
                    <a:cubicBezTo>
                      <a:pt x="584099" y="86668"/>
                      <a:pt x="606473" y="79810"/>
                      <a:pt x="617618" y="73809"/>
                    </a:cubicBezTo>
                    <a:cubicBezTo>
                      <a:pt x="620361" y="72266"/>
                      <a:pt x="622933" y="71495"/>
                      <a:pt x="625333" y="71495"/>
                    </a:cubicBezTo>
                    <a:cubicBezTo>
                      <a:pt x="627733" y="71495"/>
                      <a:pt x="631977" y="72866"/>
                      <a:pt x="638063" y="75610"/>
                    </a:cubicBezTo>
                    <a:cubicBezTo>
                      <a:pt x="644150" y="78353"/>
                      <a:pt x="647193" y="81010"/>
                      <a:pt x="647193" y="83582"/>
                    </a:cubicBezTo>
                    <a:cubicBezTo>
                      <a:pt x="647193" y="85125"/>
                      <a:pt x="645864" y="87011"/>
                      <a:pt x="643207" y="89240"/>
                    </a:cubicBezTo>
                    <a:cubicBezTo>
                      <a:pt x="640549" y="91469"/>
                      <a:pt x="637849" y="96612"/>
                      <a:pt x="635106" y="104670"/>
                    </a:cubicBezTo>
                    <a:cubicBezTo>
                      <a:pt x="628419" y="124044"/>
                      <a:pt x="621818" y="138875"/>
                      <a:pt x="615303" y="149162"/>
                    </a:cubicBezTo>
                    <a:cubicBezTo>
                      <a:pt x="629876" y="161506"/>
                      <a:pt x="643850" y="170550"/>
                      <a:pt x="657223" y="176294"/>
                    </a:cubicBezTo>
                    <a:cubicBezTo>
                      <a:pt x="670596" y="182037"/>
                      <a:pt x="689455" y="187138"/>
                      <a:pt x="713801" y="191595"/>
                    </a:cubicBezTo>
                    <a:cubicBezTo>
                      <a:pt x="717059" y="192281"/>
                      <a:pt x="718687" y="193481"/>
                      <a:pt x="718687" y="195196"/>
                    </a:cubicBezTo>
                    <a:cubicBezTo>
                      <a:pt x="718687" y="196910"/>
                      <a:pt x="717187" y="198196"/>
                      <a:pt x="714187" y="199054"/>
                    </a:cubicBezTo>
                    <a:cubicBezTo>
                      <a:pt x="711186" y="199911"/>
                      <a:pt x="703814" y="201240"/>
                      <a:pt x="692070" y="203040"/>
                    </a:cubicBezTo>
                    <a:cubicBezTo>
                      <a:pt x="680325" y="204840"/>
                      <a:pt x="671967" y="205740"/>
                      <a:pt x="666995" y="205740"/>
                    </a:cubicBezTo>
                    <a:cubicBezTo>
                      <a:pt x="662023" y="205740"/>
                      <a:pt x="658208" y="205269"/>
                      <a:pt x="655551" y="204326"/>
                    </a:cubicBezTo>
                    <a:cubicBezTo>
                      <a:pt x="652894" y="203383"/>
                      <a:pt x="648564" y="200082"/>
                      <a:pt x="642564" y="194424"/>
                    </a:cubicBezTo>
                    <a:cubicBezTo>
                      <a:pt x="636563" y="188767"/>
                      <a:pt x="630048" y="181866"/>
                      <a:pt x="623018" y="173722"/>
                    </a:cubicBezTo>
                    <a:cubicBezTo>
                      <a:pt x="615989" y="165578"/>
                      <a:pt x="611360" y="160392"/>
                      <a:pt x="609131" y="158163"/>
                    </a:cubicBezTo>
                    <a:cubicBezTo>
                      <a:pt x="599873" y="169821"/>
                      <a:pt x="588643" y="178994"/>
                      <a:pt x="575441" y="185680"/>
                    </a:cubicBezTo>
                    <a:cubicBezTo>
                      <a:pt x="562239" y="192367"/>
                      <a:pt x="548438" y="195710"/>
                      <a:pt x="534036" y="195710"/>
                    </a:cubicBezTo>
                    <a:cubicBezTo>
                      <a:pt x="530264" y="195710"/>
                      <a:pt x="528378" y="195153"/>
                      <a:pt x="528378" y="194039"/>
                    </a:cubicBezTo>
                    <a:cubicBezTo>
                      <a:pt x="528378" y="192924"/>
                      <a:pt x="530521" y="191767"/>
                      <a:pt x="534807" y="190567"/>
                    </a:cubicBezTo>
                    <a:cubicBezTo>
                      <a:pt x="549381" y="186452"/>
                      <a:pt x="561768" y="181008"/>
                      <a:pt x="571969" y="174236"/>
                    </a:cubicBezTo>
                    <a:cubicBezTo>
                      <a:pt x="582170" y="167464"/>
                      <a:pt x="591214" y="158763"/>
                      <a:pt x="599101" y="148133"/>
                    </a:cubicBezTo>
                    <a:lnTo>
                      <a:pt x="584442" y="132960"/>
                    </a:lnTo>
                    <a:cubicBezTo>
                      <a:pt x="579299" y="127816"/>
                      <a:pt x="575312" y="124173"/>
                      <a:pt x="572483" y="122030"/>
                    </a:cubicBezTo>
                    <a:cubicBezTo>
                      <a:pt x="569654" y="119887"/>
                      <a:pt x="566183" y="117743"/>
                      <a:pt x="562068" y="115600"/>
                    </a:cubicBezTo>
                    <a:cubicBezTo>
                      <a:pt x="557953" y="113457"/>
                      <a:pt x="555896" y="111700"/>
                      <a:pt x="555896" y="110328"/>
                    </a:cubicBezTo>
                    <a:cubicBezTo>
                      <a:pt x="555896" y="108957"/>
                      <a:pt x="556967" y="108271"/>
                      <a:pt x="559110" y="108271"/>
                    </a:cubicBezTo>
                    <a:cubicBezTo>
                      <a:pt x="561253" y="108271"/>
                      <a:pt x="564168" y="108742"/>
                      <a:pt x="567854" y="109685"/>
                    </a:cubicBezTo>
                    <a:cubicBezTo>
                      <a:pt x="571540" y="110628"/>
                      <a:pt x="574498" y="111871"/>
                      <a:pt x="576727" y="113414"/>
                    </a:cubicBezTo>
                    <a:cubicBezTo>
                      <a:pt x="578956" y="114957"/>
                      <a:pt x="582942" y="118686"/>
                      <a:pt x="588685" y="124601"/>
                    </a:cubicBezTo>
                    <a:cubicBezTo>
                      <a:pt x="594429" y="130516"/>
                      <a:pt x="599615" y="135531"/>
                      <a:pt x="604245" y="139646"/>
                    </a:cubicBezTo>
                    <a:cubicBezTo>
                      <a:pt x="608016" y="132960"/>
                      <a:pt x="611531" y="124301"/>
                      <a:pt x="614789" y="113671"/>
                    </a:cubicBezTo>
                    <a:cubicBezTo>
                      <a:pt x="618046" y="103042"/>
                      <a:pt x="619675" y="95884"/>
                      <a:pt x="619675" y="92197"/>
                    </a:cubicBezTo>
                    <a:cubicBezTo>
                      <a:pt x="619675" y="88511"/>
                      <a:pt x="618646" y="86668"/>
                      <a:pt x="616589" y="86668"/>
                    </a:cubicBezTo>
                    <a:cubicBezTo>
                      <a:pt x="614532" y="86668"/>
                      <a:pt x="612045" y="87097"/>
                      <a:pt x="609131" y="87954"/>
                    </a:cubicBezTo>
                    <a:cubicBezTo>
                      <a:pt x="590271" y="93440"/>
                      <a:pt x="578098" y="96741"/>
                      <a:pt x="572612" y="97855"/>
                    </a:cubicBezTo>
                    <a:cubicBezTo>
                      <a:pt x="567126" y="98970"/>
                      <a:pt x="562882" y="99527"/>
                      <a:pt x="559882" y="99527"/>
                    </a:cubicBezTo>
                    <a:cubicBezTo>
                      <a:pt x="556881" y="99527"/>
                      <a:pt x="553581" y="99184"/>
                      <a:pt x="549981" y="98498"/>
                    </a:cubicBezTo>
                    <a:cubicBezTo>
                      <a:pt x="547066" y="119072"/>
                      <a:pt x="541708" y="136860"/>
                      <a:pt x="533907" y="151862"/>
                    </a:cubicBezTo>
                    <a:cubicBezTo>
                      <a:pt x="526106" y="166864"/>
                      <a:pt x="516419" y="179551"/>
                      <a:pt x="504846" y="189924"/>
                    </a:cubicBezTo>
                    <a:cubicBezTo>
                      <a:pt x="493274" y="200297"/>
                      <a:pt x="485944" y="205483"/>
                      <a:pt x="482858" y="205483"/>
                    </a:cubicBezTo>
                    <a:cubicBezTo>
                      <a:pt x="482001" y="205483"/>
                      <a:pt x="481572" y="204926"/>
                      <a:pt x="481572" y="203811"/>
                    </a:cubicBezTo>
                    <a:cubicBezTo>
                      <a:pt x="481572" y="202697"/>
                      <a:pt x="483115" y="200768"/>
                      <a:pt x="486201" y="198025"/>
                    </a:cubicBezTo>
                    <a:cubicBezTo>
                      <a:pt x="505575" y="180023"/>
                      <a:pt x="519120" y="159149"/>
                      <a:pt x="526835" y="135403"/>
                    </a:cubicBezTo>
                    <a:cubicBezTo>
                      <a:pt x="534550" y="111657"/>
                      <a:pt x="538408" y="88468"/>
                      <a:pt x="538408" y="65837"/>
                    </a:cubicBezTo>
                    <a:cubicBezTo>
                      <a:pt x="538408" y="57093"/>
                      <a:pt x="537679" y="50964"/>
                      <a:pt x="536222" y="47449"/>
                    </a:cubicBezTo>
                    <a:cubicBezTo>
                      <a:pt x="534764" y="43934"/>
                      <a:pt x="534036" y="41362"/>
                      <a:pt x="534036" y="39734"/>
                    </a:cubicBezTo>
                    <a:cubicBezTo>
                      <a:pt x="534036" y="38105"/>
                      <a:pt x="535322" y="37290"/>
                      <a:pt x="537893" y="37290"/>
                    </a:cubicBezTo>
                    <a:cubicBezTo>
                      <a:pt x="540465" y="37290"/>
                      <a:pt x="547152" y="39519"/>
                      <a:pt x="557953" y="43977"/>
                    </a:cubicBezTo>
                    <a:cubicBezTo>
                      <a:pt x="575612" y="37633"/>
                      <a:pt x="590271" y="31590"/>
                      <a:pt x="601930" y="25846"/>
                    </a:cubicBezTo>
                    <a:cubicBezTo>
                      <a:pt x="613589" y="20103"/>
                      <a:pt x="619932" y="16116"/>
                      <a:pt x="620961" y="13888"/>
                    </a:cubicBezTo>
                    <a:cubicBezTo>
                      <a:pt x="623190" y="9087"/>
                      <a:pt x="625762" y="6687"/>
                      <a:pt x="628676" y="6687"/>
                    </a:cubicBezTo>
                    <a:close/>
                    <a:moveTo>
                      <a:pt x="1893977" y="3086"/>
                    </a:moveTo>
                    <a:cubicBezTo>
                      <a:pt x="1900664" y="3086"/>
                      <a:pt x="1906579" y="4715"/>
                      <a:pt x="1911722" y="7973"/>
                    </a:cubicBezTo>
                    <a:cubicBezTo>
                      <a:pt x="1916866" y="11230"/>
                      <a:pt x="1919437" y="14745"/>
                      <a:pt x="1919437" y="18517"/>
                    </a:cubicBezTo>
                    <a:cubicBezTo>
                      <a:pt x="1919437" y="26746"/>
                      <a:pt x="1917294" y="30861"/>
                      <a:pt x="1913008" y="30861"/>
                    </a:cubicBezTo>
                    <a:cubicBezTo>
                      <a:pt x="1908722" y="30861"/>
                      <a:pt x="1903621" y="27089"/>
                      <a:pt x="1897706" y="19545"/>
                    </a:cubicBezTo>
                    <a:cubicBezTo>
                      <a:pt x="1891791" y="12002"/>
                      <a:pt x="1888833" y="7372"/>
                      <a:pt x="1888833" y="5658"/>
                    </a:cubicBezTo>
                    <a:cubicBezTo>
                      <a:pt x="1888833" y="3943"/>
                      <a:pt x="1890548" y="3086"/>
                      <a:pt x="1893977" y="3086"/>
                    </a:cubicBezTo>
                    <a:close/>
                    <a:moveTo>
                      <a:pt x="1602726" y="2572"/>
                    </a:moveTo>
                    <a:cubicBezTo>
                      <a:pt x="1605041" y="2572"/>
                      <a:pt x="1609627" y="3901"/>
                      <a:pt x="1616485" y="6558"/>
                    </a:cubicBezTo>
                    <a:cubicBezTo>
                      <a:pt x="1623343" y="9216"/>
                      <a:pt x="1626772" y="12773"/>
                      <a:pt x="1626772" y="17231"/>
                    </a:cubicBezTo>
                    <a:cubicBezTo>
                      <a:pt x="1626772" y="18945"/>
                      <a:pt x="1626258" y="21517"/>
                      <a:pt x="1625229" y="24946"/>
                    </a:cubicBezTo>
                    <a:cubicBezTo>
                      <a:pt x="1623343" y="31118"/>
                      <a:pt x="1622143" y="41920"/>
                      <a:pt x="1621629" y="57350"/>
                    </a:cubicBezTo>
                    <a:cubicBezTo>
                      <a:pt x="1645289" y="53407"/>
                      <a:pt x="1659176" y="50749"/>
                      <a:pt x="1663291" y="49378"/>
                    </a:cubicBezTo>
                    <a:cubicBezTo>
                      <a:pt x="1667577" y="47492"/>
                      <a:pt x="1670792" y="46549"/>
                      <a:pt x="1672935" y="46549"/>
                    </a:cubicBezTo>
                    <a:cubicBezTo>
                      <a:pt x="1675078" y="46549"/>
                      <a:pt x="1680050" y="48735"/>
                      <a:pt x="1687851" y="53107"/>
                    </a:cubicBezTo>
                    <a:cubicBezTo>
                      <a:pt x="1695652" y="57479"/>
                      <a:pt x="1699553" y="61036"/>
                      <a:pt x="1699553" y="63780"/>
                    </a:cubicBezTo>
                    <a:cubicBezTo>
                      <a:pt x="1699553" y="65665"/>
                      <a:pt x="1698224" y="67637"/>
                      <a:pt x="1695567" y="69695"/>
                    </a:cubicBezTo>
                    <a:cubicBezTo>
                      <a:pt x="1692909" y="71752"/>
                      <a:pt x="1690595" y="74709"/>
                      <a:pt x="1688623" y="78567"/>
                    </a:cubicBezTo>
                    <a:cubicBezTo>
                      <a:pt x="1686651" y="82425"/>
                      <a:pt x="1684980" y="87054"/>
                      <a:pt x="1683608" y="92455"/>
                    </a:cubicBezTo>
                    <a:cubicBezTo>
                      <a:pt x="1682236" y="97855"/>
                      <a:pt x="1679922" y="105485"/>
                      <a:pt x="1676664" y="115343"/>
                    </a:cubicBezTo>
                    <a:cubicBezTo>
                      <a:pt x="1673407" y="125201"/>
                      <a:pt x="1670149" y="132145"/>
                      <a:pt x="1666892" y="136174"/>
                    </a:cubicBezTo>
                    <a:cubicBezTo>
                      <a:pt x="1663634" y="140203"/>
                      <a:pt x="1661105" y="142218"/>
                      <a:pt x="1659305" y="142218"/>
                    </a:cubicBezTo>
                    <a:cubicBezTo>
                      <a:pt x="1657505" y="142218"/>
                      <a:pt x="1655962" y="141146"/>
                      <a:pt x="1654676" y="139003"/>
                    </a:cubicBezTo>
                    <a:cubicBezTo>
                      <a:pt x="1653390" y="136860"/>
                      <a:pt x="1651290" y="135789"/>
                      <a:pt x="1648375" y="135789"/>
                    </a:cubicBezTo>
                    <a:cubicBezTo>
                      <a:pt x="1645460" y="135789"/>
                      <a:pt x="1636116" y="136903"/>
                      <a:pt x="1620343" y="139132"/>
                    </a:cubicBezTo>
                    <a:cubicBezTo>
                      <a:pt x="1620172" y="149762"/>
                      <a:pt x="1620429" y="158120"/>
                      <a:pt x="1621114" y="164206"/>
                    </a:cubicBezTo>
                    <a:cubicBezTo>
                      <a:pt x="1621800" y="170293"/>
                      <a:pt x="1623172" y="174836"/>
                      <a:pt x="1625229" y="177837"/>
                    </a:cubicBezTo>
                    <a:cubicBezTo>
                      <a:pt x="1627287" y="180837"/>
                      <a:pt x="1631787" y="183237"/>
                      <a:pt x="1638731" y="185038"/>
                    </a:cubicBezTo>
                    <a:cubicBezTo>
                      <a:pt x="1645675" y="186838"/>
                      <a:pt x="1653604" y="187738"/>
                      <a:pt x="1662520" y="187738"/>
                    </a:cubicBezTo>
                    <a:cubicBezTo>
                      <a:pt x="1671435" y="187738"/>
                      <a:pt x="1680050" y="187052"/>
                      <a:pt x="1688366" y="185680"/>
                    </a:cubicBezTo>
                    <a:cubicBezTo>
                      <a:pt x="1696681" y="184309"/>
                      <a:pt x="1701953" y="182551"/>
                      <a:pt x="1704182" y="180408"/>
                    </a:cubicBezTo>
                    <a:cubicBezTo>
                      <a:pt x="1706411" y="178265"/>
                      <a:pt x="1708383" y="175308"/>
                      <a:pt x="1710097" y="171536"/>
                    </a:cubicBezTo>
                    <a:cubicBezTo>
                      <a:pt x="1711811" y="167764"/>
                      <a:pt x="1714040" y="159106"/>
                      <a:pt x="1716784" y="145561"/>
                    </a:cubicBezTo>
                    <a:cubicBezTo>
                      <a:pt x="1717469" y="142132"/>
                      <a:pt x="1718412" y="140418"/>
                      <a:pt x="1719612" y="140418"/>
                    </a:cubicBezTo>
                    <a:cubicBezTo>
                      <a:pt x="1720813" y="140418"/>
                      <a:pt x="1721627" y="142604"/>
                      <a:pt x="1722056" y="146976"/>
                    </a:cubicBezTo>
                    <a:cubicBezTo>
                      <a:pt x="1722484" y="151348"/>
                      <a:pt x="1723599" y="157005"/>
                      <a:pt x="1725399" y="163949"/>
                    </a:cubicBezTo>
                    <a:cubicBezTo>
                      <a:pt x="1727199" y="170893"/>
                      <a:pt x="1728699" y="175436"/>
                      <a:pt x="1729899" y="177579"/>
                    </a:cubicBezTo>
                    <a:cubicBezTo>
                      <a:pt x="1731100" y="179723"/>
                      <a:pt x="1731700" y="181566"/>
                      <a:pt x="1731700" y="183109"/>
                    </a:cubicBezTo>
                    <a:cubicBezTo>
                      <a:pt x="1731700" y="187909"/>
                      <a:pt x="1725399" y="192667"/>
                      <a:pt x="1712797" y="197382"/>
                    </a:cubicBezTo>
                    <a:cubicBezTo>
                      <a:pt x="1700196" y="202097"/>
                      <a:pt x="1685665" y="204454"/>
                      <a:pt x="1669206" y="204454"/>
                    </a:cubicBezTo>
                    <a:cubicBezTo>
                      <a:pt x="1657376" y="204454"/>
                      <a:pt x="1647346" y="203168"/>
                      <a:pt x="1639117" y="200597"/>
                    </a:cubicBezTo>
                    <a:cubicBezTo>
                      <a:pt x="1630887" y="198025"/>
                      <a:pt x="1624458" y="194553"/>
                      <a:pt x="1619829" y="190181"/>
                    </a:cubicBezTo>
                    <a:cubicBezTo>
                      <a:pt x="1615199" y="185809"/>
                      <a:pt x="1612156" y="180023"/>
                      <a:pt x="1610699" y="172822"/>
                    </a:cubicBezTo>
                    <a:cubicBezTo>
                      <a:pt x="1609242" y="165621"/>
                      <a:pt x="1608599" y="154905"/>
                      <a:pt x="1608770" y="140675"/>
                    </a:cubicBezTo>
                    <a:cubicBezTo>
                      <a:pt x="1595226" y="142732"/>
                      <a:pt x="1585196" y="143932"/>
                      <a:pt x="1578681" y="144275"/>
                    </a:cubicBezTo>
                    <a:cubicBezTo>
                      <a:pt x="1578509" y="148733"/>
                      <a:pt x="1577223" y="150962"/>
                      <a:pt x="1574823" y="150962"/>
                    </a:cubicBezTo>
                    <a:cubicBezTo>
                      <a:pt x="1573451" y="150962"/>
                      <a:pt x="1572080" y="149762"/>
                      <a:pt x="1570708" y="147361"/>
                    </a:cubicBezTo>
                    <a:cubicBezTo>
                      <a:pt x="1569336" y="144961"/>
                      <a:pt x="1568308" y="142132"/>
                      <a:pt x="1567622" y="138875"/>
                    </a:cubicBezTo>
                    <a:cubicBezTo>
                      <a:pt x="1563679" y="120701"/>
                      <a:pt x="1559907" y="105442"/>
                      <a:pt x="1556306" y="93097"/>
                    </a:cubicBezTo>
                    <a:cubicBezTo>
                      <a:pt x="1552706" y="80753"/>
                      <a:pt x="1549791" y="73509"/>
                      <a:pt x="1547562" y="71366"/>
                    </a:cubicBezTo>
                    <a:cubicBezTo>
                      <a:pt x="1545334" y="69223"/>
                      <a:pt x="1544219" y="67209"/>
                      <a:pt x="1544219" y="65323"/>
                    </a:cubicBezTo>
                    <a:cubicBezTo>
                      <a:pt x="1544219" y="63437"/>
                      <a:pt x="1545762" y="62494"/>
                      <a:pt x="1548848" y="62494"/>
                    </a:cubicBezTo>
                    <a:cubicBezTo>
                      <a:pt x="1551934" y="62494"/>
                      <a:pt x="1556564" y="63865"/>
                      <a:pt x="1562736" y="66608"/>
                    </a:cubicBezTo>
                    <a:cubicBezTo>
                      <a:pt x="1579709" y="64208"/>
                      <a:pt x="1595140" y="61808"/>
                      <a:pt x="1609027" y="59408"/>
                    </a:cubicBezTo>
                    <a:cubicBezTo>
                      <a:pt x="1608856" y="38834"/>
                      <a:pt x="1607184" y="25332"/>
                      <a:pt x="1604012" y="18902"/>
                    </a:cubicBezTo>
                    <a:cubicBezTo>
                      <a:pt x="1600840" y="12473"/>
                      <a:pt x="1599255" y="8144"/>
                      <a:pt x="1599255" y="5915"/>
                    </a:cubicBezTo>
                    <a:cubicBezTo>
                      <a:pt x="1599255" y="3686"/>
                      <a:pt x="1600412" y="2572"/>
                      <a:pt x="1602726" y="2572"/>
                    </a:cubicBezTo>
                    <a:close/>
                    <a:moveTo>
                      <a:pt x="1136082" y="1029"/>
                    </a:moveTo>
                    <a:cubicBezTo>
                      <a:pt x="1138654" y="1029"/>
                      <a:pt x="1142512" y="2400"/>
                      <a:pt x="1147655" y="5144"/>
                    </a:cubicBezTo>
                    <a:cubicBezTo>
                      <a:pt x="1152799" y="7887"/>
                      <a:pt x="1155371" y="10459"/>
                      <a:pt x="1155371" y="12859"/>
                    </a:cubicBezTo>
                    <a:cubicBezTo>
                      <a:pt x="1155371" y="15259"/>
                      <a:pt x="1153999" y="17617"/>
                      <a:pt x="1151256" y="19931"/>
                    </a:cubicBezTo>
                    <a:cubicBezTo>
                      <a:pt x="1148512" y="22246"/>
                      <a:pt x="1144655" y="28332"/>
                      <a:pt x="1139683" y="38191"/>
                    </a:cubicBezTo>
                    <a:cubicBezTo>
                      <a:pt x="1134711" y="48049"/>
                      <a:pt x="1128710" y="57950"/>
                      <a:pt x="1121681" y="67894"/>
                    </a:cubicBezTo>
                    <a:cubicBezTo>
                      <a:pt x="1129224" y="66694"/>
                      <a:pt x="1138054" y="64465"/>
                      <a:pt x="1148170" y="61208"/>
                    </a:cubicBezTo>
                    <a:cubicBezTo>
                      <a:pt x="1158285" y="57950"/>
                      <a:pt x="1164972" y="55378"/>
                      <a:pt x="1168229" y="53493"/>
                    </a:cubicBezTo>
                    <a:cubicBezTo>
                      <a:pt x="1171487" y="51607"/>
                      <a:pt x="1174273" y="50664"/>
                      <a:pt x="1176587" y="50664"/>
                    </a:cubicBezTo>
                    <a:cubicBezTo>
                      <a:pt x="1178902" y="50664"/>
                      <a:pt x="1183145" y="52292"/>
                      <a:pt x="1189318" y="55550"/>
                    </a:cubicBezTo>
                    <a:cubicBezTo>
                      <a:pt x="1195490" y="58807"/>
                      <a:pt x="1198576" y="61508"/>
                      <a:pt x="1198576" y="63651"/>
                    </a:cubicBezTo>
                    <a:cubicBezTo>
                      <a:pt x="1198576" y="65794"/>
                      <a:pt x="1197676" y="67809"/>
                      <a:pt x="1195876" y="69695"/>
                    </a:cubicBezTo>
                    <a:cubicBezTo>
                      <a:pt x="1194075" y="71580"/>
                      <a:pt x="1192404" y="76038"/>
                      <a:pt x="1190861" y="83068"/>
                    </a:cubicBezTo>
                    <a:cubicBezTo>
                      <a:pt x="1189318" y="90097"/>
                      <a:pt x="1188117" y="99184"/>
                      <a:pt x="1187260" y="110328"/>
                    </a:cubicBezTo>
                    <a:cubicBezTo>
                      <a:pt x="1186403" y="121472"/>
                      <a:pt x="1183960" y="131159"/>
                      <a:pt x="1179931" y="139389"/>
                    </a:cubicBezTo>
                    <a:cubicBezTo>
                      <a:pt x="1175902" y="147619"/>
                      <a:pt x="1172258" y="151733"/>
                      <a:pt x="1169001" y="151733"/>
                    </a:cubicBezTo>
                    <a:cubicBezTo>
                      <a:pt x="1167286" y="151733"/>
                      <a:pt x="1165915" y="150533"/>
                      <a:pt x="1164886" y="148133"/>
                    </a:cubicBezTo>
                    <a:cubicBezTo>
                      <a:pt x="1162657" y="142475"/>
                      <a:pt x="1159142" y="137246"/>
                      <a:pt x="1154342" y="132445"/>
                    </a:cubicBezTo>
                    <a:cubicBezTo>
                      <a:pt x="1153313" y="131417"/>
                      <a:pt x="1152799" y="130516"/>
                      <a:pt x="1152799" y="129745"/>
                    </a:cubicBezTo>
                    <a:cubicBezTo>
                      <a:pt x="1152799" y="128973"/>
                      <a:pt x="1153356" y="128588"/>
                      <a:pt x="1154470" y="128588"/>
                    </a:cubicBezTo>
                    <a:cubicBezTo>
                      <a:pt x="1155585" y="128588"/>
                      <a:pt x="1156828" y="128716"/>
                      <a:pt x="1158199" y="128973"/>
                    </a:cubicBezTo>
                    <a:cubicBezTo>
                      <a:pt x="1159571" y="129231"/>
                      <a:pt x="1161243" y="129359"/>
                      <a:pt x="1163214" y="129359"/>
                    </a:cubicBezTo>
                    <a:cubicBezTo>
                      <a:pt x="1165186" y="129359"/>
                      <a:pt x="1167029" y="127859"/>
                      <a:pt x="1168744" y="124859"/>
                    </a:cubicBezTo>
                    <a:cubicBezTo>
                      <a:pt x="1170458" y="121858"/>
                      <a:pt x="1172001" y="116500"/>
                      <a:pt x="1173373" y="108785"/>
                    </a:cubicBezTo>
                    <a:cubicBezTo>
                      <a:pt x="1174744" y="101070"/>
                      <a:pt x="1175430" y="93183"/>
                      <a:pt x="1175430" y="85125"/>
                    </a:cubicBezTo>
                    <a:cubicBezTo>
                      <a:pt x="1175430" y="77067"/>
                      <a:pt x="1175002" y="71709"/>
                      <a:pt x="1174144" y="69052"/>
                    </a:cubicBezTo>
                    <a:cubicBezTo>
                      <a:pt x="1173287" y="66394"/>
                      <a:pt x="1171273" y="65065"/>
                      <a:pt x="1168101" y="65065"/>
                    </a:cubicBezTo>
                    <a:cubicBezTo>
                      <a:pt x="1164929" y="65065"/>
                      <a:pt x="1152627" y="67809"/>
                      <a:pt x="1131196" y="73295"/>
                    </a:cubicBezTo>
                    <a:cubicBezTo>
                      <a:pt x="1129310" y="73809"/>
                      <a:pt x="1127296" y="74067"/>
                      <a:pt x="1125152" y="74067"/>
                    </a:cubicBezTo>
                    <a:cubicBezTo>
                      <a:pt x="1123009" y="74067"/>
                      <a:pt x="1120738" y="73466"/>
                      <a:pt x="1118337" y="72266"/>
                    </a:cubicBezTo>
                    <a:cubicBezTo>
                      <a:pt x="1113365" y="78953"/>
                      <a:pt x="1108865" y="84139"/>
                      <a:pt x="1104836" y="87825"/>
                    </a:cubicBezTo>
                    <a:cubicBezTo>
                      <a:pt x="1100807" y="91512"/>
                      <a:pt x="1098020" y="93355"/>
                      <a:pt x="1096477" y="93355"/>
                    </a:cubicBezTo>
                    <a:cubicBezTo>
                      <a:pt x="1095792" y="93355"/>
                      <a:pt x="1095449" y="92926"/>
                      <a:pt x="1095449" y="92069"/>
                    </a:cubicBezTo>
                    <a:cubicBezTo>
                      <a:pt x="1095449" y="91212"/>
                      <a:pt x="1096135" y="89754"/>
                      <a:pt x="1097506" y="87697"/>
                    </a:cubicBezTo>
                    <a:cubicBezTo>
                      <a:pt x="1106422" y="76553"/>
                      <a:pt x="1114694" y="62365"/>
                      <a:pt x="1122324" y="45134"/>
                    </a:cubicBezTo>
                    <a:cubicBezTo>
                      <a:pt x="1129953" y="27904"/>
                      <a:pt x="1133768" y="16374"/>
                      <a:pt x="1133768" y="10544"/>
                    </a:cubicBezTo>
                    <a:cubicBezTo>
                      <a:pt x="1133768" y="9858"/>
                      <a:pt x="1133511" y="8958"/>
                      <a:pt x="1132996" y="7844"/>
                    </a:cubicBezTo>
                    <a:cubicBezTo>
                      <a:pt x="1132482" y="6730"/>
                      <a:pt x="1132225" y="5315"/>
                      <a:pt x="1132225" y="3601"/>
                    </a:cubicBezTo>
                    <a:cubicBezTo>
                      <a:pt x="1132225" y="1886"/>
                      <a:pt x="1133511" y="1029"/>
                      <a:pt x="1136082" y="1029"/>
                    </a:cubicBezTo>
                    <a:close/>
                    <a:moveTo>
                      <a:pt x="840331" y="0"/>
                    </a:moveTo>
                    <a:cubicBezTo>
                      <a:pt x="843589" y="0"/>
                      <a:pt x="848947" y="1757"/>
                      <a:pt x="856405" y="5272"/>
                    </a:cubicBezTo>
                    <a:cubicBezTo>
                      <a:pt x="863863" y="8787"/>
                      <a:pt x="867592" y="11744"/>
                      <a:pt x="867592" y="14145"/>
                    </a:cubicBezTo>
                    <a:cubicBezTo>
                      <a:pt x="867592" y="15688"/>
                      <a:pt x="865877" y="17574"/>
                      <a:pt x="862448" y="19803"/>
                    </a:cubicBezTo>
                    <a:cubicBezTo>
                      <a:pt x="859019" y="22031"/>
                      <a:pt x="851347" y="29189"/>
                      <a:pt x="839431" y="41277"/>
                    </a:cubicBezTo>
                    <a:cubicBezTo>
                      <a:pt x="827515" y="53364"/>
                      <a:pt x="814356" y="65151"/>
                      <a:pt x="799955" y="76638"/>
                    </a:cubicBezTo>
                    <a:cubicBezTo>
                      <a:pt x="841617" y="69094"/>
                      <a:pt x="869949" y="64422"/>
                      <a:pt x="884951" y="62622"/>
                    </a:cubicBezTo>
                    <a:cubicBezTo>
                      <a:pt x="899953" y="60822"/>
                      <a:pt x="909083" y="59450"/>
                      <a:pt x="912340" y="58507"/>
                    </a:cubicBezTo>
                    <a:cubicBezTo>
                      <a:pt x="915598" y="57564"/>
                      <a:pt x="918084" y="57093"/>
                      <a:pt x="919798" y="57093"/>
                    </a:cubicBezTo>
                    <a:cubicBezTo>
                      <a:pt x="924085" y="57093"/>
                      <a:pt x="930643" y="59450"/>
                      <a:pt x="939472" y="64165"/>
                    </a:cubicBezTo>
                    <a:cubicBezTo>
                      <a:pt x="948302" y="68880"/>
                      <a:pt x="952717" y="73124"/>
                      <a:pt x="952717" y="76895"/>
                    </a:cubicBezTo>
                    <a:cubicBezTo>
                      <a:pt x="952717" y="78781"/>
                      <a:pt x="951645" y="80710"/>
                      <a:pt x="949502" y="82682"/>
                    </a:cubicBezTo>
                    <a:cubicBezTo>
                      <a:pt x="947359" y="84654"/>
                      <a:pt x="945559" y="88811"/>
                      <a:pt x="944101" y="95155"/>
                    </a:cubicBezTo>
                    <a:cubicBezTo>
                      <a:pt x="942644" y="101499"/>
                      <a:pt x="941187" y="114529"/>
                      <a:pt x="939729" y="134245"/>
                    </a:cubicBezTo>
                    <a:cubicBezTo>
                      <a:pt x="938272" y="153962"/>
                      <a:pt x="936986" y="167378"/>
                      <a:pt x="935872" y="174493"/>
                    </a:cubicBezTo>
                    <a:cubicBezTo>
                      <a:pt x="934757" y="181609"/>
                      <a:pt x="932871" y="188124"/>
                      <a:pt x="930214" y="194039"/>
                    </a:cubicBezTo>
                    <a:cubicBezTo>
                      <a:pt x="927556" y="199954"/>
                      <a:pt x="923999" y="205226"/>
                      <a:pt x="919541" y="209855"/>
                    </a:cubicBezTo>
                    <a:cubicBezTo>
                      <a:pt x="915083" y="214484"/>
                      <a:pt x="911740" y="216799"/>
                      <a:pt x="909511" y="216799"/>
                    </a:cubicBezTo>
                    <a:cubicBezTo>
                      <a:pt x="907282" y="216799"/>
                      <a:pt x="905311" y="214655"/>
                      <a:pt x="903596" y="210369"/>
                    </a:cubicBezTo>
                    <a:cubicBezTo>
                      <a:pt x="899139" y="199225"/>
                      <a:pt x="893995" y="190653"/>
                      <a:pt x="888166" y="184652"/>
                    </a:cubicBezTo>
                    <a:cubicBezTo>
                      <a:pt x="885765" y="182080"/>
                      <a:pt x="884565" y="180323"/>
                      <a:pt x="884565" y="179380"/>
                    </a:cubicBezTo>
                    <a:cubicBezTo>
                      <a:pt x="884565" y="178437"/>
                      <a:pt x="885080" y="177965"/>
                      <a:pt x="886108" y="177965"/>
                    </a:cubicBezTo>
                    <a:cubicBezTo>
                      <a:pt x="887137" y="177965"/>
                      <a:pt x="890137" y="178951"/>
                      <a:pt x="895109" y="180923"/>
                    </a:cubicBezTo>
                    <a:cubicBezTo>
                      <a:pt x="900082" y="182894"/>
                      <a:pt x="904196" y="183880"/>
                      <a:pt x="907454" y="183880"/>
                    </a:cubicBezTo>
                    <a:cubicBezTo>
                      <a:pt x="910711" y="183880"/>
                      <a:pt x="913283" y="182209"/>
                      <a:pt x="915169" y="178865"/>
                    </a:cubicBezTo>
                    <a:cubicBezTo>
                      <a:pt x="917055" y="175522"/>
                      <a:pt x="919155" y="166007"/>
                      <a:pt x="921470" y="150319"/>
                    </a:cubicBezTo>
                    <a:cubicBezTo>
                      <a:pt x="923785" y="134631"/>
                      <a:pt x="924942" y="118215"/>
                      <a:pt x="924942" y="101070"/>
                    </a:cubicBezTo>
                    <a:cubicBezTo>
                      <a:pt x="924942" y="92497"/>
                      <a:pt x="924427" y="86025"/>
                      <a:pt x="923399" y="81653"/>
                    </a:cubicBezTo>
                    <a:cubicBezTo>
                      <a:pt x="922370" y="77281"/>
                      <a:pt x="920484" y="74324"/>
                      <a:pt x="917741" y="72781"/>
                    </a:cubicBezTo>
                    <a:cubicBezTo>
                      <a:pt x="914998" y="71238"/>
                      <a:pt x="909083" y="70466"/>
                      <a:pt x="899996" y="70466"/>
                    </a:cubicBezTo>
                    <a:cubicBezTo>
                      <a:pt x="890909" y="70466"/>
                      <a:pt x="878650" y="71495"/>
                      <a:pt x="863220" y="73552"/>
                    </a:cubicBezTo>
                    <a:cubicBezTo>
                      <a:pt x="847789" y="75610"/>
                      <a:pt x="832530" y="78267"/>
                      <a:pt x="817443" y="81525"/>
                    </a:cubicBezTo>
                    <a:cubicBezTo>
                      <a:pt x="802355" y="84782"/>
                      <a:pt x="789839" y="86582"/>
                      <a:pt x="779895" y="86925"/>
                    </a:cubicBezTo>
                    <a:cubicBezTo>
                      <a:pt x="781267" y="93955"/>
                      <a:pt x="782167" y="102013"/>
                      <a:pt x="782595" y="111100"/>
                    </a:cubicBezTo>
                    <a:cubicBezTo>
                      <a:pt x="783024" y="120187"/>
                      <a:pt x="783924" y="131459"/>
                      <a:pt x="785296" y="144918"/>
                    </a:cubicBezTo>
                    <a:cubicBezTo>
                      <a:pt x="786667" y="158377"/>
                      <a:pt x="787353" y="169093"/>
                      <a:pt x="787353" y="177065"/>
                    </a:cubicBezTo>
                    <a:cubicBezTo>
                      <a:pt x="787353" y="185038"/>
                      <a:pt x="786624" y="191081"/>
                      <a:pt x="785167" y="195196"/>
                    </a:cubicBezTo>
                    <a:cubicBezTo>
                      <a:pt x="783710" y="199311"/>
                      <a:pt x="782124" y="201368"/>
                      <a:pt x="780409" y="201368"/>
                    </a:cubicBezTo>
                    <a:cubicBezTo>
                      <a:pt x="778695" y="201368"/>
                      <a:pt x="776595" y="199011"/>
                      <a:pt x="774109" y="194296"/>
                    </a:cubicBezTo>
                    <a:cubicBezTo>
                      <a:pt x="771623" y="189581"/>
                      <a:pt x="770380" y="185766"/>
                      <a:pt x="770380" y="182852"/>
                    </a:cubicBezTo>
                    <a:cubicBezTo>
                      <a:pt x="770380" y="179937"/>
                      <a:pt x="770551" y="177794"/>
                      <a:pt x="770894" y="176422"/>
                    </a:cubicBezTo>
                    <a:cubicBezTo>
                      <a:pt x="771580" y="173336"/>
                      <a:pt x="771923" y="166992"/>
                      <a:pt x="771923" y="157391"/>
                    </a:cubicBezTo>
                    <a:cubicBezTo>
                      <a:pt x="771923" y="147790"/>
                      <a:pt x="771108" y="134803"/>
                      <a:pt x="769479" y="118429"/>
                    </a:cubicBezTo>
                    <a:cubicBezTo>
                      <a:pt x="767851" y="102056"/>
                      <a:pt x="765150" y="91940"/>
                      <a:pt x="761378" y="88083"/>
                    </a:cubicBezTo>
                    <a:cubicBezTo>
                      <a:pt x="757607" y="84225"/>
                      <a:pt x="755721" y="81525"/>
                      <a:pt x="755721" y="79982"/>
                    </a:cubicBezTo>
                    <a:cubicBezTo>
                      <a:pt x="755721" y="78438"/>
                      <a:pt x="757178" y="77667"/>
                      <a:pt x="760093" y="77667"/>
                    </a:cubicBezTo>
                    <a:cubicBezTo>
                      <a:pt x="763007" y="77667"/>
                      <a:pt x="768408" y="78781"/>
                      <a:pt x="776295" y="81010"/>
                    </a:cubicBezTo>
                    <a:lnTo>
                      <a:pt x="792497" y="77924"/>
                    </a:lnTo>
                    <a:cubicBezTo>
                      <a:pt x="801755" y="68494"/>
                      <a:pt x="811313" y="56536"/>
                      <a:pt x="821172" y="42048"/>
                    </a:cubicBezTo>
                    <a:cubicBezTo>
                      <a:pt x="831030" y="27561"/>
                      <a:pt x="835959" y="16974"/>
                      <a:pt x="835959" y="10287"/>
                    </a:cubicBezTo>
                    <a:cubicBezTo>
                      <a:pt x="835959" y="9258"/>
                      <a:pt x="835873" y="8230"/>
                      <a:pt x="835702" y="7201"/>
                    </a:cubicBezTo>
                    <a:cubicBezTo>
                      <a:pt x="835531" y="6172"/>
                      <a:pt x="835445" y="5315"/>
                      <a:pt x="835445" y="4629"/>
                    </a:cubicBezTo>
                    <a:cubicBezTo>
                      <a:pt x="835445" y="1543"/>
                      <a:pt x="837074" y="0"/>
                      <a:pt x="84033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A2D072D-AB2F-4515-B259-3157D7161ED5}"/>
                  </a:ext>
                </a:extLst>
              </p:cNvPr>
              <p:cNvSpPr txBox="1"/>
              <p:nvPr/>
            </p:nvSpPr>
            <p:spPr>
              <a:xfrm>
                <a:off x="9946387" y="4764383"/>
                <a:ext cx="2066117" cy="826655"/>
              </a:xfrm>
              <a:custGeom>
                <a:avLst/>
                <a:gdLst/>
                <a:ahLst/>
                <a:cxnLst/>
                <a:rect l="l" t="t" r="r" b="b"/>
                <a:pathLst>
                  <a:path w="2066117" h="826655">
                    <a:moveTo>
                      <a:pt x="274579" y="780878"/>
                    </a:moveTo>
                    <a:cubicBezTo>
                      <a:pt x="278522" y="780878"/>
                      <a:pt x="281951" y="782335"/>
                      <a:pt x="284866" y="785250"/>
                    </a:cubicBezTo>
                    <a:cubicBezTo>
                      <a:pt x="287780" y="788165"/>
                      <a:pt x="289238" y="791594"/>
                      <a:pt x="289238" y="795537"/>
                    </a:cubicBezTo>
                    <a:cubicBezTo>
                      <a:pt x="289238" y="799480"/>
                      <a:pt x="287780" y="802867"/>
                      <a:pt x="284866" y="805695"/>
                    </a:cubicBezTo>
                    <a:cubicBezTo>
                      <a:pt x="281951" y="808524"/>
                      <a:pt x="278522" y="809939"/>
                      <a:pt x="274579" y="809939"/>
                    </a:cubicBezTo>
                    <a:cubicBezTo>
                      <a:pt x="270635" y="809939"/>
                      <a:pt x="267206" y="808524"/>
                      <a:pt x="264292" y="805695"/>
                    </a:cubicBezTo>
                    <a:cubicBezTo>
                      <a:pt x="261377" y="802867"/>
                      <a:pt x="259920" y="799480"/>
                      <a:pt x="259920" y="795537"/>
                    </a:cubicBezTo>
                    <a:cubicBezTo>
                      <a:pt x="259920" y="791594"/>
                      <a:pt x="261377" y="788165"/>
                      <a:pt x="264292" y="785250"/>
                    </a:cubicBezTo>
                    <a:cubicBezTo>
                      <a:pt x="267206" y="782335"/>
                      <a:pt x="270635" y="780878"/>
                      <a:pt x="274579" y="780878"/>
                    </a:cubicBezTo>
                    <a:close/>
                    <a:moveTo>
                      <a:pt x="1413607" y="751046"/>
                    </a:moveTo>
                    <a:cubicBezTo>
                      <a:pt x="1416007" y="751046"/>
                      <a:pt x="1420422" y="752074"/>
                      <a:pt x="1426851" y="754132"/>
                    </a:cubicBezTo>
                    <a:cubicBezTo>
                      <a:pt x="1433281" y="756189"/>
                      <a:pt x="1437567" y="758890"/>
                      <a:pt x="1439710" y="762233"/>
                    </a:cubicBezTo>
                    <a:cubicBezTo>
                      <a:pt x="1441853" y="765576"/>
                      <a:pt x="1442925" y="768619"/>
                      <a:pt x="1442925" y="771363"/>
                    </a:cubicBezTo>
                    <a:cubicBezTo>
                      <a:pt x="1442925" y="775477"/>
                      <a:pt x="1440653" y="777535"/>
                      <a:pt x="1436110" y="777535"/>
                    </a:cubicBezTo>
                    <a:cubicBezTo>
                      <a:pt x="1431566" y="777535"/>
                      <a:pt x="1426166" y="773977"/>
                      <a:pt x="1419908" y="766862"/>
                    </a:cubicBezTo>
                    <a:cubicBezTo>
                      <a:pt x="1413650" y="759747"/>
                      <a:pt x="1410521" y="755075"/>
                      <a:pt x="1410521" y="752846"/>
                    </a:cubicBezTo>
                    <a:cubicBezTo>
                      <a:pt x="1410521" y="751646"/>
                      <a:pt x="1411549" y="751046"/>
                      <a:pt x="1413607" y="751046"/>
                    </a:cubicBezTo>
                    <a:close/>
                    <a:moveTo>
                      <a:pt x="929089" y="710155"/>
                    </a:moveTo>
                    <a:cubicBezTo>
                      <a:pt x="926346" y="710155"/>
                      <a:pt x="920860" y="711012"/>
                      <a:pt x="912630" y="712727"/>
                    </a:cubicBezTo>
                    <a:cubicBezTo>
                      <a:pt x="904400" y="714441"/>
                      <a:pt x="897457" y="715384"/>
                      <a:pt x="891799" y="715556"/>
                    </a:cubicBezTo>
                    <a:cubicBezTo>
                      <a:pt x="892827" y="728243"/>
                      <a:pt x="893599" y="747874"/>
                      <a:pt x="894113" y="774449"/>
                    </a:cubicBezTo>
                    <a:cubicBezTo>
                      <a:pt x="906286" y="773420"/>
                      <a:pt x="914902" y="772391"/>
                      <a:pt x="919959" y="771363"/>
                    </a:cubicBezTo>
                    <a:cubicBezTo>
                      <a:pt x="925017" y="770334"/>
                      <a:pt x="928318" y="768877"/>
                      <a:pt x="929861" y="766991"/>
                    </a:cubicBezTo>
                    <a:cubicBezTo>
                      <a:pt x="931404" y="765105"/>
                      <a:pt x="932904" y="757861"/>
                      <a:pt x="934361" y="745259"/>
                    </a:cubicBezTo>
                    <a:cubicBezTo>
                      <a:pt x="935819" y="732658"/>
                      <a:pt x="936547" y="724214"/>
                      <a:pt x="936547" y="719928"/>
                    </a:cubicBezTo>
                    <a:cubicBezTo>
                      <a:pt x="936547" y="715641"/>
                      <a:pt x="935990" y="712941"/>
                      <a:pt x="934876" y="711827"/>
                    </a:cubicBezTo>
                    <a:cubicBezTo>
                      <a:pt x="933761" y="710712"/>
                      <a:pt x="931832" y="710155"/>
                      <a:pt x="929089" y="710155"/>
                    </a:cubicBezTo>
                    <a:close/>
                    <a:moveTo>
                      <a:pt x="938733" y="696782"/>
                    </a:moveTo>
                    <a:cubicBezTo>
                      <a:pt x="940876" y="696782"/>
                      <a:pt x="945505" y="698496"/>
                      <a:pt x="952621" y="701925"/>
                    </a:cubicBezTo>
                    <a:cubicBezTo>
                      <a:pt x="959736" y="705354"/>
                      <a:pt x="963293" y="708269"/>
                      <a:pt x="963293" y="710669"/>
                    </a:cubicBezTo>
                    <a:cubicBezTo>
                      <a:pt x="963293" y="713070"/>
                      <a:pt x="962136" y="715598"/>
                      <a:pt x="959822" y="718256"/>
                    </a:cubicBezTo>
                    <a:cubicBezTo>
                      <a:pt x="957507" y="720913"/>
                      <a:pt x="954249" y="728672"/>
                      <a:pt x="950049" y="741530"/>
                    </a:cubicBezTo>
                    <a:cubicBezTo>
                      <a:pt x="945848" y="754389"/>
                      <a:pt x="943748" y="761976"/>
                      <a:pt x="943748" y="764290"/>
                    </a:cubicBezTo>
                    <a:cubicBezTo>
                      <a:pt x="943748" y="766605"/>
                      <a:pt x="944691" y="768877"/>
                      <a:pt x="946577" y="771105"/>
                    </a:cubicBezTo>
                    <a:cubicBezTo>
                      <a:pt x="948463" y="773334"/>
                      <a:pt x="949406" y="775049"/>
                      <a:pt x="949406" y="776249"/>
                    </a:cubicBezTo>
                    <a:cubicBezTo>
                      <a:pt x="949406" y="777449"/>
                      <a:pt x="948677" y="778435"/>
                      <a:pt x="947220" y="779206"/>
                    </a:cubicBezTo>
                    <a:cubicBezTo>
                      <a:pt x="945763" y="779978"/>
                      <a:pt x="939033" y="780878"/>
                      <a:pt x="927032" y="781907"/>
                    </a:cubicBezTo>
                    <a:cubicBezTo>
                      <a:pt x="915030" y="782935"/>
                      <a:pt x="903886" y="783536"/>
                      <a:pt x="893599" y="783707"/>
                    </a:cubicBezTo>
                    <a:cubicBezTo>
                      <a:pt x="892570" y="793308"/>
                      <a:pt x="891156" y="798109"/>
                      <a:pt x="889356" y="798109"/>
                    </a:cubicBezTo>
                    <a:cubicBezTo>
                      <a:pt x="887555" y="798109"/>
                      <a:pt x="886012" y="796694"/>
                      <a:pt x="884726" y="793865"/>
                    </a:cubicBezTo>
                    <a:cubicBezTo>
                      <a:pt x="883441" y="791036"/>
                      <a:pt x="882798" y="787393"/>
                      <a:pt x="882798" y="782935"/>
                    </a:cubicBezTo>
                    <a:lnTo>
                      <a:pt x="883055" y="770334"/>
                    </a:lnTo>
                    <a:cubicBezTo>
                      <a:pt x="883055" y="758161"/>
                      <a:pt x="882240" y="746631"/>
                      <a:pt x="880612" y="735744"/>
                    </a:cubicBezTo>
                    <a:cubicBezTo>
                      <a:pt x="878983" y="724857"/>
                      <a:pt x="877140" y="717784"/>
                      <a:pt x="875082" y="714527"/>
                    </a:cubicBezTo>
                    <a:cubicBezTo>
                      <a:pt x="873025" y="711269"/>
                      <a:pt x="871996" y="708955"/>
                      <a:pt x="871996" y="707583"/>
                    </a:cubicBezTo>
                    <a:cubicBezTo>
                      <a:pt x="871996" y="706212"/>
                      <a:pt x="873068" y="705526"/>
                      <a:pt x="875211" y="705526"/>
                    </a:cubicBezTo>
                    <a:cubicBezTo>
                      <a:pt x="877354" y="705526"/>
                      <a:pt x="880997" y="706469"/>
                      <a:pt x="886141" y="708355"/>
                    </a:cubicBezTo>
                    <a:cubicBezTo>
                      <a:pt x="899686" y="709041"/>
                      <a:pt x="914173" y="706040"/>
                      <a:pt x="929603" y="699354"/>
                    </a:cubicBezTo>
                    <a:cubicBezTo>
                      <a:pt x="933547" y="697639"/>
                      <a:pt x="936590" y="696782"/>
                      <a:pt x="938733" y="696782"/>
                    </a:cubicBezTo>
                    <a:close/>
                    <a:moveTo>
                      <a:pt x="1100882" y="689581"/>
                    </a:moveTo>
                    <a:cubicBezTo>
                      <a:pt x="1084080" y="693010"/>
                      <a:pt x="1070192" y="694982"/>
                      <a:pt x="1059220" y="695496"/>
                    </a:cubicBezTo>
                    <a:cubicBezTo>
                      <a:pt x="1063849" y="720185"/>
                      <a:pt x="1067535" y="741445"/>
                      <a:pt x="1070278" y="759275"/>
                    </a:cubicBezTo>
                    <a:cubicBezTo>
                      <a:pt x="1077651" y="758761"/>
                      <a:pt x="1087766" y="757304"/>
                      <a:pt x="1100625" y="754903"/>
                    </a:cubicBezTo>
                    <a:lnTo>
                      <a:pt x="1100882" y="727129"/>
                    </a:lnTo>
                    <a:cubicBezTo>
                      <a:pt x="1095053" y="727986"/>
                      <a:pt x="1090595" y="728414"/>
                      <a:pt x="1087509" y="728414"/>
                    </a:cubicBezTo>
                    <a:cubicBezTo>
                      <a:pt x="1084423" y="728414"/>
                      <a:pt x="1081765" y="728029"/>
                      <a:pt x="1079536" y="727257"/>
                    </a:cubicBezTo>
                    <a:cubicBezTo>
                      <a:pt x="1077308" y="726486"/>
                      <a:pt x="1076193" y="725500"/>
                      <a:pt x="1076193" y="724300"/>
                    </a:cubicBezTo>
                    <a:cubicBezTo>
                      <a:pt x="1076193" y="723099"/>
                      <a:pt x="1077565" y="722328"/>
                      <a:pt x="1080308" y="721985"/>
                    </a:cubicBezTo>
                    <a:cubicBezTo>
                      <a:pt x="1085966" y="721299"/>
                      <a:pt x="1092824" y="719842"/>
                      <a:pt x="1100882" y="717613"/>
                    </a:cubicBezTo>
                    <a:close/>
                    <a:moveTo>
                      <a:pt x="577402" y="688038"/>
                    </a:moveTo>
                    <a:cubicBezTo>
                      <a:pt x="580060" y="688038"/>
                      <a:pt x="582417" y="688552"/>
                      <a:pt x="584475" y="689581"/>
                    </a:cubicBezTo>
                    <a:cubicBezTo>
                      <a:pt x="586532" y="690610"/>
                      <a:pt x="587561" y="691895"/>
                      <a:pt x="587561" y="693439"/>
                    </a:cubicBezTo>
                    <a:cubicBezTo>
                      <a:pt x="587561" y="696353"/>
                      <a:pt x="584003" y="698668"/>
                      <a:pt x="576888" y="700382"/>
                    </a:cubicBezTo>
                    <a:cubicBezTo>
                      <a:pt x="569773" y="702097"/>
                      <a:pt x="560729" y="704497"/>
                      <a:pt x="549756" y="707583"/>
                    </a:cubicBezTo>
                    <a:cubicBezTo>
                      <a:pt x="556100" y="711184"/>
                      <a:pt x="559271" y="714355"/>
                      <a:pt x="559271" y="717099"/>
                    </a:cubicBezTo>
                    <a:cubicBezTo>
                      <a:pt x="559271" y="719842"/>
                      <a:pt x="557643" y="724300"/>
                      <a:pt x="554385" y="730472"/>
                    </a:cubicBezTo>
                    <a:cubicBezTo>
                      <a:pt x="562615" y="731500"/>
                      <a:pt x="569044" y="733301"/>
                      <a:pt x="573673" y="735872"/>
                    </a:cubicBezTo>
                    <a:cubicBezTo>
                      <a:pt x="578302" y="738444"/>
                      <a:pt x="580617" y="741616"/>
                      <a:pt x="580617" y="745388"/>
                    </a:cubicBezTo>
                    <a:cubicBezTo>
                      <a:pt x="580617" y="747445"/>
                      <a:pt x="579931" y="749417"/>
                      <a:pt x="578560" y="751303"/>
                    </a:cubicBezTo>
                    <a:lnTo>
                      <a:pt x="577785" y="752979"/>
                    </a:lnTo>
                    <a:lnTo>
                      <a:pt x="584346" y="749760"/>
                    </a:lnTo>
                    <a:cubicBezTo>
                      <a:pt x="588889" y="748388"/>
                      <a:pt x="593819" y="746588"/>
                      <a:pt x="599134" y="744359"/>
                    </a:cubicBezTo>
                    <a:cubicBezTo>
                      <a:pt x="599305" y="733558"/>
                      <a:pt x="598191" y="725671"/>
                      <a:pt x="595790" y="720699"/>
                    </a:cubicBezTo>
                    <a:cubicBezTo>
                      <a:pt x="595105" y="719499"/>
                      <a:pt x="594762" y="718299"/>
                      <a:pt x="594762" y="717099"/>
                    </a:cubicBezTo>
                    <a:cubicBezTo>
                      <a:pt x="594762" y="714870"/>
                      <a:pt x="595833" y="713755"/>
                      <a:pt x="597976" y="713755"/>
                    </a:cubicBezTo>
                    <a:cubicBezTo>
                      <a:pt x="600119" y="713755"/>
                      <a:pt x="602906" y="714698"/>
                      <a:pt x="606334" y="716584"/>
                    </a:cubicBezTo>
                    <a:cubicBezTo>
                      <a:pt x="609764" y="718470"/>
                      <a:pt x="611478" y="720785"/>
                      <a:pt x="611478" y="723528"/>
                    </a:cubicBezTo>
                    <a:cubicBezTo>
                      <a:pt x="611478" y="724557"/>
                      <a:pt x="611049" y="726486"/>
                      <a:pt x="610192" y="729314"/>
                    </a:cubicBezTo>
                    <a:cubicBezTo>
                      <a:pt x="609335" y="732143"/>
                      <a:pt x="608735" y="735787"/>
                      <a:pt x="608392" y="740244"/>
                    </a:cubicBezTo>
                    <a:cubicBezTo>
                      <a:pt x="614736" y="737501"/>
                      <a:pt x="621851" y="734329"/>
                      <a:pt x="629737" y="730729"/>
                    </a:cubicBezTo>
                    <a:cubicBezTo>
                      <a:pt x="629909" y="723871"/>
                      <a:pt x="629780" y="718685"/>
                      <a:pt x="629352" y="715170"/>
                    </a:cubicBezTo>
                    <a:cubicBezTo>
                      <a:pt x="628923" y="711655"/>
                      <a:pt x="628194" y="708869"/>
                      <a:pt x="627166" y="706812"/>
                    </a:cubicBezTo>
                    <a:cubicBezTo>
                      <a:pt x="626137" y="704754"/>
                      <a:pt x="625623" y="703297"/>
                      <a:pt x="625623" y="702440"/>
                    </a:cubicBezTo>
                    <a:cubicBezTo>
                      <a:pt x="625623" y="700554"/>
                      <a:pt x="626566" y="699611"/>
                      <a:pt x="628452" y="699611"/>
                    </a:cubicBezTo>
                    <a:cubicBezTo>
                      <a:pt x="630338" y="699611"/>
                      <a:pt x="633338" y="700511"/>
                      <a:pt x="637453" y="702311"/>
                    </a:cubicBezTo>
                    <a:cubicBezTo>
                      <a:pt x="641568" y="704111"/>
                      <a:pt x="643625" y="706640"/>
                      <a:pt x="643625" y="709898"/>
                    </a:cubicBezTo>
                    <a:cubicBezTo>
                      <a:pt x="643625" y="711098"/>
                      <a:pt x="643368" y="712512"/>
                      <a:pt x="642853" y="714141"/>
                    </a:cubicBezTo>
                    <a:cubicBezTo>
                      <a:pt x="642339" y="715770"/>
                      <a:pt x="641653" y="719585"/>
                      <a:pt x="640796" y="725585"/>
                    </a:cubicBezTo>
                    <a:cubicBezTo>
                      <a:pt x="653655" y="719413"/>
                      <a:pt x="661541" y="715127"/>
                      <a:pt x="664456" y="712727"/>
                    </a:cubicBezTo>
                    <a:cubicBezTo>
                      <a:pt x="666171" y="711527"/>
                      <a:pt x="667885" y="710926"/>
                      <a:pt x="669600" y="710926"/>
                    </a:cubicBezTo>
                    <a:cubicBezTo>
                      <a:pt x="671314" y="710926"/>
                      <a:pt x="674529" y="712298"/>
                      <a:pt x="679244" y="715041"/>
                    </a:cubicBezTo>
                    <a:cubicBezTo>
                      <a:pt x="683958" y="717784"/>
                      <a:pt x="686316" y="720699"/>
                      <a:pt x="686316" y="723785"/>
                    </a:cubicBezTo>
                    <a:cubicBezTo>
                      <a:pt x="686316" y="725671"/>
                      <a:pt x="685544" y="727214"/>
                      <a:pt x="684001" y="728414"/>
                    </a:cubicBezTo>
                    <a:cubicBezTo>
                      <a:pt x="680572" y="730986"/>
                      <a:pt x="676543" y="740159"/>
                      <a:pt x="671914" y="755932"/>
                    </a:cubicBezTo>
                    <a:cubicBezTo>
                      <a:pt x="670714" y="760047"/>
                      <a:pt x="668699" y="764076"/>
                      <a:pt x="665871" y="768019"/>
                    </a:cubicBezTo>
                    <a:cubicBezTo>
                      <a:pt x="663042" y="771963"/>
                      <a:pt x="660598" y="773934"/>
                      <a:pt x="658541" y="773934"/>
                    </a:cubicBezTo>
                    <a:cubicBezTo>
                      <a:pt x="656484" y="773934"/>
                      <a:pt x="655112" y="772906"/>
                      <a:pt x="654426" y="770848"/>
                    </a:cubicBezTo>
                    <a:cubicBezTo>
                      <a:pt x="652026" y="763990"/>
                      <a:pt x="650140" y="759104"/>
                      <a:pt x="648768" y="756189"/>
                    </a:cubicBezTo>
                    <a:cubicBezTo>
                      <a:pt x="647397" y="753275"/>
                      <a:pt x="646711" y="751432"/>
                      <a:pt x="646711" y="750660"/>
                    </a:cubicBezTo>
                    <a:cubicBezTo>
                      <a:pt x="646711" y="749888"/>
                      <a:pt x="647097" y="749503"/>
                      <a:pt x="647868" y="749503"/>
                    </a:cubicBezTo>
                    <a:cubicBezTo>
                      <a:pt x="648640" y="749503"/>
                      <a:pt x="649969" y="749974"/>
                      <a:pt x="651854" y="750917"/>
                    </a:cubicBezTo>
                    <a:cubicBezTo>
                      <a:pt x="653740" y="751860"/>
                      <a:pt x="655455" y="752332"/>
                      <a:pt x="656998" y="752332"/>
                    </a:cubicBezTo>
                    <a:cubicBezTo>
                      <a:pt x="658541" y="752332"/>
                      <a:pt x="659870" y="751346"/>
                      <a:pt x="660984" y="749374"/>
                    </a:cubicBezTo>
                    <a:cubicBezTo>
                      <a:pt x="662099" y="747402"/>
                      <a:pt x="663213" y="743673"/>
                      <a:pt x="664328" y="738187"/>
                    </a:cubicBezTo>
                    <a:cubicBezTo>
                      <a:pt x="665442" y="732701"/>
                      <a:pt x="665999" y="729357"/>
                      <a:pt x="665999" y="728157"/>
                    </a:cubicBezTo>
                    <a:cubicBezTo>
                      <a:pt x="665999" y="725757"/>
                      <a:pt x="665099" y="724557"/>
                      <a:pt x="663299" y="724557"/>
                    </a:cubicBezTo>
                    <a:cubicBezTo>
                      <a:pt x="661499" y="724557"/>
                      <a:pt x="659570" y="724985"/>
                      <a:pt x="657512" y="725843"/>
                    </a:cubicBezTo>
                    <a:lnTo>
                      <a:pt x="640024" y="733301"/>
                    </a:lnTo>
                    <a:cubicBezTo>
                      <a:pt x="638653" y="752332"/>
                      <a:pt x="637410" y="764633"/>
                      <a:pt x="636295" y="770205"/>
                    </a:cubicBezTo>
                    <a:cubicBezTo>
                      <a:pt x="635181" y="775777"/>
                      <a:pt x="633638" y="778564"/>
                      <a:pt x="631666" y="778564"/>
                    </a:cubicBezTo>
                    <a:cubicBezTo>
                      <a:pt x="629695" y="778564"/>
                      <a:pt x="628709" y="774492"/>
                      <a:pt x="628709" y="766348"/>
                    </a:cubicBezTo>
                    <a:cubicBezTo>
                      <a:pt x="628709" y="758204"/>
                      <a:pt x="628966" y="748903"/>
                      <a:pt x="629480" y="738444"/>
                    </a:cubicBezTo>
                    <a:lnTo>
                      <a:pt x="608135" y="748988"/>
                    </a:lnTo>
                    <a:cubicBezTo>
                      <a:pt x="607963" y="753618"/>
                      <a:pt x="607878" y="759704"/>
                      <a:pt x="607878" y="767248"/>
                    </a:cubicBezTo>
                    <a:cubicBezTo>
                      <a:pt x="607878" y="774792"/>
                      <a:pt x="608863" y="781392"/>
                      <a:pt x="610835" y="787050"/>
                    </a:cubicBezTo>
                    <a:cubicBezTo>
                      <a:pt x="612807" y="792708"/>
                      <a:pt x="616407" y="796866"/>
                      <a:pt x="621636" y="799523"/>
                    </a:cubicBezTo>
                    <a:cubicBezTo>
                      <a:pt x="626866" y="802181"/>
                      <a:pt x="637710" y="803509"/>
                      <a:pt x="654169" y="803509"/>
                    </a:cubicBezTo>
                    <a:cubicBezTo>
                      <a:pt x="670628" y="803509"/>
                      <a:pt x="682330" y="802052"/>
                      <a:pt x="689274" y="799137"/>
                    </a:cubicBezTo>
                    <a:cubicBezTo>
                      <a:pt x="696217" y="796223"/>
                      <a:pt x="701532" y="791894"/>
                      <a:pt x="705218" y="786150"/>
                    </a:cubicBezTo>
                    <a:cubicBezTo>
                      <a:pt x="708904" y="780407"/>
                      <a:pt x="711948" y="772477"/>
                      <a:pt x="714348" y="762361"/>
                    </a:cubicBezTo>
                    <a:cubicBezTo>
                      <a:pt x="714862" y="760133"/>
                      <a:pt x="715677" y="759018"/>
                      <a:pt x="716791" y="759018"/>
                    </a:cubicBezTo>
                    <a:cubicBezTo>
                      <a:pt x="717906" y="759018"/>
                      <a:pt x="718463" y="760390"/>
                      <a:pt x="718463" y="763133"/>
                    </a:cubicBezTo>
                    <a:cubicBezTo>
                      <a:pt x="718463" y="777706"/>
                      <a:pt x="718849" y="786965"/>
                      <a:pt x="719620" y="790908"/>
                    </a:cubicBezTo>
                    <a:cubicBezTo>
                      <a:pt x="720392" y="794851"/>
                      <a:pt x="720777" y="797852"/>
                      <a:pt x="720777" y="799909"/>
                    </a:cubicBezTo>
                    <a:cubicBezTo>
                      <a:pt x="720777" y="801966"/>
                      <a:pt x="720134" y="803895"/>
                      <a:pt x="718849" y="805695"/>
                    </a:cubicBezTo>
                    <a:cubicBezTo>
                      <a:pt x="717563" y="807496"/>
                      <a:pt x="714477" y="809510"/>
                      <a:pt x="709590" y="811739"/>
                    </a:cubicBezTo>
                    <a:cubicBezTo>
                      <a:pt x="704704" y="813968"/>
                      <a:pt x="698275" y="815854"/>
                      <a:pt x="690302" y="817397"/>
                    </a:cubicBezTo>
                    <a:cubicBezTo>
                      <a:pt x="682330" y="818940"/>
                      <a:pt x="673543" y="819712"/>
                      <a:pt x="663942" y="819712"/>
                    </a:cubicBezTo>
                    <a:cubicBezTo>
                      <a:pt x="641482" y="819712"/>
                      <a:pt x="624808" y="816368"/>
                      <a:pt x="613921" y="809682"/>
                    </a:cubicBezTo>
                    <a:cubicBezTo>
                      <a:pt x="603034" y="802995"/>
                      <a:pt x="598105" y="784478"/>
                      <a:pt x="599134" y="754132"/>
                    </a:cubicBezTo>
                    <a:cubicBezTo>
                      <a:pt x="594676" y="756361"/>
                      <a:pt x="591033" y="757475"/>
                      <a:pt x="588204" y="757475"/>
                    </a:cubicBezTo>
                    <a:cubicBezTo>
                      <a:pt x="585375" y="757475"/>
                      <a:pt x="582889" y="756961"/>
                      <a:pt x="580746" y="755932"/>
                    </a:cubicBezTo>
                    <a:lnTo>
                      <a:pt x="577670" y="753226"/>
                    </a:lnTo>
                    <a:lnTo>
                      <a:pt x="574991" y="759018"/>
                    </a:lnTo>
                    <a:cubicBezTo>
                      <a:pt x="573898" y="762447"/>
                      <a:pt x="572902" y="766733"/>
                      <a:pt x="572002" y="771877"/>
                    </a:cubicBezTo>
                    <a:cubicBezTo>
                      <a:pt x="570201" y="782164"/>
                      <a:pt x="567330" y="791465"/>
                      <a:pt x="563386" y="799780"/>
                    </a:cubicBezTo>
                    <a:cubicBezTo>
                      <a:pt x="559443" y="808096"/>
                      <a:pt x="555157" y="814397"/>
                      <a:pt x="550528" y="818683"/>
                    </a:cubicBezTo>
                    <a:cubicBezTo>
                      <a:pt x="545898" y="822969"/>
                      <a:pt x="542255" y="825112"/>
                      <a:pt x="539598" y="825112"/>
                    </a:cubicBezTo>
                    <a:cubicBezTo>
                      <a:pt x="536940" y="825112"/>
                      <a:pt x="535097" y="822755"/>
                      <a:pt x="534068" y="818040"/>
                    </a:cubicBezTo>
                    <a:cubicBezTo>
                      <a:pt x="533040" y="813325"/>
                      <a:pt x="531454" y="808867"/>
                      <a:pt x="529311" y="804667"/>
                    </a:cubicBezTo>
                    <a:cubicBezTo>
                      <a:pt x="527167" y="800466"/>
                      <a:pt x="526096" y="797937"/>
                      <a:pt x="526096" y="797080"/>
                    </a:cubicBezTo>
                    <a:cubicBezTo>
                      <a:pt x="526096" y="796223"/>
                      <a:pt x="526525" y="795794"/>
                      <a:pt x="527382" y="795794"/>
                    </a:cubicBezTo>
                    <a:cubicBezTo>
                      <a:pt x="528239" y="795794"/>
                      <a:pt x="530425" y="796437"/>
                      <a:pt x="533940" y="797723"/>
                    </a:cubicBezTo>
                    <a:cubicBezTo>
                      <a:pt x="537454" y="799009"/>
                      <a:pt x="540283" y="799652"/>
                      <a:pt x="542426" y="799652"/>
                    </a:cubicBezTo>
                    <a:cubicBezTo>
                      <a:pt x="544570" y="799652"/>
                      <a:pt x="546370" y="798923"/>
                      <a:pt x="547827" y="797466"/>
                    </a:cubicBezTo>
                    <a:cubicBezTo>
                      <a:pt x="549285" y="796009"/>
                      <a:pt x="551428" y="791937"/>
                      <a:pt x="554257" y="785250"/>
                    </a:cubicBezTo>
                    <a:cubicBezTo>
                      <a:pt x="557086" y="778564"/>
                      <a:pt x="559400" y="771491"/>
                      <a:pt x="561200" y="764033"/>
                    </a:cubicBezTo>
                    <a:cubicBezTo>
                      <a:pt x="563000" y="756575"/>
                      <a:pt x="563901" y="751046"/>
                      <a:pt x="563901" y="747445"/>
                    </a:cubicBezTo>
                    <a:cubicBezTo>
                      <a:pt x="563901" y="743845"/>
                      <a:pt x="562915" y="741187"/>
                      <a:pt x="560943" y="739473"/>
                    </a:cubicBezTo>
                    <a:cubicBezTo>
                      <a:pt x="558972" y="737758"/>
                      <a:pt x="556100" y="736215"/>
                      <a:pt x="552328" y="734844"/>
                    </a:cubicBezTo>
                    <a:cubicBezTo>
                      <a:pt x="540841" y="757132"/>
                      <a:pt x="528196" y="773249"/>
                      <a:pt x="514394" y="783193"/>
                    </a:cubicBezTo>
                    <a:cubicBezTo>
                      <a:pt x="500593" y="793137"/>
                      <a:pt x="491549" y="798109"/>
                      <a:pt x="487262" y="798109"/>
                    </a:cubicBezTo>
                    <a:cubicBezTo>
                      <a:pt x="486234" y="798109"/>
                      <a:pt x="485719" y="797509"/>
                      <a:pt x="485719" y="796309"/>
                    </a:cubicBezTo>
                    <a:cubicBezTo>
                      <a:pt x="485719" y="795108"/>
                      <a:pt x="487348" y="793308"/>
                      <a:pt x="490606" y="790908"/>
                    </a:cubicBezTo>
                    <a:cubicBezTo>
                      <a:pt x="507579" y="777706"/>
                      <a:pt x="520610" y="764076"/>
                      <a:pt x="529696" y="750017"/>
                    </a:cubicBezTo>
                    <a:cubicBezTo>
                      <a:pt x="538783" y="735958"/>
                      <a:pt x="543327" y="723871"/>
                      <a:pt x="543327" y="713755"/>
                    </a:cubicBezTo>
                    <a:cubicBezTo>
                      <a:pt x="543327" y="712384"/>
                      <a:pt x="543241" y="711098"/>
                      <a:pt x="543070" y="709898"/>
                    </a:cubicBezTo>
                    <a:cubicBezTo>
                      <a:pt x="536554" y="711955"/>
                      <a:pt x="530339" y="714098"/>
                      <a:pt x="524424" y="716327"/>
                    </a:cubicBezTo>
                    <a:cubicBezTo>
                      <a:pt x="518509" y="718556"/>
                      <a:pt x="513537" y="719670"/>
                      <a:pt x="509508" y="719670"/>
                    </a:cubicBezTo>
                    <a:cubicBezTo>
                      <a:pt x="505479" y="719670"/>
                      <a:pt x="502222" y="719199"/>
                      <a:pt x="499736" y="718256"/>
                    </a:cubicBezTo>
                    <a:cubicBezTo>
                      <a:pt x="497249" y="717313"/>
                      <a:pt x="496006" y="716199"/>
                      <a:pt x="496006" y="714913"/>
                    </a:cubicBezTo>
                    <a:cubicBezTo>
                      <a:pt x="496006" y="713627"/>
                      <a:pt x="498064" y="712598"/>
                      <a:pt x="502179" y="711827"/>
                    </a:cubicBezTo>
                    <a:cubicBezTo>
                      <a:pt x="506293" y="711055"/>
                      <a:pt x="514009" y="708869"/>
                      <a:pt x="525324" y="705269"/>
                    </a:cubicBezTo>
                    <a:cubicBezTo>
                      <a:pt x="536640" y="701668"/>
                      <a:pt x="547484" y="697896"/>
                      <a:pt x="557857" y="693953"/>
                    </a:cubicBezTo>
                    <a:cubicBezTo>
                      <a:pt x="568230" y="690010"/>
                      <a:pt x="574745" y="688038"/>
                      <a:pt x="577402" y="688038"/>
                    </a:cubicBezTo>
                    <a:close/>
                    <a:moveTo>
                      <a:pt x="274579" y="686495"/>
                    </a:moveTo>
                    <a:cubicBezTo>
                      <a:pt x="278522" y="686495"/>
                      <a:pt x="281951" y="687952"/>
                      <a:pt x="284866" y="690867"/>
                    </a:cubicBezTo>
                    <a:cubicBezTo>
                      <a:pt x="287780" y="693781"/>
                      <a:pt x="289238" y="697210"/>
                      <a:pt x="289238" y="701154"/>
                    </a:cubicBezTo>
                    <a:cubicBezTo>
                      <a:pt x="289238" y="705097"/>
                      <a:pt x="287780" y="708483"/>
                      <a:pt x="284866" y="711312"/>
                    </a:cubicBezTo>
                    <a:cubicBezTo>
                      <a:pt x="281951" y="714141"/>
                      <a:pt x="278522" y="715556"/>
                      <a:pt x="274579" y="715556"/>
                    </a:cubicBezTo>
                    <a:cubicBezTo>
                      <a:pt x="270635" y="715556"/>
                      <a:pt x="267206" y="714141"/>
                      <a:pt x="264292" y="711312"/>
                    </a:cubicBezTo>
                    <a:cubicBezTo>
                      <a:pt x="261377" y="708483"/>
                      <a:pt x="259920" y="705097"/>
                      <a:pt x="259920" y="701154"/>
                    </a:cubicBezTo>
                    <a:cubicBezTo>
                      <a:pt x="259920" y="697210"/>
                      <a:pt x="261377" y="693781"/>
                      <a:pt x="264292" y="690867"/>
                    </a:cubicBezTo>
                    <a:cubicBezTo>
                      <a:pt x="267206" y="687952"/>
                      <a:pt x="270635" y="686495"/>
                      <a:pt x="274579" y="686495"/>
                    </a:cubicBezTo>
                    <a:close/>
                    <a:moveTo>
                      <a:pt x="1153088" y="682637"/>
                    </a:moveTo>
                    <a:cubicBezTo>
                      <a:pt x="1142459" y="682637"/>
                      <a:pt x="1129257" y="684095"/>
                      <a:pt x="1113484" y="687009"/>
                    </a:cubicBezTo>
                    <a:cubicBezTo>
                      <a:pt x="1113484" y="693010"/>
                      <a:pt x="1113312" y="702011"/>
                      <a:pt x="1112969" y="714013"/>
                    </a:cubicBezTo>
                    <a:cubicBezTo>
                      <a:pt x="1121713" y="711441"/>
                      <a:pt x="1127543" y="710155"/>
                      <a:pt x="1130457" y="710155"/>
                    </a:cubicBezTo>
                    <a:cubicBezTo>
                      <a:pt x="1133372" y="710155"/>
                      <a:pt x="1135944" y="710669"/>
                      <a:pt x="1138172" y="711698"/>
                    </a:cubicBezTo>
                    <a:cubicBezTo>
                      <a:pt x="1140401" y="712727"/>
                      <a:pt x="1141516" y="714098"/>
                      <a:pt x="1141516" y="715813"/>
                    </a:cubicBezTo>
                    <a:cubicBezTo>
                      <a:pt x="1141516" y="717527"/>
                      <a:pt x="1140016" y="718899"/>
                      <a:pt x="1137015" y="719928"/>
                    </a:cubicBezTo>
                    <a:cubicBezTo>
                      <a:pt x="1134015" y="720956"/>
                      <a:pt x="1125914" y="722671"/>
                      <a:pt x="1112712" y="725071"/>
                    </a:cubicBezTo>
                    <a:cubicBezTo>
                      <a:pt x="1112712" y="735015"/>
                      <a:pt x="1112541" y="744359"/>
                      <a:pt x="1112198" y="753103"/>
                    </a:cubicBezTo>
                    <a:cubicBezTo>
                      <a:pt x="1123342" y="751046"/>
                      <a:pt x="1130886" y="750017"/>
                      <a:pt x="1134829" y="750017"/>
                    </a:cubicBezTo>
                    <a:cubicBezTo>
                      <a:pt x="1138772" y="750017"/>
                      <a:pt x="1141516" y="750446"/>
                      <a:pt x="1143059" y="751303"/>
                    </a:cubicBezTo>
                    <a:cubicBezTo>
                      <a:pt x="1144602" y="752160"/>
                      <a:pt x="1145716" y="752589"/>
                      <a:pt x="1146402" y="752589"/>
                    </a:cubicBezTo>
                    <a:cubicBezTo>
                      <a:pt x="1149145" y="752589"/>
                      <a:pt x="1152360" y="743673"/>
                      <a:pt x="1156046" y="725843"/>
                    </a:cubicBezTo>
                    <a:cubicBezTo>
                      <a:pt x="1159732" y="708012"/>
                      <a:pt x="1161575" y="696868"/>
                      <a:pt x="1161575" y="692410"/>
                    </a:cubicBezTo>
                    <a:cubicBezTo>
                      <a:pt x="1161575" y="687952"/>
                      <a:pt x="1161061" y="685209"/>
                      <a:pt x="1160032" y="684180"/>
                    </a:cubicBezTo>
                    <a:cubicBezTo>
                      <a:pt x="1159004" y="683152"/>
                      <a:pt x="1156689" y="682637"/>
                      <a:pt x="1153088" y="682637"/>
                    </a:cubicBezTo>
                    <a:close/>
                    <a:moveTo>
                      <a:pt x="1370016" y="673122"/>
                    </a:moveTo>
                    <a:cubicBezTo>
                      <a:pt x="1372159" y="673122"/>
                      <a:pt x="1376488" y="674279"/>
                      <a:pt x="1383003" y="676594"/>
                    </a:cubicBezTo>
                    <a:cubicBezTo>
                      <a:pt x="1389518" y="678908"/>
                      <a:pt x="1392776" y="681694"/>
                      <a:pt x="1392776" y="684952"/>
                    </a:cubicBezTo>
                    <a:cubicBezTo>
                      <a:pt x="1392776" y="686152"/>
                      <a:pt x="1392347" y="687652"/>
                      <a:pt x="1391490" y="689452"/>
                    </a:cubicBezTo>
                    <a:cubicBezTo>
                      <a:pt x="1390632" y="691253"/>
                      <a:pt x="1389732" y="695710"/>
                      <a:pt x="1388789" y="702825"/>
                    </a:cubicBezTo>
                    <a:cubicBezTo>
                      <a:pt x="1387846" y="709941"/>
                      <a:pt x="1387204" y="717527"/>
                      <a:pt x="1386861" y="725585"/>
                    </a:cubicBezTo>
                    <a:lnTo>
                      <a:pt x="1404091" y="720956"/>
                    </a:lnTo>
                    <a:cubicBezTo>
                      <a:pt x="1410949" y="718727"/>
                      <a:pt x="1416993" y="717613"/>
                      <a:pt x="1422222" y="717613"/>
                    </a:cubicBezTo>
                    <a:cubicBezTo>
                      <a:pt x="1427452" y="717613"/>
                      <a:pt x="1431138" y="718385"/>
                      <a:pt x="1433281" y="719928"/>
                    </a:cubicBezTo>
                    <a:cubicBezTo>
                      <a:pt x="1435424" y="721471"/>
                      <a:pt x="1436495" y="722928"/>
                      <a:pt x="1436495" y="724300"/>
                    </a:cubicBezTo>
                    <a:cubicBezTo>
                      <a:pt x="1436495" y="725671"/>
                      <a:pt x="1434310" y="727171"/>
                      <a:pt x="1429938" y="728800"/>
                    </a:cubicBezTo>
                    <a:cubicBezTo>
                      <a:pt x="1425566" y="730429"/>
                      <a:pt x="1411035" y="733129"/>
                      <a:pt x="1386346" y="736901"/>
                    </a:cubicBezTo>
                    <a:lnTo>
                      <a:pt x="1384546" y="795537"/>
                    </a:lnTo>
                    <a:cubicBezTo>
                      <a:pt x="1398776" y="794337"/>
                      <a:pt x="1415493" y="792108"/>
                      <a:pt x="1434695" y="788850"/>
                    </a:cubicBezTo>
                    <a:cubicBezTo>
                      <a:pt x="1439496" y="788165"/>
                      <a:pt x="1444425" y="787822"/>
                      <a:pt x="1449483" y="787822"/>
                    </a:cubicBezTo>
                    <a:cubicBezTo>
                      <a:pt x="1454540" y="787822"/>
                      <a:pt x="1459770" y="789493"/>
                      <a:pt x="1465170" y="792837"/>
                    </a:cubicBezTo>
                    <a:cubicBezTo>
                      <a:pt x="1470571" y="796180"/>
                      <a:pt x="1473272" y="799137"/>
                      <a:pt x="1473272" y="801709"/>
                    </a:cubicBezTo>
                    <a:cubicBezTo>
                      <a:pt x="1473272" y="804795"/>
                      <a:pt x="1470100" y="806338"/>
                      <a:pt x="1463756" y="806338"/>
                    </a:cubicBezTo>
                    <a:cubicBezTo>
                      <a:pt x="1461013" y="806338"/>
                      <a:pt x="1457841" y="805995"/>
                      <a:pt x="1454240" y="805310"/>
                    </a:cubicBezTo>
                    <a:cubicBezTo>
                      <a:pt x="1444639" y="803595"/>
                      <a:pt x="1432638" y="802738"/>
                      <a:pt x="1418236" y="802738"/>
                    </a:cubicBezTo>
                    <a:cubicBezTo>
                      <a:pt x="1387032" y="802738"/>
                      <a:pt x="1356343" y="805995"/>
                      <a:pt x="1326167" y="812511"/>
                    </a:cubicBezTo>
                    <a:cubicBezTo>
                      <a:pt x="1322052" y="813368"/>
                      <a:pt x="1318666" y="813796"/>
                      <a:pt x="1316009" y="813796"/>
                    </a:cubicBezTo>
                    <a:cubicBezTo>
                      <a:pt x="1313352" y="813796"/>
                      <a:pt x="1309965" y="812553"/>
                      <a:pt x="1305850" y="810067"/>
                    </a:cubicBezTo>
                    <a:cubicBezTo>
                      <a:pt x="1301736" y="807581"/>
                      <a:pt x="1299678" y="805695"/>
                      <a:pt x="1299678" y="804410"/>
                    </a:cubicBezTo>
                    <a:cubicBezTo>
                      <a:pt x="1299678" y="803124"/>
                      <a:pt x="1301307" y="802395"/>
                      <a:pt x="1304565" y="802224"/>
                    </a:cubicBezTo>
                    <a:cubicBezTo>
                      <a:pt x="1318624" y="801881"/>
                      <a:pt x="1341341" y="800080"/>
                      <a:pt x="1372716" y="796823"/>
                    </a:cubicBezTo>
                    <a:lnTo>
                      <a:pt x="1373745" y="738959"/>
                    </a:lnTo>
                    <a:cubicBezTo>
                      <a:pt x="1360714" y="740844"/>
                      <a:pt x="1352099" y="741787"/>
                      <a:pt x="1347899" y="741787"/>
                    </a:cubicBezTo>
                    <a:cubicBezTo>
                      <a:pt x="1343698" y="741787"/>
                      <a:pt x="1340183" y="741230"/>
                      <a:pt x="1337354" y="740116"/>
                    </a:cubicBezTo>
                    <a:cubicBezTo>
                      <a:pt x="1334526" y="739001"/>
                      <a:pt x="1333111" y="737887"/>
                      <a:pt x="1333111" y="736773"/>
                    </a:cubicBezTo>
                    <a:cubicBezTo>
                      <a:pt x="1333111" y="735658"/>
                      <a:pt x="1334568" y="734929"/>
                      <a:pt x="1337483" y="734587"/>
                    </a:cubicBezTo>
                    <a:cubicBezTo>
                      <a:pt x="1345198" y="733558"/>
                      <a:pt x="1357286" y="731415"/>
                      <a:pt x="1373745" y="728157"/>
                    </a:cubicBezTo>
                    <a:cubicBezTo>
                      <a:pt x="1373916" y="711527"/>
                      <a:pt x="1373702" y="700297"/>
                      <a:pt x="1373102" y="694467"/>
                    </a:cubicBezTo>
                    <a:cubicBezTo>
                      <a:pt x="1372502" y="688638"/>
                      <a:pt x="1371302" y="684352"/>
                      <a:pt x="1369501" y="681609"/>
                    </a:cubicBezTo>
                    <a:cubicBezTo>
                      <a:pt x="1367701" y="678865"/>
                      <a:pt x="1366801" y="676765"/>
                      <a:pt x="1366801" y="675308"/>
                    </a:cubicBezTo>
                    <a:cubicBezTo>
                      <a:pt x="1366801" y="673850"/>
                      <a:pt x="1367872" y="673122"/>
                      <a:pt x="1370016" y="673122"/>
                    </a:cubicBezTo>
                    <a:close/>
                    <a:moveTo>
                      <a:pt x="1419393" y="642775"/>
                    </a:moveTo>
                    <a:cubicBezTo>
                      <a:pt x="1422908" y="642775"/>
                      <a:pt x="1426380" y="643632"/>
                      <a:pt x="1429809" y="645347"/>
                    </a:cubicBezTo>
                    <a:cubicBezTo>
                      <a:pt x="1433238" y="647061"/>
                      <a:pt x="1434952" y="648604"/>
                      <a:pt x="1434952" y="649976"/>
                    </a:cubicBezTo>
                    <a:cubicBezTo>
                      <a:pt x="1434952" y="651348"/>
                      <a:pt x="1434481" y="652419"/>
                      <a:pt x="1433538" y="653191"/>
                    </a:cubicBezTo>
                    <a:cubicBezTo>
                      <a:pt x="1432595" y="653962"/>
                      <a:pt x="1431138" y="654648"/>
                      <a:pt x="1429166" y="655248"/>
                    </a:cubicBezTo>
                    <a:cubicBezTo>
                      <a:pt x="1427194" y="655848"/>
                      <a:pt x="1418236" y="657348"/>
                      <a:pt x="1402291" y="659749"/>
                    </a:cubicBezTo>
                    <a:cubicBezTo>
                      <a:pt x="1386346" y="662149"/>
                      <a:pt x="1371902" y="663992"/>
                      <a:pt x="1358957" y="665278"/>
                    </a:cubicBezTo>
                    <a:cubicBezTo>
                      <a:pt x="1346013" y="666564"/>
                      <a:pt x="1337312" y="667207"/>
                      <a:pt x="1332854" y="667207"/>
                    </a:cubicBezTo>
                    <a:cubicBezTo>
                      <a:pt x="1328396" y="667207"/>
                      <a:pt x="1324538" y="666864"/>
                      <a:pt x="1321281" y="666178"/>
                    </a:cubicBezTo>
                    <a:cubicBezTo>
                      <a:pt x="1321452" y="682123"/>
                      <a:pt x="1319009" y="702054"/>
                      <a:pt x="1313952" y="725971"/>
                    </a:cubicBezTo>
                    <a:cubicBezTo>
                      <a:pt x="1308894" y="749888"/>
                      <a:pt x="1301950" y="769091"/>
                      <a:pt x="1293120" y="783578"/>
                    </a:cubicBezTo>
                    <a:cubicBezTo>
                      <a:pt x="1284291" y="798066"/>
                      <a:pt x="1276061" y="808524"/>
                      <a:pt x="1268432" y="814954"/>
                    </a:cubicBezTo>
                    <a:cubicBezTo>
                      <a:pt x="1260802" y="821383"/>
                      <a:pt x="1255701" y="824598"/>
                      <a:pt x="1253130" y="824598"/>
                    </a:cubicBezTo>
                    <a:cubicBezTo>
                      <a:pt x="1252615" y="824598"/>
                      <a:pt x="1252358" y="824341"/>
                      <a:pt x="1252358" y="823826"/>
                    </a:cubicBezTo>
                    <a:cubicBezTo>
                      <a:pt x="1252358" y="822626"/>
                      <a:pt x="1253644" y="820654"/>
                      <a:pt x="1256216" y="817911"/>
                    </a:cubicBezTo>
                    <a:cubicBezTo>
                      <a:pt x="1267017" y="806081"/>
                      <a:pt x="1276361" y="791551"/>
                      <a:pt x="1284248" y="774320"/>
                    </a:cubicBezTo>
                    <a:cubicBezTo>
                      <a:pt x="1292134" y="757089"/>
                      <a:pt x="1297621" y="739816"/>
                      <a:pt x="1300707" y="722499"/>
                    </a:cubicBezTo>
                    <a:cubicBezTo>
                      <a:pt x="1303793" y="705183"/>
                      <a:pt x="1305336" y="690824"/>
                      <a:pt x="1305336" y="679423"/>
                    </a:cubicBezTo>
                    <a:cubicBezTo>
                      <a:pt x="1305336" y="668021"/>
                      <a:pt x="1304050" y="660606"/>
                      <a:pt x="1301478" y="657177"/>
                    </a:cubicBezTo>
                    <a:cubicBezTo>
                      <a:pt x="1300107" y="655634"/>
                      <a:pt x="1299421" y="654305"/>
                      <a:pt x="1299421" y="653191"/>
                    </a:cubicBezTo>
                    <a:cubicBezTo>
                      <a:pt x="1299421" y="652076"/>
                      <a:pt x="1300278" y="651519"/>
                      <a:pt x="1301993" y="651519"/>
                    </a:cubicBezTo>
                    <a:cubicBezTo>
                      <a:pt x="1305593" y="651519"/>
                      <a:pt x="1312108" y="654091"/>
                      <a:pt x="1321538" y="659234"/>
                    </a:cubicBezTo>
                    <a:cubicBezTo>
                      <a:pt x="1330796" y="659234"/>
                      <a:pt x="1340998" y="658291"/>
                      <a:pt x="1352142" y="656405"/>
                    </a:cubicBezTo>
                    <a:cubicBezTo>
                      <a:pt x="1363286" y="654519"/>
                      <a:pt x="1380260" y="650833"/>
                      <a:pt x="1403063" y="645347"/>
                    </a:cubicBezTo>
                    <a:cubicBezTo>
                      <a:pt x="1410435" y="643632"/>
                      <a:pt x="1415879" y="642775"/>
                      <a:pt x="1419393" y="642775"/>
                    </a:cubicBezTo>
                    <a:close/>
                    <a:moveTo>
                      <a:pt x="542812" y="638146"/>
                    </a:moveTo>
                    <a:cubicBezTo>
                      <a:pt x="547441" y="638146"/>
                      <a:pt x="553828" y="639818"/>
                      <a:pt x="561972" y="643161"/>
                    </a:cubicBezTo>
                    <a:cubicBezTo>
                      <a:pt x="570116" y="646504"/>
                      <a:pt x="574188" y="651519"/>
                      <a:pt x="574188" y="658206"/>
                    </a:cubicBezTo>
                    <a:cubicBezTo>
                      <a:pt x="574188" y="660949"/>
                      <a:pt x="573716" y="663392"/>
                      <a:pt x="572773" y="665535"/>
                    </a:cubicBezTo>
                    <a:cubicBezTo>
                      <a:pt x="571830" y="667678"/>
                      <a:pt x="570330" y="668750"/>
                      <a:pt x="568273" y="668750"/>
                    </a:cubicBezTo>
                    <a:cubicBezTo>
                      <a:pt x="566215" y="668750"/>
                      <a:pt x="562872" y="666735"/>
                      <a:pt x="558243" y="662706"/>
                    </a:cubicBezTo>
                    <a:cubicBezTo>
                      <a:pt x="553614" y="658677"/>
                      <a:pt x="549285" y="654305"/>
                      <a:pt x="545255" y="649590"/>
                    </a:cubicBezTo>
                    <a:cubicBezTo>
                      <a:pt x="541226" y="644875"/>
                      <a:pt x="539212" y="641918"/>
                      <a:pt x="539212" y="640718"/>
                    </a:cubicBezTo>
                    <a:cubicBezTo>
                      <a:pt x="539212" y="639003"/>
                      <a:pt x="540412" y="638146"/>
                      <a:pt x="542812" y="638146"/>
                    </a:cubicBezTo>
                    <a:close/>
                    <a:moveTo>
                      <a:pt x="4521" y="634673"/>
                    </a:moveTo>
                    <a:lnTo>
                      <a:pt x="56508" y="634673"/>
                    </a:lnTo>
                    <a:lnTo>
                      <a:pt x="55127" y="640826"/>
                    </a:lnTo>
                    <a:cubicBezTo>
                      <a:pt x="51444" y="641245"/>
                      <a:pt x="48576" y="642333"/>
                      <a:pt x="46525" y="644091"/>
                    </a:cubicBezTo>
                    <a:cubicBezTo>
                      <a:pt x="44474" y="645849"/>
                      <a:pt x="43030" y="648298"/>
                      <a:pt x="42193" y="651437"/>
                    </a:cubicBezTo>
                    <a:cubicBezTo>
                      <a:pt x="41356" y="654577"/>
                      <a:pt x="40937" y="658783"/>
                      <a:pt x="40937" y="664057"/>
                    </a:cubicBezTo>
                    <a:cubicBezTo>
                      <a:pt x="40937" y="665313"/>
                      <a:pt x="41063" y="669080"/>
                      <a:pt x="41314" y="675359"/>
                    </a:cubicBezTo>
                    <a:lnTo>
                      <a:pt x="44830" y="767279"/>
                    </a:lnTo>
                    <a:lnTo>
                      <a:pt x="44830" y="777325"/>
                    </a:lnTo>
                    <a:lnTo>
                      <a:pt x="46086" y="777325"/>
                    </a:lnTo>
                    <a:lnTo>
                      <a:pt x="100459" y="679252"/>
                    </a:lnTo>
                    <a:cubicBezTo>
                      <a:pt x="103640" y="673475"/>
                      <a:pt x="106026" y="668515"/>
                      <a:pt x="107617" y="664371"/>
                    </a:cubicBezTo>
                    <a:cubicBezTo>
                      <a:pt x="109207" y="660227"/>
                      <a:pt x="110003" y="656565"/>
                      <a:pt x="110003" y="653384"/>
                    </a:cubicBezTo>
                    <a:cubicBezTo>
                      <a:pt x="110003" y="646351"/>
                      <a:pt x="105817" y="642166"/>
                      <a:pt x="97445" y="640826"/>
                    </a:cubicBezTo>
                    <a:lnTo>
                      <a:pt x="98827" y="634673"/>
                    </a:lnTo>
                    <a:lnTo>
                      <a:pt x="150186" y="634673"/>
                    </a:lnTo>
                    <a:lnTo>
                      <a:pt x="148805" y="640826"/>
                    </a:lnTo>
                    <a:cubicBezTo>
                      <a:pt x="146545" y="641161"/>
                      <a:pt x="144389" y="642019"/>
                      <a:pt x="142338" y="643400"/>
                    </a:cubicBezTo>
                    <a:cubicBezTo>
                      <a:pt x="140287" y="644782"/>
                      <a:pt x="137985" y="647084"/>
                      <a:pt x="135431" y="650307"/>
                    </a:cubicBezTo>
                    <a:cubicBezTo>
                      <a:pt x="132878" y="653530"/>
                      <a:pt x="128923" y="659746"/>
                      <a:pt x="123565" y="668955"/>
                    </a:cubicBezTo>
                    <a:lnTo>
                      <a:pt x="43198" y="808090"/>
                    </a:lnTo>
                    <a:lnTo>
                      <a:pt x="26496" y="808090"/>
                    </a:lnTo>
                    <a:lnTo>
                      <a:pt x="18083" y="668076"/>
                    </a:lnTo>
                    <a:cubicBezTo>
                      <a:pt x="17748" y="662634"/>
                      <a:pt x="17141" y="657967"/>
                      <a:pt x="16262" y="654074"/>
                    </a:cubicBezTo>
                    <a:cubicBezTo>
                      <a:pt x="15383" y="650181"/>
                      <a:pt x="14002" y="647147"/>
                      <a:pt x="12118" y="644970"/>
                    </a:cubicBezTo>
                    <a:cubicBezTo>
                      <a:pt x="10234" y="642794"/>
                      <a:pt x="7242" y="641412"/>
                      <a:pt x="3140" y="640826"/>
                    </a:cubicBezTo>
                    <a:close/>
                    <a:moveTo>
                      <a:pt x="813232" y="625544"/>
                    </a:moveTo>
                    <a:cubicBezTo>
                      <a:pt x="815546" y="625544"/>
                      <a:pt x="819790" y="626916"/>
                      <a:pt x="825962" y="629659"/>
                    </a:cubicBezTo>
                    <a:cubicBezTo>
                      <a:pt x="832134" y="632402"/>
                      <a:pt x="835220" y="635060"/>
                      <a:pt x="835220" y="637632"/>
                    </a:cubicBezTo>
                    <a:cubicBezTo>
                      <a:pt x="835220" y="638660"/>
                      <a:pt x="834620" y="640332"/>
                      <a:pt x="833420" y="642647"/>
                    </a:cubicBezTo>
                    <a:cubicBezTo>
                      <a:pt x="832220" y="644961"/>
                      <a:pt x="830805" y="649462"/>
                      <a:pt x="829177" y="656148"/>
                    </a:cubicBezTo>
                    <a:cubicBezTo>
                      <a:pt x="827548" y="662835"/>
                      <a:pt x="825019" y="675179"/>
                      <a:pt x="821590" y="693181"/>
                    </a:cubicBezTo>
                    <a:cubicBezTo>
                      <a:pt x="830162" y="690953"/>
                      <a:pt x="835692" y="689152"/>
                      <a:pt x="838178" y="687781"/>
                    </a:cubicBezTo>
                    <a:cubicBezTo>
                      <a:pt x="840664" y="686409"/>
                      <a:pt x="842935" y="685723"/>
                      <a:pt x="844993" y="685723"/>
                    </a:cubicBezTo>
                    <a:cubicBezTo>
                      <a:pt x="847050" y="685723"/>
                      <a:pt x="851036" y="687352"/>
                      <a:pt x="856952" y="690610"/>
                    </a:cubicBezTo>
                    <a:cubicBezTo>
                      <a:pt x="862866" y="693867"/>
                      <a:pt x="865824" y="696525"/>
                      <a:pt x="865824" y="698582"/>
                    </a:cubicBezTo>
                    <a:cubicBezTo>
                      <a:pt x="865824" y="699954"/>
                      <a:pt x="864710" y="702054"/>
                      <a:pt x="862481" y="704883"/>
                    </a:cubicBezTo>
                    <a:cubicBezTo>
                      <a:pt x="860252" y="707712"/>
                      <a:pt x="856823" y="724471"/>
                      <a:pt x="852194" y="755161"/>
                    </a:cubicBezTo>
                    <a:cubicBezTo>
                      <a:pt x="848765" y="777792"/>
                      <a:pt x="842721" y="793823"/>
                      <a:pt x="834063" y="803252"/>
                    </a:cubicBezTo>
                    <a:cubicBezTo>
                      <a:pt x="825405" y="812682"/>
                      <a:pt x="819018" y="817397"/>
                      <a:pt x="814903" y="817397"/>
                    </a:cubicBezTo>
                    <a:cubicBezTo>
                      <a:pt x="812503" y="817397"/>
                      <a:pt x="810874" y="815854"/>
                      <a:pt x="810017" y="812768"/>
                    </a:cubicBezTo>
                    <a:cubicBezTo>
                      <a:pt x="807960" y="804881"/>
                      <a:pt x="805945" y="799137"/>
                      <a:pt x="803974" y="795537"/>
                    </a:cubicBezTo>
                    <a:cubicBezTo>
                      <a:pt x="802002" y="791937"/>
                      <a:pt x="801016" y="789793"/>
                      <a:pt x="801016" y="789108"/>
                    </a:cubicBezTo>
                    <a:cubicBezTo>
                      <a:pt x="801016" y="788422"/>
                      <a:pt x="801359" y="788079"/>
                      <a:pt x="802045" y="788079"/>
                    </a:cubicBezTo>
                    <a:cubicBezTo>
                      <a:pt x="802730" y="788079"/>
                      <a:pt x="805045" y="788850"/>
                      <a:pt x="808988" y="790394"/>
                    </a:cubicBezTo>
                    <a:cubicBezTo>
                      <a:pt x="812932" y="791937"/>
                      <a:pt x="816146" y="792708"/>
                      <a:pt x="818632" y="792708"/>
                    </a:cubicBezTo>
                    <a:cubicBezTo>
                      <a:pt x="821118" y="792708"/>
                      <a:pt x="823476" y="791294"/>
                      <a:pt x="825705" y="788465"/>
                    </a:cubicBezTo>
                    <a:cubicBezTo>
                      <a:pt x="827934" y="785636"/>
                      <a:pt x="830334" y="780878"/>
                      <a:pt x="832906" y="774192"/>
                    </a:cubicBezTo>
                    <a:cubicBezTo>
                      <a:pt x="835477" y="767505"/>
                      <a:pt x="837835" y="757518"/>
                      <a:pt x="839978" y="744231"/>
                    </a:cubicBezTo>
                    <a:cubicBezTo>
                      <a:pt x="842121" y="730943"/>
                      <a:pt x="843193" y="719756"/>
                      <a:pt x="843193" y="710669"/>
                    </a:cubicBezTo>
                    <a:cubicBezTo>
                      <a:pt x="843193" y="706726"/>
                      <a:pt x="842678" y="703897"/>
                      <a:pt x="841650" y="702183"/>
                    </a:cubicBezTo>
                    <a:cubicBezTo>
                      <a:pt x="840621" y="700468"/>
                      <a:pt x="838692" y="699611"/>
                      <a:pt x="835863" y="699611"/>
                    </a:cubicBezTo>
                    <a:cubicBezTo>
                      <a:pt x="833034" y="699611"/>
                      <a:pt x="827676" y="700382"/>
                      <a:pt x="819790" y="701925"/>
                    </a:cubicBezTo>
                    <a:cubicBezTo>
                      <a:pt x="813789" y="727129"/>
                      <a:pt x="805259" y="748517"/>
                      <a:pt x="794201" y="766091"/>
                    </a:cubicBezTo>
                    <a:cubicBezTo>
                      <a:pt x="783142" y="783664"/>
                      <a:pt x="771870" y="796866"/>
                      <a:pt x="760382" y="805695"/>
                    </a:cubicBezTo>
                    <a:cubicBezTo>
                      <a:pt x="748895" y="814525"/>
                      <a:pt x="742037" y="818940"/>
                      <a:pt x="739808" y="818940"/>
                    </a:cubicBezTo>
                    <a:cubicBezTo>
                      <a:pt x="739294" y="818940"/>
                      <a:pt x="739037" y="818683"/>
                      <a:pt x="739037" y="818168"/>
                    </a:cubicBezTo>
                    <a:cubicBezTo>
                      <a:pt x="739037" y="817140"/>
                      <a:pt x="740323" y="815425"/>
                      <a:pt x="742894" y="813025"/>
                    </a:cubicBezTo>
                    <a:cubicBezTo>
                      <a:pt x="761411" y="795194"/>
                      <a:pt x="775341" y="777663"/>
                      <a:pt x="784685" y="760433"/>
                    </a:cubicBezTo>
                    <a:cubicBezTo>
                      <a:pt x="794029" y="743202"/>
                      <a:pt x="800673" y="724900"/>
                      <a:pt x="804616" y="705526"/>
                    </a:cubicBezTo>
                    <a:cubicBezTo>
                      <a:pt x="794158" y="708269"/>
                      <a:pt x="786614" y="710498"/>
                      <a:pt x="781985" y="712212"/>
                    </a:cubicBezTo>
                    <a:cubicBezTo>
                      <a:pt x="777356" y="713927"/>
                      <a:pt x="773413" y="714784"/>
                      <a:pt x="770155" y="714784"/>
                    </a:cubicBezTo>
                    <a:cubicBezTo>
                      <a:pt x="766897" y="714784"/>
                      <a:pt x="763683" y="713412"/>
                      <a:pt x="760511" y="710669"/>
                    </a:cubicBezTo>
                    <a:cubicBezTo>
                      <a:pt x="757339" y="707926"/>
                      <a:pt x="755753" y="706083"/>
                      <a:pt x="755753" y="705140"/>
                    </a:cubicBezTo>
                    <a:cubicBezTo>
                      <a:pt x="755753" y="704197"/>
                      <a:pt x="758153" y="703554"/>
                      <a:pt x="762954" y="703211"/>
                    </a:cubicBezTo>
                    <a:cubicBezTo>
                      <a:pt x="775127" y="702183"/>
                      <a:pt x="789615" y="699954"/>
                      <a:pt x="806417" y="696525"/>
                    </a:cubicBezTo>
                    <a:cubicBezTo>
                      <a:pt x="810532" y="673207"/>
                      <a:pt x="812589" y="657906"/>
                      <a:pt x="812589" y="650619"/>
                    </a:cubicBezTo>
                    <a:cubicBezTo>
                      <a:pt x="812589" y="643332"/>
                      <a:pt x="812117" y="638189"/>
                      <a:pt x="811174" y="635188"/>
                    </a:cubicBezTo>
                    <a:cubicBezTo>
                      <a:pt x="810231" y="632188"/>
                      <a:pt x="809760" y="629831"/>
                      <a:pt x="809760" y="628116"/>
                    </a:cubicBezTo>
                    <a:cubicBezTo>
                      <a:pt x="809760" y="626402"/>
                      <a:pt x="810917" y="625544"/>
                      <a:pt x="813232" y="625544"/>
                    </a:cubicBezTo>
                    <a:close/>
                    <a:moveTo>
                      <a:pt x="1094581" y="624773"/>
                    </a:moveTo>
                    <a:cubicBezTo>
                      <a:pt x="1096896" y="624773"/>
                      <a:pt x="1101482" y="626102"/>
                      <a:pt x="1108340" y="628759"/>
                    </a:cubicBezTo>
                    <a:cubicBezTo>
                      <a:pt x="1115198" y="631417"/>
                      <a:pt x="1118627" y="634974"/>
                      <a:pt x="1118627" y="639432"/>
                    </a:cubicBezTo>
                    <a:cubicBezTo>
                      <a:pt x="1118627" y="641146"/>
                      <a:pt x="1118113" y="643718"/>
                      <a:pt x="1117084" y="647147"/>
                    </a:cubicBezTo>
                    <a:cubicBezTo>
                      <a:pt x="1115198" y="653319"/>
                      <a:pt x="1113998" y="664121"/>
                      <a:pt x="1113484" y="679551"/>
                    </a:cubicBezTo>
                    <a:cubicBezTo>
                      <a:pt x="1137144" y="675608"/>
                      <a:pt x="1151031" y="672950"/>
                      <a:pt x="1155146" y="671579"/>
                    </a:cubicBezTo>
                    <a:cubicBezTo>
                      <a:pt x="1159432" y="669693"/>
                      <a:pt x="1162647" y="668750"/>
                      <a:pt x="1164790" y="668750"/>
                    </a:cubicBezTo>
                    <a:cubicBezTo>
                      <a:pt x="1166933" y="668750"/>
                      <a:pt x="1171905" y="670936"/>
                      <a:pt x="1179706" y="675308"/>
                    </a:cubicBezTo>
                    <a:cubicBezTo>
                      <a:pt x="1187507" y="679680"/>
                      <a:pt x="1191408" y="683237"/>
                      <a:pt x="1191408" y="685981"/>
                    </a:cubicBezTo>
                    <a:cubicBezTo>
                      <a:pt x="1191408" y="687866"/>
                      <a:pt x="1190079" y="689838"/>
                      <a:pt x="1187422" y="691895"/>
                    </a:cubicBezTo>
                    <a:cubicBezTo>
                      <a:pt x="1184764" y="693953"/>
                      <a:pt x="1182449" y="696910"/>
                      <a:pt x="1180478" y="700768"/>
                    </a:cubicBezTo>
                    <a:cubicBezTo>
                      <a:pt x="1178506" y="704626"/>
                      <a:pt x="1176834" y="709255"/>
                      <a:pt x="1175463" y="714656"/>
                    </a:cubicBezTo>
                    <a:cubicBezTo>
                      <a:pt x="1174091" y="720056"/>
                      <a:pt x="1171777" y="727686"/>
                      <a:pt x="1168519" y="737544"/>
                    </a:cubicBezTo>
                    <a:cubicBezTo>
                      <a:pt x="1165262" y="747402"/>
                      <a:pt x="1162004" y="754346"/>
                      <a:pt x="1158746" y="758375"/>
                    </a:cubicBezTo>
                    <a:cubicBezTo>
                      <a:pt x="1155489" y="762404"/>
                      <a:pt x="1152960" y="764419"/>
                      <a:pt x="1151160" y="764419"/>
                    </a:cubicBezTo>
                    <a:cubicBezTo>
                      <a:pt x="1149360" y="764419"/>
                      <a:pt x="1147816" y="763347"/>
                      <a:pt x="1146531" y="761204"/>
                    </a:cubicBezTo>
                    <a:cubicBezTo>
                      <a:pt x="1145245" y="759061"/>
                      <a:pt x="1143144" y="757989"/>
                      <a:pt x="1140230" y="757989"/>
                    </a:cubicBezTo>
                    <a:cubicBezTo>
                      <a:pt x="1137315" y="757989"/>
                      <a:pt x="1127971" y="759104"/>
                      <a:pt x="1112198" y="761333"/>
                    </a:cubicBezTo>
                    <a:cubicBezTo>
                      <a:pt x="1112026" y="771963"/>
                      <a:pt x="1112283" y="780321"/>
                      <a:pt x="1112969" y="786407"/>
                    </a:cubicBezTo>
                    <a:cubicBezTo>
                      <a:pt x="1113655" y="792494"/>
                      <a:pt x="1115027" y="797037"/>
                      <a:pt x="1117084" y="800038"/>
                    </a:cubicBezTo>
                    <a:cubicBezTo>
                      <a:pt x="1119142" y="803038"/>
                      <a:pt x="1123642" y="805438"/>
                      <a:pt x="1130586" y="807239"/>
                    </a:cubicBezTo>
                    <a:cubicBezTo>
                      <a:pt x="1137530" y="809039"/>
                      <a:pt x="1145459" y="809939"/>
                      <a:pt x="1154374" y="809939"/>
                    </a:cubicBezTo>
                    <a:cubicBezTo>
                      <a:pt x="1163290" y="809939"/>
                      <a:pt x="1171905" y="809253"/>
                      <a:pt x="1180220" y="807881"/>
                    </a:cubicBezTo>
                    <a:cubicBezTo>
                      <a:pt x="1188536" y="806510"/>
                      <a:pt x="1193808" y="804752"/>
                      <a:pt x="1196037" y="802609"/>
                    </a:cubicBezTo>
                    <a:cubicBezTo>
                      <a:pt x="1198266" y="800466"/>
                      <a:pt x="1200237" y="797509"/>
                      <a:pt x="1201952" y="793737"/>
                    </a:cubicBezTo>
                    <a:cubicBezTo>
                      <a:pt x="1203666" y="789965"/>
                      <a:pt x="1205895" y="781307"/>
                      <a:pt x="1208638" y="767762"/>
                    </a:cubicBezTo>
                    <a:cubicBezTo>
                      <a:pt x="1209324" y="764333"/>
                      <a:pt x="1210267" y="762619"/>
                      <a:pt x="1211467" y="762619"/>
                    </a:cubicBezTo>
                    <a:cubicBezTo>
                      <a:pt x="1212668" y="762619"/>
                      <a:pt x="1213482" y="764805"/>
                      <a:pt x="1213910" y="769177"/>
                    </a:cubicBezTo>
                    <a:cubicBezTo>
                      <a:pt x="1214339" y="773549"/>
                      <a:pt x="1215454" y="779206"/>
                      <a:pt x="1217254" y="786150"/>
                    </a:cubicBezTo>
                    <a:cubicBezTo>
                      <a:pt x="1219054" y="793094"/>
                      <a:pt x="1220554" y="797637"/>
                      <a:pt x="1221754" y="799780"/>
                    </a:cubicBezTo>
                    <a:cubicBezTo>
                      <a:pt x="1222954" y="801924"/>
                      <a:pt x="1223554" y="803767"/>
                      <a:pt x="1223554" y="805310"/>
                    </a:cubicBezTo>
                    <a:cubicBezTo>
                      <a:pt x="1223554" y="810110"/>
                      <a:pt x="1217254" y="814868"/>
                      <a:pt x="1204652" y="819583"/>
                    </a:cubicBezTo>
                    <a:cubicBezTo>
                      <a:pt x="1192051" y="824298"/>
                      <a:pt x="1177520" y="826655"/>
                      <a:pt x="1161061" y="826655"/>
                    </a:cubicBezTo>
                    <a:cubicBezTo>
                      <a:pt x="1149231" y="826655"/>
                      <a:pt x="1139201" y="825369"/>
                      <a:pt x="1130972" y="822798"/>
                    </a:cubicBezTo>
                    <a:cubicBezTo>
                      <a:pt x="1122742" y="820226"/>
                      <a:pt x="1116312" y="816754"/>
                      <a:pt x="1111683" y="812382"/>
                    </a:cubicBezTo>
                    <a:cubicBezTo>
                      <a:pt x="1107054" y="808010"/>
                      <a:pt x="1104011" y="802224"/>
                      <a:pt x="1102554" y="795023"/>
                    </a:cubicBezTo>
                    <a:cubicBezTo>
                      <a:pt x="1101096" y="787822"/>
                      <a:pt x="1100453" y="777106"/>
                      <a:pt x="1100625" y="762876"/>
                    </a:cubicBezTo>
                    <a:cubicBezTo>
                      <a:pt x="1087080" y="764933"/>
                      <a:pt x="1077050" y="766133"/>
                      <a:pt x="1070535" y="766476"/>
                    </a:cubicBezTo>
                    <a:cubicBezTo>
                      <a:pt x="1070364" y="770934"/>
                      <a:pt x="1069078" y="773163"/>
                      <a:pt x="1066678" y="773163"/>
                    </a:cubicBezTo>
                    <a:cubicBezTo>
                      <a:pt x="1065306" y="773163"/>
                      <a:pt x="1063934" y="771963"/>
                      <a:pt x="1062563" y="769562"/>
                    </a:cubicBezTo>
                    <a:cubicBezTo>
                      <a:pt x="1061191" y="767162"/>
                      <a:pt x="1060163" y="764333"/>
                      <a:pt x="1059477" y="761076"/>
                    </a:cubicBezTo>
                    <a:cubicBezTo>
                      <a:pt x="1055534" y="742902"/>
                      <a:pt x="1051762" y="727643"/>
                      <a:pt x="1048161" y="715298"/>
                    </a:cubicBezTo>
                    <a:cubicBezTo>
                      <a:pt x="1044561" y="702954"/>
                      <a:pt x="1041646" y="695710"/>
                      <a:pt x="1039417" y="693567"/>
                    </a:cubicBezTo>
                    <a:cubicBezTo>
                      <a:pt x="1037188" y="691424"/>
                      <a:pt x="1036074" y="689410"/>
                      <a:pt x="1036074" y="687524"/>
                    </a:cubicBezTo>
                    <a:cubicBezTo>
                      <a:pt x="1036074" y="685638"/>
                      <a:pt x="1037617" y="684695"/>
                      <a:pt x="1040703" y="684695"/>
                    </a:cubicBezTo>
                    <a:cubicBezTo>
                      <a:pt x="1043789" y="684695"/>
                      <a:pt x="1048418" y="686066"/>
                      <a:pt x="1054590" y="688809"/>
                    </a:cubicBezTo>
                    <a:cubicBezTo>
                      <a:pt x="1071564" y="686409"/>
                      <a:pt x="1086994" y="684009"/>
                      <a:pt x="1100882" y="681609"/>
                    </a:cubicBezTo>
                    <a:cubicBezTo>
                      <a:pt x="1100710" y="661035"/>
                      <a:pt x="1099039" y="647533"/>
                      <a:pt x="1095867" y="641103"/>
                    </a:cubicBezTo>
                    <a:cubicBezTo>
                      <a:pt x="1092695" y="634674"/>
                      <a:pt x="1091109" y="630345"/>
                      <a:pt x="1091109" y="628116"/>
                    </a:cubicBezTo>
                    <a:cubicBezTo>
                      <a:pt x="1091109" y="625887"/>
                      <a:pt x="1092267" y="624773"/>
                      <a:pt x="1094581" y="624773"/>
                    </a:cubicBezTo>
                    <a:close/>
                    <a:moveTo>
                      <a:pt x="622794" y="622458"/>
                    </a:moveTo>
                    <a:cubicBezTo>
                      <a:pt x="625194" y="622458"/>
                      <a:pt x="629395" y="623487"/>
                      <a:pt x="635395" y="625544"/>
                    </a:cubicBezTo>
                    <a:cubicBezTo>
                      <a:pt x="641396" y="627602"/>
                      <a:pt x="644396" y="629916"/>
                      <a:pt x="644396" y="632488"/>
                    </a:cubicBezTo>
                    <a:cubicBezTo>
                      <a:pt x="644396" y="633517"/>
                      <a:pt x="643882" y="634974"/>
                      <a:pt x="642853" y="636860"/>
                    </a:cubicBezTo>
                    <a:cubicBezTo>
                      <a:pt x="638739" y="644061"/>
                      <a:pt x="635567" y="649805"/>
                      <a:pt x="633338" y="654091"/>
                    </a:cubicBezTo>
                    <a:cubicBezTo>
                      <a:pt x="628366" y="664892"/>
                      <a:pt x="623222" y="674065"/>
                      <a:pt x="617907" y="681609"/>
                    </a:cubicBezTo>
                    <a:cubicBezTo>
                      <a:pt x="625623" y="679894"/>
                      <a:pt x="636767" y="676036"/>
                      <a:pt x="651340" y="670036"/>
                    </a:cubicBezTo>
                    <a:cubicBezTo>
                      <a:pt x="660770" y="665749"/>
                      <a:pt x="668657" y="663606"/>
                      <a:pt x="675000" y="663606"/>
                    </a:cubicBezTo>
                    <a:cubicBezTo>
                      <a:pt x="678086" y="663606"/>
                      <a:pt x="680701" y="664121"/>
                      <a:pt x="682844" y="665149"/>
                    </a:cubicBezTo>
                    <a:cubicBezTo>
                      <a:pt x="684987" y="666178"/>
                      <a:pt x="686059" y="667292"/>
                      <a:pt x="686059" y="668493"/>
                    </a:cubicBezTo>
                    <a:cubicBezTo>
                      <a:pt x="686059" y="669693"/>
                      <a:pt x="685673" y="670721"/>
                      <a:pt x="684902" y="671579"/>
                    </a:cubicBezTo>
                    <a:cubicBezTo>
                      <a:pt x="684130" y="672436"/>
                      <a:pt x="682844" y="673250"/>
                      <a:pt x="681044" y="674022"/>
                    </a:cubicBezTo>
                    <a:cubicBezTo>
                      <a:pt x="679244" y="674793"/>
                      <a:pt x="673286" y="676851"/>
                      <a:pt x="663170" y="680194"/>
                    </a:cubicBezTo>
                    <a:cubicBezTo>
                      <a:pt x="653055" y="683537"/>
                      <a:pt x="645211" y="685852"/>
                      <a:pt x="639639" y="687138"/>
                    </a:cubicBezTo>
                    <a:cubicBezTo>
                      <a:pt x="634066" y="688424"/>
                      <a:pt x="629352" y="689067"/>
                      <a:pt x="625494" y="689067"/>
                    </a:cubicBezTo>
                    <a:cubicBezTo>
                      <a:pt x="621636" y="689067"/>
                      <a:pt x="617822" y="688295"/>
                      <a:pt x="614050" y="686752"/>
                    </a:cubicBezTo>
                    <a:cubicBezTo>
                      <a:pt x="609935" y="692581"/>
                      <a:pt x="605820" y="697682"/>
                      <a:pt x="601705" y="702054"/>
                    </a:cubicBezTo>
                    <a:cubicBezTo>
                      <a:pt x="597591" y="706426"/>
                      <a:pt x="594804" y="709041"/>
                      <a:pt x="593347" y="709898"/>
                    </a:cubicBezTo>
                    <a:cubicBezTo>
                      <a:pt x="591890" y="710755"/>
                      <a:pt x="590733" y="711184"/>
                      <a:pt x="589875" y="711184"/>
                    </a:cubicBezTo>
                    <a:cubicBezTo>
                      <a:pt x="589018" y="711184"/>
                      <a:pt x="588589" y="710712"/>
                      <a:pt x="588589" y="709769"/>
                    </a:cubicBezTo>
                    <a:cubicBezTo>
                      <a:pt x="588589" y="708826"/>
                      <a:pt x="589361" y="707412"/>
                      <a:pt x="590904" y="705526"/>
                    </a:cubicBezTo>
                    <a:cubicBezTo>
                      <a:pt x="600677" y="693353"/>
                      <a:pt x="608263" y="680751"/>
                      <a:pt x="613664" y="667721"/>
                    </a:cubicBezTo>
                    <a:cubicBezTo>
                      <a:pt x="619065" y="654691"/>
                      <a:pt x="621765" y="643890"/>
                      <a:pt x="621765" y="635317"/>
                    </a:cubicBezTo>
                    <a:cubicBezTo>
                      <a:pt x="621765" y="632574"/>
                      <a:pt x="621336" y="630431"/>
                      <a:pt x="620479" y="628888"/>
                    </a:cubicBezTo>
                    <a:cubicBezTo>
                      <a:pt x="619622" y="627345"/>
                      <a:pt x="619193" y="625887"/>
                      <a:pt x="619193" y="624516"/>
                    </a:cubicBezTo>
                    <a:cubicBezTo>
                      <a:pt x="619193" y="623144"/>
                      <a:pt x="620393" y="622458"/>
                      <a:pt x="622794" y="622458"/>
                    </a:cubicBezTo>
                    <a:close/>
                    <a:moveTo>
                      <a:pt x="207904" y="476078"/>
                    </a:moveTo>
                    <a:cubicBezTo>
                      <a:pt x="211847" y="476078"/>
                      <a:pt x="215276" y="477535"/>
                      <a:pt x="218191" y="480450"/>
                    </a:cubicBezTo>
                    <a:cubicBezTo>
                      <a:pt x="221105" y="483365"/>
                      <a:pt x="222563" y="486794"/>
                      <a:pt x="222563" y="490737"/>
                    </a:cubicBezTo>
                    <a:cubicBezTo>
                      <a:pt x="222563" y="494680"/>
                      <a:pt x="221105" y="498067"/>
                      <a:pt x="218191" y="500895"/>
                    </a:cubicBezTo>
                    <a:cubicBezTo>
                      <a:pt x="215276" y="503724"/>
                      <a:pt x="211847" y="505139"/>
                      <a:pt x="207904" y="505139"/>
                    </a:cubicBezTo>
                    <a:cubicBezTo>
                      <a:pt x="203960" y="505139"/>
                      <a:pt x="200531" y="503724"/>
                      <a:pt x="197617" y="500895"/>
                    </a:cubicBezTo>
                    <a:cubicBezTo>
                      <a:pt x="194702" y="498067"/>
                      <a:pt x="193245" y="494680"/>
                      <a:pt x="193245" y="490737"/>
                    </a:cubicBezTo>
                    <a:cubicBezTo>
                      <a:pt x="193245" y="486794"/>
                      <a:pt x="194702" y="483365"/>
                      <a:pt x="197617" y="480450"/>
                    </a:cubicBezTo>
                    <a:cubicBezTo>
                      <a:pt x="200531" y="477535"/>
                      <a:pt x="203960" y="476078"/>
                      <a:pt x="207904" y="476078"/>
                    </a:cubicBezTo>
                    <a:close/>
                    <a:moveTo>
                      <a:pt x="534773" y="442645"/>
                    </a:moveTo>
                    <a:cubicBezTo>
                      <a:pt x="526029" y="444017"/>
                      <a:pt x="519000" y="444788"/>
                      <a:pt x="513685" y="444960"/>
                    </a:cubicBezTo>
                    <a:cubicBezTo>
                      <a:pt x="517285" y="460733"/>
                      <a:pt x="519428" y="478478"/>
                      <a:pt x="520114" y="498195"/>
                    </a:cubicBezTo>
                    <a:cubicBezTo>
                      <a:pt x="524743" y="497509"/>
                      <a:pt x="531430" y="496652"/>
                      <a:pt x="540174" y="495623"/>
                    </a:cubicBezTo>
                    <a:cubicBezTo>
                      <a:pt x="537431" y="475392"/>
                      <a:pt x="535630" y="457733"/>
                      <a:pt x="534773" y="442645"/>
                    </a:cubicBezTo>
                    <a:close/>
                    <a:moveTo>
                      <a:pt x="565891" y="438788"/>
                    </a:moveTo>
                    <a:cubicBezTo>
                      <a:pt x="554061" y="440159"/>
                      <a:pt x="544889" y="441274"/>
                      <a:pt x="538374" y="442131"/>
                    </a:cubicBezTo>
                    <a:cubicBezTo>
                      <a:pt x="543860" y="450361"/>
                      <a:pt x="546603" y="460219"/>
                      <a:pt x="546603" y="471706"/>
                    </a:cubicBezTo>
                    <a:cubicBezTo>
                      <a:pt x="546603" y="477878"/>
                      <a:pt x="545832" y="485679"/>
                      <a:pt x="544289" y="495109"/>
                    </a:cubicBezTo>
                    <a:cubicBezTo>
                      <a:pt x="547546" y="494595"/>
                      <a:pt x="553461" y="494080"/>
                      <a:pt x="562034" y="493566"/>
                    </a:cubicBezTo>
                    <a:cubicBezTo>
                      <a:pt x="565463" y="472649"/>
                      <a:pt x="567177" y="459019"/>
                      <a:pt x="567177" y="452675"/>
                    </a:cubicBezTo>
                    <a:cubicBezTo>
                      <a:pt x="567177" y="446331"/>
                      <a:pt x="566749" y="441702"/>
                      <a:pt x="565891" y="438788"/>
                    </a:cubicBezTo>
                    <a:close/>
                    <a:moveTo>
                      <a:pt x="590837" y="437245"/>
                    </a:moveTo>
                    <a:cubicBezTo>
                      <a:pt x="586723" y="437245"/>
                      <a:pt x="579950" y="437673"/>
                      <a:pt x="570520" y="438531"/>
                    </a:cubicBezTo>
                    <a:cubicBezTo>
                      <a:pt x="573607" y="441102"/>
                      <a:pt x="576007" y="443245"/>
                      <a:pt x="577721" y="444960"/>
                    </a:cubicBezTo>
                    <a:cubicBezTo>
                      <a:pt x="579436" y="446674"/>
                      <a:pt x="580293" y="448217"/>
                      <a:pt x="580293" y="449589"/>
                    </a:cubicBezTo>
                    <a:cubicBezTo>
                      <a:pt x="580293" y="450961"/>
                      <a:pt x="579950" y="452589"/>
                      <a:pt x="579264" y="454475"/>
                    </a:cubicBezTo>
                    <a:lnTo>
                      <a:pt x="568206" y="493052"/>
                    </a:lnTo>
                    <a:cubicBezTo>
                      <a:pt x="578321" y="492023"/>
                      <a:pt x="586122" y="491337"/>
                      <a:pt x="591609" y="490994"/>
                    </a:cubicBezTo>
                    <a:cubicBezTo>
                      <a:pt x="597438" y="468877"/>
                      <a:pt x="600353" y="453447"/>
                      <a:pt x="600353" y="444703"/>
                    </a:cubicBezTo>
                    <a:cubicBezTo>
                      <a:pt x="600353" y="441788"/>
                      <a:pt x="599796" y="439816"/>
                      <a:pt x="598681" y="438788"/>
                    </a:cubicBezTo>
                    <a:cubicBezTo>
                      <a:pt x="597567" y="437759"/>
                      <a:pt x="594952" y="437245"/>
                      <a:pt x="590837" y="437245"/>
                    </a:cubicBezTo>
                    <a:close/>
                    <a:moveTo>
                      <a:pt x="828981" y="436216"/>
                    </a:moveTo>
                    <a:cubicBezTo>
                      <a:pt x="830696" y="436216"/>
                      <a:pt x="834211" y="437802"/>
                      <a:pt x="839526" y="440974"/>
                    </a:cubicBezTo>
                    <a:cubicBezTo>
                      <a:pt x="844840" y="444145"/>
                      <a:pt x="847498" y="446503"/>
                      <a:pt x="847498" y="448046"/>
                    </a:cubicBezTo>
                    <a:cubicBezTo>
                      <a:pt x="847498" y="449589"/>
                      <a:pt x="846169" y="451132"/>
                      <a:pt x="843512" y="452675"/>
                    </a:cubicBezTo>
                    <a:cubicBezTo>
                      <a:pt x="840854" y="454218"/>
                      <a:pt x="838925" y="455718"/>
                      <a:pt x="837725" y="457176"/>
                    </a:cubicBezTo>
                    <a:cubicBezTo>
                      <a:pt x="836525" y="458633"/>
                      <a:pt x="833953" y="462191"/>
                      <a:pt x="830010" y="467848"/>
                    </a:cubicBezTo>
                    <a:cubicBezTo>
                      <a:pt x="826067" y="473506"/>
                      <a:pt x="820923" y="479679"/>
                      <a:pt x="814580" y="486365"/>
                    </a:cubicBezTo>
                    <a:cubicBezTo>
                      <a:pt x="827267" y="495280"/>
                      <a:pt x="839783" y="502096"/>
                      <a:pt x="852127" y="506810"/>
                    </a:cubicBezTo>
                    <a:cubicBezTo>
                      <a:pt x="864472" y="511525"/>
                      <a:pt x="883245" y="515512"/>
                      <a:pt x="908448" y="518769"/>
                    </a:cubicBezTo>
                    <a:cubicBezTo>
                      <a:pt x="913935" y="519455"/>
                      <a:pt x="916678" y="520741"/>
                      <a:pt x="916678" y="522627"/>
                    </a:cubicBezTo>
                    <a:cubicBezTo>
                      <a:pt x="916678" y="523655"/>
                      <a:pt x="915692" y="524641"/>
                      <a:pt x="913721" y="525584"/>
                    </a:cubicBezTo>
                    <a:cubicBezTo>
                      <a:pt x="911749" y="526527"/>
                      <a:pt x="905534" y="527942"/>
                      <a:pt x="895075" y="529828"/>
                    </a:cubicBezTo>
                    <a:cubicBezTo>
                      <a:pt x="884617" y="531714"/>
                      <a:pt x="875316" y="532657"/>
                      <a:pt x="867172" y="532657"/>
                    </a:cubicBezTo>
                    <a:cubicBezTo>
                      <a:pt x="859028" y="532657"/>
                      <a:pt x="852127" y="530256"/>
                      <a:pt x="846469" y="525456"/>
                    </a:cubicBezTo>
                    <a:lnTo>
                      <a:pt x="808150" y="494337"/>
                    </a:lnTo>
                    <a:cubicBezTo>
                      <a:pt x="799406" y="502396"/>
                      <a:pt x="788133" y="509125"/>
                      <a:pt x="774332" y="514526"/>
                    </a:cubicBezTo>
                    <a:cubicBezTo>
                      <a:pt x="760530" y="519926"/>
                      <a:pt x="748657" y="522627"/>
                      <a:pt x="738713" y="522627"/>
                    </a:cubicBezTo>
                    <a:cubicBezTo>
                      <a:pt x="735970" y="522627"/>
                      <a:pt x="733527" y="522412"/>
                      <a:pt x="731384" y="521984"/>
                    </a:cubicBezTo>
                    <a:cubicBezTo>
                      <a:pt x="729240" y="521555"/>
                      <a:pt x="728169" y="520955"/>
                      <a:pt x="728169" y="520184"/>
                    </a:cubicBezTo>
                    <a:cubicBezTo>
                      <a:pt x="728169" y="519412"/>
                      <a:pt x="730140" y="518598"/>
                      <a:pt x="734084" y="517740"/>
                    </a:cubicBezTo>
                    <a:cubicBezTo>
                      <a:pt x="763059" y="510540"/>
                      <a:pt x="784490" y="500253"/>
                      <a:pt x="798378" y="486879"/>
                    </a:cubicBezTo>
                    <a:cubicBezTo>
                      <a:pt x="785004" y="477107"/>
                      <a:pt x="774889" y="470935"/>
                      <a:pt x="768031" y="468363"/>
                    </a:cubicBezTo>
                    <a:cubicBezTo>
                      <a:pt x="764602" y="466991"/>
                      <a:pt x="762887" y="465705"/>
                      <a:pt x="762887" y="464505"/>
                    </a:cubicBezTo>
                    <a:cubicBezTo>
                      <a:pt x="762887" y="463305"/>
                      <a:pt x="763659" y="462705"/>
                      <a:pt x="765202" y="462705"/>
                    </a:cubicBezTo>
                    <a:cubicBezTo>
                      <a:pt x="766745" y="462705"/>
                      <a:pt x="769702" y="463005"/>
                      <a:pt x="774074" y="463605"/>
                    </a:cubicBezTo>
                    <a:cubicBezTo>
                      <a:pt x="778446" y="464205"/>
                      <a:pt x="782647" y="465534"/>
                      <a:pt x="786676" y="467591"/>
                    </a:cubicBezTo>
                    <a:cubicBezTo>
                      <a:pt x="790705" y="469649"/>
                      <a:pt x="796834" y="473678"/>
                      <a:pt x="805064" y="479679"/>
                    </a:cubicBezTo>
                    <a:cubicBezTo>
                      <a:pt x="808150" y="477107"/>
                      <a:pt x="811536" y="472006"/>
                      <a:pt x="815222" y="464377"/>
                    </a:cubicBezTo>
                    <a:cubicBezTo>
                      <a:pt x="818909" y="456747"/>
                      <a:pt x="820752" y="452375"/>
                      <a:pt x="820752" y="451261"/>
                    </a:cubicBezTo>
                    <a:cubicBezTo>
                      <a:pt x="820752" y="450146"/>
                      <a:pt x="820023" y="449589"/>
                      <a:pt x="818566" y="449589"/>
                    </a:cubicBezTo>
                    <a:cubicBezTo>
                      <a:pt x="817108" y="449589"/>
                      <a:pt x="812051" y="450661"/>
                      <a:pt x="803392" y="452804"/>
                    </a:cubicBezTo>
                    <a:cubicBezTo>
                      <a:pt x="794734" y="454947"/>
                      <a:pt x="788048" y="456018"/>
                      <a:pt x="783333" y="456018"/>
                    </a:cubicBezTo>
                    <a:cubicBezTo>
                      <a:pt x="778618" y="456018"/>
                      <a:pt x="774975" y="455418"/>
                      <a:pt x="772403" y="454218"/>
                    </a:cubicBezTo>
                    <a:cubicBezTo>
                      <a:pt x="769831" y="453018"/>
                      <a:pt x="768545" y="451989"/>
                      <a:pt x="768545" y="451132"/>
                    </a:cubicBezTo>
                    <a:cubicBezTo>
                      <a:pt x="768545" y="450275"/>
                      <a:pt x="770517" y="449675"/>
                      <a:pt x="774460" y="449332"/>
                    </a:cubicBezTo>
                    <a:cubicBezTo>
                      <a:pt x="784233" y="448646"/>
                      <a:pt x="793920" y="447060"/>
                      <a:pt x="803521" y="444574"/>
                    </a:cubicBezTo>
                    <a:cubicBezTo>
                      <a:pt x="813122" y="442088"/>
                      <a:pt x="819337" y="440074"/>
                      <a:pt x="822166" y="438531"/>
                    </a:cubicBezTo>
                    <a:cubicBezTo>
                      <a:pt x="824995" y="436987"/>
                      <a:pt x="827267" y="436216"/>
                      <a:pt x="828981" y="436216"/>
                    </a:cubicBezTo>
                    <a:close/>
                    <a:moveTo>
                      <a:pt x="602796" y="425415"/>
                    </a:moveTo>
                    <a:cubicBezTo>
                      <a:pt x="604768" y="425415"/>
                      <a:pt x="608882" y="427301"/>
                      <a:pt x="615140" y="431072"/>
                    </a:cubicBezTo>
                    <a:cubicBezTo>
                      <a:pt x="621398" y="434844"/>
                      <a:pt x="624527" y="437759"/>
                      <a:pt x="624527" y="439816"/>
                    </a:cubicBezTo>
                    <a:cubicBezTo>
                      <a:pt x="624527" y="441874"/>
                      <a:pt x="622727" y="444531"/>
                      <a:pt x="619127" y="447789"/>
                    </a:cubicBezTo>
                    <a:cubicBezTo>
                      <a:pt x="616726" y="450018"/>
                      <a:pt x="611497" y="464162"/>
                      <a:pt x="603439" y="490223"/>
                    </a:cubicBezTo>
                    <a:lnTo>
                      <a:pt x="620670" y="489194"/>
                    </a:lnTo>
                    <a:cubicBezTo>
                      <a:pt x="629071" y="489194"/>
                      <a:pt x="635714" y="490566"/>
                      <a:pt x="640601" y="493309"/>
                    </a:cubicBezTo>
                    <a:cubicBezTo>
                      <a:pt x="645487" y="496052"/>
                      <a:pt x="647930" y="498538"/>
                      <a:pt x="647930" y="500767"/>
                    </a:cubicBezTo>
                    <a:cubicBezTo>
                      <a:pt x="647930" y="502996"/>
                      <a:pt x="647116" y="504667"/>
                      <a:pt x="645487" y="505782"/>
                    </a:cubicBezTo>
                    <a:cubicBezTo>
                      <a:pt x="643858" y="506896"/>
                      <a:pt x="642015" y="507453"/>
                      <a:pt x="639958" y="507453"/>
                    </a:cubicBezTo>
                    <a:cubicBezTo>
                      <a:pt x="637900" y="507453"/>
                      <a:pt x="633871" y="506853"/>
                      <a:pt x="627871" y="505653"/>
                    </a:cubicBezTo>
                    <a:cubicBezTo>
                      <a:pt x="621870" y="504453"/>
                      <a:pt x="615655" y="503553"/>
                      <a:pt x="609225" y="502953"/>
                    </a:cubicBezTo>
                    <a:cubicBezTo>
                      <a:pt x="602796" y="502353"/>
                      <a:pt x="593066" y="502053"/>
                      <a:pt x="580036" y="502053"/>
                    </a:cubicBezTo>
                    <a:cubicBezTo>
                      <a:pt x="567006" y="502053"/>
                      <a:pt x="551618" y="503039"/>
                      <a:pt x="533873" y="505010"/>
                    </a:cubicBezTo>
                    <a:cubicBezTo>
                      <a:pt x="516128" y="506982"/>
                      <a:pt x="504469" y="508696"/>
                      <a:pt x="498897" y="510154"/>
                    </a:cubicBezTo>
                    <a:cubicBezTo>
                      <a:pt x="493325" y="511611"/>
                      <a:pt x="489253" y="512340"/>
                      <a:pt x="486681" y="512340"/>
                    </a:cubicBezTo>
                    <a:cubicBezTo>
                      <a:pt x="484110" y="512340"/>
                      <a:pt x="480852" y="511140"/>
                      <a:pt x="476909" y="508739"/>
                    </a:cubicBezTo>
                    <a:cubicBezTo>
                      <a:pt x="472965" y="506339"/>
                      <a:pt x="470994" y="504453"/>
                      <a:pt x="470994" y="503081"/>
                    </a:cubicBezTo>
                    <a:cubicBezTo>
                      <a:pt x="470994" y="501710"/>
                      <a:pt x="473566" y="501024"/>
                      <a:pt x="478709" y="501024"/>
                    </a:cubicBezTo>
                    <a:lnTo>
                      <a:pt x="485138" y="501281"/>
                    </a:lnTo>
                    <a:cubicBezTo>
                      <a:pt x="488567" y="501281"/>
                      <a:pt x="497826" y="500510"/>
                      <a:pt x="512913" y="498967"/>
                    </a:cubicBezTo>
                    <a:cubicBezTo>
                      <a:pt x="511370" y="485765"/>
                      <a:pt x="509399" y="473935"/>
                      <a:pt x="506998" y="463477"/>
                    </a:cubicBezTo>
                    <a:cubicBezTo>
                      <a:pt x="504598" y="453018"/>
                      <a:pt x="502498" y="446589"/>
                      <a:pt x="500697" y="444188"/>
                    </a:cubicBezTo>
                    <a:cubicBezTo>
                      <a:pt x="498897" y="441788"/>
                      <a:pt x="497997" y="439945"/>
                      <a:pt x="497997" y="438659"/>
                    </a:cubicBezTo>
                    <a:cubicBezTo>
                      <a:pt x="497997" y="437373"/>
                      <a:pt x="498726" y="436730"/>
                      <a:pt x="500183" y="436730"/>
                    </a:cubicBezTo>
                    <a:cubicBezTo>
                      <a:pt x="501640" y="436730"/>
                      <a:pt x="503998" y="437588"/>
                      <a:pt x="507255" y="439302"/>
                    </a:cubicBezTo>
                    <a:cubicBezTo>
                      <a:pt x="521486" y="438445"/>
                      <a:pt x="538888" y="436516"/>
                      <a:pt x="559462" y="433516"/>
                    </a:cubicBezTo>
                    <a:cubicBezTo>
                      <a:pt x="580036" y="430515"/>
                      <a:pt x="591909" y="428415"/>
                      <a:pt x="595081" y="427215"/>
                    </a:cubicBezTo>
                    <a:cubicBezTo>
                      <a:pt x="598252" y="426015"/>
                      <a:pt x="600824" y="425415"/>
                      <a:pt x="602796" y="425415"/>
                    </a:cubicBezTo>
                    <a:close/>
                    <a:moveTo>
                      <a:pt x="481024" y="424386"/>
                    </a:moveTo>
                    <a:cubicBezTo>
                      <a:pt x="481881" y="424386"/>
                      <a:pt x="482309" y="424900"/>
                      <a:pt x="482309" y="425929"/>
                    </a:cubicBezTo>
                    <a:cubicBezTo>
                      <a:pt x="482309" y="427643"/>
                      <a:pt x="481538" y="430387"/>
                      <a:pt x="479995" y="434159"/>
                    </a:cubicBezTo>
                    <a:cubicBezTo>
                      <a:pt x="464736" y="471878"/>
                      <a:pt x="456678" y="495195"/>
                      <a:pt x="455820" y="504110"/>
                    </a:cubicBezTo>
                    <a:cubicBezTo>
                      <a:pt x="454963" y="513026"/>
                      <a:pt x="453463" y="517483"/>
                      <a:pt x="451320" y="517483"/>
                    </a:cubicBezTo>
                    <a:cubicBezTo>
                      <a:pt x="449177" y="517483"/>
                      <a:pt x="446176" y="514054"/>
                      <a:pt x="442319" y="507196"/>
                    </a:cubicBezTo>
                    <a:cubicBezTo>
                      <a:pt x="438461" y="500338"/>
                      <a:pt x="436532" y="495023"/>
                      <a:pt x="436532" y="491251"/>
                    </a:cubicBezTo>
                    <a:cubicBezTo>
                      <a:pt x="436532" y="487480"/>
                      <a:pt x="437304" y="485251"/>
                      <a:pt x="438847" y="484565"/>
                    </a:cubicBezTo>
                    <a:cubicBezTo>
                      <a:pt x="442790" y="482679"/>
                      <a:pt x="447505" y="477278"/>
                      <a:pt x="452992" y="468363"/>
                    </a:cubicBezTo>
                    <a:cubicBezTo>
                      <a:pt x="467565" y="444017"/>
                      <a:pt x="475666" y="430601"/>
                      <a:pt x="477295" y="428115"/>
                    </a:cubicBezTo>
                    <a:cubicBezTo>
                      <a:pt x="478923" y="425629"/>
                      <a:pt x="480166" y="424386"/>
                      <a:pt x="481024" y="424386"/>
                    </a:cubicBezTo>
                    <a:close/>
                    <a:moveTo>
                      <a:pt x="822038" y="399183"/>
                    </a:moveTo>
                    <a:cubicBezTo>
                      <a:pt x="816380" y="399869"/>
                      <a:pt x="805836" y="401754"/>
                      <a:pt x="790405" y="404841"/>
                    </a:cubicBezTo>
                    <a:cubicBezTo>
                      <a:pt x="790405" y="413927"/>
                      <a:pt x="790491" y="421214"/>
                      <a:pt x="790662" y="426700"/>
                    </a:cubicBezTo>
                    <a:cubicBezTo>
                      <a:pt x="807807" y="423957"/>
                      <a:pt x="816766" y="421557"/>
                      <a:pt x="817537" y="419500"/>
                    </a:cubicBezTo>
                    <a:cubicBezTo>
                      <a:pt x="818309" y="417442"/>
                      <a:pt x="819809" y="410670"/>
                      <a:pt x="822038" y="399183"/>
                    </a:cubicBezTo>
                    <a:close/>
                    <a:moveTo>
                      <a:pt x="439361" y="392496"/>
                    </a:moveTo>
                    <a:cubicBezTo>
                      <a:pt x="446219" y="392496"/>
                      <a:pt x="452477" y="393954"/>
                      <a:pt x="458135" y="396868"/>
                    </a:cubicBezTo>
                    <a:cubicBezTo>
                      <a:pt x="463793" y="399783"/>
                      <a:pt x="466622" y="404241"/>
                      <a:pt x="466622" y="410241"/>
                    </a:cubicBezTo>
                    <a:cubicBezTo>
                      <a:pt x="466622" y="412470"/>
                      <a:pt x="466022" y="414313"/>
                      <a:pt x="464822" y="415771"/>
                    </a:cubicBezTo>
                    <a:cubicBezTo>
                      <a:pt x="463621" y="417228"/>
                      <a:pt x="462078" y="417957"/>
                      <a:pt x="460192" y="417957"/>
                    </a:cubicBezTo>
                    <a:cubicBezTo>
                      <a:pt x="458306" y="417957"/>
                      <a:pt x="456078" y="416885"/>
                      <a:pt x="453506" y="414742"/>
                    </a:cubicBezTo>
                    <a:cubicBezTo>
                      <a:pt x="450934" y="412599"/>
                      <a:pt x="447291" y="408955"/>
                      <a:pt x="442576" y="403812"/>
                    </a:cubicBezTo>
                    <a:cubicBezTo>
                      <a:pt x="437861" y="398668"/>
                      <a:pt x="435504" y="395497"/>
                      <a:pt x="435504" y="394296"/>
                    </a:cubicBezTo>
                    <a:cubicBezTo>
                      <a:pt x="435504" y="393096"/>
                      <a:pt x="436790" y="392496"/>
                      <a:pt x="439361" y="392496"/>
                    </a:cubicBezTo>
                    <a:close/>
                    <a:moveTo>
                      <a:pt x="207904" y="381695"/>
                    </a:moveTo>
                    <a:cubicBezTo>
                      <a:pt x="211847" y="381695"/>
                      <a:pt x="215276" y="383152"/>
                      <a:pt x="218191" y="386067"/>
                    </a:cubicBezTo>
                    <a:cubicBezTo>
                      <a:pt x="221105" y="388982"/>
                      <a:pt x="222563" y="392410"/>
                      <a:pt x="222563" y="396354"/>
                    </a:cubicBezTo>
                    <a:cubicBezTo>
                      <a:pt x="222563" y="400297"/>
                      <a:pt x="221105" y="403683"/>
                      <a:pt x="218191" y="406512"/>
                    </a:cubicBezTo>
                    <a:cubicBezTo>
                      <a:pt x="215276" y="409341"/>
                      <a:pt x="211847" y="410756"/>
                      <a:pt x="207904" y="410756"/>
                    </a:cubicBezTo>
                    <a:cubicBezTo>
                      <a:pt x="203960" y="410756"/>
                      <a:pt x="200531" y="409341"/>
                      <a:pt x="197617" y="406512"/>
                    </a:cubicBezTo>
                    <a:cubicBezTo>
                      <a:pt x="194702" y="403683"/>
                      <a:pt x="193245" y="400297"/>
                      <a:pt x="193245" y="396354"/>
                    </a:cubicBezTo>
                    <a:cubicBezTo>
                      <a:pt x="193245" y="392410"/>
                      <a:pt x="194702" y="388982"/>
                      <a:pt x="197617" y="386067"/>
                    </a:cubicBezTo>
                    <a:cubicBezTo>
                      <a:pt x="200531" y="383152"/>
                      <a:pt x="203960" y="381695"/>
                      <a:pt x="207904" y="381695"/>
                    </a:cubicBezTo>
                    <a:close/>
                    <a:moveTo>
                      <a:pt x="822938" y="361121"/>
                    </a:moveTo>
                    <a:cubicBezTo>
                      <a:pt x="824909" y="361121"/>
                      <a:pt x="828553" y="362492"/>
                      <a:pt x="833868" y="365236"/>
                    </a:cubicBezTo>
                    <a:cubicBezTo>
                      <a:pt x="839183" y="367979"/>
                      <a:pt x="841840" y="370808"/>
                      <a:pt x="841840" y="373722"/>
                    </a:cubicBezTo>
                    <a:cubicBezTo>
                      <a:pt x="841840" y="375094"/>
                      <a:pt x="841326" y="376809"/>
                      <a:pt x="840297" y="378866"/>
                    </a:cubicBezTo>
                    <a:cubicBezTo>
                      <a:pt x="839268" y="380923"/>
                      <a:pt x="838068" y="384267"/>
                      <a:pt x="836697" y="388896"/>
                    </a:cubicBezTo>
                    <a:lnTo>
                      <a:pt x="849555" y="386581"/>
                    </a:lnTo>
                    <a:cubicBezTo>
                      <a:pt x="855042" y="385038"/>
                      <a:pt x="859671" y="384267"/>
                      <a:pt x="863443" y="384267"/>
                    </a:cubicBezTo>
                    <a:cubicBezTo>
                      <a:pt x="867215" y="384267"/>
                      <a:pt x="870601" y="385252"/>
                      <a:pt x="873601" y="387224"/>
                    </a:cubicBezTo>
                    <a:cubicBezTo>
                      <a:pt x="876602" y="389196"/>
                      <a:pt x="878102" y="390782"/>
                      <a:pt x="878102" y="391982"/>
                    </a:cubicBezTo>
                    <a:cubicBezTo>
                      <a:pt x="878102" y="393182"/>
                      <a:pt x="877116" y="394125"/>
                      <a:pt x="875144" y="394811"/>
                    </a:cubicBezTo>
                    <a:cubicBezTo>
                      <a:pt x="873173" y="395497"/>
                      <a:pt x="868458" y="395839"/>
                      <a:pt x="861000" y="395839"/>
                    </a:cubicBezTo>
                    <a:cubicBezTo>
                      <a:pt x="853542" y="395839"/>
                      <a:pt x="844412" y="396354"/>
                      <a:pt x="833610" y="397383"/>
                    </a:cubicBezTo>
                    <a:cubicBezTo>
                      <a:pt x="831210" y="406469"/>
                      <a:pt x="830010" y="411784"/>
                      <a:pt x="830010" y="413327"/>
                    </a:cubicBezTo>
                    <a:cubicBezTo>
                      <a:pt x="830010" y="414870"/>
                      <a:pt x="831167" y="416499"/>
                      <a:pt x="833482" y="418214"/>
                    </a:cubicBezTo>
                    <a:cubicBezTo>
                      <a:pt x="835796" y="419928"/>
                      <a:pt x="836954" y="421386"/>
                      <a:pt x="836954" y="422586"/>
                    </a:cubicBezTo>
                    <a:cubicBezTo>
                      <a:pt x="836954" y="424472"/>
                      <a:pt x="834468" y="425715"/>
                      <a:pt x="829496" y="426315"/>
                    </a:cubicBezTo>
                    <a:cubicBezTo>
                      <a:pt x="824524" y="426915"/>
                      <a:pt x="811065" y="429272"/>
                      <a:pt x="789119" y="433387"/>
                    </a:cubicBezTo>
                    <a:cubicBezTo>
                      <a:pt x="788091" y="436130"/>
                      <a:pt x="786805" y="437502"/>
                      <a:pt x="785262" y="437502"/>
                    </a:cubicBezTo>
                    <a:cubicBezTo>
                      <a:pt x="782176" y="437502"/>
                      <a:pt x="780632" y="432701"/>
                      <a:pt x="780632" y="423100"/>
                    </a:cubicBezTo>
                    <a:lnTo>
                      <a:pt x="780890" y="406384"/>
                    </a:lnTo>
                    <a:cubicBezTo>
                      <a:pt x="768545" y="409127"/>
                      <a:pt x="761216" y="410498"/>
                      <a:pt x="758901" y="410498"/>
                    </a:cubicBezTo>
                    <a:cubicBezTo>
                      <a:pt x="756587" y="410498"/>
                      <a:pt x="754143" y="409941"/>
                      <a:pt x="751572" y="408827"/>
                    </a:cubicBezTo>
                    <a:cubicBezTo>
                      <a:pt x="749000" y="407712"/>
                      <a:pt x="747714" y="406641"/>
                      <a:pt x="747714" y="405612"/>
                    </a:cubicBezTo>
                    <a:cubicBezTo>
                      <a:pt x="747714" y="404583"/>
                      <a:pt x="749214" y="403941"/>
                      <a:pt x="752215" y="403683"/>
                    </a:cubicBezTo>
                    <a:cubicBezTo>
                      <a:pt x="755215" y="403426"/>
                      <a:pt x="764859" y="401926"/>
                      <a:pt x="781147" y="399183"/>
                    </a:cubicBezTo>
                    <a:cubicBezTo>
                      <a:pt x="780461" y="391639"/>
                      <a:pt x="778489" y="385381"/>
                      <a:pt x="775232" y="380409"/>
                    </a:cubicBezTo>
                    <a:cubicBezTo>
                      <a:pt x="774032" y="378694"/>
                      <a:pt x="773432" y="376894"/>
                      <a:pt x="773432" y="375008"/>
                    </a:cubicBezTo>
                    <a:cubicBezTo>
                      <a:pt x="773432" y="373122"/>
                      <a:pt x="774589" y="372179"/>
                      <a:pt x="776903" y="372179"/>
                    </a:cubicBezTo>
                    <a:cubicBezTo>
                      <a:pt x="779218" y="372179"/>
                      <a:pt x="782218" y="373337"/>
                      <a:pt x="785905" y="375651"/>
                    </a:cubicBezTo>
                    <a:cubicBezTo>
                      <a:pt x="789591" y="377966"/>
                      <a:pt x="791434" y="380409"/>
                      <a:pt x="791434" y="382981"/>
                    </a:cubicBezTo>
                    <a:cubicBezTo>
                      <a:pt x="791434" y="383667"/>
                      <a:pt x="791348" y="384438"/>
                      <a:pt x="791177" y="385295"/>
                    </a:cubicBezTo>
                    <a:cubicBezTo>
                      <a:pt x="790834" y="387353"/>
                      <a:pt x="790662" y="391468"/>
                      <a:pt x="790662" y="397640"/>
                    </a:cubicBezTo>
                    <a:cubicBezTo>
                      <a:pt x="798720" y="396268"/>
                      <a:pt x="809608" y="394125"/>
                      <a:pt x="823324" y="391210"/>
                    </a:cubicBezTo>
                    <a:cubicBezTo>
                      <a:pt x="823838" y="386581"/>
                      <a:pt x="824095" y="382809"/>
                      <a:pt x="824095" y="379895"/>
                    </a:cubicBezTo>
                    <a:cubicBezTo>
                      <a:pt x="824095" y="374751"/>
                      <a:pt x="823409" y="371194"/>
                      <a:pt x="822038" y="369222"/>
                    </a:cubicBezTo>
                    <a:cubicBezTo>
                      <a:pt x="820666" y="367250"/>
                      <a:pt x="819980" y="365579"/>
                      <a:pt x="819980" y="364207"/>
                    </a:cubicBezTo>
                    <a:cubicBezTo>
                      <a:pt x="819980" y="362150"/>
                      <a:pt x="820966" y="361121"/>
                      <a:pt x="822938" y="361121"/>
                    </a:cubicBezTo>
                    <a:close/>
                    <a:moveTo>
                      <a:pt x="581579" y="344147"/>
                    </a:moveTo>
                    <a:cubicBezTo>
                      <a:pt x="573178" y="344147"/>
                      <a:pt x="563234" y="345433"/>
                      <a:pt x="551747" y="348005"/>
                    </a:cubicBezTo>
                    <a:cubicBezTo>
                      <a:pt x="542146" y="350062"/>
                      <a:pt x="532287" y="351177"/>
                      <a:pt x="522172" y="351348"/>
                    </a:cubicBezTo>
                    <a:cubicBezTo>
                      <a:pt x="524229" y="357349"/>
                      <a:pt x="525944" y="365064"/>
                      <a:pt x="527315" y="374494"/>
                    </a:cubicBezTo>
                    <a:cubicBezTo>
                      <a:pt x="548061" y="369350"/>
                      <a:pt x="560191" y="366779"/>
                      <a:pt x="563705" y="366779"/>
                    </a:cubicBezTo>
                    <a:cubicBezTo>
                      <a:pt x="567220" y="366779"/>
                      <a:pt x="569878" y="367207"/>
                      <a:pt x="571678" y="368065"/>
                    </a:cubicBezTo>
                    <a:cubicBezTo>
                      <a:pt x="573478" y="368922"/>
                      <a:pt x="574378" y="369993"/>
                      <a:pt x="574378" y="371279"/>
                    </a:cubicBezTo>
                    <a:cubicBezTo>
                      <a:pt x="574378" y="372565"/>
                      <a:pt x="573564" y="373637"/>
                      <a:pt x="571935" y="374494"/>
                    </a:cubicBezTo>
                    <a:cubicBezTo>
                      <a:pt x="570306" y="375351"/>
                      <a:pt x="565763" y="376251"/>
                      <a:pt x="558305" y="377194"/>
                    </a:cubicBezTo>
                    <a:cubicBezTo>
                      <a:pt x="550847" y="378137"/>
                      <a:pt x="544632" y="378609"/>
                      <a:pt x="539660" y="378609"/>
                    </a:cubicBezTo>
                    <a:cubicBezTo>
                      <a:pt x="534688" y="378609"/>
                      <a:pt x="530830" y="378437"/>
                      <a:pt x="528087" y="378094"/>
                    </a:cubicBezTo>
                    <a:cubicBezTo>
                      <a:pt x="529287" y="385810"/>
                      <a:pt x="530315" y="393954"/>
                      <a:pt x="531173" y="402526"/>
                    </a:cubicBezTo>
                    <a:cubicBezTo>
                      <a:pt x="553633" y="398926"/>
                      <a:pt x="566106" y="397125"/>
                      <a:pt x="568592" y="397125"/>
                    </a:cubicBezTo>
                    <a:cubicBezTo>
                      <a:pt x="571078" y="397125"/>
                      <a:pt x="572835" y="397254"/>
                      <a:pt x="573864" y="397511"/>
                    </a:cubicBezTo>
                    <a:cubicBezTo>
                      <a:pt x="574892" y="397768"/>
                      <a:pt x="575750" y="397897"/>
                      <a:pt x="576436" y="397897"/>
                    </a:cubicBezTo>
                    <a:cubicBezTo>
                      <a:pt x="578493" y="397897"/>
                      <a:pt x="580165" y="396311"/>
                      <a:pt x="581450" y="393139"/>
                    </a:cubicBezTo>
                    <a:cubicBezTo>
                      <a:pt x="582736" y="389967"/>
                      <a:pt x="584494" y="383538"/>
                      <a:pt x="586723" y="373851"/>
                    </a:cubicBezTo>
                    <a:cubicBezTo>
                      <a:pt x="588951" y="364164"/>
                      <a:pt x="590066" y="357435"/>
                      <a:pt x="590066" y="353663"/>
                    </a:cubicBezTo>
                    <a:cubicBezTo>
                      <a:pt x="590066" y="349891"/>
                      <a:pt x="589466" y="347362"/>
                      <a:pt x="588266" y="346076"/>
                    </a:cubicBezTo>
                    <a:cubicBezTo>
                      <a:pt x="587065" y="344790"/>
                      <a:pt x="584837" y="344147"/>
                      <a:pt x="581579" y="344147"/>
                    </a:cubicBezTo>
                    <a:close/>
                    <a:moveTo>
                      <a:pt x="849298" y="341318"/>
                    </a:moveTo>
                    <a:cubicBezTo>
                      <a:pt x="852727" y="341318"/>
                      <a:pt x="855899" y="342261"/>
                      <a:pt x="858814" y="344147"/>
                    </a:cubicBezTo>
                    <a:cubicBezTo>
                      <a:pt x="861728" y="346033"/>
                      <a:pt x="863186" y="347405"/>
                      <a:pt x="863186" y="348262"/>
                    </a:cubicBezTo>
                    <a:cubicBezTo>
                      <a:pt x="863186" y="349977"/>
                      <a:pt x="859028" y="351434"/>
                      <a:pt x="850713" y="352634"/>
                    </a:cubicBezTo>
                    <a:cubicBezTo>
                      <a:pt x="842397" y="353834"/>
                      <a:pt x="827824" y="356320"/>
                      <a:pt x="806993" y="360092"/>
                    </a:cubicBezTo>
                    <a:cubicBezTo>
                      <a:pt x="786162" y="363864"/>
                      <a:pt x="772274" y="365750"/>
                      <a:pt x="765331" y="365750"/>
                    </a:cubicBezTo>
                    <a:cubicBezTo>
                      <a:pt x="758387" y="365750"/>
                      <a:pt x="753029" y="365407"/>
                      <a:pt x="749257" y="364721"/>
                    </a:cubicBezTo>
                    <a:cubicBezTo>
                      <a:pt x="749600" y="377237"/>
                      <a:pt x="748271" y="393353"/>
                      <a:pt x="745271" y="413070"/>
                    </a:cubicBezTo>
                    <a:cubicBezTo>
                      <a:pt x="742271" y="432787"/>
                      <a:pt x="737727" y="450275"/>
                      <a:pt x="731641" y="465534"/>
                    </a:cubicBezTo>
                    <a:cubicBezTo>
                      <a:pt x="725554" y="480793"/>
                      <a:pt x="719211" y="492066"/>
                      <a:pt x="712610" y="499352"/>
                    </a:cubicBezTo>
                    <a:cubicBezTo>
                      <a:pt x="706009" y="506639"/>
                      <a:pt x="699965" y="512683"/>
                      <a:pt x="694479" y="517483"/>
                    </a:cubicBezTo>
                    <a:cubicBezTo>
                      <a:pt x="688992" y="522284"/>
                      <a:pt x="685392" y="524684"/>
                      <a:pt x="683678" y="524684"/>
                    </a:cubicBezTo>
                    <a:cubicBezTo>
                      <a:pt x="682992" y="524684"/>
                      <a:pt x="682649" y="524427"/>
                      <a:pt x="682649" y="523913"/>
                    </a:cubicBezTo>
                    <a:cubicBezTo>
                      <a:pt x="682649" y="522027"/>
                      <a:pt x="684963" y="518340"/>
                      <a:pt x="689592" y="512854"/>
                    </a:cubicBezTo>
                    <a:cubicBezTo>
                      <a:pt x="705880" y="494337"/>
                      <a:pt x="717410" y="471492"/>
                      <a:pt x="724183" y="444317"/>
                    </a:cubicBezTo>
                    <a:cubicBezTo>
                      <a:pt x="730955" y="417142"/>
                      <a:pt x="734341" y="393954"/>
                      <a:pt x="734341" y="374751"/>
                    </a:cubicBezTo>
                    <a:cubicBezTo>
                      <a:pt x="734341" y="370122"/>
                      <a:pt x="733998" y="366650"/>
                      <a:pt x="733312" y="364336"/>
                    </a:cubicBezTo>
                    <a:cubicBezTo>
                      <a:pt x="732626" y="362021"/>
                      <a:pt x="732284" y="359878"/>
                      <a:pt x="732284" y="357906"/>
                    </a:cubicBezTo>
                    <a:cubicBezTo>
                      <a:pt x="732284" y="355935"/>
                      <a:pt x="733184" y="354949"/>
                      <a:pt x="734984" y="354949"/>
                    </a:cubicBezTo>
                    <a:cubicBezTo>
                      <a:pt x="736784" y="354949"/>
                      <a:pt x="739399" y="355806"/>
                      <a:pt x="742828" y="357520"/>
                    </a:cubicBezTo>
                    <a:cubicBezTo>
                      <a:pt x="760658" y="358721"/>
                      <a:pt x="789891" y="354263"/>
                      <a:pt x="830524" y="344147"/>
                    </a:cubicBezTo>
                    <a:cubicBezTo>
                      <a:pt x="837725" y="342261"/>
                      <a:pt x="843983" y="341318"/>
                      <a:pt x="849298" y="341318"/>
                    </a:cubicBezTo>
                    <a:close/>
                    <a:moveTo>
                      <a:pt x="458649" y="340032"/>
                    </a:moveTo>
                    <a:cubicBezTo>
                      <a:pt x="463964" y="340032"/>
                      <a:pt x="469965" y="341447"/>
                      <a:pt x="476652" y="344276"/>
                    </a:cubicBezTo>
                    <a:cubicBezTo>
                      <a:pt x="483338" y="347105"/>
                      <a:pt x="486681" y="351777"/>
                      <a:pt x="486681" y="358292"/>
                    </a:cubicBezTo>
                    <a:cubicBezTo>
                      <a:pt x="486681" y="361549"/>
                      <a:pt x="486081" y="364121"/>
                      <a:pt x="484881" y="366007"/>
                    </a:cubicBezTo>
                    <a:cubicBezTo>
                      <a:pt x="483681" y="367893"/>
                      <a:pt x="482138" y="368836"/>
                      <a:pt x="480252" y="368836"/>
                    </a:cubicBezTo>
                    <a:cubicBezTo>
                      <a:pt x="478366" y="368836"/>
                      <a:pt x="476094" y="367465"/>
                      <a:pt x="473437" y="364721"/>
                    </a:cubicBezTo>
                    <a:cubicBezTo>
                      <a:pt x="470779" y="361978"/>
                      <a:pt x="467093" y="357692"/>
                      <a:pt x="462378" y="351863"/>
                    </a:cubicBezTo>
                    <a:cubicBezTo>
                      <a:pt x="457664" y="346033"/>
                      <a:pt x="455306" y="342604"/>
                      <a:pt x="455306" y="341576"/>
                    </a:cubicBezTo>
                    <a:cubicBezTo>
                      <a:pt x="455306" y="340547"/>
                      <a:pt x="456420" y="340032"/>
                      <a:pt x="458649" y="340032"/>
                    </a:cubicBezTo>
                    <a:close/>
                    <a:moveTo>
                      <a:pt x="591866" y="332317"/>
                    </a:moveTo>
                    <a:cubicBezTo>
                      <a:pt x="593923" y="332317"/>
                      <a:pt x="598595" y="334589"/>
                      <a:pt x="605882" y="339132"/>
                    </a:cubicBezTo>
                    <a:cubicBezTo>
                      <a:pt x="613169" y="343676"/>
                      <a:pt x="616812" y="346676"/>
                      <a:pt x="616812" y="348134"/>
                    </a:cubicBezTo>
                    <a:cubicBezTo>
                      <a:pt x="616812" y="349591"/>
                      <a:pt x="616426" y="350791"/>
                      <a:pt x="615655" y="351734"/>
                    </a:cubicBezTo>
                    <a:cubicBezTo>
                      <a:pt x="614883" y="352677"/>
                      <a:pt x="613469" y="354220"/>
                      <a:pt x="611411" y="356363"/>
                    </a:cubicBezTo>
                    <a:cubicBezTo>
                      <a:pt x="609354" y="358506"/>
                      <a:pt x="607597" y="361378"/>
                      <a:pt x="606139" y="364978"/>
                    </a:cubicBezTo>
                    <a:cubicBezTo>
                      <a:pt x="604682" y="368579"/>
                      <a:pt x="602582" y="374365"/>
                      <a:pt x="599838" y="382338"/>
                    </a:cubicBezTo>
                    <a:cubicBezTo>
                      <a:pt x="597095" y="390310"/>
                      <a:pt x="594523" y="396697"/>
                      <a:pt x="592123" y="401497"/>
                    </a:cubicBezTo>
                    <a:cubicBezTo>
                      <a:pt x="589723" y="406298"/>
                      <a:pt x="587323" y="408698"/>
                      <a:pt x="584922" y="408698"/>
                    </a:cubicBezTo>
                    <a:cubicBezTo>
                      <a:pt x="583551" y="408698"/>
                      <a:pt x="582222" y="407927"/>
                      <a:pt x="580936" y="406384"/>
                    </a:cubicBezTo>
                    <a:cubicBezTo>
                      <a:pt x="579650" y="404841"/>
                      <a:pt x="577550" y="404069"/>
                      <a:pt x="574635" y="404069"/>
                    </a:cubicBezTo>
                    <a:cubicBezTo>
                      <a:pt x="568806" y="404069"/>
                      <a:pt x="554147" y="405955"/>
                      <a:pt x="530658" y="409727"/>
                    </a:cubicBezTo>
                    <a:cubicBezTo>
                      <a:pt x="529973" y="412470"/>
                      <a:pt x="528987" y="413842"/>
                      <a:pt x="527701" y="413842"/>
                    </a:cubicBezTo>
                    <a:cubicBezTo>
                      <a:pt x="526415" y="413842"/>
                      <a:pt x="525343" y="412856"/>
                      <a:pt x="524486" y="410884"/>
                    </a:cubicBezTo>
                    <a:cubicBezTo>
                      <a:pt x="523629" y="408913"/>
                      <a:pt x="522386" y="403426"/>
                      <a:pt x="520757" y="394425"/>
                    </a:cubicBezTo>
                    <a:cubicBezTo>
                      <a:pt x="519128" y="385424"/>
                      <a:pt x="517028" y="376251"/>
                      <a:pt x="514456" y="366907"/>
                    </a:cubicBezTo>
                    <a:cubicBezTo>
                      <a:pt x="511885" y="357563"/>
                      <a:pt x="509913" y="352120"/>
                      <a:pt x="508541" y="350577"/>
                    </a:cubicBezTo>
                    <a:cubicBezTo>
                      <a:pt x="505455" y="346805"/>
                      <a:pt x="503912" y="344233"/>
                      <a:pt x="503912" y="342861"/>
                    </a:cubicBezTo>
                    <a:cubicBezTo>
                      <a:pt x="503912" y="342004"/>
                      <a:pt x="504727" y="341576"/>
                      <a:pt x="506355" y="341576"/>
                    </a:cubicBezTo>
                    <a:cubicBezTo>
                      <a:pt x="507984" y="341576"/>
                      <a:pt x="511713" y="342861"/>
                      <a:pt x="517542" y="345433"/>
                    </a:cubicBezTo>
                    <a:cubicBezTo>
                      <a:pt x="530401" y="344919"/>
                      <a:pt x="544074" y="343247"/>
                      <a:pt x="558562" y="340418"/>
                    </a:cubicBezTo>
                    <a:cubicBezTo>
                      <a:pt x="573049" y="337589"/>
                      <a:pt x="580979" y="335832"/>
                      <a:pt x="582351" y="335146"/>
                    </a:cubicBezTo>
                    <a:cubicBezTo>
                      <a:pt x="586637" y="333260"/>
                      <a:pt x="589809" y="332317"/>
                      <a:pt x="591866" y="332317"/>
                    </a:cubicBezTo>
                    <a:close/>
                    <a:moveTo>
                      <a:pt x="9418" y="329873"/>
                    </a:moveTo>
                    <a:lnTo>
                      <a:pt x="140517" y="329873"/>
                    </a:lnTo>
                    <a:lnTo>
                      <a:pt x="130722" y="374075"/>
                    </a:lnTo>
                    <a:lnTo>
                      <a:pt x="118667" y="374075"/>
                    </a:lnTo>
                    <a:cubicBezTo>
                      <a:pt x="118667" y="365955"/>
                      <a:pt x="118458" y="359864"/>
                      <a:pt x="118039" y="355804"/>
                    </a:cubicBezTo>
                    <a:cubicBezTo>
                      <a:pt x="117621" y="351744"/>
                      <a:pt x="116826" y="348646"/>
                      <a:pt x="115654" y="346512"/>
                    </a:cubicBezTo>
                    <a:cubicBezTo>
                      <a:pt x="114482" y="344377"/>
                      <a:pt x="113037" y="342912"/>
                      <a:pt x="111321" y="342117"/>
                    </a:cubicBezTo>
                    <a:cubicBezTo>
                      <a:pt x="109605" y="341321"/>
                      <a:pt x="106570" y="340924"/>
                      <a:pt x="102217" y="340924"/>
                    </a:cubicBezTo>
                    <a:lnTo>
                      <a:pt x="83632" y="340924"/>
                    </a:lnTo>
                    <a:lnTo>
                      <a:pt x="56383" y="464739"/>
                    </a:lnTo>
                    <a:cubicBezTo>
                      <a:pt x="55629" y="468004"/>
                      <a:pt x="55106" y="470599"/>
                      <a:pt x="54813" y="472525"/>
                    </a:cubicBezTo>
                    <a:cubicBezTo>
                      <a:pt x="54520" y="474450"/>
                      <a:pt x="54269" y="476480"/>
                      <a:pt x="54060" y="478615"/>
                    </a:cubicBezTo>
                    <a:cubicBezTo>
                      <a:pt x="53850" y="480750"/>
                      <a:pt x="53746" y="482654"/>
                      <a:pt x="53746" y="484329"/>
                    </a:cubicBezTo>
                    <a:cubicBezTo>
                      <a:pt x="53746" y="486924"/>
                      <a:pt x="54164" y="488954"/>
                      <a:pt x="55001" y="490419"/>
                    </a:cubicBezTo>
                    <a:cubicBezTo>
                      <a:pt x="55839" y="491884"/>
                      <a:pt x="57094" y="492951"/>
                      <a:pt x="58769" y="493621"/>
                    </a:cubicBezTo>
                    <a:cubicBezTo>
                      <a:pt x="60443" y="494291"/>
                      <a:pt x="63331" y="494793"/>
                      <a:pt x="67433" y="495128"/>
                    </a:cubicBezTo>
                    <a:lnTo>
                      <a:pt x="66052" y="501281"/>
                    </a:lnTo>
                    <a:lnTo>
                      <a:pt x="13185" y="501281"/>
                    </a:lnTo>
                    <a:lnTo>
                      <a:pt x="14567" y="495128"/>
                    </a:lnTo>
                    <a:cubicBezTo>
                      <a:pt x="17915" y="494626"/>
                      <a:pt x="20385" y="493956"/>
                      <a:pt x="21976" y="493119"/>
                    </a:cubicBezTo>
                    <a:cubicBezTo>
                      <a:pt x="23566" y="492282"/>
                      <a:pt x="24968" y="490984"/>
                      <a:pt x="26182" y="489226"/>
                    </a:cubicBezTo>
                    <a:cubicBezTo>
                      <a:pt x="27396" y="487468"/>
                      <a:pt x="28610" y="484705"/>
                      <a:pt x="29824" y="480938"/>
                    </a:cubicBezTo>
                    <a:cubicBezTo>
                      <a:pt x="31038" y="477171"/>
                      <a:pt x="32482" y="471478"/>
                      <a:pt x="34156" y="463860"/>
                    </a:cubicBezTo>
                    <a:lnTo>
                      <a:pt x="61029" y="340924"/>
                    </a:lnTo>
                    <a:lnTo>
                      <a:pt x="45081" y="340924"/>
                    </a:lnTo>
                    <a:cubicBezTo>
                      <a:pt x="39891" y="340924"/>
                      <a:pt x="35747" y="341677"/>
                      <a:pt x="32649" y="343184"/>
                    </a:cubicBezTo>
                    <a:cubicBezTo>
                      <a:pt x="29552" y="344691"/>
                      <a:pt x="26454" y="347495"/>
                      <a:pt x="23357" y="351597"/>
                    </a:cubicBezTo>
                    <a:cubicBezTo>
                      <a:pt x="20259" y="355699"/>
                      <a:pt x="16492" y="362564"/>
                      <a:pt x="12055" y="372191"/>
                    </a:cubicBezTo>
                    <a:lnTo>
                      <a:pt x="0" y="372191"/>
                    </a:lnTo>
                    <a:close/>
                    <a:moveTo>
                      <a:pt x="788348" y="315087"/>
                    </a:moveTo>
                    <a:cubicBezTo>
                      <a:pt x="795891" y="315087"/>
                      <a:pt x="802278" y="316801"/>
                      <a:pt x="807507" y="320230"/>
                    </a:cubicBezTo>
                    <a:cubicBezTo>
                      <a:pt x="812736" y="323659"/>
                      <a:pt x="815351" y="328288"/>
                      <a:pt x="815351" y="334117"/>
                    </a:cubicBezTo>
                    <a:cubicBezTo>
                      <a:pt x="815351" y="336689"/>
                      <a:pt x="814751" y="338747"/>
                      <a:pt x="813551" y="340290"/>
                    </a:cubicBezTo>
                    <a:cubicBezTo>
                      <a:pt x="812351" y="341833"/>
                      <a:pt x="810893" y="342604"/>
                      <a:pt x="809179" y="342604"/>
                    </a:cubicBezTo>
                    <a:cubicBezTo>
                      <a:pt x="807464" y="342604"/>
                      <a:pt x="805707" y="342004"/>
                      <a:pt x="803907" y="340804"/>
                    </a:cubicBezTo>
                    <a:cubicBezTo>
                      <a:pt x="802107" y="339604"/>
                      <a:pt x="798035" y="335746"/>
                      <a:pt x="791691" y="329231"/>
                    </a:cubicBezTo>
                    <a:cubicBezTo>
                      <a:pt x="785347" y="322716"/>
                      <a:pt x="782176" y="318730"/>
                      <a:pt x="782176" y="317273"/>
                    </a:cubicBezTo>
                    <a:cubicBezTo>
                      <a:pt x="782176" y="315815"/>
                      <a:pt x="784233" y="315087"/>
                      <a:pt x="788348" y="315087"/>
                    </a:cubicBezTo>
                    <a:close/>
                    <a:moveTo>
                      <a:pt x="178733" y="192984"/>
                    </a:moveTo>
                    <a:lnTo>
                      <a:pt x="178733" y="243027"/>
                    </a:lnTo>
                    <a:cubicBezTo>
                      <a:pt x="180842" y="243213"/>
                      <a:pt x="183276" y="243353"/>
                      <a:pt x="186035" y="243446"/>
                    </a:cubicBezTo>
                    <a:cubicBezTo>
                      <a:pt x="188795" y="243539"/>
                      <a:pt x="191787" y="243585"/>
                      <a:pt x="195012" y="243585"/>
                    </a:cubicBezTo>
                    <a:cubicBezTo>
                      <a:pt x="200717" y="243585"/>
                      <a:pt x="205678" y="243136"/>
                      <a:pt x="209894" y="242237"/>
                    </a:cubicBezTo>
                    <a:cubicBezTo>
                      <a:pt x="214111" y="241337"/>
                      <a:pt x="217599" y="239865"/>
                      <a:pt x="220359" y="237818"/>
                    </a:cubicBezTo>
                    <a:cubicBezTo>
                      <a:pt x="223118" y="235772"/>
                      <a:pt x="225180" y="233105"/>
                      <a:pt x="226544" y="229819"/>
                    </a:cubicBezTo>
                    <a:cubicBezTo>
                      <a:pt x="227909" y="226532"/>
                      <a:pt x="228591" y="222532"/>
                      <a:pt x="228591" y="217819"/>
                    </a:cubicBezTo>
                    <a:cubicBezTo>
                      <a:pt x="228591" y="213417"/>
                      <a:pt x="227909" y="209649"/>
                      <a:pt x="226544" y="206518"/>
                    </a:cubicBezTo>
                    <a:cubicBezTo>
                      <a:pt x="225180" y="203386"/>
                      <a:pt x="223087" y="200813"/>
                      <a:pt x="220266" y="198797"/>
                    </a:cubicBezTo>
                    <a:cubicBezTo>
                      <a:pt x="217444" y="196782"/>
                      <a:pt x="213832" y="195309"/>
                      <a:pt x="209429" y="194379"/>
                    </a:cubicBezTo>
                    <a:cubicBezTo>
                      <a:pt x="205026" y="193449"/>
                      <a:pt x="199786" y="192984"/>
                      <a:pt x="193709" y="192984"/>
                    </a:cubicBezTo>
                    <a:close/>
                    <a:moveTo>
                      <a:pt x="331729" y="171278"/>
                    </a:moveTo>
                    <a:cubicBezTo>
                      <a:pt x="335672" y="171278"/>
                      <a:pt x="339101" y="172735"/>
                      <a:pt x="342016" y="175650"/>
                    </a:cubicBezTo>
                    <a:cubicBezTo>
                      <a:pt x="344930" y="178565"/>
                      <a:pt x="346388" y="181994"/>
                      <a:pt x="346388" y="185937"/>
                    </a:cubicBezTo>
                    <a:cubicBezTo>
                      <a:pt x="346388" y="189880"/>
                      <a:pt x="344930" y="193267"/>
                      <a:pt x="342016" y="196095"/>
                    </a:cubicBezTo>
                    <a:cubicBezTo>
                      <a:pt x="339101" y="198924"/>
                      <a:pt x="335672" y="200339"/>
                      <a:pt x="331729" y="200339"/>
                    </a:cubicBezTo>
                    <a:cubicBezTo>
                      <a:pt x="327785" y="200339"/>
                      <a:pt x="324356" y="198924"/>
                      <a:pt x="321442" y="196095"/>
                    </a:cubicBezTo>
                    <a:cubicBezTo>
                      <a:pt x="318527" y="193267"/>
                      <a:pt x="317070" y="189880"/>
                      <a:pt x="317070" y="185937"/>
                    </a:cubicBezTo>
                    <a:cubicBezTo>
                      <a:pt x="317070" y="181994"/>
                      <a:pt x="318527" y="178565"/>
                      <a:pt x="321442" y="175650"/>
                    </a:cubicBezTo>
                    <a:cubicBezTo>
                      <a:pt x="324356" y="172735"/>
                      <a:pt x="327785" y="171278"/>
                      <a:pt x="331729" y="171278"/>
                    </a:cubicBezTo>
                    <a:close/>
                    <a:moveTo>
                      <a:pt x="1926214" y="148904"/>
                    </a:moveTo>
                    <a:lnTo>
                      <a:pt x="1903325" y="154047"/>
                    </a:lnTo>
                    <a:cubicBezTo>
                      <a:pt x="1898525" y="164677"/>
                      <a:pt x="1896124" y="170635"/>
                      <a:pt x="1896124" y="171921"/>
                    </a:cubicBezTo>
                    <a:cubicBezTo>
                      <a:pt x="1896124" y="173207"/>
                      <a:pt x="1897582" y="174364"/>
                      <a:pt x="1900496" y="175393"/>
                    </a:cubicBezTo>
                    <a:cubicBezTo>
                      <a:pt x="1905640" y="177279"/>
                      <a:pt x="1909926" y="179336"/>
                      <a:pt x="1913355" y="181565"/>
                    </a:cubicBezTo>
                    <a:cubicBezTo>
                      <a:pt x="1919013" y="171792"/>
                      <a:pt x="1923299" y="160905"/>
                      <a:pt x="1926214" y="148904"/>
                    </a:cubicBezTo>
                    <a:close/>
                    <a:moveTo>
                      <a:pt x="198174" y="136987"/>
                    </a:moveTo>
                    <a:cubicBezTo>
                      <a:pt x="196748" y="136987"/>
                      <a:pt x="195182" y="137003"/>
                      <a:pt x="193477" y="137034"/>
                    </a:cubicBezTo>
                    <a:cubicBezTo>
                      <a:pt x="191771" y="137065"/>
                      <a:pt x="190066" y="137096"/>
                      <a:pt x="188361" y="137127"/>
                    </a:cubicBezTo>
                    <a:cubicBezTo>
                      <a:pt x="186655" y="137158"/>
                      <a:pt x="184966" y="137189"/>
                      <a:pt x="183291" y="137220"/>
                    </a:cubicBezTo>
                    <a:cubicBezTo>
                      <a:pt x="181617" y="137251"/>
                      <a:pt x="180098" y="137297"/>
                      <a:pt x="178733" y="137359"/>
                    </a:cubicBezTo>
                    <a:lnTo>
                      <a:pt x="178733" y="182845"/>
                    </a:lnTo>
                    <a:lnTo>
                      <a:pt x="196314" y="182845"/>
                    </a:lnTo>
                    <a:cubicBezTo>
                      <a:pt x="206236" y="182845"/>
                      <a:pt x="213832" y="180705"/>
                      <a:pt x="219103" y="176427"/>
                    </a:cubicBezTo>
                    <a:cubicBezTo>
                      <a:pt x="224374" y="172148"/>
                      <a:pt x="227010" y="165854"/>
                      <a:pt x="227010" y="157544"/>
                    </a:cubicBezTo>
                    <a:cubicBezTo>
                      <a:pt x="227010" y="153947"/>
                      <a:pt x="226358" y="150847"/>
                      <a:pt x="225056" y="148242"/>
                    </a:cubicBezTo>
                    <a:cubicBezTo>
                      <a:pt x="223754" y="145638"/>
                      <a:pt x="221863" y="143498"/>
                      <a:pt x="219382" y="141824"/>
                    </a:cubicBezTo>
                    <a:cubicBezTo>
                      <a:pt x="216902" y="140150"/>
                      <a:pt x="213879" y="138925"/>
                      <a:pt x="210313" y="138150"/>
                    </a:cubicBezTo>
                    <a:cubicBezTo>
                      <a:pt x="206747" y="137375"/>
                      <a:pt x="202701" y="136987"/>
                      <a:pt x="198174" y="136987"/>
                    </a:cubicBezTo>
                    <a:close/>
                    <a:moveTo>
                      <a:pt x="1450954" y="131416"/>
                    </a:moveTo>
                    <a:cubicBezTo>
                      <a:pt x="1453526" y="131416"/>
                      <a:pt x="1457684" y="132788"/>
                      <a:pt x="1463427" y="135531"/>
                    </a:cubicBezTo>
                    <a:cubicBezTo>
                      <a:pt x="1469171" y="138274"/>
                      <a:pt x="1472043" y="140503"/>
                      <a:pt x="1472043" y="142217"/>
                    </a:cubicBezTo>
                    <a:cubicBezTo>
                      <a:pt x="1472043" y="143932"/>
                      <a:pt x="1470285" y="145946"/>
                      <a:pt x="1466771" y="148261"/>
                    </a:cubicBezTo>
                    <a:cubicBezTo>
                      <a:pt x="1463256" y="150575"/>
                      <a:pt x="1460041" y="154305"/>
                      <a:pt x="1457126" y="159448"/>
                    </a:cubicBezTo>
                    <a:cubicBezTo>
                      <a:pt x="1452498" y="166135"/>
                      <a:pt x="1446754" y="172907"/>
                      <a:pt x="1439896" y="179765"/>
                    </a:cubicBezTo>
                    <a:cubicBezTo>
                      <a:pt x="1453783" y="187823"/>
                      <a:pt x="1463127" y="193009"/>
                      <a:pt x="1467928" y="195324"/>
                    </a:cubicBezTo>
                    <a:cubicBezTo>
                      <a:pt x="1472728" y="197639"/>
                      <a:pt x="1479201" y="199996"/>
                      <a:pt x="1487345" y="202396"/>
                    </a:cubicBezTo>
                    <a:cubicBezTo>
                      <a:pt x="1495488" y="204797"/>
                      <a:pt x="1504361" y="206897"/>
                      <a:pt x="1513962" y="208697"/>
                    </a:cubicBezTo>
                    <a:cubicBezTo>
                      <a:pt x="1523564" y="210497"/>
                      <a:pt x="1532479" y="211826"/>
                      <a:pt x="1540708" y="212683"/>
                    </a:cubicBezTo>
                    <a:cubicBezTo>
                      <a:pt x="1548938" y="213541"/>
                      <a:pt x="1553053" y="214826"/>
                      <a:pt x="1553053" y="216541"/>
                    </a:cubicBezTo>
                    <a:cubicBezTo>
                      <a:pt x="1553053" y="217398"/>
                      <a:pt x="1552110" y="218213"/>
                      <a:pt x="1550224" y="218984"/>
                    </a:cubicBezTo>
                    <a:cubicBezTo>
                      <a:pt x="1548338" y="219756"/>
                      <a:pt x="1541652" y="221427"/>
                      <a:pt x="1530164" y="223999"/>
                    </a:cubicBezTo>
                    <a:cubicBezTo>
                      <a:pt x="1518677" y="226571"/>
                      <a:pt x="1509419" y="227857"/>
                      <a:pt x="1502390" y="227857"/>
                    </a:cubicBezTo>
                    <a:cubicBezTo>
                      <a:pt x="1495360" y="227857"/>
                      <a:pt x="1489016" y="225799"/>
                      <a:pt x="1483358" y="221684"/>
                    </a:cubicBezTo>
                    <a:lnTo>
                      <a:pt x="1432952" y="187223"/>
                    </a:lnTo>
                    <a:cubicBezTo>
                      <a:pt x="1423351" y="195453"/>
                      <a:pt x="1410278" y="202268"/>
                      <a:pt x="1393733" y="207668"/>
                    </a:cubicBezTo>
                    <a:cubicBezTo>
                      <a:pt x="1377188" y="213069"/>
                      <a:pt x="1362229" y="215769"/>
                      <a:pt x="1348856" y="215769"/>
                    </a:cubicBezTo>
                    <a:cubicBezTo>
                      <a:pt x="1343884" y="215769"/>
                      <a:pt x="1341398" y="215169"/>
                      <a:pt x="1341398" y="213969"/>
                    </a:cubicBezTo>
                    <a:cubicBezTo>
                      <a:pt x="1341398" y="212769"/>
                      <a:pt x="1344141" y="211655"/>
                      <a:pt x="1349627" y="210626"/>
                    </a:cubicBezTo>
                    <a:cubicBezTo>
                      <a:pt x="1381346" y="203768"/>
                      <a:pt x="1405692" y="193652"/>
                      <a:pt x="1422665" y="180279"/>
                    </a:cubicBezTo>
                    <a:cubicBezTo>
                      <a:pt x="1411006" y="172907"/>
                      <a:pt x="1398919" y="167078"/>
                      <a:pt x="1386403" y="162791"/>
                    </a:cubicBezTo>
                    <a:cubicBezTo>
                      <a:pt x="1383489" y="161934"/>
                      <a:pt x="1382031" y="160991"/>
                      <a:pt x="1382031" y="159962"/>
                    </a:cubicBezTo>
                    <a:cubicBezTo>
                      <a:pt x="1382031" y="158934"/>
                      <a:pt x="1384389" y="158419"/>
                      <a:pt x="1389104" y="158419"/>
                    </a:cubicBezTo>
                    <a:cubicBezTo>
                      <a:pt x="1393819" y="158419"/>
                      <a:pt x="1398876" y="159405"/>
                      <a:pt x="1404277" y="161377"/>
                    </a:cubicBezTo>
                    <a:cubicBezTo>
                      <a:pt x="1409678" y="163349"/>
                      <a:pt x="1418036" y="167592"/>
                      <a:pt x="1429352" y="174107"/>
                    </a:cubicBezTo>
                    <a:cubicBezTo>
                      <a:pt x="1433124" y="169992"/>
                      <a:pt x="1437024" y="164420"/>
                      <a:pt x="1441053" y="157391"/>
                    </a:cubicBezTo>
                    <a:cubicBezTo>
                      <a:pt x="1445082" y="150361"/>
                      <a:pt x="1447097" y="146118"/>
                      <a:pt x="1447097" y="144660"/>
                    </a:cubicBezTo>
                    <a:cubicBezTo>
                      <a:pt x="1447097" y="143203"/>
                      <a:pt x="1445597" y="142474"/>
                      <a:pt x="1442596" y="142474"/>
                    </a:cubicBezTo>
                    <a:cubicBezTo>
                      <a:pt x="1439596" y="142474"/>
                      <a:pt x="1431666" y="144018"/>
                      <a:pt x="1418808" y="147104"/>
                    </a:cubicBezTo>
                    <a:cubicBezTo>
                      <a:pt x="1405949" y="150190"/>
                      <a:pt x="1396819" y="151733"/>
                      <a:pt x="1391418" y="151733"/>
                    </a:cubicBezTo>
                    <a:cubicBezTo>
                      <a:pt x="1386018" y="151733"/>
                      <a:pt x="1381646" y="151133"/>
                      <a:pt x="1378302" y="149933"/>
                    </a:cubicBezTo>
                    <a:cubicBezTo>
                      <a:pt x="1374959" y="148732"/>
                      <a:pt x="1373288" y="147704"/>
                      <a:pt x="1373288" y="146846"/>
                    </a:cubicBezTo>
                    <a:cubicBezTo>
                      <a:pt x="1373288" y="145989"/>
                      <a:pt x="1375688" y="145389"/>
                      <a:pt x="1380488" y="145046"/>
                    </a:cubicBezTo>
                    <a:cubicBezTo>
                      <a:pt x="1389061" y="144703"/>
                      <a:pt x="1400377" y="143203"/>
                      <a:pt x="1414436" y="140546"/>
                    </a:cubicBezTo>
                    <a:cubicBezTo>
                      <a:pt x="1428494" y="137888"/>
                      <a:pt x="1437453" y="135702"/>
                      <a:pt x="1441310" y="133988"/>
                    </a:cubicBezTo>
                    <a:cubicBezTo>
                      <a:pt x="1445168" y="132273"/>
                      <a:pt x="1448383" y="131416"/>
                      <a:pt x="1450954" y="131416"/>
                    </a:cubicBezTo>
                    <a:close/>
                    <a:moveTo>
                      <a:pt x="945863" y="130644"/>
                    </a:moveTo>
                    <a:cubicBezTo>
                      <a:pt x="948092" y="130644"/>
                      <a:pt x="955378" y="133516"/>
                      <a:pt x="967722" y="139260"/>
                    </a:cubicBezTo>
                    <a:cubicBezTo>
                      <a:pt x="980067" y="145003"/>
                      <a:pt x="988296" y="151133"/>
                      <a:pt x="992411" y="157648"/>
                    </a:cubicBezTo>
                    <a:cubicBezTo>
                      <a:pt x="996526" y="164163"/>
                      <a:pt x="998584" y="171064"/>
                      <a:pt x="998584" y="178350"/>
                    </a:cubicBezTo>
                    <a:cubicBezTo>
                      <a:pt x="998584" y="185637"/>
                      <a:pt x="996826" y="189280"/>
                      <a:pt x="993311" y="189280"/>
                    </a:cubicBezTo>
                    <a:cubicBezTo>
                      <a:pt x="989797" y="189280"/>
                      <a:pt x="985553" y="185937"/>
                      <a:pt x="980581" y="179251"/>
                    </a:cubicBezTo>
                    <a:cubicBezTo>
                      <a:pt x="975609" y="172564"/>
                      <a:pt x="970123" y="165363"/>
                      <a:pt x="964122" y="157648"/>
                    </a:cubicBezTo>
                    <a:cubicBezTo>
                      <a:pt x="958121" y="149933"/>
                      <a:pt x="953321" y="144018"/>
                      <a:pt x="949720" y="139903"/>
                    </a:cubicBezTo>
                    <a:cubicBezTo>
                      <a:pt x="946120" y="135788"/>
                      <a:pt x="944320" y="133216"/>
                      <a:pt x="944320" y="132187"/>
                    </a:cubicBezTo>
                    <a:cubicBezTo>
                      <a:pt x="944320" y="131159"/>
                      <a:pt x="944834" y="130644"/>
                      <a:pt x="945863" y="130644"/>
                    </a:cubicBezTo>
                    <a:close/>
                    <a:moveTo>
                      <a:pt x="146921" y="126662"/>
                    </a:moveTo>
                    <a:lnTo>
                      <a:pt x="202732" y="126662"/>
                    </a:lnTo>
                    <a:cubicBezTo>
                      <a:pt x="210794" y="126662"/>
                      <a:pt x="217708" y="127267"/>
                      <a:pt x="223475" y="128476"/>
                    </a:cubicBezTo>
                    <a:cubicBezTo>
                      <a:pt x="229242" y="129685"/>
                      <a:pt x="233970" y="131499"/>
                      <a:pt x="237660" y="133918"/>
                    </a:cubicBezTo>
                    <a:cubicBezTo>
                      <a:pt x="241350" y="136336"/>
                      <a:pt x="244063" y="139344"/>
                      <a:pt x="245799" y="142940"/>
                    </a:cubicBezTo>
                    <a:cubicBezTo>
                      <a:pt x="247535" y="146537"/>
                      <a:pt x="248404" y="150754"/>
                      <a:pt x="248404" y="155591"/>
                    </a:cubicBezTo>
                    <a:cubicBezTo>
                      <a:pt x="248404" y="162908"/>
                      <a:pt x="246264" y="169032"/>
                      <a:pt x="241985" y="173962"/>
                    </a:cubicBezTo>
                    <a:cubicBezTo>
                      <a:pt x="237707" y="178892"/>
                      <a:pt x="231567" y="182969"/>
                      <a:pt x="223568" y="186193"/>
                    </a:cubicBezTo>
                    <a:lnTo>
                      <a:pt x="223568" y="187310"/>
                    </a:lnTo>
                    <a:cubicBezTo>
                      <a:pt x="232374" y="190100"/>
                      <a:pt x="238962" y="194022"/>
                      <a:pt x="243334" y="199076"/>
                    </a:cubicBezTo>
                    <a:cubicBezTo>
                      <a:pt x="247706" y="204130"/>
                      <a:pt x="249892" y="210254"/>
                      <a:pt x="249892" y="217447"/>
                    </a:cubicBezTo>
                    <a:cubicBezTo>
                      <a:pt x="249892" y="229788"/>
                      <a:pt x="245582" y="238903"/>
                      <a:pt x="236962" y="244795"/>
                    </a:cubicBezTo>
                    <a:cubicBezTo>
                      <a:pt x="228343" y="250686"/>
                      <a:pt x="215909" y="253631"/>
                      <a:pt x="199662" y="253631"/>
                    </a:cubicBezTo>
                    <a:lnTo>
                      <a:pt x="146921" y="253631"/>
                    </a:lnTo>
                    <a:lnTo>
                      <a:pt x="146921" y="247678"/>
                    </a:lnTo>
                    <a:cubicBezTo>
                      <a:pt x="149898" y="246748"/>
                      <a:pt x="152192" y="245988"/>
                      <a:pt x="153805" y="245399"/>
                    </a:cubicBezTo>
                    <a:cubicBezTo>
                      <a:pt x="155417" y="244810"/>
                      <a:pt x="156595" y="243973"/>
                      <a:pt x="157339" y="242888"/>
                    </a:cubicBezTo>
                    <a:cubicBezTo>
                      <a:pt x="158084" y="241803"/>
                      <a:pt x="158502" y="240283"/>
                      <a:pt x="158595" y="238330"/>
                    </a:cubicBezTo>
                    <a:cubicBezTo>
                      <a:pt x="158688" y="236376"/>
                      <a:pt x="158735" y="233570"/>
                      <a:pt x="158735" y="229912"/>
                    </a:cubicBezTo>
                    <a:lnTo>
                      <a:pt x="158735" y="150382"/>
                    </a:lnTo>
                    <a:cubicBezTo>
                      <a:pt x="158735" y="146599"/>
                      <a:pt x="158657" y="143731"/>
                      <a:pt x="158502" y="141778"/>
                    </a:cubicBezTo>
                    <a:cubicBezTo>
                      <a:pt x="158347" y="139824"/>
                      <a:pt x="157898" y="138336"/>
                      <a:pt x="157153" y="137313"/>
                    </a:cubicBezTo>
                    <a:cubicBezTo>
                      <a:pt x="156409" y="136290"/>
                      <a:pt x="155246" y="135514"/>
                      <a:pt x="153665" y="134987"/>
                    </a:cubicBezTo>
                    <a:cubicBezTo>
                      <a:pt x="152084" y="134460"/>
                      <a:pt x="149836" y="133732"/>
                      <a:pt x="146921" y="132801"/>
                    </a:cubicBezTo>
                    <a:close/>
                    <a:moveTo>
                      <a:pt x="857137" y="122929"/>
                    </a:moveTo>
                    <a:cubicBezTo>
                      <a:pt x="858338" y="122929"/>
                      <a:pt x="859580" y="124129"/>
                      <a:pt x="860866" y="126530"/>
                    </a:cubicBezTo>
                    <a:cubicBezTo>
                      <a:pt x="862152" y="128930"/>
                      <a:pt x="862795" y="131845"/>
                      <a:pt x="862795" y="135274"/>
                    </a:cubicBezTo>
                    <a:cubicBezTo>
                      <a:pt x="862795" y="144703"/>
                      <a:pt x="858295" y="155890"/>
                      <a:pt x="849293" y="168835"/>
                    </a:cubicBezTo>
                    <a:cubicBezTo>
                      <a:pt x="840292" y="181779"/>
                      <a:pt x="834120" y="188252"/>
                      <a:pt x="830777" y="188252"/>
                    </a:cubicBezTo>
                    <a:cubicBezTo>
                      <a:pt x="827434" y="188252"/>
                      <a:pt x="825762" y="184651"/>
                      <a:pt x="825762" y="177450"/>
                    </a:cubicBezTo>
                    <a:cubicBezTo>
                      <a:pt x="825762" y="173850"/>
                      <a:pt x="826662" y="170292"/>
                      <a:pt x="828462" y="166778"/>
                    </a:cubicBezTo>
                    <a:cubicBezTo>
                      <a:pt x="830263" y="163263"/>
                      <a:pt x="833477" y="158677"/>
                      <a:pt x="838106" y="153019"/>
                    </a:cubicBezTo>
                    <a:cubicBezTo>
                      <a:pt x="845136" y="144446"/>
                      <a:pt x="850451" y="135531"/>
                      <a:pt x="854051" y="126272"/>
                    </a:cubicBezTo>
                    <a:cubicBezTo>
                      <a:pt x="854908" y="124044"/>
                      <a:pt x="855937" y="122929"/>
                      <a:pt x="857137" y="122929"/>
                    </a:cubicBezTo>
                    <a:close/>
                    <a:moveTo>
                      <a:pt x="1899982" y="122672"/>
                    </a:moveTo>
                    <a:cubicBezTo>
                      <a:pt x="1901696" y="122672"/>
                      <a:pt x="1904354" y="123872"/>
                      <a:pt x="1907954" y="126272"/>
                    </a:cubicBezTo>
                    <a:cubicBezTo>
                      <a:pt x="1911555" y="128673"/>
                      <a:pt x="1913355" y="130816"/>
                      <a:pt x="1913355" y="132702"/>
                    </a:cubicBezTo>
                    <a:cubicBezTo>
                      <a:pt x="1913355" y="134588"/>
                      <a:pt x="1912841" y="136131"/>
                      <a:pt x="1911812" y="137331"/>
                    </a:cubicBezTo>
                    <a:cubicBezTo>
                      <a:pt x="1910783" y="138531"/>
                      <a:pt x="1909154" y="141617"/>
                      <a:pt x="1906926" y="146589"/>
                    </a:cubicBezTo>
                    <a:lnTo>
                      <a:pt x="1927242" y="142989"/>
                    </a:lnTo>
                    <a:cubicBezTo>
                      <a:pt x="1927757" y="140246"/>
                      <a:pt x="1927886" y="138231"/>
                      <a:pt x="1927628" y="136945"/>
                    </a:cubicBezTo>
                    <a:cubicBezTo>
                      <a:pt x="1927371" y="135659"/>
                      <a:pt x="1927242" y="134674"/>
                      <a:pt x="1927242" y="133988"/>
                    </a:cubicBezTo>
                    <a:cubicBezTo>
                      <a:pt x="1927242" y="131930"/>
                      <a:pt x="1928100" y="130902"/>
                      <a:pt x="1929814" y="130902"/>
                    </a:cubicBezTo>
                    <a:cubicBezTo>
                      <a:pt x="1931529" y="130902"/>
                      <a:pt x="1934444" y="131973"/>
                      <a:pt x="1938558" y="134116"/>
                    </a:cubicBezTo>
                    <a:cubicBezTo>
                      <a:pt x="1942673" y="136259"/>
                      <a:pt x="1944730" y="138103"/>
                      <a:pt x="1944730" y="139646"/>
                    </a:cubicBezTo>
                    <a:cubicBezTo>
                      <a:pt x="1944730" y="141189"/>
                      <a:pt x="1943959" y="143246"/>
                      <a:pt x="1942416" y="145818"/>
                    </a:cubicBezTo>
                    <a:cubicBezTo>
                      <a:pt x="1940873" y="148390"/>
                      <a:pt x="1938944" y="153147"/>
                      <a:pt x="1936629" y="160091"/>
                    </a:cubicBezTo>
                    <a:cubicBezTo>
                      <a:pt x="1934315" y="167035"/>
                      <a:pt x="1929643" y="175907"/>
                      <a:pt x="1922613" y="186709"/>
                    </a:cubicBezTo>
                    <a:cubicBezTo>
                      <a:pt x="1929814" y="190823"/>
                      <a:pt x="1934786" y="194552"/>
                      <a:pt x="1937530" y="197896"/>
                    </a:cubicBezTo>
                    <a:cubicBezTo>
                      <a:pt x="1940273" y="201239"/>
                      <a:pt x="1941644" y="204797"/>
                      <a:pt x="1941644" y="208568"/>
                    </a:cubicBezTo>
                    <a:cubicBezTo>
                      <a:pt x="1941644" y="212512"/>
                      <a:pt x="1940744" y="214483"/>
                      <a:pt x="1938944" y="214483"/>
                    </a:cubicBezTo>
                    <a:cubicBezTo>
                      <a:pt x="1937144" y="214483"/>
                      <a:pt x="1935386" y="213541"/>
                      <a:pt x="1933672" y="211655"/>
                    </a:cubicBezTo>
                    <a:cubicBezTo>
                      <a:pt x="1926642" y="204454"/>
                      <a:pt x="1920985" y="198882"/>
                      <a:pt x="1916698" y="194938"/>
                    </a:cubicBezTo>
                    <a:cubicBezTo>
                      <a:pt x="1909326" y="203168"/>
                      <a:pt x="1899811" y="209683"/>
                      <a:pt x="1888152" y="214483"/>
                    </a:cubicBezTo>
                    <a:cubicBezTo>
                      <a:pt x="1876493" y="219284"/>
                      <a:pt x="1866121" y="221684"/>
                      <a:pt x="1857034" y="221684"/>
                    </a:cubicBezTo>
                    <a:cubicBezTo>
                      <a:pt x="1854805" y="221684"/>
                      <a:pt x="1853690" y="221127"/>
                      <a:pt x="1853690" y="220013"/>
                    </a:cubicBezTo>
                    <a:cubicBezTo>
                      <a:pt x="1853690" y="218898"/>
                      <a:pt x="1854719" y="218084"/>
                      <a:pt x="1856777" y="217570"/>
                    </a:cubicBezTo>
                    <a:cubicBezTo>
                      <a:pt x="1881294" y="209340"/>
                      <a:pt x="1898610" y="199653"/>
                      <a:pt x="1908726" y="188509"/>
                    </a:cubicBezTo>
                    <a:cubicBezTo>
                      <a:pt x="1901182" y="183365"/>
                      <a:pt x="1895524" y="180022"/>
                      <a:pt x="1891752" y="178479"/>
                    </a:cubicBezTo>
                    <a:cubicBezTo>
                      <a:pt x="1887980" y="176936"/>
                      <a:pt x="1886094" y="175221"/>
                      <a:pt x="1886094" y="173336"/>
                    </a:cubicBezTo>
                    <a:cubicBezTo>
                      <a:pt x="1886094" y="172478"/>
                      <a:pt x="1886780" y="170592"/>
                      <a:pt x="1888152" y="167678"/>
                    </a:cubicBezTo>
                    <a:cubicBezTo>
                      <a:pt x="1889524" y="164763"/>
                      <a:pt x="1890809" y="161163"/>
                      <a:pt x="1892010" y="156876"/>
                    </a:cubicBezTo>
                    <a:cubicBezTo>
                      <a:pt x="1879665" y="159962"/>
                      <a:pt x="1867921" y="163391"/>
                      <a:pt x="1856777" y="167163"/>
                    </a:cubicBezTo>
                    <a:cubicBezTo>
                      <a:pt x="1851976" y="168706"/>
                      <a:pt x="1848290" y="169478"/>
                      <a:pt x="1845718" y="169478"/>
                    </a:cubicBezTo>
                    <a:cubicBezTo>
                      <a:pt x="1843146" y="169478"/>
                      <a:pt x="1840360" y="168021"/>
                      <a:pt x="1837360" y="165106"/>
                    </a:cubicBezTo>
                    <a:cubicBezTo>
                      <a:pt x="1834360" y="162191"/>
                      <a:pt x="1832859" y="159877"/>
                      <a:pt x="1832859" y="158162"/>
                    </a:cubicBezTo>
                    <a:cubicBezTo>
                      <a:pt x="1832859" y="156448"/>
                      <a:pt x="1834488" y="155590"/>
                      <a:pt x="1837746" y="155590"/>
                    </a:cubicBezTo>
                    <a:lnTo>
                      <a:pt x="1845204" y="155848"/>
                    </a:lnTo>
                    <a:cubicBezTo>
                      <a:pt x="1852405" y="155848"/>
                      <a:pt x="1868692" y="153533"/>
                      <a:pt x="1894067" y="148904"/>
                    </a:cubicBezTo>
                    <a:cubicBezTo>
                      <a:pt x="1896296" y="141703"/>
                      <a:pt x="1897410" y="134416"/>
                      <a:pt x="1897410" y="127044"/>
                    </a:cubicBezTo>
                    <a:cubicBezTo>
                      <a:pt x="1897410" y="124129"/>
                      <a:pt x="1898268" y="122672"/>
                      <a:pt x="1899982" y="122672"/>
                    </a:cubicBezTo>
                    <a:close/>
                    <a:moveTo>
                      <a:pt x="1398234" y="96183"/>
                    </a:moveTo>
                    <a:cubicBezTo>
                      <a:pt x="1388290" y="97897"/>
                      <a:pt x="1377574" y="98755"/>
                      <a:pt x="1366087" y="98755"/>
                    </a:cubicBezTo>
                    <a:cubicBezTo>
                      <a:pt x="1368830" y="104070"/>
                      <a:pt x="1371916" y="112128"/>
                      <a:pt x="1375345" y="122929"/>
                    </a:cubicBezTo>
                    <a:cubicBezTo>
                      <a:pt x="1390947" y="120529"/>
                      <a:pt x="1400377" y="119243"/>
                      <a:pt x="1403634" y="119072"/>
                    </a:cubicBezTo>
                    <a:cubicBezTo>
                      <a:pt x="1401062" y="113414"/>
                      <a:pt x="1399262" y="105784"/>
                      <a:pt x="1398234" y="96183"/>
                    </a:cubicBezTo>
                    <a:close/>
                    <a:moveTo>
                      <a:pt x="1922613" y="94126"/>
                    </a:moveTo>
                    <a:cubicBezTo>
                      <a:pt x="1927757" y="94126"/>
                      <a:pt x="1933158" y="95454"/>
                      <a:pt x="1938816" y="98112"/>
                    </a:cubicBezTo>
                    <a:cubicBezTo>
                      <a:pt x="1944473" y="100769"/>
                      <a:pt x="1947302" y="104927"/>
                      <a:pt x="1947302" y="110585"/>
                    </a:cubicBezTo>
                    <a:cubicBezTo>
                      <a:pt x="1947302" y="113842"/>
                      <a:pt x="1946102" y="115471"/>
                      <a:pt x="1943702" y="115471"/>
                    </a:cubicBezTo>
                    <a:cubicBezTo>
                      <a:pt x="1941644" y="115471"/>
                      <a:pt x="1937144" y="112385"/>
                      <a:pt x="1930200" y="106213"/>
                    </a:cubicBezTo>
                    <a:cubicBezTo>
                      <a:pt x="1923256" y="100041"/>
                      <a:pt x="1919784" y="96483"/>
                      <a:pt x="1919784" y="95540"/>
                    </a:cubicBezTo>
                    <a:cubicBezTo>
                      <a:pt x="1919784" y="94597"/>
                      <a:pt x="1920727" y="94126"/>
                      <a:pt x="1922613" y="94126"/>
                    </a:cubicBezTo>
                    <a:close/>
                    <a:moveTo>
                      <a:pt x="1124214" y="91297"/>
                    </a:moveTo>
                    <a:cubicBezTo>
                      <a:pt x="1126528" y="91297"/>
                      <a:pt x="1129786" y="92754"/>
                      <a:pt x="1133986" y="95669"/>
                    </a:cubicBezTo>
                    <a:cubicBezTo>
                      <a:pt x="1138187" y="98583"/>
                      <a:pt x="1140287" y="101112"/>
                      <a:pt x="1140287" y="103255"/>
                    </a:cubicBezTo>
                    <a:cubicBezTo>
                      <a:pt x="1140287" y="105398"/>
                      <a:pt x="1139087" y="107927"/>
                      <a:pt x="1136687" y="110842"/>
                    </a:cubicBezTo>
                    <a:cubicBezTo>
                      <a:pt x="1133258" y="114271"/>
                      <a:pt x="1124942" y="124901"/>
                      <a:pt x="1111740" y="142732"/>
                    </a:cubicBezTo>
                    <a:cubicBezTo>
                      <a:pt x="1119627" y="143075"/>
                      <a:pt x="1128714" y="144275"/>
                      <a:pt x="1139001" y="146332"/>
                    </a:cubicBezTo>
                    <a:cubicBezTo>
                      <a:pt x="1142944" y="140160"/>
                      <a:pt x="1145988" y="134288"/>
                      <a:pt x="1148131" y="128716"/>
                    </a:cubicBezTo>
                    <a:cubicBezTo>
                      <a:pt x="1150274" y="123144"/>
                      <a:pt x="1151346" y="118986"/>
                      <a:pt x="1151346" y="116243"/>
                    </a:cubicBezTo>
                    <a:cubicBezTo>
                      <a:pt x="1151346" y="113499"/>
                      <a:pt x="1152460" y="112128"/>
                      <a:pt x="1154689" y="112128"/>
                    </a:cubicBezTo>
                    <a:cubicBezTo>
                      <a:pt x="1156918" y="112128"/>
                      <a:pt x="1159661" y="113671"/>
                      <a:pt x="1162918" y="116757"/>
                    </a:cubicBezTo>
                    <a:cubicBezTo>
                      <a:pt x="1166176" y="119843"/>
                      <a:pt x="1167805" y="122243"/>
                      <a:pt x="1167805" y="123958"/>
                    </a:cubicBezTo>
                    <a:cubicBezTo>
                      <a:pt x="1167805" y="125672"/>
                      <a:pt x="1166948" y="127473"/>
                      <a:pt x="1165233" y="129359"/>
                    </a:cubicBezTo>
                    <a:lnTo>
                      <a:pt x="1109940" y="198539"/>
                    </a:lnTo>
                    <a:cubicBezTo>
                      <a:pt x="1120913" y="196310"/>
                      <a:pt x="1132743" y="194252"/>
                      <a:pt x="1145430" y="192366"/>
                    </a:cubicBezTo>
                    <a:cubicBezTo>
                      <a:pt x="1141659" y="185166"/>
                      <a:pt x="1139773" y="180451"/>
                      <a:pt x="1139773" y="178222"/>
                    </a:cubicBezTo>
                    <a:cubicBezTo>
                      <a:pt x="1139773" y="176679"/>
                      <a:pt x="1140630" y="175907"/>
                      <a:pt x="1142344" y="175907"/>
                    </a:cubicBezTo>
                    <a:cubicBezTo>
                      <a:pt x="1144059" y="175907"/>
                      <a:pt x="1146845" y="176936"/>
                      <a:pt x="1150702" y="178993"/>
                    </a:cubicBezTo>
                    <a:cubicBezTo>
                      <a:pt x="1154560" y="181051"/>
                      <a:pt x="1157818" y="184137"/>
                      <a:pt x="1160475" y="188252"/>
                    </a:cubicBezTo>
                    <a:cubicBezTo>
                      <a:pt x="1163133" y="192366"/>
                      <a:pt x="1164462" y="195967"/>
                      <a:pt x="1164462" y="199053"/>
                    </a:cubicBezTo>
                    <a:cubicBezTo>
                      <a:pt x="1164462" y="202139"/>
                      <a:pt x="1163776" y="204711"/>
                      <a:pt x="1162404" y="206768"/>
                    </a:cubicBezTo>
                    <a:cubicBezTo>
                      <a:pt x="1161032" y="208826"/>
                      <a:pt x="1159661" y="209854"/>
                      <a:pt x="1158289" y="209854"/>
                    </a:cubicBezTo>
                    <a:cubicBezTo>
                      <a:pt x="1156918" y="209854"/>
                      <a:pt x="1155632" y="209126"/>
                      <a:pt x="1154432" y="207668"/>
                    </a:cubicBezTo>
                    <a:cubicBezTo>
                      <a:pt x="1153231" y="206211"/>
                      <a:pt x="1151003" y="202482"/>
                      <a:pt x="1147745" y="196481"/>
                    </a:cubicBezTo>
                    <a:cubicBezTo>
                      <a:pt x="1124428" y="204539"/>
                      <a:pt x="1108226" y="211312"/>
                      <a:pt x="1099139" y="216798"/>
                    </a:cubicBezTo>
                    <a:cubicBezTo>
                      <a:pt x="1097082" y="217998"/>
                      <a:pt x="1095196" y="218598"/>
                      <a:pt x="1093481" y="218598"/>
                    </a:cubicBezTo>
                    <a:cubicBezTo>
                      <a:pt x="1091767" y="218598"/>
                      <a:pt x="1090181" y="216669"/>
                      <a:pt x="1088723" y="212812"/>
                    </a:cubicBezTo>
                    <a:cubicBezTo>
                      <a:pt x="1087266" y="208954"/>
                      <a:pt x="1086537" y="205825"/>
                      <a:pt x="1086537" y="203425"/>
                    </a:cubicBezTo>
                    <a:cubicBezTo>
                      <a:pt x="1086537" y="201025"/>
                      <a:pt x="1087823" y="199310"/>
                      <a:pt x="1090395" y="198281"/>
                    </a:cubicBezTo>
                    <a:cubicBezTo>
                      <a:pt x="1097082" y="195367"/>
                      <a:pt x="1103254" y="191123"/>
                      <a:pt x="1108912" y="185551"/>
                    </a:cubicBezTo>
                    <a:cubicBezTo>
                      <a:pt x="1114570" y="179979"/>
                      <a:pt x="1123228" y="168878"/>
                      <a:pt x="1134886" y="152247"/>
                    </a:cubicBezTo>
                    <a:cubicBezTo>
                      <a:pt x="1117741" y="151733"/>
                      <a:pt x="1105311" y="152504"/>
                      <a:pt x="1097596" y="154562"/>
                    </a:cubicBezTo>
                    <a:cubicBezTo>
                      <a:pt x="1096567" y="154733"/>
                      <a:pt x="1095710" y="154819"/>
                      <a:pt x="1095024" y="154819"/>
                    </a:cubicBezTo>
                    <a:cubicBezTo>
                      <a:pt x="1092452" y="154819"/>
                      <a:pt x="1091166" y="151904"/>
                      <a:pt x="1091166" y="146075"/>
                    </a:cubicBezTo>
                    <a:cubicBezTo>
                      <a:pt x="1091166" y="144018"/>
                      <a:pt x="1091767" y="142046"/>
                      <a:pt x="1092967" y="140160"/>
                    </a:cubicBezTo>
                    <a:cubicBezTo>
                      <a:pt x="1094167" y="138274"/>
                      <a:pt x="1095453" y="137074"/>
                      <a:pt x="1096824" y="136559"/>
                    </a:cubicBezTo>
                    <a:cubicBezTo>
                      <a:pt x="1103682" y="134331"/>
                      <a:pt x="1109512" y="129444"/>
                      <a:pt x="1114312" y="121900"/>
                    </a:cubicBezTo>
                    <a:cubicBezTo>
                      <a:pt x="1119113" y="114357"/>
                      <a:pt x="1121513" y="107413"/>
                      <a:pt x="1121513" y="101069"/>
                    </a:cubicBezTo>
                    <a:lnTo>
                      <a:pt x="1120742" y="94640"/>
                    </a:lnTo>
                    <a:cubicBezTo>
                      <a:pt x="1120742" y="92411"/>
                      <a:pt x="1121899" y="91297"/>
                      <a:pt x="1124214" y="91297"/>
                    </a:cubicBezTo>
                    <a:close/>
                    <a:moveTo>
                      <a:pt x="1436295" y="90268"/>
                    </a:moveTo>
                    <a:lnTo>
                      <a:pt x="1402863" y="95154"/>
                    </a:lnTo>
                    <a:cubicBezTo>
                      <a:pt x="1407835" y="100641"/>
                      <a:pt x="1410321" y="105141"/>
                      <a:pt x="1410321" y="108656"/>
                    </a:cubicBezTo>
                    <a:cubicBezTo>
                      <a:pt x="1410321" y="112171"/>
                      <a:pt x="1409721" y="115385"/>
                      <a:pt x="1408520" y="118300"/>
                    </a:cubicBezTo>
                    <a:cubicBezTo>
                      <a:pt x="1414864" y="117443"/>
                      <a:pt x="1422836" y="116243"/>
                      <a:pt x="1432438" y="114700"/>
                    </a:cubicBezTo>
                    <a:cubicBezTo>
                      <a:pt x="1435524" y="106470"/>
                      <a:pt x="1437067" y="100641"/>
                      <a:pt x="1437067" y="97212"/>
                    </a:cubicBezTo>
                    <a:cubicBezTo>
                      <a:pt x="1437067" y="93783"/>
                      <a:pt x="1436810" y="91468"/>
                      <a:pt x="1436295" y="90268"/>
                    </a:cubicBezTo>
                    <a:close/>
                    <a:moveTo>
                      <a:pt x="1698100" y="85639"/>
                    </a:moveTo>
                    <a:cubicBezTo>
                      <a:pt x="1692442" y="85639"/>
                      <a:pt x="1676840" y="87268"/>
                      <a:pt x="1651294" y="90525"/>
                    </a:cubicBezTo>
                    <a:cubicBezTo>
                      <a:pt x="1652494" y="95669"/>
                      <a:pt x="1653522" y="101927"/>
                      <a:pt x="1654380" y="109299"/>
                    </a:cubicBezTo>
                    <a:cubicBezTo>
                      <a:pt x="1679754" y="105698"/>
                      <a:pt x="1693685" y="103598"/>
                      <a:pt x="1696171" y="102998"/>
                    </a:cubicBezTo>
                    <a:cubicBezTo>
                      <a:pt x="1698657" y="102398"/>
                      <a:pt x="1700243" y="100341"/>
                      <a:pt x="1700928" y="96826"/>
                    </a:cubicBezTo>
                    <a:cubicBezTo>
                      <a:pt x="1701614" y="93311"/>
                      <a:pt x="1701957" y="90568"/>
                      <a:pt x="1701957" y="88596"/>
                    </a:cubicBezTo>
                    <a:cubicBezTo>
                      <a:pt x="1701957" y="86625"/>
                      <a:pt x="1700671" y="85639"/>
                      <a:pt x="1698100" y="85639"/>
                    </a:cubicBezTo>
                    <a:close/>
                    <a:moveTo>
                      <a:pt x="1478986" y="85639"/>
                    </a:moveTo>
                    <a:cubicBezTo>
                      <a:pt x="1473500" y="85639"/>
                      <a:pt x="1461070" y="86925"/>
                      <a:pt x="1441696" y="89496"/>
                    </a:cubicBezTo>
                    <a:cubicBezTo>
                      <a:pt x="1447697" y="91725"/>
                      <a:pt x="1450697" y="93483"/>
                      <a:pt x="1450697" y="94769"/>
                    </a:cubicBezTo>
                    <a:cubicBezTo>
                      <a:pt x="1450697" y="96054"/>
                      <a:pt x="1450011" y="97383"/>
                      <a:pt x="1448640" y="98755"/>
                    </a:cubicBezTo>
                    <a:cubicBezTo>
                      <a:pt x="1445211" y="103041"/>
                      <a:pt x="1442210" y="108013"/>
                      <a:pt x="1439639" y="113671"/>
                    </a:cubicBezTo>
                    <a:cubicBezTo>
                      <a:pt x="1451983" y="111956"/>
                      <a:pt x="1459355" y="111099"/>
                      <a:pt x="1461756" y="111099"/>
                    </a:cubicBezTo>
                    <a:lnTo>
                      <a:pt x="1469471" y="111613"/>
                    </a:lnTo>
                    <a:cubicBezTo>
                      <a:pt x="1471871" y="111613"/>
                      <a:pt x="1473586" y="111356"/>
                      <a:pt x="1474614" y="110842"/>
                    </a:cubicBezTo>
                    <a:cubicBezTo>
                      <a:pt x="1475643" y="110328"/>
                      <a:pt x="1477486" y="106856"/>
                      <a:pt x="1480144" y="100426"/>
                    </a:cubicBezTo>
                    <a:cubicBezTo>
                      <a:pt x="1482801" y="93997"/>
                      <a:pt x="1484130" y="89925"/>
                      <a:pt x="1484130" y="88211"/>
                    </a:cubicBezTo>
                    <a:cubicBezTo>
                      <a:pt x="1484130" y="86496"/>
                      <a:pt x="1482416" y="85639"/>
                      <a:pt x="1478986" y="85639"/>
                    </a:cubicBezTo>
                    <a:close/>
                    <a:moveTo>
                      <a:pt x="903172" y="85639"/>
                    </a:moveTo>
                    <a:cubicBezTo>
                      <a:pt x="905915" y="85639"/>
                      <a:pt x="910072" y="87096"/>
                      <a:pt x="915645" y="90011"/>
                    </a:cubicBezTo>
                    <a:cubicBezTo>
                      <a:pt x="921217" y="92925"/>
                      <a:pt x="924003" y="96269"/>
                      <a:pt x="924003" y="100041"/>
                    </a:cubicBezTo>
                    <a:cubicBezTo>
                      <a:pt x="924003" y="101755"/>
                      <a:pt x="923317" y="104284"/>
                      <a:pt x="921945" y="107627"/>
                    </a:cubicBezTo>
                    <a:cubicBezTo>
                      <a:pt x="920574" y="110971"/>
                      <a:pt x="919888" y="119200"/>
                      <a:pt x="919888" y="132316"/>
                    </a:cubicBezTo>
                    <a:cubicBezTo>
                      <a:pt x="919888" y="145432"/>
                      <a:pt x="920231" y="157048"/>
                      <a:pt x="920917" y="167163"/>
                    </a:cubicBezTo>
                    <a:cubicBezTo>
                      <a:pt x="921602" y="177279"/>
                      <a:pt x="921945" y="182765"/>
                      <a:pt x="921945" y="183622"/>
                    </a:cubicBezTo>
                    <a:cubicBezTo>
                      <a:pt x="921945" y="195453"/>
                      <a:pt x="919588" y="205868"/>
                      <a:pt x="914873" y="214869"/>
                    </a:cubicBezTo>
                    <a:cubicBezTo>
                      <a:pt x="910158" y="223870"/>
                      <a:pt x="906000" y="228371"/>
                      <a:pt x="902400" y="228371"/>
                    </a:cubicBezTo>
                    <a:cubicBezTo>
                      <a:pt x="899828" y="228371"/>
                      <a:pt x="897557" y="226314"/>
                      <a:pt x="895585" y="222199"/>
                    </a:cubicBezTo>
                    <a:cubicBezTo>
                      <a:pt x="893613" y="218084"/>
                      <a:pt x="891084" y="213712"/>
                      <a:pt x="887998" y="209083"/>
                    </a:cubicBezTo>
                    <a:cubicBezTo>
                      <a:pt x="884912" y="204454"/>
                      <a:pt x="882169" y="200853"/>
                      <a:pt x="879769" y="198281"/>
                    </a:cubicBezTo>
                    <a:cubicBezTo>
                      <a:pt x="877368" y="195710"/>
                      <a:pt x="876168" y="193867"/>
                      <a:pt x="876168" y="192752"/>
                    </a:cubicBezTo>
                    <a:cubicBezTo>
                      <a:pt x="876168" y="191638"/>
                      <a:pt x="876854" y="191081"/>
                      <a:pt x="878226" y="191081"/>
                    </a:cubicBezTo>
                    <a:cubicBezTo>
                      <a:pt x="879597" y="191081"/>
                      <a:pt x="882426" y="192024"/>
                      <a:pt x="886712" y="193909"/>
                    </a:cubicBezTo>
                    <a:cubicBezTo>
                      <a:pt x="890999" y="195795"/>
                      <a:pt x="894556" y="196738"/>
                      <a:pt x="897385" y="196738"/>
                    </a:cubicBezTo>
                    <a:cubicBezTo>
                      <a:pt x="900214" y="196738"/>
                      <a:pt x="902186" y="195152"/>
                      <a:pt x="903300" y="191981"/>
                    </a:cubicBezTo>
                    <a:cubicBezTo>
                      <a:pt x="904415" y="188809"/>
                      <a:pt x="905272" y="180751"/>
                      <a:pt x="905872" y="167806"/>
                    </a:cubicBezTo>
                    <a:cubicBezTo>
                      <a:pt x="906472" y="154862"/>
                      <a:pt x="906772" y="142346"/>
                      <a:pt x="906772" y="130259"/>
                    </a:cubicBezTo>
                    <a:cubicBezTo>
                      <a:pt x="906772" y="118171"/>
                      <a:pt x="906000" y="109085"/>
                      <a:pt x="904457" y="102998"/>
                    </a:cubicBezTo>
                    <a:cubicBezTo>
                      <a:pt x="902914" y="96912"/>
                      <a:pt x="901629" y="93140"/>
                      <a:pt x="900600" y="91682"/>
                    </a:cubicBezTo>
                    <a:cubicBezTo>
                      <a:pt x="899571" y="90225"/>
                      <a:pt x="899057" y="88854"/>
                      <a:pt x="899057" y="87568"/>
                    </a:cubicBezTo>
                    <a:cubicBezTo>
                      <a:pt x="899057" y="86282"/>
                      <a:pt x="900428" y="85639"/>
                      <a:pt x="903172" y="85639"/>
                    </a:cubicBezTo>
                    <a:close/>
                    <a:moveTo>
                      <a:pt x="1198408" y="85382"/>
                    </a:moveTo>
                    <a:cubicBezTo>
                      <a:pt x="1200809" y="85382"/>
                      <a:pt x="1204024" y="86668"/>
                      <a:pt x="1208053" y="89239"/>
                    </a:cubicBezTo>
                    <a:cubicBezTo>
                      <a:pt x="1212082" y="91811"/>
                      <a:pt x="1214096" y="94040"/>
                      <a:pt x="1214096" y="95926"/>
                    </a:cubicBezTo>
                    <a:cubicBezTo>
                      <a:pt x="1214096" y="97812"/>
                      <a:pt x="1213325" y="99612"/>
                      <a:pt x="1211782" y="101326"/>
                    </a:cubicBezTo>
                    <a:cubicBezTo>
                      <a:pt x="1209553" y="104070"/>
                      <a:pt x="1201838" y="116586"/>
                      <a:pt x="1188636" y="138874"/>
                    </a:cubicBezTo>
                    <a:cubicBezTo>
                      <a:pt x="1199266" y="139217"/>
                      <a:pt x="1208696" y="139988"/>
                      <a:pt x="1216925" y="141189"/>
                    </a:cubicBezTo>
                    <a:cubicBezTo>
                      <a:pt x="1219154" y="137931"/>
                      <a:pt x="1222112" y="132659"/>
                      <a:pt x="1225798" y="125372"/>
                    </a:cubicBezTo>
                    <a:cubicBezTo>
                      <a:pt x="1229484" y="118086"/>
                      <a:pt x="1231327" y="112428"/>
                      <a:pt x="1231327" y="108399"/>
                    </a:cubicBezTo>
                    <a:cubicBezTo>
                      <a:pt x="1231327" y="104370"/>
                      <a:pt x="1232527" y="102355"/>
                      <a:pt x="1234927" y="102355"/>
                    </a:cubicBezTo>
                    <a:cubicBezTo>
                      <a:pt x="1237328" y="102355"/>
                      <a:pt x="1240285" y="104070"/>
                      <a:pt x="1243800" y="107499"/>
                    </a:cubicBezTo>
                    <a:cubicBezTo>
                      <a:pt x="1247315" y="110928"/>
                      <a:pt x="1249072" y="113842"/>
                      <a:pt x="1249072" y="116243"/>
                    </a:cubicBezTo>
                    <a:cubicBezTo>
                      <a:pt x="1249072" y="118643"/>
                      <a:pt x="1247700" y="120786"/>
                      <a:pt x="1244957" y="122672"/>
                    </a:cubicBezTo>
                    <a:cubicBezTo>
                      <a:pt x="1242557" y="124215"/>
                      <a:pt x="1224212" y="147189"/>
                      <a:pt x="1189922" y="191595"/>
                    </a:cubicBezTo>
                    <a:cubicBezTo>
                      <a:pt x="1211353" y="188680"/>
                      <a:pt x="1225926" y="187480"/>
                      <a:pt x="1233642" y="187994"/>
                    </a:cubicBezTo>
                    <a:cubicBezTo>
                      <a:pt x="1229870" y="179422"/>
                      <a:pt x="1227984" y="173893"/>
                      <a:pt x="1227984" y="171407"/>
                    </a:cubicBezTo>
                    <a:cubicBezTo>
                      <a:pt x="1227984" y="168921"/>
                      <a:pt x="1228669" y="167678"/>
                      <a:pt x="1230041" y="167678"/>
                    </a:cubicBezTo>
                    <a:cubicBezTo>
                      <a:pt x="1233127" y="167678"/>
                      <a:pt x="1238742" y="171450"/>
                      <a:pt x="1246886" y="178993"/>
                    </a:cubicBezTo>
                    <a:cubicBezTo>
                      <a:pt x="1255030" y="186537"/>
                      <a:pt x="1259102" y="194767"/>
                      <a:pt x="1259102" y="203682"/>
                    </a:cubicBezTo>
                    <a:cubicBezTo>
                      <a:pt x="1259102" y="207111"/>
                      <a:pt x="1258502" y="210026"/>
                      <a:pt x="1257302" y="212426"/>
                    </a:cubicBezTo>
                    <a:cubicBezTo>
                      <a:pt x="1256102" y="214826"/>
                      <a:pt x="1254516" y="216027"/>
                      <a:pt x="1252544" y="216027"/>
                    </a:cubicBezTo>
                    <a:cubicBezTo>
                      <a:pt x="1250572" y="216027"/>
                      <a:pt x="1248643" y="215212"/>
                      <a:pt x="1246757" y="213583"/>
                    </a:cubicBezTo>
                    <a:cubicBezTo>
                      <a:pt x="1244872" y="211955"/>
                      <a:pt x="1241185" y="204968"/>
                      <a:pt x="1235699" y="192624"/>
                    </a:cubicBezTo>
                    <a:cubicBezTo>
                      <a:pt x="1208781" y="197939"/>
                      <a:pt x="1190350" y="203168"/>
                      <a:pt x="1180406" y="208311"/>
                    </a:cubicBezTo>
                    <a:cubicBezTo>
                      <a:pt x="1178520" y="209340"/>
                      <a:pt x="1176934" y="209854"/>
                      <a:pt x="1175648" y="209854"/>
                    </a:cubicBezTo>
                    <a:cubicBezTo>
                      <a:pt x="1174363" y="209854"/>
                      <a:pt x="1173205" y="208011"/>
                      <a:pt x="1172177" y="204325"/>
                    </a:cubicBezTo>
                    <a:cubicBezTo>
                      <a:pt x="1171148" y="200639"/>
                      <a:pt x="1170634" y="197681"/>
                      <a:pt x="1170634" y="195453"/>
                    </a:cubicBezTo>
                    <a:cubicBezTo>
                      <a:pt x="1170634" y="193224"/>
                      <a:pt x="1172220" y="191252"/>
                      <a:pt x="1175391" y="189538"/>
                    </a:cubicBezTo>
                    <a:cubicBezTo>
                      <a:pt x="1178563" y="187823"/>
                      <a:pt x="1183450" y="183322"/>
                      <a:pt x="1190050" y="176036"/>
                    </a:cubicBezTo>
                    <a:cubicBezTo>
                      <a:pt x="1196651" y="168749"/>
                      <a:pt x="1204409" y="158934"/>
                      <a:pt x="1213325" y="146589"/>
                    </a:cubicBezTo>
                    <a:cubicBezTo>
                      <a:pt x="1194808" y="147104"/>
                      <a:pt x="1182635" y="148561"/>
                      <a:pt x="1176806" y="150961"/>
                    </a:cubicBezTo>
                    <a:cubicBezTo>
                      <a:pt x="1175777" y="151304"/>
                      <a:pt x="1174920" y="151476"/>
                      <a:pt x="1174234" y="151476"/>
                    </a:cubicBezTo>
                    <a:cubicBezTo>
                      <a:pt x="1171834" y="151476"/>
                      <a:pt x="1170634" y="149804"/>
                      <a:pt x="1170634" y="146461"/>
                    </a:cubicBezTo>
                    <a:cubicBezTo>
                      <a:pt x="1170634" y="143117"/>
                      <a:pt x="1171020" y="140803"/>
                      <a:pt x="1171791" y="139517"/>
                    </a:cubicBezTo>
                    <a:cubicBezTo>
                      <a:pt x="1172562" y="138231"/>
                      <a:pt x="1174148" y="136645"/>
                      <a:pt x="1176549" y="134759"/>
                    </a:cubicBezTo>
                    <a:cubicBezTo>
                      <a:pt x="1181178" y="131159"/>
                      <a:pt x="1185507" y="125372"/>
                      <a:pt x="1189536" y="117400"/>
                    </a:cubicBezTo>
                    <a:cubicBezTo>
                      <a:pt x="1193565" y="109428"/>
                      <a:pt x="1195580" y="102527"/>
                      <a:pt x="1195580" y="96697"/>
                    </a:cubicBezTo>
                    <a:lnTo>
                      <a:pt x="1194808" y="88982"/>
                    </a:lnTo>
                    <a:cubicBezTo>
                      <a:pt x="1194808" y="86582"/>
                      <a:pt x="1196008" y="85382"/>
                      <a:pt x="1198408" y="85382"/>
                    </a:cubicBezTo>
                    <a:close/>
                    <a:moveTo>
                      <a:pt x="331729" y="76895"/>
                    </a:moveTo>
                    <a:cubicBezTo>
                      <a:pt x="335672" y="76895"/>
                      <a:pt x="339101" y="78352"/>
                      <a:pt x="342016" y="81267"/>
                    </a:cubicBezTo>
                    <a:cubicBezTo>
                      <a:pt x="344930" y="84181"/>
                      <a:pt x="346388" y="87610"/>
                      <a:pt x="346388" y="91554"/>
                    </a:cubicBezTo>
                    <a:cubicBezTo>
                      <a:pt x="346388" y="95497"/>
                      <a:pt x="344930" y="98883"/>
                      <a:pt x="342016" y="101712"/>
                    </a:cubicBezTo>
                    <a:cubicBezTo>
                      <a:pt x="339101" y="104541"/>
                      <a:pt x="335672" y="105956"/>
                      <a:pt x="331729" y="105956"/>
                    </a:cubicBezTo>
                    <a:cubicBezTo>
                      <a:pt x="327785" y="105956"/>
                      <a:pt x="324356" y="104541"/>
                      <a:pt x="321442" y="101712"/>
                    </a:cubicBezTo>
                    <a:cubicBezTo>
                      <a:pt x="318527" y="98883"/>
                      <a:pt x="317070" y="95497"/>
                      <a:pt x="317070" y="91554"/>
                    </a:cubicBezTo>
                    <a:cubicBezTo>
                      <a:pt x="317070" y="87610"/>
                      <a:pt x="318527" y="84181"/>
                      <a:pt x="321442" y="81267"/>
                    </a:cubicBezTo>
                    <a:cubicBezTo>
                      <a:pt x="324356" y="78352"/>
                      <a:pt x="327785" y="76895"/>
                      <a:pt x="331729" y="76895"/>
                    </a:cubicBezTo>
                    <a:close/>
                    <a:moveTo>
                      <a:pt x="1483616" y="76381"/>
                    </a:moveTo>
                    <a:cubicBezTo>
                      <a:pt x="1488073" y="76381"/>
                      <a:pt x="1493817" y="78224"/>
                      <a:pt x="1500846" y="81910"/>
                    </a:cubicBezTo>
                    <a:cubicBezTo>
                      <a:pt x="1507876" y="85596"/>
                      <a:pt x="1511390" y="88125"/>
                      <a:pt x="1511390" y="89496"/>
                    </a:cubicBezTo>
                    <a:cubicBezTo>
                      <a:pt x="1511390" y="90868"/>
                      <a:pt x="1509676" y="92583"/>
                      <a:pt x="1506247" y="94640"/>
                    </a:cubicBezTo>
                    <a:cubicBezTo>
                      <a:pt x="1502818" y="96697"/>
                      <a:pt x="1499132" y="100898"/>
                      <a:pt x="1495188" y="107242"/>
                    </a:cubicBezTo>
                    <a:cubicBezTo>
                      <a:pt x="1492960" y="110499"/>
                      <a:pt x="1490045" y="113757"/>
                      <a:pt x="1486444" y="117014"/>
                    </a:cubicBezTo>
                    <a:cubicBezTo>
                      <a:pt x="1482844" y="120272"/>
                      <a:pt x="1479844" y="121900"/>
                      <a:pt x="1477444" y="121900"/>
                    </a:cubicBezTo>
                    <a:cubicBezTo>
                      <a:pt x="1475043" y="121900"/>
                      <a:pt x="1473329" y="121129"/>
                      <a:pt x="1472300" y="119586"/>
                    </a:cubicBezTo>
                    <a:cubicBezTo>
                      <a:pt x="1470928" y="118043"/>
                      <a:pt x="1468785" y="117271"/>
                      <a:pt x="1465870" y="117271"/>
                    </a:cubicBezTo>
                    <a:cubicBezTo>
                      <a:pt x="1462956" y="117271"/>
                      <a:pt x="1460127" y="117529"/>
                      <a:pt x="1457384" y="118043"/>
                    </a:cubicBezTo>
                    <a:cubicBezTo>
                      <a:pt x="1439382" y="121129"/>
                      <a:pt x="1412292" y="124644"/>
                      <a:pt x="1376116" y="128587"/>
                    </a:cubicBezTo>
                    <a:cubicBezTo>
                      <a:pt x="1375945" y="131159"/>
                      <a:pt x="1374873" y="132445"/>
                      <a:pt x="1372902" y="132445"/>
                    </a:cubicBezTo>
                    <a:cubicBezTo>
                      <a:pt x="1370930" y="132445"/>
                      <a:pt x="1368658" y="130044"/>
                      <a:pt x="1366087" y="125244"/>
                    </a:cubicBezTo>
                    <a:cubicBezTo>
                      <a:pt x="1363515" y="119929"/>
                      <a:pt x="1360514" y="114785"/>
                      <a:pt x="1357086" y="109813"/>
                    </a:cubicBezTo>
                    <a:cubicBezTo>
                      <a:pt x="1353656" y="104841"/>
                      <a:pt x="1350828" y="101455"/>
                      <a:pt x="1348599" y="99655"/>
                    </a:cubicBezTo>
                    <a:cubicBezTo>
                      <a:pt x="1346370" y="97855"/>
                      <a:pt x="1345256" y="96354"/>
                      <a:pt x="1345256" y="95154"/>
                    </a:cubicBezTo>
                    <a:cubicBezTo>
                      <a:pt x="1345256" y="93440"/>
                      <a:pt x="1346927" y="92583"/>
                      <a:pt x="1350270" y="92583"/>
                    </a:cubicBezTo>
                    <a:cubicBezTo>
                      <a:pt x="1353614" y="92583"/>
                      <a:pt x="1357600" y="93268"/>
                      <a:pt x="1362229" y="94640"/>
                    </a:cubicBezTo>
                    <a:lnTo>
                      <a:pt x="1432695" y="84096"/>
                    </a:lnTo>
                    <a:cubicBezTo>
                      <a:pt x="1460984" y="80152"/>
                      <a:pt x="1476115" y="77881"/>
                      <a:pt x="1478086" y="77281"/>
                    </a:cubicBezTo>
                    <a:cubicBezTo>
                      <a:pt x="1480058" y="76681"/>
                      <a:pt x="1481901" y="76381"/>
                      <a:pt x="1483616" y="76381"/>
                    </a:cubicBezTo>
                    <a:close/>
                    <a:moveTo>
                      <a:pt x="1706458" y="75352"/>
                    </a:moveTo>
                    <a:cubicBezTo>
                      <a:pt x="1709287" y="75352"/>
                      <a:pt x="1713359" y="76809"/>
                      <a:pt x="1718674" y="79724"/>
                    </a:cubicBezTo>
                    <a:cubicBezTo>
                      <a:pt x="1723988" y="82638"/>
                      <a:pt x="1726646" y="85082"/>
                      <a:pt x="1726646" y="87053"/>
                    </a:cubicBezTo>
                    <a:cubicBezTo>
                      <a:pt x="1726646" y="89025"/>
                      <a:pt x="1725403" y="90654"/>
                      <a:pt x="1722917" y="91940"/>
                    </a:cubicBezTo>
                    <a:cubicBezTo>
                      <a:pt x="1720431" y="93225"/>
                      <a:pt x="1718073" y="94854"/>
                      <a:pt x="1715845" y="96826"/>
                    </a:cubicBezTo>
                    <a:cubicBezTo>
                      <a:pt x="1713616" y="98798"/>
                      <a:pt x="1712287" y="100341"/>
                      <a:pt x="1711858" y="101455"/>
                    </a:cubicBezTo>
                    <a:cubicBezTo>
                      <a:pt x="1711430" y="102570"/>
                      <a:pt x="1711301" y="103598"/>
                      <a:pt x="1711473" y="104541"/>
                    </a:cubicBezTo>
                    <a:cubicBezTo>
                      <a:pt x="1711644" y="105484"/>
                      <a:pt x="1711730" y="106384"/>
                      <a:pt x="1711730" y="107242"/>
                    </a:cubicBezTo>
                    <a:cubicBezTo>
                      <a:pt x="1711730" y="108099"/>
                      <a:pt x="1711258" y="108742"/>
                      <a:pt x="1710316" y="109170"/>
                    </a:cubicBezTo>
                    <a:cubicBezTo>
                      <a:pt x="1709372" y="109599"/>
                      <a:pt x="1705172" y="110113"/>
                      <a:pt x="1697714" y="110713"/>
                    </a:cubicBezTo>
                    <a:cubicBezTo>
                      <a:pt x="1690256" y="111313"/>
                      <a:pt x="1682583" y="112128"/>
                      <a:pt x="1674697" y="113157"/>
                    </a:cubicBezTo>
                    <a:cubicBezTo>
                      <a:pt x="1678468" y="115557"/>
                      <a:pt x="1681298" y="117571"/>
                      <a:pt x="1683183" y="119200"/>
                    </a:cubicBezTo>
                    <a:cubicBezTo>
                      <a:pt x="1685070" y="120829"/>
                      <a:pt x="1686012" y="122372"/>
                      <a:pt x="1686012" y="123829"/>
                    </a:cubicBezTo>
                    <a:cubicBezTo>
                      <a:pt x="1686012" y="125287"/>
                      <a:pt x="1685884" y="126487"/>
                      <a:pt x="1685626" y="127430"/>
                    </a:cubicBezTo>
                    <a:cubicBezTo>
                      <a:pt x="1685370" y="128373"/>
                      <a:pt x="1685241" y="129873"/>
                      <a:pt x="1685241" y="131930"/>
                    </a:cubicBezTo>
                    <a:cubicBezTo>
                      <a:pt x="1699643" y="129530"/>
                      <a:pt x="1708858" y="127601"/>
                      <a:pt x="1712887" y="126144"/>
                    </a:cubicBezTo>
                    <a:cubicBezTo>
                      <a:pt x="1716916" y="124687"/>
                      <a:pt x="1720002" y="123958"/>
                      <a:pt x="1722145" y="123958"/>
                    </a:cubicBezTo>
                    <a:cubicBezTo>
                      <a:pt x="1724289" y="123958"/>
                      <a:pt x="1728489" y="125630"/>
                      <a:pt x="1734747" y="128973"/>
                    </a:cubicBezTo>
                    <a:cubicBezTo>
                      <a:pt x="1741005" y="132316"/>
                      <a:pt x="1744134" y="135531"/>
                      <a:pt x="1744134" y="138617"/>
                    </a:cubicBezTo>
                    <a:cubicBezTo>
                      <a:pt x="1744134" y="139988"/>
                      <a:pt x="1743234" y="142132"/>
                      <a:pt x="1741434" y="145046"/>
                    </a:cubicBezTo>
                    <a:cubicBezTo>
                      <a:pt x="1739633" y="147961"/>
                      <a:pt x="1738733" y="152419"/>
                      <a:pt x="1738733" y="158419"/>
                    </a:cubicBezTo>
                    <a:lnTo>
                      <a:pt x="1739248" y="171021"/>
                    </a:lnTo>
                    <a:cubicBezTo>
                      <a:pt x="1739248" y="177879"/>
                      <a:pt x="1737276" y="184523"/>
                      <a:pt x="1733332" y="190952"/>
                    </a:cubicBezTo>
                    <a:cubicBezTo>
                      <a:pt x="1729389" y="197381"/>
                      <a:pt x="1726046" y="200596"/>
                      <a:pt x="1723303" y="200596"/>
                    </a:cubicBezTo>
                    <a:cubicBezTo>
                      <a:pt x="1721931" y="200596"/>
                      <a:pt x="1720645" y="199653"/>
                      <a:pt x="1719445" y="197767"/>
                    </a:cubicBezTo>
                    <a:cubicBezTo>
                      <a:pt x="1716359" y="192795"/>
                      <a:pt x="1711730" y="186709"/>
                      <a:pt x="1705558" y="179508"/>
                    </a:cubicBezTo>
                    <a:cubicBezTo>
                      <a:pt x="1703843" y="177622"/>
                      <a:pt x="1702986" y="176207"/>
                      <a:pt x="1702986" y="175264"/>
                    </a:cubicBezTo>
                    <a:cubicBezTo>
                      <a:pt x="1702986" y="174321"/>
                      <a:pt x="1703500" y="173850"/>
                      <a:pt x="1704529" y="173850"/>
                    </a:cubicBezTo>
                    <a:cubicBezTo>
                      <a:pt x="1705558" y="173850"/>
                      <a:pt x="1707358" y="174193"/>
                      <a:pt x="1709930" y="174879"/>
                    </a:cubicBezTo>
                    <a:cubicBezTo>
                      <a:pt x="1712501" y="175564"/>
                      <a:pt x="1715116" y="175907"/>
                      <a:pt x="1717773" y="175907"/>
                    </a:cubicBezTo>
                    <a:cubicBezTo>
                      <a:pt x="1720431" y="175907"/>
                      <a:pt x="1722145" y="174493"/>
                      <a:pt x="1722917" y="171664"/>
                    </a:cubicBezTo>
                    <a:cubicBezTo>
                      <a:pt x="1723688" y="168835"/>
                      <a:pt x="1724074" y="164420"/>
                      <a:pt x="1724074" y="158419"/>
                    </a:cubicBezTo>
                    <a:cubicBezTo>
                      <a:pt x="1724074" y="152419"/>
                      <a:pt x="1723474" y="147104"/>
                      <a:pt x="1722274" y="142474"/>
                    </a:cubicBezTo>
                    <a:cubicBezTo>
                      <a:pt x="1721074" y="137845"/>
                      <a:pt x="1717902" y="135531"/>
                      <a:pt x="1712759" y="135531"/>
                    </a:cubicBezTo>
                    <a:cubicBezTo>
                      <a:pt x="1712073" y="135531"/>
                      <a:pt x="1702986" y="136474"/>
                      <a:pt x="1685498" y="138360"/>
                    </a:cubicBezTo>
                    <a:cubicBezTo>
                      <a:pt x="1685669" y="142132"/>
                      <a:pt x="1685755" y="148475"/>
                      <a:pt x="1685755" y="157391"/>
                    </a:cubicBezTo>
                    <a:cubicBezTo>
                      <a:pt x="1685755" y="197853"/>
                      <a:pt x="1684726" y="221470"/>
                      <a:pt x="1682669" y="228242"/>
                    </a:cubicBezTo>
                    <a:cubicBezTo>
                      <a:pt x="1680612" y="235015"/>
                      <a:pt x="1678811" y="238401"/>
                      <a:pt x="1677268" y="238401"/>
                    </a:cubicBezTo>
                    <a:cubicBezTo>
                      <a:pt x="1675725" y="238401"/>
                      <a:pt x="1674440" y="236000"/>
                      <a:pt x="1673411" y="231200"/>
                    </a:cubicBezTo>
                    <a:cubicBezTo>
                      <a:pt x="1672382" y="226399"/>
                      <a:pt x="1671868" y="222156"/>
                      <a:pt x="1671868" y="218470"/>
                    </a:cubicBezTo>
                    <a:cubicBezTo>
                      <a:pt x="1671868" y="214784"/>
                      <a:pt x="1672125" y="206040"/>
                      <a:pt x="1672639" y="192238"/>
                    </a:cubicBezTo>
                    <a:cubicBezTo>
                      <a:pt x="1673154" y="178436"/>
                      <a:pt x="1673239" y="161248"/>
                      <a:pt x="1672896" y="140674"/>
                    </a:cubicBezTo>
                    <a:cubicBezTo>
                      <a:pt x="1659523" y="142560"/>
                      <a:pt x="1649408" y="143932"/>
                      <a:pt x="1642550" y="144789"/>
                    </a:cubicBezTo>
                    <a:cubicBezTo>
                      <a:pt x="1642550" y="156276"/>
                      <a:pt x="1641564" y="167378"/>
                      <a:pt x="1639592" y="178093"/>
                    </a:cubicBezTo>
                    <a:cubicBezTo>
                      <a:pt x="1637621" y="188809"/>
                      <a:pt x="1635349" y="194167"/>
                      <a:pt x="1632777" y="194167"/>
                    </a:cubicBezTo>
                    <a:cubicBezTo>
                      <a:pt x="1631234" y="194167"/>
                      <a:pt x="1629605" y="192666"/>
                      <a:pt x="1627891" y="189666"/>
                    </a:cubicBezTo>
                    <a:cubicBezTo>
                      <a:pt x="1626176" y="186666"/>
                      <a:pt x="1625319" y="184094"/>
                      <a:pt x="1625319" y="181951"/>
                    </a:cubicBezTo>
                    <a:cubicBezTo>
                      <a:pt x="1625319" y="179808"/>
                      <a:pt x="1625662" y="178050"/>
                      <a:pt x="1626348" y="176679"/>
                    </a:cubicBezTo>
                    <a:cubicBezTo>
                      <a:pt x="1627034" y="175307"/>
                      <a:pt x="1627805" y="172007"/>
                      <a:pt x="1628662" y="166778"/>
                    </a:cubicBezTo>
                    <a:cubicBezTo>
                      <a:pt x="1629520" y="161548"/>
                      <a:pt x="1629948" y="156576"/>
                      <a:pt x="1629948" y="151861"/>
                    </a:cubicBezTo>
                    <a:cubicBezTo>
                      <a:pt x="1629948" y="147147"/>
                      <a:pt x="1629177" y="143975"/>
                      <a:pt x="1627634" y="142346"/>
                    </a:cubicBezTo>
                    <a:cubicBezTo>
                      <a:pt x="1626091" y="140717"/>
                      <a:pt x="1625319" y="139217"/>
                      <a:pt x="1625319" y="137845"/>
                    </a:cubicBezTo>
                    <a:cubicBezTo>
                      <a:pt x="1625319" y="136474"/>
                      <a:pt x="1626262" y="135788"/>
                      <a:pt x="1628148" y="135788"/>
                    </a:cubicBezTo>
                    <a:cubicBezTo>
                      <a:pt x="1630034" y="135788"/>
                      <a:pt x="1632606" y="136559"/>
                      <a:pt x="1635863" y="138103"/>
                    </a:cubicBezTo>
                    <a:cubicBezTo>
                      <a:pt x="1639464" y="138445"/>
                      <a:pt x="1651722" y="137160"/>
                      <a:pt x="1672639" y="134245"/>
                    </a:cubicBezTo>
                    <a:cubicBezTo>
                      <a:pt x="1672296" y="125844"/>
                      <a:pt x="1670582" y="119157"/>
                      <a:pt x="1667496" y="114185"/>
                    </a:cubicBezTo>
                    <a:cubicBezTo>
                      <a:pt x="1661324" y="114871"/>
                      <a:pt x="1657123" y="115557"/>
                      <a:pt x="1654894" y="116243"/>
                    </a:cubicBezTo>
                    <a:cubicBezTo>
                      <a:pt x="1654208" y="119157"/>
                      <a:pt x="1653008" y="120615"/>
                      <a:pt x="1651294" y="120615"/>
                    </a:cubicBezTo>
                    <a:cubicBezTo>
                      <a:pt x="1649579" y="120615"/>
                      <a:pt x="1648293" y="119500"/>
                      <a:pt x="1647436" y="117271"/>
                    </a:cubicBezTo>
                    <a:cubicBezTo>
                      <a:pt x="1643150" y="103727"/>
                      <a:pt x="1639292" y="94726"/>
                      <a:pt x="1635863" y="90268"/>
                    </a:cubicBezTo>
                    <a:cubicBezTo>
                      <a:pt x="1634492" y="88382"/>
                      <a:pt x="1633806" y="86839"/>
                      <a:pt x="1633806" y="85639"/>
                    </a:cubicBezTo>
                    <a:cubicBezTo>
                      <a:pt x="1633806" y="84439"/>
                      <a:pt x="1634706" y="83839"/>
                      <a:pt x="1636506" y="83839"/>
                    </a:cubicBezTo>
                    <a:cubicBezTo>
                      <a:pt x="1638306" y="83839"/>
                      <a:pt x="1640492" y="84181"/>
                      <a:pt x="1643064" y="84867"/>
                    </a:cubicBezTo>
                    <a:cubicBezTo>
                      <a:pt x="1652494" y="84010"/>
                      <a:pt x="1663767" y="82596"/>
                      <a:pt x="1676883" y="80624"/>
                    </a:cubicBezTo>
                    <a:cubicBezTo>
                      <a:pt x="1689998" y="78652"/>
                      <a:pt x="1697500" y="77281"/>
                      <a:pt x="1699386" y="76509"/>
                    </a:cubicBezTo>
                    <a:cubicBezTo>
                      <a:pt x="1701272" y="75738"/>
                      <a:pt x="1703629" y="75352"/>
                      <a:pt x="1706458" y="75352"/>
                    </a:cubicBezTo>
                    <a:close/>
                    <a:moveTo>
                      <a:pt x="617450" y="51435"/>
                    </a:moveTo>
                    <a:cubicBezTo>
                      <a:pt x="620879" y="51435"/>
                      <a:pt x="623794" y="52163"/>
                      <a:pt x="626194" y="53621"/>
                    </a:cubicBezTo>
                    <a:cubicBezTo>
                      <a:pt x="628594" y="55078"/>
                      <a:pt x="629795" y="56621"/>
                      <a:pt x="629795" y="58250"/>
                    </a:cubicBezTo>
                    <a:cubicBezTo>
                      <a:pt x="629795" y="59878"/>
                      <a:pt x="629194" y="61121"/>
                      <a:pt x="627994" y="61979"/>
                    </a:cubicBezTo>
                    <a:cubicBezTo>
                      <a:pt x="626794" y="62836"/>
                      <a:pt x="624222" y="63779"/>
                      <a:pt x="620279" y="64808"/>
                    </a:cubicBezTo>
                    <a:cubicBezTo>
                      <a:pt x="609649" y="67379"/>
                      <a:pt x="601505" y="69608"/>
                      <a:pt x="595848" y="71494"/>
                    </a:cubicBezTo>
                    <a:cubicBezTo>
                      <a:pt x="602877" y="75609"/>
                      <a:pt x="605963" y="80367"/>
                      <a:pt x="605106" y="85767"/>
                    </a:cubicBezTo>
                    <a:cubicBezTo>
                      <a:pt x="604248" y="91168"/>
                      <a:pt x="603563" y="98412"/>
                      <a:pt x="603048" y="107499"/>
                    </a:cubicBezTo>
                    <a:cubicBezTo>
                      <a:pt x="608192" y="106127"/>
                      <a:pt x="612521" y="105441"/>
                      <a:pt x="616036" y="105441"/>
                    </a:cubicBezTo>
                    <a:cubicBezTo>
                      <a:pt x="619550" y="105441"/>
                      <a:pt x="622251" y="105956"/>
                      <a:pt x="624137" y="106984"/>
                    </a:cubicBezTo>
                    <a:cubicBezTo>
                      <a:pt x="626023" y="108013"/>
                      <a:pt x="626966" y="109385"/>
                      <a:pt x="626966" y="111099"/>
                    </a:cubicBezTo>
                    <a:cubicBezTo>
                      <a:pt x="626966" y="112814"/>
                      <a:pt x="625251" y="114357"/>
                      <a:pt x="621822" y="115728"/>
                    </a:cubicBezTo>
                    <a:cubicBezTo>
                      <a:pt x="618393" y="117100"/>
                      <a:pt x="611964" y="119072"/>
                      <a:pt x="602534" y="121643"/>
                    </a:cubicBezTo>
                    <a:lnTo>
                      <a:pt x="601763" y="160477"/>
                    </a:lnTo>
                    <a:cubicBezTo>
                      <a:pt x="613078" y="155676"/>
                      <a:pt x="620408" y="153276"/>
                      <a:pt x="623751" y="153276"/>
                    </a:cubicBezTo>
                    <a:cubicBezTo>
                      <a:pt x="627094" y="153276"/>
                      <a:pt x="628766" y="153833"/>
                      <a:pt x="628766" y="154947"/>
                    </a:cubicBezTo>
                    <a:cubicBezTo>
                      <a:pt x="628766" y="156062"/>
                      <a:pt x="625251" y="158334"/>
                      <a:pt x="618222" y="161763"/>
                    </a:cubicBezTo>
                    <a:cubicBezTo>
                      <a:pt x="606392" y="167763"/>
                      <a:pt x="595290" y="173807"/>
                      <a:pt x="584918" y="179893"/>
                    </a:cubicBezTo>
                    <a:cubicBezTo>
                      <a:pt x="574545" y="185980"/>
                      <a:pt x="567987" y="190309"/>
                      <a:pt x="565244" y="192881"/>
                    </a:cubicBezTo>
                    <a:cubicBezTo>
                      <a:pt x="563701" y="194252"/>
                      <a:pt x="561515" y="194938"/>
                      <a:pt x="558686" y="194938"/>
                    </a:cubicBezTo>
                    <a:cubicBezTo>
                      <a:pt x="555857" y="194938"/>
                      <a:pt x="552471" y="193481"/>
                      <a:pt x="548527" y="190566"/>
                    </a:cubicBezTo>
                    <a:cubicBezTo>
                      <a:pt x="544584" y="187652"/>
                      <a:pt x="542612" y="184951"/>
                      <a:pt x="542612" y="182465"/>
                    </a:cubicBezTo>
                    <a:cubicBezTo>
                      <a:pt x="542612" y="179979"/>
                      <a:pt x="544841" y="178736"/>
                      <a:pt x="549299" y="178736"/>
                    </a:cubicBezTo>
                    <a:cubicBezTo>
                      <a:pt x="556157" y="178736"/>
                      <a:pt x="569787" y="174364"/>
                      <a:pt x="590190" y="165620"/>
                    </a:cubicBezTo>
                    <a:lnTo>
                      <a:pt x="591218" y="124472"/>
                    </a:lnTo>
                    <a:cubicBezTo>
                      <a:pt x="586246" y="125329"/>
                      <a:pt x="581874" y="125758"/>
                      <a:pt x="578102" y="125758"/>
                    </a:cubicBezTo>
                    <a:cubicBezTo>
                      <a:pt x="574331" y="125758"/>
                      <a:pt x="571030" y="125029"/>
                      <a:pt x="568201" y="123572"/>
                    </a:cubicBezTo>
                    <a:cubicBezTo>
                      <a:pt x="565372" y="122115"/>
                      <a:pt x="563958" y="120915"/>
                      <a:pt x="563958" y="119972"/>
                    </a:cubicBezTo>
                    <a:cubicBezTo>
                      <a:pt x="563958" y="119029"/>
                      <a:pt x="564558" y="118471"/>
                      <a:pt x="565758" y="118300"/>
                    </a:cubicBezTo>
                    <a:cubicBezTo>
                      <a:pt x="570216" y="117443"/>
                      <a:pt x="578788" y="115042"/>
                      <a:pt x="591476" y="111099"/>
                    </a:cubicBezTo>
                    <a:cubicBezTo>
                      <a:pt x="591647" y="92754"/>
                      <a:pt x="590704" y="80238"/>
                      <a:pt x="588647" y="73552"/>
                    </a:cubicBezTo>
                    <a:cubicBezTo>
                      <a:pt x="585218" y="74237"/>
                      <a:pt x="581617" y="74580"/>
                      <a:pt x="577845" y="74580"/>
                    </a:cubicBezTo>
                    <a:cubicBezTo>
                      <a:pt x="574073" y="74580"/>
                      <a:pt x="570644" y="73809"/>
                      <a:pt x="567558" y="72266"/>
                    </a:cubicBezTo>
                    <a:cubicBezTo>
                      <a:pt x="564472" y="70723"/>
                      <a:pt x="562929" y="69265"/>
                      <a:pt x="562929" y="67894"/>
                    </a:cubicBezTo>
                    <a:cubicBezTo>
                      <a:pt x="562929" y="66522"/>
                      <a:pt x="564729" y="65493"/>
                      <a:pt x="568330" y="64808"/>
                    </a:cubicBezTo>
                    <a:cubicBezTo>
                      <a:pt x="577931" y="62922"/>
                      <a:pt x="587704" y="60178"/>
                      <a:pt x="597648" y="56578"/>
                    </a:cubicBezTo>
                    <a:cubicBezTo>
                      <a:pt x="607420" y="53149"/>
                      <a:pt x="614021" y="51435"/>
                      <a:pt x="617450" y="51435"/>
                    </a:cubicBezTo>
                    <a:close/>
                    <a:moveTo>
                      <a:pt x="1876579" y="47320"/>
                    </a:moveTo>
                    <a:cubicBezTo>
                      <a:pt x="1882065" y="47320"/>
                      <a:pt x="1886352" y="48563"/>
                      <a:pt x="1889438" y="51049"/>
                    </a:cubicBezTo>
                    <a:cubicBezTo>
                      <a:pt x="1892524" y="53535"/>
                      <a:pt x="1894067" y="56964"/>
                      <a:pt x="1894067" y="61336"/>
                    </a:cubicBezTo>
                    <a:cubicBezTo>
                      <a:pt x="1894067" y="65708"/>
                      <a:pt x="1892738" y="67894"/>
                      <a:pt x="1890081" y="67894"/>
                    </a:cubicBezTo>
                    <a:cubicBezTo>
                      <a:pt x="1887423" y="67894"/>
                      <a:pt x="1883780" y="65236"/>
                      <a:pt x="1879151" y="59921"/>
                    </a:cubicBezTo>
                    <a:cubicBezTo>
                      <a:pt x="1874522" y="54606"/>
                      <a:pt x="1872207" y="51177"/>
                      <a:pt x="1872207" y="49634"/>
                    </a:cubicBezTo>
                    <a:cubicBezTo>
                      <a:pt x="1872207" y="48091"/>
                      <a:pt x="1873664" y="47320"/>
                      <a:pt x="1876579" y="47320"/>
                    </a:cubicBezTo>
                    <a:close/>
                    <a:moveTo>
                      <a:pt x="1128714" y="29318"/>
                    </a:moveTo>
                    <a:cubicBezTo>
                      <a:pt x="1135229" y="29318"/>
                      <a:pt x="1141187" y="31289"/>
                      <a:pt x="1146588" y="35233"/>
                    </a:cubicBezTo>
                    <a:cubicBezTo>
                      <a:pt x="1151988" y="39176"/>
                      <a:pt x="1154689" y="44148"/>
                      <a:pt x="1154689" y="50149"/>
                    </a:cubicBezTo>
                    <a:cubicBezTo>
                      <a:pt x="1154689" y="52892"/>
                      <a:pt x="1154174" y="55549"/>
                      <a:pt x="1153146" y="58121"/>
                    </a:cubicBezTo>
                    <a:cubicBezTo>
                      <a:pt x="1152117" y="60693"/>
                      <a:pt x="1150660" y="61979"/>
                      <a:pt x="1148774" y="61979"/>
                    </a:cubicBezTo>
                    <a:cubicBezTo>
                      <a:pt x="1145002" y="61979"/>
                      <a:pt x="1140158" y="57392"/>
                      <a:pt x="1134243" y="48220"/>
                    </a:cubicBezTo>
                    <a:cubicBezTo>
                      <a:pt x="1128328" y="39047"/>
                      <a:pt x="1125371" y="33432"/>
                      <a:pt x="1125371" y="31375"/>
                    </a:cubicBezTo>
                    <a:cubicBezTo>
                      <a:pt x="1125371" y="30003"/>
                      <a:pt x="1126485" y="29318"/>
                      <a:pt x="1128714" y="29318"/>
                    </a:cubicBezTo>
                    <a:close/>
                    <a:moveTo>
                      <a:pt x="1942159" y="28803"/>
                    </a:moveTo>
                    <a:cubicBezTo>
                      <a:pt x="1944388" y="28803"/>
                      <a:pt x="1947474" y="30303"/>
                      <a:pt x="1951417" y="33304"/>
                    </a:cubicBezTo>
                    <a:cubicBezTo>
                      <a:pt x="1955360" y="36304"/>
                      <a:pt x="1957332" y="38662"/>
                      <a:pt x="1957332" y="40376"/>
                    </a:cubicBezTo>
                    <a:cubicBezTo>
                      <a:pt x="1957332" y="41919"/>
                      <a:pt x="1955832" y="43548"/>
                      <a:pt x="1952832" y="45262"/>
                    </a:cubicBezTo>
                    <a:cubicBezTo>
                      <a:pt x="1949831" y="46977"/>
                      <a:pt x="1941902" y="52206"/>
                      <a:pt x="1929043" y="60950"/>
                    </a:cubicBezTo>
                    <a:cubicBezTo>
                      <a:pt x="1927671" y="61979"/>
                      <a:pt x="1926600" y="62493"/>
                      <a:pt x="1925828" y="62493"/>
                    </a:cubicBezTo>
                    <a:cubicBezTo>
                      <a:pt x="1925056" y="62493"/>
                      <a:pt x="1924671" y="62107"/>
                      <a:pt x="1924671" y="61336"/>
                    </a:cubicBezTo>
                    <a:cubicBezTo>
                      <a:pt x="1924671" y="60564"/>
                      <a:pt x="1925014" y="59750"/>
                      <a:pt x="1925699" y="58893"/>
                    </a:cubicBezTo>
                    <a:cubicBezTo>
                      <a:pt x="1930500" y="52549"/>
                      <a:pt x="1933715" y="47791"/>
                      <a:pt x="1935344" y="44619"/>
                    </a:cubicBezTo>
                    <a:cubicBezTo>
                      <a:pt x="1936972" y="41448"/>
                      <a:pt x="1937958" y="38019"/>
                      <a:pt x="1938301" y="34332"/>
                    </a:cubicBezTo>
                    <a:cubicBezTo>
                      <a:pt x="1938644" y="30646"/>
                      <a:pt x="1939930" y="28803"/>
                      <a:pt x="1942159" y="28803"/>
                    </a:cubicBezTo>
                    <a:close/>
                    <a:moveTo>
                      <a:pt x="1629948" y="26231"/>
                    </a:moveTo>
                    <a:cubicBezTo>
                      <a:pt x="1632348" y="26231"/>
                      <a:pt x="1636378" y="27817"/>
                      <a:pt x="1642036" y="30989"/>
                    </a:cubicBezTo>
                    <a:cubicBezTo>
                      <a:pt x="1647693" y="34161"/>
                      <a:pt x="1650522" y="38490"/>
                      <a:pt x="1650522" y="43976"/>
                    </a:cubicBezTo>
                    <a:cubicBezTo>
                      <a:pt x="1650522" y="46377"/>
                      <a:pt x="1650008" y="48391"/>
                      <a:pt x="1648979" y="50020"/>
                    </a:cubicBezTo>
                    <a:cubicBezTo>
                      <a:pt x="1647950" y="51649"/>
                      <a:pt x="1646579" y="52463"/>
                      <a:pt x="1644864" y="52463"/>
                    </a:cubicBezTo>
                    <a:cubicBezTo>
                      <a:pt x="1641264" y="52463"/>
                      <a:pt x="1637535" y="49291"/>
                      <a:pt x="1633677" y="42948"/>
                    </a:cubicBezTo>
                    <a:cubicBezTo>
                      <a:pt x="1629820" y="36604"/>
                      <a:pt x="1627891" y="31804"/>
                      <a:pt x="1627891" y="28546"/>
                    </a:cubicBezTo>
                    <a:cubicBezTo>
                      <a:pt x="1627891" y="27003"/>
                      <a:pt x="1628576" y="26231"/>
                      <a:pt x="1629948" y="26231"/>
                    </a:cubicBezTo>
                    <a:close/>
                    <a:moveTo>
                      <a:pt x="1989479" y="22117"/>
                    </a:moveTo>
                    <a:cubicBezTo>
                      <a:pt x="1992222" y="22117"/>
                      <a:pt x="1996166" y="23660"/>
                      <a:pt x="2001309" y="26746"/>
                    </a:cubicBezTo>
                    <a:cubicBezTo>
                      <a:pt x="2006452" y="29832"/>
                      <a:pt x="2009024" y="32918"/>
                      <a:pt x="2009024" y="36004"/>
                    </a:cubicBezTo>
                    <a:cubicBezTo>
                      <a:pt x="2009024" y="37719"/>
                      <a:pt x="2008167" y="39433"/>
                      <a:pt x="2006452" y="41148"/>
                    </a:cubicBezTo>
                    <a:cubicBezTo>
                      <a:pt x="2003709" y="44748"/>
                      <a:pt x="1999380" y="52720"/>
                      <a:pt x="1993465" y="65065"/>
                    </a:cubicBezTo>
                    <a:cubicBezTo>
                      <a:pt x="1987550" y="77409"/>
                      <a:pt x="1981764" y="87782"/>
                      <a:pt x="1976106" y="96183"/>
                    </a:cubicBezTo>
                    <a:cubicBezTo>
                      <a:pt x="1983650" y="95326"/>
                      <a:pt x="1994580" y="92025"/>
                      <a:pt x="2008896" y="86282"/>
                    </a:cubicBezTo>
                    <a:cubicBezTo>
                      <a:pt x="2023212" y="80538"/>
                      <a:pt x="2032213" y="77666"/>
                      <a:pt x="2035899" y="77666"/>
                    </a:cubicBezTo>
                    <a:cubicBezTo>
                      <a:pt x="2039585" y="77666"/>
                      <a:pt x="2042543" y="78266"/>
                      <a:pt x="2044772" y="79467"/>
                    </a:cubicBezTo>
                    <a:cubicBezTo>
                      <a:pt x="2047000" y="80667"/>
                      <a:pt x="2048115" y="81824"/>
                      <a:pt x="2048115" y="82938"/>
                    </a:cubicBezTo>
                    <a:cubicBezTo>
                      <a:pt x="2048115" y="84053"/>
                      <a:pt x="2047172" y="85210"/>
                      <a:pt x="2045286" y="86410"/>
                    </a:cubicBezTo>
                    <a:cubicBezTo>
                      <a:pt x="2043400" y="87610"/>
                      <a:pt x="2038085" y="89539"/>
                      <a:pt x="2029341" y="92197"/>
                    </a:cubicBezTo>
                    <a:cubicBezTo>
                      <a:pt x="2020597" y="94854"/>
                      <a:pt x="2009796" y="97212"/>
                      <a:pt x="1996937" y="99269"/>
                    </a:cubicBezTo>
                    <a:cubicBezTo>
                      <a:pt x="2007224" y="105613"/>
                      <a:pt x="2012368" y="110242"/>
                      <a:pt x="2012368" y="113157"/>
                    </a:cubicBezTo>
                    <a:cubicBezTo>
                      <a:pt x="2012368" y="114014"/>
                      <a:pt x="2011896" y="115042"/>
                      <a:pt x="2010953" y="116243"/>
                    </a:cubicBezTo>
                    <a:cubicBezTo>
                      <a:pt x="2010010" y="117443"/>
                      <a:pt x="2009196" y="119372"/>
                      <a:pt x="2008510" y="122029"/>
                    </a:cubicBezTo>
                    <a:cubicBezTo>
                      <a:pt x="2007824" y="124687"/>
                      <a:pt x="2006881" y="129187"/>
                      <a:pt x="2005681" y="135531"/>
                    </a:cubicBezTo>
                    <a:cubicBezTo>
                      <a:pt x="2003795" y="145818"/>
                      <a:pt x="2000623" y="155933"/>
                      <a:pt x="1996166" y="165877"/>
                    </a:cubicBezTo>
                    <a:cubicBezTo>
                      <a:pt x="2005595" y="176850"/>
                      <a:pt x="2015068" y="185551"/>
                      <a:pt x="2024583" y="191981"/>
                    </a:cubicBezTo>
                    <a:cubicBezTo>
                      <a:pt x="2034099" y="198410"/>
                      <a:pt x="2046229" y="203596"/>
                      <a:pt x="2060974" y="207540"/>
                    </a:cubicBezTo>
                    <a:cubicBezTo>
                      <a:pt x="2064402" y="208397"/>
                      <a:pt x="2066117" y="209383"/>
                      <a:pt x="2066117" y="210497"/>
                    </a:cubicBezTo>
                    <a:cubicBezTo>
                      <a:pt x="2066117" y="211612"/>
                      <a:pt x="2065517" y="212426"/>
                      <a:pt x="2064317" y="212940"/>
                    </a:cubicBezTo>
                    <a:cubicBezTo>
                      <a:pt x="2063117" y="213455"/>
                      <a:pt x="2058702" y="214141"/>
                      <a:pt x="2051072" y="214998"/>
                    </a:cubicBezTo>
                    <a:cubicBezTo>
                      <a:pt x="2043443" y="215855"/>
                      <a:pt x="2037656" y="216284"/>
                      <a:pt x="2033713" y="216284"/>
                    </a:cubicBezTo>
                    <a:cubicBezTo>
                      <a:pt x="2025140" y="216284"/>
                      <a:pt x="2019268" y="213926"/>
                      <a:pt x="2016096" y="209211"/>
                    </a:cubicBezTo>
                    <a:cubicBezTo>
                      <a:pt x="2012924" y="204497"/>
                      <a:pt x="2004481" y="193052"/>
                      <a:pt x="1990765" y="174879"/>
                    </a:cubicBezTo>
                    <a:cubicBezTo>
                      <a:pt x="1983392" y="184823"/>
                      <a:pt x="1974948" y="191895"/>
                      <a:pt x="1965433" y="196095"/>
                    </a:cubicBezTo>
                    <a:cubicBezTo>
                      <a:pt x="1955918" y="200296"/>
                      <a:pt x="1949788" y="202396"/>
                      <a:pt x="1947045" y="202396"/>
                    </a:cubicBezTo>
                    <a:cubicBezTo>
                      <a:pt x="1945845" y="202396"/>
                      <a:pt x="1945245" y="202011"/>
                      <a:pt x="1945245" y="201239"/>
                    </a:cubicBezTo>
                    <a:cubicBezTo>
                      <a:pt x="1945245" y="200467"/>
                      <a:pt x="1946016" y="199653"/>
                      <a:pt x="1947559" y="198796"/>
                    </a:cubicBezTo>
                    <a:cubicBezTo>
                      <a:pt x="1957675" y="192624"/>
                      <a:pt x="1965347" y="187009"/>
                      <a:pt x="1970576" y="181951"/>
                    </a:cubicBezTo>
                    <a:cubicBezTo>
                      <a:pt x="1975806" y="176893"/>
                      <a:pt x="1980221" y="171107"/>
                      <a:pt x="1983821" y="164592"/>
                    </a:cubicBezTo>
                    <a:cubicBezTo>
                      <a:pt x="1982621" y="163049"/>
                      <a:pt x="1979149" y="157862"/>
                      <a:pt x="1973406" y="149032"/>
                    </a:cubicBezTo>
                    <a:cubicBezTo>
                      <a:pt x="1967662" y="140203"/>
                      <a:pt x="1962561" y="134245"/>
                      <a:pt x="1958104" y="131159"/>
                    </a:cubicBezTo>
                    <a:cubicBezTo>
                      <a:pt x="1956732" y="130302"/>
                      <a:pt x="1956046" y="129230"/>
                      <a:pt x="1956046" y="127944"/>
                    </a:cubicBezTo>
                    <a:cubicBezTo>
                      <a:pt x="1956046" y="126658"/>
                      <a:pt x="1958018" y="126015"/>
                      <a:pt x="1961961" y="126015"/>
                    </a:cubicBezTo>
                    <a:cubicBezTo>
                      <a:pt x="1965904" y="126015"/>
                      <a:pt x="1970019" y="129487"/>
                      <a:pt x="1974306" y="136431"/>
                    </a:cubicBezTo>
                    <a:cubicBezTo>
                      <a:pt x="1978592" y="143375"/>
                      <a:pt x="1983050" y="149847"/>
                      <a:pt x="1987679" y="155848"/>
                    </a:cubicBezTo>
                    <a:cubicBezTo>
                      <a:pt x="1992136" y="143332"/>
                      <a:pt x="1994365" y="129873"/>
                      <a:pt x="1994365" y="115471"/>
                    </a:cubicBezTo>
                    <a:cubicBezTo>
                      <a:pt x="1994365" y="109299"/>
                      <a:pt x="1993851" y="104155"/>
                      <a:pt x="1992822" y="100041"/>
                    </a:cubicBezTo>
                    <a:cubicBezTo>
                      <a:pt x="1987507" y="100898"/>
                      <a:pt x="1983350" y="101326"/>
                      <a:pt x="1980349" y="101326"/>
                    </a:cubicBezTo>
                    <a:cubicBezTo>
                      <a:pt x="1977349" y="101326"/>
                      <a:pt x="1974991" y="101069"/>
                      <a:pt x="1973277" y="100555"/>
                    </a:cubicBezTo>
                    <a:cubicBezTo>
                      <a:pt x="1969162" y="106727"/>
                      <a:pt x="1964619" y="112256"/>
                      <a:pt x="1959647" y="117143"/>
                    </a:cubicBezTo>
                    <a:cubicBezTo>
                      <a:pt x="1954674" y="122029"/>
                      <a:pt x="1951717" y="124472"/>
                      <a:pt x="1950774" y="124472"/>
                    </a:cubicBezTo>
                    <a:cubicBezTo>
                      <a:pt x="1949831" y="124472"/>
                      <a:pt x="1949360" y="124044"/>
                      <a:pt x="1949360" y="123186"/>
                    </a:cubicBezTo>
                    <a:cubicBezTo>
                      <a:pt x="1949360" y="122329"/>
                      <a:pt x="1949788" y="121215"/>
                      <a:pt x="1950645" y="119843"/>
                    </a:cubicBezTo>
                    <a:cubicBezTo>
                      <a:pt x="1964190" y="99269"/>
                      <a:pt x="1973620" y="81138"/>
                      <a:pt x="1978935" y="65451"/>
                    </a:cubicBezTo>
                    <a:cubicBezTo>
                      <a:pt x="1984250" y="49763"/>
                      <a:pt x="1986907" y="39176"/>
                      <a:pt x="1986907" y="33689"/>
                    </a:cubicBezTo>
                    <a:cubicBezTo>
                      <a:pt x="1986907" y="32318"/>
                      <a:pt x="1986650" y="30989"/>
                      <a:pt x="1986136" y="29703"/>
                    </a:cubicBezTo>
                    <a:cubicBezTo>
                      <a:pt x="1985621" y="28417"/>
                      <a:pt x="1985364" y="27174"/>
                      <a:pt x="1985364" y="25974"/>
                    </a:cubicBezTo>
                    <a:cubicBezTo>
                      <a:pt x="1985364" y="23402"/>
                      <a:pt x="1986736" y="22117"/>
                      <a:pt x="1989479" y="22117"/>
                    </a:cubicBezTo>
                    <a:close/>
                    <a:moveTo>
                      <a:pt x="1457641" y="22117"/>
                    </a:moveTo>
                    <a:cubicBezTo>
                      <a:pt x="1454212" y="22117"/>
                      <a:pt x="1448640" y="22717"/>
                      <a:pt x="1440924" y="23917"/>
                    </a:cubicBezTo>
                    <a:lnTo>
                      <a:pt x="1386661" y="31632"/>
                    </a:lnTo>
                    <a:cubicBezTo>
                      <a:pt x="1387518" y="33518"/>
                      <a:pt x="1389490" y="38747"/>
                      <a:pt x="1392576" y="47320"/>
                    </a:cubicBezTo>
                    <a:cubicBezTo>
                      <a:pt x="1398234" y="46977"/>
                      <a:pt x="1404063" y="45948"/>
                      <a:pt x="1410064" y="44234"/>
                    </a:cubicBezTo>
                    <a:cubicBezTo>
                      <a:pt x="1426008" y="40290"/>
                      <a:pt x="1436424" y="38319"/>
                      <a:pt x="1441310" y="38319"/>
                    </a:cubicBezTo>
                    <a:cubicBezTo>
                      <a:pt x="1446197" y="38319"/>
                      <a:pt x="1448640" y="39347"/>
                      <a:pt x="1448640" y="41405"/>
                    </a:cubicBezTo>
                    <a:cubicBezTo>
                      <a:pt x="1448640" y="42605"/>
                      <a:pt x="1447611" y="43719"/>
                      <a:pt x="1445554" y="44748"/>
                    </a:cubicBezTo>
                    <a:cubicBezTo>
                      <a:pt x="1443496" y="45777"/>
                      <a:pt x="1436595" y="47191"/>
                      <a:pt x="1424851" y="48991"/>
                    </a:cubicBezTo>
                    <a:cubicBezTo>
                      <a:pt x="1413107" y="50792"/>
                      <a:pt x="1402691" y="51435"/>
                      <a:pt x="1393604" y="50920"/>
                    </a:cubicBezTo>
                    <a:cubicBezTo>
                      <a:pt x="1395319" y="55206"/>
                      <a:pt x="1396948" y="60779"/>
                      <a:pt x="1398491" y="67637"/>
                    </a:cubicBezTo>
                    <a:cubicBezTo>
                      <a:pt x="1424894" y="62836"/>
                      <a:pt x="1441182" y="60436"/>
                      <a:pt x="1447354" y="60436"/>
                    </a:cubicBezTo>
                    <a:cubicBezTo>
                      <a:pt x="1449754" y="60436"/>
                      <a:pt x="1451512" y="59793"/>
                      <a:pt x="1452626" y="58507"/>
                    </a:cubicBezTo>
                    <a:cubicBezTo>
                      <a:pt x="1453740" y="57221"/>
                      <a:pt x="1455155" y="54606"/>
                      <a:pt x="1456869" y="50663"/>
                    </a:cubicBezTo>
                    <a:cubicBezTo>
                      <a:pt x="1458584" y="46720"/>
                      <a:pt x="1459998" y="42091"/>
                      <a:pt x="1461113" y="36776"/>
                    </a:cubicBezTo>
                    <a:cubicBezTo>
                      <a:pt x="1462227" y="31461"/>
                      <a:pt x="1462784" y="28117"/>
                      <a:pt x="1462784" y="26746"/>
                    </a:cubicBezTo>
                    <a:cubicBezTo>
                      <a:pt x="1462784" y="23660"/>
                      <a:pt x="1461070" y="22117"/>
                      <a:pt x="1457641" y="22117"/>
                    </a:cubicBezTo>
                    <a:close/>
                    <a:moveTo>
                      <a:pt x="56634" y="16911"/>
                    </a:moveTo>
                    <a:lnTo>
                      <a:pt x="63917" y="16911"/>
                    </a:lnTo>
                    <a:lnTo>
                      <a:pt x="39305" y="126537"/>
                    </a:lnTo>
                    <a:lnTo>
                      <a:pt x="43323" y="126537"/>
                    </a:lnTo>
                    <a:cubicBezTo>
                      <a:pt x="49602" y="126537"/>
                      <a:pt x="56655" y="123795"/>
                      <a:pt x="64482" y="118312"/>
                    </a:cubicBezTo>
                    <a:cubicBezTo>
                      <a:pt x="72310" y="112828"/>
                      <a:pt x="78567" y="107742"/>
                      <a:pt x="83256" y="103054"/>
                    </a:cubicBezTo>
                    <a:cubicBezTo>
                      <a:pt x="87944" y="98366"/>
                      <a:pt x="90288" y="93846"/>
                      <a:pt x="90288" y="89492"/>
                    </a:cubicBezTo>
                    <a:cubicBezTo>
                      <a:pt x="90288" y="85390"/>
                      <a:pt x="87441" y="83088"/>
                      <a:pt x="81749" y="82586"/>
                    </a:cubicBezTo>
                    <a:lnTo>
                      <a:pt x="83130" y="76433"/>
                    </a:lnTo>
                    <a:lnTo>
                      <a:pt x="123816" y="76433"/>
                    </a:lnTo>
                    <a:lnTo>
                      <a:pt x="126202" y="82586"/>
                    </a:lnTo>
                    <a:cubicBezTo>
                      <a:pt x="119253" y="88865"/>
                      <a:pt x="111886" y="95018"/>
                      <a:pt x="104101" y="101045"/>
                    </a:cubicBezTo>
                    <a:lnTo>
                      <a:pt x="72958" y="125155"/>
                    </a:lnTo>
                    <a:lnTo>
                      <a:pt x="85265" y="170487"/>
                    </a:lnTo>
                    <a:cubicBezTo>
                      <a:pt x="86269" y="174338"/>
                      <a:pt x="87169" y="177122"/>
                      <a:pt x="87965" y="178838"/>
                    </a:cubicBezTo>
                    <a:cubicBezTo>
                      <a:pt x="88760" y="180554"/>
                      <a:pt x="89681" y="181831"/>
                      <a:pt x="90727" y="182668"/>
                    </a:cubicBezTo>
                    <a:cubicBezTo>
                      <a:pt x="91774" y="183505"/>
                      <a:pt x="93176" y="183924"/>
                      <a:pt x="94934" y="183924"/>
                    </a:cubicBezTo>
                    <a:cubicBezTo>
                      <a:pt x="97111" y="183924"/>
                      <a:pt x="99706" y="182752"/>
                      <a:pt x="102719" y="180408"/>
                    </a:cubicBezTo>
                    <a:cubicBezTo>
                      <a:pt x="105733" y="178064"/>
                      <a:pt x="109166" y="174673"/>
                      <a:pt x="113017" y="170236"/>
                    </a:cubicBezTo>
                    <a:lnTo>
                      <a:pt x="120174" y="177268"/>
                    </a:lnTo>
                    <a:cubicBezTo>
                      <a:pt x="112640" y="185221"/>
                      <a:pt x="106403" y="190747"/>
                      <a:pt x="101464" y="193844"/>
                    </a:cubicBezTo>
                    <a:cubicBezTo>
                      <a:pt x="96524" y="196942"/>
                      <a:pt x="91753" y="198490"/>
                      <a:pt x="87148" y="198490"/>
                    </a:cubicBezTo>
                    <a:cubicBezTo>
                      <a:pt x="81456" y="198490"/>
                      <a:pt x="76935" y="196879"/>
                      <a:pt x="73586" y="193656"/>
                    </a:cubicBezTo>
                    <a:cubicBezTo>
                      <a:pt x="70238" y="190433"/>
                      <a:pt x="67601" y="185054"/>
                      <a:pt x="65675" y="177520"/>
                    </a:cubicBezTo>
                    <a:lnTo>
                      <a:pt x="57387" y="144870"/>
                    </a:lnTo>
                    <a:cubicBezTo>
                      <a:pt x="56550" y="141606"/>
                      <a:pt x="55713" y="139345"/>
                      <a:pt x="54876" y="138089"/>
                    </a:cubicBezTo>
                    <a:cubicBezTo>
                      <a:pt x="54039" y="136834"/>
                      <a:pt x="53076" y="135997"/>
                      <a:pt x="51988" y="135578"/>
                    </a:cubicBezTo>
                    <a:cubicBezTo>
                      <a:pt x="50899" y="135159"/>
                      <a:pt x="48974" y="134950"/>
                      <a:pt x="46211" y="134950"/>
                    </a:cubicBezTo>
                    <a:lnTo>
                      <a:pt x="37547" y="134950"/>
                    </a:lnTo>
                    <a:lnTo>
                      <a:pt x="24487" y="196481"/>
                    </a:lnTo>
                    <a:lnTo>
                      <a:pt x="2763" y="196481"/>
                    </a:lnTo>
                    <a:lnTo>
                      <a:pt x="35035" y="52950"/>
                    </a:lnTo>
                    <a:cubicBezTo>
                      <a:pt x="36124" y="48095"/>
                      <a:pt x="36898" y="44307"/>
                      <a:pt x="37358" y="41586"/>
                    </a:cubicBezTo>
                    <a:cubicBezTo>
                      <a:pt x="37819" y="38865"/>
                      <a:pt x="38049" y="36458"/>
                      <a:pt x="38049" y="34366"/>
                    </a:cubicBezTo>
                    <a:cubicBezTo>
                      <a:pt x="38049" y="30849"/>
                      <a:pt x="36982" y="28380"/>
                      <a:pt x="34847" y="26957"/>
                    </a:cubicBezTo>
                    <a:cubicBezTo>
                      <a:pt x="32712" y="25534"/>
                      <a:pt x="28882" y="24738"/>
                      <a:pt x="23357" y="24571"/>
                    </a:cubicBezTo>
                    <a:lnTo>
                      <a:pt x="24864" y="18041"/>
                    </a:lnTo>
                    <a:close/>
                    <a:moveTo>
                      <a:pt x="1466385" y="11058"/>
                    </a:moveTo>
                    <a:cubicBezTo>
                      <a:pt x="1469814" y="11058"/>
                      <a:pt x="1474743" y="12944"/>
                      <a:pt x="1481172" y="16716"/>
                    </a:cubicBezTo>
                    <a:cubicBezTo>
                      <a:pt x="1487602" y="20488"/>
                      <a:pt x="1490816" y="23360"/>
                      <a:pt x="1490816" y="25331"/>
                    </a:cubicBezTo>
                    <a:cubicBezTo>
                      <a:pt x="1490816" y="27303"/>
                      <a:pt x="1489702" y="29060"/>
                      <a:pt x="1487473" y="30603"/>
                    </a:cubicBezTo>
                    <a:cubicBezTo>
                      <a:pt x="1482330" y="34547"/>
                      <a:pt x="1478986" y="37976"/>
                      <a:pt x="1477444" y="40890"/>
                    </a:cubicBezTo>
                    <a:cubicBezTo>
                      <a:pt x="1474357" y="47063"/>
                      <a:pt x="1470928" y="53020"/>
                      <a:pt x="1467156" y="58764"/>
                    </a:cubicBezTo>
                    <a:cubicBezTo>
                      <a:pt x="1463385" y="64508"/>
                      <a:pt x="1460898" y="67765"/>
                      <a:pt x="1459698" y="68537"/>
                    </a:cubicBezTo>
                    <a:cubicBezTo>
                      <a:pt x="1458498" y="69308"/>
                      <a:pt x="1457341" y="69694"/>
                      <a:pt x="1456226" y="69694"/>
                    </a:cubicBezTo>
                    <a:cubicBezTo>
                      <a:pt x="1455112" y="69694"/>
                      <a:pt x="1453826" y="69180"/>
                      <a:pt x="1452369" y="68151"/>
                    </a:cubicBezTo>
                    <a:cubicBezTo>
                      <a:pt x="1450912" y="67122"/>
                      <a:pt x="1449283" y="66608"/>
                      <a:pt x="1447482" y="66608"/>
                    </a:cubicBezTo>
                    <a:cubicBezTo>
                      <a:pt x="1445682" y="66608"/>
                      <a:pt x="1443925" y="66779"/>
                      <a:pt x="1442210" y="67122"/>
                    </a:cubicBezTo>
                    <a:cubicBezTo>
                      <a:pt x="1430209" y="69180"/>
                      <a:pt x="1416322" y="71066"/>
                      <a:pt x="1400548" y="72780"/>
                    </a:cubicBezTo>
                    <a:cubicBezTo>
                      <a:pt x="1400720" y="74152"/>
                      <a:pt x="1400291" y="75266"/>
                      <a:pt x="1399262" y="76123"/>
                    </a:cubicBezTo>
                    <a:cubicBezTo>
                      <a:pt x="1398234" y="76981"/>
                      <a:pt x="1397290" y="77409"/>
                      <a:pt x="1396433" y="77409"/>
                    </a:cubicBezTo>
                    <a:cubicBezTo>
                      <a:pt x="1394204" y="77409"/>
                      <a:pt x="1391976" y="74152"/>
                      <a:pt x="1389747" y="67637"/>
                    </a:cubicBezTo>
                    <a:cubicBezTo>
                      <a:pt x="1383232" y="47748"/>
                      <a:pt x="1376202" y="34975"/>
                      <a:pt x="1368658" y="29318"/>
                    </a:cubicBezTo>
                    <a:cubicBezTo>
                      <a:pt x="1367287" y="28460"/>
                      <a:pt x="1366601" y="27603"/>
                      <a:pt x="1366601" y="26746"/>
                    </a:cubicBezTo>
                    <a:cubicBezTo>
                      <a:pt x="1366601" y="25031"/>
                      <a:pt x="1368144" y="24174"/>
                      <a:pt x="1371230" y="24174"/>
                    </a:cubicBezTo>
                    <a:cubicBezTo>
                      <a:pt x="1374316" y="24174"/>
                      <a:pt x="1377660" y="24603"/>
                      <a:pt x="1381260" y="25460"/>
                    </a:cubicBezTo>
                    <a:cubicBezTo>
                      <a:pt x="1396348" y="23917"/>
                      <a:pt x="1411821" y="21817"/>
                      <a:pt x="1427680" y="19159"/>
                    </a:cubicBezTo>
                    <a:cubicBezTo>
                      <a:pt x="1443539" y="16502"/>
                      <a:pt x="1453355" y="14401"/>
                      <a:pt x="1457126" y="12858"/>
                    </a:cubicBezTo>
                    <a:cubicBezTo>
                      <a:pt x="1459870" y="11658"/>
                      <a:pt x="1462956" y="11058"/>
                      <a:pt x="1466385" y="11058"/>
                    </a:cubicBezTo>
                    <a:close/>
                    <a:moveTo>
                      <a:pt x="1721502" y="10801"/>
                    </a:moveTo>
                    <a:cubicBezTo>
                      <a:pt x="1723560" y="10801"/>
                      <a:pt x="1727418" y="12558"/>
                      <a:pt x="1733075" y="16073"/>
                    </a:cubicBezTo>
                    <a:cubicBezTo>
                      <a:pt x="1738733" y="19588"/>
                      <a:pt x="1741562" y="22374"/>
                      <a:pt x="1741562" y="24431"/>
                    </a:cubicBezTo>
                    <a:cubicBezTo>
                      <a:pt x="1741562" y="26146"/>
                      <a:pt x="1739419" y="27560"/>
                      <a:pt x="1735133" y="28675"/>
                    </a:cubicBezTo>
                    <a:cubicBezTo>
                      <a:pt x="1730847" y="29789"/>
                      <a:pt x="1726132" y="31461"/>
                      <a:pt x="1720988" y="33689"/>
                    </a:cubicBezTo>
                    <a:cubicBezTo>
                      <a:pt x="1715845" y="35918"/>
                      <a:pt x="1710787" y="37890"/>
                      <a:pt x="1705815" y="39605"/>
                    </a:cubicBezTo>
                    <a:cubicBezTo>
                      <a:pt x="1700843" y="41319"/>
                      <a:pt x="1697800" y="42176"/>
                      <a:pt x="1696685" y="42176"/>
                    </a:cubicBezTo>
                    <a:cubicBezTo>
                      <a:pt x="1695571" y="42176"/>
                      <a:pt x="1695014" y="41748"/>
                      <a:pt x="1695014" y="40890"/>
                    </a:cubicBezTo>
                    <a:cubicBezTo>
                      <a:pt x="1695014" y="40033"/>
                      <a:pt x="1696128" y="38747"/>
                      <a:pt x="1698357" y="37033"/>
                    </a:cubicBezTo>
                    <a:cubicBezTo>
                      <a:pt x="1711387" y="26574"/>
                      <a:pt x="1717988" y="19716"/>
                      <a:pt x="1718159" y="16459"/>
                    </a:cubicBezTo>
                    <a:cubicBezTo>
                      <a:pt x="1718331" y="12687"/>
                      <a:pt x="1719445" y="10801"/>
                      <a:pt x="1721502" y="10801"/>
                    </a:cubicBezTo>
                    <a:close/>
                    <a:moveTo>
                      <a:pt x="1206510" y="10029"/>
                    </a:moveTo>
                    <a:cubicBezTo>
                      <a:pt x="1208653" y="10029"/>
                      <a:pt x="1213025" y="11958"/>
                      <a:pt x="1219626" y="15816"/>
                    </a:cubicBezTo>
                    <a:cubicBezTo>
                      <a:pt x="1226226" y="19673"/>
                      <a:pt x="1229527" y="22631"/>
                      <a:pt x="1229527" y="24688"/>
                    </a:cubicBezTo>
                    <a:cubicBezTo>
                      <a:pt x="1229527" y="26746"/>
                      <a:pt x="1228069" y="28803"/>
                      <a:pt x="1225155" y="30861"/>
                    </a:cubicBezTo>
                    <a:cubicBezTo>
                      <a:pt x="1218640" y="34804"/>
                      <a:pt x="1203981" y="47834"/>
                      <a:pt x="1181178" y="69951"/>
                    </a:cubicBezTo>
                    <a:cubicBezTo>
                      <a:pt x="1202438" y="67722"/>
                      <a:pt x="1219583" y="65622"/>
                      <a:pt x="1232613" y="63650"/>
                    </a:cubicBezTo>
                    <a:cubicBezTo>
                      <a:pt x="1245643" y="61679"/>
                      <a:pt x="1254901" y="60693"/>
                      <a:pt x="1260388" y="60693"/>
                    </a:cubicBezTo>
                    <a:cubicBezTo>
                      <a:pt x="1265874" y="60693"/>
                      <a:pt x="1270932" y="62064"/>
                      <a:pt x="1275561" y="64808"/>
                    </a:cubicBezTo>
                    <a:cubicBezTo>
                      <a:pt x="1280190" y="67551"/>
                      <a:pt x="1282505" y="70037"/>
                      <a:pt x="1282505" y="72266"/>
                    </a:cubicBezTo>
                    <a:cubicBezTo>
                      <a:pt x="1282505" y="74495"/>
                      <a:pt x="1281476" y="76123"/>
                      <a:pt x="1279419" y="77152"/>
                    </a:cubicBezTo>
                    <a:cubicBezTo>
                      <a:pt x="1277361" y="78181"/>
                      <a:pt x="1274961" y="78695"/>
                      <a:pt x="1272218" y="78695"/>
                    </a:cubicBezTo>
                    <a:cubicBezTo>
                      <a:pt x="1269474" y="78695"/>
                      <a:pt x="1266903" y="78524"/>
                      <a:pt x="1264502" y="78181"/>
                    </a:cubicBezTo>
                    <a:cubicBezTo>
                      <a:pt x="1255073" y="76809"/>
                      <a:pt x="1242214" y="76123"/>
                      <a:pt x="1225926" y="76123"/>
                    </a:cubicBezTo>
                    <a:cubicBezTo>
                      <a:pt x="1209638" y="76123"/>
                      <a:pt x="1186193" y="78052"/>
                      <a:pt x="1155589" y="81910"/>
                    </a:cubicBezTo>
                    <a:cubicBezTo>
                      <a:pt x="1124985" y="85767"/>
                      <a:pt x="1105654" y="88596"/>
                      <a:pt x="1097596" y="90397"/>
                    </a:cubicBezTo>
                    <a:cubicBezTo>
                      <a:pt x="1089538" y="92197"/>
                      <a:pt x="1083966" y="93097"/>
                      <a:pt x="1080880" y="93097"/>
                    </a:cubicBezTo>
                    <a:cubicBezTo>
                      <a:pt x="1077794" y="93097"/>
                      <a:pt x="1074579" y="91725"/>
                      <a:pt x="1071235" y="88982"/>
                    </a:cubicBezTo>
                    <a:cubicBezTo>
                      <a:pt x="1067892" y="86239"/>
                      <a:pt x="1066220" y="84139"/>
                      <a:pt x="1066220" y="82681"/>
                    </a:cubicBezTo>
                    <a:cubicBezTo>
                      <a:pt x="1066220" y="81224"/>
                      <a:pt x="1068406" y="80495"/>
                      <a:pt x="1072778" y="80495"/>
                    </a:cubicBezTo>
                    <a:cubicBezTo>
                      <a:pt x="1077150" y="80495"/>
                      <a:pt x="1085252" y="79810"/>
                      <a:pt x="1097082" y="78438"/>
                    </a:cubicBezTo>
                    <a:lnTo>
                      <a:pt x="1173205" y="71237"/>
                    </a:lnTo>
                    <a:cubicBezTo>
                      <a:pt x="1193779" y="45005"/>
                      <a:pt x="1204066" y="27603"/>
                      <a:pt x="1204066" y="19031"/>
                    </a:cubicBezTo>
                    <a:cubicBezTo>
                      <a:pt x="1204066" y="18173"/>
                      <a:pt x="1203938" y="17273"/>
                      <a:pt x="1203681" y="16330"/>
                    </a:cubicBezTo>
                    <a:cubicBezTo>
                      <a:pt x="1203423" y="15387"/>
                      <a:pt x="1203295" y="14487"/>
                      <a:pt x="1203295" y="13630"/>
                    </a:cubicBezTo>
                    <a:cubicBezTo>
                      <a:pt x="1203295" y="11230"/>
                      <a:pt x="1204366" y="10029"/>
                      <a:pt x="1206510" y="10029"/>
                    </a:cubicBezTo>
                    <a:close/>
                    <a:moveTo>
                      <a:pt x="1903711" y="7200"/>
                    </a:moveTo>
                    <a:cubicBezTo>
                      <a:pt x="1906026" y="7200"/>
                      <a:pt x="1909669" y="8315"/>
                      <a:pt x="1914641" y="10544"/>
                    </a:cubicBezTo>
                    <a:cubicBezTo>
                      <a:pt x="1919613" y="12773"/>
                      <a:pt x="1922099" y="15173"/>
                      <a:pt x="1922099" y="17745"/>
                    </a:cubicBezTo>
                    <a:cubicBezTo>
                      <a:pt x="1922099" y="18945"/>
                      <a:pt x="1921670" y="20659"/>
                      <a:pt x="1920813" y="22888"/>
                    </a:cubicBezTo>
                    <a:cubicBezTo>
                      <a:pt x="1919956" y="25117"/>
                      <a:pt x="1919227" y="29017"/>
                      <a:pt x="1918627" y="34590"/>
                    </a:cubicBezTo>
                    <a:cubicBezTo>
                      <a:pt x="1918027" y="40162"/>
                      <a:pt x="1917213" y="54178"/>
                      <a:pt x="1916184" y="76638"/>
                    </a:cubicBezTo>
                    <a:cubicBezTo>
                      <a:pt x="1934701" y="72351"/>
                      <a:pt x="1945202" y="70208"/>
                      <a:pt x="1947688" y="70208"/>
                    </a:cubicBezTo>
                    <a:cubicBezTo>
                      <a:pt x="1950174" y="70208"/>
                      <a:pt x="1951888" y="70680"/>
                      <a:pt x="1952832" y="71623"/>
                    </a:cubicBezTo>
                    <a:cubicBezTo>
                      <a:pt x="1953774" y="72566"/>
                      <a:pt x="1954246" y="73466"/>
                      <a:pt x="1954246" y="74323"/>
                    </a:cubicBezTo>
                    <a:cubicBezTo>
                      <a:pt x="1954246" y="76895"/>
                      <a:pt x="1951417" y="78867"/>
                      <a:pt x="1945759" y="80238"/>
                    </a:cubicBezTo>
                    <a:cubicBezTo>
                      <a:pt x="1940101" y="81610"/>
                      <a:pt x="1930157" y="83496"/>
                      <a:pt x="1915927" y="85896"/>
                    </a:cubicBezTo>
                    <a:cubicBezTo>
                      <a:pt x="1915241" y="100641"/>
                      <a:pt x="1914598" y="110285"/>
                      <a:pt x="1913998" y="114828"/>
                    </a:cubicBezTo>
                    <a:cubicBezTo>
                      <a:pt x="1913398" y="119372"/>
                      <a:pt x="1912326" y="121643"/>
                      <a:pt x="1910783" y="121643"/>
                    </a:cubicBezTo>
                    <a:cubicBezTo>
                      <a:pt x="1909240" y="121643"/>
                      <a:pt x="1907869" y="120272"/>
                      <a:pt x="1906669" y="117529"/>
                    </a:cubicBezTo>
                    <a:cubicBezTo>
                      <a:pt x="1905468" y="114785"/>
                      <a:pt x="1904868" y="110585"/>
                      <a:pt x="1904868" y="104927"/>
                    </a:cubicBezTo>
                    <a:cubicBezTo>
                      <a:pt x="1904868" y="99269"/>
                      <a:pt x="1905040" y="93526"/>
                      <a:pt x="1905383" y="87696"/>
                    </a:cubicBezTo>
                    <a:cubicBezTo>
                      <a:pt x="1901268" y="96097"/>
                      <a:pt x="1895310" y="104113"/>
                      <a:pt x="1887509" y="111742"/>
                    </a:cubicBezTo>
                    <a:cubicBezTo>
                      <a:pt x="1879708" y="119372"/>
                      <a:pt x="1871650" y="125458"/>
                      <a:pt x="1863334" y="130001"/>
                    </a:cubicBezTo>
                    <a:cubicBezTo>
                      <a:pt x="1855019" y="134545"/>
                      <a:pt x="1849576" y="136817"/>
                      <a:pt x="1847004" y="136817"/>
                    </a:cubicBezTo>
                    <a:cubicBezTo>
                      <a:pt x="1846490" y="136817"/>
                      <a:pt x="1846232" y="136559"/>
                      <a:pt x="1846232" y="136045"/>
                    </a:cubicBezTo>
                    <a:cubicBezTo>
                      <a:pt x="1846232" y="135531"/>
                      <a:pt x="1846918" y="134759"/>
                      <a:pt x="1848290" y="133731"/>
                    </a:cubicBezTo>
                    <a:cubicBezTo>
                      <a:pt x="1868692" y="118643"/>
                      <a:pt x="1883008" y="103984"/>
                      <a:pt x="1891238" y="89754"/>
                    </a:cubicBezTo>
                    <a:cubicBezTo>
                      <a:pt x="1882837" y="90782"/>
                      <a:pt x="1876750" y="91297"/>
                      <a:pt x="1872979" y="91297"/>
                    </a:cubicBezTo>
                    <a:cubicBezTo>
                      <a:pt x="1869207" y="91297"/>
                      <a:pt x="1866121" y="90868"/>
                      <a:pt x="1863720" y="90011"/>
                    </a:cubicBezTo>
                    <a:cubicBezTo>
                      <a:pt x="1861320" y="89154"/>
                      <a:pt x="1860120" y="88211"/>
                      <a:pt x="1860120" y="87182"/>
                    </a:cubicBezTo>
                    <a:cubicBezTo>
                      <a:pt x="1860120" y="86153"/>
                      <a:pt x="1861749" y="85553"/>
                      <a:pt x="1865006" y="85382"/>
                    </a:cubicBezTo>
                    <a:cubicBezTo>
                      <a:pt x="1872550" y="85039"/>
                      <a:pt x="1886180" y="82810"/>
                      <a:pt x="1905897" y="78695"/>
                    </a:cubicBezTo>
                    <a:cubicBezTo>
                      <a:pt x="1906411" y="69951"/>
                      <a:pt x="1906669" y="61293"/>
                      <a:pt x="1906669" y="52720"/>
                    </a:cubicBezTo>
                    <a:cubicBezTo>
                      <a:pt x="1906669" y="31632"/>
                      <a:pt x="1905383" y="19373"/>
                      <a:pt x="1902811" y="15944"/>
                    </a:cubicBezTo>
                    <a:cubicBezTo>
                      <a:pt x="1901096" y="13544"/>
                      <a:pt x="1900239" y="11487"/>
                      <a:pt x="1900239" y="9772"/>
                    </a:cubicBezTo>
                    <a:cubicBezTo>
                      <a:pt x="1900239" y="8058"/>
                      <a:pt x="1901396" y="7200"/>
                      <a:pt x="1903711" y="7200"/>
                    </a:cubicBezTo>
                    <a:close/>
                    <a:moveTo>
                      <a:pt x="677886" y="6686"/>
                    </a:moveTo>
                    <a:cubicBezTo>
                      <a:pt x="680630" y="6686"/>
                      <a:pt x="685130" y="8058"/>
                      <a:pt x="691388" y="10801"/>
                    </a:cubicBezTo>
                    <a:cubicBezTo>
                      <a:pt x="697646" y="13544"/>
                      <a:pt x="700775" y="16202"/>
                      <a:pt x="700775" y="18773"/>
                    </a:cubicBezTo>
                    <a:cubicBezTo>
                      <a:pt x="700775" y="19802"/>
                      <a:pt x="700346" y="21302"/>
                      <a:pt x="699489" y="23274"/>
                    </a:cubicBezTo>
                    <a:cubicBezTo>
                      <a:pt x="698632" y="25246"/>
                      <a:pt x="697946" y="28289"/>
                      <a:pt x="697432" y="32404"/>
                    </a:cubicBezTo>
                    <a:cubicBezTo>
                      <a:pt x="696917" y="36518"/>
                      <a:pt x="696146" y="46120"/>
                      <a:pt x="695117" y="61207"/>
                    </a:cubicBezTo>
                    <a:cubicBezTo>
                      <a:pt x="706776" y="57778"/>
                      <a:pt x="716034" y="53749"/>
                      <a:pt x="722892" y="49120"/>
                    </a:cubicBezTo>
                    <a:cubicBezTo>
                      <a:pt x="723921" y="48434"/>
                      <a:pt x="725121" y="48091"/>
                      <a:pt x="726492" y="48091"/>
                    </a:cubicBezTo>
                    <a:cubicBezTo>
                      <a:pt x="730607" y="48091"/>
                      <a:pt x="736608" y="50406"/>
                      <a:pt x="744495" y="55035"/>
                    </a:cubicBezTo>
                    <a:cubicBezTo>
                      <a:pt x="752381" y="59664"/>
                      <a:pt x="756325" y="63136"/>
                      <a:pt x="756325" y="65451"/>
                    </a:cubicBezTo>
                    <a:cubicBezTo>
                      <a:pt x="756325" y="67765"/>
                      <a:pt x="754782" y="69180"/>
                      <a:pt x="751696" y="69694"/>
                    </a:cubicBezTo>
                    <a:cubicBezTo>
                      <a:pt x="742266" y="71237"/>
                      <a:pt x="733350" y="74752"/>
                      <a:pt x="724949" y="80238"/>
                    </a:cubicBezTo>
                    <a:cubicBezTo>
                      <a:pt x="723578" y="81267"/>
                      <a:pt x="722463" y="81781"/>
                      <a:pt x="721606" y="81781"/>
                    </a:cubicBezTo>
                    <a:cubicBezTo>
                      <a:pt x="720749" y="81781"/>
                      <a:pt x="720320" y="81224"/>
                      <a:pt x="720320" y="80110"/>
                    </a:cubicBezTo>
                    <a:cubicBezTo>
                      <a:pt x="720320" y="78995"/>
                      <a:pt x="721049" y="76681"/>
                      <a:pt x="722506" y="73166"/>
                    </a:cubicBezTo>
                    <a:cubicBezTo>
                      <a:pt x="723964" y="69651"/>
                      <a:pt x="724692" y="67036"/>
                      <a:pt x="724692" y="65322"/>
                    </a:cubicBezTo>
                    <a:cubicBezTo>
                      <a:pt x="724692" y="63607"/>
                      <a:pt x="723749" y="62750"/>
                      <a:pt x="721863" y="62750"/>
                    </a:cubicBezTo>
                    <a:cubicBezTo>
                      <a:pt x="718606" y="62750"/>
                      <a:pt x="709519" y="64636"/>
                      <a:pt x="694603" y="68408"/>
                    </a:cubicBezTo>
                    <a:lnTo>
                      <a:pt x="691517" y="115214"/>
                    </a:lnTo>
                    <a:cubicBezTo>
                      <a:pt x="697174" y="113499"/>
                      <a:pt x="702146" y="111442"/>
                      <a:pt x="706433" y="109042"/>
                    </a:cubicBezTo>
                    <a:cubicBezTo>
                      <a:pt x="707976" y="108184"/>
                      <a:pt x="709605" y="107756"/>
                      <a:pt x="711319" y="107756"/>
                    </a:cubicBezTo>
                    <a:cubicBezTo>
                      <a:pt x="713034" y="107756"/>
                      <a:pt x="716634" y="109042"/>
                      <a:pt x="722120" y="111613"/>
                    </a:cubicBezTo>
                    <a:cubicBezTo>
                      <a:pt x="727607" y="114185"/>
                      <a:pt x="730350" y="116328"/>
                      <a:pt x="730350" y="118043"/>
                    </a:cubicBezTo>
                    <a:cubicBezTo>
                      <a:pt x="730350" y="119757"/>
                      <a:pt x="729107" y="121643"/>
                      <a:pt x="726621" y="123701"/>
                    </a:cubicBezTo>
                    <a:cubicBezTo>
                      <a:pt x="724135" y="125758"/>
                      <a:pt x="720577" y="133216"/>
                      <a:pt x="715948" y="146075"/>
                    </a:cubicBezTo>
                    <a:cubicBezTo>
                      <a:pt x="713548" y="153962"/>
                      <a:pt x="709605" y="162106"/>
                      <a:pt x="704118" y="170507"/>
                    </a:cubicBezTo>
                    <a:cubicBezTo>
                      <a:pt x="718348" y="183537"/>
                      <a:pt x="731679" y="193009"/>
                      <a:pt x="744109" y="198924"/>
                    </a:cubicBezTo>
                    <a:cubicBezTo>
                      <a:pt x="756539" y="204839"/>
                      <a:pt x="769098" y="209254"/>
                      <a:pt x="781785" y="212169"/>
                    </a:cubicBezTo>
                    <a:cubicBezTo>
                      <a:pt x="783671" y="212683"/>
                      <a:pt x="784614" y="213541"/>
                      <a:pt x="784614" y="214741"/>
                    </a:cubicBezTo>
                    <a:cubicBezTo>
                      <a:pt x="784614" y="215941"/>
                      <a:pt x="784057" y="216798"/>
                      <a:pt x="782942" y="217312"/>
                    </a:cubicBezTo>
                    <a:cubicBezTo>
                      <a:pt x="781828" y="217827"/>
                      <a:pt x="776127" y="218641"/>
                      <a:pt x="765840" y="219756"/>
                    </a:cubicBezTo>
                    <a:cubicBezTo>
                      <a:pt x="755553" y="220870"/>
                      <a:pt x="747795" y="221427"/>
                      <a:pt x="742566" y="221427"/>
                    </a:cubicBezTo>
                    <a:cubicBezTo>
                      <a:pt x="737337" y="221427"/>
                      <a:pt x="733479" y="220827"/>
                      <a:pt x="730993" y="219627"/>
                    </a:cubicBezTo>
                    <a:cubicBezTo>
                      <a:pt x="728507" y="218427"/>
                      <a:pt x="724478" y="214612"/>
                      <a:pt x="718906" y="208183"/>
                    </a:cubicBezTo>
                    <a:cubicBezTo>
                      <a:pt x="713334" y="201753"/>
                      <a:pt x="706261" y="192538"/>
                      <a:pt x="697689" y="180536"/>
                    </a:cubicBezTo>
                    <a:cubicBezTo>
                      <a:pt x="688945" y="192366"/>
                      <a:pt x="679687" y="200596"/>
                      <a:pt x="669914" y="205225"/>
                    </a:cubicBezTo>
                    <a:cubicBezTo>
                      <a:pt x="660141" y="209854"/>
                      <a:pt x="651569" y="212169"/>
                      <a:pt x="644196" y="212169"/>
                    </a:cubicBezTo>
                    <a:cubicBezTo>
                      <a:pt x="641282" y="212169"/>
                      <a:pt x="639824" y="211569"/>
                      <a:pt x="639824" y="210369"/>
                    </a:cubicBezTo>
                    <a:cubicBezTo>
                      <a:pt x="639824" y="209169"/>
                      <a:pt x="641367" y="208054"/>
                      <a:pt x="644454" y="207025"/>
                    </a:cubicBezTo>
                    <a:cubicBezTo>
                      <a:pt x="663485" y="200339"/>
                      <a:pt x="678658" y="188252"/>
                      <a:pt x="689974" y="170764"/>
                    </a:cubicBezTo>
                    <a:cubicBezTo>
                      <a:pt x="677115" y="153447"/>
                      <a:pt x="668199" y="143160"/>
                      <a:pt x="663227" y="139903"/>
                    </a:cubicBezTo>
                    <a:cubicBezTo>
                      <a:pt x="661513" y="138703"/>
                      <a:pt x="660656" y="137460"/>
                      <a:pt x="660656" y="136174"/>
                    </a:cubicBezTo>
                    <a:cubicBezTo>
                      <a:pt x="660656" y="134888"/>
                      <a:pt x="661684" y="134245"/>
                      <a:pt x="663742" y="134245"/>
                    </a:cubicBezTo>
                    <a:cubicBezTo>
                      <a:pt x="669228" y="134245"/>
                      <a:pt x="675400" y="138531"/>
                      <a:pt x="682258" y="147104"/>
                    </a:cubicBezTo>
                    <a:cubicBezTo>
                      <a:pt x="685344" y="151390"/>
                      <a:pt x="689545" y="156276"/>
                      <a:pt x="694860" y="161763"/>
                    </a:cubicBezTo>
                    <a:cubicBezTo>
                      <a:pt x="698803" y="154562"/>
                      <a:pt x="701846" y="147104"/>
                      <a:pt x="703990" y="139388"/>
                    </a:cubicBezTo>
                    <a:cubicBezTo>
                      <a:pt x="706133" y="131673"/>
                      <a:pt x="707204" y="126701"/>
                      <a:pt x="707204" y="124472"/>
                    </a:cubicBezTo>
                    <a:cubicBezTo>
                      <a:pt x="707204" y="122243"/>
                      <a:pt x="706004" y="121129"/>
                      <a:pt x="703604" y="121129"/>
                    </a:cubicBezTo>
                    <a:cubicBezTo>
                      <a:pt x="699146" y="121129"/>
                      <a:pt x="689974" y="123272"/>
                      <a:pt x="676086" y="127558"/>
                    </a:cubicBezTo>
                    <a:cubicBezTo>
                      <a:pt x="674372" y="127901"/>
                      <a:pt x="672571" y="128073"/>
                      <a:pt x="670685" y="128073"/>
                    </a:cubicBezTo>
                    <a:cubicBezTo>
                      <a:pt x="668800" y="128073"/>
                      <a:pt x="666742" y="127601"/>
                      <a:pt x="664513" y="126658"/>
                    </a:cubicBezTo>
                    <a:cubicBezTo>
                      <a:pt x="662284" y="125715"/>
                      <a:pt x="661170" y="124729"/>
                      <a:pt x="661170" y="123701"/>
                    </a:cubicBezTo>
                    <a:cubicBezTo>
                      <a:pt x="661170" y="122672"/>
                      <a:pt x="662113" y="122072"/>
                      <a:pt x="663999" y="121900"/>
                    </a:cubicBezTo>
                    <a:cubicBezTo>
                      <a:pt x="665885" y="121729"/>
                      <a:pt x="671714" y="120529"/>
                      <a:pt x="681487" y="118300"/>
                    </a:cubicBezTo>
                    <a:lnTo>
                      <a:pt x="682773" y="71494"/>
                    </a:lnTo>
                    <a:cubicBezTo>
                      <a:pt x="671971" y="74066"/>
                      <a:pt x="663056" y="75523"/>
                      <a:pt x="656026" y="75866"/>
                    </a:cubicBezTo>
                    <a:cubicBezTo>
                      <a:pt x="656369" y="78609"/>
                      <a:pt x="656541" y="83410"/>
                      <a:pt x="656541" y="90268"/>
                    </a:cubicBezTo>
                    <a:cubicBezTo>
                      <a:pt x="656541" y="97126"/>
                      <a:pt x="655769" y="110199"/>
                      <a:pt x="654226" y="129487"/>
                    </a:cubicBezTo>
                    <a:cubicBezTo>
                      <a:pt x="652683" y="148775"/>
                      <a:pt x="648826" y="165063"/>
                      <a:pt x="642653" y="178350"/>
                    </a:cubicBezTo>
                    <a:cubicBezTo>
                      <a:pt x="636481" y="191638"/>
                      <a:pt x="628980" y="201839"/>
                      <a:pt x="620150" y="208954"/>
                    </a:cubicBezTo>
                    <a:cubicBezTo>
                      <a:pt x="611321" y="216069"/>
                      <a:pt x="605963" y="219627"/>
                      <a:pt x="604077" y="219627"/>
                    </a:cubicBezTo>
                    <a:cubicBezTo>
                      <a:pt x="603391" y="219627"/>
                      <a:pt x="603048" y="219284"/>
                      <a:pt x="603048" y="218598"/>
                    </a:cubicBezTo>
                    <a:cubicBezTo>
                      <a:pt x="603048" y="217912"/>
                      <a:pt x="603820" y="216712"/>
                      <a:pt x="605363" y="214998"/>
                    </a:cubicBezTo>
                    <a:cubicBezTo>
                      <a:pt x="621822" y="197167"/>
                      <a:pt x="632324" y="178608"/>
                      <a:pt x="636867" y="159319"/>
                    </a:cubicBezTo>
                    <a:cubicBezTo>
                      <a:pt x="641410" y="140031"/>
                      <a:pt x="643682" y="120615"/>
                      <a:pt x="643682" y="101069"/>
                    </a:cubicBezTo>
                    <a:cubicBezTo>
                      <a:pt x="643682" y="87868"/>
                      <a:pt x="642225" y="78867"/>
                      <a:pt x="639310" y="74066"/>
                    </a:cubicBezTo>
                    <a:cubicBezTo>
                      <a:pt x="638281" y="72523"/>
                      <a:pt x="637767" y="70980"/>
                      <a:pt x="637767" y="69437"/>
                    </a:cubicBezTo>
                    <a:cubicBezTo>
                      <a:pt x="637767" y="67894"/>
                      <a:pt x="638924" y="67122"/>
                      <a:pt x="641239" y="67122"/>
                    </a:cubicBezTo>
                    <a:cubicBezTo>
                      <a:pt x="643553" y="67122"/>
                      <a:pt x="646768" y="68065"/>
                      <a:pt x="650883" y="69951"/>
                    </a:cubicBezTo>
                    <a:cubicBezTo>
                      <a:pt x="659455" y="68922"/>
                      <a:pt x="670171" y="67036"/>
                      <a:pt x="683030" y="64293"/>
                    </a:cubicBezTo>
                    <a:cubicBezTo>
                      <a:pt x="683544" y="37376"/>
                      <a:pt x="681401" y="21259"/>
                      <a:pt x="676600" y="15944"/>
                    </a:cubicBezTo>
                    <a:cubicBezTo>
                      <a:pt x="674715" y="13716"/>
                      <a:pt x="673772" y="11744"/>
                      <a:pt x="673772" y="10029"/>
                    </a:cubicBezTo>
                    <a:cubicBezTo>
                      <a:pt x="673772" y="7801"/>
                      <a:pt x="675143" y="6686"/>
                      <a:pt x="677886" y="6686"/>
                    </a:cubicBezTo>
                    <a:close/>
                    <a:moveTo>
                      <a:pt x="886198" y="4886"/>
                    </a:moveTo>
                    <a:cubicBezTo>
                      <a:pt x="889456" y="4886"/>
                      <a:pt x="894042" y="7072"/>
                      <a:pt x="899957" y="11444"/>
                    </a:cubicBezTo>
                    <a:cubicBezTo>
                      <a:pt x="905872" y="15816"/>
                      <a:pt x="908829" y="19245"/>
                      <a:pt x="908829" y="21731"/>
                    </a:cubicBezTo>
                    <a:cubicBezTo>
                      <a:pt x="908829" y="24217"/>
                      <a:pt x="907715" y="26489"/>
                      <a:pt x="905486" y="28546"/>
                    </a:cubicBezTo>
                    <a:cubicBezTo>
                      <a:pt x="900514" y="33175"/>
                      <a:pt x="896142" y="38919"/>
                      <a:pt x="892370" y="45777"/>
                    </a:cubicBezTo>
                    <a:cubicBezTo>
                      <a:pt x="886541" y="55378"/>
                      <a:pt x="881054" y="63607"/>
                      <a:pt x="875911" y="70465"/>
                    </a:cubicBezTo>
                    <a:cubicBezTo>
                      <a:pt x="900257" y="66008"/>
                      <a:pt x="919674" y="62836"/>
                      <a:pt x="934161" y="60950"/>
                    </a:cubicBezTo>
                    <a:cubicBezTo>
                      <a:pt x="948649" y="59064"/>
                      <a:pt x="958207" y="56664"/>
                      <a:pt x="962836" y="53749"/>
                    </a:cubicBezTo>
                    <a:cubicBezTo>
                      <a:pt x="965065" y="52206"/>
                      <a:pt x="967208" y="51435"/>
                      <a:pt x="969266" y="51435"/>
                    </a:cubicBezTo>
                    <a:cubicBezTo>
                      <a:pt x="973209" y="51435"/>
                      <a:pt x="979681" y="53921"/>
                      <a:pt x="988682" y="58893"/>
                    </a:cubicBezTo>
                    <a:cubicBezTo>
                      <a:pt x="997683" y="63865"/>
                      <a:pt x="1002184" y="67637"/>
                      <a:pt x="1002184" y="70208"/>
                    </a:cubicBezTo>
                    <a:cubicBezTo>
                      <a:pt x="1002184" y="72094"/>
                      <a:pt x="1000984" y="73466"/>
                      <a:pt x="998584" y="74323"/>
                    </a:cubicBezTo>
                    <a:cubicBezTo>
                      <a:pt x="996183" y="75523"/>
                      <a:pt x="991554" y="78567"/>
                      <a:pt x="984696" y="83453"/>
                    </a:cubicBezTo>
                    <a:cubicBezTo>
                      <a:pt x="977838" y="88339"/>
                      <a:pt x="972480" y="92411"/>
                      <a:pt x="968623" y="95669"/>
                    </a:cubicBezTo>
                    <a:cubicBezTo>
                      <a:pt x="964765" y="98926"/>
                      <a:pt x="962493" y="100555"/>
                      <a:pt x="961808" y="100555"/>
                    </a:cubicBezTo>
                    <a:cubicBezTo>
                      <a:pt x="961122" y="100555"/>
                      <a:pt x="960779" y="100126"/>
                      <a:pt x="960779" y="99269"/>
                    </a:cubicBezTo>
                    <a:cubicBezTo>
                      <a:pt x="960779" y="97897"/>
                      <a:pt x="962065" y="93826"/>
                      <a:pt x="964636" y="87053"/>
                    </a:cubicBezTo>
                    <a:cubicBezTo>
                      <a:pt x="967208" y="80281"/>
                      <a:pt x="968494" y="75995"/>
                      <a:pt x="968494" y="74195"/>
                    </a:cubicBezTo>
                    <a:cubicBezTo>
                      <a:pt x="968494" y="72394"/>
                      <a:pt x="968065" y="71151"/>
                      <a:pt x="967208" y="70465"/>
                    </a:cubicBezTo>
                    <a:cubicBezTo>
                      <a:pt x="966351" y="69780"/>
                      <a:pt x="962879" y="69437"/>
                      <a:pt x="956792" y="69437"/>
                    </a:cubicBezTo>
                    <a:cubicBezTo>
                      <a:pt x="950706" y="69437"/>
                      <a:pt x="941019" y="70208"/>
                      <a:pt x="927732" y="71751"/>
                    </a:cubicBezTo>
                    <a:cubicBezTo>
                      <a:pt x="914444" y="73294"/>
                      <a:pt x="904457" y="74837"/>
                      <a:pt x="897771" y="76381"/>
                    </a:cubicBezTo>
                    <a:cubicBezTo>
                      <a:pt x="891084" y="77924"/>
                      <a:pt x="886327" y="78695"/>
                      <a:pt x="883498" y="78695"/>
                    </a:cubicBezTo>
                    <a:cubicBezTo>
                      <a:pt x="880669" y="78695"/>
                      <a:pt x="876854" y="77495"/>
                      <a:pt x="872053" y="75095"/>
                    </a:cubicBezTo>
                    <a:cubicBezTo>
                      <a:pt x="863310" y="86067"/>
                      <a:pt x="854308" y="95240"/>
                      <a:pt x="845050" y="102612"/>
                    </a:cubicBezTo>
                    <a:cubicBezTo>
                      <a:pt x="835792" y="109985"/>
                      <a:pt x="829877" y="113671"/>
                      <a:pt x="827305" y="113671"/>
                    </a:cubicBezTo>
                    <a:cubicBezTo>
                      <a:pt x="826619" y="113671"/>
                      <a:pt x="826276" y="113414"/>
                      <a:pt x="826276" y="112899"/>
                    </a:cubicBezTo>
                    <a:cubicBezTo>
                      <a:pt x="826276" y="111185"/>
                      <a:pt x="828505" y="108013"/>
                      <a:pt x="832963" y="103384"/>
                    </a:cubicBezTo>
                    <a:cubicBezTo>
                      <a:pt x="844964" y="91040"/>
                      <a:pt x="856323" y="76080"/>
                      <a:pt x="867039" y="58507"/>
                    </a:cubicBezTo>
                    <a:cubicBezTo>
                      <a:pt x="877754" y="40933"/>
                      <a:pt x="883112" y="28032"/>
                      <a:pt x="883112" y="19802"/>
                    </a:cubicBezTo>
                    <a:cubicBezTo>
                      <a:pt x="883112" y="17745"/>
                      <a:pt x="882812" y="15516"/>
                      <a:pt x="882212" y="13115"/>
                    </a:cubicBezTo>
                    <a:cubicBezTo>
                      <a:pt x="881612" y="10715"/>
                      <a:pt x="881312" y="9429"/>
                      <a:pt x="881312" y="9258"/>
                    </a:cubicBezTo>
                    <a:cubicBezTo>
                      <a:pt x="881312" y="6343"/>
                      <a:pt x="882940" y="4886"/>
                      <a:pt x="886198" y="4886"/>
                    </a:cubicBezTo>
                    <a:close/>
                    <a:moveTo>
                      <a:pt x="1666081" y="0"/>
                    </a:moveTo>
                    <a:cubicBezTo>
                      <a:pt x="1668396" y="0"/>
                      <a:pt x="1671910" y="857"/>
                      <a:pt x="1676626" y="2571"/>
                    </a:cubicBezTo>
                    <a:cubicBezTo>
                      <a:pt x="1681340" y="4286"/>
                      <a:pt x="1684512" y="5743"/>
                      <a:pt x="1686141" y="6943"/>
                    </a:cubicBezTo>
                    <a:cubicBezTo>
                      <a:pt x="1687770" y="8143"/>
                      <a:pt x="1688584" y="9644"/>
                      <a:pt x="1688584" y="11444"/>
                    </a:cubicBezTo>
                    <a:cubicBezTo>
                      <a:pt x="1688584" y="13244"/>
                      <a:pt x="1687855" y="16502"/>
                      <a:pt x="1686398" y="21216"/>
                    </a:cubicBezTo>
                    <a:cubicBezTo>
                      <a:pt x="1684941" y="25931"/>
                      <a:pt x="1684041" y="37804"/>
                      <a:pt x="1683698" y="56835"/>
                    </a:cubicBezTo>
                    <a:cubicBezTo>
                      <a:pt x="1724503" y="52549"/>
                      <a:pt x="1746106" y="49977"/>
                      <a:pt x="1748506" y="49120"/>
                    </a:cubicBezTo>
                    <a:cubicBezTo>
                      <a:pt x="1752106" y="47577"/>
                      <a:pt x="1755107" y="46805"/>
                      <a:pt x="1757507" y="46805"/>
                    </a:cubicBezTo>
                    <a:cubicBezTo>
                      <a:pt x="1762136" y="46805"/>
                      <a:pt x="1768737" y="49806"/>
                      <a:pt x="1777310" y="55807"/>
                    </a:cubicBezTo>
                    <a:cubicBezTo>
                      <a:pt x="1785882" y="61807"/>
                      <a:pt x="1790168" y="66136"/>
                      <a:pt x="1790168" y="68794"/>
                    </a:cubicBezTo>
                    <a:cubicBezTo>
                      <a:pt x="1790168" y="71451"/>
                      <a:pt x="1787339" y="73037"/>
                      <a:pt x="1781682" y="73552"/>
                    </a:cubicBezTo>
                    <a:cubicBezTo>
                      <a:pt x="1769851" y="74580"/>
                      <a:pt x="1760165" y="77066"/>
                      <a:pt x="1752621" y="81010"/>
                    </a:cubicBezTo>
                    <a:cubicBezTo>
                      <a:pt x="1750563" y="82038"/>
                      <a:pt x="1748892" y="82553"/>
                      <a:pt x="1747606" y="82553"/>
                    </a:cubicBezTo>
                    <a:cubicBezTo>
                      <a:pt x="1746320" y="82553"/>
                      <a:pt x="1745677" y="82124"/>
                      <a:pt x="1745677" y="81267"/>
                    </a:cubicBezTo>
                    <a:cubicBezTo>
                      <a:pt x="1745677" y="80410"/>
                      <a:pt x="1746020" y="79467"/>
                      <a:pt x="1746706" y="78438"/>
                    </a:cubicBezTo>
                    <a:cubicBezTo>
                      <a:pt x="1752364" y="70551"/>
                      <a:pt x="1755192" y="65708"/>
                      <a:pt x="1755192" y="63908"/>
                    </a:cubicBezTo>
                    <a:cubicBezTo>
                      <a:pt x="1755192" y="62107"/>
                      <a:pt x="1754464" y="60950"/>
                      <a:pt x="1753006" y="60436"/>
                    </a:cubicBezTo>
                    <a:cubicBezTo>
                      <a:pt x="1751549" y="59921"/>
                      <a:pt x="1748763" y="59664"/>
                      <a:pt x="1744648" y="59664"/>
                    </a:cubicBezTo>
                    <a:cubicBezTo>
                      <a:pt x="1731790" y="59664"/>
                      <a:pt x="1713573" y="60864"/>
                      <a:pt x="1689998" y="63265"/>
                    </a:cubicBezTo>
                    <a:cubicBezTo>
                      <a:pt x="1666424" y="65665"/>
                      <a:pt x="1649151" y="67937"/>
                      <a:pt x="1638178" y="70080"/>
                    </a:cubicBezTo>
                    <a:cubicBezTo>
                      <a:pt x="1627205" y="72223"/>
                      <a:pt x="1618032" y="73209"/>
                      <a:pt x="1610660" y="73037"/>
                    </a:cubicBezTo>
                    <a:cubicBezTo>
                      <a:pt x="1607917" y="83153"/>
                      <a:pt x="1604702" y="91682"/>
                      <a:pt x="1601016" y="98626"/>
                    </a:cubicBezTo>
                    <a:cubicBezTo>
                      <a:pt x="1597330" y="105570"/>
                      <a:pt x="1594244" y="109042"/>
                      <a:pt x="1591758" y="109042"/>
                    </a:cubicBezTo>
                    <a:cubicBezTo>
                      <a:pt x="1589272" y="109042"/>
                      <a:pt x="1587472" y="107713"/>
                      <a:pt x="1586357" y="105056"/>
                    </a:cubicBezTo>
                    <a:cubicBezTo>
                      <a:pt x="1585242" y="102398"/>
                      <a:pt x="1584686" y="100212"/>
                      <a:pt x="1584686" y="98498"/>
                    </a:cubicBezTo>
                    <a:cubicBezTo>
                      <a:pt x="1584686" y="96783"/>
                      <a:pt x="1585157" y="94640"/>
                      <a:pt x="1586100" y="92068"/>
                    </a:cubicBezTo>
                    <a:cubicBezTo>
                      <a:pt x="1587043" y="89496"/>
                      <a:pt x="1588114" y="87439"/>
                      <a:pt x="1589314" y="85896"/>
                    </a:cubicBezTo>
                    <a:cubicBezTo>
                      <a:pt x="1592744" y="81781"/>
                      <a:pt x="1596001" y="74066"/>
                      <a:pt x="1599087" y="62750"/>
                    </a:cubicBezTo>
                    <a:cubicBezTo>
                      <a:pt x="1600116" y="59493"/>
                      <a:pt x="1601488" y="57864"/>
                      <a:pt x="1603202" y="57864"/>
                    </a:cubicBezTo>
                    <a:cubicBezTo>
                      <a:pt x="1604916" y="57864"/>
                      <a:pt x="1606888" y="60607"/>
                      <a:pt x="1609117" y="66094"/>
                    </a:cubicBezTo>
                    <a:cubicBezTo>
                      <a:pt x="1628662" y="62836"/>
                      <a:pt x="1649751" y="60178"/>
                      <a:pt x="1672382" y="58121"/>
                    </a:cubicBezTo>
                    <a:cubicBezTo>
                      <a:pt x="1672725" y="45605"/>
                      <a:pt x="1672425" y="35404"/>
                      <a:pt x="1671482" y="27517"/>
                    </a:cubicBezTo>
                    <a:cubicBezTo>
                      <a:pt x="1670539" y="19631"/>
                      <a:pt x="1668824" y="13887"/>
                      <a:pt x="1666338" y="10287"/>
                    </a:cubicBezTo>
                    <a:cubicBezTo>
                      <a:pt x="1663852" y="6686"/>
                      <a:pt x="1662610" y="4071"/>
                      <a:pt x="1662610" y="2443"/>
                    </a:cubicBezTo>
                    <a:cubicBezTo>
                      <a:pt x="1662610" y="814"/>
                      <a:pt x="1663767" y="0"/>
                      <a:pt x="166608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288F78-2049-49A5-9B7F-AEAA559FC236}"/>
                </a:ext>
              </a:extLst>
            </p:cNvPr>
            <p:cNvSpPr/>
            <p:nvPr/>
          </p:nvSpPr>
          <p:spPr>
            <a:xfrm>
              <a:off x="-5300" y="3930169"/>
              <a:ext cx="12197300" cy="196526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8" name="椭圆 17">
            <a:extLst>
              <a:ext uri="{FF2B5EF4-FFF2-40B4-BE49-F238E27FC236}">
                <a16:creationId xmlns:a16="http://schemas.microsoft.com/office/drawing/2014/main" id="{036CBE21-0B20-43BF-BBC7-9F6B8DD1580B}"/>
              </a:ext>
            </a:extLst>
          </p:cNvPr>
          <p:cNvSpPr/>
          <p:nvPr/>
        </p:nvSpPr>
        <p:spPr>
          <a:xfrm>
            <a:off x="5196114" y="2025450"/>
            <a:ext cx="1101625" cy="135760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60ED61C-0E3C-40E5-A5DF-44379ABE2ECA}"/>
              </a:ext>
            </a:extLst>
          </p:cNvPr>
          <p:cNvSpPr/>
          <p:nvPr/>
        </p:nvSpPr>
        <p:spPr>
          <a:xfrm>
            <a:off x="2170234" y="4438346"/>
            <a:ext cx="1802796" cy="135760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B77A1E-460E-4856-AA5B-0F618EBCA8C3}"/>
              </a:ext>
            </a:extLst>
          </p:cNvPr>
          <p:cNvSpPr txBox="1"/>
          <p:nvPr/>
        </p:nvSpPr>
        <p:spPr>
          <a:xfrm>
            <a:off x="4653465" y="4168758"/>
            <a:ext cx="2124708" cy="332413"/>
          </a:xfrm>
          <a:custGeom>
            <a:avLst/>
            <a:gdLst/>
            <a:ahLst/>
            <a:cxnLst/>
            <a:rect l="l" t="t" r="r" b="b"/>
            <a:pathLst>
              <a:path w="2700223" h="422453">
                <a:moveTo>
                  <a:pt x="1137971" y="317297"/>
                </a:moveTo>
                <a:lnTo>
                  <a:pt x="1137971" y="369418"/>
                </a:lnTo>
                <a:lnTo>
                  <a:pt x="1280160" y="369418"/>
                </a:lnTo>
                <a:lnTo>
                  <a:pt x="1280160" y="317297"/>
                </a:lnTo>
                <a:close/>
                <a:moveTo>
                  <a:pt x="96926" y="302666"/>
                </a:moveTo>
                <a:lnTo>
                  <a:pt x="96926" y="350672"/>
                </a:lnTo>
                <a:lnTo>
                  <a:pt x="200710" y="350672"/>
                </a:lnTo>
                <a:lnTo>
                  <a:pt x="200710" y="302666"/>
                </a:lnTo>
                <a:close/>
                <a:moveTo>
                  <a:pt x="2590038" y="287122"/>
                </a:moveTo>
                <a:cubicBezTo>
                  <a:pt x="2626004" y="312115"/>
                  <a:pt x="2662732" y="341376"/>
                  <a:pt x="2700223" y="374904"/>
                </a:cubicBezTo>
                <a:lnTo>
                  <a:pt x="2676905" y="395478"/>
                </a:lnTo>
                <a:cubicBezTo>
                  <a:pt x="2644902" y="361036"/>
                  <a:pt x="2610154" y="331622"/>
                  <a:pt x="2572664" y="307238"/>
                </a:cubicBezTo>
                <a:close/>
                <a:moveTo>
                  <a:pt x="2418130" y="282550"/>
                </a:moveTo>
                <a:cubicBezTo>
                  <a:pt x="2423007" y="288341"/>
                  <a:pt x="2429332" y="293751"/>
                  <a:pt x="2437104" y="298780"/>
                </a:cubicBezTo>
                <a:cubicBezTo>
                  <a:pt x="2444877" y="303809"/>
                  <a:pt x="2448763" y="307315"/>
                  <a:pt x="2448763" y="309296"/>
                </a:cubicBezTo>
                <a:cubicBezTo>
                  <a:pt x="2448763" y="311277"/>
                  <a:pt x="2446553" y="312877"/>
                  <a:pt x="2442133" y="314096"/>
                </a:cubicBezTo>
                <a:cubicBezTo>
                  <a:pt x="2437714" y="315316"/>
                  <a:pt x="2432989" y="317830"/>
                  <a:pt x="2427960" y="321640"/>
                </a:cubicBezTo>
                <a:cubicBezTo>
                  <a:pt x="2422931" y="325450"/>
                  <a:pt x="2411882" y="335280"/>
                  <a:pt x="2394813" y="351130"/>
                </a:cubicBezTo>
                <a:lnTo>
                  <a:pt x="2338578" y="403708"/>
                </a:lnTo>
                <a:cubicBezTo>
                  <a:pt x="2334310" y="390906"/>
                  <a:pt x="2325319" y="382981"/>
                  <a:pt x="2311603" y="379933"/>
                </a:cubicBezTo>
                <a:cubicBezTo>
                  <a:pt x="2360371" y="351892"/>
                  <a:pt x="2395880" y="319430"/>
                  <a:pt x="2418130" y="282550"/>
                </a:cubicBezTo>
                <a:close/>
                <a:moveTo>
                  <a:pt x="1490014" y="276149"/>
                </a:moveTo>
                <a:lnTo>
                  <a:pt x="1469898" y="313639"/>
                </a:lnTo>
                <a:cubicBezTo>
                  <a:pt x="1489710" y="318821"/>
                  <a:pt x="1509217" y="325069"/>
                  <a:pt x="1528419" y="332384"/>
                </a:cubicBezTo>
                <a:cubicBezTo>
                  <a:pt x="1543050" y="317754"/>
                  <a:pt x="1554480" y="299009"/>
                  <a:pt x="1562709" y="276149"/>
                </a:cubicBezTo>
                <a:close/>
                <a:moveTo>
                  <a:pt x="1137971" y="242773"/>
                </a:moveTo>
                <a:lnTo>
                  <a:pt x="1137971" y="297180"/>
                </a:lnTo>
                <a:lnTo>
                  <a:pt x="1280160" y="297180"/>
                </a:lnTo>
                <a:lnTo>
                  <a:pt x="1280160" y="242773"/>
                </a:lnTo>
                <a:close/>
                <a:moveTo>
                  <a:pt x="96926" y="232715"/>
                </a:moveTo>
                <a:lnTo>
                  <a:pt x="96926" y="280721"/>
                </a:lnTo>
                <a:lnTo>
                  <a:pt x="200710" y="280721"/>
                </a:lnTo>
                <a:lnTo>
                  <a:pt x="200710" y="232715"/>
                </a:lnTo>
                <a:close/>
                <a:moveTo>
                  <a:pt x="1105966" y="217627"/>
                </a:moveTo>
                <a:cubicBezTo>
                  <a:pt x="1125474" y="220370"/>
                  <a:pt x="1159535" y="221742"/>
                  <a:pt x="1208151" y="221742"/>
                </a:cubicBezTo>
                <a:cubicBezTo>
                  <a:pt x="1256766" y="221742"/>
                  <a:pt x="1291285" y="220370"/>
                  <a:pt x="1311706" y="217627"/>
                </a:cubicBezTo>
                <a:cubicBezTo>
                  <a:pt x="1309878" y="225857"/>
                  <a:pt x="1308963" y="237592"/>
                  <a:pt x="1308963" y="252832"/>
                </a:cubicBezTo>
                <a:lnTo>
                  <a:pt x="1308963" y="367589"/>
                </a:lnTo>
                <a:cubicBezTo>
                  <a:pt x="1308963" y="382219"/>
                  <a:pt x="1310030" y="397459"/>
                  <a:pt x="1312164" y="413309"/>
                </a:cubicBezTo>
                <a:lnTo>
                  <a:pt x="1280160" y="413309"/>
                </a:lnTo>
                <a:lnTo>
                  <a:pt x="1280160" y="390906"/>
                </a:lnTo>
                <a:lnTo>
                  <a:pt x="1137971" y="390906"/>
                </a:lnTo>
                <a:lnTo>
                  <a:pt x="1137971" y="420167"/>
                </a:lnTo>
                <a:lnTo>
                  <a:pt x="1106424" y="420167"/>
                </a:lnTo>
                <a:cubicBezTo>
                  <a:pt x="1108557" y="403708"/>
                  <a:pt x="1109624" y="388468"/>
                  <a:pt x="1109624" y="374447"/>
                </a:cubicBezTo>
                <a:lnTo>
                  <a:pt x="1109624" y="252832"/>
                </a:lnTo>
                <a:cubicBezTo>
                  <a:pt x="1109624" y="240030"/>
                  <a:pt x="1108405" y="228295"/>
                  <a:pt x="1105966" y="217627"/>
                </a:cubicBezTo>
                <a:close/>
                <a:moveTo>
                  <a:pt x="1491386" y="211226"/>
                </a:moveTo>
                <a:cubicBezTo>
                  <a:pt x="1501444" y="216103"/>
                  <a:pt x="1509750" y="219227"/>
                  <a:pt x="1516303" y="220599"/>
                </a:cubicBezTo>
                <a:cubicBezTo>
                  <a:pt x="1522857" y="221971"/>
                  <a:pt x="1526133" y="223952"/>
                  <a:pt x="1526133" y="226543"/>
                </a:cubicBezTo>
                <a:cubicBezTo>
                  <a:pt x="1526133" y="229133"/>
                  <a:pt x="1523923" y="231496"/>
                  <a:pt x="1519504" y="233629"/>
                </a:cubicBezTo>
                <a:cubicBezTo>
                  <a:pt x="1515084" y="235763"/>
                  <a:pt x="1509064" y="242926"/>
                  <a:pt x="1501444" y="255118"/>
                </a:cubicBezTo>
                <a:lnTo>
                  <a:pt x="1566367" y="255118"/>
                </a:lnTo>
                <a:cubicBezTo>
                  <a:pt x="1581607" y="255118"/>
                  <a:pt x="1593647" y="254051"/>
                  <a:pt x="1602486" y="251917"/>
                </a:cubicBezTo>
                <a:cubicBezTo>
                  <a:pt x="1587246" y="292151"/>
                  <a:pt x="1570939" y="322021"/>
                  <a:pt x="1553565" y="341528"/>
                </a:cubicBezTo>
                <a:cubicBezTo>
                  <a:pt x="1571853" y="348844"/>
                  <a:pt x="1588617" y="356311"/>
                  <a:pt x="1603857" y="363931"/>
                </a:cubicBezTo>
                <a:cubicBezTo>
                  <a:pt x="1597456" y="369418"/>
                  <a:pt x="1591360" y="377038"/>
                  <a:pt x="1585569" y="386791"/>
                </a:cubicBezTo>
                <a:cubicBezTo>
                  <a:pt x="1568805" y="376428"/>
                  <a:pt x="1551736" y="367436"/>
                  <a:pt x="1534363" y="359816"/>
                </a:cubicBezTo>
                <a:cubicBezTo>
                  <a:pt x="1511198" y="379019"/>
                  <a:pt x="1472184" y="396697"/>
                  <a:pt x="1417320" y="412852"/>
                </a:cubicBezTo>
                <a:cubicBezTo>
                  <a:pt x="1415186" y="402488"/>
                  <a:pt x="1409852" y="392582"/>
                  <a:pt x="1401318" y="383134"/>
                </a:cubicBezTo>
                <a:cubicBezTo>
                  <a:pt x="1446428" y="377952"/>
                  <a:pt x="1482090" y="366522"/>
                  <a:pt x="1508302" y="348844"/>
                </a:cubicBezTo>
                <a:cubicBezTo>
                  <a:pt x="1482394" y="339090"/>
                  <a:pt x="1456639" y="331622"/>
                  <a:pt x="1431036" y="326441"/>
                </a:cubicBezTo>
                <a:cubicBezTo>
                  <a:pt x="1443837" y="308762"/>
                  <a:pt x="1454658" y="291998"/>
                  <a:pt x="1463497" y="276149"/>
                </a:cubicBezTo>
                <a:cubicBezTo>
                  <a:pt x="1436370" y="276454"/>
                  <a:pt x="1414272" y="277673"/>
                  <a:pt x="1397203" y="279806"/>
                </a:cubicBezTo>
                <a:lnTo>
                  <a:pt x="1397203" y="252374"/>
                </a:lnTo>
                <a:cubicBezTo>
                  <a:pt x="1413662" y="253594"/>
                  <a:pt x="1439265" y="254508"/>
                  <a:pt x="1474012" y="255118"/>
                </a:cubicBezTo>
                <a:cubicBezTo>
                  <a:pt x="1479499" y="244145"/>
                  <a:pt x="1485290" y="229514"/>
                  <a:pt x="1491386" y="211226"/>
                </a:cubicBezTo>
                <a:close/>
                <a:moveTo>
                  <a:pt x="475945" y="202997"/>
                </a:moveTo>
                <a:cubicBezTo>
                  <a:pt x="517398" y="205435"/>
                  <a:pt x="585292" y="206654"/>
                  <a:pt x="679627" y="206654"/>
                </a:cubicBezTo>
                <a:cubicBezTo>
                  <a:pt x="773963" y="206654"/>
                  <a:pt x="841705" y="205435"/>
                  <a:pt x="882853" y="202997"/>
                </a:cubicBezTo>
                <a:lnTo>
                  <a:pt x="882853" y="230886"/>
                </a:lnTo>
                <a:cubicBezTo>
                  <a:pt x="835304" y="228448"/>
                  <a:pt x="772820" y="227228"/>
                  <a:pt x="695401" y="227228"/>
                </a:cubicBezTo>
                <a:lnTo>
                  <a:pt x="695401" y="280264"/>
                </a:lnTo>
                <a:cubicBezTo>
                  <a:pt x="764286" y="280264"/>
                  <a:pt x="809396" y="278892"/>
                  <a:pt x="830732" y="276149"/>
                </a:cubicBezTo>
                <a:lnTo>
                  <a:pt x="830732" y="304952"/>
                </a:lnTo>
                <a:cubicBezTo>
                  <a:pt x="809701" y="303124"/>
                  <a:pt x="764590" y="302209"/>
                  <a:pt x="695401" y="302209"/>
                </a:cubicBezTo>
                <a:lnTo>
                  <a:pt x="695401" y="378562"/>
                </a:lnTo>
                <a:cubicBezTo>
                  <a:pt x="715213" y="381914"/>
                  <a:pt x="740816" y="383591"/>
                  <a:pt x="772210" y="383591"/>
                </a:cubicBezTo>
                <a:cubicBezTo>
                  <a:pt x="803605" y="383591"/>
                  <a:pt x="843076" y="382219"/>
                  <a:pt x="890625" y="379476"/>
                </a:cubicBezTo>
                <a:cubicBezTo>
                  <a:pt x="886968" y="384962"/>
                  <a:pt x="884529" y="389534"/>
                  <a:pt x="883310" y="393192"/>
                </a:cubicBezTo>
                <a:cubicBezTo>
                  <a:pt x="882091" y="396850"/>
                  <a:pt x="881481" y="402336"/>
                  <a:pt x="881481" y="409651"/>
                </a:cubicBezTo>
                <a:cubicBezTo>
                  <a:pt x="859536" y="410261"/>
                  <a:pt x="838962" y="410566"/>
                  <a:pt x="819759" y="410566"/>
                </a:cubicBezTo>
                <a:cubicBezTo>
                  <a:pt x="769162" y="410566"/>
                  <a:pt x="728243" y="408508"/>
                  <a:pt x="697001" y="404393"/>
                </a:cubicBezTo>
                <a:cubicBezTo>
                  <a:pt x="665759" y="400279"/>
                  <a:pt x="639394" y="391439"/>
                  <a:pt x="617905" y="377876"/>
                </a:cubicBezTo>
                <a:cubicBezTo>
                  <a:pt x="596417" y="364312"/>
                  <a:pt x="579120" y="349453"/>
                  <a:pt x="566013" y="333299"/>
                </a:cubicBezTo>
                <a:cubicBezTo>
                  <a:pt x="547420" y="365608"/>
                  <a:pt x="527304" y="393954"/>
                  <a:pt x="505663" y="418338"/>
                </a:cubicBezTo>
                <a:cubicBezTo>
                  <a:pt x="498043" y="409499"/>
                  <a:pt x="489508" y="402946"/>
                  <a:pt x="480060" y="398678"/>
                </a:cubicBezTo>
                <a:cubicBezTo>
                  <a:pt x="525780" y="361188"/>
                  <a:pt x="554583" y="313792"/>
                  <a:pt x="566470" y="256489"/>
                </a:cubicBezTo>
                <a:cubicBezTo>
                  <a:pt x="578053" y="262890"/>
                  <a:pt x="588568" y="267462"/>
                  <a:pt x="598017" y="270205"/>
                </a:cubicBezTo>
                <a:cubicBezTo>
                  <a:pt x="601065" y="271424"/>
                  <a:pt x="602589" y="273177"/>
                  <a:pt x="602589" y="275463"/>
                </a:cubicBezTo>
                <a:cubicBezTo>
                  <a:pt x="602589" y="277749"/>
                  <a:pt x="600303" y="280187"/>
                  <a:pt x="595731" y="282778"/>
                </a:cubicBezTo>
                <a:cubicBezTo>
                  <a:pt x="591159" y="285369"/>
                  <a:pt x="585063" y="294589"/>
                  <a:pt x="577443" y="310439"/>
                </a:cubicBezTo>
                <a:cubicBezTo>
                  <a:pt x="600303" y="340614"/>
                  <a:pt x="630174" y="361036"/>
                  <a:pt x="667054" y="371704"/>
                </a:cubicBezTo>
                <a:lnTo>
                  <a:pt x="667054" y="227228"/>
                </a:lnTo>
                <a:cubicBezTo>
                  <a:pt x="586892" y="227228"/>
                  <a:pt x="523189" y="228448"/>
                  <a:pt x="475945" y="230886"/>
                </a:cubicBezTo>
                <a:close/>
                <a:moveTo>
                  <a:pt x="581101" y="118415"/>
                </a:moveTo>
                <a:lnTo>
                  <a:pt x="581101" y="156362"/>
                </a:lnTo>
                <a:lnTo>
                  <a:pt x="776782" y="156362"/>
                </a:lnTo>
                <a:lnTo>
                  <a:pt x="776782" y="118415"/>
                </a:lnTo>
                <a:close/>
                <a:moveTo>
                  <a:pt x="581101" y="54864"/>
                </a:moveTo>
                <a:lnTo>
                  <a:pt x="581101" y="97384"/>
                </a:lnTo>
                <a:lnTo>
                  <a:pt x="776782" y="97384"/>
                </a:lnTo>
                <a:lnTo>
                  <a:pt x="776782" y="54864"/>
                </a:lnTo>
                <a:close/>
                <a:moveTo>
                  <a:pt x="549554" y="30632"/>
                </a:moveTo>
                <a:cubicBezTo>
                  <a:pt x="559612" y="32766"/>
                  <a:pt x="602513" y="33833"/>
                  <a:pt x="678256" y="33833"/>
                </a:cubicBezTo>
                <a:cubicBezTo>
                  <a:pt x="753999" y="33833"/>
                  <a:pt x="797356" y="32766"/>
                  <a:pt x="808329" y="30632"/>
                </a:cubicBezTo>
                <a:cubicBezTo>
                  <a:pt x="806500" y="41605"/>
                  <a:pt x="805586" y="56845"/>
                  <a:pt x="805586" y="76352"/>
                </a:cubicBezTo>
                <a:lnTo>
                  <a:pt x="805586" y="136246"/>
                </a:lnTo>
                <a:cubicBezTo>
                  <a:pt x="805586" y="150266"/>
                  <a:pt x="806500" y="164592"/>
                  <a:pt x="808329" y="179222"/>
                </a:cubicBezTo>
                <a:cubicBezTo>
                  <a:pt x="803452" y="177394"/>
                  <a:pt x="759942" y="176479"/>
                  <a:pt x="677799" y="176479"/>
                </a:cubicBezTo>
                <a:cubicBezTo>
                  <a:pt x="595655" y="176479"/>
                  <a:pt x="552907" y="177089"/>
                  <a:pt x="549554" y="178308"/>
                </a:cubicBezTo>
                <a:cubicBezTo>
                  <a:pt x="551078" y="161849"/>
                  <a:pt x="551840" y="147523"/>
                  <a:pt x="551840" y="135331"/>
                </a:cubicBezTo>
                <a:lnTo>
                  <a:pt x="551840" y="75438"/>
                </a:lnTo>
                <a:cubicBezTo>
                  <a:pt x="551840" y="54102"/>
                  <a:pt x="551078" y="39167"/>
                  <a:pt x="549554" y="30632"/>
                </a:cubicBezTo>
                <a:close/>
                <a:moveTo>
                  <a:pt x="271576" y="26975"/>
                </a:moveTo>
                <a:cubicBezTo>
                  <a:pt x="286512" y="29108"/>
                  <a:pt x="310972" y="30175"/>
                  <a:pt x="344957" y="30175"/>
                </a:cubicBezTo>
                <a:cubicBezTo>
                  <a:pt x="378942" y="30175"/>
                  <a:pt x="403250" y="29108"/>
                  <a:pt x="417880" y="26975"/>
                </a:cubicBezTo>
                <a:cubicBezTo>
                  <a:pt x="398983" y="87935"/>
                  <a:pt x="380542" y="137770"/>
                  <a:pt x="362559" y="176479"/>
                </a:cubicBezTo>
                <a:cubicBezTo>
                  <a:pt x="382981" y="192329"/>
                  <a:pt x="398449" y="209321"/>
                  <a:pt x="408965" y="227457"/>
                </a:cubicBezTo>
                <a:cubicBezTo>
                  <a:pt x="419481" y="245593"/>
                  <a:pt x="424738" y="264185"/>
                  <a:pt x="424738" y="283235"/>
                </a:cubicBezTo>
                <a:cubicBezTo>
                  <a:pt x="424738" y="302285"/>
                  <a:pt x="422529" y="316840"/>
                  <a:pt x="418109" y="326898"/>
                </a:cubicBezTo>
                <a:cubicBezTo>
                  <a:pt x="413689" y="336956"/>
                  <a:pt x="405460" y="344272"/>
                  <a:pt x="393420" y="348844"/>
                </a:cubicBezTo>
                <a:cubicBezTo>
                  <a:pt x="381381" y="353416"/>
                  <a:pt x="362712" y="356464"/>
                  <a:pt x="337413" y="357988"/>
                </a:cubicBezTo>
                <a:cubicBezTo>
                  <a:pt x="338023" y="353416"/>
                  <a:pt x="338328" y="349758"/>
                  <a:pt x="338328" y="347015"/>
                </a:cubicBezTo>
                <a:cubicBezTo>
                  <a:pt x="338328" y="336652"/>
                  <a:pt x="332841" y="327660"/>
                  <a:pt x="321868" y="320040"/>
                </a:cubicBezTo>
                <a:cubicBezTo>
                  <a:pt x="335889" y="321869"/>
                  <a:pt x="348843" y="322783"/>
                  <a:pt x="360730" y="322783"/>
                </a:cubicBezTo>
                <a:cubicBezTo>
                  <a:pt x="372618" y="322783"/>
                  <a:pt x="381457" y="319735"/>
                  <a:pt x="387248" y="313639"/>
                </a:cubicBezTo>
                <a:cubicBezTo>
                  <a:pt x="393039" y="307543"/>
                  <a:pt x="395935" y="296418"/>
                  <a:pt x="395935" y="280264"/>
                </a:cubicBezTo>
                <a:cubicBezTo>
                  <a:pt x="395935" y="264109"/>
                  <a:pt x="390372" y="246964"/>
                  <a:pt x="379247" y="228829"/>
                </a:cubicBezTo>
                <a:cubicBezTo>
                  <a:pt x="368122" y="210693"/>
                  <a:pt x="351586" y="194920"/>
                  <a:pt x="329641" y="181508"/>
                </a:cubicBezTo>
                <a:cubicBezTo>
                  <a:pt x="351891" y="139141"/>
                  <a:pt x="368808" y="95860"/>
                  <a:pt x="380390" y="51664"/>
                </a:cubicBezTo>
                <a:lnTo>
                  <a:pt x="300837" y="51664"/>
                </a:lnTo>
                <a:lnTo>
                  <a:pt x="300837" y="421081"/>
                </a:lnTo>
                <a:lnTo>
                  <a:pt x="271119" y="421081"/>
                </a:lnTo>
                <a:cubicBezTo>
                  <a:pt x="272948" y="384200"/>
                  <a:pt x="273863" y="346862"/>
                  <a:pt x="273863" y="309067"/>
                </a:cubicBezTo>
                <a:lnTo>
                  <a:pt x="273863" y="94183"/>
                </a:lnTo>
                <a:cubicBezTo>
                  <a:pt x="273863" y="62179"/>
                  <a:pt x="273100" y="39776"/>
                  <a:pt x="271576" y="26975"/>
                </a:cubicBezTo>
                <a:close/>
                <a:moveTo>
                  <a:pt x="1432864" y="25603"/>
                </a:moveTo>
                <a:cubicBezTo>
                  <a:pt x="1447800" y="42367"/>
                  <a:pt x="1461059" y="59588"/>
                  <a:pt x="1472641" y="77267"/>
                </a:cubicBezTo>
                <a:lnTo>
                  <a:pt x="1449324" y="90983"/>
                </a:lnTo>
                <a:cubicBezTo>
                  <a:pt x="1437436" y="69647"/>
                  <a:pt x="1425397" y="51816"/>
                  <a:pt x="1413205" y="37490"/>
                </a:cubicBezTo>
                <a:close/>
                <a:moveTo>
                  <a:pt x="1580083" y="20117"/>
                </a:moveTo>
                <a:cubicBezTo>
                  <a:pt x="1588312" y="27127"/>
                  <a:pt x="1595018" y="31928"/>
                  <a:pt x="1600200" y="34519"/>
                </a:cubicBezTo>
                <a:cubicBezTo>
                  <a:pt x="1605381" y="37109"/>
                  <a:pt x="1607972" y="39776"/>
                  <a:pt x="1607972" y="42520"/>
                </a:cubicBezTo>
                <a:cubicBezTo>
                  <a:pt x="1607972" y="45263"/>
                  <a:pt x="1606219" y="47092"/>
                  <a:pt x="1602714" y="48006"/>
                </a:cubicBezTo>
                <a:cubicBezTo>
                  <a:pt x="1599209" y="48920"/>
                  <a:pt x="1594637" y="52349"/>
                  <a:pt x="1588998" y="58293"/>
                </a:cubicBezTo>
                <a:cubicBezTo>
                  <a:pt x="1583359" y="64237"/>
                  <a:pt x="1574139" y="76048"/>
                  <a:pt x="1561338" y="93726"/>
                </a:cubicBezTo>
                <a:cubicBezTo>
                  <a:pt x="1556461" y="90373"/>
                  <a:pt x="1549451" y="87173"/>
                  <a:pt x="1540306" y="84125"/>
                </a:cubicBezTo>
                <a:cubicBezTo>
                  <a:pt x="1558594" y="64618"/>
                  <a:pt x="1571853" y="43282"/>
                  <a:pt x="1580083" y="20117"/>
                </a:cubicBezTo>
                <a:close/>
                <a:moveTo>
                  <a:pt x="2660904" y="13259"/>
                </a:moveTo>
                <a:cubicBezTo>
                  <a:pt x="2665780" y="23622"/>
                  <a:pt x="2671572" y="31699"/>
                  <a:pt x="2678277" y="37490"/>
                </a:cubicBezTo>
                <a:cubicBezTo>
                  <a:pt x="2681020" y="40234"/>
                  <a:pt x="2682392" y="42672"/>
                  <a:pt x="2682392" y="44806"/>
                </a:cubicBezTo>
                <a:cubicBezTo>
                  <a:pt x="2682392" y="48158"/>
                  <a:pt x="2679801" y="49530"/>
                  <a:pt x="2674620" y="48920"/>
                </a:cubicBezTo>
                <a:cubicBezTo>
                  <a:pt x="2669438" y="48311"/>
                  <a:pt x="2663494" y="48006"/>
                  <a:pt x="2656789" y="48006"/>
                </a:cubicBezTo>
                <a:cubicBezTo>
                  <a:pt x="2630576" y="48006"/>
                  <a:pt x="2581960" y="52578"/>
                  <a:pt x="2510942" y="61722"/>
                </a:cubicBezTo>
                <a:cubicBezTo>
                  <a:pt x="2514904" y="63856"/>
                  <a:pt x="2519019" y="65608"/>
                  <a:pt x="2523286" y="66980"/>
                </a:cubicBezTo>
                <a:cubicBezTo>
                  <a:pt x="2527554" y="68351"/>
                  <a:pt x="2529687" y="69952"/>
                  <a:pt x="2529687" y="71780"/>
                </a:cubicBezTo>
                <a:cubicBezTo>
                  <a:pt x="2529687" y="73609"/>
                  <a:pt x="2526334" y="75362"/>
                  <a:pt x="2519629" y="77038"/>
                </a:cubicBezTo>
                <a:cubicBezTo>
                  <a:pt x="2512923" y="78715"/>
                  <a:pt x="2500960" y="86258"/>
                  <a:pt x="2483738" y="99670"/>
                </a:cubicBezTo>
                <a:cubicBezTo>
                  <a:pt x="2466517" y="113081"/>
                  <a:pt x="2444800" y="127711"/>
                  <a:pt x="2418588" y="143561"/>
                </a:cubicBezTo>
                <a:lnTo>
                  <a:pt x="2560320" y="138989"/>
                </a:lnTo>
                <a:cubicBezTo>
                  <a:pt x="2587447" y="123749"/>
                  <a:pt x="2602992" y="112319"/>
                  <a:pt x="2606954" y="104699"/>
                </a:cubicBezTo>
                <a:cubicBezTo>
                  <a:pt x="2616403" y="113538"/>
                  <a:pt x="2624328" y="119863"/>
                  <a:pt x="2630728" y="123673"/>
                </a:cubicBezTo>
                <a:cubicBezTo>
                  <a:pt x="2637129" y="127483"/>
                  <a:pt x="2640329" y="130454"/>
                  <a:pt x="2640329" y="132588"/>
                </a:cubicBezTo>
                <a:cubicBezTo>
                  <a:pt x="2640329" y="134722"/>
                  <a:pt x="2635834" y="136017"/>
                  <a:pt x="2626842" y="136474"/>
                </a:cubicBezTo>
                <a:cubicBezTo>
                  <a:pt x="2617851" y="136931"/>
                  <a:pt x="2597048" y="146456"/>
                  <a:pt x="2564434" y="165049"/>
                </a:cubicBezTo>
                <a:cubicBezTo>
                  <a:pt x="2517495" y="192481"/>
                  <a:pt x="2467813" y="216256"/>
                  <a:pt x="2415387" y="236372"/>
                </a:cubicBezTo>
                <a:lnTo>
                  <a:pt x="2611069" y="225400"/>
                </a:lnTo>
                <a:cubicBezTo>
                  <a:pt x="2600096" y="214427"/>
                  <a:pt x="2590952" y="205740"/>
                  <a:pt x="2583637" y="199339"/>
                </a:cubicBezTo>
                <a:lnTo>
                  <a:pt x="2605125" y="184709"/>
                </a:lnTo>
                <a:cubicBezTo>
                  <a:pt x="2631643" y="207874"/>
                  <a:pt x="2658465" y="235915"/>
                  <a:pt x="2685592" y="268834"/>
                </a:cubicBezTo>
                <a:lnTo>
                  <a:pt x="2659989" y="287122"/>
                </a:lnTo>
                <a:cubicBezTo>
                  <a:pt x="2654198" y="275234"/>
                  <a:pt x="2644749" y="261976"/>
                  <a:pt x="2631643" y="247345"/>
                </a:cubicBezTo>
                <a:lnTo>
                  <a:pt x="2526944" y="252832"/>
                </a:lnTo>
                <a:lnTo>
                  <a:pt x="2526944" y="383591"/>
                </a:lnTo>
                <a:cubicBezTo>
                  <a:pt x="2526944" y="393040"/>
                  <a:pt x="2524963" y="400050"/>
                  <a:pt x="2521000" y="404622"/>
                </a:cubicBezTo>
                <a:cubicBezTo>
                  <a:pt x="2517038" y="409194"/>
                  <a:pt x="2508961" y="412394"/>
                  <a:pt x="2496769" y="414223"/>
                </a:cubicBezTo>
                <a:cubicBezTo>
                  <a:pt x="2484577" y="416052"/>
                  <a:pt x="2465374" y="417119"/>
                  <a:pt x="2439162" y="417424"/>
                </a:cubicBezTo>
                <a:cubicBezTo>
                  <a:pt x="2438857" y="402793"/>
                  <a:pt x="2434285" y="391363"/>
                  <a:pt x="2425446" y="383134"/>
                </a:cubicBezTo>
                <a:cubicBezTo>
                  <a:pt x="2445562" y="386182"/>
                  <a:pt x="2460497" y="387706"/>
                  <a:pt x="2470251" y="387706"/>
                </a:cubicBezTo>
                <a:cubicBezTo>
                  <a:pt x="2480005" y="387706"/>
                  <a:pt x="2487015" y="386486"/>
                  <a:pt x="2491282" y="384048"/>
                </a:cubicBezTo>
                <a:cubicBezTo>
                  <a:pt x="2495550" y="381610"/>
                  <a:pt x="2497683" y="376885"/>
                  <a:pt x="2497683" y="369875"/>
                </a:cubicBezTo>
                <a:lnTo>
                  <a:pt x="2497683" y="254203"/>
                </a:lnTo>
                <a:cubicBezTo>
                  <a:pt x="2417521" y="257861"/>
                  <a:pt x="2370581" y="262128"/>
                  <a:pt x="2356865" y="267005"/>
                </a:cubicBezTo>
                <a:cubicBezTo>
                  <a:pt x="2356865" y="255422"/>
                  <a:pt x="2354122" y="243992"/>
                  <a:pt x="2348636" y="232715"/>
                </a:cubicBezTo>
                <a:cubicBezTo>
                  <a:pt x="2356865" y="233934"/>
                  <a:pt x="2378201" y="227762"/>
                  <a:pt x="2412644" y="214198"/>
                </a:cubicBezTo>
                <a:cubicBezTo>
                  <a:pt x="2447086" y="200635"/>
                  <a:pt x="2484120" y="182728"/>
                  <a:pt x="2523744" y="160477"/>
                </a:cubicBezTo>
                <a:lnTo>
                  <a:pt x="2430932" y="165049"/>
                </a:lnTo>
                <a:cubicBezTo>
                  <a:pt x="2404110" y="165964"/>
                  <a:pt x="2385669" y="168250"/>
                  <a:pt x="2375611" y="171907"/>
                </a:cubicBezTo>
                <a:cubicBezTo>
                  <a:pt x="2376220" y="159715"/>
                  <a:pt x="2373629" y="149962"/>
                  <a:pt x="2367838" y="142646"/>
                </a:cubicBezTo>
                <a:cubicBezTo>
                  <a:pt x="2399538" y="134112"/>
                  <a:pt x="2438095" y="108204"/>
                  <a:pt x="2483510" y="64922"/>
                </a:cubicBezTo>
                <a:cubicBezTo>
                  <a:pt x="2462784" y="67666"/>
                  <a:pt x="2417063" y="70561"/>
                  <a:pt x="2346350" y="73609"/>
                </a:cubicBezTo>
                <a:cubicBezTo>
                  <a:pt x="2343912" y="62332"/>
                  <a:pt x="2337663" y="52273"/>
                  <a:pt x="2327605" y="43434"/>
                </a:cubicBezTo>
                <a:cubicBezTo>
                  <a:pt x="2345893" y="44653"/>
                  <a:pt x="2369210" y="45263"/>
                  <a:pt x="2397556" y="45263"/>
                </a:cubicBezTo>
                <a:cubicBezTo>
                  <a:pt x="2425903" y="45263"/>
                  <a:pt x="2469032" y="42672"/>
                  <a:pt x="2526944" y="37490"/>
                </a:cubicBezTo>
                <a:cubicBezTo>
                  <a:pt x="2584856" y="32309"/>
                  <a:pt x="2629509" y="24232"/>
                  <a:pt x="2660904" y="13259"/>
                </a:cubicBezTo>
                <a:close/>
                <a:moveTo>
                  <a:pt x="1107795" y="8687"/>
                </a:moveTo>
                <a:cubicBezTo>
                  <a:pt x="1119073" y="10820"/>
                  <a:pt x="1130503" y="11887"/>
                  <a:pt x="1142085" y="11887"/>
                </a:cubicBezTo>
                <a:cubicBezTo>
                  <a:pt x="1148181" y="11887"/>
                  <a:pt x="1151229" y="13564"/>
                  <a:pt x="1151229" y="16916"/>
                </a:cubicBezTo>
                <a:cubicBezTo>
                  <a:pt x="1151229" y="19050"/>
                  <a:pt x="1149934" y="20955"/>
                  <a:pt x="1147343" y="22631"/>
                </a:cubicBezTo>
                <a:cubicBezTo>
                  <a:pt x="1144752" y="24308"/>
                  <a:pt x="1142542" y="27432"/>
                  <a:pt x="1140714" y="32004"/>
                </a:cubicBezTo>
                <a:cubicBezTo>
                  <a:pt x="1138885" y="36576"/>
                  <a:pt x="1137971" y="41300"/>
                  <a:pt x="1137971" y="46177"/>
                </a:cubicBezTo>
                <a:lnTo>
                  <a:pt x="1137971" y="97841"/>
                </a:lnTo>
                <a:cubicBezTo>
                  <a:pt x="1155954" y="94793"/>
                  <a:pt x="1182700" y="86030"/>
                  <a:pt x="1218209" y="71552"/>
                </a:cubicBezTo>
                <a:cubicBezTo>
                  <a:pt x="1253718" y="57074"/>
                  <a:pt x="1277874" y="44044"/>
                  <a:pt x="1290675" y="32461"/>
                </a:cubicBezTo>
                <a:cubicBezTo>
                  <a:pt x="1292504" y="37033"/>
                  <a:pt x="1296009" y="41834"/>
                  <a:pt x="1301191" y="46863"/>
                </a:cubicBezTo>
                <a:cubicBezTo>
                  <a:pt x="1306372" y="51892"/>
                  <a:pt x="1310411" y="55016"/>
                  <a:pt x="1313307" y="56236"/>
                </a:cubicBezTo>
                <a:cubicBezTo>
                  <a:pt x="1316202" y="57455"/>
                  <a:pt x="1317650" y="58826"/>
                  <a:pt x="1317650" y="60350"/>
                </a:cubicBezTo>
                <a:cubicBezTo>
                  <a:pt x="1317650" y="61874"/>
                  <a:pt x="1316888" y="63322"/>
                  <a:pt x="1315364" y="64694"/>
                </a:cubicBezTo>
                <a:cubicBezTo>
                  <a:pt x="1313840" y="66065"/>
                  <a:pt x="1312011" y="66827"/>
                  <a:pt x="1309878" y="66980"/>
                </a:cubicBezTo>
                <a:cubicBezTo>
                  <a:pt x="1307744" y="67132"/>
                  <a:pt x="1305610" y="67208"/>
                  <a:pt x="1303477" y="67208"/>
                </a:cubicBezTo>
                <a:cubicBezTo>
                  <a:pt x="1297076" y="67208"/>
                  <a:pt x="1266596" y="77114"/>
                  <a:pt x="1212037" y="96926"/>
                </a:cubicBezTo>
                <a:cubicBezTo>
                  <a:pt x="1182471" y="107594"/>
                  <a:pt x="1157782" y="114300"/>
                  <a:pt x="1137971" y="117043"/>
                </a:cubicBezTo>
                <a:lnTo>
                  <a:pt x="1137971" y="141275"/>
                </a:lnTo>
                <a:cubicBezTo>
                  <a:pt x="1137971" y="149504"/>
                  <a:pt x="1139952" y="155296"/>
                  <a:pt x="1143914" y="158648"/>
                </a:cubicBezTo>
                <a:cubicBezTo>
                  <a:pt x="1147876" y="162001"/>
                  <a:pt x="1156563" y="164363"/>
                  <a:pt x="1169975" y="165735"/>
                </a:cubicBezTo>
                <a:cubicBezTo>
                  <a:pt x="1183386" y="167107"/>
                  <a:pt x="1199235" y="167792"/>
                  <a:pt x="1217523" y="167792"/>
                </a:cubicBezTo>
                <a:cubicBezTo>
                  <a:pt x="1256842" y="167792"/>
                  <a:pt x="1281074" y="165735"/>
                  <a:pt x="1290218" y="161620"/>
                </a:cubicBezTo>
                <a:cubicBezTo>
                  <a:pt x="1299362" y="157505"/>
                  <a:pt x="1305610" y="142037"/>
                  <a:pt x="1308963" y="115214"/>
                </a:cubicBezTo>
                <a:cubicBezTo>
                  <a:pt x="1317193" y="127406"/>
                  <a:pt x="1327404" y="133502"/>
                  <a:pt x="1339596" y="133502"/>
                </a:cubicBezTo>
                <a:cubicBezTo>
                  <a:pt x="1335329" y="145390"/>
                  <a:pt x="1331137" y="154915"/>
                  <a:pt x="1327023" y="162077"/>
                </a:cubicBezTo>
                <a:cubicBezTo>
                  <a:pt x="1322908" y="169240"/>
                  <a:pt x="1318412" y="174727"/>
                  <a:pt x="1313535" y="178537"/>
                </a:cubicBezTo>
                <a:cubicBezTo>
                  <a:pt x="1308658" y="182347"/>
                  <a:pt x="1303248" y="185014"/>
                  <a:pt x="1297305" y="186538"/>
                </a:cubicBezTo>
                <a:cubicBezTo>
                  <a:pt x="1291361" y="188062"/>
                  <a:pt x="1279626" y="189357"/>
                  <a:pt x="1262100" y="190424"/>
                </a:cubicBezTo>
                <a:cubicBezTo>
                  <a:pt x="1244574" y="191491"/>
                  <a:pt x="1228344" y="192024"/>
                  <a:pt x="1213408" y="192024"/>
                </a:cubicBezTo>
                <a:cubicBezTo>
                  <a:pt x="1167993" y="192024"/>
                  <a:pt x="1139799" y="189738"/>
                  <a:pt x="1128826" y="185166"/>
                </a:cubicBezTo>
                <a:cubicBezTo>
                  <a:pt x="1117854" y="180594"/>
                  <a:pt x="1112367" y="170536"/>
                  <a:pt x="1112367" y="154991"/>
                </a:cubicBezTo>
                <a:lnTo>
                  <a:pt x="1112367" y="69037"/>
                </a:lnTo>
                <a:cubicBezTo>
                  <a:pt x="1112367" y="44958"/>
                  <a:pt x="1110843" y="24841"/>
                  <a:pt x="1107795" y="8687"/>
                </a:cubicBezTo>
                <a:close/>
                <a:moveTo>
                  <a:pt x="1970989" y="7772"/>
                </a:moveTo>
                <a:cubicBezTo>
                  <a:pt x="1987143" y="27584"/>
                  <a:pt x="2003297" y="49530"/>
                  <a:pt x="2019452" y="73609"/>
                </a:cubicBezTo>
                <a:lnTo>
                  <a:pt x="1991563" y="89154"/>
                </a:lnTo>
                <a:cubicBezTo>
                  <a:pt x="1979676" y="64770"/>
                  <a:pt x="1964741" y="42824"/>
                  <a:pt x="1946757" y="23317"/>
                </a:cubicBezTo>
                <a:close/>
                <a:moveTo>
                  <a:pt x="1655064" y="6401"/>
                </a:moveTo>
                <a:cubicBezTo>
                  <a:pt x="1667560" y="11582"/>
                  <a:pt x="1680210" y="14173"/>
                  <a:pt x="1693011" y="14173"/>
                </a:cubicBezTo>
                <a:cubicBezTo>
                  <a:pt x="1696974" y="14173"/>
                  <a:pt x="1698955" y="15926"/>
                  <a:pt x="1698955" y="19431"/>
                </a:cubicBezTo>
                <a:cubicBezTo>
                  <a:pt x="1698955" y="22936"/>
                  <a:pt x="1697050" y="25832"/>
                  <a:pt x="1693240" y="28118"/>
                </a:cubicBezTo>
                <a:cubicBezTo>
                  <a:pt x="1689430" y="30404"/>
                  <a:pt x="1686077" y="34442"/>
                  <a:pt x="1683181" y="40234"/>
                </a:cubicBezTo>
                <a:cubicBezTo>
                  <a:pt x="1680286" y="46025"/>
                  <a:pt x="1674571" y="66446"/>
                  <a:pt x="1666036" y="101498"/>
                </a:cubicBezTo>
                <a:lnTo>
                  <a:pt x="1743760" y="101498"/>
                </a:lnTo>
                <a:cubicBezTo>
                  <a:pt x="1769059" y="101498"/>
                  <a:pt x="1787804" y="100279"/>
                  <a:pt x="1799996" y="97841"/>
                </a:cubicBezTo>
                <a:lnTo>
                  <a:pt x="1799996" y="128016"/>
                </a:lnTo>
                <a:cubicBezTo>
                  <a:pt x="1790852" y="126187"/>
                  <a:pt x="1777441" y="125273"/>
                  <a:pt x="1759762" y="125273"/>
                </a:cubicBezTo>
                <a:cubicBezTo>
                  <a:pt x="1753667" y="215189"/>
                  <a:pt x="1739646" y="278587"/>
                  <a:pt x="1717700" y="315468"/>
                </a:cubicBezTo>
                <a:cubicBezTo>
                  <a:pt x="1741170" y="348386"/>
                  <a:pt x="1770583" y="371399"/>
                  <a:pt x="1805940" y="384505"/>
                </a:cubicBezTo>
                <a:cubicBezTo>
                  <a:pt x="1797101" y="392430"/>
                  <a:pt x="1789785" y="401879"/>
                  <a:pt x="1783994" y="412852"/>
                </a:cubicBezTo>
                <a:cubicBezTo>
                  <a:pt x="1753819" y="391211"/>
                  <a:pt x="1726996" y="365608"/>
                  <a:pt x="1703527" y="336042"/>
                </a:cubicBezTo>
                <a:cubicBezTo>
                  <a:pt x="1678533" y="367436"/>
                  <a:pt x="1642872" y="396240"/>
                  <a:pt x="1596542" y="422453"/>
                </a:cubicBezTo>
                <a:cubicBezTo>
                  <a:pt x="1591360" y="415138"/>
                  <a:pt x="1582826" y="406603"/>
                  <a:pt x="1570939" y="396850"/>
                </a:cubicBezTo>
                <a:cubicBezTo>
                  <a:pt x="1591970" y="390754"/>
                  <a:pt x="1613306" y="380238"/>
                  <a:pt x="1634947" y="365303"/>
                </a:cubicBezTo>
                <a:cubicBezTo>
                  <a:pt x="1656588" y="350368"/>
                  <a:pt x="1674266" y="333908"/>
                  <a:pt x="1687982" y="315925"/>
                </a:cubicBezTo>
                <a:cubicBezTo>
                  <a:pt x="1667560" y="285140"/>
                  <a:pt x="1652168" y="245974"/>
                  <a:pt x="1641805" y="198425"/>
                </a:cubicBezTo>
                <a:lnTo>
                  <a:pt x="1667408" y="191567"/>
                </a:lnTo>
                <a:cubicBezTo>
                  <a:pt x="1668627" y="219913"/>
                  <a:pt x="1680514" y="253136"/>
                  <a:pt x="1703070" y="291236"/>
                </a:cubicBezTo>
                <a:cubicBezTo>
                  <a:pt x="1720443" y="256489"/>
                  <a:pt x="1730654" y="201016"/>
                  <a:pt x="1733702" y="124816"/>
                </a:cubicBezTo>
                <a:lnTo>
                  <a:pt x="1659178" y="124816"/>
                </a:lnTo>
                <a:cubicBezTo>
                  <a:pt x="1647596" y="161087"/>
                  <a:pt x="1634337" y="191719"/>
                  <a:pt x="1619402" y="216713"/>
                </a:cubicBezTo>
                <a:cubicBezTo>
                  <a:pt x="1616354" y="215494"/>
                  <a:pt x="1612087" y="213360"/>
                  <a:pt x="1606601" y="210312"/>
                </a:cubicBezTo>
                <a:cubicBezTo>
                  <a:pt x="1601114" y="207264"/>
                  <a:pt x="1596542" y="205130"/>
                  <a:pt x="1592884" y="203911"/>
                </a:cubicBezTo>
                <a:cubicBezTo>
                  <a:pt x="1609039" y="184404"/>
                  <a:pt x="1622907" y="156134"/>
                  <a:pt x="1634490" y="119101"/>
                </a:cubicBezTo>
                <a:cubicBezTo>
                  <a:pt x="1646072" y="82067"/>
                  <a:pt x="1652930" y="44501"/>
                  <a:pt x="1655064" y="6401"/>
                </a:cubicBezTo>
                <a:close/>
                <a:moveTo>
                  <a:pt x="1490472" y="5486"/>
                </a:moveTo>
                <a:cubicBezTo>
                  <a:pt x="1502664" y="6706"/>
                  <a:pt x="1512493" y="7315"/>
                  <a:pt x="1519961" y="7315"/>
                </a:cubicBezTo>
                <a:cubicBezTo>
                  <a:pt x="1527429" y="7315"/>
                  <a:pt x="1531162" y="8382"/>
                  <a:pt x="1531162" y="10516"/>
                </a:cubicBezTo>
                <a:cubicBezTo>
                  <a:pt x="1531162" y="12649"/>
                  <a:pt x="1529943" y="14173"/>
                  <a:pt x="1527505" y="15088"/>
                </a:cubicBezTo>
                <a:cubicBezTo>
                  <a:pt x="1523238" y="16612"/>
                  <a:pt x="1521104" y="22098"/>
                  <a:pt x="1521104" y="31547"/>
                </a:cubicBezTo>
                <a:lnTo>
                  <a:pt x="1521104" y="101956"/>
                </a:lnTo>
                <a:cubicBezTo>
                  <a:pt x="1550060" y="101651"/>
                  <a:pt x="1582978" y="100584"/>
                  <a:pt x="1619859" y="98755"/>
                </a:cubicBezTo>
                <a:lnTo>
                  <a:pt x="1619859" y="125730"/>
                </a:lnTo>
                <a:cubicBezTo>
                  <a:pt x="1596694" y="123596"/>
                  <a:pt x="1563776" y="122530"/>
                  <a:pt x="1521104" y="122530"/>
                </a:cubicBezTo>
                <a:cubicBezTo>
                  <a:pt x="1546098" y="141732"/>
                  <a:pt x="1570177" y="162763"/>
                  <a:pt x="1593342" y="185623"/>
                </a:cubicBezTo>
                <a:lnTo>
                  <a:pt x="1573225" y="206654"/>
                </a:lnTo>
                <a:cubicBezTo>
                  <a:pt x="1557071" y="186538"/>
                  <a:pt x="1539697" y="166726"/>
                  <a:pt x="1521104" y="147218"/>
                </a:cubicBezTo>
                <a:cubicBezTo>
                  <a:pt x="1521714" y="171298"/>
                  <a:pt x="1522780" y="191719"/>
                  <a:pt x="1524305" y="208483"/>
                </a:cubicBezTo>
                <a:lnTo>
                  <a:pt x="1491843" y="208483"/>
                </a:lnTo>
                <a:cubicBezTo>
                  <a:pt x="1493977" y="186842"/>
                  <a:pt x="1495044" y="160325"/>
                  <a:pt x="1495044" y="128930"/>
                </a:cubicBezTo>
                <a:cubicBezTo>
                  <a:pt x="1472184" y="169164"/>
                  <a:pt x="1443380" y="203454"/>
                  <a:pt x="1408633" y="231800"/>
                </a:cubicBezTo>
                <a:cubicBezTo>
                  <a:pt x="1404366" y="225095"/>
                  <a:pt x="1397508" y="218999"/>
                  <a:pt x="1388059" y="213512"/>
                </a:cubicBezTo>
                <a:cubicBezTo>
                  <a:pt x="1424635" y="186995"/>
                  <a:pt x="1453286" y="156667"/>
                  <a:pt x="1474012" y="122530"/>
                </a:cubicBezTo>
                <a:cubicBezTo>
                  <a:pt x="1441094" y="122530"/>
                  <a:pt x="1415338" y="123596"/>
                  <a:pt x="1396746" y="125730"/>
                </a:cubicBezTo>
                <a:lnTo>
                  <a:pt x="1396746" y="98755"/>
                </a:lnTo>
                <a:cubicBezTo>
                  <a:pt x="1425092" y="100889"/>
                  <a:pt x="1457858" y="101956"/>
                  <a:pt x="1495044" y="101956"/>
                </a:cubicBezTo>
                <a:lnTo>
                  <a:pt x="1495044" y="53035"/>
                </a:lnTo>
                <a:cubicBezTo>
                  <a:pt x="1495044" y="36271"/>
                  <a:pt x="1493520" y="20422"/>
                  <a:pt x="1490472" y="5486"/>
                </a:cubicBezTo>
                <a:close/>
                <a:moveTo>
                  <a:pt x="991209" y="2743"/>
                </a:moveTo>
                <a:cubicBezTo>
                  <a:pt x="999744" y="4572"/>
                  <a:pt x="1007668" y="5486"/>
                  <a:pt x="1014984" y="5486"/>
                </a:cubicBezTo>
                <a:lnTo>
                  <a:pt x="1029157" y="4115"/>
                </a:lnTo>
                <a:cubicBezTo>
                  <a:pt x="1034034" y="4115"/>
                  <a:pt x="1036472" y="5639"/>
                  <a:pt x="1036472" y="8687"/>
                </a:cubicBezTo>
                <a:cubicBezTo>
                  <a:pt x="1036472" y="11735"/>
                  <a:pt x="1034491" y="14859"/>
                  <a:pt x="1030528" y="18059"/>
                </a:cubicBezTo>
                <a:cubicBezTo>
                  <a:pt x="1026566" y="21260"/>
                  <a:pt x="1024585" y="26822"/>
                  <a:pt x="1024585" y="34747"/>
                </a:cubicBezTo>
                <a:lnTo>
                  <a:pt x="1024585" y="94640"/>
                </a:lnTo>
                <a:cubicBezTo>
                  <a:pt x="1050188" y="94336"/>
                  <a:pt x="1071981" y="92964"/>
                  <a:pt x="1089964" y="90526"/>
                </a:cubicBezTo>
                <a:lnTo>
                  <a:pt x="1089964" y="120701"/>
                </a:lnTo>
                <a:cubicBezTo>
                  <a:pt x="1072896" y="117653"/>
                  <a:pt x="1051102" y="116129"/>
                  <a:pt x="1024585" y="116129"/>
                </a:cubicBezTo>
                <a:lnTo>
                  <a:pt x="1024585" y="200711"/>
                </a:lnTo>
                <a:cubicBezTo>
                  <a:pt x="1041349" y="191567"/>
                  <a:pt x="1059180" y="180594"/>
                  <a:pt x="1078077" y="167792"/>
                </a:cubicBezTo>
                <a:cubicBezTo>
                  <a:pt x="1077163" y="175108"/>
                  <a:pt x="1078687" y="185166"/>
                  <a:pt x="1082649" y="197968"/>
                </a:cubicBezTo>
                <a:cubicBezTo>
                  <a:pt x="1065276" y="206197"/>
                  <a:pt x="1045921" y="216103"/>
                  <a:pt x="1024585" y="227686"/>
                </a:cubicBezTo>
                <a:lnTo>
                  <a:pt x="1024585" y="364846"/>
                </a:lnTo>
                <a:cubicBezTo>
                  <a:pt x="1024585" y="377038"/>
                  <a:pt x="1022908" y="386182"/>
                  <a:pt x="1019556" y="392278"/>
                </a:cubicBezTo>
                <a:cubicBezTo>
                  <a:pt x="1016203" y="398374"/>
                  <a:pt x="1009116" y="402717"/>
                  <a:pt x="998296" y="405308"/>
                </a:cubicBezTo>
                <a:cubicBezTo>
                  <a:pt x="987475" y="407899"/>
                  <a:pt x="970635" y="409194"/>
                  <a:pt x="947775" y="409194"/>
                </a:cubicBezTo>
                <a:cubicBezTo>
                  <a:pt x="948690" y="404012"/>
                  <a:pt x="949147" y="399745"/>
                  <a:pt x="949147" y="396392"/>
                </a:cubicBezTo>
                <a:cubicBezTo>
                  <a:pt x="949147" y="387553"/>
                  <a:pt x="945794" y="380238"/>
                  <a:pt x="939088" y="374447"/>
                </a:cubicBezTo>
                <a:cubicBezTo>
                  <a:pt x="955243" y="376885"/>
                  <a:pt x="967206" y="378104"/>
                  <a:pt x="974979" y="378104"/>
                </a:cubicBezTo>
                <a:cubicBezTo>
                  <a:pt x="982751" y="378104"/>
                  <a:pt x="988390" y="376733"/>
                  <a:pt x="991895" y="373990"/>
                </a:cubicBezTo>
                <a:cubicBezTo>
                  <a:pt x="995400" y="371246"/>
                  <a:pt x="997153" y="364693"/>
                  <a:pt x="997153" y="354330"/>
                </a:cubicBezTo>
                <a:lnTo>
                  <a:pt x="997153" y="243230"/>
                </a:lnTo>
                <a:cubicBezTo>
                  <a:pt x="975512" y="255422"/>
                  <a:pt x="958138" y="265938"/>
                  <a:pt x="945032" y="274777"/>
                </a:cubicBezTo>
                <a:cubicBezTo>
                  <a:pt x="941070" y="262890"/>
                  <a:pt x="934974" y="252222"/>
                  <a:pt x="926744" y="242773"/>
                </a:cubicBezTo>
                <a:cubicBezTo>
                  <a:pt x="952347" y="234239"/>
                  <a:pt x="975817" y="224942"/>
                  <a:pt x="997153" y="214884"/>
                </a:cubicBezTo>
                <a:lnTo>
                  <a:pt x="997153" y="116129"/>
                </a:lnTo>
                <a:cubicBezTo>
                  <a:pt x="970940" y="116434"/>
                  <a:pt x="948080" y="117958"/>
                  <a:pt x="928573" y="120701"/>
                </a:cubicBezTo>
                <a:lnTo>
                  <a:pt x="928573" y="90526"/>
                </a:lnTo>
                <a:cubicBezTo>
                  <a:pt x="945642" y="92964"/>
                  <a:pt x="968502" y="94336"/>
                  <a:pt x="997153" y="94640"/>
                </a:cubicBezTo>
                <a:cubicBezTo>
                  <a:pt x="996543" y="48920"/>
                  <a:pt x="994562" y="18288"/>
                  <a:pt x="991209" y="2743"/>
                </a:cubicBezTo>
                <a:close/>
                <a:moveTo>
                  <a:pt x="2126894" y="1829"/>
                </a:moveTo>
                <a:cubicBezTo>
                  <a:pt x="2136038" y="9449"/>
                  <a:pt x="2145944" y="15088"/>
                  <a:pt x="2156612" y="18745"/>
                </a:cubicBezTo>
                <a:cubicBezTo>
                  <a:pt x="2161184" y="20269"/>
                  <a:pt x="2163470" y="22022"/>
                  <a:pt x="2163470" y="24003"/>
                </a:cubicBezTo>
                <a:cubicBezTo>
                  <a:pt x="2163470" y="25984"/>
                  <a:pt x="2161032" y="28346"/>
                  <a:pt x="2156155" y="31090"/>
                </a:cubicBezTo>
                <a:cubicBezTo>
                  <a:pt x="2151278" y="33833"/>
                  <a:pt x="2145639" y="39167"/>
                  <a:pt x="2139238" y="47092"/>
                </a:cubicBezTo>
                <a:cubicBezTo>
                  <a:pt x="2132838" y="55016"/>
                  <a:pt x="2121712" y="71476"/>
                  <a:pt x="2105863" y="96469"/>
                </a:cubicBezTo>
                <a:cubicBezTo>
                  <a:pt x="2144268" y="96164"/>
                  <a:pt x="2181453" y="94945"/>
                  <a:pt x="2217420" y="92812"/>
                </a:cubicBezTo>
                <a:lnTo>
                  <a:pt x="2217420" y="123901"/>
                </a:lnTo>
                <a:cubicBezTo>
                  <a:pt x="2188463" y="121463"/>
                  <a:pt x="2136800" y="120244"/>
                  <a:pt x="2062429" y="120244"/>
                </a:cubicBezTo>
                <a:cubicBezTo>
                  <a:pt x="2063343" y="159868"/>
                  <a:pt x="2061819" y="193091"/>
                  <a:pt x="2057857" y="219913"/>
                </a:cubicBezTo>
                <a:lnTo>
                  <a:pt x="2107234" y="219913"/>
                </a:lnTo>
                <a:cubicBezTo>
                  <a:pt x="2167889" y="219913"/>
                  <a:pt x="2212543" y="218694"/>
                  <a:pt x="2241194" y="216256"/>
                </a:cubicBezTo>
                <a:lnTo>
                  <a:pt x="2241194" y="249174"/>
                </a:lnTo>
                <a:cubicBezTo>
                  <a:pt x="2208276" y="246431"/>
                  <a:pt x="2163622" y="245059"/>
                  <a:pt x="2107234" y="245059"/>
                </a:cubicBezTo>
                <a:lnTo>
                  <a:pt x="2067915" y="245059"/>
                </a:lnTo>
                <a:cubicBezTo>
                  <a:pt x="2088032" y="282550"/>
                  <a:pt x="2111883" y="311429"/>
                  <a:pt x="2139467" y="331699"/>
                </a:cubicBezTo>
                <a:cubicBezTo>
                  <a:pt x="2167051" y="351968"/>
                  <a:pt x="2203094" y="367436"/>
                  <a:pt x="2247595" y="378104"/>
                </a:cubicBezTo>
                <a:cubicBezTo>
                  <a:pt x="2236012" y="387248"/>
                  <a:pt x="2228697" y="398069"/>
                  <a:pt x="2225649" y="410566"/>
                </a:cubicBezTo>
                <a:cubicBezTo>
                  <a:pt x="2182672" y="394411"/>
                  <a:pt x="2147316" y="374828"/>
                  <a:pt x="2119579" y="351815"/>
                </a:cubicBezTo>
                <a:cubicBezTo>
                  <a:pt x="2091842" y="328803"/>
                  <a:pt x="2068220" y="299009"/>
                  <a:pt x="2048713" y="262433"/>
                </a:cubicBezTo>
                <a:cubicBezTo>
                  <a:pt x="2027682" y="331013"/>
                  <a:pt x="1973732" y="381762"/>
                  <a:pt x="1886864" y="414680"/>
                </a:cubicBezTo>
                <a:cubicBezTo>
                  <a:pt x="1881682" y="402184"/>
                  <a:pt x="1873301" y="393497"/>
                  <a:pt x="1861718" y="388620"/>
                </a:cubicBezTo>
                <a:cubicBezTo>
                  <a:pt x="1910181" y="373990"/>
                  <a:pt x="1947443" y="355244"/>
                  <a:pt x="1973503" y="332384"/>
                </a:cubicBezTo>
                <a:cubicBezTo>
                  <a:pt x="1999564" y="309524"/>
                  <a:pt x="2017013" y="280416"/>
                  <a:pt x="2025853" y="245059"/>
                </a:cubicBezTo>
                <a:lnTo>
                  <a:pt x="1998878" y="245059"/>
                </a:lnTo>
                <a:cubicBezTo>
                  <a:pt x="1940966" y="245059"/>
                  <a:pt x="1896313" y="246431"/>
                  <a:pt x="1864918" y="249174"/>
                </a:cubicBezTo>
                <a:lnTo>
                  <a:pt x="1864918" y="216256"/>
                </a:lnTo>
                <a:cubicBezTo>
                  <a:pt x="1897532" y="218694"/>
                  <a:pt x="1942185" y="219913"/>
                  <a:pt x="1998878" y="219913"/>
                </a:cubicBezTo>
                <a:lnTo>
                  <a:pt x="2030425" y="219913"/>
                </a:lnTo>
                <a:cubicBezTo>
                  <a:pt x="2032863" y="202844"/>
                  <a:pt x="2034082" y="184480"/>
                  <a:pt x="2034082" y="164821"/>
                </a:cubicBezTo>
                <a:cubicBezTo>
                  <a:pt x="2034082" y="145161"/>
                  <a:pt x="2033778" y="130302"/>
                  <a:pt x="2033168" y="120244"/>
                </a:cubicBezTo>
                <a:cubicBezTo>
                  <a:pt x="1969770" y="120244"/>
                  <a:pt x="1921002" y="121463"/>
                  <a:pt x="1886864" y="123901"/>
                </a:cubicBezTo>
                <a:lnTo>
                  <a:pt x="1886864" y="92812"/>
                </a:lnTo>
                <a:cubicBezTo>
                  <a:pt x="1919478" y="95555"/>
                  <a:pt x="1982724" y="96926"/>
                  <a:pt x="2076602" y="96926"/>
                </a:cubicBezTo>
                <a:cubicBezTo>
                  <a:pt x="2102205" y="60960"/>
                  <a:pt x="2118969" y="29261"/>
                  <a:pt x="2126894" y="1829"/>
                </a:cubicBezTo>
                <a:close/>
                <a:moveTo>
                  <a:pt x="110185" y="0"/>
                </a:moveTo>
                <a:cubicBezTo>
                  <a:pt x="121158" y="1524"/>
                  <a:pt x="132892" y="2286"/>
                  <a:pt x="145389" y="2286"/>
                </a:cubicBezTo>
                <a:cubicBezTo>
                  <a:pt x="150266" y="2286"/>
                  <a:pt x="152704" y="3505"/>
                  <a:pt x="152704" y="5944"/>
                </a:cubicBezTo>
                <a:cubicBezTo>
                  <a:pt x="152704" y="8382"/>
                  <a:pt x="151180" y="10820"/>
                  <a:pt x="148133" y="13259"/>
                </a:cubicBezTo>
                <a:cubicBezTo>
                  <a:pt x="143560" y="16612"/>
                  <a:pt x="141274" y="21946"/>
                  <a:pt x="141274" y="29261"/>
                </a:cubicBezTo>
                <a:lnTo>
                  <a:pt x="141274" y="59893"/>
                </a:lnTo>
                <a:cubicBezTo>
                  <a:pt x="163525" y="59588"/>
                  <a:pt x="181965" y="58064"/>
                  <a:pt x="196596" y="55321"/>
                </a:cubicBezTo>
                <a:lnTo>
                  <a:pt x="196596" y="74324"/>
                </a:lnTo>
                <a:lnTo>
                  <a:pt x="190243" y="84971"/>
                </a:lnTo>
                <a:lnTo>
                  <a:pt x="141274" y="80924"/>
                </a:lnTo>
                <a:lnTo>
                  <a:pt x="141274" y="137160"/>
                </a:lnTo>
                <a:lnTo>
                  <a:pt x="159105" y="137160"/>
                </a:lnTo>
                <a:lnTo>
                  <a:pt x="190243" y="84971"/>
                </a:lnTo>
                <a:lnTo>
                  <a:pt x="196596" y="85496"/>
                </a:lnTo>
                <a:lnTo>
                  <a:pt x="196596" y="74324"/>
                </a:lnTo>
                <a:lnTo>
                  <a:pt x="224028" y="28346"/>
                </a:lnTo>
                <a:cubicBezTo>
                  <a:pt x="232562" y="35357"/>
                  <a:pt x="240411" y="40462"/>
                  <a:pt x="247573" y="43663"/>
                </a:cubicBezTo>
                <a:cubicBezTo>
                  <a:pt x="254736" y="46863"/>
                  <a:pt x="258318" y="50140"/>
                  <a:pt x="258318" y="53492"/>
                </a:cubicBezTo>
                <a:cubicBezTo>
                  <a:pt x="258318" y="56845"/>
                  <a:pt x="255270" y="58826"/>
                  <a:pt x="249174" y="59436"/>
                </a:cubicBezTo>
                <a:cubicBezTo>
                  <a:pt x="245516" y="59741"/>
                  <a:pt x="226466" y="85344"/>
                  <a:pt x="192024" y="136246"/>
                </a:cubicBezTo>
                <a:cubicBezTo>
                  <a:pt x="217932" y="135331"/>
                  <a:pt x="240792" y="133960"/>
                  <a:pt x="260604" y="132131"/>
                </a:cubicBezTo>
                <a:lnTo>
                  <a:pt x="260604" y="164135"/>
                </a:lnTo>
                <a:cubicBezTo>
                  <a:pt x="237439" y="161392"/>
                  <a:pt x="208178" y="159715"/>
                  <a:pt x="172821" y="159106"/>
                </a:cubicBezTo>
                <a:cubicBezTo>
                  <a:pt x="155752" y="177698"/>
                  <a:pt x="136702" y="195224"/>
                  <a:pt x="115671" y="211684"/>
                </a:cubicBezTo>
                <a:lnTo>
                  <a:pt x="189738" y="211684"/>
                </a:lnTo>
                <a:cubicBezTo>
                  <a:pt x="204673" y="211684"/>
                  <a:pt x="218236" y="210312"/>
                  <a:pt x="230428" y="207569"/>
                </a:cubicBezTo>
                <a:cubicBezTo>
                  <a:pt x="228904" y="214579"/>
                  <a:pt x="228142" y="226314"/>
                  <a:pt x="228142" y="242773"/>
                </a:cubicBezTo>
                <a:lnTo>
                  <a:pt x="228142" y="353873"/>
                </a:lnTo>
                <a:cubicBezTo>
                  <a:pt x="228142" y="367589"/>
                  <a:pt x="229057" y="382829"/>
                  <a:pt x="230886" y="399593"/>
                </a:cubicBezTo>
                <a:lnTo>
                  <a:pt x="200710" y="399593"/>
                </a:lnTo>
                <a:lnTo>
                  <a:pt x="200710" y="371704"/>
                </a:lnTo>
                <a:lnTo>
                  <a:pt x="96926" y="371704"/>
                </a:lnTo>
                <a:lnTo>
                  <a:pt x="96926" y="409651"/>
                </a:lnTo>
                <a:lnTo>
                  <a:pt x="64922" y="409651"/>
                </a:lnTo>
                <a:cubicBezTo>
                  <a:pt x="66446" y="390449"/>
                  <a:pt x="67208" y="375209"/>
                  <a:pt x="67208" y="363931"/>
                </a:cubicBezTo>
                <a:lnTo>
                  <a:pt x="67208" y="246888"/>
                </a:lnTo>
                <a:cubicBezTo>
                  <a:pt x="51663" y="257556"/>
                  <a:pt x="39166" y="265938"/>
                  <a:pt x="29718" y="272034"/>
                </a:cubicBezTo>
                <a:cubicBezTo>
                  <a:pt x="26670" y="261061"/>
                  <a:pt x="16764" y="252832"/>
                  <a:pt x="0" y="247345"/>
                </a:cubicBezTo>
                <a:cubicBezTo>
                  <a:pt x="21031" y="239420"/>
                  <a:pt x="42976" y="228600"/>
                  <a:pt x="65836" y="214884"/>
                </a:cubicBezTo>
                <a:lnTo>
                  <a:pt x="64465" y="207569"/>
                </a:lnTo>
                <a:lnTo>
                  <a:pt x="75438" y="208940"/>
                </a:lnTo>
                <a:cubicBezTo>
                  <a:pt x="101650" y="191872"/>
                  <a:pt x="122834" y="175260"/>
                  <a:pt x="138988" y="159106"/>
                </a:cubicBezTo>
                <a:cubicBezTo>
                  <a:pt x="84429" y="159106"/>
                  <a:pt x="42976" y="160782"/>
                  <a:pt x="14630" y="164135"/>
                </a:cubicBezTo>
                <a:lnTo>
                  <a:pt x="14630" y="132131"/>
                </a:lnTo>
                <a:cubicBezTo>
                  <a:pt x="42672" y="135484"/>
                  <a:pt x="75590" y="137160"/>
                  <a:pt x="113385" y="137160"/>
                </a:cubicBezTo>
                <a:lnTo>
                  <a:pt x="113385" y="80924"/>
                </a:lnTo>
                <a:cubicBezTo>
                  <a:pt x="89916" y="80924"/>
                  <a:pt x="69951" y="82448"/>
                  <a:pt x="53492" y="85496"/>
                </a:cubicBezTo>
                <a:lnTo>
                  <a:pt x="53492" y="55321"/>
                </a:lnTo>
                <a:cubicBezTo>
                  <a:pt x="70866" y="58064"/>
                  <a:pt x="90830" y="59588"/>
                  <a:pt x="113385" y="59893"/>
                </a:cubicBezTo>
                <a:cubicBezTo>
                  <a:pt x="113385" y="29718"/>
                  <a:pt x="112318" y="9754"/>
                  <a:pt x="110185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6545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461C450-953A-47B2-A5BC-A05E9C6B5074}"/>
              </a:ext>
            </a:extLst>
          </p:cNvPr>
          <p:cNvSpPr txBox="1"/>
          <p:nvPr/>
        </p:nvSpPr>
        <p:spPr>
          <a:xfrm>
            <a:off x="2578927" y="3096785"/>
            <a:ext cx="7034146" cy="664431"/>
          </a:xfrm>
          <a:custGeom>
            <a:avLst/>
            <a:gdLst>
              <a:gd name="connsiteX0" fmla="*/ 4230014 w 5760415"/>
              <a:gd name="connsiteY0" fmla="*/ 408379 h 544117"/>
              <a:gd name="connsiteX1" fmla="*/ 4255064 w 5760415"/>
              <a:gd name="connsiteY1" fmla="*/ 431682 h 544117"/>
              <a:gd name="connsiteX2" fmla="*/ 4262638 w 5760415"/>
              <a:gd name="connsiteY2" fmla="*/ 439547 h 544117"/>
              <a:gd name="connsiteX3" fmla="*/ 4250404 w 5760415"/>
              <a:gd name="connsiteY3" fmla="*/ 445081 h 544117"/>
              <a:gd name="connsiteX4" fmla="*/ 4202052 w 5760415"/>
              <a:gd name="connsiteY4" fmla="*/ 473336 h 544117"/>
              <a:gd name="connsiteX5" fmla="*/ 4112919 w 5760415"/>
              <a:gd name="connsiteY5" fmla="*/ 527805 h 544117"/>
              <a:gd name="connsiteX6" fmla="*/ 4084955 w 5760415"/>
              <a:gd name="connsiteY6" fmla="*/ 495765 h 544117"/>
              <a:gd name="connsiteX7" fmla="*/ 4230014 w 5760415"/>
              <a:gd name="connsiteY7" fmla="*/ 408379 h 544117"/>
              <a:gd name="connsiteX8" fmla="*/ 4448476 w 5760415"/>
              <a:gd name="connsiteY8" fmla="*/ 407797 h 544117"/>
              <a:gd name="connsiteX9" fmla="*/ 4597031 w 5760415"/>
              <a:gd name="connsiteY9" fmla="*/ 484114 h 544117"/>
              <a:gd name="connsiteX10" fmla="*/ 4574894 w 5760415"/>
              <a:gd name="connsiteY10" fmla="*/ 514407 h 544117"/>
              <a:gd name="connsiteX11" fmla="*/ 4431582 w 5760415"/>
              <a:gd name="connsiteY11" fmla="*/ 436925 h 544117"/>
              <a:gd name="connsiteX12" fmla="*/ 720053 w 5760415"/>
              <a:gd name="connsiteY12" fmla="*/ 357696 h 544117"/>
              <a:gd name="connsiteX13" fmla="*/ 694420 w 5760415"/>
              <a:gd name="connsiteY13" fmla="*/ 405467 h 544117"/>
              <a:gd name="connsiteX14" fmla="*/ 768988 w 5760415"/>
              <a:gd name="connsiteY14" fmla="*/ 429353 h 544117"/>
              <a:gd name="connsiteX15" fmla="*/ 812680 w 5760415"/>
              <a:gd name="connsiteY15" fmla="*/ 357696 h 544117"/>
              <a:gd name="connsiteX16" fmla="*/ 3918924 w 5760415"/>
              <a:gd name="connsiteY16" fmla="*/ 357114 h 544117"/>
              <a:gd name="connsiteX17" fmla="*/ 4037186 w 5760415"/>
              <a:gd name="connsiteY17" fmla="*/ 498677 h 544117"/>
              <a:gd name="connsiteX18" fmla="*/ 4002813 w 5760415"/>
              <a:gd name="connsiteY18" fmla="*/ 521980 h 544117"/>
              <a:gd name="connsiteX19" fmla="*/ 3891543 w 5760415"/>
              <a:gd name="connsiteY19" fmla="*/ 378669 h 544117"/>
              <a:gd name="connsiteX20" fmla="*/ 3791924 w 5760415"/>
              <a:gd name="connsiteY20" fmla="*/ 352454 h 544117"/>
              <a:gd name="connsiteX21" fmla="*/ 3823091 w 5760415"/>
              <a:gd name="connsiteY21" fmla="*/ 370804 h 544117"/>
              <a:gd name="connsiteX22" fmla="*/ 3834453 w 5760415"/>
              <a:gd name="connsiteY22" fmla="*/ 379835 h 544117"/>
              <a:gd name="connsiteX23" fmla="*/ 3825422 w 5760415"/>
              <a:gd name="connsiteY23" fmla="*/ 389155 h 544117"/>
              <a:gd name="connsiteX24" fmla="*/ 3797167 w 5760415"/>
              <a:gd name="connsiteY24" fmla="*/ 419448 h 544117"/>
              <a:gd name="connsiteX25" fmla="*/ 3702791 w 5760415"/>
              <a:gd name="connsiteY25" fmla="*/ 527223 h 544117"/>
              <a:gd name="connsiteX26" fmla="*/ 3666673 w 5760415"/>
              <a:gd name="connsiteY26" fmla="*/ 498095 h 544117"/>
              <a:gd name="connsiteX27" fmla="*/ 3791924 w 5760415"/>
              <a:gd name="connsiteY27" fmla="*/ 352454 h 544117"/>
              <a:gd name="connsiteX28" fmla="*/ 2982740 w 5760415"/>
              <a:gd name="connsiteY28" fmla="*/ 319830 h 544117"/>
              <a:gd name="connsiteX29" fmla="*/ 2982740 w 5760415"/>
              <a:gd name="connsiteY29" fmla="*/ 454985 h 544117"/>
              <a:gd name="connsiteX30" fmla="*/ 3106244 w 5760415"/>
              <a:gd name="connsiteY30" fmla="*/ 454985 h 544117"/>
              <a:gd name="connsiteX31" fmla="*/ 3106244 w 5760415"/>
              <a:gd name="connsiteY31" fmla="*/ 319830 h 544117"/>
              <a:gd name="connsiteX32" fmla="*/ 1865959 w 5760415"/>
              <a:gd name="connsiteY32" fmla="*/ 303518 h 544117"/>
              <a:gd name="connsiteX33" fmla="*/ 1898002 w 5760415"/>
              <a:gd name="connsiteY33" fmla="*/ 325655 h 544117"/>
              <a:gd name="connsiteX34" fmla="*/ 1795470 w 5760415"/>
              <a:gd name="connsiteY34" fmla="*/ 530719 h 544117"/>
              <a:gd name="connsiteX35" fmla="*/ 1755857 w 5760415"/>
              <a:gd name="connsiteY35" fmla="*/ 504504 h 544117"/>
              <a:gd name="connsiteX36" fmla="*/ 1865959 w 5760415"/>
              <a:gd name="connsiteY36" fmla="*/ 303518 h 544117"/>
              <a:gd name="connsiteX37" fmla="*/ 1962666 w 5760415"/>
              <a:gd name="connsiteY37" fmla="*/ 293031 h 544117"/>
              <a:gd name="connsiteX38" fmla="*/ 2002281 w 5760415"/>
              <a:gd name="connsiteY38" fmla="*/ 295362 h 544117"/>
              <a:gd name="connsiteX39" fmla="*/ 2011020 w 5760415"/>
              <a:gd name="connsiteY39" fmla="*/ 299731 h 544117"/>
              <a:gd name="connsiteX40" fmla="*/ 2005777 w 5760415"/>
              <a:gd name="connsiteY40" fmla="*/ 309052 h 544117"/>
              <a:gd name="connsiteX41" fmla="*/ 1998203 w 5760415"/>
              <a:gd name="connsiteY41" fmla="*/ 361483 h 544117"/>
              <a:gd name="connsiteX42" fmla="*/ 1987134 w 5760415"/>
              <a:gd name="connsiteY42" fmla="*/ 438965 h 544117"/>
              <a:gd name="connsiteX43" fmla="*/ 1957423 w 5760415"/>
              <a:gd name="connsiteY43" fmla="*/ 492561 h 544117"/>
              <a:gd name="connsiteX44" fmla="*/ 1894505 w 5760415"/>
              <a:gd name="connsiteY44" fmla="*/ 542953 h 544117"/>
              <a:gd name="connsiteX45" fmla="*/ 1856640 w 5760415"/>
              <a:gd name="connsiteY45" fmla="*/ 516155 h 544117"/>
              <a:gd name="connsiteX46" fmla="*/ 1938782 w 5760415"/>
              <a:gd name="connsiteY46" fmla="*/ 459063 h 544117"/>
              <a:gd name="connsiteX47" fmla="*/ 1964997 w 5760415"/>
              <a:gd name="connsiteY47" fmla="*/ 348958 h 544117"/>
              <a:gd name="connsiteX48" fmla="*/ 1962666 w 5760415"/>
              <a:gd name="connsiteY48" fmla="*/ 293031 h 544117"/>
              <a:gd name="connsiteX49" fmla="*/ 2050052 w 5760415"/>
              <a:gd name="connsiteY49" fmla="*/ 290119 h 544117"/>
              <a:gd name="connsiteX50" fmla="*/ 2077432 w 5760415"/>
              <a:gd name="connsiteY50" fmla="*/ 293615 h 544117"/>
              <a:gd name="connsiteX51" fmla="*/ 2087917 w 5760415"/>
              <a:gd name="connsiteY51" fmla="*/ 293031 h 544117"/>
              <a:gd name="connsiteX52" fmla="*/ 2094326 w 5760415"/>
              <a:gd name="connsiteY52" fmla="*/ 298857 h 544117"/>
              <a:gd name="connsiteX53" fmla="*/ 2091413 w 5760415"/>
              <a:gd name="connsiteY53" fmla="*/ 305265 h 544117"/>
              <a:gd name="connsiteX54" fmla="*/ 2087917 w 5760415"/>
              <a:gd name="connsiteY54" fmla="*/ 312840 h 544117"/>
              <a:gd name="connsiteX55" fmla="*/ 2087335 w 5760415"/>
              <a:gd name="connsiteY55" fmla="*/ 333230 h 544117"/>
              <a:gd name="connsiteX56" fmla="*/ 2087335 w 5760415"/>
              <a:gd name="connsiteY56" fmla="*/ 465471 h 544117"/>
              <a:gd name="connsiteX57" fmla="*/ 2092579 w 5760415"/>
              <a:gd name="connsiteY57" fmla="*/ 524893 h 544117"/>
              <a:gd name="connsiteX58" fmla="*/ 2051217 w 5760415"/>
              <a:gd name="connsiteY58" fmla="*/ 524893 h 544117"/>
              <a:gd name="connsiteX59" fmla="*/ 2054713 w 5760415"/>
              <a:gd name="connsiteY59" fmla="*/ 465471 h 544117"/>
              <a:gd name="connsiteX60" fmla="*/ 2054713 w 5760415"/>
              <a:gd name="connsiteY60" fmla="*/ 340802 h 544117"/>
              <a:gd name="connsiteX61" fmla="*/ 2050052 w 5760415"/>
              <a:gd name="connsiteY61" fmla="*/ 290119 h 544117"/>
              <a:gd name="connsiteX62" fmla="*/ 2141515 w 5760415"/>
              <a:gd name="connsiteY62" fmla="*/ 288953 h 544117"/>
              <a:gd name="connsiteX63" fmla="*/ 2168312 w 5760415"/>
              <a:gd name="connsiteY63" fmla="*/ 293031 h 544117"/>
              <a:gd name="connsiteX64" fmla="*/ 2182877 w 5760415"/>
              <a:gd name="connsiteY64" fmla="*/ 292449 h 544117"/>
              <a:gd name="connsiteX65" fmla="*/ 2191616 w 5760415"/>
              <a:gd name="connsiteY65" fmla="*/ 296818 h 544117"/>
              <a:gd name="connsiteX66" fmla="*/ 2186371 w 5760415"/>
              <a:gd name="connsiteY66" fmla="*/ 305265 h 544117"/>
              <a:gd name="connsiteX67" fmla="*/ 2178215 w 5760415"/>
              <a:gd name="connsiteY67" fmla="*/ 346045 h 544117"/>
              <a:gd name="connsiteX68" fmla="*/ 2178215 w 5760415"/>
              <a:gd name="connsiteY68" fmla="*/ 473045 h 544117"/>
              <a:gd name="connsiteX69" fmla="*/ 2204431 w 5760415"/>
              <a:gd name="connsiteY69" fmla="*/ 498095 h 544117"/>
              <a:gd name="connsiteX70" fmla="*/ 2237055 w 5760415"/>
              <a:gd name="connsiteY70" fmla="*/ 482658 h 544117"/>
              <a:gd name="connsiteX71" fmla="*/ 2244045 w 5760415"/>
              <a:gd name="connsiteY71" fmla="*/ 431100 h 544117"/>
              <a:gd name="connsiteX72" fmla="*/ 2281913 w 5760415"/>
              <a:gd name="connsiteY72" fmla="*/ 447994 h 544117"/>
              <a:gd name="connsiteX73" fmla="*/ 2268222 w 5760415"/>
              <a:gd name="connsiteY73" fmla="*/ 501590 h 544117"/>
              <a:gd name="connsiteX74" fmla="*/ 2245211 w 5760415"/>
              <a:gd name="connsiteY74" fmla="*/ 523729 h 544117"/>
              <a:gd name="connsiteX75" fmla="*/ 2200062 w 5760415"/>
              <a:gd name="connsiteY75" fmla="*/ 528971 h 544117"/>
              <a:gd name="connsiteX76" fmla="*/ 2158118 w 5760415"/>
              <a:gd name="connsiteY76" fmla="*/ 518776 h 544117"/>
              <a:gd name="connsiteX77" fmla="*/ 2146757 w 5760415"/>
              <a:gd name="connsiteY77" fmla="*/ 470131 h 544117"/>
              <a:gd name="connsiteX78" fmla="*/ 2146757 w 5760415"/>
              <a:gd name="connsiteY78" fmla="*/ 337889 h 544117"/>
              <a:gd name="connsiteX79" fmla="*/ 2141515 w 5760415"/>
              <a:gd name="connsiteY79" fmla="*/ 288953 h 544117"/>
              <a:gd name="connsiteX80" fmla="*/ 721800 w 5760415"/>
              <a:gd name="connsiteY80" fmla="*/ 274972 h 544117"/>
              <a:gd name="connsiteX81" fmla="*/ 753552 w 5760415"/>
              <a:gd name="connsiteY81" fmla="*/ 286915 h 544117"/>
              <a:gd name="connsiteX82" fmla="*/ 766077 w 5760415"/>
              <a:gd name="connsiteY82" fmla="*/ 294488 h 544117"/>
              <a:gd name="connsiteX83" fmla="*/ 757628 w 5760415"/>
              <a:gd name="connsiteY83" fmla="*/ 303518 h 544117"/>
              <a:gd name="connsiteX84" fmla="*/ 734616 w 5760415"/>
              <a:gd name="connsiteY84" fmla="*/ 330899 h 544117"/>
              <a:gd name="connsiteX85" fmla="*/ 817340 w 5760415"/>
              <a:gd name="connsiteY85" fmla="*/ 330899 h 544117"/>
              <a:gd name="connsiteX86" fmla="*/ 863364 w 5760415"/>
              <a:gd name="connsiteY86" fmla="*/ 326821 h 544117"/>
              <a:gd name="connsiteX87" fmla="*/ 801030 w 5760415"/>
              <a:gd name="connsiteY87" fmla="*/ 441003 h 544117"/>
              <a:gd name="connsiteX88" fmla="*/ 865112 w 5760415"/>
              <a:gd name="connsiteY88" fmla="*/ 469549 h 544117"/>
              <a:gd name="connsiteX89" fmla="*/ 841808 w 5760415"/>
              <a:gd name="connsiteY89" fmla="*/ 498677 h 544117"/>
              <a:gd name="connsiteX90" fmla="*/ 776562 w 5760415"/>
              <a:gd name="connsiteY90" fmla="*/ 464306 h 544117"/>
              <a:gd name="connsiteX91" fmla="*/ 627424 w 5760415"/>
              <a:gd name="connsiteY91" fmla="*/ 531883 h 544117"/>
              <a:gd name="connsiteX92" fmla="*/ 607034 w 5760415"/>
              <a:gd name="connsiteY92" fmla="*/ 494017 h 544117"/>
              <a:gd name="connsiteX93" fmla="*/ 743356 w 5760415"/>
              <a:gd name="connsiteY93" fmla="*/ 450325 h 544117"/>
              <a:gd name="connsiteX94" fmla="*/ 644902 w 5760415"/>
              <a:gd name="connsiteY94" fmla="*/ 421779 h 544117"/>
              <a:gd name="connsiteX95" fmla="*/ 686264 w 5760415"/>
              <a:gd name="connsiteY95" fmla="*/ 357696 h 544117"/>
              <a:gd name="connsiteX96" fmla="*/ 601791 w 5760415"/>
              <a:gd name="connsiteY96" fmla="*/ 362357 h 544117"/>
              <a:gd name="connsiteX97" fmla="*/ 601791 w 5760415"/>
              <a:gd name="connsiteY97" fmla="*/ 327403 h 544117"/>
              <a:gd name="connsiteX98" fmla="*/ 699663 w 5760415"/>
              <a:gd name="connsiteY98" fmla="*/ 330899 h 544117"/>
              <a:gd name="connsiteX99" fmla="*/ 721800 w 5760415"/>
              <a:gd name="connsiteY99" fmla="*/ 274972 h 544117"/>
              <a:gd name="connsiteX100" fmla="*/ 4858602 w 5760415"/>
              <a:gd name="connsiteY100" fmla="*/ 269729 h 544117"/>
              <a:gd name="connsiteX101" fmla="*/ 4889188 w 5760415"/>
              <a:gd name="connsiteY101" fmla="*/ 288662 h 544117"/>
              <a:gd name="connsiteX102" fmla="*/ 4898217 w 5760415"/>
              <a:gd name="connsiteY102" fmla="*/ 297109 h 544117"/>
              <a:gd name="connsiteX103" fmla="*/ 4890062 w 5760415"/>
              <a:gd name="connsiteY103" fmla="*/ 305849 h 544117"/>
              <a:gd name="connsiteX104" fmla="*/ 4877245 w 5760415"/>
              <a:gd name="connsiteY104" fmla="*/ 320412 h 544117"/>
              <a:gd name="connsiteX105" fmla="*/ 4838796 w 5760415"/>
              <a:gd name="connsiteY105" fmla="*/ 380999 h 544117"/>
              <a:gd name="connsiteX106" fmla="*/ 4911616 w 5760415"/>
              <a:gd name="connsiteY106" fmla="*/ 464306 h 544117"/>
              <a:gd name="connsiteX107" fmla="*/ 4881906 w 5760415"/>
              <a:gd name="connsiteY107" fmla="*/ 487609 h 544117"/>
              <a:gd name="connsiteX108" fmla="*/ 4820153 w 5760415"/>
              <a:gd name="connsiteY108" fmla="*/ 409545 h 544117"/>
              <a:gd name="connsiteX109" fmla="*/ 4690824 w 5760415"/>
              <a:gd name="connsiteY109" fmla="*/ 526641 h 544117"/>
              <a:gd name="connsiteX110" fmla="*/ 4654705 w 5760415"/>
              <a:gd name="connsiteY110" fmla="*/ 501008 h 544117"/>
              <a:gd name="connsiteX111" fmla="*/ 4744422 w 5760415"/>
              <a:gd name="connsiteY111" fmla="*/ 443043 h 544117"/>
              <a:gd name="connsiteX112" fmla="*/ 4797434 w 5760415"/>
              <a:gd name="connsiteY112" fmla="*/ 385077 h 544117"/>
              <a:gd name="connsiteX113" fmla="*/ 4724613 w 5760415"/>
              <a:gd name="connsiteY113" fmla="*/ 316334 h 544117"/>
              <a:gd name="connsiteX114" fmla="*/ 4745585 w 5760415"/>
              <a:gd name="connsiteY114" fmla="*/ 293615 h 544117"/>
              <a:gd name="connsiteX115" fmla="*/ 4816658 w 5760415"/>
              <a:gd name="connsiteY115" fmla="*/ 358279 h 544117"/>
              <a:gd name="connsiteX116" fmla="*/ 4858602 w 5760415"/>
              <a:gd name="connsiteY116" fmla="*/ 269729 h 544117"/>
              <a:gd name="connsiteX117" fmla="*/ 421778 w 5760415"/>
              <a:gd name="connsiteY117" fmla="*/ 267400 h 544117"/>
              <a:gd name="connsiteX118" fmla="*/ 461393 w 5760415"/>
              <a:gd name="connsiteY118" fmla="*/ 290119 h 544117"/>
              <a:gd name="connsiteX119" fmla="*/ 468966 w 5760415"/>
              <a:gd name="connsiteY119" fmla="*/ 296818 h 544117"/>
              <a:gd name="connsiteX120" fmla="*/ 463140 w 5760415"/>
              <a:gd name="connsiteY120" fmla="*/ 303809 h 544117"/>
              <a:gd name="connsiteX121" fmla="*/ 450034 w 5760415"/>
              <a:gd name="connsiteY121" fmla="*/ 313421 h 544117"/>
              <a:gd name="connsiteX122" fmla="*/ 437507 w 5760415"/>
              <a:gd name="connsiteY122" fmla="*/ 328568 h 544117"/>
              <a:gd name="connsiteX123" fmla="*/ 350996 w 5760415"/>
              <a:gd name="connsiteY123" fmla="*/ 413332 h 544117"/>
              <a:gd name="connsiteX124" fmla="*/ 200986 w 5760415"/>
              <a:gd name="connsiteY124" fmla="*/ 491687 h 544117"/>
              <a:gd name="connsiteX125" fmla="*/ 19225 w 5760415"/>
              <a:gd name="connsiteY125" fmla="*/ 537710 h 544117"/>
              <a:gd name="connsiteX126" fmla="*/ 0 w 5760415"/>
              <a:gd name="connsiteY126" fmla="*/ 491687 h 544117"/>
              <a:gd name="connsiteX127" fmla="*/ 157293 w 5760415"/>
              <a:gd name="connsiteY127" fmla="*/ 468093 h 544117"/>
              <a:gd name="connsiteX128" fmla="*/ 282837 w 5760415"/>
              <a:gd name="connsiteY128" fmla="*/ 415370 h 544117"/>
              <a:gd name="connsiteX129" fmla="*/ 371677 w 5760415"/>
              <a:gd name="connsiteY129" fmla="*/ 349833 h 544117"/>
              <a:gd name="connsiteX130" fmla="*/ 421778 w 5760415"/>
              <a:gd name="connsiteY130" fmla="*/ 267400 h 544117"/>
              <a:gd name="connsiteX131" fmla="*/ 3248390 w 5760415"/>
              <a:gd name="connsiteY131" fmla="*/ 237105 h 544117"/>
              <a:gd name="connsiteX132" fmla="*/ 3314802 w 5760415"/>
              <a:gd name="connsiteY132" fmla="*/ 369348 h 544117"/>
              <a:gd name="connsiteX133" fmla="*/ 3282180 w 5760415"/>
              <a:gd name="connsiteY133" fmla="*/ 388573 h 544117"/>
              <a:gd name="connsiteX134" fmla="*/ 3216348 w 5760415"/>
              <a:gd name="connsiteY134" fmla="*/ 258660 h 544117"/>
              <a:gd name="connsiteX135" fmla="*/ 5399808 w 5760415"/>
              <a:gd name="connsiteY135" fmla="*/ 226620 h 544117"/>
              <a:gd name="connsiteX136" fmla="*/ 5506416 w 5760415"/>
              <a:gd name="connsiteY136" fmla="*/ 390903 h 544117"/>
              <a:gd name="connsiteX137" fmla="*/ 5472629 w 5760415"/>
              <a:gd name="connsiteY137" fmla="*/ 408963 h 544117"/>
              <a:gd name="connsiteX138" fmla="*/ 5371844 w 5760415"/>
              <a:gd name="connsiteY138" fmla="*/ 246426 h 544117"/>
              <a:gd name="connsiteX139" fmla="*/ 1299123 w 5760415"/>
              <a:gd name="connsiteY139" fmla="*/ 174189 h 544117"/>
              <a:gd name="connsiteX140" fmla="*/ 1341069 w 5760415"/>
              <a:gd name="connsiteY140" fmla="*/ 189917 h 544117"/>
              <a:gd name="connsiteX141" fmla="*/ 1349225 w 5760415"/>
              <a:gd name="connsiteY141" fmla="*/ 196326 h 544117"/>
              <a:gd name="connsiteX142" fmla="*/ 1340194 w 5760415"/>
              <a:gd name="connsiteY142" fmla="*/ 205064 h 544117"/>
              <a:gd name="connsiteX143" fmla="*/ 1317182 w 5760415"/>
              <a:gd name="connsiteY143" fmla="*/ 233027 h 544117"/>
              <a:gd name="connsiteX144" fmla="*/ 1396412 w 5760415"/>
              <a:gd name="connsiteY144" fmla="*/ 233027 h 544117"/>
              <a:gd name="connsiteX145" fmla="*/ 1474476 w 5760415"/>
              <a:gd name="connsiteY145" fmla="*/ 228949 h 544117"/>
              <a:gd name="connsiteX146" fmla="*/ 1474476 w 5760415"/>
              <a:gd name="connsiteY146" fmla="*/ 261573 h 544117"/>
              <a:gd name="connsiteX147" fmla="*/ 1397577 w 5760415"/>
              <a:gd name="connsiteY147" fmla="*/ 257495 h 544117"/>
              <a:gd name="connsiteX148" fmla="*/ 1304948 w 5760415"/>
              <a:gd name="connsiteY148" fmla="*/ 257495 h 544117"/>
              <a:gd name="connsiteX149" fmla="*/ 1265917 w 5760415"/>
              <a:gd name="connsiteY149" fmla="*/ 336724 h 544117"/>
              <a:gd name="connsiteX150" fmla="*/ 1332329 w 5760415"/>
              <a:gd name="connsiteY150" fmla="*/ 336724 h 544117"/>
              <a:gd name="connsiteX151" fmla="*/ 1329998 w 5760415"/>
              <a:gd name="connsiteY151" fmla="*/ 277885 h 544117"/>
              <a:gd name="connsiteX152" fmla="*/ 1366700 w 5760415"/>
              <a:gd name="connsiteY152" fmla="*/ 281963 h 544117"/>
              <a:gd name="connsiteX153" fmla="*/ 1373691 w 5760415"/>
              <a:gd name="connsiteY153" fmla="*/ 285168 h 544117"/>
              <a:gd name="connsiteX154" fmla="*/ 1369615 w 5760415"/>
              <a:gd name="connsiteY154" fmla="*/ 293615 h 544117"/>
              <a:gd name="connsiteX155" fmla="*/ 1365537 w 5760415"/>
              <a:gd name="connsiteY155" fmla="*/ 317499 h 544117"/>
              <a:gd name="connsiteX156" fmla="*/ 1365537 w 5760415"/>
              <a:gd name="connsiteY156" fmla="*/ 336142 h 544117"/>
              <a:gd name="connsiteX157" fmla="*/ 1462825 w 5760415"/>
              <a:gd name="connsiteY157" fmla="*/ 327403 h 544117"/>
              <a:gd name="connsiteX158" fmla="*/ 1462825 w 5760415"/>
              <a:gd name="connsiteY158" fmla="*/ 365852 h 544117"/>
              <a:gd name="connsiteX159" fmla="*/ 1365537 w 5760415"/>
              <a:gd name="connsiteY159" fmla="*/ 363523 h 544117"/>
              <a:gd name="connsiteX160" fmla="*/ 1365537 w 5760415"/>
              <a:gd name="connsiteY160" fmla="*/ 415953 h 544117"/>
              <a:gd name="connsiteX161" fmla="*/ 1477970 w 5760415"/>
              <a:gd name="connsiteY161" fmla="*/ 396729 h 544117"/>
              <a:gd name="connsiteX162" fmla="*/ 1470398 w 5760415"/>
              <a:gd name="connsiteY162" fmla="*/ 434013 h 544117"/>
              <a:gd name="connsiteX163" fmla="*/ 1365537 w 5760415"/>
              <a:gd name="connsiteY163" fmla="*/ 444499 h 544117"/>
              <a:gd name="connsiteX164" fmla="*/ 1367866 w 5760415"/>
              <a:gd name="connsiteY164" fmla="*/ 538292 h 544117"/>
              <a:gd name="connsiteX165" fmla="*/ 1328251 w 5760415"/>
              <a:gd name="connsiteY165" fmla="*/ 538292 h 544117"/>
              <a:gd name="connsiteX166" fmla="*/ 1332329 w 5760415"/>
              <a:gd name="connsiteY166" fmla="*/ 447994 h 544117"/>
              <a:gd name="connsiteX167" fmla="*/ 1190766 w 5760415"/>
              <a:gd name="connsiteY167" fmla="*/ 467219 h 544117"/>
              <a:gd name="connsiteX168" fmla="*/ 1176785 w 5760415"/>
              <a:gd name="connsiteY168" fmla="*/ 427604 h 544117"/>
              <a:gd name="connsiteX169" fmla="*/ 1332329 w 5760415"/>
              <a:gd name="connsiteY169" fmla="*/ 419448 h 544117"/>
              <a:gd name="connsiteX170" fmla="*/ 1332329 w 5760415"/>
              <a:gd name="connsiteY170" fmla="*/ 363523 h 544117"/>
              <a:gd name="connsiteX171" fmla="*/ 1226303 w 5760415"/>
              <a:gd name="connsiteY171" fmla="*/ 372261 h 544117"/>
              <a:gd name="connsiteX172" fmla="*/ 1211738 w 5760415"/>
              <a:gd name="connsiteY172" fmla="*/ 334977 h 544117"/>
              <a:gd name="connsiteX173" fmla="*/ 1238246 w 5760415"/>
              <a:gd name="connsiteY173" fmla="*/ 312547 h 544117"/>
              <a:gd name="connsiteX174" fmla="*/ 1268830 w 5760415"/>
              <a:gd name="connsiteY174" fmla="*/ 258660 h 544117"/>
              <a:gd name="connsiteX175" fmla="*/ 1203582 w 5760415"/>
              <a:gd name="connsiteY175" fmla="*/ 261573 h 544117"/>
              <a:gd name="connsiteX176" fmla="*/ 1203582 w 5760415"/>
              <a:gd name="connsiteY176" fmla="*/ 228949 h 544117"/>
              <a:gd name="connsiteX177" fmla="*/ 1281646 w 5760415"/>
              <a:gd name="connsiteY177" fmla="*/ 232445 h 544117"/>
              <a:gd name="connsiteX178" fmla="*/ 1299123 w 5760415"/>
              <a:gd name="connsiteY178" fmla="*/ 174189 h 544117"/>
              <a:gd name="connsiteX179" fmla="*/ 1777992 w 5760415"/>
              <a:gd name="connsiteY179" fmla="*/ 173605 h 544117"/>
              <a:gd name="connsiteX180" fmla="*/ 1884602 w 5760415"/>
              <a:gd name="connsiteY180" fmla="*/ 241183 h 544117"/>
              <a:gd name="connsiteX181" fmla="*/ 1860718 w 5760415"/>
              <a:gd name="connsiteY181" fmla="*/ 270312 h 544117"/>
              <a:gd name="connsiteX182" fmla="*/ 1758768 w 5760415"/>
              <a:gd name="connsiteY182" fmla="*/ 203317 h 544117"/>
              <a:gd name="connsiteX183" fmla="*/ 5689925 w 5760415"/>
              <a:gd name="connsiteY183" fmla="*/ 172440 h 544117"/>
              <a:gd name="connsiteX184" fmla="*/ 5730705 w 5760415"/>
              <a:gd name="connsiteY184" fmla="*/ 190499 h 544117"/>
              <a:gd name="connsiteX185" fmla="*/ 5740026 w 5760415"/>
              <a:gd name="connsiteY185" fmla="*/ 196617 h 544117"/>
              <a:gd name="connsiteX186" fmla="*/ 5732162 w 5760415"/>
              <a:gd name="connsiteY186" fmla="*/ 205646 h 544117"/>
              <a:gd name="connsiteX187" fmla="*/ 5702741 w 5760415"/>
              <a:gd name="connsiteY187" fmla="*/ 251960 h 544117"/>
              <a:gd name="connsiteX188" fmla="*/ 5650892 w 5760415"/>
              <a:gd name="connsiteY188" fmla="*/ 359152 h 544117"/>
              <a:gd name="connsiteX189" fmla="*/ 5599046 w 5760415"/>
              <a:gd name="connsiteY189" fmla="*/ 461975 h 544117"/>
              <a:gd name="connsiteX190" fmla="*/ 5760415 w 5760415"/>
              <a:gd name="connsiteY190" fmla="*/ 456733 h 544117"/>
              <a:gd name="connsiteX191" fmla="*/ 5760415 w 5760415"/>
              <a:gd name="connsiteY191" fmla="*/ 496930 h 544117"/>
              <a:gd name="connsiteX192" fmla="*/ 5554478 w 5760415"/>
              <a:gd name="connsiteY192" fmla="*/ 492270 h 544117"/>
              <a:gd name="connsiteX193" fmla="*/ 5351454 w 5760415"/>
              <a:gd name="connsiteY193" fmla="*/ 496930 h 544117"/>
              <a:gd name="connsiteX194" fmla="*/ 5351454 w 5760415"/>
              <a:gd name="connsiteY194" fmla="*/ 456733 h 544117"/>
              <a:gd name="connsiteX195" fmla="*/ 5564090 w 5760415"/>
              <a:gd name="connsiteY195" fmla="*/ 461975 h 544117"/>
              <a:gd name="connsiteX196" fmla="*/ 5641572 w 5760415"/>
              <a:gd name="connsiteY196" fmla="*/ 308471 h 544117"/>
              <a:gd name="connsiteX197" fmla="*/ 5689925 w 5760415"/>
              <a:gd name="connsiteY197" fmla="*/ 172440 h 544117"/>
              <a:gd name="connsiteX198" fmla="*/ 5513407 w 5760415"/>
              <a:gd name="connsiteY198" fmla="*/ 171275 h 544117"/>
              <a:gd name="connsiteX199" fmla="*/ 5601374 w 5760415"/>
              <a:gd name="connsiteY199" fmla="*/ 342549 h 544117"/>
              <a:gd name="connsiteX200" fmla="*/ 5565838 w 5760415"/>
              <a:gd name="connsiteY200" fmla="*/ 357696 h 544117"/>
              <a:gd name="connsiteX201" fmla="*/ 5483114 w 5760415"/>
              <a:gd name="connsiteY201" fmla="*/ 188752 h 544117"/>
              <a:gd name="connsiteX202" fmla="*/ 4842874 w 5760415"/>
              <a:gd name="connsiteY202" fmla="*/ 161955 h 544117"/>
              <a:gd name="connsiteX203" fmla="*/ 4919772 w 5760415"/>
              <a:gd name="connsiteY203" fmla="*/ 242932 h 544117"/>
              <a:gd name="connsiteX204" fmla="*/ 4892975 w 5760415"/>
              <a:gd name="connsiteY204" fmla="*/ 265651 h 544117"/>
              <a:gd name="connsiteX205" fmla="*/ 4821902 w 5760415"/>
              <a:gd name="connsiteY205" fmla="*/ 183509 h 544117"/>
              <a:gd name="connsiteX206" fmla="*/ 4751410 w 5760415"/>
              <a:gd name="connsiteY206" fmla="*/ 160206 h 544117"/>
              <a:gd name="connsiteX207" fmla="*/ 4780831 w 5760415"/>
              <a:gd name="connsiteY207" fmla="*/ 176227 h 544117"/>
              <a:gd name="connsiteX208" fmla="*/ 4791608 w 5760415"/>
              <a:gd name="connsiteY208" fmla="*/ 184674 h 544117"/>
              <a:gd name="connsiteX209" fmla="*/ 4783452 w 5760415"/>
              <a:gd name="connsiteY209" fmla="*/ 191956 h 544117"/>
              <a:gd name="connsiteX210" fmla="*/ 4751410 w 5760415"/>
              <a:gd name="connsiteY210" fmla="*/ 231279 h 544117"/>
              <a:gd name="connsiteX211" fmla="*/ 4700145 w 5760415"/>
              <a:gd name="connsiteY211" fmla="*/ 302353 h 544117"/>
              <a:gd name="connsiteX212" fmla="*/ 4663443 w 5760415"/>
              <a:gd name="connsiteY212" fmla="*/ 283128 h 544117"/>
              <a:gd name="connsiteX213" fmla="*/ 4751410 w 5760415"/>
              <a:gd name="connsiteY213" fmla="*/ 160206 h 544117"/>
              <a:gd name="connsiteX214" fmla="*/ 2982740 w 5760415"/>
              <a:gd name="connsiteY214" fmla="*/ 154964 h 544117"/>
              <a:gd name="connsiteX215" fmla="*/ 2982740 w 5760415"/>
              <a:gd name="connsiteY215" fmla="*/ 290702 h 544117"/>
              <a:gd name="connsiteX216" fmla="*/ 3106244 w 5760415"/>
              <a:gd name="connsiteY216" fmla="*/ 290702 h 544117"/>
              <a:gd name="connsiteX217" fmla="*/ 3106244 w 5760415"/>
              <a:gd name="connsiteY217" fmla="*/ 154964 h 544117"/>
              <a:gd name="connsiteX218" fmla="*/ 4361674 w 5760415"/>
              <a:gd name="connsiteY218" fmla="*/ 149721 h 544117"/>
              <a:gd name="connsiteX219" fmla="*/ 4361674 w 5760415"/>
              <a:gd name="connsiteY219" fmla="*/ 196908 h 544117"/>
              <a:gd name="connsiteX220" fmla="*/ 4496247 w 5760415"/>
              <a:gd name="connsiteY220" fmla="*/ 196908 h 544117"/>
              <a:gd name="connsiteX221" fmla="*/ 4496247 w 5760415"/>
              <a:gd name="connsiteY221" fmla="*/ 149721 h 544117"/>
              <a:gd name="connsiteX222" fmla="*/ 4189818 w 5760415"/>
              <a:gd name="connsiteY222" fmla="*/ 149721 h 544117"/>
              <a:gd name="connsiteX223" fmla="*/ 4189818 w 5760415"/>
              <a:gd name="connsiteY223" fmla="*/ 196908 h 544117"/>
              <a:gd name="connsiteX224" fmla="*/ 4328468 w 5760415"/>
              <a:gd name="connsiteY224" fmla="*/ 196908 h 544117"/>
              <a:gd name="connsiteX225" fmla="*/ 4328468 w 5760415"/>
              <a:gd name="connsiteY225" fmla="*/ 149721 h 544117"/>
              <a:gd name="connsiteX226" fmla="*/ 4661696 w 5760415"/>
              <a:gd name="connsiteY226" fmla="*/ 105445 h 544117"/>
              <a:gd name="connsiteX227" fmla="*/ 4802968 w 5760415"/>
              <a:gd name="connsiteY227" fmla="*/ 109523 h 544117"/>
              <a:gd name="connsiteX228" fmla="*/ 4943658 w 5760415"/>
              <a:gd name="connsiteY228" fmla="*/ 105445 h 544117"/>
              <a:gd name="connsiteX229" fmla="*/ 4943658 w 5760415"/>
              <a:gd name="connsiteY229" fmla="*/ 142730 h 544117"/>
              <a:gd name="connsiteX230" fmla="*/ 4803550 w 5760415"/>
              <a:gd name="connsiteY230" fmla="*/ 138652 h 544117"/>
              <a:gd name="connsiteX231" fmla="*/ 4661696 w 5760415"/>
              <a:gd name="connsiteY231" fmla="*/ 142730 h 544117"/>
              <a:gd name="connsiteX232" fmla="*/ 133992 w 5760415"/>
              <a:gd name="connsiteY232" fmla="*/ 98454 h 544117"/>
              <a:gd name="connsiteX233" fmla="*/ 170693 w 5760415"/>
              <a:gd name="connsiteY233" fmla="*/ 119428 h 544117"/>
              <a:gd name="connsiteX234" fmla="*/ 177683 w 5760415"/>
              <a:gd name="connsiteY234" fmla="*/ 125253 h 544117"/>
              <a:gd name="connsiteX235" fmla="*/ 166615 w 5760415"/>
              <a:gd name="connsiteY235" fmla="*/ 136322 h 544117"/>
              <a:gd name="connsiteX236" fmla="*/ 140981 w 5760415"/>
              <a:gd name="connsiteY236" fmla="*/ 168946 h 544117"/>
              <a:gd name="connsiteX237" fmla="*/ 47189 w 5760415"/>
              <a:gd name="connsiteY237" fmla="*/ 307013 h 544117"/>
              <a:gd name="connsiteX238" fmla="*/ 13399 w 5760415"/>
              <a:gd name="connsiteY238" fmla="*/ 281963 h 544117"/>
              <a:gd name="connsiteX239" fmla="*/ 84473 w 5760415"/>
              <a:gd name="connsiteY239" fmla="*/ 202152 h 544117"/>
              <a:gd name="connsiteX240" fmla="*/ 133992 w 5760415"/>
              <a:gd name="connsiteY240" fmla="*/ 98454 h 544117"/>
              <a:gd name="connsiteX241" fmla="*/ 374008 w 5760415"/>
              <a:gd name="connsiteY241" fmla="*/ 95541 h 544117"/>
              <a:gd name="connsiteX242" fmla="*/ 533048 w 5760415"/>
              <a:gd name="connsiteY242" fmla="*/ 238270 h 544117"/>
              <a:gd name="connsiteX243" fmla="*/ 503337 w 5760415"/>
              <a:gd name="connsiteY243" fmla="*/ 265651 h 544117"/>
              <a:gd name="connsiteX244" fmla="*/ 348958 w 5760415"/>
              <a:gd name="connsiteY244" fmla="*/ 121757 h 544117"/>
              <a:gd name="connsiteX245" fmla="*/ 3787846 w 5760415"/>
              <a:gd name="connsiteY245" fmla="*/ 94376 h 544117"/>
              <a:gd name="connsiteX246" fmla="*/ 3787846 w 5760415"/>
              <a:gd name="connsiteY246" fmla="*/ 260407 h 544117"/>
              <a:gd name="connsiteX247" fmla="*/ 3944557 w 5760415"/>
              <a:gd name="connsiteY247" fmla="*/ 260407 h 544117"/>
              <a:gd name="connsiteX248" fmla="*/ 3944557 w 5760415"/>
              <a:gd name="connsiteY248" fmla="*/ 94376 h 544117"/>
              <a:gd name="connsiteX249" fmla="*/ 4361674 w 5760415"/>
              <a:gd name="connsiteY249" fmla="*/ 72822 h 544117"/>
              <a:gd name="connsiteX250" fmla="*/ 4361674 w 5760415"/>
              <a:gd name="connsiteY250" fmla="*/ 122922 h 544117"/>
              <a:gd name="connsiteX251" fmla="*/ 4496247 w 5760415"/>
              <a:gd name="connsiteY251" fmla="*/ 122922 h 544117"/>
              <a:gd name="connsiteX252" fmla="*/ 4496247 w 5760415"/>
              <a:gd name="connsiteY252" fmla="*/ 72822 h 544117"/>
              <a:gd name="connsiteX253" fmla="*/ 4189818 w 5760415"/>
              <a:gd name="connsiteY253" fmla="*/ 72822 h 544117"/>
              <a:gd name="connsiteX254" fmla="*/ 4189818 w 5760415"/>
              <a:gd name="connsiteY254" fmla="*/ 122922 h 544117"/>
              <a:gd name="connsiteX255" fmla="*/ 4328468 w 5760415"/>
              <a:gd name="connsiteY255" fmla="*/ 122922 h 544117"/>
              <a:gd name="connsiteX256" fmla="*/ 4328468 w 5760415"/>
              <a:gd name="connsiteY256" fmla="*/ 72822 h 544117"/>
              <a:gd name="connsiteX257" fmla="*/ 3749980 w 5760415"/>
              <a:gd name="connsiteY257" fmla="*/ 62336 h 544117"/>
              <a:gd name="connsiteX258" fmla="*/ 3867075 w 5760415"/>
              <a:gd name="connsiteY258" fmla="*/ 66414 h 544117"/>
              <a:gd name="connsiteX259" fmla="*/ 3985919 w 5760415"/>
              <a:gd name="connsiteY259" fmla="*/ 62336 h 544117"/>
              <a:gd name="connsiteX260" fmla="*/ 3980676 w 5760415"/>
              <a:gd name="connsiteY260" fmla="*/ 118262 h 544117"/>
              <a:gd name="connsiteX261" fmla="*/ 3980676 w 5760415"/>
              <a:gd name="connsiteY261" fmla="*/ 245844 h 544117"/>
              <a:gd name="connsiteX262" fmla="*/ 3985336 w 5760415"/>
              <a:gd name="connsiteY262" fmla="*/ 324490 h 544117"/>
              <a:gd name="connsiteX263" fmla="*/ 3944557 w 5760415"/>
              <a:gd name="connsiteY263" fmla="*/ 324490 h 544117"/>
              <a:gd name="connsiteX264" fmla="*/ 3944557 w 5760415"/>
              <a:gd name="connsiteY264" fmla="*/ 289537 h 544117"/>
              <a:gd name="connsiteX265" fmla="*/ 3787846 w 5760415"/>
              <a:gd name="connsiteY265" fmla="*/ 289537 h 544117"/>
              <a:gd name="connsiteX266" fmla="*/ 3787846 w 5760415"/>
              <a:gd name="connsiteY266" fmla="*/ 332646 h 544117"/>
              <a:gd name="connsiteX267" fmla="*/ 3747649 w 5760415"/>
              <a:gd name="connsiteY267" fmla="*/ 332646 h 544117"/>
              <a:gd name="connsiteX268" fmla="*/ 3752311 w 5760415"/>
              <a:gd name="connsiteY268" fmla="*/ 252835 h 544117"/>
              <a:gd name="connsiteX269" fmla="*/ 3752311 w 5760415"/>
              <a:gd name="connsiteY269" fmla="*/ 118262 h 544117"/>
              <a:gd name="connsiteX270" fmla="*/ 3749980 w 5760415"/>
              <a:gd name="connsiteY270" fmla="*/ 62336 h 544117"/>
              <a:gd name="connsiteX271" fmla="*/ 2406000 w 5760415"/>
              <a:gd name="connsiteY271" fmla="*/ 47771 h 544117"/>
              <a:gd name="connsiteX272" fmla="*/ 2602616 w 5760415"/>
              <a:gd name="connsiteY272" fmla="*/ 50102 h 544117"/>
              <a:gd name="connsiteX273" fmla="*/ 2795153 w 5760415"/>
              <a:gd name="connsiteY273" fmla="*/ 47771 h 544117"/>
              <a:gd name="connsiteX274" fmla="*/ 2795153 w 5760415"/>
              <a:gd name="connsiteY274" fmla="*/ 83891 h 544117"/>
              <a:gd name="connsiteX275" fmla="*/ 2753791 w 5760415"/>
              <a:gd name="connsiteY275" fmla="*/ 104281 h 544117"/>
              <a:gd name="connsiteX276" fmla="*/ 2623878 w 5760415"/>
              <a:gd name="connsiteY276" fmla="*/ 205646 h 544117"/>
              <a:gd name="connsiteX277" fmla="*/ 2623878 w 5760415"/>
              <a:gd name="connsiteY277" fmla="*/ 245844 h 544117"/>
              <a:gd name="connsiteX278" fmla="*/ 2864479 w 5760415"/>
              <a:gd name="connsiteY278" fmla="*/ 240019 h 544117"/>
              <a:gd name="connsiteX279" fmla="*/ 2864479 w 5760415"/>
              <a:gd name="connsiteY279" fmla="*/ 283710 h 544117"/>
              <a:gd name="connsiteX280" fmla="*/ 2623878 w 5760415"/>
              <a:gd name="connsiteY280" fmla="*/ 277885 h 544117"/>
              <a:gd name="connsiteX281" fmla="*/ 2623878 w 5760415"/>
              <a:gd name="connsiteY281" fmla="*/ 486443 h 544117"/>
              <a:gd name="connsiteX282" fmla="*/ 2616015 w 5760415"/>
              <a:gd name="connsiteY282" fmla="*/ 513824 h 544117"/>
              <a:gd name="connsiteX283" fmla="*/ 2583683 w 5760415"/>
              <a:gd name="connsiteY283" fmla="*/ 529554 h 544117"/>
              <a:gd name="connsiteX284" fmla="*/ 2510278 w 5760415"/>
              <a:gd name="connsiteY284" fmla="*/ 535961 h 544117"/>
              <a:gd name="connsiteX285" fmla="*/ 2492802 w 5760415"/>
              <a:gd name="connsiteY285" fmla="*/ 485279 h 544117"/>
              <a:gd name="connsiteX286" fmla="*/ 2550767 w 5760415"/>
              <a:gd name="connsiteY286" fmla="*/ 491687 h 544117"/>
              <a:gd name="connsiteX287" fmla="*/ 2577858 w 5760415"/>
              <a:gd name="connsiteY287" fmla="*/ 485861 h 544117"/>
              <a:gd name="connsiteX288" fmla="*/ 2586013 w 5760415"/>
              <a:gd name="connsiteY288" fmla="*/ 460228 h 544117"/>
              <a:gd name="connsiteX289" fmla="*/ 2586013 w 5760415"/>
              <a:gd name="connsiteY289" fmla="*/ 277885 h 544117"/>
              <a:gd name="connsiteX290" fmla="*/ 2334343 w 5760415"/>
              <a:gd name="connsiteY290" fmla="*/ 283710 h 544117"/>
              <a:gd name="connsiteX291" fmla="*/ 2334343 w 5760415"/>
              <a:gd name="connsiteY291" fmla="*/ 240019 h 544117"/>
              <a:gd name="connsiteX292" fmla="*/ 2586013 w 5760415"/>
              <a:gd name="connsiteY292" fmla="*/ 245844 h 544117"/>
              <a:gd name="connsiteX293" fmla="*/ 2586013 w 5760415"/>
              <a:gd name="connsiteY293" fmla="*/ 191083 h 544117"/>
              <a:gd name="connsiteX294" fmla="*/ 2728159 w 5760415"/>
              <a:gd name="connsiteY294" fmla="*/ 81560 h 544117"/>
              <a:gd name="connsiteX295" fmla="*/ 2531251 w 5760415"/>
              <a:gd name="connsiteY295" fmla="*/ 81560 h 544117"/>
              <a:gd name="connsiteX296" fmla="*/ 2406000 w 5760415"/>
              <a:gd name="connsiteY296" fmla="*/ 84473 h 544117"/>
              <a:gd name="connsiteX297" fmla="*/ 4151950 w 5760415"/>
              <a:gd name="connsiteY297" fmla="*/ 43693 h 544117"/>
              <a:gd name="connsiteX298" fmla="*/ 4342450 w 5760415"/>
              <a:gd name="connsiteY298" fmla="*/ 46024 h 544117"/>
              <a:gd name="connsiteX299" fmla="*/ 4533532 w 5760415"/>
              <a:gd name="connsiteY299" fmla="*/ 43693 h 544117"/>
              <a:gd name="connsiteX300" fmla="*/ 4530618 w 5760415"/>
              <a:gd name="connsiteY300" fmla="*/ 84473 h 544117"/>
              <a:gd name="connsiteX301" fmla="*/ 4530618 w 5760415"/>
              <a:gd name="connsiteY301" fmla="*/ 186421 h 544117"/>
              <a:gd name="connsiteX302" fmla="*/ 4533532 w 5760415"/>
              <a:gd name="connsiteY302" fmla="*/ 224872 h 544117"/>
              <a:gd name="connsiteX303" fmla="*/ 4315069 w 5760415"/>
              <a:gd name="connsiteY303" fmla="*/ 221958 h 544117"/>
              <a:gd name="connsiteX304" fmla="*/ 4234092 w 5760415"/>
              <a:gd name="connsiteY304" fmla="*/ 274972 h 544117"/>
              <a:gd name="connsiteX305" fmla="*/ 4380899 w 5760415"/>
              <a:gd name="connsiteY305" fmla="*/ 273225 h 544117"/>
              <a:gd name="connsiteX306" fmla="*/ 4448476 w 5760415"/>
              <a:gd name="connsiteY306" fmla="*/ 229532 h 544117"/>
              <a:gd name="connsiteX307" fmla="*/ 4482265 w 5760415"/>
              <a:gd name="connsiteY307" fmla="*/ 258078 h 544117"/>
              <a:gd name="connsiteX308" fmla="*/ 4487509 w 5760415"/>
              <a:gd name="connsiteY308" fmla="*/ 265069 h 544117"/>
              <a:gd name="connsiteX309" fmla="*/ 4478771 w 5760415"/>
              <a:gd name="connsiteY309" fmla="*/ 271478 h 544117"/>
              <a:gd name="connsiteX310" fmla="*/ 4415563 w 5760415"/>
              <a:gd name="connsiteY310" fmla="*/ 288953 h 544117"/>
              <a:gd name="connsiteX311" fmla="*/ 4229432 w 5760415"/>
              <a:gd name="connsiteY311" fmla="*/ 363523 h 544117"/>
              <a:gd name="connsiteX312" fmla="*/ 4478187 w 5760415"/>
              <a:gd name="connsiteY312" fmla="*/ 354201 h 544117"/>
              <a:gd name="connsiteX313" fmla="*/ 4434495 w 5760415"/>
              <a:gd name="connsiteY313" fmla="*/ 320996 h 544117"/>
              <a:gd name="connsiteX314" fmla="*/ 4457797 w 5760415"/>
              <a:gd name="connsiteY314" fmla="*/ 297693 h 544117"/>
              <a:gd name="connsiteX315" fmla="*/ 4577807 w 5760415"/>
              <a:gd name="connsiteY315" fmla="*/ 399641 h 544117"/>
              <a:gd name="connsiteX316" fmla="*/ 4552173 w 5760415"/>
              <a:gd name="connsiteY316" fmla="*/ 422362 h 544117"/>
              <a:gd name="connsiteX317" fmla="*/ 4504403 w 5760415"/>
              <a:gd name="connsiteY317" fmla="*/ 376339 h 544117"/>
              <a:gd name="connsiteX318" fmla="*/ 4367499 w 5760415"/>
              <a:gd name="connsiteY318" fmla="*/ 383329 h 544117"/>
              <a:gd name="connsiteX319" fmla="*/ 4367499 w 5760415"/>
              <a:gd name="connsiteY319" fmla="*/ 503921 h 544117"/>
              <a:gd name="connsiteX320" fmla="*/ 4345944 w 5760415"/>
              <a:gd name="connsiteY320" fmla="*/ 535088 h 544117"/>
              <a:gd name="connsiteX321" fmla="*/ 4280698 w 5760415"/>
              <a:gd name="connsiteY321" fmla="*/ 540623 h 544117"/>
              <a:gd name="connsiteX322" fmla="*/ 4266716 w 5760415"/>
              <a:gd name="connsiteY322" fmla="*/ 502755 h 544117"/>
              <a:gd name="connsiteX323" fmla="*/ 4308953 w 5760415"/>
              <a:gd name="connsiteY323" fmla="*/ 505668 h 544117"/>
              <a:gd name="connsiteX324" fmla="*/ 4329050 w 5760415"/>
              <a:gd name="connsiteY324" fmla="*/ 500134 h 544117"/>
              <a:gd name="connsiteX325" fmla="*/ 4333712 w 5760415"/>
              <a:gd name="connsiteY325" fmla="*/ 478287 h 544117"/>
              <a:gd name="connsiteX326" fmla="*/ 4333712 w 5760415"/>
              <a:gd name="connsiteY326" fmla="*/ 385077 h 544117"/>
              <a:gd name="connsiteX327" fmla="*/ 4127482 w 5760415"/>
              <a:gd name="connsiteY327" fmla="*/ 400223 h 544117"/>
              <a:gd name="connsiteX328" fmla="*/ 4120492 w 5760415"/>
              <a:gd name="connsiteY328" fmla="*/ 360027 h 544117"/>
              <a:gd name="connsiteX329" fmla="*/ 4328468 w 5760415"/>
              <a:gd name="connsiteY329" fmla="*/ 295944 h 544117"/>
              <a:gd name="connsiteX330" fmla="*/ 4247492 w 5760415"/>
              <a:gd name="connsiteY330" fmla="*/ 300022 h 544117"/>
              <a:gd name="connsiteX331" fmla="*/ 4162437 w 5760415"/>
              <a:gd name="connsiteY331" fmla="*/ 310509 h 544117"/>
              <a:gd name="connsiteX332" fmla="*/ 4150203 w 5760415"/>
              <a:gd name="connsiteY332" fmla="*/ 275554 h 544117"/>
              <a:gd name="connsiteX333" fmla="*/ 4267298 w 5760415"/>
              <a:gd name="connsiteY333" fmla="*/ 221958 h 544117"/>
              <a:gd name="connsiteX334" fmla="*/ 4151950 w 5760415"/>
              <a:gd name="connsiteY334" fmla="*/ 224872 h 544117"/>
              <a:gd name="connsiteX335" fmla="*/ 4155446 w 5760415"/>
              <a:gd name="connsiteY335" fmla="*/ 186421 h 544117"/>
              <a:gd name="connsiteX336" fmla="*/ 4155446 w 5760415"/>
              <a:gd name="connsiteY336" fmla="*/ 84473 h 544117"/>
              <a:gd name="connsiteX337" fmla="*/ 4151950 w 5760415"/>
              <a:gd name="connsiteY337" fmla="*/ 43693 h 544117"/>
              <a:gd name="connsiteX338" fmla="*/ 647231 w 5760415"/>
              <a:gd name="connsiteY338" fmla="*/ 38451 h 544117"/>
              <a:gd name="connsiteX339" fmla="*/ 697914 w 5760415"/>
              <a:gd name="connsiteY339" fmla="*/ 104281 h 544117"/>
              <a:gd name="connsiteX340" fmla="*/ 668204 w 5760415"/>
              <a:gd name="connsiteY340" fmla="*/ 121757 h 544117"/>
              <a:gd name="connsiteX341" fmla="*/ 622181 w 5760415"/>
              <a:gd name="connsiteY341" fmla="*/ 53598 h 544117"/>
              <a:gd name="connsiteX342" fmla="*/ 834817 w 5760415"/>
              <a:gd name="connsiteY342" fmla="*/ 31459 h 544117"/>
              <a:gd name="connsiteX343" fmla="*/ 860451 w 5760415"/>
              <a:gd name="connsiteY343" fmla="*/ 49811 h 544117"/>
              <a:gd name="connsiteX344" fmla="*/ 870354 w 5760415"/>
              <a:gd name="connsiteY344" fmla="*/ 60005 h 544117"/>
              <a:gd name="connsiteX345" fmla="*/ 863654 w 5760415"/>
              <a:gd name="connsiteY345" fmla="*/ 66995 h 544117"/>
              <a:gd name="connsiteX346" fmla="*/ 846179 w 5760415"/>
              <a:gd name="connsiteY346" fmla="*/ 80104 h 544117"/>
              <a:gd name="connsiteX347" fmla="*/ 810933 w 5760415"/>
              <a:gd name="connsiteY347" fmla="*/ 125253 h 544117"/>
              <a:gd name="connsiteX348" fmla="*/ 784134 w 5760415"/>
              <a:gd name="connsiteY348" fmla="*/ 113019 h 544117"/>
              <a:gd name="connsiteX349" fmla="*/ 834817 w 5760415"/>
              <a:gd name="connsiteY349" fmla="*/ 31459 h 544117"/>
              <a:gd name="connsiteX350" fmla="*/ 1799549 w 5760415"/>
              <a:gd name="connsiteY350" fmla="*/ 30877 h 544117"/>
              <a:gd name="connsiteX351" fmla="*/ 1906158 w 5760415"/>
              <a:gd name="connsiteY351" fmla="*/ 97289 h 544117"/>
              <a:gd name="connsiteX352" fmla="*/ 1883438 w 5760415"/>
              <a:gd name="connsiteY352" fmla="*/ 126418 h 544117"/>
              <a:gd name="connsiteX353" fmla="*/ 1780325 w 5760415"/>
              <a:gd name="connsiteY353" fmla="*/ 59423 h 544117"/>
              <a:gd name="connsiteX354" fmla="*/ 3691722 w 5760415"/>
              <a:gd name="connsiteY354" fmla="*/ 29130 h 544117"/>
              <a:gd name="connsiteX355" fmla="*/ 3710947 w 5760415"/>
              <a:gd name="connsiteY355" fmla="*/ 52140 h 544117"/>
              <a:gd name="connsiteX356" fmla="*/ 3719103 w 5760415"/>
              <a:gd name="connsiteY356" fmla="*/ 63792 h 544117"/>
              <a:gd name="connsiteX357" fmla="*/ 3710947 w 5760415"/>
              <a:gd name="connsiteY357" fmla="*/ 68161 h 544117"/>
              <a:gd name="connsiteX358" fmla="*/ 3697549 w 5760415"/>
              <a:gd name="connsiteY358" fmla="*/ 66995 h 544117"/>
              <a:gd name="connsiteX359" fmla="*/ 3632883 w 5760415"/>
              <a:gd name="connsiteY359" fmla="*/ 75735 h 544117"/>
              <a:gd name="connsiteX360" fmla="*/ 3632883 w 5760415"/>
              <a:gd name="connsiteY360" fmla="*/ 179431 h 544117"/>
              <a:gd name="connsiteX361" fmla="*/ 3730755 w 5760415"/>
              <a:gd name="connsiteY361" fmla="*/ 175936 h 544117"/>
              <a:gd name="connsiteX362" fmla="*/ 3730755 w 5760415"/>
              <a:gd name="connsiteY362" fmla="*/ 210889 h 544117"/>
              <a:gd name="connsiteX363" fmla="*/ 3632883 w 5760415"/>
              <a:gd name="connsiteY363" fmla="*/ 207395 h 544117"/>
              <a:gd name="connsiteX364" fmla="*/ 3632883 w 5760415"/>
              <a:gd name="connsiteY364" fmla="*/ 237105 h 544117"/>
              <a:gd name="connsiteX365" fmla="*/ 3727259 w 5760415"/>
              <a:gd name="connsiteY365" fmla="*/ 315752 h 544117"/>
              <a:gd name="connsiteX366" fmla="*/ 3695801 w 5760415"/>
              <a:gd name="connsiteY366" fmla="*/ 346627 h 544117"/>
              <a:gd name="connsiteX367" fmla="*/ 3632883 w 5760415"/>
              <a:gd name="connsiteY367" fmla="*/ 273225 h 544117"/>
              <a:gd name="connsiteX368" fmla="*/ 3632883 w 5760415"/>
              <a:gd name="connsiteY368" fmla="*/ 437509 h 544117"/>
              <a:gd name="connsiteX369" fmla="*/ 3636961 w 5760415"/>
              <a:gd name="connsiteY369" fmla="*/ 537710 h 544117"/>
              <a:gd name="connsiteX370" fmla="*/ 3592687 w 5760415"/>
              <a:gd name="connsiteY370" fmla="*/ 537710 h 544117"/>
              <a:gd name="connsiteX371" fmla="*/ 3599095 w 5760415"/>
              <a:gd name="connsiteY371" fmla="*/ 437509 h 544117"/>
              <a:gd name="connsiteX372" fmla="*/ 3599095 w 5760415"/>
              <a:gd name="connsiteY372" fmla="*/ 284293 h 544117"/>
              <a:gd name="connsiteX373" fmla="*/ 3521031 w 5760415"/>
              <a:gd name="connsiteY373" fmla="*/ 437509 h 544117"/>
              <a:gd name="connsiteX374" fmla="*/ 3482580 w 5760415"/>
              <a:gd name="connsiteY374" fmla="*/ 415953 h 544117"/>
              <a:gd name="connsiteX375" fmla="*/ 3599095 w 5760415"/>
              <a:gd name="connsiteY375" fmla="*/ 219045 h 544117"/>
              <a:gd name="connsiteX376" fmla="*/ 3599095 w 5760415"/>
              <a:gd name="connsiteY376" fmla="*/ 207395 h 544117"/>
              <a:gd name="connsiteX377" fmla="*/ 3493067 w 5760415"/>
              <a:gd name="connsiteY377" fmla="*/ 210889 h 544117"/>
              <a:gd name="connsiteX378" fmla="*/ 3493067 w 5760415"/>
              <a:gd name="connsiteY378" fmla="*/ 175936 h 544117"/>
              <a:gd name="connsiteX379" fmla="*/ 3599095 w 5760415"/>
              <a:gd name="connsiteY379" fmla="*/ 179431 h 544117"/>
              <a:gd name="connsiteX380" fmla="*/ 3599095 w 5760415"/>
              <a:gd name="connsiteY380" fmla="*/ 82142 h 544117"/>
              <a:gd name="connsiteX381" fmla="*/ 3509379 w 5760415"/>
              <a:gd name="connsiteY381" fmla="*/ 99038 h 544117"/>
              <a:gd name="connsiteX382" fmla="*/ 3495398 w 5760415"/>
              <a:gd name="connsiteY382" fmla="*/ 61170 h 544117"/>
              <a:gd name="connsiteX383" fmla="*/ 3600550 w 5760415"/>
              <a:gd name="connsiteY383" fmla="*/ 53598 h 544117"/>
              <a:gd name="connsiteX384" fmla="*/ 3691722 w 5760415"/>
              <a:gd name="connsiteY384" fmla="*/ 29130 h 544117"/>
              <a:gd name="connsiteX385" fmla="*/ 1576424 w 5760415"/>
              <a:gd name="connsiteY385" fmla="*/ 23303 h 544117"/>
              <a:gd name="connsiteX386" fmla="*/ 1656236 w 5760415"/>
              <a:gd name="connsiteY386" fmla="*/ 85638 h 544117"/>
              <a:gd name="connsiteX387" fmla="*/ 1632935 w 5760415"/>
              <a:gd name="connsiteY387" fmla="*/ 111272 h 544117"/>
              <a:gd name="connsiteX388" fmla="*/ 1558365 w 5760415"/>
              <a:gd name="connsiteY388" fmla="*/ 47771 h 544117"/>
              <a:gd name="connsiteX389" fmla="*/ 3239069 w 5760415"/>
              <a:gd name="connsiteY389" fmla="*/ 15148 h 544117"/>
              <a:gd name="connsiteX390" fmla="*/ 3281596 w 5760415"/>
              <a:gd name="connsiteY390" fmla="*/ 28546 h 544117"/>
              <a:gd name="connsiteX391" fmla="*/ 3289752 w 5760415"/>
              <a:gd name="connsiteY391" fmla="*/ 33790 h 544117"/>
              <a:gd name="connsiteX392" fmla="*/ 3281887 w 5760415"/>
              <a:gd name="connsiteY392" fmla="*/ 43985 h 544117"/>
              <a:gd name="connsiteX393" fmla="*/ 3253050 w 5760415"/>
              <a:gd name="connsiteY393" fmla="*/ 115350 h 544117"/>
              <a:gd name="connsiteX394" fmla="*/ 3345679 w 5760415"/>
              <a:gd name="connsiteY394" fmla="*/ 115350 h 544117"/>
              <a:gd name="connsiteX395" fmla="*/ 3410343 w 5760415"/>
              <a:gd name="connsiteY395" fmla="*/ 110688 h 544117"/>
              <a:gd name="connsiteX396" fmla="*/ 3406265 w 5760415"/>
              <a:gd name="connsiteY396" fmla="*/ 168362 h 544117"/>
              <a:gd name="connsiteX397" fmla="*/ 3400440 w 5760415"/>
              <a:gd name="connsiteY397" fmla="*/ 465471 h 544117"/>
              <a:gd name="connsiteX398" fmla="*/ 3367234 w 5760415"/>
              <a:gd name="connsiteY398" fmla="*/ 520814 h 544117"/>
              <a:gd name="connsiteX399" fmla="*/ 3272275 w 5760415"/>
              <a:gd name="connsiteY399" fmla="*/ 534797 h 544117"/>
              <a:gd name="connsiteX400" fmla="*/ 3254799 w 5760415"/>
              <a:gd name="connsiteY400" fmla="*/ 489356 h 544117"/>
              <a:gd name="connsiteX401" fmla="*/ 3303153 w 5760415"/>
              <a:gd name="connsiteY401" fmla="*/ 490521 h 544117"/>
              <a:gd name="connsiteX402" fmla="*/ 3339854 w 5760415"/>
              <a:gd name="connsiteY402" fmla="*/ 484405 h 544117"/>
              <a:gd name="connsiteX403" fmla="*/ 3358204 w 5760415"/>
              <a:gd name="connsiteY403" fmla="*/ 463141 h 544117"/>
              <a:gd name="connsiteX404" fmla="*/ 3363156 w 5760415"/>
              <a:gd name="connsiteY404" fmla="*/ 414206 h 544117"/>
              <a:gd name="connsiteX405" fmla="*/ 3366069 w 5760415"/>
              <a:gd name="connsiteY405" fmla="*/ 146808 h 544117"/>
              <a:gd name="connsiteX406" fmla="*/ 3242565 w 5760415"/>
              <a:gd name="connsiteY406" fmla="*/ 146808 h 544117"/>
              <a:gd name="connsiteX407" fmla="*/ 3187804 w 5760415"/>
              <a:gd name="connsiteY407" fmla="*/ 254582 h 544117"/>
              <a:gd name="connsiteX408" fmla="*/ 3151683 w 5760415"/>
              <a:gd name="connsiteY408" fmla="*/ 237688 h 544117"/>
              <a:gd name="connsiteX409" fmla="*/ 3207319 w 5760415"/>
              <a:gd name="connsiteY409" fmla="*/ 133991 h 544117"/>
              <a:gd name="connsiteX410" fmla="*/ 3239069 w 5760415"/>
              <a:gd name="connsiteY410" fmla="*/ 15148 h 544117"/>
              <a:gd name="connsiteX411" fmla="*/ 930359 w 5760415"/>
              <a:gd name="connsiteY411" fmla="*/ 13983 h 544117"/>
              <a:gd name="connsiteX412" fmla="*/ 978711 w 5760415"/>
              <a:gd name="connsiteY412" fmla="*/ 23886 h 544117"/>
              <a:gd name="connsiteX413" fmla="*/ 986285 w 5760415"/>
              <a:gd name="connsiteY413" fmla="*/ 30586 h 544117"/>
              <a:gd name="connsiteX414" fmla="*/ 979002 w 5760415"/>
              <a:gd name="connsiteY414" fmla="*/ 41655 h 544117"/>
              <a:gd name="connsiteX415" fmla="*/ 966186 w 5760415"/>
              <a:gd name="connsiteY415" fmla="*/ 57092 h 544117"/>
              <a:gd name="connsiteX416" fmla="*/ 944340 w 5760415"/>
              <a:gd name="connsiteY416" fmla="*/ 135156 h 544117"/>
              <a:gd name="connsiteX417" fmla="*/ 1043378 w 5760415"/>
              <a:gd name="connsiteY417" fmla="*/ 135156 h 544117"/>
              <a:gd name="connsiteX418" fmla="*/ 1115033 w 5760415"/>
              <a:gd name="connsiteY418" fmla="*/ 130496 h 544117"/>
              <a:gd name="connsiteX419" fmla="*/ 1115033 w 5760415"/>
              <a:gd name="connsiteY419" fmla="*/ 168946 h 544117"/>
              <a:gd name="connsiteX420" fmla="*/ 1063766 w 5760415"/>
              <a:gd name="connsiteY420" fmla="*/ 165449 h 544117"/>
              <a:gd name="connsiteX421" fmla="*/ 1010170 w 5760415"/>
              <a:gd name="connsiteY421" fmla="*/ 407797 h 544117"/>
              <a:gd name="connsiteX422" fmla="*/ 1122605 w 5760415"/>
              <a:gd name="connsiteY422" fmla="*/ 495765 h 544117"/>
              <a:gd name="connsiteX423" fmla="*/ 1094643 w 5760415"/>
              <a:gd name="connsiteY423" fmla="*/ 531883 h 544117"/>
              <a:gd name="connsiteX424" fmla="*/ 992111 w 5760415"/>
              <a:gd name="connsiteY424" fmla="*/ 434013 h 544117"/>
              <a:gd name="connsiteX425" fmla="*/ 855791 w 5760415"/>
              <a:gd name="connsiteY425" fmla="*/ 544117 h 544117"/>
              <a:gd name="connsiteX426" fmla="*/ 823167 w 5760415"/>
              <a:gd name="connsiteY426" fmla="*/ 511495 h 544117"/>
              <a:gd name="connsiteX427" fmla="*/ 904725 w 5760415"/>
              <a:gd name="connsiteY427" fmla="*/ 471297 h 544117"/>
              <a:gd name="connsiteX428" fmla="*/ 972304 w 5760415"/>
              <a:gd name="connsiteY428" fmla="*/ 408379 h 544117"/>
              <a:gd name="connsiteX429" fmla="*/ 913465 w 5760415"/>
              <a:gd name="connsiteY429" fmla="*/ 258660 h 544117"/>
              <a:gd name="connsiteX430" fmla="*/ 946087 w 5760415"/>
              <a:gd name="connsiteY430" fmla="*/ 249922 h 544117"/>
              <a:gd name="connsiteX431" fmla="*/ 991529 w 5760415"/>
              <a:gd name="connsiteY431" fmla="*/ 376921 h 544117"/>
              <a:gd name="connsiteX432" fmla="*/ 1030562 w 5760415"/>
              <a:gd name="connsiteY432" fmla="*/ 164868 h 544117"/>
              <a:gd name="connsiteX433" fmla="*/ 935602 w 5760415"/>
              <a:gd name="connsiteY433" fmla="*/ 164868 h 544117"/>
              <a:gd name="connsiteX434" fmla="*/ 884919 w 5760415"/>
              <a:gd name="connsiteY434" fmla="*/ 281963 h 544117"/>
              <a:gd name="connsiteX435" fmla="*/ 868609 w 5760415"/>
              <a:gd name="connsiteY435" fmla="*/ 273807 h 544117"/>
              <a:gd name="connsiteX436" fmla="*/ 851129 w 5760415"/>
              <a:gd name="connsiteY436" fmla="*/ 265651 h 544117"/>
              <a:gd name="connsiteX437" fmla="*/ 904144 w 5760415"/>
              <a:gd name="connsiteY437" fmla="*/ 157584 h 544117"/>
              <a:gd name="connsiteX438" fmla="*/ 930359 w 5760415"/>
              <a:gd name="connsiteY438" fmla="*/ 13983 h 544117"/>
              <a:gd name="connsiteX439" fmla="*/ 1324757 w 5760415"/>
              <a:gd name="connsiteY439" fmla="*/ 12818 h 544117"/>
              <a:gd name="connsiteX440" fmla="*/ 1366119 w 5760415"/>
              <a:gd name="connsiteY440" fmla="*/ 16312 h 544117"/>
              <a:gd name="connsiteX441" fmla="*/ 1373691 w 5760415"/>
              <a:gd name="connsiteY441" fmla="*/ 19517 h 544117"/>
              <a:gd name="connsiteX442" fmla="*/ 1367284 w 5760415"/>
              <a:gd name="connsiteY442" fmla="*/ 26217 h 544117"/>
              <a:gd name="connsiteX443" fmla="*/ 1360875 w 5760415"/>
              <a:gd name="connsiteY443" fmla="*/ 40198 h 544117"/>
              <a:gd name="connsiteX444" fmla="*/ 1360875 w 5760415"/>
              <a:gd name="connsiteY444" fmla="*/ 71073 h 544117"/>
              <a:gd name="connsiteX445" fmla="*/ 1459911 w 5760415"/>
              <a:gd name="connsiteY445" fmla="*/ 66995 h 544117"/>
              <a:gd name="connsiteX446" fmla="*/ 1459911 w 5760415"/>
              <a:gd name="connsiteY446" fmla="*/ 101367 h 544117"/>
              <a:gd name="connsiteX447" fmla="*/ 1360875 w 5760415"/>
              <a:gd name="connsiteY447" fmla="*/ 97289 h 544117"/>
              <a:gd name="connsiteX448" fmla="*/ 1360875 w 5760415"/>
              <a:gd name="connsiteY448" fmla="*/ 146225 h 544117"/>
              <a:gd name="connsiteX449" fmla="*/ 1496031 w 5760415"/>
              <a:gd name="connsiteY449" fmla="*/ 146225 h 544117"/>
              <a:gd name="connsiteX450" fmla="*/ 1490204 w 5760415"/>
              <a:gd name="connsiteY450" fmla="*/ 13400 h 544117"/>
              <a:gd name="connsiteX451" fmla="*/ 1519916 w 5760415"/>
              <a:gd name="connsiteY451" fmla="*/ 19225 h 544117"/>
              <a:gd name="connsiteX452" fmla="*/ 1535646 w 5760415"/>
              <a:gd name="connsiteY452" fmla="*/ 16896 h 544117"/>
              <a:gd name="connsiteX453" fmla="*/ 1542637 w 5760415"/>
              <a:gd name="connsiteY453" fmla="*/ 22721 h 544117"/>
              <a:gd name="connsiteX454" fmla="*/ 1535646 w 5760415"/>
              <a:gd name="connsiteY454" fmla="*/ 34080 h 544117"/>
              <a:gd name="connsiteX455" fmla="*/ 1528655 w 5760415"/>
              <a:gd name="connsiteY455" fmla="*/ 74861 h 544117"/>
              <a:gd name="connsiteX456" fmla="*/ 1529819 w 5760415"/>
              <a:gd name="connsiteY456" fmla="*/ 146225 h 544117"/>
              <a:gd name="connsiteX457" fmla="*/ 1684200 w 5760415"/>
              <a:gd name="connsiteY457" fmla="*/ 140981 h 544117"/>
              <a:gd name="connsiteX458" fmla="*/ 1684200 w 5760415"/>
              <a:gd name="connsiteY458" fmla="*/ 177683 h 544117"/>
              <a:gd name="connsiteX459" fmla="*/ 1530984 w 5760415"/>
              <a:gd name="connsiteY459" fmla="*/ 172440 h 544117"/>
              <a:gd name="connsiteX460" fmla="*/ 1557200 w 5760415"/>
              <a:gd name="connsiteY460" fmla="*/ 354783 h 544117"/>
              <a:gd name="connsiteX461" fmla="*/ 1610214 w 5760415"/>
              <a:gd name="connsiteY461" fmla="*/ 198655 h 544117"/>
              <a:gd name="connsiteX462" fmla="*/ 1650994 w 5760415"/>
              <a:gd name="connsiteY462" fmla="*/ 215551 h 544117"/>
              <a:gd name="connsiteX463" fmla="*/ 1657401 w 5760415"/>
              <a:gd name="connsiteY463" fmla="*/ 221376 h 544117"/>
              <a:gd name="connsiteX464" fmla="*/ 1648954 w 5760415"/>
              <a:gd name="connsiteY464" fmla="*/ 229823 h 544117"/>
              <a:gd name="connsiteX465" fmla="*/ 1629729 w 5760415"/>
              <a:gd name="connsiteY465" fmla="*/ 265360 h 544117"/>
              <a:gd name="connsiteX466" fmla="*/ 1602058 w 5760415"/>
              <a:gd name="connsiteY466" fmla="*/ 335268 h 544117"/>
              <a:gd name="connsiteX467" fmla="*/ 1572346 w 5760415"/>
              <a:gd name="connsiteY467" fmla="*/ 394981 h 544117"/>
              <a:gd name="connsiteX468" fmla="*/ 1645750 w 5760415"/>
              <a:gd name="connsiteY468" fmla="*/ 495765 h 544117"/>
              <a:gd name="connsiteX469" fmla="*/ 1663810 w 5760415"/>
              <a:gd name="connsiteY469" fmla="*/ 444499 h 544117"/>
              <a:gd name="connsiteX470" fmla="*/ 1706339 w 5760415"/>
              <a:gd name="connsiteY470" fmla="*/ 468384 h 544117"/>
              <a:gd name="connsiteX471" fmla="*/ 1681289 w 5760415"/>
              <a:gd name="connsiteY471" fmla="*/ 523729 h 544117"/>
              <a:gd name="connsiteX472" fmla="*/ 1651867 w 5760415"/>
              <a:gd name="connsiteY472" fmla="*/ 541788 h 544117"/>
              <a:gd name="connsiteX473" fmla="*/ 1607592 w 5760415"/>
              <a:gd name="connsiteY473" fmla="*/ 514698 h 544117"/>
              <a:gd name="connsiteX474" fmla="*/ 1550211 w 5760415"/>
              <a:gd name="connsiteY474" fmla="*/ 427022 h 544117"/>
              <a:gd name="connsiteX475" fmla="*/ 1452920 w 5760415"/>
              <a:gd name="connsiteY475" fmla="*/ 533049 h 544117"/>
              <a:gd name="connsiteX476" fmla="*/ 1412724 w 5760415"/>
              <a:gd name="connsiteY476" fmla="*/ 505086 h 544117"/>
              <a:gd name="connsiteX477" fmla="*/ 1534481 w 5760415"/>
              <a:gd name="connsiteY477" fmla="*/ 390320 h 544117"/>
              <a:gd name="connsiteX478" fmla="*/ 1497778 w 5760415"/>
              <a:gd name="connsiteY478" fmla="*/ 172440 h 544117"/>
              <a:gd name="connsiteX479" fmla="*/ 1339903 w 5760415"/>
              <a:gd name="connsiteY479" fmla="*/ 172440 h 544117"/>
              <a:gd name="connsiteX480" fmla="*/ 1169794 w 5760415"/>
              <a:gd name="connsiteY480" fmla="*/ 177683 h 544117"/>
              <a:gd name="connsiteX481" fmla="*/ 1169794 w 5760415"/>
              <a:gd name="connsiteY481" fmla="*/ 140981 h 544117"/>
              <a:gd name="connsiteX482" fmla="*/ 1327086 w 5760415"/>
              <a:gd name="connsiteY482" fmla="*/ 146225 h 544117"/>
              <a:gd name="connsiteX483" fmla="*/ 1327086 w 5760415"/>
              <a:gd name="connsiteY483" fmla="*/ 97289 h 544117"/>
              <a:gd name="connsiteX484" fmla="*/ 1208243 w 5760415"/>
              <a:gd name="connsiteY484" fmla="*/ 101367 h 544117"/>
              <a:gd name="connsiteX485" fmla="*/ 1208243 w 5760415"/>
              <a:gd name="connsiteY485" fmla="*/ 66995 h 544117"/>
              <a:gd name="connsiteX486" fmla="*/ 1327086 w 5760415"/>
              <a:gd name="connsiteY486" fmla="*/ 71073 h 544117"/>
              <a:gd name="connsiteX487" fmla="*/ 1324757 w 5760415"/>
              <a:gd name="connsiteY487" fmla="*/ 12818 h 544117"/>
              <a:gd name="connsiteX488" fmla="*/ 720635 w 5760415"/>
              <a:gd name="connsiteY488" fmla="*/ 12818 h 544117"/>
              <a:gd name="connsiteX489" fmla="*/ 758210 w 5760415"/>
              <a:gd name="connsiteY489" fmla="*/ 15148 h 544117"/>
              <a:gd name="connsiteX490" fmla="*/ 772484 w 5760415"/>
              <a:gd name="connsiteY490" fmla="*/ 19225 h 544117"/>
              <a:gd name="connsiteX491" fmla="*/ 767822 w 5760415"/>
              <a:gd name="connsiteY491" fmla="*/ 25052 h 544117"/>
              <a:gd name="connsiteX492" fmla="*/ 759666 w 5760415"/>
              <a:gd name="connsiteY492" fmla="*/ 46024 h 544117"/>
              <a:gd name="connsiteX493" fmla="*/ 759666 w 5760415"/>
              <a:gd name="connsiteY493" fmla="*/ 135738 h 544117"/>
              <a:gd name="connsiteX494" fmla="*/ 885501 w 5760415"/>
              <a:gd name="connsiteY494" fmla="*/ 131660 h 544117"/>
              <a:gd name="connsiteX495" fmla="*/ 885501 w 5760415"/>
              <a:gd name="connsiteY495" fmla="*/ 166033 h 544117"/>
              <a:gd name="connsiteX496" fmla="*/ 759666 w 5760415"/>
              <a:gd name="connsiteY496" fmla="*/ 161955 h 544117"/>
              <a:gd name="connsiteX497" fmla="*/ 851713 w 5760415"/>
              <a:gd name="connsiteY497" fmla="*/ 242348 h 544117"/>
              <a:gd name="connsiteX498" fmla="*/ 826080 w 5760415"/>
              <a:gd name="connsiteY498" fmla="*/ 269147 h 544117"/>
              <a:gd name="connsiteX499" fmla="*/ 759666 w 5760415"/>
              <a:gd name="connsiteY499" fmla="*/ 193414 h 544117"/>
              <a:gd name="connsiteX500" fmla="*/ 763744 w 5760415"/>
              <a:gd name="connsiteY500" fmla="*/ 271478 h 544117"/>
              <a:gd name="connsiteX501" fmla="*/ 722384 w 5760415"/>
              <a:gd name="connsiteY501" fmla="*/ 271478 h 544117"/>
              <a:gd name="connsiteX502" fmla="*/ 726460 w 5760415"/>
              <a:gd name="connsiteY502" fmla="*/ 170111 h 544117"/>
              <a:gd name="connsiteX503" fmla="*/ 616356 w 5760415"/>
              <a:gd name="connsiteY503" fmla="*/ 301187 h 544117"/>
              <a:gd name="connsiteX504" fmla="*/ 590140 w 5760415"/>
              <a:gd name="connsiteY504" fmla="*/ 277885 h 544117"/>
              <a:gd name="connsiteX505" fmla="*/ 699663 w 5760415"/>
              <a:gd name="connsiteY505" fmla="*/ 161955 h 544117"/>
              <a:gd name="connsiteX506" fmla="*/ 601209 w 5760415"/>
              <a:gd name="connsiteY506" fmla="*/ 166033 h 544117"/>
              <a:gd name="connsiteX507" fmla="*/ 601209 w 5760415"/>
              <a:gd name="connsiteY507" fmla="*/ 131660 h 544117"/>
              <a:gd name="connsiteX508" fmla="*/ 726460 w 5760415"/>
              <a:gd name="connsiteY508" fmla="*/ 135738 h 544117"/>
              <a:gd name="connsiteX509" fmla="*/ 726460 w 5760415"/>
              <a:gd name="connsiteY509" fmla="*/ 73404 h 544117"/>
              <a:gd name="connsiteX510" fmla="*/ 720635 w 5760415"/>
              <a:gd name="connsiteY510" fmla="*/ 12818 h 544117"/>
              <a:gd name="connsiteX511" fmla="*/ 3027598 w 5760415"/>
              <a:gd name="connsiteY511" fmla="*/ 10487 h 544117"/>
              <a:gd name="connsiteX512" fmla="*/ 3073619 w 5760415"/>
              <a:gd name="connsiteY512" fmla="*/ 22721 h 544117"/>
              <a:gd name="connsiteX513" fmla="*/ 3080028 w 5760415"/>
              <a:gd name="connsiteY513" fmla="*/ 27673 h 544117"/>
              <a:gd name="connsiteX514" fmla="*/ 3075368 w 5760415"/>
              <a:gd name="connsiteY514" fmla="*/ 36120 h 544117"/>
              <a:gd name="connsiteX515" fmla="*/ 3038084 w 5760415"/>
              <a:gd name="connsiteY515" fmla="*/ 124669 h 544117"/>
              <a:gd name="connsiteX516" fmla="*/ 3145858 w 5760415"/>
              <a:gd name="connsiteY516" fmla="*/ 120010 h 544117"/>
              <a:gd name="connsiteX517" fmla="*/ 3141780 w 5760415"/>
              <a:gd name="connsiteY517" fmla="*/ 173024 h 544117"/>
              <a:gd name="connsiteX518" fmla="*/ 3141780 w 5760415"/>
              <a:gd name="connsiteY518" fmla="*/ 451490 h 544117"/>
              <a:gd name="connsiteX519" fmla="*/ 3145858 w 5760415"/>
              <a:gd name="connsiteY519" fmla="*/ 536545 h 544117"/>
              <a:gd name="connsiteX520" fmla="*/ 3106244 w 5760415"/>
              <a:gd name="connsiteY520" fmla="*/ 536545 h 544117"/>
              <a:gd name="connsiteX521" fmla="*/ 3106244 w 5760415"/>
              <a:gd name="connsiteY521" fmla="*/ 482949 h 544117"/>
              <a:gd name="connsiteX522" fmla="*/ 2982740 w 5760415"/>
              <a:gd name="connsiteY522" fmla="*/ 482949 h 544117"/>
              <a:gd name="connsiteX523" fmla="*/ 2982740 w 5760415"/>
              <a:gd name="connsiteY523" fmla="*/ 541205 h 544117"/>
              <a:gd name="connsiteX524" fmla="*/ 2941961 w 5760415"/>
              <a:gd name="connsiteY524" fmla="*/ 541205 h 544117"/>
              <a:gd name="connsiteX525" fmla="*/ 2946621 w 5760415"/>
              <a:gd name="connsiteY525" fmla="*/ 456150 h 544117"/>
              <a:gd name="connsiteX526" fmla="*/ 2946621 w 5760415"/>
              <a:gd name="connsiteY526" fmla="*/ 173024 h 544117"/>
              <a:gd name="connsiteX527" fmla="*/ 2942543 w 5760415"/>
              <a:gd name="connsiteY527" fmla="*/ 120010 h 544117"/>
              <a:gd name="connsiteX528" fmla="*/ 3005460 w 5760415"/>
              <a:gd name="connsiteY528" fmla="*/ 124669 h 544117"/>
              <a:gd name="connsiteX529" fmla="*/ 3027598 w 5760415"/>
              <a:gd name="connsiteY529" fmla="*/ 10487 h 544117"/>
              <a:gd name="connsiteX530" fmla="*/ 245261 w 5760415"/>
              <a:gd name="connsiteY530" fmla="*/ 6992 h 544117"/>
              <a:gd name="connsiteX531" fmla="*/ 277885 w 5760415"/>
              <a:gd name="connsiteY531" fmla="*/ 12234 h 544117"/>
              <a:gd name="connsiteX532" fmla="*/ 290700 w 5760415"/>
              <a:gd name="connsiteY532" fmla="*/ 11652 h 544117"/>
              <a:gd name="connsiteX533" fmla="*/ 296527 w 5760415"/>
              <a:gd name="connsiteY533" fmla="*/ 14565 h 544117"/>
              <a:gd name="connsiteX534" fmla="*/ 291575 w 5760415"/>
              <a:gd name="connsiteY534" fmla="*/ 22721 h 544117"/>
              <a:gd name="connsiteX535" fmla="*/ 286624 w 5760415"/>
              <a:gd name="connsiteY535" fmla="*/ 42527 h 544117"/>
              <a:gd name="connsiteX536" fmla="*/ 286624 w 5760415"/>
              <a:gd name="connsiteY536" fmla="*/ 293031 h 544117"/>
              <a:gd name="connsiteX537" fmla="*/ 290700 w 5760415"/>
              <a:gd name="connsiteY537" fmla="*/ 356532 h 544117"/>
              <a:gd name="connsiteX538" fmla="*/ 244679 w 5760415"/>
              <a:gd name="connsiteY538" fmla="*/ 356532 h 544117"/>
              <a:gd name="connsiteX539" fmla="*/ 248757 w 5760415"/>
              <a:gd name="connsiteY539" fmla="*/ 293615 h 544117"/>
              <a:gd name="connsiteX540" fmla="*/ 248757 w 5760415"/>
              <a:gd name="connsiteY540" fmla="*/ 62336 h 544117"/>
              <a:gd name="connsiteX541" fmla="*/ 245261 w 5760415"/>
              <a:gd name="connsiteY541" fmla="*/ 6992 h 544117"/>
              <a:gd name="connsiteX542" fmla="*/ 5509912 w 5760415"/>
              <a:gd name="connsiteY542" fmla="*/ 5244 h 544117"/>
              <a:gd name="connsiteX543" fmla="*/ 5561762 w 5760415"/>
              <a:gd name="connsiteY543" fmla="*/ 86804 h 544117"/>
              <a:gd name="connsiteX544" fmla="*/ 5756338 w 5760415"/>
              <a:gd name="connsiteY544" fmla="*/ 82726 h 544117"/>
              <a:gd name="connsiteX545" fmla="*/ 5756338 w 5760415"/>
              <a:gd name="connsiteY545" fmla="*/ 121175 h 544117"/>
              <a:gd name="connsiteX546" fmla="*/ 5604287 w 5760415"/>
              <a:gd name="connsiteY546" fmla="*/ 117679 h 544117"/>
              <a:gd name="connsiteX547" fmla="*/ 5349124 w 5760415"/>
              <a:gd name="connsiteY547" fmla="*/ 117679 h 544117"/>
              <a:gd name="connsiteX548" fmla="*/ 5353202 w 5760415"/>
              <a:gd name="connsiteY548" fmla="*/ 256913 h 544117"/>
              <a:gd name="connsiteX549" fmla="*/ 5338054 w 5760415"/>
              <a:gd name="connsiteY549" fmla="*/ 419157 h 544117"/>
              <a:gd name="connsiteX550" fmla="*/ 5285624 w 5760415"/>
              <a:gd name="connsiteY550" fmla="*/ 533049 h 544117"/>
              <a:gd name="connsiteX551" fmla="*/ 5246010 w 5760415"/>
              <a:gd name="connsiteY551" fmla="*/ 511495 h 544117"/>
              <a:gd name="connsiteX552" fmla="*/ 5302809 w 5760415"/>
              <a:gd name="connsiteY552" fmla="*/ 411875 h 544117"/>
              <a:gd name="connsiteX553" fmla="*/ 5319414 w 5760415"/>
              <a:gd name="connsiteY553" fmla="*/ 267400 h 544117"/>
              <a:gd name="connsiteX554" fmla="*/ 5311258 w 5760415"/>
              <a:gd name="connsiteY554" fmla="*/ 82726 h 544117"/>
              <a:gd name="connsiteX555" fmla="*/ 5522146 w 5760415"/>
              <a:gd name="connsiteY555" fmla="*/ 86804 h 544117"/>
              <a:gd name="connsiteX556" fmla="*/ 5479036 w 5760415"/>
              <a:gd name="connsiteY556" fmla="*/ 25634 h 544117"/>
              <a:gd name="connsiteX557" fmla="*/ 5005992 w 5760415"/>
              <a:gd name="connsiteY557" fmla="*/ 2914 h 544117"/>
              <a:gd name="connsiteX558" fmla="*/ 5048520 w 5760415"/>
              <a:gd name="connsiteY558" fmla="*/ 16312 h 544117"/>
              <a:gd name="connsiteX559" fmla="*/ 5055510 w 5760415"/>
              <a:gd name="connsiteY559" fmla="*/ 20390 h 544117"/>
              <a:gd name="connsiteX560" fmla="*/ 5051141 w 5760415"/>
              <a:gd name="connsiteY560" fmla="*/ 27381 h 544117"/>
              <a:gd name="connsiteX561" fmla="*/ 5040072 w 5760415"/>
              <a:gd name="connsiteY561" fmla="*/ 50102 h 544117"/>
              <a:gd name="connsiteX562" fmla="*/ 5015314 w 5760415"/>
              <a:gd name="connsiteY562" fmla="*/ 128166 h 544117"/>
              <a:gd name="connsiteX563" fmla="*/ 5110854 w 5760415"/>
              <a:gd name="connsiteY563" fmla="*/ 128166 h 544117"/>
              <a:gd name="connsiteX564" fmla="*/ 5194162 w 5760415"/>
              <a:gd name="connsiteY564" fmla="*/ 124088 h 544117"/>
              <a:gd name="connsiteX565" fmla="*/ 5194162 w 5760415"/>
              <a:gd name="connsiteY565" fmla="*/ 161955 h 544117"/>
              <a:gd name="connsiteX566" fmla="*/ 5140565 w 5760415"/>
              <a:gd name="connsiteY566" fmla="*/ 157877 h 544117"/>
              <a:gd name="connsiteX567" fmla="*/ 5077066 w 5760415"/>
              <a:gd name="connsiteY567" fmla="*/ 388573 h 544117"/>
              <a:gd name="connsiteX568" fmla="*/ 5203482 w 5760415"/>
              <a:gd name="connsiteY568" fmla="*/ 493434 h 544117"/>
              <a:gd name="connsiteX569" fmla="*/ 5172607 w 5760415"/>
              <a:gd name="connsiteY569" fmla="*/ 527223 h 544117"/>
              <a:gd name="connsiteX570" fmla="*/ 5057841 w 5760415"/>
              <a:gd name="connsiteY570" fmla="*/ 418284 h 544117"/>
              <a:gd name="connsiteX571" fmla="*/ 4911034 w 5760415"/>
              <a:gd name="connsiteY571" fmla="*/ 538875 h 544117"/>
              <a:gd name="connsiteX572" fmla="*/ 4878994 w 5760415"/>
              <a:gd name="connsiteY572" fmla="*/ 508582 h 544117"/>
              <a:gd name="connsiteX573" fmla="*/ 5038034 w 5760415"/>
              <a:gd name="connsiteY573" fmla="*/ 389155 h 544117"/>
              <a:gd name="connsiteX574" fmla="*/ 4973368 w 5760415"/>
              <a:gd name="connsiteY574" fmla="*/ 247010 h 544117"/>
              <a:gd name="connsiteX575" fmla="*/ 5002498 w 5760415"/>
              <a:gd name="connsiteY575" fmla="*/ 236523 h 544117"/>
              <a:gd name="connsiteX576" fmla="*/ 5056676 w 5760415"/>
              <a:gd name="connsiteY576" fmla="*/ 357696 h 544117"/>
              <a:gd name="connsiteX577" fmla="*/ 5105610 w 5760415"/>
              <a:gd name="connsiteY577" fmla="*/ 157877 h 544117"/>
              <a:gd name="connsiteX578" fmla="*/ 5005992 w 5760415"/>
              <a:gd name="connsiteY578" fmla="*/ 157877 h 544117"/>
              <a:gd name="connsiteX579" fmla="*/ 4949484 w 5760415"/>
              <a:gd name="connsiteY579" fmla="*/ 284293 h 544117"/>
              <a:gd name="connsiteX580" fmla="*/ 4912200 w 5760415"/>
              <a:gd name="connsiteY580" fmla="*/ 267400 h 544117"/>
              <a:gd name="connsiteX581" fmla="*/ 4973659 w 5760415"/>
              <a:gd name="connsiteY581" fmla="*/ 149428 h 544117"/>
              <a:gd name="connsiteX582" fmla="*/ 5005992 w 5760415"/>
              <a:gd name="connsiteY582" fmla="*/ 2914 h 544117"/>
              <a:gd name="connsiteX583" fmla="*/ 4777044 w 5760415"/>
              <a:gd name="connsiteY583" fmla="*/ 1166 h 544117"/>
              <a:gd name="connsiteX584" fmla="*/ 4838214 w 5760415"/>
              <a:gd name="connsiteY584" fmla="*/ 80395 h 544117"/>
              <a:gd name="connsiteX585" fmla="*/ 4808502 w 5760415"/>
              <a:gd name="connsiteY585" fmla="*/ 97289 h 544117"/>
              <a:gd name="connsiteX586" fmla="*/ 4751410 w 5760415"/>
              <a:gd name="connsiteY586" fmla="*/ 20390 h 544117"/>
              <a:gd name="connsiteX587" fmla="*/ 2048886 w 5760415"/>
              <a:gd name="connsiteY587" fmla="*/ 0 h 544117"/>
              <a:gd name="connsiteX588" fmla="*/ 2101317 w 5760415"/>
              <a:gd name="connsiteY588" fmla="*/ 80978 h 544117"/>
              <a:gd name="connsiteX589" fmla="*/ 2265601 w 5760415"/>
              <a:gd name="connsiteY589" fmla="*/ 76317 h 544117"/>
              <a:gd name="connsiteX590" fmla="*/ 2265601 w 5760415"/>
              <a:gd name="connsiteY590" fmla="*/ 112435 h 544117"/>
              <a:gd name="connsiteX591" fmla="*/ 2058789 w 5760415"/>
              <a:gd name="connsiteY591" fmla="*/ 107776 h 544117"/>
              <a:gd name="connsiteX592" fmla="*/ 1974900 w 5760415"/>
              <a:gd name="connsiteY592" fmla="*/ 229532 h 544117"/>
              <a:gd name="connsiteX593" fmla="*/ 2170059 w 5760415"/>
              <a:gd name="connsiteY593" fmla="*/ 221958 h 544117"/>
              <a:gd name="connsiteX594" fmla="*/ 2118211 w 5760415"/>
              <a:gd name="connsiteY594" fmla="*/ 168362 h 544117"/>
              <a:gd name="connsiteX595" fmla="*/ 2143844 w 5760415"/>
              <a:gd name="connsiteY595" fmla="*/ 147972 h 544117"/>
              <a:gd name="connsiteX596" fmla="*/ 2249870 w 5760415"/>
              <a:gd name="connsiteY596" fmla="*/ 269729 h 544117"/>
              <a:gd name="connsiteX597" fmla="*/ 2219577 w 5760415"/>
              <a:gd name="connsiteY597" fmla="*/ 291284 h 544117"/>
              <a:gd name="connsiteX598" fmla="*/ 2190449 w 5760415"/>
              <a:gd name="connsiteY598" fmla="*/ 247591 h 544117"/>
              <a:gd name="connsiteX599" fmla="*/ 1929460 w 5760415"/>
              <a:gd name="connsiteY599" fmla="*/ 270312 h 544117"/>
              <a:gd name="connsiteX600" fmla="*/ 1916644 w 5760415"/>
              <a:gd name="connsiteY600" fmla="*/ 235357 h 544117"/>
              <a:gd name="connsiteX601" fmla="*/ 1943732 w 5760415"/>
              <a:gd name="connsiteY601" fmla="*/ 217298 h 544117"/>
              <a:gd name="connsiteX602" fmla="*/ 1982182 w 5760415"/>
              <a:gd name="connsiteY602" fmla="*/ 168946 h 544117"/>
              <a:gd name="connsiteX603" fmla="*/ 2019175 w 5760415"/>
              <a:gd name="connsiteY603" fmla="*/ 108357 h 544117"/>
              <a:gd name="connsiteX604" fmla="*/ 1914314 w 5760415"/>
              <a:gd name="connsiteY604" fmla="*/ 112435 h 544117"/>
              <a:gd name="connsiteX605" fmla="*/ 1914314 w 5760415"/>
              <a:gd name="connsiteY605" fmla="*/ 76317 h 544117"/>
              <a:gd name="connsiteX606" fmla="*/ 2064034 w 5760415"/>
              <a:gd name="connsiteY606" fmla="*/ 80978 h 544117"/>
              <a:gd name="connsiteX607" fmla="*/ 2019175 w 5760415"/>
              <a:gd name="connsiteY607" fmla="*/ 20390 h 54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</a:cxnLst>
            <a:rect l="l" t="t" r="r" b="b"/>
            <a:pathLst>
              <a:path w="5760415" h="544117">
                <a:moveTo>
                  <a:pt x="4230014" y="408379"/>
                </a:moveTo>
                <a:cubicBezTo>
                  <a:pt x="4239336" y="420420"/>
                  <a:pt x="4247685" y="428187"/>
                  <a:pt x="4255064" y="431682"/>
                </a:cubicBezTo>
                <a:cubicBezTo>
                  <a:pt x="4260114" y="434013"/>
                  <a:pt x="4262638" y="436634"/>
                  <a:pt x="4262638" y="439547"/>
                </a:cubicBezTo>
                <a:cubicBezTo>
                  <a:pt x="4262638" y="442460"/>
                  <a:pt x="4258560" y="444304"/>
                  <a:pt x="4250404" y="445081"/>
                </a:cubicBezTo>
                <a:cubicBezTo>
                  <a:pt x="4245354" y="445470"/>
                  <a:pt x="4229237" y="454889"/>
                  <a:pt x="4202052" y="473336"/>
                </a:cubicBezTo>
                <a:cubicBezTo>
                  <a:pt x="4174865" y="491784"/>
                  <a:pt x="4145155" y="509941"/>
                  <a:pt x="4112919" y="527805"/>
                </a:cubicBezTo>
                <a:cubicBezTo>
                  <a:pt x="4109811" y="513435"/>
                  <a:pt x="4100490" y="502755"/>
                  <a:pt x="4084955" y="495765"/>
                </a:cubicBezTo>
                <a:cubicBezTo>
                  <a:pt x="4141270" y="476347"/>
                  <a:pt x="4189623" y="447217"/>
                  <a:pt x="4230014" y="408379"/>
                </a:cubicBezTo>
                <a:close/>
                <a:moveTo>
                  <a:pt x="4448476" y="407797"/>
                </a:moveTo>
                <a:cubicBezTo>
                  <a:pt x="4497024" y="429935"/>
                  <a:pt x="4546542" y="455373"/>
                  <a:pt x="4597031" y="484114"/>
                </a:cubicBezTo>
                <a:lnTo>
                  <a:pt x="4574894" y="514407"/>
                </a:lnTo>
                <a:cubicBezTo>
                  <a:pt x="4528289" y="482560"/>
                  <a:pt x="4480518" y="456733"/>
                  <a:pt x="4431582" y="436925"/>
                </a:cubicBezTo>
                <a:close/>
                <a:moveTo>
                  <a:pt x="720053" y="357696"/>
                </a:moveTo>
                <a:lnTo>
                  <a:pt x="694420" y="405467"/>
                </a:lnTo>
                <a:cubicBezTo>
                  <a:pt x="719665" y="412069"/>
                  <a:pt x="744519" y="420031"/>
                  <a:pt x="768988" y="429353"/>
                </a:cubicBezTo>
                <a:cubicBezTo>
                  <a:pt x="787630" y="410710"/>
                  <a:pt x="802193" y="386825"/>
                  <a:pt x="812680" y="357696"/>
                </a:cubicBezTo>
                <a:close/>
                <a:moveTo>
                  <a:pt x="3918924" y="357114"/>
                </a:moveTo>
                <a:cubicBezTo>
                  <a:pt x="3963587" y="404885"/>
                  <a:pt x="4003008" y="452072"/>
                  <a:pt x="4037186" y="498677"/>
                </a:cubicBezTo>
                <a:lnTo>
                  <a:pt x="4002813" y="521980"/>
                </a:lnTo>
                <a:cubicBezTo>
                  <a:pt x="3974462" y="471103"/>
                  <a:pt x="3937372" y="423332"/>
                  <a:pt x="3891543" y="378669"/>
                </a:cubicBezTo>
                <a:close/>
                <a:moveTo>
                  <a:pt x="3791924" y="352454"/>
                </a:moveTo>
                <a:cubicBezTo>
                  <a:pt x="3805128" y="362162"/>
                  <a:pt x="3815519" y="368280"/>
                  <a:pt x="3823091" y="370804"/>
                </a:cubicBezTo>
                <a:cubicBezTo>
                  <a:pt x="3830666" y="373329"/>
                  <a:pt x="3834453" y="376339"/>
                  <a:pt x="3834453" y="379835"/>
                </a:cubicBezTo>
                <a:cubicBezTo>
                  <a:pt x="3834453" y="383329"/>
                  <a:pt x="3831443" y="386437"/>
                  <a:pt x="3825422" y="389155"/>
                </a:cubicBezTo>
                <a:cubicBezTo>
                  <a:pt x="3819402" y="391874"/>
                  <a:pt x="3809985" y="401972"/>
                  <a:pt x="3797167" y="419448"/>
                </a:cubicBezTo>
                <a:cubicBezTo>
                  <a:pt x="3773088" y="453626"/>
                  <a:pt x="3741629" y="489551"/>
                  <a:pt x="3702791" y="527223"/>
                </a:cubicBezTo>
                <a:cubicBezTo>
                  <a:pt x="3693470" y="512077"/>
                  <a:pt x="3681431" y="502367"/>
                  <a:pt x="3666673" y="498095"/>
                </a:cubicBezTo>
                <a:cubicBezTo>
                  <a:pt x="3725707" y="459258"/>
                  <a:pt x="3767456" y="410710"/>
                  <a:pt x="3791924" y="352454"/>
                </a:cubicBezTo>
                <a:close/>
                <a:moveTo>
                  <a:pt x="2982740" y="319830"/>
                </a:moveTo>
                <a:lnTo>
                  <a:pt x="2982740" y="454985"/>
                </a:lnTo>
                <a:lnTo>
                  <a:pt x="3106244" y="454985"/>
                </a:lnTo>
                <a:lnTo>
                  <a:pt x="3106244" y="319830"/>
                </a:lnTo>
                <a:close/>
                <a:moveTo>
                  <a:pt x="1865959" y="303518"/>
                </a:moveTo>
                <a:cubicBezTo>
                  <a:pt x="1874506" y="314005"/>
                  <a:pt x="1885186" y="321384"/>
                  <a:pt x="1898002" y="325655"/>
                </a:cubicBezTo>
                <a:cubicBezTo>
                  <a:pt x="1868874" y="375368"/>
                  <a:pt x="1834696" y="443723"/>
                  <a:pt x="1795470" y="530719"/>
                </a:cubicBezTo>
                <a:cubicBezTo>
                  <a:pt x="1782654" y="518679"/>
                  <a:pt x="1769448" y="509941"/>
                  <a:pt x="1755857" y="504504"/>
                </a:cubicBezTo>
                <a:cubicBezTo>
                  <a:pt x="1803237" y="439644"/>
                  <a:pt x="1839939" y="372649"/>
                  <a:pt x="1865959" y="303518"/>
                </a:cubicBezTo>
                <a:close/>
                <a:moveTo>
                  <a:pt x="1962666" y="293031"/>
                </a:moveTo>
                <a:cubicBezTo>
                  <a:pt x="1969657" y="294585"/>
                  <a:pt x="1982861" y="295362"/>
                  <a:pt x="2002281" y="295362"/>
                </a:cubicBezTo>
                <a:cubicBezTo>
                  <a:pt x="2008106" y="295362"/>
                  <a:pt x="2011020" y="296818"/>
                  <a:pt x="2011020" y="299731"/>
                </a:cubicBezTo>
                <a:cubicBezTo>
                  <a:pt x="2011020" y="302644"/>
                  <a:pt x="2009271" y="305751"/>
                  <a:pt x="2005777" y="309052"/>
                </a:cubicBezTo>
                <a:cubicBezTo>
                  <a:pt x="2002281" y="312354"/>
                  <a:pt x="1999757" y="329831"/>
                  <a:pt x="1998203" y="361483"/>
                </a:cubicBezTo>
                <a:cubicBezTo>
                  <a:pt x="1996649" y="393137"/>
                  <a:pt x="1992959" y="418964"/>
                  <a:pt x="1987134" y="438965"/>
                </a:cubicBezTo>
                <a:cubicBezTo>
                  <a:pt x="1981309" y="458967"/>
                  <a:pt x="1971404" y="476831"/>
                  <a:pt x="1957423" y="492561"/>
                </a:cubicBezTo>
                <a:cubicBezTo>
                  <a:pt x="1943442" y="508290"/>
                  <a:pt x="1922470" y="525088"/>
                  <a:pt x="1894505" y="542953"/>
                </a:cubicBezTo>
                <a:cubicBezTo>
                  <a:pt x="1885574" y="530524"/>
                  <a:pt x="1872952" y="521591"/>
                  <a:pt x="1856640" y="516155"/>
                </a:cubicBezTo>
                <a:cubicBezTo>
                  <a:pt x="1893924" y="501396"/>
                  <a:pt x="1921304" y="482365"/>
                  <a:pt x="1938782" y="459063"/>
                </a:cubicBezTo>
                <a:cubicBezTo>
                  <a:pt x="1956257" y="435760"/>
                  <a:pt x="1964997" y="399059"/>
                  <a:pt x="1964997" y="348958"/>
                </a:cubicBezTo>
                <a:cubicBezTo>
                  <a:pt x="1964997" y="333034"/>
                  <a:pt x="1964220" y="314392"/>
                  <a:pt x="1962666" y="293031"/>
                </a:cubicBezTo>
                <a:close/>
                <a:moveTo>
                  <a:pt x="2050052" y="290119"/>
                </a:moveTo>
                <a:cubicBezTo>
                  <a:pt x="2060925" y="292449"/>
                  <a:pt x="2070053" y="293615"/>
                  <a:pt x="2077432" y="293615"/>
                </a:cubicBezTo>
                <a:lnTo>
                  <a:pt x="2087917" y="293031"/>
                </a:lnTo>
                <a:cubicBezTo>
                  <a:pt x="2092190" y="293031"/>
                  <a:pt x="2094326" y="294974"/>
                  <a:pt x="2094326" y="298857"/>
                </a:cubicBezTo>
                <a:cubicBezTo>
                  <a:pt x="2094326" y="301576"/>
                  <a:pt x="2093356" y="303712"/>
                  <a:pt x="2091413" y="305265"/>
                </a:cubicBezTo>
                <a:cubicBezTo>
                  <a:pt x="2089471" y="306819"/>
                  <a:pt x="2088306" y="309343"/>
                  <a:pt x="2087917" y="312840"/>
                </a:cubicBezTo>
                <a:cubicBezTo>
                  <a:pt x="2087529" y="316334"/>
                  <a:pt x="2087335" y="323131"/>
                  <a:pt x="2087335" y="333230"/>
                </a:cubicBezTo>
                <a:lnTo>
                  <a:pt x="2087335" y="465471"/>
                </a:lnTo>
                <a:cubicBezTo>
                  <a:pt x="2087335" y="482949"/>
                  <a:pt x="2089084" y="502755"/>
                  <a:pt x="2092579" y="524893"/>
                </a:cubicBezTo>
                <a:lnTo>
                  <a:pt x="2051217" y="524893"/>
                </a:lnTo>
                <a:cubicBezTo>
                  <a:pt x="2053546" y="503144"/>
                  <a:pt x="2054713" y="483337"/>
                  <a:pt x="2054713" y="465471"/>
                </a:cubicBezTo>
                <a:lnTo>
                  <a:pt x="2054713" y="340802"/>
                </a:lnTo>
                <a:cubicBezTo>
                  <a:pt x="2054713" y="315946"/>
                  <a:pt x="2053158" y="299052"/>
                  <a:pt x="2050052" y="290119"/>
                </a:cubicBezTo>
                <a:close/>
                <a:moveTo>
                  <a:pt x="2141515" y="288953"/>
                </a:moveTo>
                <a:cubicBezTo>
                  <a:pt x="2150446" y="291673"/>
                  <a:pt x="2159379" y="293031"/>
                  <a:pt x="2168312" y="293031"/>
                </a:cubicBezTo>
                <a:lnTo>
                  <a:pt x="2182877" y="292449"/>
                </a:lnTo>
                <a:cubicBezTo>
                  <a:pt x="2188702" y="292449"/>
                  <a:pt x="2191616" y="293906"/>
                  <a:pt x="2191616" y="296818"/>
                </a:cubicBezTo>
                <a:cubicBezTo>
                  <a:pt x="2191616" y="299731"/>
                  <a:pt x="2189867" y="302548"/>
                  <a:pt x="2186371" y="305265"/>
                </a:cubicBezTo>
                <a:cubicBezTo>
                  <a:pt x="2180935" y="310315"/>
                  <a:pt x="2178215" y="323908"/>
                  <a:pt x="2178215" y="346045"/>
                </a:cubicBezTo>
                <a:lnTo>
                  <a:pt x="2178215" y="473045"/>
                </a:lnTo>
                <a:cubicBezTo>
                  <a:pt x="2178215" y="489744"/>
                  <a:pt x="2186955" y="498095"/>
                  <a:pt x="2204431" y="498095"/>
                </a:cubicBezTo>
                <a:cubicBezTo>
                  <a:pt x="2221908" y="498095"/>
                  <a:pt x="2232783" y="492949"/>
                  <a:pt x="2237055" y="482658"/>
                </a:cubicBezTo>
                <a:cubicBezTo>
                  <a:pt x="2241328" y="472364"/>
                  <a:pt x="2243657" y="455180"/>
                  <a:pt x="2244045" y="431100"/>
                </a:cubicBezTo>
                <a:cubicBezTo>
                  <a:pt x="2251424" y="441198"/>
                  <a:pt x="2264047" y="446829"/>
                  <a:pt x="2281913" y="447994"/>
                </a:cubicBezTo>
                <a:cubicBezTo>
                  <a:pt x="2278417" y="472462"/>
                  <a:pt x="2273854" y="490328"/>
                  <a:pt x="2268222" y="501590"/>
                </a:cubicBezTo>
                <a:cubicBezTo>
                  <a:pt x="2262590" y="512854"/>
                  <a:pt x="2254920" y="520233"/>
                  <a:pt x="2245211" y="523729"/>
                </a:cubicBezTo>
                <a:cubicBezTo>
                  <a:pt x="2235501" y="527223"/>
                  <a:pt x="2220452" y="528971"/>
                  <a:pt x="2200062" y="528971"/>
                </a:cubicBezTo>
                <a:cubicBezTo>
                  <a:pt x="2179672" y="528971"/>
                  <a:pt x="2165690" y="525574"/>
                  <a:pt x="2158118" y="518776"/>
                </a:cubicBezTo>
                <a:cubicBezTo>
                  <a:pt x="2150544" y="511979"/>
                  <a:pt x="2146757" y="495765"/>
                  <a:pt x="2146757" y="470131"/>
                </a:cubicBezTo>
                <a:lnTo>
                  <a:pt x="2146757" y="337889"/>
                </a:lnTo>
                <a:cubicBezTo>
                  <a:pt x="2146757" y="316529"/>
                  <a:pt x="2145009" y="300217"/>
                  <a:pt x="2141515" y="288953"/>
                </a:cubicBezTo>
                <a:close/>
                <a:moveTo>
                  <a:pt x="721800" y="274972"/>
                </a:moveTo>
                <a:cubicBezTo>
                  <a:pt x="734616" y="281186"/>
                  <a:pt x="745201" y="285168"/>
                  <a:pt x="753552" y="286915"/>
                </a:cubicBezTo>
                <a:cubicBezTo>
                  <a:pt x="761899" y="288662"/>
                  <a:pt x="766077" y="291187"/>
                  <a:pt x="766077" y="294488"/>
                </a:cubicBezTo>
                <a:cubicBezTo>
                  <a:pt x="766077" y="297789"/>
                  <a:pt x="763260" y="300799"/>
                  <a:pt x="757628" y="303518"/>
                </a:cubicBezTo>
                <a:cubicBezTo>
                  <a:pt x="751996" y="306237"/>
                  <a:pt x="744328" y="315364"/>
                  <a:pt x="734616" y="330899"/>
                </a:cubicBezTo>
                <a:lnTo>
                  <a:pt x="817340" y="330899"/>
                </a:lnTo>
                <a:cubicBezTo>
                  <a:pt x="836760" y="330899"/>
                  <a:pt x="852101" y="329540"/>
                  <a:pt x="863364" y="326821"/>
                </a:cubicBezTo>
                <a:cubicBezTo>
                  <a:pt x="843945" y="378086"/>
                  <a:pt x="823167" y="416147"/>
                  <a:pt x="801030" y="441003"/>
                </a:cubicBezTo>
                <a:cubicBezTo>
                  <a:pt x="824332" y="450325"/>
                  <a:pt x="845693" y="459839"/>
                  <a:pt x="865112" y="469549"/>
                </a:cubicBezTo>
                <a:cubicBezTo>
                  <a:pt x="856955" y="476540"/>
                  <a:pt x="849187" y="486250"/>
                  <a:pt x="841808" y="498677"/>
                </a:cubicBezTo>
                <a:cubicBezTo>
                  <a:pt x="820448" y="485473"/>
                  <a:pt x="798699" y="474016"/>
                  <a:pt x="776562" y="464306"/>
                </a:cubicBezTo>
                <a:cubicBezTo>
                  <a:pt x="747045" y="488774"/>
                  <a:pt x="697334" y="511300"/>
                  <a:pt x="627424" y="531883"/>
                </a:cubicBezTo>
                <a:cubicBezTo>
                  <a:pt x="624705" y="518679"/>
                  <a:pt x="617910" y="506056"/>
                  <a:pt x="607034" y="494017"/>
                </a:cubicBezTo>
                <a:cubicBezTo>
                  <a:pt x="664515" y="487415"/>
                  <a:pt x="709955" y="472850"/>
                  <a:pt x="743356" y="450325"/>
                </a:cubicBezTo>
                <a:cubicBezTo>
                  <a:pt x="710343" y="437897"/>
                  <a:pt x="677526" y="428381"/>
                  <a:pt x="644902" y="421779"/>
                </a:cubicBezTo>
                <a:cubicBezTo>
                  <a:pt x="661214" y="399253"/>
                  <a:pt x="675000" y="377893"/>
                  <a:pt x="686264" y="357696"/>
                </a:cubicBezTo>
                <a:cubicBezTo>
                  <a:pt x="651697" y="358084"/>
                  <a:pt x="623541" y="359638"/>
                  <a:pt x="601791" y="362357"/>
                </a:cubicBezTo>
                <a:lnTo>
                  <a:pt x="601791" y="327403"/>
                </a:lnTo>
                <a:cubicBezTo>
                  <a:pt x="622764" y="328956"/>
                  <a:pt x="655387" y="330122"/>
                  <a:pt x="699663" y="330899"/>
                </a:cubicBezTo>
                <a:cubicBezTo>
                  <a:pt x="706654" y="316918"/>
                  <a:pt x="714033" y="298275"/>
                  <a:pt x="721800" y="274972"/>
                </a:cubicBezTo>
                <a:close/>
                <a:moveTo>
                  <a:pt x="4858602" y="269729"/>
                </a:moveTo>
                <a:cubicBezTo>
                  <a:pt x="4872974" y="280604"/>
                  <a:pt x="4883168" y="286915"/>
                  <a:pt x="4889188" y="288662"/>
                </a:cubicBezTo>
                <a:cubicBezTo>
                  <a:pt x="4895206" y="290410"/>
                  <a:pt x="4898217" y="293226"/>
                  <a:pt x="4898217" y="297109"/>
                </a:cubicBezTo>
                <a:cubicBezTo>
                  <a:pt x="4898217" y="300994"/>
                  <a:pt x="4895500" y="303907"/>
                  <a:pt x="4890062" y="305849"/>
                </a:cubicBezTo>
                <a:cubicBezTo>
                  <a:pt x="4887732" y="306624"/>
                  <a:pt x="4883460" y="311479"/>
                  <a:pt x="4877245" y="320412"/>
                </a:cubicBezTo>
                <a:cubicBezTo>
                  <a:pt x="4871031" y="329345"/>
                  <a:pt x="4858214" y="349540"/>
                  <a:pt x="4838796" y="380999"/>
                </a:cubicBezTo>
                <a:cubicBezTo>
                  <a:pt x="4869478" y="412846"/>
                  <a:pt x="4893752" y="440615"/>
                  <a:pt x="4911616" y="464306"/>
                </a:cubicBezTo>
                <a:lnTo>
                  <a:pt x="4881906" y="487609"/>
                </a:lnTo>
                <a:cubicBezTo>
                  <a:pt x="4864818" y="463141"/>
                  <a:pt x="4844232" y="437120"/>
                  <a:pt x="4820153" y="409545"/>
                </a:cubicBezTo>
                <a:cubicBezTo>
                  <a:pt x="4795298" y="444888"/>
                  <a:pt x="4752187" y="483919"/>
                  <a:pt x="4690824" y="526641"/>
                </a:cubicBezTo>
                <a:cubicBezTo>
                  <a:pt x="4682279" y="515378"/>
                  <a:pt x="4670240" y="506833"/>
                  <a:pt x="4654705" y="501008"/>
                </a:cubicBezTo>
                <a:cubicBezTo>
                  <a:pt x="4696649" y="478094"/>
                  <a:pt x="4726556" y="458772"/>
                  <a:pt x="4744422" y="443043"/>
                </a:cubicBezTo>
                <a:cubicBezTo>
                  <a:pt x="4762286" y="427313"/>
                  <a:pt x="4779956" y="407991"/>
                  <a:pt x="4797434" y="385077"/>
                </a:cubicBezTo>
                <a:cubicBezTo>
                  <a:pt x="4774131" y="360610"/>
                  <a:pt x="4749856" y="337694"/>
                  <a:pt x="4724613" y="316334"/>
                </a:cubicBezTo>
                <a:lnTo>
                  <a:pt x="4745585" y="293615"/>
                </a:lnTo>
                <a:cubicBezTo>
                  <a:pt x="4768888" y="312644"/>
                  <a:pt x="4792579" y="334200"/>
                  <a:pt x="4816658" y="358279"/>
                </a:cubicBezTo>
                <a:cubicBezTo>
                  <a:pt x="4836078" y="332258"/>
                  <a:pt x="4850060" y="302741"/>
                  <a:pt x="4858602" y="269729"/>
                </a:cubicBezTo>
                <a:close/>
                <a:moveTo>
                  <a:pt x="421778" y="267400"/>
                </a:moveTo>
                <a:cubicBezTo>
                  <a:pt x="434594" y="278273"/>
                  <a:pt x="447800" y="285847"/>
                  <a:pt x="461393" y="290119"/>
                </a:cubicBezTo>
                <a:cubicBezTo>
                  <a:pt x="466441" y="291673"/>
                  <a:pt x="468966" y="293906"/>
                  <a:pt x="468966" y="296818"/>
                </a:cubicBezTo>
                <a:cubicBezTo>
                  <a:pt x="468966" y="299731"/>
                  <a:pt x="467025" y="302062"/>
                  <a:pt x="463140" y="303809"/>
                </a:cubicBezTo>
                <a:cubicBezTo>
                  <a:pt x="459257" y="305556"/>
                  <a:pt x="454887" y="308762"/>
                  <a:pt x="450034" y="313421"/>
                </a:cubicBezTo>
                <a:cubicBezTo>
                  <a:pt x="445179" y="318083"/>
                  <a:pt x="441003" y="323131"/>
                  <a:pt x="437507" y="328568"/>
                </a:cubicBezTo>
                <a:cubicBezTo>
                  <a:pt x="419254" y="354590"/>
                  <a:pt x="390417" y="382843"/>
                  <a:pt x="350996" y="413332"/>
                </a:cubicBezTo>
                <a:cubicBezTo>
                  <a:pt x="311576" y="443820"/>
                  <a:pt x="261574" y="469938"/>
                  <a:pt x="200986" y="491687"/>
                </a:cubicBezTo>
                <a:cubicBezTo>
                  <a:pt x="140399" y="513435"/>
                  <a:pt x="79811" y="528777"/>
                  <a:pt x="19225" y="537710"/>
                </a:cubicBezTo>
                <a:cubicBezTo>
                  <a:pt x="17671" y="521398"/>
                  <a:pt x="11264" y="506056"/>
                  <a:pt x="0" y="491687"/>
                </a:cubicBezTo>
                <a:cubicBezTo>
                  <a:pt x="56315" y="490133"/>
                  <a:pt x="108747" y="482269"/>
                  <a:pt x="157293" y="468093"/>
                </a:cubicBezTo>
                <a:cubicBezTo>
                  <a:pt x="205841" y="453917"/>
                  <a:pt x="247689" y="436343"/>
                  <a:pt x="282837" y="415370"/>
                </a:cubicBezTo>
                <a:cubicBezTo>
                  <a:pt x="317985" y="394398"/>
                  <a:pt x="347598" y="372552"/>
                  <a:pt x="371677" y="349833"/>
                </a:cubicBezTo>
                <a:cubicBezTo>
                  <a:pt x="395758" y="327112"/>
                  <a:pt x="412457" y="299634"/>
                  <a:pt x="421778" y="267400"/>
                </a:cubicBezTo>
                <a:close/>
                <a:moveTo>
                  <a:pt x="3248390" y="237105"/>
                </a:moveTo>
                <a:cubicBezTo>
                  <a:pt x="3270527" y="273225"/>
                  <a:pt x="3292665" y="317306"/>
                  <a:pt x="3314802" y="369348"/>
                </a:cubicBezTo>
                <a:lnTo>
                  <a:pt x="3282180" y="388573"/>
                </a:lnTo>
                <a:cubicBezTo>
                  <a:pt x="3259265" y="333034"/>
                  <a:pt x="3237322" y="289730"/>
                  <a:pt x="3216348" y="258660"/>
                </a:cubicBezTo>
                <a:close/>
                <a:moveTo>
                  <a:pt x="5399808" y="226620"/>
                </a:moveTo>
                <a:cubicBezTo>
                  <a:pt x="5449131" y="289925"/>
                  <a:pt x="5484668" y="344687"/>
                  <a:pt x="5506416" y="390903"/>
                </a:cubicBezTo>
                <a:lnTo>
                  <a:pt x="5472629" y="408963"/>
                </a:lnTo>
                <a:cubicBezTo>
                  <a:pt x="5444664" y="345657"/>
                  <a:pt x="5411070" y="291478"/>
                  <a:pt x="5371844" y="246426"/>
                </a:cubicBezTo>
                <a:close/>
                <a:moveTo>
                  <a:pt x="1299123" y="174189"/>
                </a:moveTo>
                <a:cubicBezTo>
                  <a:pt x="1309610" y="182732"/>
                  <a:pt x="1323591" y="187975"/>
                  <a:pt x="1341069" y="189917"/>
                </a:cubicBezTo>
                <a:cubicBezTo>
                  <a:pt x="1346505" y="190694"/>
                  <a:pt x="1349225" y="192830"/>
                  <a:pt x="1349225" y="196326"/>
                </a:cubicBezTo>
                <a:cubicBezTo>
                  <a:pt x="1349225" y="199821"/>
                  <a:pt x="1346215" y="202733"/>
                  <a:pt x="1340194" y="205064"/>
                </a:cubicBezTo>
                <a:cubicBezTo>
                  <a:pt x="1334174" y="207395"/>
                  <a:pt x="1326504" y="216716"/>
                  <a:pt x="1317182" y="233027"/>
                </a:cubicBezTo>
                <a:lnTo>
                  <a:pt x="1396412" y="233027"/>
                </a:lnTo>
                <a:cubicBezTo>
                  <a:pt x="1419715" y="233027"/>
                  <a:pt x="1445736" y="231668"/>
                  <a:pt x="1474476" y="228949"/>
                </a:cubicBezTo>
                <a:lnTo>
                  <a:pt x="1474476" y="261573"/>
                </a:lnTo>
                <a:cubicBezTo>
                  <a:pt x="1438357" y="258855"/>
                  <a:pt x="1412724" y="257495"/>
                  <a:pt x="1397577" y="257495"/>
                </a:cubicBezTo>
                <a:lnTo>
                  <a:pt x="1304948" y="257495"/>
                </a:lnTo>
                <a:lnTo>
                  <a:pt x="1265917" y="336724"/>
                </a:lnTo>
                <a:lnTo>
                  <a:pt x="1332329" y="336724"/>
                </a:lnTo>
                <a:cubicBezTo>
                  <a:pt x="1332329" y="306431"/>
                  <a:pt x="1331552" y="286818"/>
                  <a:pt x="1329998" y="277885"/>
                </a:cubicBezTo>
                <a:cubicBezTo>
                  <a:pt x="1342427" y="280604"/>
                  <a:pt x="1354661" y="281963"/>
                  <a:pt x="1366700" y="281963"/>
                </a:cubicBezTo>
                <a:cubicBezTo>
                  <a:pt x="1371362" y="281963"/>
                  <a:pt x="1373691" y="283031"/>
                  <a:pt x="1373691" y="285168"/>
                </a:cubicBezTo>
                <a:cubicBezTo>
                  <a:pt x="1373691" y="287304"/>
                  <a:pt x="1372332" y="290119"/>
                  <a:pt x="1369615" y="293615"/>
                </a:cubicBezTo>
                <a:cubicBezTo>
                  <a:pt x="1366895" y="297109"/>
                  <a:pt x="1365537" y="305072"/>
                  <a:pt x="1365537" y="317499"/>
                </a:cubicBezTo>
                <a:lnTo>
                  <a:pt x="1365537" y="336142"/>
                </a:lnTo>
                <a:cubicBezTo>
                  <a:pt x="1415248" y="334200"/>
                  <a:pt x="1447679" y="331287"/>
                  <a:pt x="1462825" y="327403"/>
                </a:cubicBezTo>
                <a:lnTo>
                  <a:pt x="1462825" y="365852"/>
                </a:lnTo>
                <a:cubicBezTo>
                  <a:pt x="1449231" y="364688"/>
                  <a:pt x="1416802" y="363911"/>
                  <a:pt x="1365537" y="363523"/>
                </a:cubicBezTo>
                <a:lnTo>
                  <a:pt x="1365537" y="415953"/>
                </a:lnTo>
                <a:cubicBezTo>
                  <a:pt x="1408257" y="411294"/>
                  <a:pt x="1445736" y="404885"/>
                  <a:pt x="1477970" y="396729"/>
                </a:cubicBezTo>
                <a:cubicBezTo>
                  <a:pt x="1471757" y="410710"/>
                  <a:pt x="1469232" y="423139"/>
                  <a:pt x="1470398" y="434013"/>
                </a:cubicBezTo>
                <a:lnTo>
                  <a:pt x="1365537" y="444499"/>
                </a:lnTo>
                <a:cubicBezTo>
                  <a:pt x="1365537" y="483337"/>
                  <a:pt x="1366314" y="514601"/>
                  <a:pt x="1367866" y="538292"/>
                </a:cubicBezTo>
                <a:lnTo>
                  <a:pt x="1328251" y="538292"/>
                </a:lnTo>
                <a:cubicBezTo>
                  <a:pt x="1330970" y="508387"/>
                  <a:pt x="1332329" y="478287"/>
                  <a:pt x="1332329" y="447994"/>
                </a:cubicBezTo>
                <a:cubicBezTo>
                  <a:pt x="1270966" y="453821"/>
                  <a:pt x="1223778" y="460228"/>
                  <a:pt x="1190766" y="467219"/>
                </a:cubicBezTo>
                <a:cubicBezTo>
                  <a:pt x="1189214" y="452849"/>
                  <a:pt x="1184552" y="439644"/>
                  <a:pt x="1176785" y="427604"/>
                </a:cubicBezTo>
                <a:cubicBezTo>
                  <a:pt x="1226108" y="427215"/>
                  <a:pt x="1277956" y="424498"/>
                  <a:pt x="1332329" y="419448"/>
                </a:cubicBezTo>
                <a:lnTo>
                  <a:pt x="1332329" y="363523"/>
                </a:lnTo>
                <a:cubicBezTo>
                  <a:pt x="1290385" y="363911"/>
                  <a:pt x="1255042" y="366824"/>
                  <a:pt x="1226303" y="372261"/>
                </a:cubicBezTo>
                <a:cubicBezTo>
                  <a:pt x="1227080" y="355949"/>
                  <a:pt x="1222225" y="343521"/>
                  <a:pt x="1211738" y="334977"/>
                </a:cubicBezTo>
                <a:cubicBezTo>
                  <a:pt x="1221836" y="331092"/>
                  <a:pt x="1230672" y="323617"/>
                  <a:pt x="1238246" y="312547"/>
                </a:cubicBezTo>
                <a:cubicBezTo>
                  <a:pt x="1245818" y="301478"/>
                  <a:pt x="1256014" y="283517"/>
                  <a:pt x="1268830" y="258660"/>
                </a:cubicBezTo>
                <a:cubicBezTo>
                  <a:pt x="1242033" y="259437"/>
                  <a:pt x="1220284" y="260407"/>
                  <a:pt x="1203582" y="261573"/>
                </a:cubicBezTo>
                <a:lnTo>
                  <a:pt x="1203582" y="228949"/>
                </a:lnTo>
                <a:lnTo>
                  <a:pt x="1281646" y="232445"/>
                </a:lnTo>
                <a:cubicBezTo>
                  <a:pt x="1288248" y="216910"/>
                  <a:pt x="1294075" y="197492"/>
                  <a:pt x="1299123" y="174189"/>
                </a:cubicBezTo>
                <a:close/>
                <a:moveTo>
                  <a:pt x="1777992" y="173605"/>
                </a:moveTo>
                <a:cubicBezTo>
                  <a:pt x="1816053" y="193025"/>
                  <a:pt x="1851590" y="215551"/>
                  <a:pt x="1884602" y="241183"/>
                </a:cubicBezTo>
                <a:lnTo>
                  <a:pt x="1860718" y="270312"/>
                </a:lnTo>
                <a:cubicBezTo>
                  <a:pt x="1829647" y="241183"/>
                  <a:pt x="1795663" y="218852"/>
                  <a:pt x="1758768" y="203317"/>
                </a:cubicBezTo>
                <a:close/>
                <a:moveTo>
                  <a:pt x="5689925" y="172440"/>
                </a:moveTo>
                <a:cubicBezTo>
                  <a:pt x="5707014" y="183704"/>
                  <a:pt x="5720607" y="189724"/>
                  <a:pt x="5730705" y="190499"/>
                </a:cubicBezTo>
                <a:cubicBezTo>
                  <a:pt x="5736919" y="191276"/>
                  <a:pt x="5740026" y="193316"/>
                  <a:pt x="5740026" y="196617"/>
                </a:cubicBezTo>
                <a:cubicBezTo>
                  <a:pt x="5740026" y="199918"/>
                  <a:pt x="5737405" y="202928"/>
                  <a:pt x="5732162" y="205646"/>
                </a:cubicBezTo>
                <a:cubicBezTo>
                  <a:pt x="5726918" y="208365"/>
                  <a:pt x="5717112" y="223803"/>
                  <a:pt x="5702741" y="251960"/>
                </a:cubicBezTo>
                <a:cubicBezTo>
                  <a:pt x="5688372" y="280118"/>
                  <a:pt x="5671089" y="315850"/>
                  <a:pt x="5650892" y="359152"/>
                </a:cubicBezTo>
                <a:cubicBezTo>
                  <a:pt x="5630698" y="402456"/>
                  <a:pt x="5613415" y="436732"/>
                  <a:pt x="5599046" y="461975"/>
                </a:cubicBezTo>
                <a:cubicBezTo>
                  <a:pt x="5672061" y="461200"/>
                  <a:pt x="5725850" y="459451"/>
                  <a:pt x="5760415" y="456733"/>
                </a:cubicBezTo>
                <a:lnTo>
                  <a:pt x="5760415" y="496930"/>
                </a:lnTo>
                <a:cubicBezTo>
                  <a:pt x="5725074" y="493822"/>
                  <a:pt x="5656426" y="492270"/>
                  <a:pt x="5554478" y="492270"/>
                </a:cubicBezTo>
                <a:cubicBezTo>
                  <a:pt x="5452530" y="492270"/>
                  <a:pt x="5384855" y="493822"/>
                  <a:pt x="5351454" y="496930"/>
                </a:cubicBezTo>
                <a:lnTo>
                  <a:pt x="5351454" y="456733"/>
                </a:lnTo>
                <a:cubicBezTo>
                  <a:pt x="5408158" y="460616"/>
                  <a:pt x="5479036" y="462364"/>
                  <a:pt x="5564090" y="461975"/>
                </a:cubicBezTo>
                <a:cubicBezTo>
                  <a:pt x="5590112" y="418866"/>
                  <a:pt x="5615939" y="367697"/>
                  <a:pt x="5641572" y="308471"/>
                </a:cubicBezTo>
                <a:cubicBezTo>
                  <a:pt x="5667204" y="249243"/>
                  <a:pt x="5683323" y="203899"/>
                  <a:pt x="5689925" y="172440"/>
                </a:cubicBezTo>
                <a:close/>
                <a:moveTo>
                  <a:pt x="5513407" y="171275"/>
                </a:moveTo>
                <a:cubicBezTo>
                  <a:pt x="5554576" y="234192"/>
                  <a:pt x="5583898" y="291284"/>
                  <a:pt x="5601374" y="342549"/>
                </a:cubicBezTo>
                <a:lnTo>
                  <a:pt x="5565838" y="357696"/>
                </a:lnTo>
                <a:cubicBezTo>
                  <a:pt x="5549916" y="300217"/>
                  <a:pt x="5522340" y="243902"/>
                  <a:pt x="5483114" y="188752"/>
                </a:cubicBezTo>
                <a:close/>
                <a:moveTo>
                  <a:pt x="4842874" y="161955"/>
                </a:moveTo>
                <a:cubicBezTo>
                  <a:pt x="4871613" y="187587"/>
                  <a:pt x="4897246" y="214579"/>
                  <a:pt x="4919772" y="242932"/>
                </a:cubicBezTo>
                <a:lnTo>
                  <a:pt x="4892975" y="265651"/>
                </a:lnTo>
                <a:cubicBezTo>
                  <a:pt x="4876273" y="237300"/>
                  <a:pt x="4852584" y="209919"/>
                  <a:pt x="4821902" y="183509"/>
                </a:cubicBezTo>
                <a:close/>
                <a:moveTo>
                  <a:pt x="4751410" y="160206"/>
                </a:moveTo>
                <a:cubicBezTo>
                  <a:pt x="4763840" y="168751"/>
                  <a:pt x="4773646" y="174091"/>
                  <a:pt x="4780831" y="176227"/>
                </a:cubicBezTo>
                <a:cubicBezTo>
                  <a:pt x="4788015" y="178363"/>
                  <a:pt x="4791608" y="181180"/>
                  <a:pt x="4791608" y="184674"/>
                </a:cubicBezTo>
                <a:cubicBezTo>
                  <a:pt x="4791608" y="188170"/>
                  <a:pt x="4788889" y="190597"/>
                  <a:pt x="4783452" y="191956"/>
                </a:cubicBezTo>
                <a:cubicBezTo>
                  <a:pt x="4778014" y="193316"/>
                  <a:pt x="4767334" y="206423"/>
                  <a:pt x="4751410" y="231279"/>
                </a:cubicBezTo>
                <a:cubicBezTo>
                  <a:pt x="4730827" y="263515"/>
                  <a:pt x="4713738" y="287206"/>
                  <a:pt x="4700145" y="302353"/>
                </a:cubicBezTo>
                <a:cubicBezTo>
                  <a:pt x="4691989" y="293420"/>
                  <a:pt x="4679755" y="287013"/>
                  <a:pt x="4663443" y="283128"/>
                </a:cubicBezTo>
                <a:cubicBezTo>
                  <a:pt x="4701504" y="254389"/>
                  <a:pt x="4730827" y="213414"/>
                  <a:pt x="4751410" y="160206"/>
                </a:cubicBezTo>
                <a:close/>
                <a:moveTo>
                  <a:pt x="2982740" y="154964"/>
                </a:moveTo>
                <a:lnTo>
                  <a:pt x="2982740" y="290702"/>
                </a:lnTo>
                <a:lnTo>
                  <a:pt x="3106244" y="290702"/>
                </a:lnTo>
                <a:lnTo>
                  <a:pt x="3106244" y="154964"/>
                </a:lnTo>
                <a:close/>
                <a:moveTo>
                  <a:pt x="4361674" y="149721"/>
                </a:moveTo>
                <a:lnTo>
                  <a:pt x="4361674" y="196908"/>
                </a:lnTo>
                <a:lnTo>
                  <a:pt x="4496247" y="196908"/>
                </a:lnTo>
                <a:lnTo>
                  <a:pt x="4496247" y="149721"/>
                </a:lnTo>
                <a:close/>
                <a:moveTo>
                  <a:pt x="4189818" y="149721"/>
                </a:moveTo>
                <a:lnTo>
                  <a:pt x="4189818" y="196908"/>
                </a:lnTo>
                <a:lnTo>
                  <a:pt x="4328468" y="196908"/>
                </a:lnTo>
                <a:lnTo>
                  <a:pt x="4328468" y="149721"/>
                </a:lnTo>
                <a:close/>
                <a:moveTo>
                  <a:pt x="4661696" y="105445"/>
                </a:moveTo>
                <a:cubicBezTo>
                  <a:pt x="4691989" y="108164"/>
                  <a:pt x="4739080" y="109523"/>
                  <a:pt x="4802968" y="109523"/>
                </a:cubicBezTo>
                <a:cubicBezTo>
                  <a:pt x="4866856" y="109523"/>
                  <a:pt x="4913754" y="108164"/>
                  <a:pt x="4943658" y="105445"/>
                </a:cubicBezTo>
                <a:lnTo>
                  <a:pt x="4943658" y="142730"/>
                </a:lnTo>
                <a:cubicBezTo>
                  <a:pt x="4913364" y="140011"/>
                  <a:pt x="4866662" y="138652"/>
                  <a:pt x="4803550" y="138652"/>
                </a:cubicBezTo>
                <a:cubicBezTo>
                  <a:pt x="4740439" y="138652"/>
                  <a:pt x="4693154" y="140011"/>
                  <a:pt x="4661696" y="142730"/>
                </a:cubicBezTo>
                <a:close/>
                <a:moveTo>
                  <a:pt x="133992" y="98454"/>
                </a:moveTo>
                <a:cubicBezTo>
                  <a:pt x="146030" y="107776"/>
                  <a:pt x="158264" y="114766"/>
                  <a:pt x="170693" y="119428"/>
                </a:cubicBezTo>
                <a:cubicBezTo>
                  <a:pt x="175353" y="120980"/>
                  <a:pt x="177683" y="122922"/>
                  <a:pt x="177683" y="125253"/>
                </a:cubicBezTo>
                <a:cubicBezTo>
                  <a:pt x="177683" y="127584"/>
                  <a:pt x="173994" y="131273"/>
                  <a:pt x="166615" y="136322"/>
                </a:cubicBezTo>
                <a:cubicBezTo>
                  <a:pt x="159236" y="141370"/>
                  <a:pt x="150691" y="152245"/>
                  <a:pt x="140981" y="168946"/>
                </a:cubicBezTo>
                <a:cubicBezTo>
                  <a:pt x="110688" y="222930"/>
                  <a:pt x="79424" y="268952"/>
                  <a:pt x="47189" y="307013"/>
                </a:cubicBezTo>
                <a:cubicBezTo>
                  <a:pt x="41362" y="295751"/>
                  <a:pt x="30100" y="287400"/>
                  <a:pt x="13399" y="281963"/>
                </a:cubicBezTo>
                <a:cubicBezTo>
                  <a:pt x="39033" y="261768"/>
                  <a:pt x="62724" y="235164"/>
                  <a:pt x="84473" y="202152"/>
                </a:cubicBezTo>
                <a:cubicBezTo>
                  <a:pt x="106223" y="169139"/>
                  <a:pt x="122727" y="134574"/>
                  <a:pt x="133992" y="98454"/>
                </a:cubicBezTo>
                <a:close/>
                <a:moveTo>
                  <a:pt x="374008" y="95541"/>
                </a:moveTo>
                <a:cubicBezTo>
                  <a:pt x="431877" y="139816"/>
                  <a:pt x="484889" y="187393"/>
                  <a:pt x="533048" y="238270"/>
                </a:cubicBezTo>
                <a:lnTo>
                  <a:pt x="503337" y="265651"/>
                </a:lnTo>
                <a:cubicBezTo>
                  <a:pt x="469549" y="219045"/>
                  <a:pt x="418089" y="171081"/>
                  <a:pt x="348958" y="121757"/>
                </a:cubicBezTo>
                <a:close/>
                <a:moveTo>
                  <a:pt x="3787846" y="94376"/>
                </a:moveTo>
                <a:lnTo>
                  <a:pt x="3787846" y="260407"/>
                </a:lnTo>
                <a:lnTo>
                  <a:pt x="3944557" y="260407"/>
                </a:lnTo>
                <a:lnTo>
                  <a:pt x="3944557" y="94376"/>
                </a:lnTo>
                <a:close/>
                <a:moveTo>
                  <a:pt x="4361674" y="72822"/>
                </a:moveTo>
                <a:lnTo>
                  <a:pt x="4361674" y="122922"/>
                </a:lnTo>
                <a:lnTo>
                  <a:pt x="4496247" y="122922"/>
                </a:lnTo>
                <a:lnTo>
                  <a:pt x="4496247" y="72822"/>
                </a:lnTo>
                <a:close/>
                <a:moveTo>
                  <a:pt x="4189818" y="72822"/>
                </a:moveTo>
                <a:lnTo>
                  <a:pt x="4189818" y="122922"/>
                </a:lnTo>
                <a:lnTo>
                  <a:pt x="4328468" y="122922"/>
                </a:lnTo>
                <a:lnTo>
                  <a:pt x="4328468" y="72822"/>
                </a:lnTo>
                <a:close/>
                <a:moveTo>
                  <a:pt x="3749980" y="62336"/>
                </a:moveTo>
                <a:cubicBezTo>
                  <a:pt x="3782214" y="65055"/>
                  <a:pt x="3821247" y="66414"/>
                  <a:pt x="3867075" y="66414"/>
                </a:cubicBezTo>
                <a:cubicBezTo>
                  <a:pt x="3912903" y="66414"/>
                  <a:pt x="3952518" y="65055"/>
                  <a:pt x="3985919" y="62336"/>
                </a:cubicBezTo>
                <a:cubicBezTo>
                  <a:pt x="3982423" y="77871"/>
                  <a:pt x="3980676" y="96513"/>
                  <a:pt x="3980676" y="118262"/>
                </a:cubicBezTo>
                <a:lnTo>
                  <a:pt x="3980676" y="245844"/>
                </a:lnTo>
                <a:cubicBezTo>
                  <a:pt x="3980676" y="271089"/>
                  <a:pt x="3982230" y="297304"/>
                  <a:pt x="3985336" y="324490"/>
                </a:cubicBezTo>
                <a:lnTo>
                  <a:pt x="3944557" y="324490"/>
                </a:lnTo>
                <a:lnTo>
                  <a:pt x="3944557" y="289537"/>
                </a:lnTo>
                <a:lnTo>
                  <a:pt x="3787846" y="289537"/>
                </a:lnTo>
                <a:lnTo>
                  <a:pt x="3787846" y="332646"/>
                </a:lnTo>
                <a:lnTo>
                  <a:pt x="3747649" y="332646"/>
                </a:lnTo>
                <a:cubicBezTo>
                  <a:pt x="3750757" y="309732"/>
                  <a:pt x="3752311" y="283128"/>
                  <a:pt x="3752311" y="252835"/>
                </a:cubicBezTo>
                <a:lnTo>
                  <a:pt x="3752311" y="118262"/>
                </a:lnTo>
                <a:cubicBezTo>
                  <a:pt x="3752311" y="94571"/>
                  <a:pt x="3751534" y="75928"/>
                  <a:pt x="3749980" y="62336"/>
                </a:cubicBezTo>
                <a:close/>
                <a:moveTo>
                  <a:pt x="2406000" y="47771"/>
                </a:moveTo>
                <a:cubicBezTo>
                  <a:pt x="2427360" y="49325"/>
                  <a:pt x="2492898" y="50102"/>
                  <a:pt x="2602616" y="50102"/>
                </a:cubicBezTo>
                <a:cubicBezTo>
                  <a:pt x="2712332" y="50102"/>
                  <a:pt x="2776512" y="49325"/>
                  <a:pt x="2795153" y="47771"/>
                </a:cubicBezTo>
                <a:lnTo>
                  <a:pt x="2795153" y="83891"/>
                </a:lnTo>
                <a:cubicBezTo>
                  <a:pt x="2781949" y="86220"/>
                  <a:pt x="2768161" y="93017"/>
                  <a:pt x="2753791" y="104281"/>
                </a:cubicBezTo>
                <a:lnTo>
                  <a:pt x="2623878" y="205646"/>
                </a:lnTo>
                <a:lnTo>
                  <a:pt x="2623878" y="245844"/>
                </a:lnTo>
                <a:cubicBezTo>
                  <a:pt x="2734955" y="245844"/>
                  <a:pt x="2815154" y="243902"/>
                  <a:pt x="2864479" y="240019"/>
                </a:cubicBezTo>
                <a:lnTo>
                  <a:pt x="2864479" y="283710"/>
                </a:lnTo>
                <a:cubicBezTo>
                  <a:pt x="2815154" y="279827"/>
                  <a:pt x="2734955" y="277885"/>
                  <a:pt x="2623878" y="277885"/>
                </a:cubicBezTo>
                <a:lnTo>
                  <a:pt x="2623878" y="486443"/>
                </a:lnTo>
                <a:cubicBezTo>
                  <a:pt x="2623878" y="498095"/>
                  <a:pt x="2621258" y="507222"/>
                  <a:pt x="2616015" y="513824"/>
                </a:cubicBezTo>
                <a:cubicBezTo>
                  <a:pt x="2610772" y="520426"/>
                  <a:pt x="2599994" y="525669"/>
                  <a:pt x="2583683" y="529554"/>
                </a:cubicBezTo>
                <a:cubicBezTo>
                  <a:pt x="2567370" y="533437"/>
                  <a:pt x="2542902" y="535574"/>
                  <a:pt x="2510278" y="535961"/>
                </a:cubicBezTo>
                <a:cubicBezTo>
                  <a:pt x="2511832" y="516155"/>
                  <a:pt x="2506006" y="499261"/>
                  <a:pt x="2492802" y="485279"/>
                </a:cubicBezTo>
                <a:cubicBezTo>
                  <a:pt x="2518824" y="489551"/>
                  <a:pt x="2538144" y="491687"/>
                  <a:pt x="2550767" y="491687"/>
                </a:cubicBezTo>
                <a:cubicBezTo>
                  <a:pt x="2563389" y="491687"/>
                  <a:pt x="2572418" y="489744"/>
                  <a:pt x="2577858" y="485861"/>
                </a:cubicBezTo>
                <a:cubicBezTo>
                  <a:pt x="2583293" y="481977"/>
                  <a:pt x="2586013" y="473434"/>
                  <a:pt x="2586013" y="460228"/>
                </a:cubicBezTo>
                <a:lnTo>
                  <a:pt x="2586013" y="277885"/>
                </a:lnTo>
                <a:cubicBezTo>
                  <a:pt x="2460566" y="277885"/>
                  <a:pt x="2376677" y="279827"/>
                  <a:pt x="2334343" y="283710"/>
                </a:cubicBezTo>
                <a:lnTo>
                  <a:pt x="2334343" y="240019"/>
                </a:lnTo>
                <a:cubicBezTo>
                  <a:pt x="2376677" y="243902"/>
                  <a:pt x="2460566" y="245844"/>
                  <a:pt x="2586013" y="245844"/>
                </a:cubicBezTo>
                <a:lnTo>
                  <a:pt x="2586013" y="191083"/>
                </a:lnTo>
                <a:lnTo>
                  <a:pt x="2728159" y="81560"/>
                </a:lnTo>
                <a:lnTo>
                  <a:pt x="2531251" y="81560"/>
                </a:lnTo>
                <a:cubicBezTo>
                  <a:pt x="2474549" y="81560"/>
                  <a:pt x="2432797" y="82531"/>
                  <a:pt x="2406000" y="84473"/>
                </a:cubicBezTo>
                <a:close/>
                <a:moveTo>
                  <a:pt x="4151950" y="43693"/>
                </a:moveTo>
                <a:cubicBezTo>
                  <a:pt x="4167485" y="45247"/>
                  <a:pt x="4230986" y="46024"/>
                  <a:pt x="4342450" y="46024"/>
                </a:cubicBezTo>
                <a:cubicBezTo>
                  <a:pt x="4453914" y="46024"/>
                  <a:pt x="4517607" y="45247"/>
                  <a:pt x="4533532" y="43693"/>
                </a:cubicBezTo>
                <a:cubicBezTo>
                  <a:pt x="4531588" y="58839"/>
                  <a:pt x="4530618" y="72434"/>
                  <a:pt x="4530618" y="84473"/>
                </a:cubicBezTo>
                <a:lnTo>
                  <a:pt x="4530618" y="186421"/>
                </a:lnTo>
                <a:cubicBezTo>
                  <a:pt x="4530618" y="202345"/>
                  <a:pt x="4531588" y="215162"/>
                  <a:pt x="4533532" y="224872"/>
                </a:cubicBezTo>
                <a:cubicBezTo>
                  <a:pt x="4506345" y="222930"/>
                  <a:pt x="4433524" y="221958"/>
                  <a:pt x="4315069" y="221958"/>
                </a:cubicBezTo>
                <a:cubicBezTo>
                  <a:pt x="4292155" y="238270"/>
                  <a:pt x="4265162" y="255942"/>
                  <a:pt x="4234092" y="274972"/>
                </a:cubicBezTo>
                <a:lnTo>
                  <a:pt x="4380899" y="273225"/>
                </a:lnTo>
                <a:cubicBezTo>
                  <a:pt x="4408861" y="260407"/>
                  <a:pt x="4431389" y="245844"/>
                  <a:pt x="4448476" y="229532"/>
                </a:cubicBezTo>
                <a:cubicBezTo>
                  <a:pt x="4457797" y="241960"/>
                  <a:pt x="4469061" y="251476"/>
                  <a:pt x="4482265" y="258078"/>
                </a:cubicBezTo>
                <a:cubicBezTo>
                  <a:pt x="4485760" y="260019"/>
                  <a:pt x="4487509" y="262350"/>
                  <a:pt x="4487509" y="265069"/>
                </a:cubicBezTo>
                <a:cubicBezTo>
                  <a:pt x="4487509" y="269340"/>
                  <a:pt x="4484596" y="271478"/>
                  <a:pt x="4478771" y="271478"/>
                </a:cubicBezTo>
                <a:cubicBezTo>
                  <a:pt x="4460905" y="271478"/>
                  <a:pt x="4439836" y="277303"/>
                  <a:pt x="4415563" y="288953"/>
                </a:cubicBezTo>
                <a:cubicBezTo>
                  <a:pt x="4391288" y="300606"/>
                  <a:pt x="4329245" y="325462"/>
                  <a:pt x="4229432" y="363523"/>
                </a:cubicBezTo>
                <a:lnTo>
                  <a:pt x="4478187" y="354201"/>
                </a:lnTo>
                <a:cubicBezTo>
                  <a:pt x="4464206" y="342549"/>
                  <a:pt x="4449641" y="331481"/>
                  <a:pt x="4434495" y="320996"/>
                </a:cubicBezTo>
                <a:lnTo>
                  <a:pt x="4457797" y="297693"/>
                </a:lnTo>
                <a:cubicBezTo>
                  <a:pt x="4498577" y="328375"/>
                  <a:pt x="4538581" y="362357"/>
                  <a:pt x="4577807" y="399641"/>
                </a:cubicBezTo>
                <a:lnTo>
                  <a:pt x="4552173" y="422362"/>
                </a:lnTo>
                <a:cubicBezTo>
                  <a:pt x="4535473" y="405662"/>
                  <a:pt x="4519549" y="390320"/>
                  <a:pt x="4504403" y="376339"/>
                </a:cubicBezTo>
                <a:lnTo>
                  <a:pt x="4367499" y="383329"/>
                </a:lnTo>
                <a:lnTo>
                  <a:pt x="4367499" y="503921"/>
                </a:lnTo>
                <a:cubicBezTo>
                  <a:pt x="4367499" y="520621"/>
                  <a:pt x="4360315" y="531010"/>
                  <a:pt x="4345944" y="535088"/>
                </a:cubicBezTo>
                <a:cubicBezTo>
                  <a:pt x="4331576" y="539166"/>
                  <a:pt x="4309825" y="541011"/>
                  <a:pt x="4280698" y="540623"/>
                </a:cubicBezTo>
                <a:cubicBezTo>
                  <a:pt x="4281863" y="526253"/>
                  <a:pt x="4277201" y="513630"/>
                  <a:pt x="4266716" y="502755"/>
                </a:cubicBezTo>
                <a:cubicBezTo>
                  <a:pt x="4284581" y="504698"/>
                  <a:pt x="4298659" y="505668"/>
                  <a:pt x="4308953" y="505668"/>
                </a:cubicBezTo>
                <a:cubicBezTo>
                  <a:pt x="4319244" y="505668"/>
                  <a:pt x="4325944" y="503823"/>
                  <a:pt x="4329050" y="500134"/>
                </a:cubicBezTo>
                <a:cubicBezTo>
                  <a:pt x="4332158" y="496444"/>
                  <a:pt x="4333712" y="489162"/>
                  <a:pt x="4333712" y="478287"/>
                </a:cubicBezTo>
                <a:lnTo>
                  <a:pt x="4333712" y="385077"/>
                </a:lnTo>
                <a:cubicBezTo>
                  <a:pt x="4210208" y="390903"/>
                  <a:pt x="4141465" y="395952"/>
                  <a:pt x="4127482" y="400223"/>
                </a:cubicBezTo>
                <a:cubicBezTo>
                  <a:pt x="4129036" y="385854"/>
                  <a:pt x="4126705" y="372456"/>
                  <a:pt x="4120492" y="360027"/>
                </a:cubicBezTo>
                <a:cubicBezTo>
                  <a:pt x="4162049" y="358084"/>
                  <a:pt x="4231373" y="336724"/>
                  <a:pt x="4328468" y="295944"/>
                </a:cubicBezTo>
                <a:lnTo>
                  <a:pt x="4247492" y="300022"/>
                </a:lnTo>
                <a:cubicBezTo>
                  <a:pt x="4216420" y="301576"/>
                  <a:pt x="4188069" y="305072"/>
                  <a:pt x="4162437" y="310509"/>
                </a:cubicBezTo>
                <a:cubicBezTo>
                  <a:pt x="4161272" y="300410"/>
                  <a:pt x="4157194" y="288760"/>
                  <a:pt x="4150203" y="275554"/>
                </a:cubicBezTo>
                <a:cubicBezTo>
                  <a:pt x="4181273" y="274002"/>
                  <a:pt x="4220304" y="256136"/>
                  <a:pt x="4267298" y="221958"/>
                </a:cubicBezTo>
                <a:cubicBezTo>
                  <a:pt x="4210208" y="221958"/>
                  <a:pt x="4171758" y="222930"/>
                  <a:pt x="4151950" y="224872"/>
                </a:cubicBezTo>
                <a:cubicBezTo>
                  <a:pt x="4154281" y="215939"/>
                  <a:pt x="4155446" y="203122"/>
                  <a:pt x="4155446" y="186421"/>
                </a:cubicBezTo>
                <a:lnTo>
                  <a:pt x="4155446" y="84473"/>
                </a:lnTo>
                <a:cubicBezTo>
                  <a:pt x="4155446" y="68549"/>
                  <a:pt x="4154281" y="54956"/>
                  <a:pt x="4151950" y="43693"/>
                </a:cubicBezTo>
                <a:close/>
                <a:moveTo>
                  <a:pt x="647231" y="38451"/>
                </a:moveTo>
                <a:cubicBezTo>
                  <a:pt x="666264" y="59811"/>
                  <a:pt x="683156" y="81754"/>
                  <a:pt x="697914" y="104281"/>
                </a:cubicBezTo>
                <a:lnTo>
                  <a:pt x="668204" y="121757"/>
                </a:lnTo>
                <a:cubicBezTo>
                  <a:pt x="653058" y="94571"/>
                  <a:pt x="637716" y="71850"/>
                  <a:pt x="622181" y="53598"/>
                </a:cubicBezTo>
                <a:close/>
                <a:moveTo>
                  <a:pt x="834817" y="31459"/>
                </a:moveTo>
                <a:cubicBezTo>
                  <a:pt x="845304" y="40392"/>
                  <a:pt x="853849" y="46510"/>
                  <a:pt x="860451" y="49811"/>
                </a:cubicBezTo>
                <a:cubicBezTo>
                  <a:pt x="867053" y="53112"/>
                  <a:pt x="870354" y="56510"/>
                  <a:pt x="870354" y="60005"/>
                </a:cubicBezTo>
                <a:cubicBezTo>
                  <a:pt x="870354" y="63501"/>
                  <a:pt x="868121" y="65830"/>
                  <a:pt x="863654" y="66995"/>
                </a:cubicBezTo>
                <a:cubicBezTo>
                  <a:pt x="859190" y="68161"/>
                  <a:pt x="853364" y="72530"/>
                  <a:pt x="846179" y="80104"/>
                </a:cubicBezTo>
                <a:cubicBezTo>
                  <a:pt x="838993" y="87676"/>
                  <a:pt x="827245" y="102727"/>
                  <a:pt x="810933" y="125253"/>
                </a:cubicBezTo>
                <a:cubicBezTo>
                  <a:pt x="804719" y="120980"/>
                  <a:pt x="795786" y="116902"/>
                  <a:pt x="784134" y="113019"/>
                </a:cubicBezTo>
                <a:cubicBezTo>
                  <a:pt x="807437" y="88162"/>
                  <a:pt x="824332" y="60977"/>
                  <a:pt x="834817" y="31459"/>
                </a:cubicBezTo>
                <a:close/>
                <a:moveTo>
                  <a:pt x="1799549" y="30877"/>
                </a:moveTo>
                <a:cubicBezTo>
                  <a:pt x="1848484" y="58451"/>
                  <a:pt x="1884020" y="80590"/>
                  <a:pt x="1906158" y="97289"/>
                </a:cubicBezTo>
                <a:lnTo>
                  <a:pt x="1883438" y="126418"/>
                </a:lnTo>
                <a:cubicBezTo>
                  <a:pt x="1863630" y="108164"/>
                  <a:pt x="1829259" y="85832"/>
                  <a:pt x="1780325" y="59423"/>
                </a:cubicBezTo>
                <a:close/>
                <a:moveTo>
                  <a:pt x="3691722" y="29130"/>
                </a:moveTo>
                <a:cubicBezTo>
                  <a:pt x="3699102" y="39615"/>
                  <a:pt x="3705510" y="47286"/>
                  <a:pt x="3710947" y="52140"/>
                </a:cubicBezTo>
                <a:cubicBezTo>
                  <a:pt x="3716384" y="56995"/>
                  <a:pt x="3719103" y="60879"/>
                  <a:pt x="3719103" y="63792"/>
                </a:cubicBezTo>
                <a:cubicBezTo>
                  <a:pt x="3719103" y="66705"/>
                  <a:pt x="3716384" y="68161"/>
                  <a:pt x="3710947" y="68161"/>
                </a:cubicBezTo>
                <a:lnTo>
                  <a:pt x="3697549" y="66995"/>
                </a:lnTo>
                <a:cubicBezTo>
                  <a:pt x="3685120" y="66995"/>
                  <a:pt x="3663565" y="69908"/>
                  <a:pt x="3632883" y="75735"/>
                </a:cubicBezTo>
                <a:lnTo>
                  <a:pt x="3632883" y="179431"/>
                </a:lnTo>
                <a:cubicBezTo>
                  <a:pt x="3670556" y="179431"/>
                  <a:pt x="3703180" y="178267"/>
                  <a:pt x="3730755" y="175936"/>
                </a:cubicBezTo>
                <a:lnTo>
                  <a:pt x="3730755" y="210889"/>
                </a:lnTo>
                <a:cubicBezTo>
                  <a:pt x="3703180" y="208560"/>
                  <a:pt x="3670556" y="207395"/>
                  <a:pt x="3632883" y="207395"/>
                </a:cubicBezTo>
                <a:lnTo>
                  <a:pt x="3632883" y="237105"/>
                </a:lnTo>
                <a:cubicBezTo>
                  <a:pt x="3666673" y="262350"/>
                  <a:pt x="3698131" y="288565"/>
                  <a:pt x="3727259" y="315752"/>
                </a:cubicBezTo>
                <a:lnTo>
                  <a:pt x="3695801" y="346627"/>
                </a:lnTo>
                <a:cubicBezTo>
                  <a:pt x="3679488" y="320607"/>
                  <a:pt x="3658517" y="296139"/>
                  <a:pt x="3632883" y="273225"/>
                </a:cubicBezTo>
                <a:lnTo>
                  <a:pt x="3632883" y="437509"/>
                </a:lnTo>
                <a:cubicBezTo>
                  <a:pt x="3632883" y="474016"/>
                  <a:pt x="3634244" y="507417"/>
                  <a:pt x="3636961" y="537710"/>
                </a:cubicBezTo>
                <a:lnTo>
                  <a:pt x="3592687" y="537710"/>
                </a:lnTo>
                <a:cubicBezTo>
                  <a:pt x="3596960" y="514796"/>
                  <a:pt x="3599095" y="481395"/>
                  <a:pt x="3599095" y="437509"/>
                </a:cubicBezTo>
                <a:lnTo>
                  <a:pt x="3599095" y="284293"/>
                </a:lnTo>
                <a:cubicBezTo>
                  <a:pt x="3571520" y="349928"/>
                  <a:pt x="3545498" y="401000"/>
                  <a:pt x="3521031" y="437509"/>
                </a:cubicBezTo>
                <a:cubicBezTo>
                  <a:pt x="3512875" y="424303"/>
                  <a:pt x="3500060" y="417119"/>
                  <a:pt x="3482580" y="415953"/>
                </a:cubicBezTo>
                <a:cubicBezTo>
                  <a:pt x="3536955" y="358473"/>
                  <a:pt x="3575793" y="292838"/>
                  <a:pt x="3599095" y="219045"/>
                </a:cubicBezTo>
                <a:lnTo>
                  <a:pt x="3599095" y="207395"/>
                </a:lnTo>
                <a:cubicBezTo>
                  <a:pt x="3557927" y="207395"/>
                  <a:pt x="3522584" y="208560"/>
                  <a:pt x="3493067" y="210889"/>
                </a:cubicBezTo>
                <a:lnTo>
                  <a:pt x="3493067" y="175936"/>
                </a:lnTo>
                <a:cubicBezTo>
                  <a:pt x="3522584" y="178267"/>
                  <a:pt x="3557927" y="179431"/>
                  <a:pt x="3599095" y="179431"/>
                </a:cubicBezTo>
                <a:lnTo>
                  <a:pt x="3599095" y="82142"/>
                </a:lnTo>
                <a:cubicBezTo>
                  <a:pt x="3567248" y="89910"/>
                  <a:pt x="3537342" y="95541"/>
                  <a:pt x="3509379" y="99038"/>
                </a:cubicBezTo>
                <a:cubicBezTo>
                  <a:pt x="3508602" y="83891"/>
                  <a:pt x="3503942" y="71269"/>
                  <a:pt x="3495398" y="61170"/>
                </a:cubicBezTo>
                <a:cubicBezTo>
                  <a:pt x="3526857" y="62724"/>
                  <a:pt x="3561907" y="60200"/>
                  <a:pt x="3600550" y="53598"/>
                </a:cubicBezTo>
                <a:cubicBezTo>
                  <a:pt x="3639194" y="46994"/>
                  <a:pt x="3669585" y="38838"/>
                  <a:pt x="3691722" y="29130"/>
                </a:cubicBezTo>
                <a:close/>
                <a:moveTo>
                  <a:pt x="1576424" y="23303"/>
                </a:moveTo>
                <a:cubicBezTo>
                  <a:pt x="1607106" y="44665"/>
                  <a:pt x="1633710" y="65443"/>
                  <a:pt x="1656236" y="85638"/>
                </a:cubicBezTo>
                <a:lnTo>
                  <a:pt x="1632935" y="111272"/>
                </a:lnTo>
                <a:cubicBezTo>
                  <a:pt x="1612351" y="89133"/>
                  <a:pt x="1587493" y="67967"/>
                  <a:pt x="1558365" y="47771"/>
                </a:cubicBezTo>
                <a:close/>
                <a:moveTo>
                  <a:pt x="3239069" y="15148"/>
                </a:moveTo>
                <a:cubicBezTo>
                  <a:pt x="3254215" y="22528"/>
                  <a:pt x="3268392" y="26992"/>
                  <a:pt x="3281596" y="28546"/>
                </a:cubicBezTo>
                <a:cubicBezTo>
                  <a:pt x="3287035" y="29323"/>
                  <a:pt x="3289752" y="31070"/>
                  <a:pt x="3289752" y="33790"/>
                </a:cubicBezTo>
                <a:cubicBezTo>
                  <a:pt x="3289752" y="36509"/>
                  <a:pt x="3287132" y="39907"/>
                  <a:pt x="3281887" y="43985"/>
                </a:cubicBezTo>
                <a:cubicBezTo>
                  <a:pt x="3276644" y="48063"/>
                  <a:pt x="3267031" y="71850"/>
                  <a:pt x="3253050" y="115350"/>
                </a:cubicBezTo>
                <a:lnTo>
                  <a:pt x="3345679" y="115350"/>
                </a:lnTo>
                <a:cubicBezTo>
                  <a:pt x="3368205" y="115350"/>
                  <a:pt x="3389760" y="113796"/>
                  <a:pt x="3410343" y="110688"/>
                </a:cubicBezTo>
                <a:cubicBezTo>
                  <a:pt x="3408013" y="127777"/>
                  <a:pt x="3406654" y="147002"/>
                  <a:pt x="3406265" y="168362"/>
                </a:cubicBezTo>
                <a:lnTo>
                  <a:pt x="3400440" y="465471"/>
                </a:lnTo>
                <a:cubicBezTo>
                  <a:pt x="3400052" y="493045"/>
                  <a:pt x="3388983" y="511495"/>
                  <a:pt x="3367234" y="520814"/>
                </a:cubicBezTo>
                <a:cubicBezTo>
                  <a:pt x="3345484" y="530136"/>
                  <a:pt x="3313832" y="534797"/>
                  <a:pt x="3272275" y="534797"/>
                </a:cubicBezTo>
                <a:cubicBezTo>
                  <a:pt x="3271109" y="520039"/>
                  <a:pt x="3265286" y="504891"/>
                  <a:pt x="3254799" y="489356"/>
                </a:cubicBezTo>
                <a:cubicBezTo>
                  <a:pt x="3271888" y="490133"/>
                  <a:pt x="3288005" y="490521"/>
                  <a:pt x="3303153" y="490521"/>
                </a:cubicBezTo>
                <a:cubicBezTo>
                  <a:pt x="3318300" y="490521"/>
                  <a:pt x="3330532" y="488483"/>
                  <a:pt x="3339854" y="484405"/>
                </a:cubicBezTo>
                <a:cubicBezTo>
                  <a:pt x="3349173" y="480327"/>
                  <a:pt x="3355291" y="473239"/>
                  <a:pt x="3358204" y="463141"/>
                </a:cubicBezTo>
                <a:cubicBezTo>
                  <a:pt x="3361116" y="453044"/>
                  <a:pt x="3362768" y="436732"/>
                  <a:pt x="3363156" y="414206"/>
                </a:cubicBezTo>
                <a:lnTo>
                  <a:pt x="3366069" y="146808"/>
                </a:lnTo>
                <a:lnTo>
                  <a:pt x="3242565" y="146808"/>
                </a:lnTo>
                <a:cubicBezTo>
                  <a:pt x="3225089" y="188364"/>
                  <a:pt x="3206833" y="224289"/>
                  <a:pt x="3187804" y="254582"/>
                </a:cubicBezTo>
                <a:cubicBezTo>
                  <a:pt x="3176151" y="246815"/>
                  <a:pt x="3164113" y="241183"/>
                  <a:pt x="3151683" y="237688"/>
                </a:cubicBezTo>
                <a:cubicBezTo>
                  <a:pt x="3177317" y="201181"/>
                  <a:pt x="3195862" y="166615"/>
                  <a:pt x="3207319" y="133991"/>
                </a:cubicBezTo>
                <a:cubicBezTo>
                  <a:pt x="3218776" y="101367"/>
                  <a:pt x="3229361" y="61754"/>
                  <a:pt x="3239069" y="15148"/>
                </a:cubicBezTo>
                <a:close/>
                <a:moveTo>
                  <a:pt x="930359" y="13983"/>
                </a:moveTo>
                <a:cubicBezTo>
                  <a:pt x="946282" y="20585"/>
                  <a:pt x="962399" y="23886"/>
                  <a:pt x="978711" y="23886"/>
                </a:cubicBezTo>
                <a:cubicBezTo>
                  <a:pt x="983761" y="23886"/>
                  <a:pt x="986285" y="26120"/>
                  <a:pt x="986285" y="30586"/>
                </a:cubicBezTo>
                <a:cubicBezTo>
                  <a:pt x="986285" y="35052"/>
                  <a:pt x="983857" y="38742"/>
                  <a:pt x="979002" y="41655"/>
                </a:cubicBezTo>
                <a:cubicBezTo>
                  <a:pt x="974149" y="44567"/>
                  <a:pt x="969876" y="49713"/>
                  <a:pt x="966186" y="57092"/>
                </a:cubicBezTo>
                <a:cubicBezTo>
                  <a:pt x="962497" y="64471"/>
                  <a:pt x="955215" y="90493"/>
                  <a:pt x="944340" y="135156"/>
                </a:cubicBezTo>
                <a:lnTo>
                  <a:pt x="1043378" y="135156"/>
                </a:lnTo>
                <a:cubicBezTo>
                  <a:pt x="1075611" y="135156"/>
                  <a:pt x="1099498" y="133602"/>
                  <a:pt x="1115033" y="130496"/>
                </a:cubicBezTo>
                <a:lnTo>
                  <a:pt x="1115033" y="168946"/>
                </a:lnTo>
                <a:cubicBezTo>
                  <a:pt x="1103381" y="166615"/>
                  <a:pt x="1086292" y="165449"/>
                  <a:pt x="1063766" y="165449"/>
                </a:cubicBezTo>
                <a:cubicBezTo>
                  <a:pt x="1055998" y="280020"/>
                  <a:pt x="1038134" y="360804"/>
                  <a:pt x="1010170" y="407797"/>
                </a:cubicBezTo>
                <a:cubicBezTo>
                  <a:pt x="1040075" y="449743"/>
                  <a:pt x="1077554" y="479064"/>
                  <a:pt x="1122605" y="495765"/>
                </a:cubicBezTo>
                <a:cubicBezTo>
                  <a:pt x="1111343" y="505863"/>
                  <a:pt x="1102023" y="517902"/>
                  <a:pt x="1094643" y="531883"/>
                </a:cubicBezTo>
                <a:cubicBezTo>
                  <a:pt x="1056193" y="504309"/>
                  <a:pt x="1022016" y="471685"/>
                  <a:pt x="992111" y="434013"/>
                </a:cubicBezTo>
                <a:cubicBezTo>
                  <a:pt x="960264" y="474016"/>
                  <a:pt x="914824" y="510718"/>
                  <a:pt x="855791" y="544117"/>
                </a:cubicBezTo>
                <a:cubicBezTo>
                  <a:pt x="849187" y="534797"/>
                  <a:pt x="838314" y="523922"/>
                  <a:pt x="823167" y="511495"/>
                </a:cubicBezTo>
                <a:cubicBezTo>
                  <a:pt x="849966" y="503727"/>
                  <a:pt x="877151" y="490328"/>
                  <a:pt x="904725" y="471297"/>
                </a:cubicBezTo>
                <a:cubicBezTo>
                  <a:pt x="932301" y="452267"/>
                  <a:pt x="954827" y="431293"/>
                  <a:pt x="972304" y="408379"/>
                </a:cubicBezTo>
                <a:cubicBezTo>
                  <a:pt x="946282" y="369153"/>
                  <a:pt x="926669" y="319247"/>
                  <a:pt x="913465" y="258660"/>
                </a:cubicBezTo>
                <a:lnTo>
                  <a:pt x="946087" y="249922"/>
                </a:lnTo>
                <a:cubicBezTo>
                  <a:pt x="947641" y="286041"/>
                  <a:pt x="962788" y="328375"/>
                  <a:pt x="991529" y="376921"/>
                </a:cubicBezTo>
                <a:cubicBezTo>
                  <a:pt x="1013666" y="332646"/>
                  <a:pt x="1026675" y="261961"/>
                  <a:pt x="1030562" y="164868"/>
                </a:cubicBezTo>
                <a:lnTo>
                  <a:pt x="935602" y="164868"/>
                </a:lnTo>
                <a:cubicBezTo>
                  <a:pt x="920844" y="211084"/>
                  <a:pt x="903949" y="250116"/>
                  <a:pt x="884919" y="281963"/>
                </a:cubicBezTo>
                <a:cubicBezTo>
                  <a:pt x="881036" y="280409"/>
                  <a:pt x="875598" y="277691"/>
                  <a:pt x="868609" y="273807"/>
                </a:cubicBezTo>
                <a:cubicBezTo>
                  <a:pt x="861616" y="269924"/>
                  <a:pt x="855791" y="267205"/>
                  <a:pt x="851129" y="265651"/>
                </a:cubicBezTo>
                <a:cubicBezTo>
                  <a:pt x="871715" y="240794"/>
                  <a:pt x="889385" y="204773"/>
                  <a:pt x="904144" y="157584"/>
                </a:cubicBezTo>
                <a:cubicBezTo>
                  <a:pt x="918902" y="110397"/>
                  <a:pt x="927640" y="62529"/>
                  <a:pt x="930359" y="13983"/>
                </a:cubicBezTo>
                <a:close/>
                <a:moveTo>
                  <a:pt x="1324757" y="12818"/>
                </a:moveTo>
                <a:cubicBezTo>
                  <a:pt x="1337961" y="15148"/>
                  <a:pt x="1351749" y="16312"/>
                  <a:pt x="1366119" y="16312"/>
                </a:cubicBezTo>
                <a:cubicBezTo>
                  <a:pt x="1371167" y="16312"/>
                  <a:pt x="1373691" y="17380"/>
                  <a:pt x="1373691" y="19517"/>
                </a:cubicBezTo>
                <a:cubicBezTo>
                  <a:pt x="1373691" y="21653"/>
                  <a:pt x="1371555" y="23886"/>
                  <a:pt x="1367284" y="26217"/>
                </a:cubicBezTo>
                <a:cubicBezTo>
                  <a:pt x="1363011" y="28546"/>
                  <a:pt x="1360875" y="33208"/>
                  <a:pt x="1360875" y="40198"/>
                </a:cubicBezTo>
                <a:lnTo>
                  <a:pt x="1360875" y="71073"/>
                </a:lnTo>
                <a:cubicBezTo>
                  <a:pt x="1412529" y="70297"/>
                  <a:pt x="1445541" y="68938"/>
                  <a:pt x="1459911" y="66995"/>
                </a:cubicBezTo>
                <a:lnTo>
                  <a:pt x="1459911" y="101367"/>
                </a:lnTo>
                <a:cubicBezTo>
                  <a:pt x="1438552" y="99426"/>
                  <a:pt x="1405538" y="98066"/>
                  <a:pt x="1360875" y="97289"/>
                </a:cubicBezTo>
                <a:lnTo>
                  <a:pt x="1360875" y="146225"/>
                </a:lnTo>
                <a:lnTo>
                  <a:pt x="1496031" y="146225"/>
                </a:lnTo>
                <a:cubicBezTo>
                  <a:pt x="1492147" y="89910"/>
                  <a:pt x="1490204" y="45635"/>
                  <a:pt x="1490204" y="13400"/>
                </a:cubicBezTo>
                <a:cubicBezTo>
                  <a:pt x="1502245" y="17284"/>
                  <a:pt x="1512148" y="19225"/>
                  <a:pt x="1519916" y="19225"/>
                </a:cubicBezTo>
                <a:lnTo>
                  <a:pt x="1535646" y="16896"/>
                </a:lnTo>
                <a:cubicBezTo>
                  <a:pt x="1540306" y="16896"/>
                  <a:pt x="1542637" y="18838"/>
                  <a:pt x="1542637" y="22721"/>
                </a:cubicBezTo>
                <a:cubicBezTo>
                  <a:pt x="1542637" y="26606"/>
                  <a:pt x="1540306" y="30391"/>
                  <a:pt x="1535646" y="34080"/>
                </a:cubicBezTo>
                <a:cubicBezTo>
                  <a:pt x="1530984" y="37770"/>
                  <a:pt x="1528655" y="51364"/>
                  <a:pt x="1528655" y="74861"/>
                </a:cubicBezTo>
                <a:cubicBezTo>
                  <a:pt x="1528655" y="98358"/>
                  <a:pt x="1529042" y="122145"/>
                  <a:pt x="1529819" y="146225"/>
                </a:cubicBezTo>
                <a:cubicBezTo>
                  <a:pt x="1600506" y="145448"/>
                  <a:pt x="1651964" y="143701"/>
                  <a:pt x="1684200" y="140981"/>
                </a:cubicBezTo>
                <a:lnTo>
                  <a:pt x="1684200" y="177683"/>
                </a:lnTo>
                <a:cubicBezTo>
                  <a:pt x="1652353" y="174964"/>
                  <a:pt x="1601281" y="173217"/>
                  <a:pt x="1530984" y="172440"/>
                </a:cubicBezTo>
                <a:cubicBezTo>
                  <a:pt x="1536033" y="246233"/>
                  <a:pt x="1544772" y="307013"/>
                  <a:pt x="1557200" y="354783"/>
                </a:cubicBezTo>
                <a:cubicBezTo>
                  <a:pt x="1583610" y="308955"/>
                  <a:pt x="1601281" y="256913"/>
                  <a:pt x="1610214" y="198655"/>
                </a:cubicBezTo>
                <a:cubicBezTo>
                  <a:pt x="1623807" y="207200"/>
                  <a:pt x="1637401" y="212832"/>
                  <a:pt x="1650994" y="215551"/>
                </a:cubicBezTo>
                <a:cubicBezTo>
                  <a:pt x="1655265" y="216328"/>
                  <a:pt x="1657401" y="218268"/>
                  <a:pt x="1657401" y="221376"/>
                </a:cubicBezTo>
                <a:cubicBezTo>
                  <a:pt x="1657401" y="224484"/>
                  <a:pt x="1654586" y="227299"/>
                  <a:pt x="1648954" y="229823"/>
                </a:cubicBezTo>
                <a:cubicBezTo>
                  <a:pt x="1643322" y="232347"/>
                  <a:pt x="1636915" y="244193"/>
                  <a:pt x="1629729" y="265360"/>
                </a:cubicBezTo>
                <a:cubicBezTo>
                  <a:pt x="1622545" y="286527"/>
                  <a:pt x="1613320" y="309829"/>
                  <a:pt x="1602058" y="335268"/>
                </a:cubicBezTo>
                <a:cubicBezTo>
                  <a:pt x="1590796" y="360706"/>
                  <a:pt x="1580891" y="380610"/>
                  <a:pt x="1572346" y="394981"/>
                </a:cubicBezTo>
                <a:cubicBezTo>
                  <a:pt x="1605747" y="462170"/>
                  <a:pt x="1630215" y="495765"/>
                  <a:pt x="1645750" y="495765"/>
                </a:cubicBezTo>
                <a:cubicBezTo>
                  <a:pt x="1656626" y="495765"/>
                  <a:pt x="1662646" y="478676"/>
                  <a:pt x="1663810" y="444499"/>
                </a:cubicBezTo>
                <a:cubicBezTo>
                  <a:pt x="1675850" y="460811"/>
                  <a:pt x="1690025" y="468772"/>
                  <a:pt x="1706339" y="468384"/>
                </a:cubicBezTo>
                <a:cubicBezTo>
                  <a:pt x="1697793" y="493240"/>
                  <a:pt x="1689443" y="511688"/>
                  <a:pt x="1681289" y="523729"/>
                </a:cubicBezTo>
                <a:cubicBezTo>
                  <a:pt x="1673131" y="535768"/>
                  <a:pt x="1663324" y="541788"/>
                  <a:pt x="1651867" y="541788"/>
                </a:cubicBezTo>
                <a:cubicBezTo>
                  <a:pt x="1640409" y="541788"/>
                  <a:pt x="1625651" y="532758"/>
                  <a:pt x="1607592" y="514698"/>
                </a:cubicBezTo>
                <a:cubicBezTo>
                  <a:pt x="1589533" y="496639"/>
                  <a:pt x="1570406" y="467414"/>
                  <a:pt x="1550211" y="427022"/>
                </a:cubicBezTo>
                <a:cubicBezTo>
                  <a:pt x="1524189" y="464694"/>
                  <a:pt x="1491758" y="500038"/>
                  <a:pt x="1452920" y="533049"/>
                </a:cubicBezTo>
                <a:cubicBezTo>
                  <a:pt x="1446707" y="521010"/>
                  <a:pt x="1433307" y="511688"/>
                  <a:pt x="1412724" y="505086"/>
                </a:cubicBezTo>
                <a:cubicBezTo>
                  <a:pt x="1455833" y="487220"/>
                  <a:pt x="1496420" y="448966"/>
                  <a:pt x="1534481" y="390320"/>
                </a:cubicBezTo>
                <a:cubicBezTo>
                  <a:pt x="1517003" y="342938"/>
                  <a:pt x="1504769" y="270312"/>
                  <a:pt x="1497778" y="172440"/>
                </a:cubicBezTo>
                <a:lnTo>
                  <a:pt x="1339903" y="172440"/>
                </a:lnTo>
                <a:cubicBezTo>
                  <a:pt x="1265722" y="172440"/>
                  <a:pt x="1209020" y="174189"/>
                  <a:pt x="1169794" y="177683"/>
                </a:cubicBezTo>
                <a:lnTo>
                  <a:pt x="1169794" y="140981"/>
                </a:lnTo>
                <a:cubicBezTo>
                  <a:pt x="1206301" y="144478"/>
                  <a:pt x="1258732" y="146225"/>
                  <a:pt x="1327086" y="146225"/>
                </a:cubicBezTo>
                <a:lnTo>
                  <a:pt x="1327086" y="97289"/>
                </a:lnTo>
                <a:cubicBezTo>
                  <a:pt x="1269995" y="97289"/>
                  <a:pt x="1230381" y="98649"/>
                  <a:pt x="1208243" y="101367"/>
                </a:cubicBezTo>
                <a:lnTo>
                  <a:pt x="1208243" y="66995"/>
                </a:lnTo>
                <a:cubicBezTo>
                  <a:pt x="1236983" y="69715"/>
                  <a:pt x="1276599" y="71073"/>
                  <a:pt x="1327086" y="71073"/>
                </a:cubicBezTo>
                <a:cubicBezTo>
                  <a:pt x="1327086" y="42722"/>
                  <a:pt x="1326309" y="23303"/>
                  <a:pt x="1324757" y="12818"/>
                </a:cubicBezTo>
                <a:close/>
                <a:moveTo>
                  <a:pt x="720635" y="12818"/>
                </a:moveTo>
                <a:cubicBezTo>
                  <a:pt x="736170" y="14371"/>
                  <a:pt x="748695" y="15148"/>
                  <a:pt x="758210" y="15148"/>
                </a:cubicBezTo>
                <a:cubicBezTo>
                  <a:pt x="767726" y="15148"/>
                  <a:pt x="772484" y="16507"/>
                  <a:pt x="772484" y="19225"/>
                </a:cubicBezTo>
                <a:cubicBezTo>
                  <a:pt x="772484" y="21944"/>
                  <a:pt x="770930" y="23886"/>
                  <a:pt x="767822" y="25052"/>
                </a:cubicBezTo>
                <a:cubicBezTo>
                  <a:pt x="762385" y="26992"/>
                  <a:pt x="759666" y="33985"/>
                  <a:pt x="759666" y="46024"/>
                </a:cubicBezTo>
                <a:lnTo>
                  <a:pt x="759666" y="135738"/>
                </a:lnTo>
                <a:cubicBezTo>
                  <a:pt x="796563" y="135351"/>
                  <a:pt x="838507" y="133991"/>
                  <a:pt x="885501" y="131660"/>
                </a:cubicBezTo>
                <a:lnTo>
                  <a:pt x="885501" y="166033"/>
                </a:lnTo>
                <a:cubicBezTo>
                  <a:pt x="855986" y="163314"/>
                  <a:pt x="814039" y="161955"/>
                  <a:pt x="759666" y="161955"/>
                </a:cubicBezTo>
                <a:cubicBezTo>
                  <a:pt x="791513" y="186421"/>
                  <a:pt x="822197" y="213220"/>
                  <a:pt x="851713" y="242348"/>
                </a:cubicBezTo>
                <a:lnTo>
                  <a:pt x="826080" y="269147"/>
                </a:lnTo>
                <a:cubicBezTo>
                  <a:pt x="805496" y="243513"/>
                  <a:pt x="783357" y="218268"/>
                  <a:pt x="759666" y="193414"/>
                </a:cubicBezTo>
                <a:cubicBezTo>
                  <a:pt x="760443" y="224095"/>
                  <a:pt x="761803" y="250116"/>
                  <a:pt x="763744" y="271478"/>
                </a:cubicBezTo>
                <a:lnTo>
                  <a:pt x="722384" y="271478"/>
                </a:lnTo>
                <a:cubicBezTo>
                  <a:pt x="725103" y="243902"/>
                  <a:pt x="726460" y="210112"/>
                  <a:pt x="726460" y="170111"/>
                </a:cubicBezTo>
                <a:cubicBezTo>
                  <a:pt x="697334" y="221376"/>
                  <a:pt x="660630" y="265069"/>
                  <a:pt x="616356" y="301187"/>
                </a:cubicBezTo>
                <a:cubicBezTo>
                  <a:pt x="610919" y="292643"/>
                  <a:pt x="602179" y="284875"/>
                  <a:pt x="590140" y="277885"/>
                </a:cubicBezTo>
                <a:cubicBezTo>
                  <a:pt x="636746" y="244097"/>
                  <a:pt x="673253" y="205453"/>
                  <a:pt x="699663" y="161955"/>
                </a:cubicBezTo>
                <a:cubicBezTo>
                  <a:pt x="657718" y="161955"/>
                  <a:pt x="624900" y="163314"/>
                  <a:pt x="601209" y="166033"/>
                </a:cubicBezTo>
                <a:lnTo>
                  <a:pt x="601209" y="131660"/>
                </a:lnTo>
                <a:cubicBezTo>
                  <a:pt x="637328" y="134379"/>
                  <a:pt x="679078" y="135738"/>
                  <a:pt x="726460" y="135738"/>
                </a:cubicBezTo>
                <a:lnTo>
                  <a:pt x="726460" y="73404"/>
                </a:lnTo>
                <a:cubicBezTo>
                  <a:pt x="726460" y="52044"/>
                  <a:pt x="724518" y="31847"/>
                  <a:pt x="720635" y="12818"/>
                </a:cubicBezTo>
                <a:close/>
                <a:moveTo>
                  <a:pt x="3027598" y="10487"/>
                </a:moveTo>
                <a:cubicBezTo>
                  <a:pt x="3042744" y="15535"/>
                  <a:pt x="3058084" y="19613"/>
                  <a:pt x="3073619" y="22721"/>
                </a:cubicBezTo>
                <a:cubicBezTo>
                  <a:pt x="3077893" y="23498"/>
                  <a:pt x="3080028" y="25148"/>
                  <a:pt x="3080028" y="27673"/>
                </a:cubicBezTo>
                <a:cubicBezTo>
                  <a:pt x="3080028" y="30198"/>
                  <a:pt x="3078474" y="33013"/>
                  <a:pt x="3075368" y="36120"/>
                </a:cubicBezTo>
                <a:cubicBezTo>
                  <a:pt x="3064882" y="46605"/>
                  <a:pt x="3052454" y="76123"/>
                  <a:pt x="3038084" y="124669"/>
                </a:cubicBezTo>
                <a:cubicBezTo>
                  <a:pt x="3080417" y="124669"/>
                  <a:pt x="3116342" y="123117"/>
                  <a:pt x="3145858" y="120010"/>
                </a:cubicBezTo>
                <a:cubicBezTo>
                  <a:pt x="3143141" y="135156"/>
                  <a:pt x="3141780" y="152827"/>
                  <a:pt x="3141780" y="173024"/>
                </a:cubicBezTo>
                <a:lnTo>
                  <a:pt x="3141780" y="451490"/>
                </a:lnTo>
                <a:cubicBezTo>
                  <a:pt x="3141780" y="482949"/>
                  <a:pt x="3143141" y="511300"/>
                  <a:pt x="3145858" y="536545"/>
                </a:cubicBezTo>
                <a:lnTo>
                  <a:pt x="3106244" y="536545"/>
                </a:lnTo>
                <a:lnTo>
                  <a:pt x="3106244" y="482949"/>
                </a:lnTo>
                <a:lnTo>
                  <a:pt x="2982740" y="482949"/>
                </a:lnTo>
                <a:lnTo>
                  <a:pt x="2982740" y="541205"/>
                </a:lnTo>
                <a:lnTo>
                  <a:pt x="2941961" y="541205"/>
                </a:lnTo>
                <a:cubicBezTo>
                  <a:pt x="2945067" y="511688"/>
                  <a:pt x="2946621" y="483337"/>
                  <a:pt x="2946621" y="456150"/>
                </a:cubicBezTo>
                <a:lnTo>
                  <a:pt x="2946621" y="173024"/>
                </a:lnTo>
                <a:cubicBezTo>
                  <a:pt x="2946621" y="155158"/>
                  <a:pt x="2945262" y="137487"/>
                  <a:pt x="2942543" y="120010"/>
                </a:cubicBezTo>
                <a:cubicBezTo>
                  <a:pt x="2959242" y="122729"/>
                  <a:pt x="2980215" y="124281"/>
                  <a:pt x="3005460" y="124669"/>
                </a:cubicBezTo>
                <a:cubicBezTo>
                  <a:pt x="3018665" y="84279"/>
                  <a:pt x="3026045" y="46219"/>
                  <a:pt x="3027598" y="10487"/>
                </a:cubicBezTo>
                <a:close/>
                <a:moveTo>
                  <a:pt x="245261" y="6992"/>
                </a:moveTo>
                <a:cubicBezTo>
                  <a:pt x="259242" y="10487"/>
                  <a:pt x="270117" y="12234"/>
                  <a:pt x="277885" y="12234"/>
                </a:cubicBezTo>
                <a:lnTo>
                  <a:pt x="290700" y="11652"/>
                </a:lnTo>
                <a:cubicBezTo>
                  <a:pt x="294585" y="11652"/>
                  <a:pt x="296527" y="12623"/>
                  <a:pt x="296527" y="14565"/>
                </a:cubicBezTo>
                <a:cubicBezTo>
                  <a:pt x="296527" y="16507"/>
                  <a:pt x="294876" y="19225"/>
                  <a:pt x="291575" y="22721"/>
                </a:cubicBezTo>
                <a:cubicBezTo>
                  <a:pt x="288274" y="26217"/>
                  <a:pt x="286624" y="32819"/>
                  <a:pt x="286624" y="42527"/>
                </a:cubicBezTo>
                <a:lnTo>
                  <a:pt x="286624" y="293031"/>
                </a:lnTo>
                <a:cubicBezTo>
                  <a:pt x="286624" y="318276"/>
                  <a:pt x="287983" y="339443"/>
                  <a:pt x="290700" y="356532"/>
                </a:cubicBezTo>
                <a:lnTo>
                  <a:pt x="244679" y="356532"/>
                </a:lnTo>
                <a:cubicBezTo>
                  <a:pt x="247396" y="340609"/>
                  <a:pt x="248757" y="319635"/>
                  <a:pt x="248757" y="293615"/>
                </a:cubicBezTo>
                <a:lnTo>
                  <a:pt x="248757" y="62336"/>
                </a:lnTo>
                <a:cubicBezTo>
                  <a:pt x="248757" y="37868"/>
                  <a:pt x="247591" y="19420"/>
                  <a:pt x="245261" y="6992"/>
                </a:cubicBezTo>
                <a:close/>
                <a:moveTo>
                  <a:pt x="5509912" y="5244"/>
                </a:moveTo>
                <a:cubicBezTo>
                  <a:pt x="5528942" y="31265"/>
                  <a:pt x="5546226" y="58451"/>
                  <a:pt x="5561762" y="86804"/>
                </a:cubicBezTo>
                <a:cubicBezTo>
                  <a:pt x="5673224" y="86804"/>
                  <a:pt x="5738084" y="85443"/>
                  <a:pt x="5756338" y="82726"/>
                </a:cubicBezTo>
                <a:lnTo>
                  <a:pt x="5756338" y="121175"/>
                </a:lnTo>
                <a:cubicBezTo>
                  <a:pt x="5736919" y="118844"/>
                  <a:pt x="5686236" y="117679"/>
                  <a:pt x="5604287" y="117679"/>
                </a:cubicBezTo>
                <a:lnTo>
                  <a:pt x="5349124" y="117679"/>
                </a:lnTo>
                <a:cubicBezTo>
                  <a:pt x="5351842" y="173605"/>
                  <a:pt x="5353202" y="220017"/>
                  <a:pt x="5353202" y="256913"/>
                </a:cubicBezTo>
                <a:cubicBezTo>
                  <a:pt x="5353202" y="326044"/>
                  <a:pt x="5348153" y="380126"/>
                  <a:pt x="5338054" y="419157"/>
                </a:cubicBezTo>
                <a:cubicBezTo>
                  <a:pt x="5327958" y="458190"/>
                  <a:pt x="5310480" y="496153"/>
                  <a:pt x="5285624" y="533049"/>
                </a:cubicBezTo>
                <a:cubicBezTo>
                  <a:pt x="5275528" y="522563"/>
                  <a:pt x="5262322" y="515378"/>
                  <a:pt x="5246010" y="511495"/>
                </a:cubicBezTo>
                <a:cubicBezTo>
                  <a:pt x="5272808" y="484696"/>
                  <a:pt x="5291740" y="451490"/>
                  <a:pt x="5302809" y="411875"/>
                </a:cubicBezTo>
                <a:cubicBezTo>
                  <a:pt x="5313879" y="372261"/>
                  <a:pt x="5319414" y="324102"/>
                  <a:pt x="5319414" y="267400"/>
                </a:cubicBezTo>
                <a:cubicBezTo>
                  <a:pt x="5319414" y="210696"/>
                  <a:pt x="5316694" y="149137"/>
                  <a:pt x="5311258" y="82726"/>
                </a:cubicBezTo>
                <a:cubicBezTo>
                  <a:pt x="5324462" y="85443"/>
                  <a:pt x="5394758" y="86804"/>
                  <a:pt x="5522146" y="86804"/>
                </a:cubicBezTo>
                <a:cubicBezTo>
                  <a:pt x="5512048" y="66995"/>
                  <a:pt x="5497678" y="46605"/>
                  <a:pt x="5479036" y="25634"/>
                </a:cubicBezTo>
                <a:close/>
                <a:moveTo>
                  <a:pt x="5005992" y="2914"/>
                </a:moveTo>
                <a:cubicBezTo>
                  <a:pt x="5017644" y="10682"/>
                  <a:pt x="5031819" y="15148"/>
                  <a:pt x="5048520" y="16312"/>
                </a:cubicBezTo>
                <a:cubicBezTo>
                  <a:pt x="5053180" y="17089"/>
                  <a:pt x="5055510" y="18450"/>
                  <a:pt x="5055510" y="20390"/>
                </a:cubicBezTo>
                <a:cubicBezTo>
                  <a:pt x="5055510" y="22332"/>
                  <a:pt x="5054054" y="24663"/>
                  <a:pt x="5051141" y="27381"/>
                </a:cubicBezTo>
                <a:cubicBezTo>
                  <a:pt x="5048228" y="30100"/>
                  <a:pt x="5044539" y="37674"/>
                  <a:pt x="5040072" y="50102"/>
                </a:cubicBezTo>
                <a:cubicBezTo>
                  <a:pt x="5035606" y="62529"/>
                  <a:pt x="5027352" y="88551"/>
                  <a:pt x="5015314" y="128166"/>
                </a:cubicBezTo>
                <a:lnTo>
                  <a:pt x="5110854" y="128166"/>
                </a:lnTo>
                <a:cubicBezTo>
                  <a:pt x="5155130" y="128166"/>
                  <a:pt x="5182898" y="126807"/>
                  <a:pt x="5194162" y="124088"/>
                </a:cubicBezTo>
                <a:lnTo>
                  <a:pt x="5194162" y="161955"/>
                </a:lnTo>
                <a:cubicBezTo>
                  <a:pt x="5184064" y="159236"/>
                  <a:pt x="5166198" y="157877"/>
                  <a:pt x="5140565" y="157877"/>
                </a:cubicBezTo>
                <a:cubicBezTo>
                  <a:pt x="5128138" y="259632"/>
                  <a:pt x="5106970" y="336531"/>
                  <a:pt x="5077066" y="388573"/>
                </a:cubicBezTo>
                <a:cubicBezTo>
                  <a:pt x="5102698" y="426245"/>
                  <a:pt x="5144836" y="461200"/>
                  <a:pt x="5203482" y="493434"/>
                </a:cubicBezTo>
                <a:cubicBezTo>
                  <a:pt x="5190278" y="501978"/>
                  <a:pt x="5179986" y="513242"/>
                  <a:pt x="5172607" y="527223"/>
                </a:cubicBezTo>
                <a:cubicBezTo>
                  <a:pt x="5124448" y="493434"/>
                  <a:pt x="5086194" y="457122"/>
                  <a:pt x="5057841" y="418284"/>
                </a:cubicBezTo>
                <a:cubicBezTo>
                  <a:pt x="5025606" y="462947"/>
                  <a:pt x="4976671" y="503144"/>
                  <a:pt x="4911034" y="538875"/>
                </a:cubicBezTo>
                <a:cubicBezTo>
                  <a:pt x="4906373" y="526835"/>
                  <a:pt x="4895692" y="516736"/>
                  <a:pt x="4878994" y="508582"/>
                </a:cubicBezTo>
                <a:cubicBezTo>
                  <a:pt x="4948514" y="480618"/>
                  <a:pt x="5001526" y="440810"/>
                  <a:pt x="5038034" y="389155"/>
                </a:cubicBezTo>
                <a:cubicBezTo>
                  <a:pt x="5010070" y="345657"/>
                  <a:pt x="4988516" y="298275"/>
                  <a:pt x="4973368" y="247010"/>
                </a:cubicBezTo>
                <a:lnTo>
                  <a:pt x="5002498" y="236523"/>
                </a:lnTo>
                <a:cubicBezTo>
                  <a:pt x="5017256" y="285459"/>
                  <a:pt x="5035315" y="325850"/>
                  <a:pt x="5056676" y="357696"/>
                </a:cubicBezTo>
                <a:cubicBezTo>
                  <a:pt x="5083474" y="302548"/>
                  <a:pt x="5099784" y="235941"/>
                  <a:pt x="5105610" y="157877"/>
                </a:cubicBezTo>
                <a:lnTo>
                  <a:pt x="5005992" y="157877"/>
                </a:lnTo>
                <a:cubicBezTo>
                  <a:pt x="4986961" y="210308"/>
                  <a:pt x="4968125" y="252446"/>
                  <a:pt x="4949484" y="284293"/>
                </a:cubicBezTo>
                <a:cubicBezTo>
                  <a:pt x="4937054" y="275361"/>
                  <a:pt x="4924627" y="269729"/>
                  <a:pt x="4912200" y="267400"/>
                </a:cubicBezTo>
                <a:cubicBezTo>
                  <a:pt x="4938997" y="228562"/>
                  <a:pt x="4959484" y="189238"/>
                  <a:pt x="4973659" y="149428"/>
                </a:cubicBezTo>
                <a:cubicBezTo>
                  <a:pt x="4987836" y="109620"/>
                  <a:pt x="4998613" y="60782"/>
                  <a:pt x="5005992" y="2914"/>
                </a:cubicBezTo>
                <a:close/>
                <a:moveTo>
                  <a:pt x="4777044" y="1166"/>
                </a:moveTo>
                <a:cubicBezTo>
                  <a:pt x="4797627" y="23303"/>
                  <a:pt x="4818017" y="49713"/>
                  <a:pt x="4838214" y="80395"/>
                </a:cubicBezTo>
                <a:lnTo>
                  <a:pt x="4808502" y="97289"/>
                </a:lnTo>
                <a:cubicBezTo>
                  <a:pt x="4791802" y="69326"/>
                  <a:pt x="4772772" y="43693"/>
                  <a:pt x="4751410" y="20390"/>
                </a:cubicBezTo>
                <a:close/>
                <a:moveTo>
                  <a:pt x="2048886" y="0"/>
                </a:moveTo>
                <a:cubicBezTo>
                  <a:pt x="2070246" y="29518"/>
                  <a:pt x="2087724" y="56510"/>
                  <a:pt x="2101317" y="80978"/>
                </a:cubicBezTo>
                <a:cubicBezTo>
                  <a:pt x="2172778" y="80978"/>
                  <a:pt x="2227540" y="79425"/>
                  <a:pt x="2265601" y="76317"/>
                </a:cubicBezTo>
                <a:lnTo>
                  <a:pt x="2265601" y="112435"/>
                </a:lnTo>
                <a:cubicBezTo>
                  <a:pt x="2233754" y="109329"/>
                  <a:pt x="2164816" y="107776"/>
                  <a:pt x="2058789" y="107776"/>
                </a:cubicBezTo>
                <a:cubicBezTo>
                  <a:pt x="2049080" y="118651"/>
                  <a:pt x="2021117" y="159236"/>
                  <a:pt x="1974900" y="229532"/>
                </a:cubicBezTo>
                <a:lnTo>
                  <a:pt x="2170059" y="221958"/>
                </a:lnTo>
                <a:cubicBezTo>
                  <a:pt x="2153747" y="202152"/>
                  <a:pt x="2136465" y="184286"/>
                  <a:pt x="2118211" y="168362"/>
                </a:cubicBezTo>
                <a:lnTo>
                  <a:pt x="2143844" y="147972"/>
                </a:lnTo>
                <a:cubicBezTo>
                  <a:pt x="2178410" y="179431"/>
                  <a:pt x="2213752" y="220017"/>
                  <a:pt x="2249870" y="269729"/>
                </a:cubicBezTo>
                <a:lnTo>
                  <a:pt x="2219577" y="291284"/>
                </a:lnTo>
                <a:cubicBezTo>
                  <a:pt x="2211423" y="278080"/>
                  <a:pt x="2201713" y="263515"/>
                  <a:pt x="2190449" y="247591"/>
                </a:cubicBezTo>
                <a:cubicBezTo>
                  <a:pt x="2023059" y="256913"/>
                  <a:pt x="1936062" y="264485"/>
                  <a:pt x="1929460" y="270312"/>
                </a:cubicBezTo>
                <a:cubicBezTo>
                  <a:pt x="1926353" y="258660"/>
                  <a:pt x="1922081" y="247010"/>
                  <a:pt x="1916644" y="235357"/>
                </a:cubicBezTo>
                <a:cubicBezTo>
                  <a:pt x="1925576" y="232251"/>
                  <a:pt x="1934606" y="226231"/>
                  <a:pt x="1943732" y="217298"/>
                </a:cubicBezTo>
                <a:cubicBezTo>
                  <a:pt x="1952860" y="208365"/>
                  <a:pt x="1965676" y="192248"/>
                  <a:pt x="1982182" y="168946"/>
                </a:cubicBezTo>
                <a:cubicBezTo>
                  <a:pt x="1998689" y="145643"/>
                  <a:pt x="2011020" y="125446"/>
                  <a:pt x="2019175" y="108357"/>
                </a:cubicBezTo>
                <a:cubicBezTo>
                  <a:pt x="1977619" y="108357"/>
                  <a:pt x="1942665" y="109718"/>
                  <a:pt x="1914314" y="112435"/>
                </a:cubicBezTo>
                <a:lnTo>
                  <a:pt x="1914314" y="76317"/>
                </a:lnTo>
                <a:cubicBezTo>
                  <a:pt x="1950432" y="79425"/>
                  <a:pt x="2000339" y="80978"/>
                  <a:pt x="2064034" y="80978"/>
                </a:cubicBezTo>
                <a:cubicBezTo>
                  <a:pt x="2052769" y="62336"/>
                  <a:pt x="2037818" y="42141"/>
                  <a:pt x="2019175" y="2039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94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A62DC7-EAB7-492F-90C5-92570CC2442B}"/>
              </a:ext>
            </a:extLst>
          </p:cNvPr>
          <p:cNvSpPr txBox="1"/>
          <p:nvPr/>
        </p:nvSpPr>
        <p:spPr>
          <a:xfrm>
            <a:off x="5428621" y="992052"/>
            <a:ext cx="1337286" cy="421324"/>
          </a:xfrm>
          <a:custGeom>
            <a:avLst/>
            <a:gdLst/>
            <a:ahLst/>
            <a:cxnLst/>
            <a:rect l="l" t="t" r="r" b="b"/>
            <a:pathLst>
              <a:path w="1337286" h="421324">
                <a:moveTo>
                  <a:pt x="161641" y="314853"/>
                </a:moveTo>
                <a:cubicBezTo>
                  <a:pt x="161032" y="325421"/>
                  <a:pt x="162079" y="336789"/>
                  <a:pt x="164785" y="348958"/>
                </a:cubicBezTo>
                <a:cubicBezTo>
                  <a:pt x="92666" y="364202"/>
                  <a:pt x="43060" y="376066"/>
                  <a:pt x="15966" y="384548"/>
                </a:cubicBezTo>
                <a:cubicBezTo>
                  <a:pt x="14080" y="370608"/>
                  <a:pt x="9506" y="356340"/>
                  <a:pt x="2243" y="341743"/>
                </a:cubicBezTo>
                <a:cubicBezTo>
                  <a:pt x="50111" y="339437"/>
                  <a:pt x="103244" y="330474"/>
                  <a:pt x="161641" y="314853"/>
                </a:cubicBezTo>
                <a:close/>
                <a:moveTo>
                  <a:pt x="1054722" y="290808"/>
                </a:moveTo>
                <a:lnTo>
                  <a:pt x="1054722" y="358366"/>
                </a:lnTo>
                <a:lnTo>
                  <a:pt x="1211534" y="358366"/>
                </a:lnTo>
                <a:lnTo>
                  <a:pt x="1211534" y="290808"/>
                </a:lnTo>
                <a:close/>
                <a:moveTo>
                  <a:pt x="212326" y="272420"/>
                </a:moveTo>
                <a:lnTo>
                  <a:pt x="212326" y="352087"/>
                </a:lnTo>
                <a:lnTo>
                  <a:pt x="345357" y="352087"/>
                </a:lnTo>
                <a:lnTo>
                  <a:pt x="345357" y="272420"/>
                </a:lnTo>
                <a:close/>
                <a:moveTo>
                  <a:pt x="174029" y="238608"/>
                </a:moveTo>
                <a:cubicBezTo>
                  <a:pt x="193560" y="241004"/>
                  <a:pt x="228703" y="242201"/>
                  <a:pt x="279460" y="242201"/>
                </a:cubicBezTo>
                <a:cubicBezTo>
                  <a:pt x="330216" y="242201"/>
                  <a:pt x="364948" y="241004"/>
                  <a:pt x="383655" y="238608"/>
                </a:cubicBezTo>
                <a:cubicBezTo>
                  <a:pt x="381564" y="255296"/>
                  <a:pt x="380519" y="273713"/>
                  <a:pt x="380519" y="293858"/>
                </a:cubicBezTo>
                <a:lnTo>
                  <a:pt x="380519" y="345443"/>
                </a:lnTo>
                <a:cubicBezTo>
                  <a:pt x="380519" y="363626"/>
                  <a:pt x="381714" y="386677"/>
                  <a:pt x="384105" y="414595"/>
                </a:cubicBezTo>
                <a:lnTo>
                  <a:pt x="345357" y="414595"/>
                </a:lnTo>
                <a:lnTo>
                  <a:pt x="345357" y="382755"/>
                </a:lnTo>
                <a:lnTo>
                  <a:pt x="212326" y="382755"/>
                </a:lnTo>
                <a:lnTo>
                  <a:pt x="212326" y="417738"/>
                </a:lnTo>
                <a:lnTo>
                  <a:pt x="172235" y="417738"/>
                </a:lnTo>
                <a:cubicBezTo>
                  <a:pt x="175222" y="393120"/>
                  <a:pt x="176715" y="367674"/>
                  <a:pt x="176715" y="341400"/>
                </a:cubicBezTo>
                <a:lnTo>
                  <a:pt x="176715" y="293858"/>
                </a:lnTo>
                <a:cubicBezTo>
                  <a:pt x="176715" y="276299"/>
                  <a:pt x="175819" y="257882"/>
                  <a:pt x="174029" y="238608"/>
                </a:cubicBezTo>
                <a:close/>
                <a:moveTo>
                  <a:pt x="679944" y="204247"/>
                </a:moveTo>
                <a:lnTo>
                  <a:pt x="679944" y="264183"/>
                </a:lnTo>
                <a:lnTo>
                  <a:pt x="779792" y="264183"/>
                </a:lnTo>
                <a:lnTo>
                  <a:pt x="779792" y="204247"/>
                </a:lnTo>
                <a:close/>
                <a:moveTo>
                  <a:pt x="540012" y="204247"/>
                </a:moveTo>
                <a:lnTo>
                  <a:pt x="540012" y="264183"/>
                </a:lnTo>
                <a:lnTo>
                  <a:pt x="642547" y="264183"/>
                </a:lnTo>
                <a:lnTo>
                  <a:pt x="642547" y="204247"/>
                </a:lnTo>
                <a:close/>
                <a:moveTo>
                  <a:pt x="1135182" y="182716"/>
                </a:moveTo>
                <a:cubicBezTo>
                  <a:pt x="1095939" y="221263"/>
                  <a:pt x="1062094" y="246845"/>
                  <a:pt x="1033648" y="259461"/>
                </a:cubicBezTo>
                <a:cubicBezTo>
                  <a:pt x="1046359" y="259918"/>
                  <a:pt x="1077524" y="260147"/>
                  <a:pt x="1127142" y="260147"/>
                </a:cubicBezTo>
                <a:cubicBezTo>
                  <a:pt x="1176760" y="260147"/>
                  <a:pt x="1212516" y="259806"/>
                  <a:pt x="1234409" y="259125"/>
                </a:cubicBezTo>
                <a:cubicBezTo>
                  <a:pt x="1202881" y="245523"/>
                  <a:pt x="1169805" y="220053"/>
                  <a:pt x="1135182" y="182716"/>
                </a:cubicBezTo>
                <a:close/>
                <a:moveTo>
                  <a:pt x="1128481" y="131409"/>
                </a:moveTo>
                <a:cubicBezTo>
                  <a:pt x="1140430" y="139048"/>
                  <a:pt x="1151372" y="145139"/>
                  <a:pt x="1161307" y="149683"/>
                </a:cubicBezTo>
                <a:cubicBezTo>
                  <a:pt x="1166798" y="151974"/>
                  <a:pt x="1169543" y="155031"/>
                  <a:pt x="1169543" y="158855"/>
                </a:cubicBezTo>
                <a:cubicBezTo>
                  <a:pt x="1169543" y="163999"/>
                  <a:pt x="1167304" y="166571"/>
                  <a:pt x="1162825" y="166571"/>
                </a:cubicBezTo>
                <a:cubicBezTo>
                  <a:pt x="1158346" y="166571"/>
                  <a:pt x="1155651" y="166409"/>
                  <a:pt x="1154742" y="166085"/>
                </a:cubicBezTo>
                <a:cubicBezTo>
                  <a:pt x="1201205" y="216539"/>
                  <a:pt x="1262053" y="249219"/>
                  <a:pt x="1337286" y="264126"/>
                </a:cubicBezTo>
                <a:cubicBezTo>
                  <a:pt x="1328247" y="275437"/>
                  <a:pt x="1321743" y="287469"/>
                  <a:pt x="1317776" y="300223"/>
                </a:cubicBezTo>
                <a:cubicBezTo>
                  <a:pt x="1287301" y="290436"/>
                  <a:pt x="1264741" y="280721"/>
                  <a:pt x="1250096" y="271077"/>
                </a:cubicBezTo>
                <a:cubicBezTo>
                  <a:pt x="1249620" y="278797"/>
                  <a:pt x="1249382" y="287138"/>
                  <a:pt x="1249382" y="296101"/>
                </a:cubicBezTo>
                <a:lnTo>
                  <a:pt x="1249382" y="384012"/>
                </a:lnTo>
                <a:cubicBezTo>
                  <a:pt x="1249382" y="392332"/>
                  <a:pt x="1250130" y="403274"/>
                  <a:pt x="1251625" y="416838"/>
                </a:cubicBezTo>
                <a:lnTo>
                  <a:pt x="1211534" y="416838"/>
                </a:lnTo>
                <a:lnTo>
                  <a:pt x="1211534" y="387684"/>
                </a:lnTo>
                <a:lnTo>
                  <a:pt x="1054722" y="387684"/>
                </a:lnTo>
                <a:lnTo>
                  <a:pt x="1054722" y="421324"/>
                </a:lnTo>
                <a:lnTo>
                  <a:pt x="1014631" y="421324"/>
                </a:lnTo>
                <a:cubicBezTo>
                  <a:pt x="1016727" y="403536"/>
                  <a:pt x="1017774" y="390949"/>
                  <a:pt x="1017774" y="383562"/>
                </a:cubicBezTo>
                <a:lnTo>
                  <a:pt x="1017774" y="293858"/>
                </a:lnTo>
                <a:cubicBezTo>
                  <a:pt x="1017774" y="285366"/>
                  <a:pt x="1017489" y="278220"/>
                  <a:pt x="1016917" y="272420"/>
                </a:cubicBezTo>
                <a:cubicBezTo>
                  <a:pt x="1001039" y="282992"/>
                  <a:pt x="979351" y="294056"/>
                  <a:pt x="951852" y="305609"/>
                </a:cubicBezTo>
                <a:cubicBezTo>
                  <a:pt x="947866" y="294460"/>
                  <a:pt x="940386" y="284152"/>
                  <a:pt x="929413" y="274684"/>
                </a:cubicBezTo>
                <a:cubicBezTo>
                  <a:pt x="974067" y="260806"/>
                  <a:pt x="1009788" y="244152"/>
                  <a:pt x="1036577" y="224721"/>
                </a:cubicBezTo>
                <a:cubicBezTo>
                  <a:pt x="1063366" y="205290"/>
                  <a:pt x="1083910" y="189015"/>
                  <a:pt x="1098210" y="175897"/>
                </a:cubicBezTo>
                <a:cubicBezTo>
                  <a:pt x="1112509" y="162778"/>
                  <a:pt x="1122599" y="147949"/>
                  <a:pt x="1128481" y="131409"/>
                </a:cubicBezTo>
                <a:close/>
                <a:moveTo>
                  <a:pt x="679944" y="108713"/>
                </a:moveTo>
                <a:lnTo>
                  <a:pt x="679944" y="173579"/>
                </a:lnTo>
                <a:lnTo>
                  <a:pt x="779792" y="173579"/>
                </a:lnTo>
                <a:lnTo>
                  <a:pt x="779792" y="108713"/>
                </a:lnTo>
                <a:close/>
                <a:moveTo>
                  <a:pt x="540012" y="108713"/>
                </a:moveTo>
                <a:lnTo>
                  <a:pt x="540012" y="173579"/>
                </a:lnTo>
                <a:lnTo>
                  <a:pt x="642547" y="173579"/>
                </a:lnTo>
                <a:lnTo>
                  <a:pt x="642547" y="108713"/>
                </a:lnTo>
                <a:close/>
                <a:moveTo>
                  <a:pt x="1185395" y="95976"/>
                </a:moveTo>
                <a:cubicBezTo>
                  <a:pt x="1231377" y="119898"/>
                  <a:pt x="1269749" y="145230"/>
                  <a:pt x="1300510" y="171971"/>
                </a:cubicBezTo>
                <a:lnTo>
                  <a:pt x="1278264" y="197967"/>
                </a:lnTo>
                <a:cubicBezTo>
                  <a:pt x="1249318" y="171416"/>
                  <a:pt x="1212870" y="146109"/>
                  <a:pt x="1168922" y="122044"/>
                </a:cubicBezTo>
                <a:close/>
                <a:moveTo>
                  <a:pt x="1074946" y="91940"/>
                </a:moveTo>
                <a:cubicBezTo>
                  <a:pt x="1084099" y="101312"/>
                  <a:pt x="1092362" y="107906"/>
                  <a:pt x="1099735" y="111721"/>
                </a:cubicBezTo>
                <a:cubicBezTo>
                  <a:pt x="1104411" y="114050"/>
                  <a:pt x="1106750" y="117207"/>
                  <a:pt x="1106750" y="121193"/>
                </a:cubicBezTo>
                <a:cubicBezTo>
                  <a:pt x="1106750" y="125180"/>
                  <a:pt x="1103783" y="127440"/>
                  <a:pt x="1097849" y="127973"/>
                </a:cubicBezTo>
                <a:cubicBezTo>
                  <a:pt x="1092934" y="128235"/>
                  <a:pt x="1085014" y="132964"/>
                  <a:pt x="1074089" y="142160"/>
                </a:cubicBezTo>
                <a:cubicBezTo>
                  <a:pt x="1044390" y="166221"/>
                  <a:pt x="1015310" y="187364"/>
                  <a:pt x="986849" y="205590"/>
                </a:cubicBezTo>
                <a:cubicBezTo>
                  <a:pt x="982315" y="194884"/>
                  <a:pt x="974683" y="185966"/>
                  <a:pt x="963953" y="178836"/>
                </a:cubicBezTo>
                <a:cubicBezTo>
                  <a:pt x="1015065" y="151504"/>
                  <a:pt x="1052062" y="122539"/>
                  <a:pt x="1074946" y="91940"/>
                </a:cubicBezTo>
                <a:close/>
                <a:moveTo>
                  <a:pt x="256553" y="5829"/>
                </a:moveTo>
                <a:cubicBezTo>
                  <a:pt x="271312" y="8225"/>
                  <a:pt x="284497" y="9422"/>
                  <a:pt x="296108" y="9422"/>
                </a:cubicBezTo>
                <a:cubicBezTo>
                  <a:pt x="303342" y="9422"/>
                  <a:pt x="306959" y="11474"/>
                  <a:pt x="306959" y="15577"/>
                </a:cubicBezTo>
                <a:cubicBezTo>
                  <a:pt x="306959" y="19680"/>
                  <a:pt x="305693" y="22184"/>
                  <a:pt x="303159" y="23088"/>
                </a:cubicBezTo>
                <a:cubicBezTo>
                  <a:pt x="300625" y="23993"/>
                  <a:pt x="298906" y="25403"/>
                  <a:pt x="298001" y="27317"/>
                </a:cubicBezTo>
                <a:cubicBezTo>
                  <a:pt x="297096" y="29232"/>
                  <a:pt x="296644" y="31368"/>
                  <a:pt x="296644" y="33725"/>
                </a:cubicBezTo>
                <a:lnTo>
                  <a:pt x="296644" y="79838"/>
                </a:lnTo>
                <a:cubicBezTo>
                  <a:pt x="342111" y="79838"/>
                  <a:pt x="380535" y="78193"/>
                  <a:pt x="411915" y="74902"/>
                </a:cubicBezTo>
                <a:lnTo>
                  <a:pt x="411915" y="114993"/>
                </a:lnTo>
                <a:cubicBezTo>
                  <a:pt x="380145" y="112002"/>
                  <a:pt x="341721" y="110506"/>
                  <a:pt x="296644" y="110506"/>
                </a:cubicBezTo>
                <a:lnTo>
                  <a:pt x="296644" y="171778"/>
                </a:lnTo>
                <a:cubicBezTo>
                  <a:pt x="338173" y="171478"/>
                  <a:pt x="372410" y="169983"/>
                  <a:pt x="399357" y="167292"/>
                </a:cubicBezTo>
                <a:lnTo>
                  <a:pt x="399357" y="206933"/>
                </a:lnTo>
                <a:cubicBezTo>
                  <a:pt x="369620" y="203947"/>
                  <a:pt x="329288" y="202454"/>
                  <a:pt x="278363" y="202454"/>
                </a:cubicBezTo>
                <a:cubicBezTo>
                  <a:pt x="227438" y="202454"/>
                  <a:pt x="187275" y="203947"/>
                  <a:pt x="157877" y="206933"/>
                </a:cubicBezTo>
                <a:lnTo>
                  <a:pt x="157877" y="167292"/>
                </a:lnTo>
                <a:cubicBezTo>
                  <a:pt x="184804" y="170288"/>
                  <a:pt x="218741" y="171783"/>
                  <a:pt x="259689" y="171778"/>
                </a:cubicBezTo>
                <a:lnTo>
                  <a:pt x="259689" y="110506"/>
                </a:lnTo>
                <a:cubicBezTo>
                  <a:pt x="239058" y="110656"/>
                  <a:pt x="219511" y="111105"/>
                  <a:pt x="201048" y="111853"/>
                </a:cubicBezTo>
                <a:lnTo>
                  <a:pt x="161919" y="114209"/>
                </a:lnTo>
                <a:lnTo>
                  <a:pt x="165828" y="116457"/>
                </a:lnTo>
                <a:cubicBezTo>
                  <a:pt x="169914" y="118686"/>
                  <a:pt x="171957" y="121585"/>
                  <a:pt x="171957" y="125155"/>
                </a:cubicBezTo>
                <a:cubicBezTo>
                  <a:pt x="171957" y="128724"/>
                  <a:pt x="169683" y="131145"/>
                  <a:pt x="165135" y="132416"/>
                </a:cubicBezTo>
                <a:cubicBezTo>
                  <a:pt x="160586" y="133688"/>
                  <a:pt x="157010" y="135432"/>
                  <a:pt x="154405" y="137649"/>
                </a:cubicBezTo>
                <a:cubicBezTo>
                  <a:pt x="151800" y="139866"/>
                  <a:pt x="147504" y="145035"/>
                  <a:pt x="141517" y="153155"/>
                </a:cubicBezTo>
                <a:cubicBezTo>
                  <a:pt x="135531" y="161275"/>
                  <a:pt x="124911" y="176167"/>
                  <a:pt x="109656" y="197832"/>
                </a:cubicBezTo>
                <a:lnTo>
                  <a:pt x="62972" y="260132"/>
                </a:lnTo>
                <a:lnTo>
                  <a:pt x="152226" y="248474"/>
                </a:lnTo>
                <a:cubicBezTo>
                  <a:pt x="150730" y="257475"/>
                  <a:pt x="149983" y="263790"/>
                  <a:pt x="149983" y="267419"/>
                </a:cubicBezTo>
                <a:cubicBezTo>
                  <a:pt x="149983" y="271048"/>
                  <a:pt x="150280" y="275822"/>
                  <a:pt x="150876" y="281742"/>
                </a:cubicBezTo>
                <a:lnTo>
                  <a:pt x="64186" y="291665"/>
                </a:lnTo>
                <a:cubicBezTo>
                  <a:pt x="45093" y="294308"/>
                  <a:pt x="29620" y="297761"/>
                  <a:pt x="17766" y="302023"/>
                </a:cubicBezTo>
                <a:cubicBezTo>
                  <a:pt x="16166" y="289260"/>
                  <a:pt x="12787" y="277077"/>
                  <a:pt x="7629" y="265476"/>
                </a:cubicBezTo>
                <a:cubicBezTo>
                  <a:pt x="14187" y="263928"/>
                  <a:pt x="20795" y="261005"/>
                  <a:pt x="27453" y="256707"/>
                </a:cubicBezTo>
                <a:cubicBezTo>
                  <a:pt x="34111" y="252409"/>
                  <a:pt x="41295" y="244626"/>
                  <a:pt x="49006" y="233358"/>
                </a:cubicBezTo>
                <a:lnTo>
                  <a:pt x="90154" y="175986"/>
                </a:lnTo>
                <a:lnTo>
                  <a:pt x="47920" y="179129"/>
                </a:lnTo>
                <a:cubicBezTo>
                  <a:pt x="35666" y="179982"/>
                  <a:pt x="23443" y="182373"/>
                  <a:pt x="11251" y="186302"/>
                </a:cubicBezTo>
                <a:cubicBezTo>
                  <a:pt x="10094" y="172381"/>
                  <a:pt x="6343" y="159186"/>
                  <a:pt x="0" y="146718"/>
                </a:cubicBezTo>
                <a:cubicBezTo>
                  <a:pt x="18959" y="142622"/>
                  <a:pt x="45182" y="97752"/>
                  <a:pt x="78667" y="12108"/>
                </a:cubicBezTo>
                <a:cubicBezTo>
                  <a:pt x="90420" y="19533"/>
                  <a:pt x="100834" y="24235"/>
                  <a:pt x="109906" y="26214"/>
                </a:cubicBezTo>
                <a:cubicBezTo>
                  <a:pt x="118979" y="28193"/>
                  <a:pt x="123515" y="31481"/>
                  <a:pt x="123515" y="36079"/>
                </a:cubicBezTo>
                <a:cubicBezTo>
                  <a:pt x="123515" y="40677"/>
                  <a:pt x="121242" y="43675"/>
                  <a:pt x="116696" y="45073"/>
                </a:cubicBezTo>
                <a:cubicBezTo>
                  <a:pt x="112151" y="46471"/>
                  <a:pt x="108024" y="49299"/>
                  <a:pt x="104316" y="53556"/>
                </a:cubicBezTo>
                <a:cubicBezTo>
                  <a:pt x="100609" y="57814"/>
                  <a:pt x="94567" y="67307"/>
                  <a:pt x="86193" y="82035"/>
                </a:cubicBezTo>
                <a:cubicBezTo>
                  <a:pt x="77818" y="96763"/>
                  <a:pt x="64843" y="118605"/>
                  <a:pt x="47270" y="147561"/>
                </a:cubicBezTo>
                <a:lnTo>
                  <a:pt x="105813" y="145061"/>
                </a:lnTo>
                <a:cubicBezTo>
                  <a:pt x="118281" y="124844"/>
                  <a:pt x="126554" y="108035"/>
                  <a:pt x="130630" y="94633"/>
                </a:cubicBezTo>
                <a:lnTo>
                  <a:pt x="148911" y="106625"/>
                </a:lnTo>
                <a:lnTo>
                  <a:pt x="148911" y="74902"/>
                </a:lnTo>
                <a:cubicBezTo>
                  <a:pt x="181039" y="77898"/>
                  <a:pt x="217965" y="79391"/>
                  <a:pt x="259689" y="79381"/>
                </a:cubicBezTo>
                <a:lnTo>
                  <a:pt x="259689" y="70501"/>
                </a:lnTo>
                <a:cubicBezTo>
                  <a:pt x="259689" y="44365"/>
                  <a:pt x="258644" y="22807"/>
                  <a:pt x="256553" y="5829"/>
                </a:cubicBezTo>
                <a:close/>
                <a:moveTo>
                  <a:pt x="637610" y="4036"/>
                </a:moveTo>
                <a:cubicBezTo>
                  <a:pt x="654184" y="6131"/>
                  <a:pt x="668864" y="7179"/>
                  <a:pt x="681651" y="7179"/>
                </a:cubicBezTo>
                <a:cubicBezTo>
                  <a:pt x="690081" y="7179"/>
                  <a:pt x="694296" y="9656"/>
                  <a:pt x="694296" y="14609"/>
                </a:cubicBezTo>
                <a:cubicBezTo>
                  <a:pt x="694296" y="19562"/>
                  <a:pt x="692575" y="22726"/>
                  <a:pt x="689135" y="24103"/>
                </a:cubicBezTo>
                <a:cubicBezTo>
                  <a:pt x="685694" y="25479"/>
                  <a:pt x="683302" y="27396"/>
                  <a:pt x="681959" y="29854"/>
                </a:cubicBezTo>
                <a:cubicBezTo>
                  <a:pt x="680616" y="32311"/>
                  <a:pt x="679944" y="34497"/>
                  <a:pt x="679944" y="36411"/>
                </a:cubicBezTo>
                <a:lnTo>
                  <a:pt x="679944" y="77145"/>
                </a:lnTo>
                <a:cubicBezTo>
                  <a:pt x="741499" y="77150"/>
                  <a:pt x="788296" y="75354"/>
                  <a:pt x="820333" y="71759"/>
                </a:cubicBezTo>
                <a:cubicBezTo>
                  <a:pt x="818238" y="87318"/>
                  <a:pt x="817190" y="105737"/>
                  <a:pt x="817190" y="127016"/>
                </a:cubicBezTo>
                <a:lnTo>
                  <a:pt x="817190" y="259325"/>
                </a:lnTo>
                <a:cubicBezTo>
                  <a:pt x="817190" y="280556"/>
                  <a:pt x="818685" y="303459"/>
                  <a:pt x="821676" y="328034"/>
                </a:cubicBezTo>
                <a:lnTo>
                  <a:pt x="779792" y="328034"/>
                </a:lnTo>
                <a:lnTo>
                  <a:pt x="779792" y="295744"/>
                </a:lnTo>
                <a:lnTo>
                  <a:pt x="679944" y="295744"/>
                </a:lnTo>
                <a:lnTo>
                  <a:pt x="679944" y="353958"/>
                </a:lnTo>
                <a:cubicBezTo>
                  <a:pt x="679944" y="363417"/>
                  <a:pt x="680723" y="369942"/>
                  <a:pt x="682280" y="373536"/>
                </a:cubicBezTo>
                <a:cubicBezTo>
                  <a:pt x="683837" y="377129"/>
                  <a:pt x="687442" y="379760"/>
                  <a:pt x="693092" y="381430"/>
                </a:cubicBezTo>
                <a:cubicBezTo>
                  <a:pt x="698743" y="383099"/>
                  <a:pt x="708660" y="383933"/>
                  <a:pt x="722842" y="383933"/>
                </a:cubicBezTo>
                <a:lnTo>
                  <a:pt x="793780" y="383483"/>
                </a:lnTo>
                <a:cubicBezTo>
                  <a:pt x="809858" y="383483"/>
                  <a:pt x="820680" y="378598"/>
                  <a:pt x="826245" y="368828"/>
                </a:cubicBezTo>
                <a:cubicBezTo>
                  <a:pt x="831810" y="359058"/>
                  <a:pt x="836326" y="342114"/>
                  <a:pt x="839793" y="317997"/>
                </a:cubicBezTo>
                <a:cubicBezTo>
                  <a:pt x="850675" y="326779"/>
                  <a:pt x="863474" y="333539"/>
                  <a:pt x="878190" y="338278"/>
                </a:cubicBezTo>
                <a:cubicBezTo>
                  <a:pt x="870656" y="369477"/>
                  <a:pt x="861216" y="390669"/>
                  <a:pt x="849869" y="401854"/>
                </a:cubicBezTo>
                <a:cubicBezTo>
                  <a:pt x="838522" y="413038"/>
                  <a:pt x="819952" y="418631"/>
                  <a:pt x="794158" y="418631"/>
                </a:cubicBezTo>
                <a:lnTo>
                  <a:pt x="723364" y="418188"/>
                </a:lnTo>
                <a:cubicBezTo>
                  <a:pt x="699094" y="418188"/>
                  <a:pt x="681310" y="416411"/>
                  <a:pt x="670011" y="412859"/>
                </a:cubicBezTo>
                <a:cubicBezTo>
                  <a:pt x="658712" y="409306"/>
                  <a:pt x="651310" y="402937"/>
                  <a:pt x="647804" y="393753"/>
                </a:cubicBezTo>
                <a:cubicBezTo>
                  <a:pt x="644299" y="384568"/>
                  <a:pt x="642547" y="370408"/>
                  <a:pt x="642547" y="351272"/>
                </a:cubicBezTo>
                <a:lnTo>
                  <a:pt x="642547" y="295744"/>
                </a:lnTo>
                <a:lnTo>
                  <a:pt x="540012" y="295744"/>
                </a:lnTo>
                <a:lnTo>
                  <a:pt x="540012" y="337006"/>
                </a:lnTo>
                <a:lnTo>
                  <a:pt x="499472" y="337006"/>
                </a:lnTo>
                <a:cubicBezTo>
                  <a:pt x="502758" y="312051"/>
                  <a:pt x="504401" y="287652"/>
                  <a:pt x="504401" y="263811"/>
                </a:cubicBezTo>
                <a:lnTo>
                  <a:pt x="504401" y="127016"/>
                </a:lnTo>
                <a:cubicBezTo>
                  <a:pt x="504401" y="107756"/>
                  <a:pt x="503355" y="89337"/>
                  <a:pt x="501265" y="71759"/>
                </a:cubicBezTo>
                <a:cubicBezTo>
                  <a:pt x="534674" y="75354"/>
                  <a:pt x="581768" y="77150"/>
                  <a:pt x="642547" y="77145"/>
                </a:cubicBezTo>
                <a:cubicBezTo>
                  <a:pt x="642547" y="47441"/>
                  <a:pt x="640901" y="23072"/>
                  <a:pt x="637610" y="4036"/>
                </a:cubicBezTo>
                <a:close/>
                <a:moveTo>
                  <a:pt x="1125681" y="0"/>
                </a:moveTo>
                <a:cubicBezTo>
                  <a:pt x="1140145" y="19016"/>
                  <a:pt x="1152360" y="37109"/>
                  <a:pt x="1162328" y="54278"/>
                </a:cubicBezTo>
                <a:cubicBezTo>
                  <a:pt x="1234194" y="54278"/>
                  <a:pt x="1285489" y="53228"/>
                  <a:pt x="1316212" y="51128"/>
                </a:cubicBezTo>
                <a:lnTo>
                  <a:pt x="1316212" y="144589"/>
                </a:lnTo>
                <a:lnTo>
                  <a:pt x="1279257" y="144589"/>
                </a:lnTo>
                <a:lnTo>
                  <a:pt x="1279257" y="86289"/>
                </a:lnTo>
                <a:lnTo>
                  <a:pt x="992378" y="86289"/>
                </a:lnTo>
                <a:lnTo>
                  <a:pt x="992378" y="146832"/>
                </a:lnTo>
                <a:lnTo>
                  <a:pt x="956324" y="146832"/>
                </a:lnTo>
                <a:lnTo>
                  <a:pt x="956324" y="51128"/>
                </a:lnTo>
                <a:cubicBezTo>
                  <a:pt x="978065" y="53228"/>
                  <a:pt x="1034129" y="54278"/>
                  <a:pt x="1124516" y="54278"/>
                </a:cubicBezTo>
                <a:cubicBezTo>
                  <a:pt x="1117215" y="45586"/>
                  <a:pt x="1106752" y="32632"/>
                  <a:pt x="1093127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solidFill>
                <a:srgbClr val="00B0F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15D3E2-EC1C-401C-BB32-89B662ABC3C0}"/>
              </a:ext>
            </a:extLst>
          </p:cNvPr>
          <p:cNvSpPr txBox="1"/>
          <p:nvPr/>
        </p:nvSpPr>
        <p:spPr>
          <a:xfrm>
            <a:off x="3388368" y="2452914"/>
            <a:ext cx="541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PN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结正偏：扩散电容为主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4C697D-F3FF-4B08-9660-50C654B74BF1}"/>
              </a:ext>
            </a:extLst>
          </p:cNvPr>
          <p:cNvSpPr txBox="1"/>
          <p:nvPr/>
        </p:nvSpPr>
        <p:spPr>
          <a:xfrm>
            <a:off x="3388368" y="3272971"/>
            <a:ext cx="541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PN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结反偏：势垒电容为主</a:t>
            </a:r>
          </a:p>
        </p:txBody>
      </p:sp>
    </p:spTree>
    <p:extLst>
      <p:ext uri="{BB962C8B-B14F-4D97-AF65-F5344CB8AC3E}">
        <p14:creationId xmlns:p14="http://schemas.microsoft.com/office/powerpoint/2010/main" val="3728942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48EF842-079F-4CF5-9B2F-14218939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30" y="7200957"/>
            <a:ext cx="11105340" cy="153080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A0A1216-9641-407B-9F63-65CE9A34C4F0}"/>
              </a:ext>
            </a:extLst>
          </p:cNvPr>
          <p:cNvSpPr/>
          <p:nvPr/>
        </p:nvSpPr>
        <p:spPr>
          <a:xfrm>
            <a:off x="-2271252" y="-3185652"/>
            <a:ext cx="15190839" cy="498495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4F3431-CDB5-4147-A2A0-A2E250FA094D}"/>
              </a:ext>
            </a:extLst>
          </p:cNvPr>
          <p:cNvSpPr txBox="1"/>
          <p:nvPr/>
        </p:nvSpPr>
        <p:spPr>
          <a:xfrm>
            <a:off x="4483014" y="3213402"/>
            <a:ext cx="3225972" cy="431196"/>
          </a:xfrm>
          <a:custGeom>
            <a:avLst/>
            <a:gdLst/>
            <a:ahLst/>
            <a:cxnLst/>
            <a:rect l="l" t="t" r="r" b="b"/>
            <a:pathLst>
              <a:path w="3225972" h="431196">
                <a:moveTo>
                  <a:pt x="1539979" y="297537"/>
                </a:moveTo>
                <a:lnTo>
                  <a:pt x="1557712" y="311362"/>
                </a:lnTo>
                <a:cubicBezTo>
                  <a:pt x="1579522" y="327311"/>
                  <a:pt x="1600807" y="339688"/>
                  <a:pt x="1621566" y="348493"/>
                </a:cubicBezTo>
                <a:cubicBezTo>
                  <a:pt x="1649103" y="334310"/>
                  <a:pt x="1670392" y="317325"/>
                  <a:pt x="1685432" y="297537"/>
                </a:cubicBezTo>
                <a:close/>
                <a:moveTo>
                  <a:pt x="2460964" y="256274"/>
                </a:moveTo>
                <a:lnTo>
                  <a:pt x="2460964" y="313967"/>
                </a:lnTo>
                <a:lnTo>
                  <a:pt x="2572921" y="313967"/>
                </a:lnTo>
                <a:lnTo>
                  <a:pt x="2572921" y="256274"/>
                </a:lnTo>
                <a:close/>
                <a:moveTo>
                  <a:pt x="1911817" y="211419"/>
                </a:moveTo>
                <a:lnTo>
                  <a:pt x="1911817" y="309031"/>
                </a:lnTo>
                <a:lnTo>
                  <a:pt x="1988791" y="309031"/>
                </a:lnTo>
                <a:lnTo>
                  <a:pt x="1988791" y="211419"/>
                </a:lnTo>
                <a:close/>
                <a:moveTo>
                  <a:pt x="627916" y="189445"/>
                </a:moveTo>
                <a:lnTo>
                  <a:pt x="627916" y="281671"/>
                </a:lnTo>
                <a:lnTo>
                  <a:pt x="725521" y="281671"/>
                </a:lnTo>
                <a:lnTo>
                  <a:pt x="725521" y="189445"/>
                </a:lnTo>
                <a:close/>
                <a:moveTo>
                  <a:pt x="1512481" y="188545"/>
                </a:moveTo>
                <a:lnTo>
                  <a:pt x="1512481" y="214398"/>
                </a:lnTo>
                <a:lnTo>
                  <a:pt x="1717721" y="214398"/>
                </a:lnTo>
                <a:lnTo>
                  <a:pt x="1717721" y="188545"/>
                </a:lnTo>
                <a:close/>
                <a:moveTo>
                  <a:pt x="159398" y="186309"/>
                </a:moveTo>
                <a:cubicBezTo>
                  <a:pt x="174314" y="239263"/>
                  <a:pt x="197612" y="280616"/>
                  <a:pt x="229292" y="310367"/>
                </a:cubicBezTo>
                <a:cubicBezTo>
                  <a:pt x="266278" y="276172"/>
                  <a:pt x="292708" y="234819"/>
                  <a:pt x="308581" y="186309"/>
                </a:cubicBezTo>
                <a:close/>
                <a:moveTo>
                  <a:pt x="2079859" y="185680"/>
                </a:moveTo>
                <a:cubicBezTo>
                  <a:pt x="2109958" y="220165"/>
                  <a:pt x="2133183" y="251341"/>
                  <a:pt x="2149532" y="279206"/>
                </a:cubicBezTo>
                <a:lnTo>
                  <a:pt x="2117071" y="299330"/>
                </a:lnTo>
                <a:cubicBezTo>
                  <a:pt x="2100860" y="267045"/>
                  <a:pt x="2079031" y="235596"/>
                  <a:pt x="2051584" y="204982"/>
                </a:cubicBezTo>
                <a:close/>
                <a:moveTo>
                  <a:pt x="1146591" y="179851"/>
                </a:moveTo>
                <a:lnTo>
                  <a:pt x="1181202" y="188302"/>
                </a:lnTo>
                <a:cubicBezTo>
                  <a:pt x="1174439" y="220868"/>
                  <a:pt x="1163990" y="252195"/>
                  <a:pt x="1149855" y="282285"/>
                </a:cubicBezTo>
                <a:lnTo>
                  <a:pt x="1116444" y="270155"/>
                </a:lnTo>
                <a:cubicBezTo>
                  <a:pt x="1132651" y="244128"/>
                  <a:pt x="1142699" y="214026"/>
                  <a:pt x="1146591" y="179851"/>
                </a:cubicBezTo>
                <a:close/>
                <a:moveTo>
                  <a:pt x="1282350" y="169085"/>
                </a:moveTo>
                <a:cubicBezTo>
                  <a:pt x="1293371" y="176343"/>
                  <a:pt x="1304403" y="181463"/>
                  <a:pt x="1315447" y="184444"/>
                </a:cubicBezTo>
                <a:cubicBezTo>
                  <a:pt x="1322829" y="186659"/>
                  <a:pt x="1326520" y="189911"/>
                  <a:pt x="1326520" y="194202"/>
                </a:cubicBezTo>
                <a:cubicBezTo>
                  <a:pt x="1326520" y="198493"/>
                  <a:pt x="1322789" y="201518"/>
                  <a:pt x="1315326" y="203275"/>
                </a:cubicBezTo>
                <a:cubicBezTo>
                  <a:pt x="1312735" y="203875"/>
                  <a:pt x="1307022" y="211777"/>
                  <a:pt x="1298188" y="226982"/>
                </a:cubicBezTo>
                <a:cubicBezTo>
                  <a:pt x="1289353" y="242186"/>
                  <a:pt x="1278231" y="258229"/>
                  <a:pt x="1264819" y="275113"/>
                </a:cubicBezTo>
                <a:lnTo>
                  <a:pt x="1237545" y="259268"/>
                </a:lnTo>
                <a:cubicBezTo>
                  <a:pt x="1262176" y="229478"/>
                  <a:pt x="1277111" y="199417"/>
                  <a:pt x="1282350" y="169085"/>
                </a:cubicBezTo>
                <a:close/>
                <a:moveTo>
                  <a:pt x="2460964" y="168363"/>
                </a:moveTo>
                <a:lnTo>
                  <a:pt x="2460964" y="226506"/>
                </a:lnTo>
                <a:lnTo>
                  <a:pt x="2572921" y="226506"/>
                </a:lnTo>
                <a:lnTo>
                  <a:pt x="2572921" y="168363"/>
                </a:lnTo>
                <a:close/>
                <a:moveTo>
                  <a:pt x="590519" y="155183"/>
                </a:moveTo>
                <a:cubicBezTo>
                  <a:pt x="611169" y="157584"/>
                  <a:pt x="640244" y="158784"/>
                  <a:pt x="677744" y="158784"/>
                </a:cubicBezTo>
                <a:cubicBezTo>
                  <a:pt x="715244" y="158784"/>
                  <a:pt x="743785" y="157584"/>
                  <a:pt x="763369" y="155183"/>
                </a:cubicBezTo>
                <a:cubicBezTo>
                  <a:pt x="761873" y="177000"/>
                  <a:pt x="761126" y="204643"/>
                  <a:pt x="761126" y="238111"/>
                </a:cubicBezTo>
                <a:cubicBezTo>
                  <a:pt x="761126" y="271580"/>
                  <a:pt x="761873" y="296770"/>
                  <a:pt x="763369" y="313682"/>
                </a:cubicBezTo>
                <a:cubicBezTo>
                  <a:pt x="734498" y="312486"/>
                  <a:pt x="702744" y="311889"/>
                  <a:pt x="668107" y="311889"/>
                </a:cubicBezTo>
                <a:cubicBezTo>
                  <a:pt x="633469" y="311889"/>
                  <a:pt x="607606" y="312636"/>
                  <a:pt x="590519" y="314132"/>
                </a:cubicBezTo>
                <a:cubicBezTo>
                  <a:pt x="592309" y="294639"/>
                  <a:pt x="593205" y="268094"/>
                  <a:pt x="593205" y="234497"/>
                </a:cubicBezTo>
                <a:cubicBezTo>
                  <a:pt x="593205" y="200900"/>
                  <a:pt x="592309" y="174462"/>
                  <a:pt x="590519" y="155183"/>
                </a:cubicBezTo>
                <a:close/>
                <a:moveTo>
                  <a:pt x="2425360" y="134552"/>
                </a:moveTo>
                <a:cubicBezTo>
                  <a:pt x="2444324" y="136952"/>
                  <a:pt x="2474845" y="138153"/>
                  <a:pt x="2516925" y="138153"/>
                </a:cubicBezTo>
                <a:cubicBezTo>
                  <a:pt x="2559004" y="138153"/>
                  <a:pt x="2589837" y="136952"/>
                  <a:pt x="2609426" y="134552"/>
                </a:cubicBezTo>
                <a:cubicBezTo>
                  <a:pt x="2608525" y="145077"/>
                  <a:pt x="2608075" y="155871"/>
                  <a:pt x="2608075" y="166935"/>
                </a:cubicBezTo>
                <a:lnTo>
                  <a:pt x="2608075" y="313596"/>
                </a:lnTo>
                <a:cubicBezTo>
                  <a:pt x="2608075" y="324469"/>
                  <a:pt x="2608525" y="335263"/>
                  <a:pt x="2609426" y="345979"/>
                </a:cubicBezTo>
                <a:cubicBezTo>
                  <a:pt x="2589518" y="343883"/>
                  <a:pt x="2558757" y="342835"/>
                  <a:pt x="2517143" y="342835"/>
                </a:cubicBezTo>
                <a:cubicBezTo>
                  <a:pt x="2475528" y="342835"/>
                  <a:pt x="2444934" y="343883"/>
                  <a:pt x="2425360" y="345979"/>
                </a:cubicBezTo>
                <a:cubicBezTo>
                  <a:pt x="2426255" y="329329"/>
                  <a:pt x="2426703" y="318535"/>
                  <a:pt x="2426703" y="313596"/>
                </a:cubicBezTo>
                <a:lnTo>
                  <a:pt x="2426703" y="166935"/>
                </a:lnTo>
                <a:cubicBezTo>
                  <a:pt x="2426703" y="158248"/>
                  <a:pt x="2426255" y="147454"/>
                  <a:pt x="2425360" y="134552"/>
                </a:cubicBezTo>
                <a:close/>
                <a:moveTo>
                  <a:pt x="1512481" y="131587"/>
                </a:moveTo>
                <a:lnTo>
                  <a:pt x="1512481" y="159677"/>
                </a:lnTo>
                <a:lnTo>
                  <a:pt x="1717721" y="159677"/>
                </a:lnTo>
                <a:lnTo>
                  <a:pt x="1717721" y="131587"/>
                </a:lnTo>
                <a:close/>
                <a:moveTo>
                  <a:pt x="1190003" y="123786"/>
                </a:moveTo>
                <a:cubicBezTo>
                  <a:pt x="1204462" y="126187"/>
                  <a:pt x="1218095" y="127387"/>
                  <a:pt x="1230901" y="127387"/>
                </a:cubicBezTo>
                <a:cubicBezTo>
                  <a:pt x="1239931" y="127387"/>
                  <a:pt x="1244446" y="129994"/>
                  <a:pt x="1244446" y="135209"/>
                </a:cubicBezTo>
                <a:cubicBezTo>
                  <a:pt x="1244446" y="140424"/>
                  <a:pt x="1242502" y="144220"/>
                  <a:pt x="1238616" y="146596"/>
                </a:cubicBezTo>
                <a:cubicBezTo>
                  <a:pt x="1232034" y="150802"/>
                  <a:pt x="1228743" y="172231"/>
                  <a:pt x="1228743" y="210883"/>
                </a:cubicBezTo>
                <a:cubicBezTo>
                  <a:pt x="1228743" y="217022"/>
                  <a:pt x="1228436" y="226118"/>
                  <a:pt x="1227822" y="238172"/>
                </a:cubicBezTo>
                <a:cubicBezTo>
                  <a:pt x="1236890" y="273581"/>
                  <a:pt x="1250574" y="302266"/>
                  <a:pt x="1268874" y="324226"/>
                </a:cubicBezTo>
                <a:cubicBezTo>
                  <a:pt x="1287173" y="346186"/>
                  <a:pt x="1315211" y="367729"/>
                  <a:pt x="1352988" y="388855"/>
                </a:cubicBezTo>
                <a:cubicBezTo>
                  <a:pt x="1338929" y="399361"/>
                  <a:pt x="1329244" y="410484"/>
                  <a:pt x="1323934" y="422224"/>
                </a:cubicBezTo>
                <a:cubicBezTo>
                  <a:pt x="1288763" y="396592"/>
                  <a:pt x="1263091" y="373707"/>
                  <a:pt x="1246917" y="353569"/>
                </a:cubicBezTo>
                <a:cubicBezTo>
                  <a:pt x="1230744" y="333431"/>
                  <a:pt x="1220273" y="311762"/>
                  <a:pt x="1215506" y="288564"/>
                </a:cubicBezTo>
                <a:cubicBezTo>
                  <a:pt x="1201985" y="347548"/>
                  <a:pt x="1158637" y="393596"/>
                  <a:pt x="1085461" y="426710"/>
                </a:cubicBezTo>
                <a:cubicBezTo>
                  <a:pt x="1079099" y="416342"/>
                  <a:pt x="1069990" y="406741"/>
                  <a:pt x="1058137" y="397906"/>
                </a:cubicBezTo>
                <a:cubicBezTo>
                  <a:pt x="1102337" y="378937"/>
                  <a:pt x="1133970" y="358756"/>
                  <a:pt x="1153034" y="337363"/>
                </a:cubicBezTo>
                <a:cubicBezTo>
                  <a:pt x="1172098" y="315970"/>
                  <a:pt x="1183997" y="290628"/>
                  <a:pt x="1188731" y="261336"/>
                </a:cubicBezTo>
                <a:cubicBezTo>
                  <a:pt x="1193465" y="232044"/>
                  <a:pt x="1195832" y="207155"/>
                  <a:pt x="1195832" y="186669"/>
                </a:cubicBezTo>
                <a:cubicBezTo>
                  <a:pt x="1195832" y="166183"/>
                  <a:pt x="1193889" y="145222"/>
                  <a:pt x="1190003" y="123786"/>
                </a:cubicBezTo>
                <a:close/>
                <a:moveTo>
                  <a:pt x="938836" y="112128"/>
                </a:moveTo>
                <a:lnTo>
                  <a:pt x="976233" y="114721"/>
                </a:lnTo>
                <a:cubicBezTo>
                  <a:pt x="973476" y="160232"/>
                  <a:pt x="968651" y="199044"/>
                  <a:pt x="961760" y="231157"/>
                </a:cubicBezTo>
                <a:lnTo>
                  <a:pt x="925377" y="226921"/>
                </a:lnTo>
                <a:cubicBezTo>
                  <a:pt x="934945" y="185611"/>
                  <a:pt x="939431" y="147347"/>
                  <a:pt x="938836" y="112128"/>
                </a:cubicBezTo>
                <a:close/>
                <a:moveTo>
                  <a:pt x="3194046" y="104513"/>
                </a:moveTo>
                <a:cubicBezTo>
                  <a:pt x="3203219" y="104513"/>
                  <a:pt x="3213860" y="108115"/>
                  <a:pt x="3225972" y="115321"/>
                </a:cubicBezTo>
                <a:lnTo>
                  <a:pt x="3206748" y="147282"/>
                </a:lnTo>
                <a:cubicBezTo>
                  <a:pt x="3200409" y="144591"/>
                  <a:pt x="3195277" y="143246"/>
                  <a:pt x="3191353" y="143246"/>
                </a:cubicBezTo>
                <a:cubicBezTo>
                  <a:pt x="3183471" y="143246"/>
                  <a:pt x="3175750" y="147644"/>
                  <a:pt x="3168189" y="156441"/>
                </a:cubicBezTo>
                <a:cubicBezTo>
                  <a:pt x="3160629" y="165237"/>
                  <a:pt x="3154989" y="176861"/>
                  <a:pt x="3151270" y="191313"/>
                </a:cubicBezTo>
                <a:cubicBezTo>
                  <a:pt x="3147550" y="205765"/>
                  <a:pt x="3145690" y="232772"/>
                  <a:pt x="3145690" y="272334"/>
                </a:cubicBezTo>
                <a:lnTo>
                  <a:pt x="3145690" y="357637"/>
                </a:lnTo>
                <a:lnTo>
                  <a:pt x="3105149" y="357637"/>
                </a:lnTo>
                <a:lnTo>
                  <a:pt x="3105149" y="110792"/>
                </a:lnTo>
                <a:lnTo>
                  <a:pt x="3145690" y="110792"/>
                </a:lnTo>
                <a:lnTo>
                  <a:pt x="3145690" y="144868"/>
                </a:lnTo>
                <a:cubicBezTo>
                  <a:pt x="3148600" y="132142"/>
                  <a:pt x="3154327" y="122235"/>
                  <a:pt x="3162871" y="115146"/>
                </a:cubicBezTo>
                <a:cubicBezTo>
                  <a:pt x="3171415" y="108057"/>
                  <a:pt x="3181807" y="104513"/>
                  <a:pt x="3194046" y="104513"/>
                </a:cubicBezTo>
                <a:close/>
                <a:moveTo>
                  <a:pt x="3051171" y="104513"/>
                </a:moveTo>
                <a:cubicBezTo>
                  <a:pt x="3060344" y="104513"/>
                  <a:pt x="3070985" y="108115"/>
                  <a:pt x="3083097" y="115321"/>
                </a:cubicBezTo>
                <a:lnTo>
                  <a:pt x="3063873" y="147282"/>
                </a:lnTo>
                <a:cubicBezTo>
                  <a:pt x="3057534" y="144591"/>
                  <a:pt x="3052402" y="143246"/>
                  <a:pt x="3048478" y="143246"/>
                </a:cubicBezTo>
                <a:cubicBezTo>
                  <a:pt x="3040596" y="143246"/>
                  <a:pt x="3032875" y="147644"/>
                  <a:pt x="3025314" y="156441"/>
                </a:cubicBezTo>
                <a:cubicBezTo>
                  <a:pt x="3017754" y="165237"/>
                  <a:pt x="3012114" y="176861"/>
                  <a:pt x="3008395" y="191313"/>
                </a:cubicBezTo>
                <a:cubicBezTo>
                  <a:pt x="3004675" y="205765"/>
                  <a:pt x="3002815" y="232772"/>
                  <a:pt x="3002815" y="272334"/>
                </a:cubicBezTo>
                <a:lnTo>
                  <a:pt x="3002815" y="357637"/>
                </a:lnTo>
                <a:lnTo>
                  <a:pt x="2962274" y="357637"/>
                </a:lnTo>
                <a:lnTo>
                  <a:pt x="2962274" y="110792"/>
                </a:lnTo>
                <a:lnTo>
                  <a:pt x="3002815" y="110792"/>
                </a:lnTo>
                <a:lnTo>
                  <a:pt x="3002815" y="144868"/>
                </a:lnTo>
                <a:cubicBezTo>
                  <a:pt x="3005725" y="132142"/>
                  <a:pt x="3011452" y="122235"/>
                  <a:pt x="3019996" y="115146"/>
                </a:cubicBezTo>
                <a:cubicBezTo>
                  <a:pt x="3028540" y="108057"/>
                  <a:pt x="3038932" y="104513"/>
                  <a:pt x="3051171" y="104513"/>
                </a:cubicBezTo>
                <a:close/>
                <a:moveTo>
                  <a:pt x="2345078" y="88353"/>
                </a:moveTo>
                <a:cubicBezTo>
                  <a:pt x="2356394" y="91444"/>
                  <a:pt x="2363255" y="93191"/>
                  <a:pt x="2365663" y="93593"/>
                </a:cubicBezTo>
                <a:cubicBezTo>
                  <a:pt x="2368070" y="93996"/>
                  <a:pt x="2373492" y="94197"/>
                  <a:pt x="2381929" y="94197"/>
                </a:cubicBezTo>
                <a:cubicBezTo>
                  <a:pt x="2390366" y="94197"/>
                  <a:pt x="2394584" y="96360"/>
                  <a:pt x="2394584" y="100687"/>
                </a:cubicBezTo>
                <a:cubicBezTo>
                  <a:pt x="2394584" y="105014"/>
                  <a:pt x="2391734" y="109473"/>
                  <a:pt x="2386033" y="114064"/>
                </a:cubicBezTo>
                <a:cubicBezTo>
                  <a:pt x="2385724" y="114326"/>
                  <a:pt x="2385054" y="117034"/>
                  <a:pt x="2384022" y="122190"/>
                </a:cubicBezTo>
                <a:cubicBezTo>
                  <a:pt x="2382991" y="127345"/>
                  <a:pt x="2382476" y="133290"/>
                  <a:pt x="2382476" y="140024"/>
                </a:cubicBezTo>
                <a:lnTo>
                  <a:pt x="2382476" y="430746"/>
                </a:lnTo>
                <a:lnTo>
                  <a:pt x="2342835" y="430746"/>
                </a:lnTo>
                <a:cubicBezTo>
                  <a:pt x="2345821" y="400485"/>
                  <a:pt x="2347314" y="378180"/>
                  <a:pt x="2347314" y="363831"/>
                </a:cubicBezTo>
                <a:lnTo>
                  <a:pt x="2347314" y="149440"/>
                </a:lnTo>
                <a:cubicBezTo>
                  <a:pt x="2347314" y="130290"/>
                  <a:pt x="2346569" y="109928"/>
                  <a:pt x="2345078" y="88353"/>
                </a:cubicBezTo>
                <a:close/>
                <a:moveTo>
                  <a:pt x="1911817" y="80452"/>
                </a:moveTo>
                <a:lnTo>
                  <a:pt x="1911817" y="181658"/>
                </a:lnTo>
                <a:lnTo>
                  <a:pt x="1988791" y="181658"/>
                </a:lnTo>
                <a:lnTo>
                  <a:pt x="1988791" y="80452"/>
                </a:lnTo>
                <a:close/>
                <a:moveTo>
                  <a:pt x="2695536" y="44848"/>
                </a:moveTo>
                <a:cubicBezTo>
                  <a:pt x="2693446" y="58783"/>
                  <a:pt x="2692400" y="77202"/>
                  <a:pt x="2692400" y="100105"/>
                </a:cubicBezTo>
                <a:lnTo>
                  <a:pt x="2692400" y="374146"/>
                </a:lnTo>
                <a:cubicBezTo>
                  <a:pt x="2692400" y="390096"/>
                  <a:pt x="2690451" y="402056"/>
                  <a:pt x="2686553" y="410026"/>
                </a:cubicBezTo>
                <a:cubicBezTo>
                  <a:pt x="2682655" y="417996"/>
                  <a:pt x="2675746" y="423363"/>
                  <a:pt x="2665825" y="426128"/>
                </a:cubicBezTo>
                <a:cubicBezTo>
                  <a:pt x="2655905" y="428893"/>
                  <a:pt x="2639139" y="430582"/>
                  <a:pt x="2615526" y="431196"/>
                </a:cubicBezTo>
                <a:cubicBezTo>
                  <a:pt x="2616426" y="416966"/>
                  <a:pt x="2612390" y="402705"/>
                  <a:pt x="2603418" y="388412"/>
                </a:cubicBezTo>
                <a:cubicBezTo>
                  <a:pt x="2620439" y="391108"/>
                  <a:pt x="2632347" y="392456"/>
                  <a:pt x="2639144" y="392456"/>
                </a:cubicBezTo>
                <a:cubicBezTo>
                  <a:pt x="2645940" y="392456"/>
                  <a:pt x="2650579" y="391484"/>
                  <a:pt x="2653063" y="389541"/>
                </a:cubicBezTo>
                <a:cubicBezTo>
                  <a:pt x="2655547" y="387598"/>
                  <a:pt x="2656789" y="382914"/>
                  <a:pt x="2656789" y="375489"/>
                </a:cubicBezTo>
                <a:lnTo>
                  <a:pt x="2656789" y="80452"/>
                </a:lnTo>
                <a:lnTo>
                  <a:pt x="2575700" y="80452"/>
                </a:lnTo>
                <a:cubicBezTo>
                  <a:pt x="2543896" y="80452"/>
                  <a:pt x="2514861" y="81350"/>
                  <a:pt x="2488596" y="83146"/>
                </a:cubicBezTo>
                <a:lnTo>
                  <a:pt x="2488596" y="45298"/>
                </a:lnTo>
                <a:cubicBezTo>
                  <a:pt x="2513775" y="47398"/>
                  <a:pt x="2549456" y="48448"/>
                  <a:pt x="2595638" y="48448"/>
                </a:cubicBezTo>
                <a:cubicBezTo>
                  <a:pt x="2641820" y="48448"/>
                  <a:pt x="2675120" y="47248"/>
                  <a:pt x="2695536" y="44848"/>
                </a:cubicBezTo>
                <a:close/>
                <a:moveTo>
                  <a:pt x="1872626" y="44848"/>
                </a:moveTo>
                <a:cubicBezTo>
                  <a:pt x="1885623" y="47548"/>
                  <a:pt x="1911581" y="48899"/>
                  <a:pt x="1950500" y="48899"/>
                </a:cubicBezTo>
                <a:cubicBezTo>
                  <a:pt x="1989420" y="48899"/>
                  <a:pt x="2015397" y="47548"/>
                  <a:pt x="2028432" y="44848"/>
                </a:cubicBezTo>
                <a:cubicBezTo>
                  <a:pt x="2026641" y="55983"/>
                  <a:pt x="2025746" y="74102"/>
                  <a:pt x="2025746" y="99205"/>
                </a:cubicBezTo>
                <a:lnTo>
                  <a:pt x="2025746" y="316732"/>
                </a:lnTo>
                <a:cubicBezTo>
                  <a:pt x="2025746" y="336077"/>
                  <a:pt x="2026791" y="357337"/>
                  <a:pt x="2028882" y="380511"/>
                </a:cubicBezTo>
                <a:lnTo>
                  <a:pt x="1988791" y="380511"/>
                </a:lnTo>
                <a:lnTo>
                  <a:pt x="1988791" y="338799"/>
                </a:lnTo>
                <a:lnTo>
                  <a:pt x="1911817" y="338799"/>
                </a:lnTo>
                <a:lnTo>
                  <a:pt x="1911817" y="391727"/>
                </a:lnTo>
                <a:lnTo>
                  <a:pt x="1872176" y="391727"/>
                </a:lnTo>
                <a:cubicBezTo>
                  <a:pt x="1874272" y="371325"/>
                  <a:pt x="1875320" y="348419"/>
                  <a:pt x="1875320" y="323011"/>
                </a:cubicBezTo>
                <a:lnTo>
                  <a:pt x="1875320" y="99205"/>
                </a:lnTo>
                <a:cubicBezTo>
                  <a:pt x="1875320" y="75659"/>
                  <a:pt x="1874422" y="57540"/>
                  <a:pt x="1872626" y="44848"/>
                </a:cubicBezTo>
                <a:close/>
                <a:moveTo>
                  <a:pt x="349593" y="28253"/>
                </a:moveTo>
                <a:cubicBezTo>
                  <a:pt x="356004" y="41793"/>
                  <a:pt x="363616" y="52968"/>
                  <a:pt x="372432" y="61779"/>
                </a:cubicBezTo>
                <a:cubicBezTo>
                  <a:pt x="376027" y="65374"/>
                  <a:pt x="377825" y="69312"/>
                  <a:pt x="377825" y="73591"/>
                </a:cubicBezTo>
                <a:cubicBezTo>
                  <a:pt x="377825" y="77870"/>
                  <a:pt x="375799" y="80010"/>
                  <a:pt x="371746" y="80010"/>
                </a:cubicBezTo>
                <a:cubicBezTo>
                  <a:pt x="367693" y="80010"/>
                  <a:pt x="364626" y="79662"/>
                  <a:pt x="362545" y="78967"/>
                </a:cubicBezTo>
                <a:cubicBezTo>
                  <a:pt x="357506" y="77566"/>
                  <a:pt x="349407" y="76866"/>
                  <a:pt x="338249" y="76866"/>
                </a:cubicBezTo>
                <a:cubicBezTo>
                  <a:pt x="327090" y="76866"/>
                  <a:pt x="308854" y="77834"/>
                  <a:pt x="283538" y="79770"/>
                </a:cubicBezTo>
                <a:cubicBezTo>
                  <a:pt x="258223" y="81706"/>
                  <a:pt x="225279" y="83575"/>
                  <a:pt x="184705" y="85378"/>
                </a:cubicBezTo>
                <a:cubicBezTo>
                  <a:pt x="144131" y="87181"/>
                  <a:pt x="116857" y="87782"/>
                  <a:pt x="102884" y="87182"/>
                </a:cubicBezTo>
                <a:lnTo>
                  <a:pt x="102884" y="153847"/>
                </a:lnTo>
                <a:lnTo>
                  <a:pt x="254846" y="153847"/>
                </a:lnTo>
                <a:cubicBezTo>
                  <a:pt x="293808" y="153847"/>
                  <a:pt x="327774" y="152797"/>
                  <a:pt x="356744" y="150697"/>
                </a:cubicBezTo>
                <a:cubicBezTo>
                  <a:pt x="333041" y="230759"/>
                  <a:pt x="298653" y="290950"/>
                  <a:pt x="253581" y="331270"/>
                </a:cubicBezTo>
                <a:cubicBezTo>
                  <a:pt x="291486" y="356649"/>
                  <a:pt x="340225" y="372958"/>
                  <a:pt x="399799" y="380197"/>
                </a:cubicBezTo>
                <a:cubicBezTo>
                  <a:pt x="390322" y="391746"/>
                  <a:pt x="382402" y="405755"/>
                  <a:pt x="376039" y="422224"/>
                </a:cubicBezTo>
                <a:cubicBezTo>
                  <a:pt x="312027" y="405812"/>
                  <a:pt x="262347" y="383386"/>
                  <a:pt x="226999" y="354944"/>
                </a:cubicBezTo>
                <a:cubicBezTo>
                  <a:pt x="192962" y="382400"/>
                  <a:pt x="149125" y="406022"/>
                  <a:pt x="95490" y="425810"/>
                </a:cubicBezTo>
                <a:cubicBezTo>
                  <a:pt x="90389" y="411818"/>
                  <a:pt x="81283" y="400433"/>
                  <a:pt x="68172" y="391656"/>
                </a:cubicBezTo>
                <a:cubicBezTo>
                  <a:pt x="125375" y="374849"/>
                  <a:pt x="170078" y="355108"/>
                  <a:pt x="202282" y="332434"/>
                </a:cubicBezTo>
                <a:cubicBezTo>
                  <a:pt x="169745" y="297544"/>
                  <a:pt x="143248" y="248835"/>
                  <a:pt x="122793" y="186309"/>
                </a:cubicBezTo>
                <a:lnTo>
                  <a:pt x="102855" y="186309"/>
                </a:lnTo>
                <a:cubicBezTo>
                  <a:pt x="102574" y="232576"/>
                  <a:pt x="97584" y="273821"/>
                  <a:pt x="87886" y="310042"/>
                </a:cubicBezTo>
                <a:cubicBezTo>
                  <a:pt x="78187" y="346263"/>
                  <a:pt x="61624" y="381714"/>
                  <a:pt x="38197" y="416395"/>
                </a:cubicBezTo>
                <a:cubicBezTo>
                  <a:pt x="27196" y="408103"/>
                  <a:pt x="14463" y="401959"/>
                  <a:pt x="0" y="397964"/>
                </a:cubicBezTo>
                <a:cubicBezTo>
                  <a:pt x="43953" y="349053"/>
                  <a:pt x="65929" y="275779"/>
                  <a:pt x="65929" y="178143"/>
                </a:cubicBezTo>
                <a:cubicBezTo>
                  <a:pt x="65929" y="134681"/>
                  <a:pt x="64884" y="91894"/>
                  <a:pt x="62793" y="49784"/>
                </a:cubicBezTo>
                <a:cubicBezTo>
                  <a:pt x="90268" y="50684"/>
                  <a:pt x="116162" y="51135"/>
                  <a:pt x="140474" y="51135"/>
                </a:cubicBezTo>
                <a:cubicBezTo>
                  <a:pt x="244116" y="51135"/>
                  <a:pt x="313822" y="43507"/>
                  <a:pt x="349593" y="28253"/>
                </a:cubicBezTo>
                <a:close/>
                <a:moveTo>
                  <a:pt x="2756530" y="26917"/>
                </a:moveTo>
                <a:lnTo>
                  <a:pt x="2942381" y="26917"/>
                </a:lnTo>
                <a:lnTo>
                  <a:pt x="2942381" y="67001"/>
                </a:lnTo>
                <a:lnTo>
                  <a:pt x="2870622" y="67001"/>
                </a:lnTo>
                <a:lnTo>
                  <a:pt x="2870622" y="357637"/>
                </a:lnTo>
                <a:lnTo>
                  <a:pt x="2828739" y="357637"/>
                </a:lnTo>
                <a:lnTo>
                  <a:pt x="2828739" y="67001"/>
                </a:lnTo>
                <a:lnTo>
                  <a:pt x="2756530" y="67001"/>
                </a:lnTo>
                <a:close/>
                <a:moveTo>
                  <a:pt x="984134" y="9865"/>
                </a:moveTo>
                <a:cubicBezTo>
                  <a:pt x="996207" y="12265"/>
                  <a:pt x="1007775" y="13466"/>
                  <a:pt x="1018839" y="13466"/>
                </a:cubicBezTo>
                <a:cubicBezTo>
                  <a:pt x="1029902" y="13466"/>
                  <a:pt x="1035434" y="15763"/>
                  <a:pt x="1035434" y="20359"/>
                </a:cubicBezTo>
                <a:cubicBezTo>
                  <a:pt x="1035434" y="24955"/>
                  <a:pt x="1033491" y="28523"/>
                  <a:pt x="1029604" y="31064"/>
                </a:cubicBezTo>
                <a:cubicBezTo>
                  <a:pt x="1025718" y="33605"/>
                  <a:pt x="1023775" y="40321"/>
                  <a:pt x="1023775" y="51213"/>
                </a:cubicBezTo>
                <a:lnTo>
                  <a:pt x="1023775" y="108046"/>
                </a:lnTo>
                <a:lnTo>
                  <a:pt x="1045199" y="95083"/>
                </a:lnTo>
                <a:cubicBezTo>
                  <a:pt x="1062954" y="120062"/>
                  <a:pt x="1077491" y="149133"/>
                  <a:pt x="1088812" y="182294"/>
                </a:cubicBezTo>
                <a:lnTo>
                  <a:pt x="1056843" y="196174"/>
                </a:lnTo>
                <a:cubicBezTo>
                  <a:pt x="1053462" y="182975"/>
                  <a:pt x="1048665" y="169243"/>
                  <a:pt x="1042452" y="154980"/>
                </a:cubicBezTo>
                <a:lnTo>
                  <a:pt x="1023775" y="118753"/>
                </a:lnTo>
                <a:lnTo>
                  <a:pt x="1023775" y="348579"/>
                </a:lnTo>
                <a:cubicBezTo>
                  <a:pt x="1023775" y="364752"/>
                  <a:pt x="1025270" y="391094"/>
                  <a:pt x="1028261" y="427603"/>
                </a:cubicBezTo>
                <a:lnTo>
                  <a:pt x="984134" y="427603"/>
                </a:lnTo>
                <a:cubicBezTo>
                  <a:pt x="987125" y="394970"/>
                  <a:pt x="988621" y="368479"/>
                  <a:pt x="988621" y="348129"/>
                </a:cubicBezTo>
                <a:lnTo>
                  <a:pt x="988621" y="73644"/>
                </a:lnTo>
                <a:cubicBezTo>
                  <a:pt x="988621" y="50342"/>
                  <a:pt x="987125" y="29082"/>
                  <a:pt x="984134" y="9865"/>
                </a:cubicBezTo>
                <a:close/>
                <a:moveTo>
                  <a:pt x="2379361" y="8522"/>
                </a:moveTo>
                <a:cubicBezTo>
                  <a:pt x="2409627" y="29763"/>
                  <a:pt x="2434437" y="51130"/>
                  <a:pt x="2453792" y="72623"/>
                </a:cubicBezTo>
                <a:lnTo>
                  <a:pt x="2426010" y="98398"/>
                </a:lnTo>
                <a:cubicBezTo>
                  <a:pt x="2409927" y="76304"/>
                  <a:pt x="2387433" y="54785"/>
                  <a:pt x="2358530" y="33840"/>
                </a:cubicBezTo>
                <a:close/>
                <a:moveTo>
                  <a:pt x="1127209" y="8522"/>
                </a:moveTo>
                <a:cubicBezTo>
                  <a:pt x="1142635" y="12499"/>
                  <a:pt x="1155490" y="14993"/>
                  <a:pt x="1165775" y="16005"/>
                </a:cubicBezTo>
                <a:cubicBezTo>
                  <a:pt x="1176060" y="17017"/>
                  <a:pt x="1181202" y="19654"/>
                  <a:pt x="1181202" y="23917"/>
                </a:cubicBezTo>
                <a:cubicBezTo>
                  <a:pt x="1181202" y="28179"/>
                  <a:pt x="1178802" y="32014"/>
                  <a:pt x="1174001" y="35422"/>
                </a:cubicBezTo>
                <a:cubicBezTo>
                  <a:pt x="1169200" y="38829"/>
                  <a:pt x="1163828" y="55130"/>
                  <a:pt x="1157885" y="84324"/>
                </a:cubicBezTo>
                <a:lnTo>
                  <a:pt x="1247946" y="84324"/>
                </a:lnTo>
                <a:cubicBezTo>
                  <a:pt x="1289313" y="84324"/>
                  <a:pt x="1320588" y="83277"/>
                  <a:pt x="1341772" y="81181"/>
                </a:cubicBezTo>
                <a:lnTo>
                  <a:pt x="1341772" y="117686"/>
                </a:lnTo>
                <a:cubicBezTo>
                  <a:pt x="1320145" y="115890"/>
                  <a:pt x="1288870" y="114993"/>
                  <a:pt x="1247946" y="114993"/>
                </a:cubicBezTo>
                <a:lnTo>
                  <a:pt x="1153006" y="114993"/>
                </a:lnTo>
                <a:cubicBezTo>
                  <a:pt x="1138094" y="193036"/>
                  <a:pt x="1109838" y="259715"/>
                  <a:pt x="1068238" y="315032"/>
                </a:cubicBezTo>
                <a:cubicBezTo>
                  <a:pt x="1057755" y="303997"/>
                  <a:pt x="1046166" y="296815"/>
                  <a:pt x="1033469" y="293486"/>
                </a:cubicBezTo>
                <a:cubicBezTo>
                  <a:pt x="1076655" y="250076"/>
                  <a:pt x="1104911" y="190578"/>
                  <a:pt x="1118237" y="114993"/>
                </a:cubicBezTo>
                <a:cubicBezTo>
                  <a:pt x="1102787" y="115288"/>
                  <a:pt x="1086492" y="116186"/>
                  <a:pt x="1069352" y="117686"/>
                </a:cubicBezTo>
                <a:lnTo>
                  <a:pt x="1069352" y="81181"/>
                </a:lnTo>
                <a:cubicBezTo>
                  <a:pt x="1081892" y="83029"/>
                  <a:pt x="1099404" y="84084"/>
                  <a:pt x="1121887" y="84346"/>
                </a:cubicBezTo>
                <a:cubicBezTo>
                  <a:pt x="1125735" y="57676"/>
                  <a:pt x="1127660" y="40451"/>
                  <a:pt x="1127660" y="32671"/>
                </a:cubicBezTo>
                <a:cubicBezTo>
                  <a:pt x="1127660" y="24892"/>
                  <a:pt x="1127509" y="16842"/>
                  <a:pt x="1127209" y="8522"/>
                </a:cubicBezTo>
                <a:close/>
                <a:moveTo>
                  <a:pt x="1503409" y="8072"/>
                </a:moveTo>
                <a:cubicBezTo>
                  <a:pt x="1513982" y="14535"/>
                  <a:pt x="1524892" y="18628"/>
                  <a:pt x="1536141" y="20352"/>
                </a:cubicBezTo>
                <a:cubicBezTo>
                  <a:pt x="1542790" y="21243"/>
                  <a:pt x="1546114" y="23836"/>
                  <a:pt x="1546114" y="28132"/>
                </a:cubicBezTo>
                <a:cubicBezTo>
                  <a:pt x="1546114" y="32427"/>
                  <a:pt x="1543109" y="35828"/>
                  <a:pt x="1537099" y="38333"/>
                </a:cubicBezTo>
                <a:cubicBezTo>
                  <a:pt x="1531089" y="40838"/>
                  <a:pt x="1523928" y="45105"/>
                  <a:pt x="1515617" y="51135"/>
                </a:cubicBezTo>
                <a:lnTo>
                  <a:pt x="1723193" y="51135"/>
                </a:lnTo>
                <a:cubicBezTo>
                  <a:pt x="1752840" y="51135"/>
                  <a:pt x="1775893" y="49937"/>
                  <a:pt x="1792352" y="47541"/>
                </a:cubicBezTo>
                <a:lnTo>
                  <a:pt x="1792352" y="85389"/>
                </a:lnTo>
                <a:cubicBezTo>
                  <a:pt x="1778988" y="83298"/>
                  <a:pt x="1755936" y="82253"/>
                  <a:pt x="1723193" y="82253"/>
                </a:cubicBezTo>
                <a:lnTo>
                  <a:pt x="1495758" y="82253"/>
                </a:lnTo>
                <a:lnTo>
                  <a:pt x="1480976" y="98677"/>
                </a:lnTo>
                <a:lnTo>
                  <a:pt x="1527587" y="101259"/>
                </a:lnTo>
                <a:cubicBezTo>
                  <a:pt x="1551568" y="101933"/>
                  <a:pt x="1581280" y="102270"/>
                  <a:pt x="1616723" y="102270"/>
                </a:cubicBezTo>
                <a:cubicBezTo>
                  <a:pt x="1687608" y="102270"/>
                  <a:pt x="1734788" y="101219"/>
                  <a:pt x="1758262" y="99119"/>
                </a:cubicBezTo>
                <a:cubicBezTo>
                  <a:pt x="1755871" y="113449"/>
                  <a:pt x="1754676" y="131271"/>
                  <a:pt x="1754676" y="152583"/>
                </a:cubicBezTo>
                <a:lnTo>
                  <a:pt x="1754676" y="197431"/>
                </a:lnTo>
                <a:cubicBezTo>
                  <a:pt x="1754676" y="216986"/>
                  <a:pt x="1755871" y="233610"/>
                  <a:pt x="1758262" y="247302"/>
                </a:cubicBezTo>
                <a:cubicBezTo>
                  <a:pt x="1730611" y="244611"/>
                  <a:pt x="1698738" y="243266"/>
                  <a:pt x="1662643" y="243266"/>
                </a:cubicBezTo>
                <a:lnTo>
                  <a:pt x="1560573" y="243266"/>
                </a:lnTo>
                <a:cubicBezTo>
                  <a:pt x="1551886" y="256167"/>
                  <a:pt x="1544826" y="264335"/>
                  <a:pt x="1539392" y="267769"/>
                </a:cubicBezTo>
                <a:lnTo>
                  <a:pt x="1642462" y="267769"/>
                </a:lnTo>
                <a:cubicBezTo>
                  <a:pt x="1679933" y="267769"/>
                  <a:pt x="1715095" y="266121"/>
                  <a:pt x="1747947" y="262825"/>
                </a:cubicBezTo>
                <a:cubicBezTo>
                  <a:pt x="1713833" y="314522"/>
                  <a:pt x="1683036" y="347834"/>
                  <a:pt x="1655556" y="362759"/>
                </a:cubicBezTo>
                <a:cubicBezTo>
                  <a:pt x="1690070" y="372479"/>
                  <a:pt x="1742994" y="380752"/>
                  <a:pt x="1814326" y="387577"/>
                </a:cubicBezTo>
                <a:cubicBezTo>
                  <a:pt x="1804320" y="400364"/>
                  <a:pt x="1797238" y="412958"/>
                  <a:pt x="1793081" y="425360"/>
                </a:cubicBezTo>
                <a:cubicBezTo>
                  <a:pt x="1717314" y="413363"/>
                  <a:pt x="1660559" y="399609"/>
                  <a:pt x="1622817" y="384098"/>
                </a:cubicBezTo>
                <a:cubicBezTo>
                  <a:pt x="1585293" y="402281"/>
                  <a:pt x="1522123" y="417083"/>
                  <a:pt x="1433307" y="428503"/>
                </a:cubicBezTo>
                <a:cubicBezTo>
                  <a:pt x="1429802" y="417626"/>
                  <a:pt x="1422196" y="405336"/>
                  <a:pt x="1410490" y="391634"/>
                </a:cubicBezTo>
                <a:cubicBezTo>
                  <a:pt x="1486400" y="388362"/>
                  <a:pt x="1545605" y="379590"/>
                  <a:pt x="1588105" y="365317"/>
                </a:cubicBezTo>
                <a:cubicBezTo>
                  <a:pt x="1564988" y="355892"/>
                  <a:pt x="1539423" y="339175"/>
                  <a:pt x="1511410" y="315168"/>
                </a:cubicBezTo>
                <a:lnTo>
                  <a:pt x="1531879" y="297537"/>
                </a:lnTo>
                <a:lnTo>
                  <a:pt x="1520411" y="297537"/>
                </a:lnTo>
                <a:cubicBezTo>
                  <a:pt x="1504504" y="316563"/>
                  <a:pt x="1482411" y="337344"/>
                  <a:pt x="1454131" y="359880"/>
                </a:cubicBezTo>
                <a:cubicBezTo>
                  <a:pt x="1445787" y="349684"/>
                  <a:pt x="1435877" y="341011"/>
                  <a:pt x="1424399" y="333863"/>
                </a:cubicBezTo>
                <a:cubicBezTo>
                  <a:pt x="1467938" y="307355"/>
                  <a:pt x="1501425" y="277603"/>
                  <a:pt x="1524861" y="244609"/>
                </a:cubicBezTo>
                <a:cubicBezTo>
                  <a:pt x="1502968" y="245199"/>
                  <a:pt x="1485626" y="246097"/>
                  <a:pt x="1472834" y="247302"/>
                </a:cubicBezTo>
                <a:cubicBezTo>
                  <a:pt x="1474929" y="230681"/>
                  <a:pt x="1475977" y="214057"/>
                  <a:pt x="1475977" y="197431"/>
                </a:cubicBezTo>
                <a:lnTo>
                  <a:pt x="1475977" y="152583"/>
                </a:lnTo>
                <a:cubicBezTo>
                  <a:pt x="1475977" y="142253"/>
                  <a:pt x="1475715" y="132558"/>
                  <a:pt x="1475191" y="123499"/>
                </a:cubicBezTo>
                <a:lnTo>
                  <a:pt x="1473636" y="106832"/>
                </a:lnTo>
                <a:lnTo>
                  <a:pt x="1431986" y="153112"/>
                </a:lnTo>
                <a:cubicBezTo>
                  <a:pt x="1422880" y="144658"/>
                  <a:pt x="1411828" y="137464"/>
                  <a:pt x="1398832" y="131530"/>
                </a:cubicBezTo>
                <a:cubicBezTo>
                  <a:pt x="1443670" y="99826"/>
                  <a:pt x="1478529" y="58674"/>
                  <a:pt x="1503409" y="8072"/>
                </a:cubicBezTo>
                <a:close/>
                <a:moveTo>
                  <a:pt x="2164606" y="7622"/>
                </a:moveTo>
                <a:cubicBezTo>
                  <a:pt x="2175712" y="10022"/>
                  <a:pt x="2188897" y="11222"/>
                  <a:pt x="2204161" y="11222"/>
                </a:cubicBezTo>
                <a:cubicBezTo>
                  <a:pt x="2212295" y="11222"/>
                  <a:pt x="2216362" y="13549"/>
                  <a:pt x="2216362" y="18202"/>
                </a:cubicBezTo>
                <a:cubicBezTo>
                  <a:pt x="2216362" y="22855"/>
                  <a:pt x="2214643" y="26153"/>
                  <a:pt x="2211204" y="28096"/>
                </a:cubicBezTo>
                <a:cubicBezTo>
                  <a:pt x="2207766" y="30039"/>
                  <a:pt x="2206047" y="35054"/>
                  <a:pt x="2206047" y="43141"/>
                </a:cubicBezTo>
                <a:lnTo>
                  <a:pt x="2206047" y="119765"/>
                </a:lnTo>
                <a:cubicBezTo>
                  <a:pt x="2227730" y="119512"/>
                  <a:pt x="2250605" y="118162"/>
                  <a:pt x="2274669" y="115714"/>
                </a:cubicBezTo>
                <a:lnTo>
                  <a:pt x="2274669" y="154912"/>
                </a:lnTo>
                <a:cubicBezTo>
                  <a:pt x="2255029" y="152816"/>
                  <a:pt x="2232155" y="151769"/>
                  <a:pt x="2206047" y="151769"/>
                </a:cubicBezTo>
                <a:lnTo>
                  <a:pt x="2206047" y="369660"/>
                </a:lnTo>
                <a:cubicBezTo>
                  <a:pt x="2206047" y="384548"/>
                  <a:pt x="2203620" y="396175"/>
                  <a:pt x="2198767" y="404543"/>
                </a:cubicBezTo>
                <a:cubicBezTo>
                  <a:pt x="2193914" y="412911"/>
                  <a:pt x="2184358" y="418996"/>
                  <a:pt x="2170099" y="422799"/>
                </a:cubicBezTo>
                <a:cubicBezTo>
                  <a:pt x="2155840" y="426602"/>
                  <a:pt x="2133078" y="428503"/>
                  <a:pt x="2101812" y="428503"/>
                </a:cubicBezTo>
                <a:cubicBezTo>
                  <a:pt x="2101812" y="412692"/>
                  <a:pt x="2096430" y="396935"/>
                  <a:pt x="2085667" y="381233"/>
                </a:cubicBezTo>
                <a:cubicBezTo>
                  <a:pt x="2108956" y="384829"/>
                  <a:pt x="2126312" y="386626"/>
                  <a:pt x="2137734" y="386626"/>
                </a:cubicBezTo>
                <a:cubicBezTo>
                  <a:pt x="2149157" y="386626"/>
                  <a:pt x="2157314" y="384620"/>
                  <a:pt x="2162205" y="380608"/>
                </a:cubicBezTo>
                <a:cubicBezTo>
                  <a:pt x="2167096" y="376595"/>
                  <a:pt x="2169542" y="367862"/>
                  <a:pt x="2169542" y="354408"/>
                </a:cubicBezTo>
                <a:lnTo>
                  <a:pt x="2169542" y="151318"/>
                </a:lnTo>
                <a:lnTo>
                  <a:pt x="2116707" y="151318"/>
                </a:lnTo>
                <a:cubicBezTo>
                  <a:pt x="2084398" y="151318"/>
                  <a:pt x="2054616" y="152516"/>
                  <a:pt x="2027360" y="154912"/>
                </a:cubicBezTo>
                <a:lnTo>
                  <a:pt x="2027360" y="115714"/>
                </a:lnTo>
                <a:cubicBezTo>
                  <a:pt x="2053887" y="118410"/>
                  <a:pt x="2083669" y="119757"/>
                  <a:pt x="2116707" y="119757"/>
                </a:cubicBezTo>
                <a:lnTo>
                  <a:pt x="2169542" y="119757"/>
                </a:lnTo>
                <a:cubicBezTo>
                  <a:pt x="2169542" y="64579"/>
                  <a:pt x="2167896" y="27201"/>
                  <a:pt x="2164606" y="7622"/>
                </a:cubicBezTo>
                <a:close/>
                <a:moveTo>
                  <a:pt x="656798" y="0"/>
                </a:moveTo>
                <a:cubicBezTo>
                  <a:pt x="673758" y="5762"/>
                  <a:pt x="686678" y="9360"/>
                  <a:pt x="695560" y="10794"/>
                </a:cubicBezTo>
                <a:cubicBezTo>
                  <a:pt x="703690" y="12599"/>
                  <a:pt x="707755" y="15696"/>
                  <a:pt x="707755" y="20084"/>
                </a:cubicBezTo>
                <a:cubicBezTo>
                  <a:pt x="707755" y="24473"/>
                  <a:pt x="704340" y="27888"/>
                  <a:pt x="697510" y="30328"/>
                </a:cubicBezTo>
                <a:cubicBezTo>
                  <a:pt x="690681" y="32769"/>
                  <a:pt x="677201" y="47032"/>
                  <a:pt x="657070" y="73116"/>
                </a:cubicBezTo>
                <a:lnTo>
                  <a:pt x="710355" y="73116"/>
                </a:lnTo>
                <a:cubicBezTo>
                  <a:pt x="781993" y="73116"/>
                  <a:pt x="827770" y="70870"/>
                  <a:pt x="847686" y="66379"/>
                </a:cubicBezTo>
                <a:cubicBezTo>
                  <a:pt x="845596" y="80843"/>
                  <a:pt x="844550" y="110473"/>
                  <a:pt x="844550" y="155269"/>
                </a:cubicBezTo>
                <a:lnTo>
                  <a:pt x="844550" y="370560"/>
                </a:lnTo>
                <a:cubicBezTo>
                  <a:pt x="844550" y="381747"/>
                  <a:pt x="842285" y="390391"/>
                  <a:pt x="837753" y="396492"/>
                </a:cubicBezTo>
                <a:cubicBezTo>
                  <a:pt x="833222" y="402593"/>
                  <a:pt x="823889" y="407135"/>
                  <a:pt x="809757" y="410119"/>
                </a:cubicBezTo>
                <a:cubicBezTo>
                  <a:pt x="795624" y="413102"/>
                  <a:pt x="772477" y="414744"/>
                  <a:pt x="740316" y="415044"/>
                </a:cubicBezTo>
                <a:cubicBezTo>
                  <a:pt x="741216" y="399781"/>
                  <a:pt x="736432" y="384774"/>
                  <a:pt x="725964" y="370024"/>
                </a:cubicBezTo>
                <a:cubicBezTo>
                  <a:pt x="751567" y="373615"/>
                  <a:pt x="769973" y="375411"/>
                  <a:pt x="781182" y="375411"/>
                </a:cubicBezTo>
                <a:cubicBezTo>
                  <a:pt x="792390" y="375411"/>
                  <a:pt x="799371" y="374034"/>
                  <a:pt x="802124" y="371282"/>
                </a:cubicBezTo>
                <a:cubicBezTo>
                  <a:pt x="804876" y="368529"/>
                  <a:pt x="806253" y="363355"/>
                  <a:pt x="806253" y="355758"/>
                </a:cubicBezTo>
                <a:lnTo>
                  <a:pt x="806253" y="103777"/>
                </a:lnTo>
                <a:lnTo>
                  <a:pt x="541798" y="103777"/>
                </a:lnTo>
                <a:lnTo>
                  <a:pt x="541798" y="415944"/>
                </a:lnTo>
                <a:lnTo>
                  <a:pt x="499021" y="415944"/>
                </a:lnTo>
                <a:cubicBezTo>
                  <a:pt x="502307" y="381526"/>
                  <a:pt x="503951" y="344121"/>
                  <a:pt x="503951" y="303730"/>
                </a:cubicBezTo>
                <a:lnTo>
                  <a:pt x="503951" y="155269"/>
                </a:lnTo>
                <a:cubicBezTo>
                  <a:pt x="503951" y="121217"/>
                  <a:pt x="502755" y="91587"/>
                  <a:pt x="500364" y="66379"/>
                </a:cubicBezTo>
                <a:cubicBezTo>
                  <a:pt x="515357" y="70870"/>
                  <a:pt x="538857" y="73116"/>
                  <a:pt x="570866" y="73116"/>
                </a:cubicBezTo>
                <a:lnTo>
                  <a:pt x="622951" y="73116"/>
                </a:lnTo>
                <a:cubicBezTo>
                  <a:pt x="639429" y="47975"/>
                  <a:pt x="650712" y="23603"/>
                  <a:pt x="65679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161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48EF842-079F-4CF5-9B2F-14218939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30" y="-4474615"/>
            <a:ext cx="11105340" cy="1530801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589737F-0758-47AE-BBB4-03C4940526F0}"/>
              </a:ext>
            </a:extLst>
          </p:cNvPr>
          <p:cNvSpPr/>
          <p:nvPr/>
        </p:nvSpPr>
        <p:spPr>
          <a:xfrm>
            <a:off x="709684" y="3628984"/>
            <a:ext cx="10699844" cy="232012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653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5CF9945-6590-4F49-92D5-740FAECE7FF6}"/>
              </a:ext>
            </a:extLst>
          </p:cNvPr>
          <p:cNvCxnSpPr>
            <a:cxnSpLocks/>
          </p:cNvCxnSpPr>
          <p:nvPr/>
        </p:nvCxnSpPr>
        <p:spPr>
          <a:xfrm>
            <a:off x="3796537" y="1875687"/>
            <a:ext cx="56587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6EFF289-5B1B-4779-B207-4AEF6BA8723B}"/>
              </a:ext>
            </a:extLst>
          </p:cNvPr>
          <p:cNvCxnSpPr>
            <a:cxnSpLocks/>
          </p:cNvCxnSpPr>
          <p:nvPr/>
        </p:nvCxnSpPr>
        <p:spPr>
          <a:xfrm flipV="1">
            <a:off x="3813603" y="1087291"/>
            <a:ext cx="0" cy="2098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52B5B98-C127-4B7C-8FFB-5FA91EEB7090}"/>
              </a:ext>
            </a:extLst>
          </p:cNvPr>
          <p:cNvCxnSpPr>
            <a:cxnSpLocks/>
          </p:cNvCxnSpPr>
          <p:nvPr/>
        </p:nvCxnSpPr>
        <p:spPr>
          <a:xfrm>
            <a:off x="3796537" y="4744837"/>
            <a:ext cx="56587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BA45D02-6060-4E72-83CE-8325B711971F}"/>
              </a:ext>
            </a:extLst>
          </p:cNvPr>
          <p:cNvCxnSpPr>
            <a:cxnSpLocks/>
          </p:cNvCxnSpPr>
          <p:nvPr/>
        </p:nvCxnSpPr>
        <p:spPr>
          <a:xfrm flipV="1">
            <a:off x="3813603" y="3575667"/>
            <a:ext cx="0" cy="22240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077FA76-AB19-480D-AB12-2480607BEE9E}"/>
              </a:ext>
            </a:extLst>
          </p:cNvPr>
          <p:cNvCxnSpPr>
            <a:cxnSpLocks/>
            <a:endCxn id="22" idx="6"/>
          </p:cNvCxnSpPr>
          <p:nvPr/>
        </p:nvCxnSpPr>
        <p:spPr>
          <a:xfrm flipH="1">
            <a:off x="7242499" y="3689912"/>
            <a:ext cx="21409" cy="114870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B6D13E4-C325-4310-AB8A-A971B1FC9842}"/>
              </a:ext>
            </a:extLst>
          </p:cNvPr>
          <p:cNvCxnSpPr>
            <a:cxnSpLocks/>
            <a:endCxn id="22" idx="1"/>
          </p:cNvCxnSpPr>
          <p:nvPr/>
        </p:nvCxnSpPr>
        <p:spPr>
          <a:xfrm flipH="1">
            <a:off x="5294293" y="3689912"/>
            <a:ext cx="16186" cy="104936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DD2D0E9B-F75F-47AC-958E-6670EE7D4496}"/>
              </a:ext>
            </a:extLst>
          </p:cNvPr>
          <p:cNvGrpSpPr/>
          <p:nvPr/>
        </p:nvGrpSpPr>
        <p:grpSpPr>
          <a:xfrm>
            <a:off x="5294293" y="3552427"/>
            <a:ext cx="1962116" cy="346021"/>
            <a:chOff x="5520144" y="3573771"/>
            <a:chExt cx="2251519" cy="346021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A310C00-3765-4B2E-A0C6-9DEAD9DC3BC1}"/>
                </a:ext>
              </a:extLst>
            </p:cNvPr>
            <p:cNvCxnSpPr>
              <a:cxnSpLocks/>
            </p:cNvCxnSpPr>
            <p:nvPr/>
          </p:nvCxnSpPr>
          <p:spPr>
            <a:xfrm>
              <a:off x="5520144" y="3919792"/>
              <a:ext cx="2251519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1413D82-4603-4293-9DC6-D49C24151DDA}"/>
                </a:ext>
              </a:extLst>
            </p:cNvPr>
            <p:cNvSpPr txBox="1"/>
            <p:nvPr/>
          </p:nvSpPr>
          <p:spPr>
            <a:xfrm>
              <a:off x="5659944" y="3573771"/>
              <a:ext cx="2073251" cy="280414"/>
            </a:xfrm>
            <a:custGeom>
              <a:avLst/>
              <a:gdLst/>
              <a:ahLst/>
              <a:cxnLst/>
              <a:rect l="l" t="t" r="r" b="b"/>
              <a:pathLst>
                <a:path w="1590446" h="215113">
                  <a:moveTo>
                    <a:pt x="1212952" y="125959"/>
                  </a:moveTo>
                  <a:lnTo>
                    <a:pt x="1212952" y="159791"/>
                  </a:lnTo>
                  <a:lnTo>
                    <a:pt x="1274674" y="159791"/>
                  </a:lnTo>
                  <a:lnTo>
                    <a:pt x="1274674" y="125959"/>
                  </a:lnTo>
                  <a:close/>
                  <a:moveTo>
                    <a:pt x="937489" y="103099"/>
                  </a:moveTo>
                  <a:lnTo>
                    <a:pt x="937489" y="157277"/>
                  </a:lnTo>
                  <a:lnTo>
                    <a:pt x="981380" y="157277"/>
                  </a:lnTo>
                  <a:lnTo>
                    <a:pt x="981380" y="103099"/>
                  </a:lnTo>
                  <a:close/>
                  <a:moveTo>
                    <a:pt x="1025042" y="94640"/>
                  </a:moveTo>
                  <a:cubicBezTo>
                    <a:pt x="1039368" y="111404"/>
                    <a:pt x="1050569" y="126263"/>
                    <a:pt x="1058647" y="139217"/>
                  </a:cubicBezTo>
                  <a:lnTo>
                    <a:pt x="1045388" y="147904"/>
                  </a:lnTo>
                  <a:cubicBezTo>
                    <a:pt x="1037768" y="132055"/>
                    <a:pt x="1027100" y="116891"/>
                    <a:pt x="1013384" y="102413"/>
                  </a:cubicBezTo>
                  <a:close/>
                  <a:moveTo>
                    <a:pt x="306095" y="91897"/>
                  </a:moveTo>
                  <a:lnTo>
                    <a:pt x="306095" y="143332"/>
                  </a:lnTo>
                  <a:lnTo>
                    <a:pt x="360502" y="143332"/>
                  </a:lnTo>
                  <a:lnTo>
                    <a:pt x="360502" y="91897"/>
                  </a:lnTo>
                  <a:close/>
                  <a:moveTo>
                    <a:pt x="565556" y="91669"/>
                  </a:moveTo>
                  <a:lnTo>
                    <a:pt x="578815" y="95098"/>
                  </a:lnTo>
                  <a:cubicBezTo>
                    <a:pt x="575462" y="110185"/>
                    <a:pt x="570509" y="124892"/>
                    <a:pt x="563956" y="139217"/>
                  </a:cubicBezTo>
                  <a:lnTo>
                    <a:pt x="550469" y="134188"/>
                  </a:lnTo>
                  <a:cubicBezTo>
                    <a:pt x="558698" y="122149"/>
                    <a:pt x="563728" y="107975"/>
                    <a:pt x="565556" y="91669"/>
                  </a:cubicBezTo>
                  <a:close/>
                  <a:moveTo>
                    <a:pt x="738378" y="91440"/>
                  </a:moveTo>
                  <a:lnTo>
                    <a:pt x="738378" y="109042"/>
                  </a:lnTo>
                  <a:lnTo>
                    <a:pt x="847649" y="109042"/>
                  </a:lnTo>
                  <a:lnTo>
                    <a:pt x="847649" y="91440"/>
                  </a:lnTo>
                  <a:close/>
                  <a:moveTo>
                    <a:pt x="76581" y="90297"/>
                  </a:moveTo>
                  <a:cubicBezTo>
                    <a:pt x="84353" y="119558"/>
                    <a:pt x="97003" y="142189"/>
                    <a:pt x="114529" y="158191"/>
                  </a:cubicBezTo>
                  <a:cubicBezTo>
                    <a:pt x="134798" y="139903"/>
                    <a:pt x="149047" y="117272"/>
                    <a:pt x="157277" y="90297"/>
                  </a:cubicBezTo>
                  <a:close/>
                  <a:moveTo>
                    <a:pt x="634365" y="86182"/>
                  </a:moveTo>
                  <a:cubicBezTo>
                    <a:pt x="638023" y="89535"/>
                    <a:pt x="642671" y="91973"/>
                    <a:pt x="648310" y="93497"/>
                  </a:cubicBezTo>
                  <a:cubicBezTo>
                    <a:pt x="651358" y="94412"/>
                    <a:pt x="652882" y="95402"/>
                    <a:pt x="652882" y="96469"/>
                  </a:cubicBezTo>
                  <a:cubicBezTo>
                    <a:pt x="652882" y="97536"/>
                    <a:pt x="651586" y="98374"/>
                    <a:pt x="648995" y="98984"/>
                  </a:cubicBezTo>
                  <a:cubicBezTo>
                    <a:pt x="647014" y="99441"/>
                    <a:pt x="643699" y="103670"/>
                    <a:pt x="639051" y="111671"/>
                  </a:cubicBezTo>
                  <a:cubicBezTo>
                    <a:pt x="634403" y="119672"/>
                    <a:pt x="629107" y="127635"/>
                    <a:pt x="623164" y="135560"/>
                  </a:cubicBezTo>
                  <a:lnTo>
                    <a:pt x="612191" y="129159"/>
                  </a:lnTo>
                  <a:cubicBezTo>
                    <a:pt x="624688" y="114986"/>
                    <a:pt x="632079" y="100660"/>
                    <a:pt x="634365" y="86182"/>
                  </a:cubicBezTo>
                  <a:close/>
                  <a:moveTo>
                    <a:pt x="1212952" y="81153"/>
                  </a:moveTo>
                  <a:lnTo>
                    <a:pt x="1212952" y="115214"/>
                  </a:lnTo>
                  <a:lnTo>
                    <a:pt x="1274674" y="115214"/>
                  </a:lnTo>
                  <a:lnTo>
                    <a:pt x="1274674" y="81153"/>
                  </a:lnTo>
                  <a:close/>
                  <a:moveTo>
                    <a:pt x="291694" y="79096"/>
                  </a:moveTo>
                  <a:cubicBezTo>
                    <a:pt x="300685" y="80162"/>
                    <a:pt x="314744" y="80696"/>
                    <a:pt x="333870" y="80696"/>
                  </a:cubicBezTo>
                  <a:cubicBezTo>
                    <a:pt x="352997" y="80696"/>
                    <a:pt x="366751" y="80162"/>
                    <a:pt x="375133" y="79096"/>
                  </a:cubicBezTo>
                  <a:cubicBezTo>
                    <a:pt x="374371" y="88849"/>
                    <a:pt x="373990" y="102184"/>
                    <a:pt x="373990" y="119101"/>
                  </a:cubicBezTo>
                  <a:cubicBezTo>
                    <a:pt x="373990" y="136017"/>
                    <a:pt x="374371" y="148057"/>
                    <a:pt x="375133" y="155219"/>
                  </a:cubicBezTo>
                  <a:cubicBezTo>
                    <a:pt x="362026" y="154610"/>
                    <a:pt x="346596" y="154305"/>
                    <a:pt x="328841" y="154305"/>
                  </a:cubicBezTo>
                  <a:cubicBezTo>
                    <a:pt x="311087" y="154305"/>
                    <a:pt x="298704" y="154686"/>
                    <a:pt x="291694" y="155448"/>
                  </a:cubicBezTo>
                  <a:cubicBezTo>
                    <a:pt x="292608" y="147218"/>
                    <a:pt x="293065" y="134455"/>
                    <a:pt x="293065" y="117157"/>
                  </a:cubicBezTo>
                  <a:cubicBezTo>
                    <a:pt x="293065" y="99860"/>
                    <a:pt x="292608" y="87173"/>
                    <a:pt x="291694" y="79096"/>
                  </a:cubicBezTo>
                  <a:close/>
                  <a:moveTo>
                    <a:pt x="1199464" y="68580"/>
                  </a:moveTo>
                  <a:cubicBezTo>
                    <a:pt x="1207541" y="69647"/>
                    <a:pt x="1222324" y="70180"/>
                    <a:pt x="1243813" y="70180"/>
                  </a:cubicBezTo>
                  <a:cubicBezTo>
                    <a:pt x="1265301" y="70180"/>
                    <a:pt x="1280236" y="69647"/>
                    <a:pt x="1288618" y="68580"/>
                  </a:cubicBezTo>
                  <a:cubicBezTo>
                    <a:pt x="1288161" y="72390"/>
                    <a:pt x="1287933" y="77114"/>
                    <a:pt x="1287933" y="82753"/>
                  </a:cubicBezTo>
                  <a:lnTo>
                    <a:pt x="1287933" y="157505"/>
                  </a:lnTo>
                  <a:cubicBezTo>
                    <a:pt x="1287933" y="162992"/>
                    <a:pt x="1288161" y="167716"/>
                    <a:pt x="1288618" y="171679"/>
                  </a:cubicBezTo>
                  <a:cubicBezTo>
                    <a:pt x="1280236" y="170612"/>
                    <a:pt x="1265339" y="170078"/>
                    <a:pt x="1243927" y="170078"/>
                  </a:cubicBezTo>
                  <a:cubicBezTo>
                    <a:pt x="1222515" y="170078"/>
                    <a:pt x="1207694" y="170612"/>
                    <a:pt x="1199464" y="171679"/>
                  </a:cubicBezTo>
                  <a:cubicBezTo>
                    <a:pt x="1199921" y="164821"/>
                    <a:pt x="1200150" y="160096"/>
                    <a:pt x="1200150" y="157505"/>
                  </a:cubicBezTo>
                  <a:lnTo>
                    <a:pt x="1200150" y="82753"/>
                  </a:lnTo>
                  <a:cubicBezTo>
                    <a:pt x="1200150" y="78181"/>
                    <a:pt x="1199921" y="73457"/>
                    <a:pt x="1199464" y="68580"/>
                  </a:cubicBezTo>
                  <a:close/>
                  <a:moveTo>
                    <a:pt x="587959" y="63094"/>
                  </a:moveTo>
                  <a:cubicBezTo>
                    <a:pt x="593750" y="64160"/>
                    <a:pt x="599923" y="64694"/>
                    <a:pt x="606476" y="64694"/>
                  </a:cubicBezTo>
                  <a:cubicBezTo>
                    <a:pt x="609524" y="64694"/>
                    <a:pt x="611048" y="65456"/>
                    <a:pt x="611048" y="66980"/>
                  </a:cubicBezTo>
                  <a:cubicBezTo>
                    <a:pt x="611048" y="68504"/>
                    <a:pt x="610057" y="69875"/>
                    <a:pt x="608076" y="71095"/>
                  </a:cubicBezTo>
                  <a:cubicBezTo>
                    <a:pt x="604723" y="73228"/>
                    <a:pt x="603047" y="84582"/>
                    <a:pt x="603047" y="105156"/>
                  </a:cubicBezTo>
                  <a:cubicBezTo>
                    <a:pt x="603047" y="108661"/>
                    <a:pt x="602894" y="113386"/>
                    <a:pt x="602590" y="119329"/>
                  </a:cubicBezTo>
                  <a:cubicBezTo>
                    <a:pt x="607314" y="137770"/>
                    <a:pt x="614439" y="152705"/>
                    <a:pt x="623964" y="164135"/>
                  </a:cubicBezTo>
                  <a:cubicBezTo>
                    <a:pt x="633489" y="175565"/>
                    <a:pt x="647624" y="186157"/>
                    <a:pt x="666369" y="195910"/>
                  </a:cubicBezTo>
                  <a:cubicBezTo>
                    <a:pt x="659511" y="200177"/>
                    <a:pt x="655015" y="205054"/>
                    <a:pt x="652882" y="210541"/>
                  </a:cubicBezTo>
                  <a:cubicBezTo>
                    <a:pt x="636727" y="197891"/>
                    <a:pt x="624611" y="186538"/>
                    <a:pt x="616534" y="176479"/>
                  </a:cubicBezTo>
                  <a:cubicBezTo>
                    <a:pt x="608457" y="166421"/>
                    <a:pt x="602437" y="155067"/>
                    <a:pt x="598475" y="142418"/>
                  </a:cubicBezTo>
                  <a:cubicBezTo>
                    <a:pt x="590398" y="172898"/>
                    <a:pt x="568681" y="196367"/>
                    <a:pt x="533324" y="212827"/>
                  </a:cubicBezTo>
                  <a:cubicBezTo>
                    <a:pt x="530581" y="207950"/>
                    <a:pt x="526390" y="203911"/>
                    <a:pt x="520751" y="200711"/>
                  </a:cubicBezTo>
                  <a:cubicBezTo>
                    <a:pt x="542696" y="192024"/>
                    <a:pt x="558660" y="182080"/>
                    <a:pt x="568643" y="170878"/>
                  </a:cubicBezTo>
                  <a:cubicBezTo>
                    <a:pt x="578625" y="159677"/>
                    <a:pt x="584835" y="146533"/>
                    <a:pt x="587273" y="131445"/>
                  </a:cubicBezTo>
                  <a:cubicBezTo>
                    <a:pt x="589712" y="116357"/>
                    <a:pt x="590931" y="103480"/>
                    <a:pt x="590931" y="92812"/>
                  </a:cubicBezTo>
                  <a:cubicBezTo>
                    <a:pt x="590931" y="82144"/>
                    <a:pt x="589940" y="72238"/>
                    <a:pt x="587959" y="63094"/>
                  </a:cubicBezTo>
                  <a:close/>
                  <a:moveTo>
                    <a:pt x="738378" y="62408"/>
                  </a:moveTo>
                  <a:lnTo>
                    <a:pt x="738378" y="81153"/>
                  </a:lnTo>
                  <a:lnTo>
                    <a:pt x="847649" y="81153"/>
                  </a:lnTo>
                  <a:lnTo>
                    <a:pt x="847649" y="62408"/>
                  </a:lnTo>
                  <a:close/>
                  <a:moveTo>
                    <a:pt x="459943" y="57150"/>
                  </a:moveTo>
                  <a:lnTo>
                    <a:pt x="474345" y="58064"/>
                  </a:lnTo>
                  <a:cubicBezTo>
                    <a:pt x="472973" y="79705"/>
                    <a:pt x="470687" y="98069"/>
                    <a:pt x="467487" y="113157"/>
                  </a:cubicBezTo>
                  <a:lnTo>
                    <a:pt x="453085" y="111328"/>
                  </a:lnTo>
                  <a:cubicBezTo>
                    <a:pt x="457962" y="91821"/>
                    <a:pt x="460248" y="73762"/>
                    <a:pt x="459943" y="57150"/>
                  </a:cubicBezTo>
                  <a:close/>
                  <a:moveTo>
                    <a:pt x="1576502" y="53035"/>
                  </a:moveTo>
                  <a:cubicBezTo>
                    <a:pt x="1580769" y="53035"/>
                    <a:pt x="1585417" y="54407"/>
                    <a:pt x="1590446" y="57150"/>
                  </a:cubicBezTo>
                  <a:lnTo>
                    <a:pt x="1582217" y="70409"/>
                  </a:lnTo>
                  <a:cubicBezTo>
                    <a:pt x="1579931" y="69037"/>
                    <a:pt x="1577569" y="68351"/>
                    <a:pt x="1575130" y="68351"/>
                  </a:cubicBezTo>
                  <a:cubicBezTo>
                    <a:pt x="1570406" y="68351"/>
                    <a:pt x="1565948" y="70790"/>
                    <a:pt x="1561757" y="75667"/>
                  </a:cubicBezTo>
                  <a:cubicBezTo>
                    <a:pt x="1557566" y="80543"/>
                    <a:pt x="1554480" y="86830"/>
                    <a:pt x="1552499" y="94526"/>
                  </a:cubicBezTo>
                  <a:cubicBezTo>
                    <a:pt x="1550518" y="102222"/>
                    <a:pt x="1549527" y="116205"/>
                    <a:pt x="1549527" y="136474"/>
                  </a:cubicBezTo>
                  <a:lnTo>
                    <a:pt x="1549527" y="177622"/>
                  </a:lnTo>
                  <a:lnTo>
                    <a:pt x="1533525" y="177622"/>
                  </a:lnTo>
                  <a:lnTo>
                    <a:pt x="1533525" y="56236"/>
                  </a:lnTo>
                  <a:lnTo>
                    <a:pt x="1549527" y="56236"/>
                  </a:lnTo>
                  <a:lnTo>
                    <a:pt x="1549527" y="73838"/>
                  </a:lnTo>
                  <a:cubicBezTo>
                    <a:pt x="1553794" y="66675"/>
                    <a:pt x="1557947" y="61417"/>
                    <a:pt x="1561986" y="58064"/>
                  </a:cubicBezTo>
                  <a:cubicBezTo>
                    <a:pt x="1566024" y="54712"/>
                    <a:pt x="1570863" y="53035"/>
                    <a:pt x="1576502" y="53035"/>
                  </a:cubicBezTo>
                  <a:close/>
                  <a:moveTo>
                    <a:pt x="1509827" y="53035"/>
                  </a:moveTo>
                  <a:cubicBezTo>
                    <a:pt x="1514094" y="53035"/>
                    <a:pt x="1518742" y="54407"/>
                    <a:pt x="1523771" y="57150"/>
                  </a:cubicBezTo>
                  <a:lnTo>
                    <a:pt x="1515542" y="70409"/>
                  </a:lnTo>
                  <a:cubicBezTo>
                    <a:pt x="1513256" y="69037"/>
                    <a:pt x="1510893" y="68351"/>
                    <a:pt x="1508455" y="68351"/>
                  </a:cubicBezTo>
                  <a:cubicBezTo>
                    <a:pt x="1503731" y="68351"/>
                    <a:pt x="1499273" y="70790"/>
                    <a:pt x="1495082" y="75667"/>
                  </a:cubicBezTo>
                  <a:cubicBezTo>
                    <a:pt x="1490891" y="80543"/>
                    <a:pt x="1487805" y="86830"/>
                    <a:pt x="1485824" y="94526"/>
                  </a:cubicBezTo>
                  <a:cubicBezTo>
                    <a:pt x="1483843" y="102222"/>
                    <a:pt x="1482852" y="116205"/>
                    <a:pt x="1482852" y="136474"/>
                  </a:cubicBezTo>
                  <a:lnTo>
                    <a:pt x="1482852" y="177622"/>
                  </a:lnTo>
                  <a:lnTo>
                    <a:pt x="1466850" y="177622"/>
                  </a:lnTo>
                  <a:lnTo>
                    <a:pt x="1466850" y="56236"/>
                  </a:lnTo>
                  <a:lnTo>
                    <a:pt x="1482852" y="56236"/>
                  </a:lnTo>
                  <a:lnTo>
                    <a:pt x="1482852" y="73838"/>
                  </a:lnTo>
                  <a:cubicBezTo>
                    <a:pt x="1487119" y="66675"/>
                    <a:pt x="1491272" y="61417"/>
                    <a:pt x="1495311" y="58064"/>
                  </a:cubicBezTo>
                  <a:cubicBezTo>
                    <a:pt x="1499349" y="54712"/>
                    <a:pt x="1504188" y="53035"/>
                    <a:pt x="1509827" y="53035"/>
                  </a:cubicBezTo>
                  <a:close/>
                  <a:moveTo>
                    <a:pt x="722833" y="50063"/>
                  </a:moveTo>
                  <a:cubicBezTo>
                    <a:pt x="734111" y="51283"/>
                    <a:pt x="757771" y="51892"/>
                    <a:pt x="793813" y="51892"/>
                  </a:cubicBezTo>
                  <a:cubicBezTo>
                    <a:pt x="829856" y="51892"/>
                    <a:pt x="853135" y="51435"/>
                    <a:pt x="863651" y="50521"/>
                  </a:cubicBezTo>
                  <a:cubicBezTo>
                    <a:pt x="862432" y="56159"/>
                    <a:pt x="861822" y="64465"/>
                    <a:pt x="861822" y="75438"/>
                  </a:cubicBezTo>
                  <a:lnTo>
                    <a:pt x="861822" y="98298"/>
                  </a:lnTo>
                  <a:cubicBezTo>
                    <a:pt x="861822" y="108356"/>
                    <a:pt x="862432" y="116053"/>
                    <a:pt x="863651" y="121387"/>
                  </a:cubicBezTo>
                  <a:cubicBezTo>
                    <a:pt x="851306" y="120015"/>
                    <a:pt x="835838" y="119329"/>
                    <a:pt x="817245" y="119329"/>
                  </a:cubicBezTo>
                  <a:lnTo>
                    <a:pt x="763981" y="119329"/>
                  </a:lnTo>
                  <a:cubicBezTo>
                    <a:pt x="758952" y="126797"/>
                    <a:pt x="754990" y="132436"/>
                    <a:pt x="752094" y="136246"/>
                  </a:cubicBezTo>
                  <a:lnTo>
                    <a:pt x="806958" y="136246"/>
                  </a:lnTo>
                  <a:cubicBezTo>
                    <a:pt x="826008" y="136246"/>
                    <a:pt x="843153" y="135484"/>
                    <a:pt x="858393" y="133960"/>
                  </a:cubicBezTo>
                  <a:cubicBezTo>
                    <a:pt x="841477" y="157582"/>
                    <a:pt x="825779" y="173965"/>
                    <a:pt x="811301" y="183109"/>
                  </a:cubicBezTo>
                  <a:cubicBezTo>
                    <a:pt x="830047" y="189052"/>
                    <a:pt x="857021" y="193624"/>
                    <a:pt x="892226" y="196825"/>
                  </a:cubicBezTo>
                  <a:cubicBezTo>
                    <a:pt x="887349" y="201397"/>
                    <a:pt x="883996" y="206502"/>
                    <a:pt x="882167" y="212141"/>
                  </a:cubicBezTo>
                  <a:cubicBezTo>
                    <a:pt x="844982" y="206045"/>
                    <a:pt x="816559" y="199034"/>
                    <a:pt x="796900" y="191110"/>
                  </a:cubicBezTo>
                  <a:cubicBezTo>
                    <a:pt x="777392" y="200406"/>
                    <a:pt x="745769" y="207950"/>
                    <a:pt x="702031" y="213741"/>
                  </a:cubicBezTo>
                  <a:cubicBezTo>
                    <a:pt x="700507" y="208864"/>
                    <a:pt x="696849" y="203987"/>
                    <a:pt x="691058" y="199111"/>
                  </a:cubicBezTo>
                  <a:cubicBezTo>
                    <a:pt x="728548" y="197587"/>
                    <a:pt x="758723" y="192557"/>
                    <a:pt x="781583" y="184023"/>
                  </a:cubicBezTo>
                  <a:cubicBezTo>
                    <a:pt x="769087" y="177775"/>
                    <a:pt x="756056" y="169164"/>
                    <a:pt x="742493" y="158191"/>
                  </a:cubicBezTo>
                  <a:lnTo>
                    <a:pt x="752551" y="149962"/>
                  </a:lnTo>
                  <a:cubicBezTo>
                    <a:pt x="766724" y="162001"/>
                    <a:pt x="781355" y="171221"/>
                    <a:pt x="796442" y="177622"/>
                  </a:cubicBezTo>
                  <a:cubicBezTo>
                    <a:pt x="811530" y="169850"/>
                    <a:pt x="823112" y="159639"/>
                    <a:pt x="831190" y="146990"/>
                  </a:cubicBezTo>
                  <a:lnTo>
                    <a:pt x="743636" y="146990"/>
                  </a:lnTo>
                  <a:cubicBezTo>
                    <a:pt x="735101" y="157201"/>
                    <a:pt x="724357" y="167792"/>
                    <a:pt x="711403" y="178765"/>
                  </a:cubicBezTo>
                  <a:cubicBezTo>
                    <a:pt x="707898" y="173888"/>
                    <a:pt x="703478" y="170155"/>
                    <a:pt x="698144" y="167564"/>
                  </a:cubicBezTo>
                  <a:cubicBezTo>
                    <a:pt x="719938" y="155219"/>
                    <a:pt x="737006" y="139370"/>
                    <a:pt x="749351" y="120015"/>
                  </a:cubicBezTo>
                  <a:cubicBezTo>
                    <a:pt x="736397" y="120320"/>
                    <a:pt x="727558" y="120777"/>
                    <a:pt x="722833" y="121387"/>
                  </a:cubicBezTo>
                  <a:cubicBezTo>
                    <a:pt x="723900" y="114681"/>
                    <a:pt x="724433" y="106985"/>
                    <a:pt x="724433" y="98298"/>
                  </a:cubicBezTo>
                  <a:lnTo>
                    <a:pt x="724433" y="75438"/>
                  </a:lnTo>
                  <a:cubicBezTo>
                    <a:pt x="724433" y="64618"/>
                    <a:pt x="723900" y="56159"/>
                    <a:pt x="722833" y="50063"/>
                  </a:cubicBezTo>
                  <a:close/>
                  <a:moveTo>
                    <a:pt x="511150" y="48463"/>
                  </a:moveTo>
                  <a:cubicBezTo>
                    <a:pt x="519227" y="60198"/>
                    <a:pt x="526085" y="73838"/>
                    <a:pt x="531724" y="89383"/>
                  </a:cubicBezTo>
                  <a:lnTo>
                    <a:pt x="519379" y="95326"/>
                  </a:lnTo>
                  <a:cubicBezTo>
                    <a:pt x="516331" y="82829"/>
                    <a:pt x="510235" y="69266"/>
                    <a:pt x="501091" y="54635"/>
                  </a:cubicBezTo>
                  <a:close/>
                  <a:moveTo>
                    <a:pt x="1158545" y="45034"/>
                  </a:moveTo>
                  <a:cubicBezTo>
                    <a:pt x="1162355" y="46406"/>
                    <a:pt x="1164946" y="47206"/>
                    <a:pt x="1166317" y="47434"/>
                  </a:cubicBezTo>
                  <a:cubicBezTo>
                    <a:pt x="1167689" y="47663"/>
                    <a:pt x="1170165" y="47777"/>
                    <a:pt x="1173747" y="47777"/>
                  </a:cubicBezTo>
                  <a:cubicBezTo>
                    <a:pt x="1177328" y="47777"/>
                    <a:pt x="1179119" y="48349"/>
                    <a:pt x="1179119" y="49492"/>
                  </a:cubicBezTo>
                  <a:cubicBezTo>
                    <a:pt x="1179119" y="50635"/>
                    <a:pt x="1177976" y="52121"/>
                    <a:pt x="1175690" y="53950"/>
                  </a:cubicBezTo>
                  <a:cubicBezTo>
                    <a:pt x="1175080" y="54407"/>
                    <a:pt x="1174471" y="56159"/>
                    <a:pt x="1173861" y="59207"/>
                  </a:cubicBezTo>
                  <a:cubicBezTo>
                    <a:pt x="1173251" y="62255"/>
                    <a:pt x="1172947" y="65532"/>
                    <a:pt x="1172947" y="69037"/>
                  </a:cubicBezTo>
                  <a:lnTo>
                    <a:pt x="1172947" y="214884"/>
                  </a:lnTo>
                  <a:lnTo>
                    <a:pt x="1157402" y="214884"/>
                  </a:lnTo>
                  <a:cubicBezTo>
                    <a:pt x="1158926" y="201168"/>
                    <a:pt x="1159688" y="190576"/>
                    <a:pt x="1159688" y="183109"/>
                  </a:cubicBezTo>
                  <a:lnTo>
                    <a:pt x="1159688" y="73838"/>
                  </a:lnTo>
                  <a:cubicBezTo>
                    <a:pt x="1159688" y="63932"/>
                    <a:pt x="1159307" y="54331"/>
                    <a:pt x="1158545" y="45034"/>
                  </a:cubicBezTo>
                  <a:close/>
                  <a:moveTo>
                    <a:pt x="937489" y="36347"/>
                  </a:moveTo>
                  <a:lnTo>
                    <a:pt x="937489" y="92354"/>
                  </a:lnTo>
                  <a:lnTo>
                    <a:pt x="981380" y="92354"/>
                  </a:lnTo>
                  <a:lnTo>
                    <a:pt x="981380" y="36347"/>
                  </a:lnTo>
                  <a:close/>
                  <a:moveTo>
                    <a:pt x="1332509" y="22860"/>
                  </a:moveTo>
                  <a:cubicBezTo>
                    <a:pt x="1331443" y="28346"/>
                    <a:pt x="1330909" y="36957"/>
                    <a:pt x="1330909" y="48692"/>
                  </a:cubicBezTo>
                  <a:lnTo>
                    <a:pt x="1330909" y="188366"/>
                  </a:lnTo>
                  <a:cubicBezTo>
                    <a:pt x="1330909" y="196139"/>
                    <a:pt x="1330033" y="201816"/>
                    <a:pt x="1328280" y="205397"/>
                  </a:cubicBezTo>
                  <a:cubicBezTo>
                    <a:pt x="1326528" y="208978"/>
                    <a:pt x="1323327" y="211417"/>
                    <a:pt x="1318679" y="212712"/>
                  </a:cubicBezTo>
                  <a:cubicBezTo>
                    <a:pt x="1314031" y="214008"/>
                    <a:pt x="1306601" y="214808"/>
                    <a:pt x="1296391" y="215113"/>
                  </a:cubicBezTo>
                  <a:cubicBezTo>
                    <a:pt x="1296848" y="208864"/>
                    <a:pt x="1294791" y="203149"/>
                    <a:pt x="1290219" y="197968"/>
                  </a:cubicBezTo>
                  <a:cubicBezTo>
                    <a:pt x="1297229" y="199187"/>
                    <a:pt x="1302639" y="199796"/>
                    <a:pt x="1306449" y="199796"/>
                  </a:cubicBezTo>
                  <a:cubicBezTo>
                    <a:pt x="1310259" y="199796"/>
                    <a:pt x="1313040" y="199111"/>
                    <a:pt x="1314793" y="197739"/>
                  </a:cubicBezTo>
                  <a:cubicBezTo>
                    <a:pt x="1316545" y="196367"/>
                    <a:pt x="1317422" y="193472"/>
                    <a:pt x="1317422" y="189052"/>
                  </a:cubicBezTo>
                  <a:lnTo>
                    <a:pt x="1317422" y="36347"/>
                  </a:lnTo>
                  <a:lnTo>
                    <a:pt x="1273759" y="36347"/>
                  </a:lnTo>
                  <a:cubicBezTo>
                    <a:pt x="1257453" y="36347"/>
                    <a:pt x="1243432" y="36805"/>
                    <a:pt x="1231697" y="37719"/>
                  </a:cubicBezTo>
                  <a:lnTo>
                    <a:pt x="1231697" y="23089"/>
                  </a:lnTo>
                  <a:cubicBezTo>
                    <a:pt x="1243127" y="24003"/>
                    <a:pt x="1260577" y="24460"/>
                    <a:pt x="1284046" y="24460"/>
                  </a:cubicBezTo>
                  <a:cubicBezTo>
                    <a:pt x="1307516" y="24460"/>
                    <a:pt x="1323670" y="23927"/>
                    <a:pt x="1332509" y="22860"/>
                  </a:cubicBezTo>
                  <a:close/>
                  <a:moveTo>
                    <a:pt x="922172" y="22860"/>
                  </a:moveTo>
                  <a:cubicBezTo>
                    <a:pt x="927049" y="24079"/>
                    <a:pt x="939508" y="24689"/>
                    <a:pt x="959549" y="24689"/>
                  </a:cubicBezTo>
                  <a:cubicBezTo>
                    <a:pt x="979589" y="24689"/>
                    <a:pt x="992048" y="24079"/>
                    <a:pt x="996925" y="22860"/>
                  </a:cubicBezTo>
                  <a:cubicBezTo>
                    <a:pt x="996010" y="26822"/>
                    <a:pt x="995553" y="35281"/>
                    <a:pt x="995553" y="48235"/>
                  </a:cubicBezTo>
                  <a:lnTo>
                    <a:pt x="995553" y="159106"/>
                  </a:lnTo>
                  <a:cubicBezTo>
                    <a:pt x="995553" y="168859"/>
                    <a:pt x="996086" y="178918"/>
                    <a:pt x="997153" y="189281"/>
                  </a:cubicBezTo>
                  <a:lnTo>
                    <a:pt x="981380" y="189281"/>
                  </a:lnTo>
                  <a:lnTo>
                    <a:pt x="981380" y="168021"/>
                  </a:lnTo>
                  <a:lnTo>
                    <a:pt x="937489" y="168021"/>
                  </a:lnTo>
                  <a:lnTo>
                    <a:pt x="937489" y="194996"/>
                  </a:lnTo>
                  <a:lnTo>
                    <a:pt x="921944" y="194996"/>
                  </a:lnTo>
                  <a:cubicBezTo>
                    <a:pt x="923011" y="186309"/>
                    <a:pt x="923544" y="175412"/>
                    <a:pt x="923544" y="162306"/>
                  </a:cubicBezTo>
                  <a:lnTo>
                    <a:pt x="923544" y="48235"/>
                  </a:lnTo>
                  <a:cubicBezTo>
                    <a:pt x="923544" y="36043"/>
                    <a:pt x="923087" y="27584"/>
                    <a:pt x="922172" y="22860"/>
                  </a:cubicBezTo>
                  <a:close/>
                  <a:moveTo>
                    <a:pt x="174650" y="14402"/>
                  </a:moveTo>
                  <a:cubicBezTo>
                    <a:pt x="177394" y="20498"/>
                    <a:pt x="181127" y="25908"/>
                    <a:pt x="185852" y="30632"/>
                  </a:cubicBezTo>
                  <a:cubicBezTo>
                    <a:pt x="187223" y="32004"/>
                    <a:pt x="187909" y="33261"/>
                    <a:pt x="187909" y="34404"/>
                  </a:cubicBezTo>
                  <a:cubicBezTo>
                    <a:pt x="187909" y="35547"/>
                    <a:pt x="187338" y="36119"/>
                    <a:pt x="186195" y="36119"/>
                  </a:cubicBezTo>
                  <a:cubicBezTo>
                    <a:pt x="185052" y="36119"/>
                    <a:pt x="184023" y="35966"/>
                    <a:pt x="183109" y="35662"/>
                  </a:cubicBezTo>
                  <a:cubicBezTo>
                    <a:pt x="180365" y="34900"/>
                    <a:pt x="176060" y="34519"/>
                    <a:pt x="170193" y="34519"/>
                  </a:cubicBezTo>
                  <a:cubicBezTo>
                    <a:pt x="164325" y="34519"/>
                    <a:pt x="154915" y="35014"/>
                    <a:pt x="141961" y="36004"/>
                  </a:cubicBezTo>
                  <a:cubicBezTo>
                    <a:pt x="129007" y="36995"/>
                    <a:pt x="112243" y="37948"/>
                    <a:pt x="91669" y="38862"/>
                  </a:cubicBezTo>
                  <a:cubicBezTo>
                    <a:pt x="71095" y="39776"/>
                    <a:pt x="56464" y="40081"/>
                    <a:pt x="47777" y="39776"/>
                  </a:cubicBezTo>
                  <a:lnTo>
                    <a:pt x="47777" y="78181"/>
                  </a:lnTo>
                  <a:lnTo>
                    <a:pt x="127559" y="78181"/>
                  </a:lnTo>
                  <a:cubicBezTo>
                    <a:pt x="147218" y="78181"/>
                    <a:pt x="163754" y="77724"/>
                    <a:pt x="177165" y="76810"/>
                  </a:cubicBezTo>
                  <a:cubicBezTo>
                    <a:pt x="165278" y="115214"/>
                    <a:pt x="147752" y="145161"/>
                    <a:pt x="124587" y="166649"/>
                  </a:cubicBezTo>
                  <a:cubicBezTo>
                    <a:pt x="144856" y="180823"/>
                    <a:pt x="169697" y="189586"/>
                    <a:pt x="199111" y="192938"/>
                  </a:cubicBezTo>
                  <a:cubicBezTo>
                    <a:pt x="194539" y="196901"/>
                    <a:pt x="190805" y="202768"/>
                    <a:pt x="187909" y="210541"/>
                  </a:cubicBezTo>
                  <a:cubicBezTo>
                    <a:pt x="156972" y="202311"/>
                    <a:pt x="132131" y="190881"/>
                    <a:pt x="113386" y="176251"/>
                  </a:cubicBezTo>
                  <a:cubicBezTo>
                    <a:pt x="95250" y="190424"/>
                    <a:pt x="73381" y="202463"/>
                    <a:pt x="47777" y="212369"/>
                  </a:cubicBezTo>
                  <a:cubicBezTo>
                    <a:pt x="45491" y="205664"/>
                    <a:pt x="41148" y="200787"/>
                    <a:pt x="34747" y="197739"/>
                  </a:cubicBezTo>
                  <a:cubicBezTo>
                    <a:pt x="63094" y="190119"/>
                    <a:pt x="85877" y="179984"/>
                    <a:pt x="103099" y="167335"/>
                  </a:cubicBezTo>
                  <a:cubicBezTo>
                    <a:pt x="86335" y="148590"/>
                    <a:pt x="72619" y="122911"/>
                    <a:pt x="61951" y="90297"/>
                  </a:cubicBezTo>
                  <a:lnTo>
                    <a:pt x="47777" y="90297"/>
                  </a:lnTo>
                  <a:cubicBezTo>
                    <a:pt x="47625" y="115291"/>
                    <a:pt x="45110" y="136893"/>
                    <a:pt x="40234" y="155105"/>
                  </a:cubicBezTo>
                  <a:cubicBezTo>
                    <a:pt x="35357" y="173317"/>
                    <a:pt x="27508" y="190805"/>
                    <a:pt x="16688" y="207569"/>
                  </a:cubicBezTo>
                  <a:cubicBezTo>
                    <a:pt x="12116" y="203454"/>
                    <a:pt x="6553" y="200635"/>
                    <a:pt x="0" y="199111"/>
                  </a:cubicBezTo>
                  <a:cubicBezTo>
                    <a:pt x="22403" y="175641"/>
                    <a:pt x="33604" y="138760"/>
                    <a:pt x="33604" y="88468"/>
                  </a:cubicBezTo>
                  <a:cubicBezTo>
                    <a:pt x="33604" y="66218"/>
                    <a:pt x="33071" y="45187"/>
                    <a:pt x="32004" y="25375"/>
                  </a:cubicBezTo>
                  <a:cubicBezTo>
                    <a:pt x="45415" y="25679"/>
                    <a:pt x="57836" y="25832"/>
                    <a:pt x="69266" y="25832"/>
                  </a:cubicBezTo>
                  <a:cubicBezTo>
                    <a:pt x="122453" y="25832"/>
                    <a:pt x="157582" y="22022"/>
                    <a:pt x="174650" y="14402"/>
                  </a:cubicBezTo>
                  <a:close/>
                  <a:moveTo>
                    <a:pt x="1363827" y="13487"/>
                  </a:moveTo>
                  <a:lnTo>
                    <a:pt x="1453896" y="13487"/>
                  </a:lnTo>
                  <a:lnTo>
                    <a:pt x="1453896" y="29489"/>
                  </a:lnTo>
                  <a:lnTo>
                    <a:pt x="1417320" y="29489"/>
                  </a:lnTo>
                  <a:lnTo>
                    <a:pt x="1417320" y="177622"/>
                  </a:lnTo>
                  <a:lnTo>
                    <a:pt x="1400632" y="177622"/>
                  </a:lnTo>
                  <a:lnTo>
                    <a:pt x="1400632" y="29489"/>
                  </a:lnTo>
                  <a:lnTo>
                    <a:pt x="1363827" y="29489"/>
                  </a:lnTo>
                  <a:close/>
                  <a:moveTo>
                    <a:pt x="483032" y="5029"/>
                  </a:moveTo>
                  <a:cubicBezTo>
                    <a:pt x="487451" y="6096"/>
                    <a:pt x="492138" y="6629"/>
                    <a:pt x="497091" y="6629"/>
                  </a:cubicBezTo>
                  <a:cubicBezTo>
                    <a:pt x="502044" y="6629"/>
                    <a:pt x="504520" y="7239"/>
                    <a:pt x="504520" y="8458"/>
                  </a:cubicBezTo>
                  <a:cubicBezTo>
                    <a:pt x="504520" y="9677"/>
                    <a:pt x="503530" y="10935"/>
                    <a:pt x="501548" y="12230"/>
                  </a:cubicBezTo>
                  <a:cubicBezTo>
                    <a:pt x="499567" y="13525"/>
                    <a:pt x="498577" y="17374"/>
                    <a:pt x="498577" y="23774"/>
                  </a:cubicBezTo>
                  <a:lnTo>
                    <a:pt x="498577" y="175336"/>
                  </a:lnTo>
                  <a:cubicBezTo>
                    <a:pt x="498577" y="183413"/>
                    <a:pt x="499339" y="196063"/>
                    <a:pt x="500863" y="213284"/>
                  </a:cubicBezTo>
                  <a:lnTo>
                    <a:pt x="483032" y="213284"/>
                  </a:lnTo>
                  <a:cubicBezTo>
                    <a:pt x="484556" y="198349"/>
                    <a:pt x="485318" y="185623"/>
                    <a:pt x="485318" y="175108"/>
                  </a:cubicBezTo>
                  <a:lnTo>
                    <a:pt x="485318" y="35204"/>
                  </a:lnTo>
                  <a:cubicBezTo>
                    <a:pt x="485318" y="23165"/>
                    <a:pt x="484556" y="13106"/>
                    <a:pt x="483032" y="5029"/>
                  </a:cubicBezTo>
                  <a:close/>
                  <a:moveTo>
                    <a:pt x="1174089" y="4343"/>
                  </a:moveTo>
                  <a:cubicBezTo>
                    <a:pt x="1188111" y="14554"/>
                    <a:pt x="1199845" y="24613"/>
                    <a:pt x="1209294" y="34519"/>
                  </a:cubicBezTo>
                  <a:lnTo>
                    <a:pt x="1197864" y="45491"/>
                  </a:lnTo>
                  <a:cubicBezTo>
                    <a:pt x="1190549" y="34671"/>
                    <a:pt x="1179729" y="24308"/>
                    <a:pt x="1165403" y="14402"/>
                  </a:cubicBezTo>
                  <a:close/>
                  <a:moveTo>
                    <a:pt x="555955" y="4343"/>
                  </a:moveTo>
                  <a:cubicBezTo>
                    <a:pt x="561899" y="6172"/>
                    <a:pt x="567195" y="7315"/>
                    <a:pt x="571843" y="7772"/>
                  </a:cubicBezTo>
                  <a:cubicBezTo>
                    <a:pt x="576491" y="8230"/>
                    <a:pt x="578815" y="9030"/>
                    <a:pt x="578815" y="10173"/>
                  </a:cubicBezTo>
                  <a:cubicBezTo>
                    <a:pt x="578815" y="11316"/>
                    <a:pt x="577634" y="12725"/>
                    <a:pt x="575272" y="14402"/>
                  </a:cubicBezTo>
                  <a:cubicBezTo>
                    <a:pt x="572910" y="16078"/>
                    <a:pt x="570128" y="25527"/>
                    <a:pt x="566928" y="42748"/>
                  </a:cubicBezTo>
                  <a:lnTo>
                    <a:pt x="615163" y="42748"/>
                  </a:lnTo>
                  <a:cubicBezTo>
                    <a:pt x="636194" y="42748"/>
                    <a:pt x="651358" y="42291"/>
                    <a:pt x="660654" y="41377"/>
                  </a:cubicBezTo>
                  <a:lnTo>
                    <a:pt x="660654" y="55321"/>
                  </a:lnTo>
                  <a:cubicBezTo>
                    <a:pt x="651358" y="54407"/>
                    <a:pt x="636194" y="53950"/>
                    <a:pt x="615163" y="53950"/>
                  </a:cubicBezTo>
                  <a:lnTo>
                    <a:pt x="564871" y="53950"/>
                  </a:lnTo>
                  <a:cubicBezTo>
                    <a:pt x="557098" y="94640"/>
                    <a:pt x="543306" y="128626"/>
                    <a:pt x="523494" y="155905"/>
                  </a:cubicBezTo>
                  <a:cubicBezTo>
                    <a:pt x="519074" y="150419"/>
                    <a:pt x="513969" y="147066"/>
                    <a:pt x="508178" y="145847"/>
                  </a:cubicBezTo>
                  <a:cubicBezTo>
                    <a:pt x="530123" y="125273"/>
                    <a:pt x="544525" y="94640"/>
                    <a:pt x="551383" y="53950"/>
                  </a:cubicBezTo>
                  <a:cubicBezTo>
                    <a:pt x="541782" y="54102"/>
                    <a:pt x="533476" y="54559"/>
                    <a:pt x="526466" y="55321"/>
                  </a:cubicBezTo>
                  <a:lnTo>
                    <a:pt x="526466" y="41377"/>
                  </a:lnTo>
                  <a:cubicBezTo>
                    <a:pt x="531038" y="42139"/>
                    <a:pt x="539877" y="42596"/>
                    <a:pt x="552983" y="42748"/>
                  </a:cubicBezTo>
                  <a:cubicBezTo>
                    <a:pt x="555117" y="27965"/>
                    <a:pt x="556184" y="18517"/>
                    <a:pt x="556184" y="14402"/>
                  </a:cubicBezTo>
                  <a:cubicBezTo>
                    <a:pt x="556184" y="10287"/>
                    <a:pt x="556108" y="6934"/>
                    <a:pt x="555955" y="4343"/>
                  </a:cubicBezTo>
                  <a:close/>
                  <a:moveTo>
                    <a:pt x="737006" y="4115"/>
                  </a:moveTo>
                  <a:cubicBezTo>
                    <a:pt x="741121" y="7163"/>
                    <a:pt x="746150" y="9144"/>
                    <a:pt x="752094" y="10058"/>
                  </a:cubicBezTo>
                  <a:cubicBezTo>
                    <a:pt x="754380" y="10363"/>
                    <a:pt x="755523" y="11049"/>
                    <a:pt x="755523" y="12116"/>
                  </a:cubicBezTo>
                  <a:cubicBezTo>
                    <a:pt x="755523" y="13183"/>
                    <a:pt x="754151" y="14287"/>
                    <a:pt x="751408" y="15430"/>
                  </a:cubicBezTo>
                  <a:cubicBezTo>
                    <a:pt x="748665" y="16573"/>
                    <a:pt x="744855" y="20041"/>
                    <a:pt x="739978" y="25832"/>
                  </a:cubicBezTo>
                  <a:lnTo>
                    <a:pt x="848106" y="25832"/>
                  </a:lnTo>
                  <a:cubicBezTo>
                    <a:pt x="863346" y="25832"/>
                    <a:pt x="874319" y="25298"/>
                    <a:pt x="881024" y="24232"/>
                  </a:cubicBezTo>
                  <a:lnTo>
                    <a:pt x="881024" y="38862"/>
                  </a:lnTo>
                  <a:cubicBezTo>
                    <a:pt x="875995" y="37795"/>
                    <a:pt x="865022" y="37262"/>
                    <a:pt x="848106" y="37262"/>
                  </a:cubicBezTo>
                  <a:lnTo>
                    <a:pt x="731063" y="37262"/>
                  </a:lnTo>
                  <a:cubicBezTo>
                    <a:pt x="721766" y="49454"/>
                    <a:pt x="711327" y="61493"/>
                    <a:pt x="699745" y="73381"/>
                  </a:cubicBezTo>
                  <a:cubicBezTo>
                    <a:pt x="695935" y="69266"/>
                    <a:pt x="691058" y="66142"/>
                    <a:pt x="685114" y="64008"/>
                  </a:cubicBezTo>
                  <a:cubicBezTo>
                    <a:pt x="707669" y="49225"/>
                    <a:pt x="724967" y="29261"/>
                    <a:pt x="737006" y="4115"/>
                  </a:cubicBezTo>
                  <a:close/>
                  <a:moveTo>
                    <a:pt x="1070991" y="3886"/>
                  </a:moveTo>
                  <a:cubicBezTo>
                    <a:pt x="1074953" y="4953"/>
                    <a:pt x="1080897" y="5486"/>
                    <a:pt x="1088822" y="5486"/>
                  </a:cubicBezTo>
                  <a:cubicBezTo>
                    <a:pt x="1091413" y="5486"/>
                    <a:pt x="1092708" y="6096"/>
                    <a:pt x="1092708" y="7315"/>
                  </a:cubicBezTo>
                  <a:cubicBezTo>
                    <a:pt x="1092708" y="8534"/>
                    <a:pt x="1091832" y="9639"/>
                    <a:pt x="1090079" y="10630"/>
                  </a:cubicBezTo>
                  <a:cubicBezTo>
                    <a:pt x="1088327" y="11620"/>
                    <a:pt x="1087450" y="14630"/>
                    <a:pt x="1087450" y="19660"/>
                  </a:cubicBezTo>
                  <a:lnTo>
                    <a:pt x="1087450" y="60808"/>
                  </a:lnTo>
                  <a:cubicBezTo>
                    <a:pt x="1100252" y="60655"/>
                    <a:pt x="1111910" y="60046"/>
                    <a:pt x="1122426" y="58979"/>
                  </a:cubicBezTo>
                  <a:lnTo>
                    <a:pt x="1122426" y="74295"/>
                  </a:lnTo>
                  <a:cubicBezTo>
                    <a:pt x="1114196" y="73228"/>
                    <a:pt x="1102538" y="72695"/>
                    <a:pt x="1087450" y="72695"/>
                  </a:cubicBezTo>
                  <a:lnTo>
                    <a:pt x="1087450" y="186080"/>
                  </a:lnTo>
                  <a:cubicBezTo>
                    <a:pt x="1087450" y="193243"/>
                    <a:pt x="1086345" y="198730"/>
                    <a:pt x="1084135" y="202540"/>
                  </a:cubicBezTo>
                  <a:cubicBezTo>
                    <a:pt x="1081926" y="206350"/>
                    <a:pt x="1077392" y="209169"/>
                    <a:pt x="1070534" y="210998"/>
                  </a:cubicBezTo>
                  <a:cubicBezTo>
                    <a:pt x="1063676" y="212827"/>
                    <a:pt x="1053160" y="213741"/>
                    <a:pt x="1038987" y="213741"/>
                  </a:cubicBezTo>
                  <a:cubicBezTo>
                    <a:pt x="1038987" y="206578"/>
                    <a:pt x="1036244" y="200101"/>
                    <a:pt x="1030757" y="194310"/>
                  </a:cubicBezTo>
                  <a:cubicBezTo>
                    <a:pt x="1040968" y="195986"/>
                    <a:pt x="1049160" y="196825"/>
                    <a:pt x="1055332" y="196825"/>
                  </a:cubicBezTo>
                  <a:cubicBezTo>
                    <a:pt x="1061504" y="196825"/>
                    <a:pt x="1066076" y="195605"/>
                    <a:pt x="1069048" y="193167"/>
                  </a:cubicBezTo>
                  <a:cubicBezTo>
                    <a:pt x="1072020" y="190729"/>
                    <a:pt x="1073506" y="185776"/>
                    <a:pt x="1073506" y="178308"/>
                  </a:cubicBezTo>
                  <a:lnTo>
                    <a:pt x="1073506" y="72466"/>
                  </a:lnTo>
                  <a:lnTo>
                    <a:pt x="1044245" y="72466"/>
                  </a:lnTo>
                  <a:cubicBezTo>
                    <a:pt x="1027633" y="72466"/>
                    <a:pt x="1013231" y="73076"/>
                    <a:pt x="1001039" y="74295"/>
                  </a:cubicBezTo>
                  <a:lnTo>
                    <a:pt x="1001039" y="58979"/>
                  </a:lnTo>
                  <a:cubicBezTo>
                    <a:pt x="1013079" y="60198"/>
                    <a:pt x="1027481" y="60808"/>
                    <a:pt x="1044245" y="60808"/>
                  </a:cubicBezTo>
                  <a:lnTo>
                    <a:pt x="1073506" y="60808"/>
                  </a:lnTo>
                  <a:cubicBezTo>
                    <a:pt x="1073506" y="31090"/>
                    <a:pt x="1072667" y="12116"/>
                    <a:pt x="1070991" y="3886"/>
                  </a:cubicBezTo>
                  <a:close/>
                  <a:moveTo>
                    <a:pt x="324841" y="0"/>
                  </a:moveTo>
                  <a:cubicBezTo>
                    <a:pt x="332003" y="2743"/>
                    <a:pt x="337947" y="4496"/>
                    <a:pt x="342671" y="5258"/>
                  </a:cubicBezTo>
                  <a:cubicBezTo>
                    <a:pt x="345415" y="5867"/>
                    <a:pt x="346786" y="6744"/>
                    <a:pt x="346786" y="7887"/>
                  </a:cubicBezTo>
                  <a:cubicBezTo>
                    <a:pt x="346786" y="9030"/>
                    <a:pt x="345186" y="10173"/>
                    <a:pt x="341986" y="11316"/>
                  </a:cubicBezTo>
                  <a:cubicBezTo>
                    <a:pt x="338785" y="12459"/>
                    <a:pt x="331775" y="21031"/>
                    <a:pt x="320954" y="37033"/>
                  </a:cubicBezTo>
                  <a:lnTo>
                    <a:pt x="350444" y="37033"/>
                  </a:lnTo>
                  <a:cubicBezTo>
                    <a:pt x="387172" y="37033"/>
                    <a:pt x="409727" y="35966"/>
                    <a:pt x="418109" y="33833"/>
                  </a:cubicBezTo>
                  <a:cubicBezTo>
                    <a:pt x="417043" y="39624"/>
                    <a:pt x="416509" y="53950"/>
                    <a:pt x="416509" y="76810"/>
                  </a:cubicBezTo>
                  <a:lnTo>
                    <a:pt x="416509" y="186538"/>
                  </a:lnTo>
                  <a:cubicBezTo>
                    <a:pt x="416509" y="191719"/>
                    <a:pt x="415519" y="195643"/>
                    <a:pt x="413537" y="198310"/>
                  </a:cubicBezTo>
                  <a:cubicBezTo>
                    <a:pt x="411556" y="200977"/>
                    <a:pt x="407137" y="203035"/>
                    <a:pt x="400279" y="204483"/>
                  </a:cubicBezTo>
                  <a:cubicBezTo>
                    <a:pt x="393421" y="205930"/>
                    <a:pt x="382676" y="206731"/>
                    <a:pt x="368046" y="206883"/>
                  </a:cubicBezTo>
                  <a:cubicBezTo>
                    <a:pt x="368503" y="200025"/>
                    <a:pt x="366065" y="193929"/>
                    <a:pt x="360731" y="188595"/>
                  </a:cubicBezTo>
                  <a:cubicBezTo>
                    <a:pt x="372161" y="190271"/>
                    <a:pt x="380924" y="191110"/>
                    <a:pt x="387020" y="191110"/>
                  </a:cubicBezTo>
                  <a:cubicBezTo>
                    <a:pt x="393116" y="191110"/>
                    <a:pt x="397078" y="190195"/>
                    <a:pt x="398907" y="188366"/>
                  </a:cubicBezTo>
                  <a:cubicBezTo>
                    <a:pt x="400736" y="186538"/>
                    <a:pt x="401650" y="183413"/>
                    <a:pt x="401650" y="178994"/>
                  </a:cubicBezTo>
                  <a:lnTo>
                    <a:pt x="401650" y="48235"/>
                  </a:lnTo>
                  <a:lnTo>
                    <a:pt x="262204" y="48235"/>
                  </a:lnTo>
                  <a:lnTo>
                    <a:pt x="262204" y="207340"/>
                  </a:lnTo>
                  <a:lnTo>
                    <a:pt x="245059" y="207340"/>
                  </a:lnTo>
                  <a:cubicBezTo>
                    <a:pt x="246736" y="191491"/>
                    <a:pt x="247574" y="173203"/>
                    <a:pt x="247574" y="152476"/>
                  </a:cubicBezTo>
                  <a:lnTo>
                    <a:pt x="247574" y="76810"/>
                  </a:lnTo>
                  <a:cubicBezTo>
                    <a:pt x="247574" y="59284"/>
                    <a:pt x="246964" y="44958"/>
                    <a:pt x="245745" y="33833"/>
                  </a:cubicBezTo>
                  <a:cubicBezTo>
                    <a:pt x="251536" y="35966"/>
                    <a:pt x="262738" y="37033"/>
                    <a:pt x="279349" y="37033"/>
                  </a:cubicBezTo>
                  <a:lnTo>
                    <a:pt x="307238" y="37033"/>
                  </a:lnTo>
                  <a:cubicBezTo>
                    <a:pt x="316230" y="23317"/>
                    <a:pt x="322097" y="10973"/>
                    <a:pt x="32484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B8F0444-BD09-48C8-8858-2E3CC29E5F24}"/>
              </a:ext>
            </a:extLst>
          </p:cNvPr>
          <p:cNvSpPr txBox="1"/>
          <p:nvPr/>
        </p:nvSpPr>
        <p:spPr>
          <a:xfrm>
            <a:off x="2736665" y="3553118"/>
            <a:ext cx="934376" cy="278412"/>
          </a:xfrm>
          <a:custGeom>
            <a:avLst/>
            <a:gdLst/>
            <a:ahLst/>
            <a:cxnLst/>
            <a:rect l="l" t="t" r="r" b="b"/>
            <a:pathLst>
              <a:path w="716785" h="213577">
                <a:moveTo>
                  <a:pt x="264764" y="116836"/>
                </a:moveTo>
                <a:cubicBezTo>
                  <a:pt x="269505" y="121265"/>
                  <a:pt x="274633" y="124511"/>
                  <a:pt x="280148" y="126573"/>
                </a:cubicBezTo>
                <a:cubicBezTo>
                  <a:pt x="268751" y="147154"/>
                  <a:pt x="255087" y="174586"/>
                  <a:pt x="239154" y="208869"/>
                </a:cubicBezTo>
                <a:cubicBezTo>
                  <a:pt x="232886" y="204035"/>
                  <a:pt x="226787" y="200268"/>
                  <a:pt x="220855" y="197568"/>
                </a:cubicBezTo>
                <a:cubicBezTo>
                  <a:pt x="239238" y="171283"/>
                  <a:pt x="253874" y="144373"/>
                  <a:pt x="264764" y="116836"/>
                </a:cubicBezTo>
                <a:close/>
                <a:moveTo>
                  <a:pt x="300468" y="112800"/>
                </a:moveTo>
                <a:cubicBezTo>
                  <a:pt x="304802" y="113550"/>
                  <a:pt x="310647" y="113925"/>
                  <a:pt x="318003" y="113925"/>
                </a:cubicBezTo>
                <a:cubicBezTo>
                  <a:pt x="321770" y="113925"/>
                  <a:pt x="323653" y="114991"/>
                  <a:pt x="323653" y="117122"/>
                </a:cubicBezTo>
                <a:cubicBezTo>
                  <a:pt x="323653" y="119253"/>
                  <a:pt x="322968" y="120966"/>
                  <a:pt x="321596" y="122262"/>
                </a:cubicBezTo>
                <a:cubicBezTo>
                  <a:pt x="320224" y="123557"/>
                  <a:pt x="319244" y="130198"/>
                  <a:pt x="318655" y="142184"/>
                </a:cubicBezTo>
                <a:cubicBezTo>
                  <a:pt x="318065" y="154170"/>
                  <a:pt x="316616" y="164127"/>
                  <a:pt x="314308" y="172055"/>
                </a:cubicBezTo>
                <a:cubicBezTo>
                  <a:pt x="311999" y="179984"/>
                  <a:pt x="308060" y="187079"/>
                  <a:pt x="302492" y="193342"/>
                </a:cubicBezTo>
                <a:cubicBezTo>
                  <a:pt x="296923" y="199605"/>
                  <a:pt x="288061" y="206350"/>
                  <a:pt x="275905" y="213577"/>
                </a:cubicBezTo>
                <a:cubicBezTo>
                  <a:pt x="271918" y="208569"/>
                  <a:pt x="266501" y="204467"/>
                  <a:pt x="259653" y="201272"/>
                </a:cubicBezTo>
                <a:cubicBezTo>
                  <a:pt x="274488" y="194314"/>
                  <a:pt x="285149" y="186510"/>
                  <a:pt x="291635" y="177861"/>
                </a:cubicBezTo>
                <a:cubicBezTo>
                  <a:pt x="298122" y="169213"/>
                  <a:pt x="301365" y="155463"/>
                  <a:pt x="301365" y="136613"/>
                </a:cubicBezTo>
                <a:cubicBezTo>
                  <a:pt x="301365" y="130603"/>
                  <a:pt x="301066" y="122665"/>
                  <a:pt x="300468" y="112800"/>
                </a:cubicBezTo>
                <a:close/>
                <a:moveTo>
                  <a:pt x="334105" y="111678"/>
                </a:moveTo>
                <a:cubicBezTo>
                  <a:pt x="339927" y="112728"/>
                  <a:pt x="344347" y="113253"/>
                  <a:pt x="347364" y="113253"/>
                </a:cubicBezTo>
                <a:lnTo>
                  <a:pt x="351410" y="113028"/>
                </a:lnTo>
                <a:cubicBezTo>
                  <a:pt x="354285" y="113028"/>
                  <a:pt x="355722" y="114462"/>
                  <a:pt x="355722" y="117329"/>
                </a:cubicBezTo>
                <a:cubicBezTo>
                  <a:pt x="355722" y="119089"/>
                  <a:pt x="355325" y="120285"/>
                  <a:pt x="354532" y="120919"/>
                </a:cubicBezTo>
                <a:cubicBezTo>
                  <a:pt x="353739" y="121552"/>
                  <a:pt x="353290" y="122340"/>
                  <a:pt x="353186" y="123283"/>
                </a:cubicBezTo>
                <a:cubicBezTo>
                  <a:pt x="353081" y="124226"/>
                  <a:pt x="353029" y="126651"/>
                  <a:pt x="353029" y="130559"/>
                </a:cubicBezTo>
                <a:lnTo>
                  <a:pt x="353029" y="181465"/>
                </a:lnTo>
                <a:cubicBezTo>
                  <a:pt x="353029" y="188150"/>
                  <a:pt x="353701" y="196536"/>
                  <a:pt x="355047" y="206626"/>
                </a:cubicBezTo>
                <a:lnTo>
                  <a:pt x="334555" y="206626"/>
                </a:lnTo>
                <a:cubicBezTo>
                  <a:pt x="335453" y="196596"/>
                  <a:pt x="335901" y="188209"/>
                  <a:pt x="335901" y="181465"/>
                </a:cubicBezTo>
                <a:lnTo>
                  <a:pt x="335901" y="133474"/>
                </a:lnTo>
                <a:cubicBezTo>
                  <a:pt x="335901" y="124225"/>
                  <a:pt x="335303" y="116960"/>
                  <a:pt x="334105" y="111678"/>
                </a:cubicBezTo>
                <a:close/>
                <a:moveTo>
                  <a:pt x="369313" y="111228"/>
                </a:moveTo>
                <a:cubicBezTo>
                  <a:pt x="374494" y="112428"/>
                  <a:pt x="378926" y="113028"/>
                  <a:pt x="382607" y="113028"/>
                </a:cubicBezTo>
                <a:lnTo>
                  <a:pt x="388229" y="112803"/>
                </a:lnTo>
                <a:cubicBezTo>
                  <a:pt x="391525" y="112803"/>
                  <a:pt x="393173" y="113895"/>
                  <a:pt x="393173" y="116079"/>
                </a:cubicBezTo>
                <a:cubicBezTo>
                  <a:pt x="393173" y="118262"/>
                  <a:pt x="392180" y="120126"/>
                  <a:pt x="390194" y="121669"/>
                </a:cubicBezTo>
                <a:cubicBezTo>
                  <a:pt x="388741" y="123019"/>
                  <a:pt x="388015" y="127627"/>
                  <a:pt x="388015" y="135492"/>
                </a:cubicBezTo>
                <a:lnTo>
                  <a:pt x="388015" y="184380"/>
                </a:lnTo>
                <a:cubicBezTo>
                  <a:pt x="388015" y="189438"/>
                  <a:pt x="390729" y="191967"/>
                  <a:pt x="396157" y="191967"/>
                </a:cubicBezTo>
                <a:cubicBezTo>
                  <a:pt x="401585" y="191967"/>
                  <a:pt x="405011" y="190255"/>
                  <a:pt x="406433" y="186830"/>
                </a:cubicBezTo>
                <a:cubicBezTo>
                  <a:pt x="407856" y="183406"/>
                  <a:pt x="408674" y="176446"/>
                  <a:pt x="408885" y="165949"/>
                </a:cubicBezTo>
                <a:cubicBezTo>
                  <a:pt x="414024" y="170057"/>
                  <a:pt x="420373" y="172363"/>
                  <a:pt x="427931" y="172868"/>
                </a:cubicBezTo>
                <a:cubicBezTo>
                  <a:pt x="426528" y="184005"/>
                  <a:pt x="424646" y="191934"/>
                  <a:pt x="422285" y="196655"/>
                </a:cubicBezTo>
                <a:cubicBezTo>
                  <a:pt x="419924" y="201376"/>
                  <a:pt x="416681" y="204479"/>
                  <a:pt x="412556" y="205965"/>
                </a:cubicBezTo>
                <a:cubicBezTo>
                  <a:pt x="408430" y="207451"/>
                  <a:pt x="402217" y="208194"/>
                  <a:pt x="393916" y="208194"/>
                </a:cubicBezTo>
                <a:cubicBezTo>
                  <a:pt x="385615" y="208194"/>
                  <a:pt x="379775" y="206679"/>
                  <a:pt x="376398" y="203649"/>
                </a:cubicBezTo>
                <a:cubicBezTo>
                  <a:pt x="373020" y="200618"/>
                  <a:pt x="371331" y="193822"/>
                  <a:pt x="371331" y="183259"/>
                </a:cubicBezTo>
                <a:lnTo>
                  <a:pt x="371331" y="132352"/>
                </a:lnTo>
                <a:cubicBezTo>
                  <a:pt x="371331" y="124430"/>
                  <a:pt x="370658" y="117388"/>
                  <a:pt x="369313" y="111228"/>
                </a:cubicBezTo>
                <a:close/>
                <a:moveTo>
                  <a:pt x="90236" y="103020"/>
                </a:moveTo>
                <a:lnTo>
                  <a:pt x="90236" y="132988"/>
                </a:lnTo>
                <a:lnTo>
                  <a:pt x="140160" y="132988"/>
                </a:lnTo>
                <a:lnTo>
                  <a:pt x="140160" y="103020"/>
                </a:lnTo>
                <a:close/>
                <a:moveTo>
                  <a:pt x="20270" y="103020"/>
                </a:moveTo>
                <a:lnTo>
                  <a:pt x="20270" y="132988"/>
                </a:lnTo>
                <a:lnTo>
                  <a:pt x="71537" y="132988"/>
                </a:lnTo>
                <a:lnTo>
                  <a:pt x="71537" y="103020"/>
                </a:lnTo>
                <a:close/>
                <a:moveTo>
                  <a:pt x="230831" y="66826"/>
                </a:moveTo>
                <a:cubicBezTo>
                  <a:pt x="246859" y="74670"/>
                  <a:pt x="261579" y="84022"/>
                  <a:pt x="274990" y="94883"/>
                </a:cubicBezTo>
                <a:lnTo>
                  <a:pt x="263714" y="108624"/>
                </a:lnTo>
                <a:cubicBezTo>
                  <a:pt x="250755" y="97182"/>
                  <a:pt x="236843" y="88184"/>
                  <a:pt x="221976" y="81628"/>
                </a:cubicBezTo>
                <a:close/>
                <a:moveTo>
                  <a:pt x="90236" y="55253"/>
                </a:moveTo>
                <a:lnTo>
                  <a:pt x="90236" y="87686"/>
                </a:lnTo>
                <a:lnTo>
                  <a:pt x="140160" y="87686"/>
                </a:lnTo>
                <a:lnTo>
                  <a:pt x="140160" y="55253"/>
                </a:lnTo>
                <a:close/>
                <a:moveTo>
                  <a:pt x="20270" y="55253"/>
                </a:moveTo>
                <a:lnTo>
                  <a:pt x="20270" y="87686"/>
                </a:lnTo>
                <a:lnTo>
                  <a:pt x="71537" y="87686"/>
                </a:lnTo>
                <a:lnTo>
                  <a:pt x="71537" y="55253"/>
                </a:lnTo>
                <a:close/>
                <a:moveTo>
                  <a:pt x="637332" y="45609"/>
                </a:moveTo>
                <a:lnTo>
                  <a:pt x="612057" y="101816"/>
                </a:lnTo>
                <a:lnTo>
                  <a:pt x="662428" y="101816"/>
                </a:lnTo>
                <a:close/>
                <a:moveTo>
                  <a:pt x="522149" y="8076"/>
                </a:moveTo>
                <a:lnTo>
                  <a:pt x="542940" y="8076"/>
                </a:lnTo>
                <a:lnTo>
                  <a:pt x="475432" y="199450"/>
                </a:lnTo>
                <a:lnTo>
                  <a:pt x="454719" y="199450"/>
                </a:lnTo>
                <a:close/>
                <a:moveTo>
                  <a:pt x="633785" y="5608"/>
                </a:moveTo>
                <a:lnTo>
                  <a:pt x="640900" y="5608"/>
                </a:lnTo>
                <a:lnTo>
                  <a:pt x="716785" y="177472"/>
                </a:lnTo>
                <a:lnTo>
                  <a:pt x="695736" y="177472"/>
                </a:lnTo>
                <a:lnTo>
                  <a:pt x="670393" y="122530"/>
                </a:lnTo>
                <a:lnTo>
                  <a:pt x="603838" y="122530"/>
                </a:lnTo>
                <a:lnTo>
                  <a:pt x="578725" y="177472"/>
                </a:lnTo>
                <a:lnTo>
                  <a:pt x="557029" y="177472"/>
                </a:lnTo>
                <a:close/>
                <a:moveTo>
                  <a:pt x="69069" y="2915"/>
                </a:moveTo>
                <a:cubicBezTo>
                  <a:pt x="77356" y="3962"/>
                  <a:pt x="84696" y="4486"/>
                  <a:pt x="91090" y="4486"/>
                </a:cubicBezTo>
                <a:cubicBezTo>
                  <a:pt x="95305" y="4486"/>
                  <a:pt x="97412" y="5724"/>
                  <a:pt x="97412" y="8201"/>
                </a:cubicBezTo>
                <a:cubicBezTo>
                  <a:pt x="97412" y="10677"/>
                  <a:pt x="96552" y="12260"/>
                  <a:pt x="94831" y="12948"/>
                </a:cubicBezTo>
                <a:cubicBezTo>
                  <a:pt x="93111" y="13636"/>
                  <a:pt x="91915" y="14595"/>
                  <a:pt x="91243" y="15823"/>
                </a:cubicBezTo>
                <a:cubicBezTo>
                  <a:pt x="90572" y="17052"/>
                  <a:pt x="90236" y="18145"/>
                  <a:pt x="90236" y="19102"/>
                </a:cubicBezTo>
                <a:lnTo>
                  <a:pt x="90236" y="39469"/>
                </a:lnTo>
                <a:cubicBezTo>
                  <a:pt x="121014" y="39472"/>
                  <a:pt x="144412" y="38574"/>
                  <a:pt x="160431" y="36776"/>
                </a:cubicBezTo>
                <a:cubicBezTo>
                  <a:pt x="159383" y="44556"/>
                  <a:pt x="158859" y="53765"/>
                  <a:pt x="158859" y="64404"/>
                </a:cubicBezTo>
                <a:lnTo>
                  <a:pt x="158859" y="130559"/>
                </a:lnTo>
                <a:cubicBezTo>
                  <a:pt x="158859" y="141175"/>
                  <a:pt x="159607" y="152626"/>
                  <a:pt x="161102" y="164913"/>
                </a:cubicBezTo>
                <a:lnTo>
                  <a:pt x="140160" y="164913"/>
                </a:lnTo>
                <a:lnTo>
                  <a:pt x="140160" y="148769"/>
                </a:lnTo>
                <a:lnTo>
                  <a:pt x="90236" y="148769"/>
                </a:lnTo>
                <a:lnTo>
                  <a:pt x="90236" y="177876"/>
                </a:lnTo>
                <a:cubicBezTo>
                  <a:pt x="90236" y="182605"/>
                  <a:pt x="90626" y="185868"/>
                  <a:pt x="91404" y="187664"/>
                </a:cubicBezTo>
                <a:cubicBezTo>
                  <a:pt x="92183" y="189461"/>
                  <a:pt x="93985" y="190777"/>
                  <a:pt x="96810" y="191611"/>
                </a:cubicBezTo>
                <a:cubicBezTo>
                  <a:pt x="99636" y="192446"/>
                  <a:pt x="104594" y="192863"/>
                  <a:pt x="111685" y="192863"/>
                </a:cubicBezTo>
                <a:lnTo>
                  <a:pt x="147154" y="192638"/>
                </a:lnTo>
                <a:cubicBezTo>
                  <a:pt x="155193" y="192638"/>
                  <a:pt x="160604" y="190196"/>
                  <a:pt x="163386" y="185311"/>
                </a:cubicBezTo>
                <a:cubicBezTo>
                  <a:pt x="166169" y="180425"/>
                  <a:pt x="168427" y="171954"/>
                  <a:pt x="170160" y="159895"/>
                </a:cubicBezTo>
                <a:cubicBezTo>
                  <a:pt x="175602" y="164286"/>
                  <a:pt x="182001" y="167666"/>
                  <a:pt x="189359" y="170035"/>
                </a:cubicBezTo>
                <a:cubicBezTo>
                  <a:pt x="185592" y="185635"/>
                  <a:pt x="180872" y="196231"/>
                  <a:pt x="175199" y="201823"/>
                </a:cubicBezTo>
                <a:cubicBezTo>
                  <a:pt x="169525" y="207416"/>
                  <a:pt x="160240" y="210212"/>
                  <a:pt x="147343" y="210212"/>
                </a:cubicBezTo>
                <a:lnTo>
                  <a:pt x="111946" y="209990"/>
                </a:lnTo>
                <a:cubicBezTo>
                  <a:pt x="99811" y="209990"/>
                  <a:pt x="90919" y="209102"/>
                  <a:pt x="85270" y="207326"/>
                </a:cubicBezTo>
                <a:cubicBezTo>
                  <a:pt x="79620" y="205549"/>
                  <a:pt x="75919" y="202365"/>
                  <a:pt x="74166" y="197773"/>
                </a:cubicBezTo>
                <a:cubicBezTo>
                  <a:pt x="72414" y="193181"/>
                  <a:pt x="71537" y="186101"/>
                  <a:pt x="71537" y="176533"/>
                </a:cubicBezTo>
                <a:lnTo>
                  <a:pt x="71537" y="148769"/>
                </a:lnTo>
                <a:lnTo>
                  <a:pt x="20270" y="148769"/>
                </a:lnTo>
                <a:lnTo>
                  <a:pt x="20270" y="169400"/>
                </a:lnTo>
                <a:lnTo>
                  <a:pt x="0" y="169400"/>
                </a:lnTo>
                <a:cubicBezTo>
                  <a:pt x="1643" y="156922"/>
                  <a:pt x="2465" y="144723"/>
                  <a:pt x="2465" y="132802"/>
                </a:cubicBezTo>
                <a:lnTo>
                  <a:pt x="2465" y="64404"/>
                </a:lnTo>
                <a:cubicBezTo>
                  <a:pt x="2465" y="54775"/>
                  <a:pt x="1942" y="45565"/>
                  <a:pt x="896" y="36776"/>
                </a:cubicBezTo>
                <a:cubicBezTo>
                  <a:pt x="17601" y="38574"/>
                  <a:pt x="41148" y="39472"/>
                  <a:pt x="71537" y="39469"/>
                </a:cubicBezTo>
                <a:cubicBezTo>
                  <a:pt x="71537" y="24617"/>
                  <a:pt x="70715" y="12432"/>
                  <a:pt x="69069" y="2915"/>
                </a:cubicBezTo>
                <a:close/>
                <a:moveTo>
                  <a:pt x="336491" y="0"/>
                </a:moveTo>
                <a:cubicBezTo>
                  <a:pt x="345666" y="12235"/>
                  <a:pt x="352669" y="22702"/>
                  <a:pt x="357501" y="31400"/>
                </a:cubicBezTo>
                <a:cubicBezTo>
                  <a:pt x="384213" y="31400"/>
                  <a:pt x="405597" y="30725"/>
                  <a:pt x="421651" y="29375"/>
                </a:cubicBezTo>
                <a:lnTo>
                  <a:pt x="421651" y="47852"/>
                </a:lnTo>
                <a:cubicBezTo>
                  <a:pt x="407697" y="46657"/>
                  <a:pt x="380734" y="46059"/>
                  <a:pt x="340763" y="46059"/>
                </a:cubicBezTo>
                <a:cubicBezTo>
                  <a:pt x="337596" y="49610"/>
                  <a:pt x="327257" y="63708"/>
                  <a:pt x="309748" y="88354"/>
                </a:cubicBezTo>
                <a:lnTo>
                  <a:pt x="380303" y="85871"/>
                </a:lnTo>
                <a:cubicBezTo>
                  <a:pt x="374491" y="80621"/>
                  <a:pt x="367838" y="74375"/>
                  <a:pt x="360344" y="67133"/>
                </a:cubicBezTo>
                <a:lnTo>
                  <a:pt x="372592" y="56961"/>
                </a:lnTo>
                <a:cubicBezTo>
                  <a:pt x="386963" y="69681"/>
                  <a:pt x="401298" y="86269"/>
                  <a:pt x="415597" y="106724"/>
                </a:cubicBezTo>
                <a:lnTo>
                  <a:pt x="400977" y="116700"/>
                </a:lnTo>
                <a:cubicBezTo>
                  <a:pt x="397005" y="110947"/>
                  <a:pt x="393105" y="105341"/>
                  <a:pt x="389276" y="99880"/>
                </a:cubicBezTo>
                <a:cubicBezTo>
                  <a:pt x="326216" y="103438"/>
                  <a:pt x="292691" y="106353"/>
                  <a:pt x="288703" y="108624"/>
                </a:cubicBezTo>
                <a:cubicBezTo>
                  <a:pt x="286910" y="103152"/>
                  <a:pt x="284926" y="97526"/>
                  <a:pt x="282752" y="91747"/>
                </a:cubicBezTo>
                <a:cubicBezTo>
                  <a:pt x="286850" y="90142"/>
                  <a:pt x="290561" y="87713"/>
                  <a:pt x="293884" y="84461"/>
                </a:cubicBezTo>
                <a:cubicBezTo>
                  <a:pt x="297207" y="81208"/>
                  <a:pt x="302019" y="75133"/>
                  <a:pt x="308321" y="66235"/>
                </a:cubicBezTo>
                <a:cubicBezTo>
                  <a:pt x="314623" y="57337"/>
                  <a:pt x="319256" y="50686"/>
                  <a:pt x="322221" y="46281"/>
                </a:cubicBezTo>
                <a:cubicBezTo>
                  <a:pt x="307891" y="46281"/>
                  <a:pt x="294436" y="46805"/>
                  <a:pt x="281855" y="47852"/>
                </a:cubicBezTo>
                <a:lnTo>
                  <a:pt x="281855" y="41267"/>
                </a:lnTo>
                <a:lnTo>
                  <a:pt x="272508" y="53235"/>
                </a:lnTo>
                <a:cubicBezTo>
                  <a:pt x="263788" y="45941"/>
                  <a:pt x="249710" y="36872"/>
                  <a:pt x="230274" y="26028"/>
                </a:cubicBezTo>
                <a:lnTo>
                  <a:pt x="239182" y="11884"/>
                </a:lnTo>
                <a:cubicBezTo>
                  <a:pt x="249332" y="17421"/>
                  <a:pt x="258083" y="22486"/>
                  <a:pt x="265434" y="27077"/>
                </a:cubicBezTo>
                <a:lnTo>
                  <a:pt x="281855" y="38442"/>
                </a:lnTo>
                <a:lnTo>
                  <a:pt x="281855" y="29375"/>
                </a:lnTo>
                <a:cubicBezTo>
                  <a:pt x="297143" y="30725"/>
                  <a:pt x="316354" y="31400"/>
                  <a:pt x="339488" y="31400"/>
                </a:cubicBezTo>
                <a:cubicBezTo>
                  <a:pt x="335411" y="26483"/>
                  <a:pt x="329655" y="19290"/>
                  <a:pt x="322221" y="98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D1E6B6-259C-46EB-9B9C-F2538513912E}"/>
              </a:ext>
            </a:extLst>
          </p:cNvPr>
          <p:cNvSpPr txBox="1"/>
          <p:nvPr/>
        </p:nvSpPr>
        <p:spPr>
          <a:xfrm>
            <a:off x="2763006" y="1058237"/>
            <a:ext cx="920635" cy="270225"/>
          </a:xfrm>
          <a:custGeom>
            <a:avLst/>
            <a:gdLst/>
            <a:ahLst/>
            <a:cxnLst/>
            <a:rect l="l" t="t" r="r" b="b"/>
            <a:pathLst>
              <a:path w="706244" h="207297">
                <a:moveTo>
                  <a:pt x="369166" y="118407"/>
                </a:moveTo>
                <a:cubicBezTo>
                  <a:pt x="383430" y="133259"/>
                  <a:pt x="394796" y="147473"/>
                  <a:pt x="403263" y="161048"/>
                </a:cubicBezTo>
                <a:lnTo>
                  <a:pt x="388826" y="170521"/>
                </a:lnTo>
                <a:cubicBezTo>
                  <a:pt x="379875" y="156200"/>
                  <a:pt x="369035" y="142164"/>
                  <a:pt x="356308" y="128412"/>
                </a:cubicBezTo>
                <a:close/>
                <a:moveTo>
                  <a:pt x="90236" y="100105"/>
                </a:moveTo>
                <a:lnTo>
                  <a:pt x="90236" y="130073"/>
                </a:lnTo>
                <a:lnTo>
                  <a:pt x="140160" y="130073"/>
                </a:lnTo>
                <a:lnTo>
                  <a:pt x="140160" y="100105"/>
                </a:lnTo>
                <a:close/>
                <a:moveTo>
                  <a:pt x="20270" y="100105"/>
                </a:moveTo>
                <a:lnTo>
                  <a:pt x="20270" y="130073"/>
                </a:lnTo>
                <a:lnTo>
                  <a:pt x="71537" y="130073"/>
                </a:lnTo>
                <a:lnTo>
                  <a:pt x="71537" y="100105"/>
                </a:lnTo>
                <a:close/>
                <a:moveTo>
                  <a:pt x="90236" y="52338"/>
                </a:moveTo>
                <a:lnTo>
                  <a:pt x="90236" y="84771"/>
                </a:lnTo>
                <a:lnTo>
                  <a:pt x="140160" y="84771"/>
                </a:lnTo>
                <a:lnTo>
                  <a:pt x="140160" y="52338"/>
                </a:lnTo>
                <a:close/>
                <a:moveTo>
                  <a:pt x="20270" y="52338"/>
                </a:moveTo>
                <a:lnTo>
                  <a:pt x="20270" y="84771"/>
                </a:lnTo>
                <a:lnTo>
                  <a:pt x="71537" y="84771"/>
                </a:lnTo>
                <a:lnTo>
                  <a:pt x="71537" y="52338"/>
                </a:lnTo>
                <a:close/>
                <a:moveTo>
                  <a:pt x="324239" y="41262"/>
                </a:moveTo>
                <a:cubicBezTo>
                  <a:pt x="330981" y="42312"/>
                  <a:pt x="337573" y="42837"/>
                  <a:pt x="344017" y="42837"/>
                </a:cubicBezTo>
                <a:cubicBezTo>
                  <a:pt x="348081" y="42837"/>
                  <a:pt x="350114" y="43892"/>
                  <a:pt x="350114" y="46003"/>
                </a:cubicBezTo>
                <a:cubicBezTo>
                  <a:pt x="350114" y="48114"/>
                  <a:pt x="349142" y="49917"/>
                  <a:pt x="347199" y="51411"/>
                </a:cubicBezTo>
                <a:cubicBezTo>
                  <a:pt x="345256" y="52906"/>
                  <a:pt x="344285" y="55143"/>
                  <a:pt x="344285" y="58125"/>
                </a:cubicBezTo>
                <a:lnTo>
                  <a:pt x="344285" y="94411"/>
                </a:lnTo>
                <a:cubicBezTo>
                  <a:pt x="363944" y="94261"/>
                  <a:pt x="382482" y="93439"/>
                  <a:pt x="399899" y="91943"/>
                </a:cubicBezTo>
                <a:lnTo>
                  <a:pt x="399899" y="111989"/>
                </a:lnTo>
                <a:cubicBezTo>
                  <a:pt x="382216" y="110493"/>
                  <a:pt x="363677" y="109672"/>
                  <a:pt x="344285" y="109524"/>
                </a:cubicBezTo>
                <a:lnTo>
                  <a:pt x="344285" y="178954"/>
                </a:lnTo>
                <a:cubicBezTo>
                  <a:pt x="372793" y="178806"/>
                  <a:pt x="398508" y="177835"/>
                  <a:pt x="421430" y="176039"/>
                </a:cubicBezTo>
                <a:lnTo>
                  <a:pt x="421430" y="197206"/>
                </a:lnTo>
                <a:cubicBezTo>
                  <a:pt x="397644" y="195263"/>
                  <a:pt x="370409" y="194292"/>
                  <a:pt x="339727" y="194292"/>
                </a:cubicBezTo>
                <a:cubicBezTo>
                  <a:pt x="309044" y="194292"/>
                  <a:pt x="280484" y="195263"/>
                  <a:pt x="254045" y="197206"/>
                </a:cubicBezTo>
                <a:lnTo>
                  <a:pt x="254045" y="176039"/>
                </a:lnTo>
                <a:cubicBezTo>
                  <a:pt x="276795" y="177987"/>
                  <a:pt x="300716" y="178959"/>
                  <a:pt x="325807" y="178954"/>
                </a:cubicBezTo>
                <a:lnTo>
                  <a:pt x="325807" y="109524"/>
                </a:lnTo>
                <a:cubicBezTo>
                  <a:pt x="305348" y="109672"/>
                  <a:pt x="287407" y="110493"/>
                  <a:pt x="271986" y="111989"/>
                </a:cubicBezTo>
                <a:lnTo>
                  <a:pt x="271986" y="91943"/>
                </a:lnTo>
                <a:cubicBezTo>
                  <a:pt x="287217" y="93591"/>
                  <a:pt x="305157" y="94414"/>
                  <a:pt x="325807" y="94411"/>
                </a:cubicBezTo>
                <a:lnTo>
                  <a:pt x="325807" y="76288"/>
                </a:lnTo>
                <a:cubicBezTo>
                  <a:pt x="325807" y="59883"/>
                  <a:pt x="325285" y="48208"/>
                  <a:pt x="324239" y="41262"/>
                </a:cubicBezTo>
                <a:close/>
                <a:moveTo>
                  <a:pt x="240815" y="17041"/>
                </a:moveTo>
                <a:cubicBezTo>
                  <a:pt x="246715" y="18241"/>
                  <a:pt x="276554" y="18841"/>
                  <a:pt x="330329" y="18841"/>
                </a:cubicBezTo>
                <a:cubicBezTo>
                  <a:pt x="384105" y="18841"/>
                  <a:pt x="413724" y="18241"/>
                  <a:pt x="419187" y="17041"/>
                </a:cubicBezTo>
                <a:lnTo>
                  <a:pt x="419187" y="36190"/>
                </a:lnTo>
                <a:cubicBezTo>
                  <a:pt x="408357" y="35144"/>
                  <a:pt x="386814" y="34622"/>
                  <a:pt x="354557" y="34622"/>
                </a:cubicBezTo>
                <a:lnTo>
                  <a:pt x="259506" y="34622"/>
                </a:lnTo>
                <a:cubicBezTo>
                  <a:pt x="259661" y="47928"/>
                  <a:pt x="259738" y="58827"/>
                  <a:pt x="259738" y="67319"/>
                </a:cubicBezTo>
                <a:cubicBezTo>
                  <a:pt x="259738" y="104311"/>
                  <a:pt x="258031" y="131609"/>
                  <a:pt x="254616" y="149213"/>
                </a:cubicBezTo>
                <a:cubicBezTo>
                  <a:pt x="251202" y="166816"/>
                  <a:pt x="244701" y="184907"/>
                  <a:pt x="235114" y="203486"/>
                </a:cubicBezTo>
                <a:cubicBezTo>
                  <a:pt x="227415" y="201693"/>
                  <a:pt x="221093" y="200300"/>
                  <a:pt x="216147" y="199307"/>
                </a:cubicBezTo>
                <a:cubicBezTo>
                  <a:pt x="226234" y="183921"/>
                  <a:pt x="232979" y="167612"/>
                  <a:pt x="236382" y="150379"/>
                </a:cubicBezTo>
                <a:cubicBezTo>
                  <a:pt x="239785" y="133146"/>
                  <a:pt x="241486" y="106431"/>
                  <a:pt x="241486" y="70233"/>
                </a:cubicBezTo>
                <a:cubicBezTo>
                  <a:pt x="241486" y="56079"/>
                  <a:pt x="241262" y="38348"/>
                  <a:pt x="240815" y="17041"/>
                </a:cubicBezTo>
                <a:close/>
                <a:moveTo>
                  <a:pt x="559047" y="9197"/>
                </a:moveTo>
                <a:lnTo>
                  <a:pt x="580396" y="9197"/>
                </a:lnTo>
                <a:lnTo>
                  <a:pt x="632217" y="137467"/>
                </a:lnTo>
                <a:lnTo>
                  <a:pt x="684902" y="9197"/>
                </a:lnTo>
                <a:lnTo>
                  <a:pt x="706244" y="9197"/>
                </a:lnTo>
                <a:lnTo>
                  <a:pt x="635260" y="178593"/>
                </a:lnTo>
                <a:lnTo>
                  <a:pt x="628842" y="178593"/>
                </a:lnTo>
                <a:close/>
                <a:moveTo>
                  <a:pt x="522149" y="5161"/>
                </a:moveTo>
                <a:lnTo>
                  <a:pt x="542940" y="5161"/>
                </a:lnTo>
                <a:lnTo>
                  <a:pt x="475432" y="196535"/>
                </a:lnTo>
                <a:lnTo>
                  <a:pt x="454719" y="196535"/>
                </a:lnTo>
                <a:close/>
                <a:moveTo>
                  <a:pt x="69069" y="0"/>
                </a:moveTo>
                <a:cubicBezTo>
                  <a:pt x="77356" y="1047"/>
                  <a:pt x="84696" y="1571"/>
                  <a:pt x="91090" y="1571"/>
                </a:cubicBezTo>
                <a:cubicBezTo>
                  <a:pt x="95305" y="1571"/>
                  <a:pt x="97412" y="2809"/>
                  <a:pt x="97412" y="5286"/>
                </a:cubicBezTo>
                <a:cubicBezTo>
                  <a:pt x="97412" y="7762"/>
                  <a:pt x="96552" y="9345"/>
                  <a:pt x="94831" y="10033"/>
                </a:cubicBezTo>
                <a:cubicBezTo>
                  <a:pt x="93111" y="10721"/>
                  <a:pt x="91915" y="11680"/>
                  <a:pt x="91243" y="12908"/>
                </a:cubicBezTo>
                <a:cubicBezTo>
                  <a:pt x="90572" y="14137"/>
                  <a:pt x="90236" y="15230"/>
                  <a:pt x="90236" y="16187"/>
                </a:cubicBezTo>
                <a:lnTo>
                  <a:pt x="90236" y="36554"/>
                </a:lnTo>
                <a:cubicBezTo>
                  <a:pt x="121014" y="36556"/>
                  <a:pt x="144412" y="35659"/>
                  <a:pt x="160431" y="33861"/>
                </a:cubicBezTo>
                <a:cubicBezTo>
                  <a:pt x="159383" y="41640"/>
                  <a:pt x="158859" y="50850"/>
                  <a:pt x="158859" y="61489"/>
                </a:cubicBezTo>
                <a:lnTo>
                  <a:pt x="158859" y="127644"/>
                </a:lnTo>
                <a:cubicBezTo>
                  <a:pt x="158859" y="138260"/>
                  <a:pt x="159607" y="149711"/>
                  <a:pt x="161102" y="161998"/>
                </a:cubicBezTo>
                <a:lnTo>
                  <a:pt x="140160" y="161998"/>
                </a:lnTo>
                <a:lnTo>
                  <a:pt x="140160" y="145853"/>
                </a:lnTo>
                <a:lnTo>
                  <a:pt x="90236" y="145853"/>
                </a:lnTo>
                <a:lnTo>
                  <a:pt x="90236" y="174961"/>
                </a:lnTo>
                <a:cubicBezTo>
                  <a:pt x="90236" y="179690"/>
                  <a:pt x="90626" y="182953"/>
                  <a:pt x="91404" y="184749"/>
                </a:cubicBezTo>
                <a:cubicBezTo>
                  <a:pt x="92183" y="186546"/>
                  <a:pt x="93985" y="187862"/>
                  <a:pt x="96810" y="188696"/>
                </a:cubicBezTo>
                <a:cubicBezTo>
                  <a:pt x="99636" y="189531"/>
                  <a:pt x="104594" y="189948"/>
                  <a:pt x="111685" y="189948"/>
                </a:cubicBezTo>
                <a:lnTo>
                  <a:pt x="147154" y="189723"/>
                </a:lnTo>
                <a:cubicBezTo>
                  <a:pt x="155193" y="189723"/>
                  <a:pt x="160604" y="187281"/>
                  <a:pt x="163386" y="182396"/>
                </a:cubicBezTo>
                <a:cubicBezTo>
                  <a:pt x="166169" y="177510"/>
                  <a:pt x="168427" y="169039"/>
                  <a:pt x="170160" y="156980"/>
                </a:cubicBezTo>
                <a:cubicBezTo>
                  <a:pt x="175602" y="161371"/>
                  <a:pt x="182001" y="164751"/>
                  <a:pt x="189359" y="167120"/>
                </a:cubicBezTo>
                <a:cubicBezTo>
                  <a:pt x="185592" y="182720"/>
                  <a:pt x="180872" y="193316"/>
                  <a:pt x="175199" y="198908"/>
                </a:cubicBezTo>
                <a:cubicBezTo>
                  <a:pt x="169525" y="204501"/>
                  <a:pt x="160240" y="207297"/>
                  <a:pt x="147343" y="207297"/>
                </a:cubicBezTo>
                <a:lnTo>
                  <a:pt x="111946" y="207075"/>
                </a:lnTo>
                <a:cubicBezTo>
                  <a:pt x="99811" y="207075"/>
                  <a:pt x="90919" y="206187"/>
                  <a:pt x="85270" y="204411"/>
                </a:cubicBezTo>
                <a:cubicBezTo>
                  <a:pt x="79620" y="202634"/>
                  <a:pt x="75919" y="199450"/>
                  <a:pt x="74166" y="194858"/>
                </a:cubicBezTo>
                <a:cubicBezTo>
                  <a:pt x="72414" y="190266"/>
                  <a:pt x="71537" y="183186"/>
                  <a:pt x="71537" y="173618"/>
                </a:cubicBezTo>
                <a:lnTo>
                  <a:pt x="71537" y="145853"/>
                </a:lnTo>
                <a:lnTo>
                  <a:pt x="20270" y="145853"/>
                </a:lnTo>
                <a:lnTo>
                  <a:pt x="20270" y="166485"/>
                </a:lnTo>
                <a:lnTo>
                  <a:pt x="0" y="166485"/>
                </a:lnTo>
                <a:cubicBezTo>
                  <a:pt x="1643" y="154007"/>
                  <a:pt x="2465" y="141808"/>
                  <a:pt x="2465" y="129887"/>
                </a:cubicBezTo>
                <a:lnTo>
                  <a:pt x="2465" y="61489"/>
                </a:lnTo>
                <a:cubicBezTo>
                  <a:pt x="2465" y="51860"/>
                  <a:pt x="1942" y="42650"/>
                  <a:pt x="896" y="33861"/>
                </a:cubicBezTo>
                <a:cubicBezTo>
                  <a:pt x="17601" y="35659"/>
                  <a:pt x="41148" y="36556"/>
                  <a:pt x="71537" y="36554"/>
                </a:cubicBezTo>
                <a:cubicBezTo>
                  <a:pt x="71537" y="21702"/>
                  <a:pt x="70715" y="9517"/>
                  <a:pt x="690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AEA7B54-C87C-45A2-ACB6-F0A94BF0F677}"/>
              </a:ext>
            </a:extLst>
          </p:cNvPr>
          <p:cNvGrpSpPr/>
          <p:nvPr/>
        </p:nvGrpSpPr>
        <p:grpSpPr>
          <a:xfrm>
            <a:off x="3072637" y="1613755"/>
            <a:ext cx="5808230" cy="1496249"/>
            <a:chOff x="3072637" y="1613755"/>
            <a:chExt cx="5808230" cy="1496249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00EADB0-24B5-4121-AF32-F22EAF082F38}"/>
                </a:ext>
              </a:extLst>
            </p:cNvPr>
            <p:cNvCxnSpPr>
              <a:cxnSpLocks/>
            </p:cNvCxnSpPr>
            <p:nvPr/>
          </p:nvCxnSpPr>
          <p:spPr>
            <a:xfrm>
              <a:off x="3796537" y="1722078"/>
              <a:ext cx="1698774" cy="0"/>
            </a:xfrm>
            <a:prstGeom prst="line">
              <a:avLst/>
            </a:prstGeom>
            <a:ln w="158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803AF21-F092-4A60-974E-9DEB6A060B56}"/>
                </a:ext>
              </a:extLst>
            </p:cNvPr>
            <p:cNvCxnSpPr>
              <a:cxnSpLocks/>
            </p:cNvCxnSpPr>
            <p:nvPr/>
          </p:nvCxnSpPr>
          <p:spPr>
            <a:xfrm>
              <a:off x="5487033" y="1722078"/>
              <a:ext cx="66221" cy="1387926"/>
            </a:xfrm>
            <a:prstGeom prst="line">
              <a:avLst/>
            </a:prstGeom>
            <a:ln w="158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C095000-6F56-4DA5-A359-62DB1D29C09B}"/>
                </a:ext>
              </a:extLst>
            </p:cNvPr>
            <p:cNvCxnSpPr>
              <a:cxnSpLocks/>
            </p:cNvCxnSpPr>
            <p:nvPr/>
          </p:nvCxnSpPr>
          <p:spPr>
            <a:xfrm>
              <a:off x="5553255" y="3110004"/>
              <a:ext cx="3327612" cy="0"/>
            </a:xfrm>
            <a:prstGeom prst="line">
              <a:avLst/>
            </a:prstGeom>
            <a:ln w="158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1BAEFBF-C8A4-4C4E-87EF-6C0D5C30E83E}"/>
                </a:ext>
              </a:extLst>
            </p:cNvPr>
            <p:cNvSpPr txBox="1"/>
            <p:nvPr/>
          </p:nvSpPr>
          <p:spPr>
            <a:xfrm>
              <a:off x="3072637" y="1613755"/>
              <a:ext cx="599567" cy="224689"/>
            </a:xfrm>
            <a:custGeom>
              <a:avLst/>
              <a:gdLst/>
              <a:ahLst/>
              <a:cxnLst/>
              <a:rect l="l" t="t" r="r" b="b"/>
              <a:pathLst>
                <a:path w="459944" h="172365">
                  <a:moveTo>
                    <a:pt x="151029" y="143790"/>
                  </a:moveTo>
                  <a:cubicBezTo>
                    <a:pt x="154839" y="143790"/>
                    <a:pt x="158077" y="145123"/>
                    <a:pt x="160744" y="147790"/>
                  </a:cubicBezTo>
                  <a:cubicBezTo>
                    <a:pt x="163411" y="150457"/>
                    <a:pt x="164745" y="153696"/>
                    <a:pt x="164745" y="157506"/>
                  </a:cubicBezTo>
                  <a:cubicBezTo>
                    <a:pt x="164745" y="161468"/>
                    <a:pt x="163411" y="164783"/>
                    <a:pt x="160744" y="167450"/>
                  </a:cubicBezTo>
                  <a:cubicBezTo>
                    <a:pt x="158077" y="170117"/>
                    <a:pt x="154839" y="171450"/>
                    <a:pt x="151029" y="171450"/>
                  </a:cubicBezTo>
                  <a:cubicBezTo>
                    <a:pt x="147371" y="171450"/>
                    <a:pt x="144171" y="170079"/>
                    <a:pt x="141428" y="167336"/>
                  </a:cubicBezTo>
                  <a:cubicBezTo>
                    <a:pt x="138684" y="164592"/>
                    <a:pt x="137313" y="161316"/>
                    <a:pt x="137313" y="157506"/>
                  </a:cubicBezTo>
                  <a:cubicBezTo>
                    <a:pt x="137313" y="153696"/>
                    <a:pt x="138684" y="150457"/>
                    <a:pt x="141428" y="147790"/>
                  </a:cubicBezTo>
                  <a:cubicBezTo>
                    <a:pt x="144171" y="145123"/>
                    <a:pt x="147371" y="143790"/>
                    <a:pt x="151029" y="143790"/>
                  </a:cubicBezTo>
                  <a:close/>
                  <a:moveTo>
                    <a:pt x="55550" y="15545"/>
                  </a:moveTo>
                  <a:cubicBezTo>
                    <a:pt x="42901" y="15545"/>
                    <a:pt x="33071" y="21641"/>
                    <a:pt x="26061" y="33833"/>
                  </a:cubicBezTo>
                  <a:cubicBezTo>
                    <a:pt x="19050" y="46025"/>
                    <a:pt x="15545" y="63627"/>
                    <a:pt x="15545" y="86640"/>
                  </a:cubicBezTo>
                  <a:cubicBezTo>
                    <a:pt x="15545" y="133884"/>
                    <a:pt x="28880" y="157506"/>
                    <a:pt x="55550" y="157506"/>
                  </a:cubicBezTo>
                  <a:cubicBezTo>
                    <a:pt x="68504" y="157506"/>
                    <a:pt x="78601" y="151296"/>
                    <a:pt x="85840" y="138875"/>
                  </a:cubicBezTo>
                  <a:cubicBezTo>
                    <a:pt x="93079" y="126454"/>
                    <a:pt x="96698" y="109043"/>
                    <a:pt x="96698" y="86640"/>
                  </a:cubicBezTo>
                  <a:cubicBezTo>
                    <a:pt x="96698" y="63627"/>
                    <a:pt x="92964" y="46025"/>
                    <a:pt x="85497" y="33833"/>
                  </a:cubicBezTo>
                  <a:cubicBezTo>
                    <a:pt x="78029" y="21641"/>
                    <a:pt x="68047" y="15545"/>
                    <a:pt x="55550" y="15545"/>
                  </a:cubicBezTo>
                  <a:close/>
                  <a:moveTo>
                    <a:pt x="314554" y="4115"/>
                  </a:moveTo>
                  <a:lnTo>
                    <a:pt x="332385" y="4115"/>
                  </a:lnTo>
                  <a:lnTo>
                    <a:pt x="386792" y="135103"/>
                  </a:lnTo>
                  <a:lnTo>
                    <a:pt x="442113" y="4115"/>
                  </a:lnTo>
                  <a:lnTo>
                    <a:pt x="459944" y="4115"/>
                  </a:lnTo>
                  <a:lnTo>
                    <a:pt x="388392" y="172365"/>
                  </a:lnTo>
                  <a:lnTo>
                    <a:pt x="384963" y="172365"/>
                  </a:lnTo>
                  <a:close/>
                  <a:moveTo>
                    <a:pt x="199644" y="4115"/>
                  </a:moveTo>
                  <a:lnTo>
                    <a:pt x="303657" y="4115"/>
                  </a:lnTo>
                  <a:lnTo>
                    <a:pt x="215875" y="172365"/>
                  </a:lnTo>
                  <a:lnTo>
                    <a:pt x="202388" y="165507"/>
                  </a:lnTo>
                  <a:lnTo>
                    <a:pt x="278283" y="19660"/>
                  </a:lnTo>
                  <a:lnTo>
                    <a:pt x="199644" y="19660"/>
                  </a:lnTo>
                  <a:close/>
                  <a:moveTo>
                    <a:pt x="55093" y="0"/>
                  </a:moveTo>
                  <a:cubicBezTo>
                    <a:pt x="72467" y="0"/>
                    <a:pt x="86297" y="7430"/>
                    <a:pt x="96584" y="22289"/>
                  </a:cubicBezTo>
                  <a:cubicBezTo>
                    <a:pt x="106871" y="37148"/>
                    <a:pt x="112014" y="58446"/>
                    <a:pt x="112014" y="86183"/>
                  </a:cubicBezTo>
                  <a:cubicBezTo>
                    <a:pt x="112014" y="113919"/>
                    <a:pt x="106833" y="135217"/>
                    <a:pt x="96470" y="150076"/>
                  </a:cubicBezTo>
                  <a:cubicBezTo>
                    <a:pt x="86106" y="164935"/>
                    <a:pt x="72314" y="172365"/>
                    <a:pt x="55093" y="172365"/>
                  </a:cubicBezTo>
                  <a:cubicBezTo>
                    <a:pt x="37415" y="172365"/>
                    <a:pt x="23813" y="165088"/>
                    <a:pt x="14288" y="150534"/>
                  </a:cubicBezTo>
                  <a:cubicBezTo>
                    <a:pt x="4763" y="135979"/>
                    <a:pt x="0" y="114529"/>
                    <a:pt x="0" y="86183"/>
                  </a:cubicBezTo>
                  <a:cubicBezTo>
                    <a:pt x="0" y="57836"/>
                    <a:pt x="4763" y="36386"/>
                    <a:pt x="14288" y="21832"/>
                  </a:cubicBezTo>
                  <a:cubicBezTo>
                    <a:pt x="23813" y="7278"/>
                    <a:pt x="37415" y="0"/>
                    <a:pt x="55093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06F01A8-4B0F-49FE-A5E1-03BC8E8FF90B}"/>
              </a:ext>
            </a:extLst>
          </p:cNvPr>
          <p:cNvGrpSpPr/>
          <p:nvPr/>
        </p:nvGrpSpPr>
        <p:grpSpPr>
          <a:xfrm>
            <a:off x="3563262" y="3989483"/>
            <a:ext cx="4292958" cy="1637575"/>
            <a:chOff x="3503979" y="3989483"/>
            <a:chExt cx="4979560" cy="1637575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C382380-9940-4737-BE95-3E23C3031A08}"/>
                </a:ext>
              </a:extLst>
            </p:cNvPr>
            <p:cNvGrpSpPr/>
            <p:nvPr/>
          </p:nvGrpSpPr>
          <p:grpSpPr>
            <a:xfrm>
              <a:off x="3796536" y="4110179"/>
              <a:ext cx="4687003" cy="1516879"/>
              <a:chOff x="3796536" y="4110179"/>
              <a:chExt cx="4687003" cy="1516879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5A6E8C4-74BE-4765-8A98-94843832DB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6536" y="4119402"/>
                <a:ext cx="1698774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F657F1AD-08BE-4214-AFA2-C975FEECB0F5}"/>
                  </a:ext>
                </a:extLst>
              </p:cNvPr>
              <p:cNvSpPr/>
              <p:nvPr/>
            </p:nvSpPr>
            <p:spPr>
              <a:xfrm>
                <a:off x="5487033" y="4110179"/>
                <a:ext cx="2996506" cy="1516879"/>
              </a:xfrm>
              <a:custGeom>
                <a:avLst/>
                <a:gdLst>
                  <a:gd name="connsiteX0" fmla="*/ 0 w 2298700"/>
                  <a:gd name="connsiteY0" fmla="*/ 0 h 1233683"/>
                  <a:gd name="connsiteX1" fmla="*/ 19050 w 2298700"/>
                  <a:gd name="connsiteY1" fmla="*/ 482600 h 1233683"/>
                  <a:gd name="connsiteX2" fmla="*/ 76200 w 2298700"/>
                  <a:gd name="connsiteY2" fmla="*/ 1168400 h 1233683"/>
                  <a:gd name="connsiteX3" fmla="*/ 552450 w 2298700"/>
                  <a:gd name="connsiteY3" fmla="*/ 1174750 h 1233683"/>
                  <a:gd name="connsiteX4" fmla="*/ 781050 w 2298700"/>
                  <a:gd name="connsiteY4" fmla="*/ 895350 h 1233683"/>
                  <a:gd name="connsiteX5" fmla="*/ 1168400 w 2298700"/>
                  <a:gd name="connsiteY5" fmla="*/ 711200 h 1233683"/>
                  <a:gd name="connsiteX6" fmla="*/ 1752600 w 2298700"/>
                  <a:gd name="connsiteY6" fmla="*/ 577850 h 1233683"/>
                  <a:gd name="connsiteX7" fmla="*/ 2298700 w 2298700"/>
                  <a:gd name="connsiteY7" fmla="*/ 533400 h 1233683"/>
                  <a:gd name="connsiteX0" fmla="*/ 0 w 2298700"/>
                  <a:gd name="connsiteY0" fmla="*/ 0 h 1180923"/>
                  <a:gd name="connsiteX1" fmla="*/ 19050 w 2298700"/>
                  <a:gd name="connsiteY1" fmla="*/ 482600 h 1180923"/>
                  <a:gd name="connsiteX2" fmla="*/ 95250 w 2298700"/>
                  <a:gd name="connsiteY2" fmla="*/ 1038225 h 1180923"/>
                  <a:gd name="connsiteX3" fmla="*/ 552450 w 2298700"/>
                  <a:gd name="connsiteY3" fmla="*/ 1174750 h 1180923"/>
                  <a:gd name="connsiteX4" fmla="*/ 781050 w 2298700"/>
                  <a:gd name="connsiteY4" fmla="*/ 895350 h 1180923"/>
                  <a:gd name="connsiteX5" fmla="*/ 1168400 w 2298700"/>
                  <a:gd name="connsiteY5" fmla="*/ 711200 h 1180923"/>
                  <a:gd name="connsiteX6" fmla="*/ 1752600 w 2298700"/>
                  <a:gd name="connsiteY6" fmla="*/ 577850 h 1180923"/>
                  <a:gd name="connsiteX7" fmla="*/ 2298700 w 2298700"/>
                  <a:gd name="connsiteY7" fmla="*/ 533400 h 1180923"/>
                  <a:gd name="connsiteX0" fmla="*/ 0 w 2298700"/>
                  <a:gd name="connsiteY0" fmla="*/ 0 h 1166295"/>
                  <a:gd name="connsiteX1" fmla="*/ 19050 w 2298700"/>
                  <a:gd name="connsiteY1" fmla="*/ 482600 h 1166295"/>
                  <a:gd name="connsiteX2" fmla="*/ 95250 w 2298700"/>
                  <a:gd name="connsiteY2" fmla="*/ 1038225 h 1166295"/>
                  <a:gd name="connsiteX3" fmla="*/ 327025 w 2298700"/>
                  <a:gd name="connsiteY3" fmla="*/ 1158875 h 1166295"/>
                  <a:gd name="connsiteX4" fmla="*/ 781050 w 2298700"/>
                  <a:gd name="connsiteY4" fmla="*/ 895350 h 1166295"/>
                  <a:gd name="connsiteX5" fmla="*/ 1168400 w 2298700"/>
                  <a:gd name="connsiteY5" fmla="*/ 711200 h 1166295"/>
                  <a:gd name="connsiteX6" fmla="*/ 1752600 w 2298700"/>
                  <a:gd name="connsiteY6" fmla="*/ 577850 h 1166295"/>
                  <a:gd name="connsiteX7" fmla="*/ 2298700 w 2298700"/>
                  <a:gd name="connsiteY7" fmla="*/ 533400 h 1166295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68400 w 2298700"/>
                  <a:gd name="connsiteY5" fmla="*/ 711200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30300 w 2298700"/>
                  <a:gd name="connsiteY5" fmla="*/ 6381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30300 w 2298700"/>
                  <a:gd name="connsiteY5" fmla="*/ 6381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3270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3270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3270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2508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0215"/>
                  <a:gd name="connsiteX1" fmla="*/ 19050 w 2298700"/>
                  <a:gd name="connsiteY1" fmla="*/ 482600 h 1160215"/>
                  <a:gd name="connsiteX2" fmla="*/ 95250 w 2298700"/>
                  <a:gd name="connsiteY2" fmla="*/ 938213 h 1160215"/>
                  <a:gd name="connsiteX3" fmla="*/ 250825 w 2298700"/>
                  <a:gd name="connsiteY3" fmla="*/ 1158875 h 1160215"/>
                  <a:gd name="connsiteX4" fmla="*/ 574675 w 2298700"/>
                  <a:gd name="connsiteY4" fmla="*/ 844550 h 1160215"/>
                  <a:gd name="connsiteX5" fmla="*/ 1130300 w 2298700"/>
                  <a:gd name="connsiteY5" fmla="*/ 638175 h 1160215"/>
                  <a:gd name="connsiteX6" fmla="*/ 1752600 w 2298700"/>
                  <a:gd name="connsiteY6" fmla="*/ 577850 h 1160215"/>
                  <a:gd name="connsiteX7" fmla="*/ 2298700 w 2298700"/>
                  <a:gd name="connsiteY7" fmla="*/ 533400 h 1160215"/>
                  <a:gd name="connsiteX0" fmla="*/ 0 w 2298700"/>
                  <a:gd name="connsiteY0" fmla="*/ 0 h 1160879"/>
                  <a:gd name="connsiteX1" fmla="*/ 19050 w 2298700"/>
                  <a:gd name="connsiteY1" fmla="*/ 482600 h 1160879"/>
                  <a:gd name="connsiteX2" fmla="*/ 95250 w 2298700"/>
                  <a:gd name="connsiteY2" fmla="*/ 938213 h 1160879"/>
                  <a:gd name="connsiteX3" fmla="*/ 250825 w 2298700"/>
                  <a:gd name="connsiteY3" fmla="*/ 1158875 h 1160879"/>
                  <a:gd name="connsiteX4" fmla="*/ 479425 w 2298700"/>
                  <a:gd name="connsiteY4" fmla="*/ 820738 h 1160879"/>
                  <a:gd name="connsiteX5" fmla="*/ 1130300 w 2298700"/>
                  <a:gd name="connsiteY5" fmla="*/ 638175 h 1160879"/>
                  <a:gd name="connsiteX6" fmla="*/ 1752600 w 2298700"/>
                  <a:gd name="connsiteY6" fmla="*/ 577850 h 1160879"/>
                  <a:gd name="connsiteX7" fmla="*/ 2298700 w 2298700"/>
                  <a:gd name="connsiteY7" fmla="*/ 533400 h 1160879"/>
                  <a:gd name="connsiteX0" fmla="*/ 0 w 2298700"/>
                  <a:gd name="connsiteY0" fmla="*/ 0 h 1160879"/>
                  <a:gd name="connsiteX1" fmla="*/ 19050 w 2298700"/>
                  <a:gd name="connsiteY1" fmla="*/ 482600 h 1160879"/>
                  <a:gd name="connsiteX2" fmla="*/ 95250 w 2298700"/>
                  <a:gd name="connsiteY2" fmla="*/ 938213 h 1160879"/>
                  <a:gd name="connsiteX3" fmla="*/ 250825 w 2298700"/>
                  <a:gd name="connsiteY3" fmla="*/ 1158875 h 1160879"/>
                  <a:gd name="connsiteX4" fmla="*/ 479425 w 2298700"/>
                  <a:gd name="connsiteY4" fmla="*/ 820738 h 1160879"/>
                  <a:gd name="connsiteX5" fmla="*/ 935038 w 2298700"/>
                  <a:gd name="connsiteY5" fmla="*/ 666750 h 1160879"/>
                  <a:gd name="connsiteX6" fmla="*/ 1752600 w 2298700"/>
                  <a:gd name="connsiteY6" fmla="*/ 577850 h 1160879"/>
                  <a:gd name="connsiteX7" fmla="*/ 2298700 w 2298700"/>
                  <a:gd name="connsiteY7" fmla="*/ 533400 h 1160879"/>
                  <a:gd name="connsiteX0" fmla="*/ 0 w 2298700"/>
                  <a:gd name="connsiteY0" fmla="*/ 0 h 1165588"/>
                  <a:gd name="connsiteX1" fmla="*/ 19050 w 2298700"/>
                  <a:gd name="connsiteY1" fmla="*/ 482600 h 1165588"/>
                  <a:gd name="connsiteX2" fmla="*/ 95250 w 2298700"/>
                  <a:gd name="connsiteY2" fmla="*/ 938213 h 1165588"/>
                  <a:gd name="connsiteX3" fmla="*/ 241300 w 2298700"/>
                  <a:gd name="connsiteY3" fmla="*/ 1163637 h 1165588"/>
                  <a:gd name="connsiteX4" fmla="*/ 479425 w 2298700"/>
                  <a:gd name="connsiteY4" fmla="*/ 820738 h 1165588"/>
                  <a:gd name="connsiteX5" fmla="*/ 935038 w 2298700"/>
                  <a:gd name="connsiteY5" fmla="*/ 666750 h 1165588"/>
                  <a:gd name="connsiteX6" fmla="*/ 1752600 w 2298700"/>
                  <a:gd name="connsiteY6" fmla="*/ 577850 h 1165588"/>
                  <a:gd name="connsiteX7" fmla="*/ 2298700 w 2298700"/>
                  <a:gd name="connsiteY7" fmla="*/ 533400 h 1165588"/>
                  <a:gd name="connsiteX0" fmla="*/ 0 w 2298700"/>
                  <a:gd name="connsiteY0" fmla="*/ 0 h 1163638"/>
                  <a:gd name="connsiteX1" fmla="*/ 19050 w 2298700"/>
                  <a:gd name="connsiteY1" fmla="*/ 482600 h 1163638"/>
                  <a:gd name="connsiteX2" fmla="*/ 95250 w 2298700"/>
                  <a:gd name="connsiteY2" fmla="*/ 938213 h 1163638"/>
                  <a:gd name="connsiteX3" fmla="*/ 241300 w 2298700"/>
                  <a:gd name="connsiteY3" fmla="*/ 1163637 h 1163638"/>
                  <a:gd name="connsiteX4" fmla="*/ 479425 w 2298700"/>
                  <a:gd name="connsiteY4" fmla="*/ 820738 h 1163638"/>
                  <a:gd name="connsiteX5" fmla="*/ 935038 w 2298700"/>
                  <a:gd name="connsiteY5" fmla="*/ 666750 h 1163638"/>
                  <a:gd name="connsiteX6" fmla="*/ 1752600 w 2298700"/>
                  <a:gd name="connsiteY6" fmla="*/ 577850 h 1163638"/>
                  <a:gd name="connsiteX7" fmla="*/ 2298700 w 2298700"/>
                  <a:gd name="connsiteY7" fmla="*/ 533400 h 1163638"/>
                  <a:gd name="connsiteX0" fmla="*/ 0 w 2298700"/>
                  <a:gd name="connsiteY0" fmla="*/ 0 h 1163638"/>
                  <a:gd name="connsiteX1" fmla="*/ 19050 w 2298700"/>
                  <a:gd name="connsiteY1" fmla="*/ 482600 h 1163638"/>
                  <a:gd name="connsiteX2" fmla="*/ 95250 w 2298700"/>
                  <a:gd name="connsiteY2" fmla="*/ 938213 h 1163638"/>
                  <a:gd name="connsiteX3" fmla="*/ 241300 w 2298700"/>
                  <a:gd name="connsiteY3" fmla="*/ 1163637 h 1163638"/>
                  <a:gd name="connsiteX4" fmla="*/ 479425 w 2298700"/>
                  <a:gd name="connsiteY4" fmla="*/ 820738 h 1163638"/>
                  <a:gd name="connsiteX5" fmla="*/ 935038 w 2298700"/>
                  <a:gd name="connsiteY5" fmla="*/ 666750 h 1163638"/>
                  <a:gd name="connsiteX6" fmla="*/ 1752600 w 2298700"/>
                  <a:gd name="connsiteY6" fmla="*/ 558800 h 1163638"/>
                  <a:gd name="connsiteX7" fmla="*/ 2298700 w 2298700"/>
                  <a:gd name="connsiteY7" fmla="*/ 533400 h 1163638"/>
                  <a:gd name="connsiteX0" fmla="*/ 0 w 2298700"/>
                  <a:gd name="connsiteY0" fmla="*/ 0 h 1163638"/>
                  <a:gd name="connsiteX1" fmla="*/ 19050 w 2298700"/>
                  <a:gd name="connsiteY1" fmla="*/ 482600 h 1163638"/>
                  <a:gd name="connsiteX2" fmla="*/ 95250 w 2298700"/>
                  <a:gd name="connsiteY2" fmla="*/ 938213 h 1163638"/>
                  <a:gd name="connsiteX3" fmla="*/ 241300 w 2298700"/>
                  <a:gd name="connsiteY3" fmla="*/ 1163637 h 1163638"/>
                  <a:gd name="connsiteX4" fmla="*/ 479425 w 2298700"/>
                  <a:gd name="connsiteY4" fmla="*/ 820738 h 1163638"/>
                  <a:gd name="connsiteX5" fmla="*/ 935038 w 2298700"/>
                  <a:gd name="connsiteY5" fmla="*/ 666750 h 1163638"/>
                  <a:gd name="connsiteX6" fmla="*/ 1752600 w 2298700"/>
                  <a:gd name="connsiteY6" fmla="*/ 558800 h 1163638"/>
                  <a:gd name="connsiteX7" fmla="*/ 2298700 w 2298700"/>
                  <a:gd name="connsiteY7" fmla="*/ 519112 h 1163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98700" h="1163638">
                    <a:moveTo>
                      <a:pt x="0" y="0"/>
                    </a:moveTo>
                    <a:cubicBezTo>
                      <a:pt x="3175" y="143933"/>
                      <a:pt x="3175" y="326231"/>
                      <a:pt x="19050" y="482600"/>
                    </a:cubicBezTo>
                    <a:cubicBezTo>
                      <a:pt x="34925" y="638969"/>
                      <a:pt x="58208" y="824707"/>
                      <a:pt x="95250" y="938213"/>
                    </a:cubicBezTo>
                    <a:cubicBezTo>
                      <a:pt x="132292" y="1051719"/>
                      <a:pt x="172508" y="1164166"/>
                      <a:pt x="241300" y="1163637"/>
                    </a:cubicBezTo>
                    <a:cubicBezTo>
                      <a:pt x="310092" y="1163108"/>
                      <a:pt x="363802" y="903553"/>
                      <a:pt x="479425" y="820738"/>
                    </a:cubicBezTo>
                    <a:cubicBezTo>
                      <a:pt x="595048" y="737924"/>
                      <a:pt x="722842" y="710406"/>
                      <a:pt x="935038" y="666750"/>
                    </a:cubicBezTo>
                    <a:cubicBezTo>
                      <a:pt x="1147234" y="623094"/>
                      <a:pt x="1525323" y="583406"/>
                      <a:pt x="1752600" y="558800"/>
                    </a:cubicBezTo>
                    <a:cubicBezTo>
                      <a:pt x="1979877" y="534194"/>
                      <a:pt x="2119841" y="526520"/>
                      <a:pt x="2298700" y="51911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C2DF8CC-54D7-4F6F-AC6E-7D7E830D599A}"/>
                </a:ext>
              </a:extLst>
            </p:cNvPr>
            <p:cNvSpPr txBox="1"/>
            <p:nvPr/>
          </p:nvSpPr>
          <p:spPr>
            <a:xfrm>
              <a:off x="3503979" y="3989483"/>
              <a:ext cx="191133" cy="260697"/>
            </a:xfrm>
            <a:custGeom>
              <a:avLst/>
              <a:gdLst/>
              <a:ahLst/>
              <a:cxnLst/>
              <a:rect l="l" t="t" r="r" b="b"/>
              <a:pathLst>
                <a:path w="146623" h="199988">
                  <a:moveTo>
                    <a:pt x="116820" y="92162"/>
                  </a:moveTo>
                  <a:lnTo>
                    <a:pt x="121927" y="92162"/>
                  </a:lnTo>
                  <a:cubicBezTo>
                    <a:pt x="121815" y="95232"/>
                    <a:pt x="121732" y="97980"/>
                    <a:pt x="121676" y="100408"/>
                  </a:cubicBezTo>
                  <a:cubicBezTo>
                    <a:pt x="121620" y="102836"/>
                    <a:pt x="121578" y="105194"/>
                    <a:pt x="121550" y="107482"/>
                  </a:cubicBezTo>
                  <a:cubicBezTo>
                    <a:pt x="121522" y="109770"/>
                    <a:pt x="121509" y="112031"/>
                    <a:pt x="121509" y="114263"/>
                  </a:cubicBezTo>
                  <a:lnTo>
                    <a:pt x="121509" y="177887"/>
                  </a:lnTo>
                  <a:cubicBezTo>
                    <a:pt x="121509" y="179617"/>
                    <a:pt x="121564" y="181110"/>
                    <a:pt x="121676" y="182366"/>
                  </a:cubicBezTo>
                  <a:cubicBezTo>
                    <a:pt x="121788" y="183622"/>
                    <a:pt x="121969" y="184682"/>
                    <a:pt x="122220" y="185547"/>
                  </a:cubicBezTo>
                  <a:cubicBezTo>
                    <a:pt x="122471" y="186412"/>
                    <a:pt x="122806" y="187152"/>
                    <a:pt x="123225" y="187766"/>
                  </a:cubicBezTo>
                  <a:cubicBezTo>
                    <a:pt x="123643" y="188380"/>
                    <a:pt x="124132" y="188910"/>
                    <a:pt x="124690" y="189356"/>
                  </a:cubicBezTo>
                  <a:cubicBezTo>
                    <a:pt x="125359" y="190026"/>
                    <a:pt x="126252" y="190542"/>
                    <a:pt x="127369" y="190905"/>
                  </a:cubicBezTo>
                  <a:cubicBezTo>
                    <a:pt x="128485" y="191268"/>
                    <a:pt x="129908" y="191575"/>
                    <a:pt x="131638" y="191826"/>
                  </a:cubicBezTo>
                  <a:cubicBezTo>
                    <a:pt x="133368" y="192077"/>
                    <a:pt x="135447" y="192272"/>
                    <a:pt x="137875" y="192412"/>
                  </a:cubicBezTo>
                  <a:cubicBezTo>
                    <a:pt x="140303" y="192551"/>
                    <a:pt x="143219" y="192649"/>
                    <a:pt x="146623" y="192705"/>
                  </a:cubicBezTo>
                  <a:lnTo>
                    <a:pt x="146623" y="199988"/>
                  </a:lnTo>
                  <a:lnTo>
                    <a:pt x="80237" y="199988"/>
                  </a:lnTo>
                  <a:lnTo>
                    <a:pt x="80237" y="192705"/>
                  </a:lnTo>
                  <a:cubicBezTo>
                    <a:pt x="83529" y="192593"/>
                    <a:pt x="86320" y="192468"/>
                    <a:pt x="88608" y="192328"/>
                  </a:cubicBezTo>
                  <a:cubicBezTo>
                    <a:pt x="90896" y="192189"/>
                    <a:pt x="92850" y="191993"/>
                    <a:pt x="94468" y="191742"/>
                  </a:cubicBezTo>
                  <a:cubicBezTo>
                    <a:pt x="96087" y="191491"/>
                    <a:pt x="97384" y="191212"/>
                    <a:pt x="98361" y="190905"/>
                  </a:cubicBezTo>
                  <a:cubicBezTo>
                    <a:pt x="99338" y="190598"/>
                    <a:pt x="100189" y="190221"/>
                    <a:pt x="100914" y="189775"/>
                  </a:cubicBezTo>
                  <a:cubicBezTo>
                    <a:pt x="101696" y="189273"/>
                    <a:pt x="102365" y="188728"/>
                    <a:pt x="102924" y="188142"/>
                  </a:cubicBezTo>
                  <a:cubicBezTo>
                    <a:pt x="103482" y="187556"/>
                    <a:pt x="103928" y="186817"/>
                    <a:pt x="104263" y="185924"/>
                  </a:cubicBezTo>
                  <a:cubicBezTo>
                    <a:pt x="104598" y="185031"/>
                    <a:pt x="104863" y="183943"/>
                    <a:pt x="105058" y="182659"/>
                  </a:cubicBezTo>
                  <a:cubicBezTo>
                    <a:pt x="105254" y="181375"/>
                    <a:pt x="105351" y="179785"/>
                    <a:pt x="105351" y="177887"/>
                  </a:cubicBezTo>
                  <a:lnTo>
                    <a:pt x="105351" y="117863"/>
                  </a:lnTo>
                  <a:cubicBezTo>
                    <a:pt x="105351" y="115686"/>
                    <a:pt x="104933" y="114152"/>
                    <a:pt x="104096" y="113259"/>
                  </a:cubicBezTo>
                  <a:cubicBezTo>
                    <a:pt x="103258" y="112366"/>
                    <a:pt x="102059" y="111919"/>
                    <a:pt x="100496" y="111919"/>
                  </a:cubicBezTo>
                  <a:cubicBezTo>
                    <a:pt x="98766" y="111919"/>
                    <a:pt x="96198" y="112812"/>
                    <a:pt x="92794" y="114598"/>
                  </a:cubicBezTo>
                  <a:cubicBezTo>
                    <a:pt x="89390" y="116384"/>
                    <a:pt x="84981" y="119035"/>
                    <a:pt x="79567" y="122551"/>
                  </a:cubicBezTo>
                  <a:cubicBezTo>
                    <a:pt x="78841" y="121267"/>
                    <a:pt x="78172" y="119984"/>
                    <a:pt x="77558" y="118700"/>
                  </a:cubicBezTo>
                  <a:cubicBezTo>
                    <a:pt x="76944" y="117416"/>
                    <a:pt x="76302" y="116105"/>
                    <a:pt x="75632" y="114765"/>
                  </a:cubicBezTo>
                  <a:cubicBezTo>
                    <a:pt x="82553" y="110970"/>
                    <a:pt x="89403" y="107189"/>
                    <a:pt x="96184" y="103422"/>
                  </a:cubicBezTo>
                  <a:cubicBezTo>
                    <a:pt x="102965" y="99655"/>
                    <a:pt x="109844" y="95901"/>
                    <a:pt x="116820" y="92162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6"/>
                    <a:pt x="57931" y="26120"/>
                    <a:pt x="56368" y="33263"/>
                  </a:cubicBezTo>
                  <a:lnTo>
                    <a:pt x="37281" y="119881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2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1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0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288BB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solidFill>
                  <a:srgbClr val="288BB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1B04FD1-0CE9-4105-8CEC-F0079BD66AE2}"/>
              </a:ext>
            </a:extLst>
          </p:cNvPr>
          <p:cNvGrpSpPr/>
          <p:nvPr/>
        </p:nvGrpSpPr>
        <p:grpSpPr>
          <a:xfrm>
            <a:off x="3072637" y="4714018"/>
            <a:ext cx="4169862" cy="976472"/>
            <a:chOff x="3110489" y="4714018"/>
            <a:chExt cx="4134493" cy="976472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49A76F5-F104-454C-A21F-ADD62D2B3F18}"/>
                </a:ext>
              </a:extLst>
            </p:cNvPr>
            <p:cNvCxnSpPr>
              <a:cxnSpLocks/>
              <a:endCxn id="22" idx="3"/>
            </p:cNvCxnSpPr>
            <p:nvPr/>
          </p:nvCxnSpPr>
          <p:spPr>
            <a:xfrm>
              <a:off x="3888930" y="5627057"/>
              <a:ext cx="167202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4AD93D9-0299-457F-BB96-165E151D81B8}"/>
                </a:ext>
              </a:extLst>
            </p:cNvPr>
            <p:cNvCxnSpPr>
              <a:cxnSpLocks/>
              <a:endCxn id="22" idx="6"/>
            </p:cNvCxnSpPr>
            <p:nvPr/>
          </p:nvCxnSpPr>
          <p:spPr>
            <a:xfrm>
              <a:off x="3845170" y="4838612"/>
              <a:ext cx="339981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68B057D-13A7-4AC9-9886-065C30ACB918}"/>
                </a:ext>
              </a:extLst>
            </p:cNvPr>
            <p:cNvSpPr txBox="1"/>
            <p:nvPr/>
          </p:nvSpPr>
          <p:spPr>
            <a:xfrm>
              <a:off x="3497041" y="5429793"/>
              <a:ext cx="200384" cy="260697"/>
            </a:xfrm>
            <a:custGeom>
              <a:avLst/>
              <a:gdLst/>
              <a:ahLst/>
              <a:cxnLst/>
              <a:rect l="l" t="t" r="r" b="b"/>
              <a:pathLst>
                <a:path w="153720" h="199988">
                  <a:moveTo>
                    <a:pt x="119816" y="91576"/>
                  </a:moveTo>
                  <a:cubicBezTo>
                    <a:pt x="125620" y="91576"/>
                    <a:pt x="130573" y="92232"/>
                    <a:pt x="134675" y="93544"/>
                  </a:cubicBezTo>
                  <a:cubicBezTo>
                    <a:pt x="138777" y="94855"/>
                    <a:pt x="142112" y="96627"/>
                    <a:pt x="144679" y="98860"/>
                  </a:cubicBezTo>
                  <a:cubicBezTo>
                    <a:pt x="147246" y="101092"/>
                    <a:pt x="149102" y="103771"/>
                    <a:pt x="150246" y="106896"/>
                  </a:cubicBezTo>
                  <a:cubicBezTo>
                    <a:pt x="151390" y="110022"/>
                    <a:pt x="151962" y="113398"/>
                    <a:pt x="151962" y="117026"/>
                  </a:cubicBezTo>
                  <a:cubicBezTo>
                    <a:pt x="151962" y="119202"/>
                    <a:pt x="151809" y="121226"/>
                    <a:pt x="151502" y="123095"/>
                  </a:cubicBezTo>
                  <a:cubicBezTo>
                    <a:pt x="151195" y="124965"/>
                    <a:pt x="150665" y="126807"/>
                    <a:pt x="149911" y="128621"/>
                  </a:cubicBezTo>
                  <a:cubicBezTo>
                    <a:pt x="149158" y="130434"/>
                    <a:pt x="148167" y="132262"/>
                    <a:pt x="146940" y="134104"/>
                  </a:cubicBezTo>
                  <a:cubicBezTo>
                    <a:pt x="145712" y="135946"/>
                    <a:pt x="144177" y="137899"/>
                    <a:pt x="142335" y="139964"/>
                  </a:cubicBezTo>
                  <a:cubicBezTo>
                    <a:pt x="140940" y="141750"/>
                    <a:pt x="139126" y="143815"/>
                    <a:pt x="136894" y="146159"/>
                  </a:cubicBezTo>
                  <a:cubicBezTo>
                    <a:pt x="134661" y="148503"/>
                    <a:pt x="132219" y="151014"/>
                    <a:pt x="129568" y="153693"/>
                  </a:cubicBezTo>
                  <a:cubicBezTo>
                    <a:pt x="126917" y="156372"/>
                    <a:pt x="124141" y="159163"/>
                    <a:pt x="121239" y="162065"/>
                  </a:cubicBezTo>
                  <a:cubicBezTo>
                    <a:pt x="118337" y="164967"/>
                    <a:pt x="115518" y="167841"/>
                    <a:pt x="112783" y="170688"/>
                  </a:cubicBezTo>
                  <a:cubicBezTo>
                    <a:pt x="110049" y="173534"/>
                    <a:pt x="107537" y="176297"/>
                    <a:pt x="105249" y="178976"/>
                  </a:cubicBezTo>
                  <a:cubicBezTo>
                    <a:pt x="102961" y="181654"/>
                    <a:pt x="101091" y="184110"/>
                    <a:pt x="99640" y="186343"/>
                  </a:cubicBezTo>
                  <a:lnTo>
                    <a:pt x="130615" y="186343"/>
                  </a:lnTo>
                  <a:cubicBezTo>
                    <a:pt x="133238" y="186343"/>
                    <a:pt x="135331" y="186245"/>
                    <a:pt x="136894" y="186050"/>
                  </a:cubicBezTo>
                  <a:cubicBezTo>
                    <a:pt x="138456" y="185854"/>
                    <a:pt x="139754" y="185422"/>
                    <a:pt x="140786" y="184752"/>
                  </a:cubicBezTo>
                  <a:cubicBezTo>
                    <a:pt x="141819" y="184082"/>
                    <a:pt x="142698" y="183064"/>
                    <a:pt x="143423" y="181696"/>
                  </a:cubicBezTo>
                  <a:cubicBezTo>
                    <a:pt x="144149" y="180329"/>
                    <a:pt x="144986" y="178445"/>
                    <a:pt x="145935" y="176046"/>
                  </a:cubicBezTo>
                  <a:lnTo>
                    <a:pt x="153720" y="176046"/>
                  </a:lnTo>
                  <a:cubicBezTo>
                    <a:pt x="153441" y="180008"/>
                    <a:pt x="153176" y="183999"/>
                    <a:pt x="152925" y="188017"/>
                  </a:cubicBezTo>
                  <a:cubicBezTo>
                    <a:pt x="152674" y="192035"/>
                    <a:pt x="152409" y="196026"/>
                    <a:pt x="152130" y="199988"/>
                  </a:cubicBezTo>
                  <a:lnTo>
                    <a:pt x="81223" y="199988"/>
                  </a:lnTo>
                  <a:lnTo>
                    <a:pt x="81223" y="195635"/>
                  </a:lnTo>
                  <a:cubicBezTo>
                    <a:pt x="82562" y="192621"/>
                    <a:pt x="84125" y="189649"/>
                    <a:pt x="85911" y="186719"/>
                  </a:cubicBezTo>
                  <a:cubicBezTo>
                    <a:pt x="87697" y="183789"/>
                    <a:pt x="89706" y="180817"/>
                    <a:pt x="91938" y="177804"/>
                  </a:cubicBezTo>
                  <a:cubicBezTo>
                    <a:pt x="94171" y="174790"/>
                    <a:pt x="96710" y="171678"/>
                    <a:pt x="99556" y="168469"/>
                  </a:cubicBezTo>
                  <a:cubicBezTo>
                    <a:pt x="102403" y="165260"/>
                    <a:pt x="105556" y="161925"/>
                    <a:pt x="109016" y="158465"/>
                  </a:cubicBezTo>
                  <a:cubicBezTo>
                    <a:pt x="114262" y="153219"/>
                    <a:pt x="118532" y="148740"/>
                    <a:pt x="121825" y="145029"/>
                  </a:cubicBezTo>
                  <a:cubicBezTo>
                    <a:pt x="125118" y="141317"/>
                    <a:pt x="127713" y="138011"/>
                    <a:pt x="129610" y="135108"/>
                  </a:cubicBezTo>
                  <a:cubicBezTo>
                    <a:pt x="131508" y="132206"/>
                    <a:pt x="132805" y="129527"/>
                    <a:pt x="133503" y="127072"/>
                  </a:cubicBezTo>
                  <a:cubicBezTo>
                    <a:pt x="134201" y="124616"/>
                    <a:pt x="134550" y="121993"/>
                    <a:pt x="134550" y="119202"/>
                  </a:cubicBezTo>
                  <a:cubicBezTo>
                    <a:pt x="134550" y="116356"/>
                    <a:pt x="134145" y="113733"/>
                    <a:pt x="133336" y="111333"/>
                  </a:cubicBezTo>
                  <a:cubicBezTo>
                    <a:pt x="132526" y="108933"/>
                    <a:pt x="131368" y="106896"/>
                    <a:pt x="129861" y="105222"/>
                  </a:cubicBezTo>
                  <a:cubicBezTo>
                    <a:pt x="128355" y="103548"/>
                    <a:pt x="126443" y="102236"/>
                    <a:pt x="124127" y="101287"/>
                  </a:cubicBezTo>
                  <a:cubicBezTo>
                    <a:pt x="121811" y="100339"/>
                    <a:pt x="119146" y="99864"/>
                    <a:pt x="116132" y="99864"/>
                  </a:cubicBezTo>
                  <a:cubicBezTo>
                    <a:pt x="110942" y="99864"/>
                    <a:pt x="106588" y="101273"/>
                    <a:pt x="103072" y="104092"/>
                  </a:cubicBezTo>
                  <a:cubicBezTo>
                    <a:pt x="99556" y="106910"/>
                    <a:pt x="96822" y="110998"/>
                    <a:pt x="94868" y="116356"/>
                  </a:cubicBezTo>
                  <a:lnTo>
                    <a:pt x="83902" y="116356"/>
                  </a:lnTo>
                  <a:lnTo>
                    <a:pt x="83902" y="100032"/>
                  </a:lnTo>
                  <a:cubicBezTo>
                    <a:pt x="91045" y="97074"/>
                    <a:pt x="97617" y="94925"/>
                    <a:pt x="103617" y="93585"/>
                  </a:cubicBezTo>
                  <a:cubicBezTo>
                    <a:pt x="109616" y="92246"/>
                    <a:pt x="115016" y="91576"/>
                    <a:pt x="119816" y="91576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288BB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solidFill>
                  <a:srgbClr val="288BB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E65AAA6-3E6E-458E-B5E9-D67D9AC35CF9}"/>
                </a:ext>
              </a:extLst>
            </p:cNvPr>
            <p:cNvSpPr txBox="1"/>
            <p:nvPr/>
          </p:nvSpPr>
          <p:spPr>
            <a:xfrm>
              <a:off x="3110489" y="4714018"/>
              <a:ext cx="587235" cy="263026"/>
            </a:xfrm>
            <a:custGeom>
              <a:avLst/>
              <a:gdLst/>
              <a:ahLst/>
              <a:cxnLst/>
              <a:rect l="l" t="t" r="r" b="b"/>
              <a:pathLst>
                <a:path w="450484" h="201774">
                  <a:moveTo>
                    <a:pt x="131118" y="128253"/>
                  </a:moveTo>
                  <a:lnTo>
                    <a:pt x="153665" y="128253"/>
                  </a:lnTo>
                  <a:lnTo>
                    <a:pt x="153665" y="154149"/>
                  </a:lnTo>
                  <a:lnTo>
                    <a:pt x="131118" y="154149"/>
                  </a:lnTo>
                  <a:close/>
                  <a:moveTo>
                    <a:pt x="416580" y="93362"/>
                  </a:moveTo>
                  <a:cubicBezTo>
                    <a:pt x="422384" y="93362"/>
                    <a:pt x="427337" y="94018"/>
                    <a:pt x="431439" y="95329"/>
                  </a:cubicBezTo>
                  <a:cubicBezTo>
                    <a:pt x="435541" y="96641"/>
                    <a:pt x="438876" y="98413"/>
                    <a:pt x="441443" y="100645"/>
                  </a:cubicBezTo>
                  <a:cubicBezTo>
                    <a:pt x="444010" y="102878"/>
                    <a:pt x="445866" y="105557"/>
                    <a:pt x="447010" y="108682"/>
                  </a:cubicBezTo>
                  <a:cubicBezTo>
                    <a:pt x="448154" y="111808"/>
                    <a:pt x="448726" y="115184"/>
                    <a:pt x="448726" y="118812"/>
                  </a:cubicBezTo>
                  <a:cubicBezTo>
                    <a:pt x="448726" y="120988"/>
                    <a:pt x="448573" y="123011"/>
                    <a:pt x="448266" y="124881"/>
                  </a:cubicBezTo>
                  <a:cubicBezTo>
                    <a:pt x="447959" y="126751"/>
                    <a:pt x="447429" y="128593"/>
                    <a:pt x="446675" y="130406"/>
                  </a:cubicBezTo>
                  <a:cubicBezTo>
                    <a:pt x="445922" y="132220"/>
                    <a:pt x="444931" y="134048"/>
                    <a:pt x="443704" y="135890"/>
                  </a:cubicBezTo>
                  <a:cubicBezTo>
                    <a:pt x="442476" y="137732"/>
                    <a:pt x="440941" y="139685"/>
                    <a:pt x="439099" y="141750"/>
                  </a:cubicBezTo>
                  <a:cubicBezTo>
                    <a:pt x="437704" y="143536"/>
                    <a:pt x="435890" y="145601"/>
                    <a:pt x="433658" y="147945"/>
                  </a:cubicBezTo>
                  <a:cubicBezTo>
                    <a:pt x="431425" y="150289"/>
                    <a:pt x="428983" y="152800"/>
                    <a:pt x="426332" y="155479"/>
                  </a:cubicBezTo>
                  <a:cubicBezTo>
                    <a:pt x="423681" y="158158"/>
                    <a:pt x="420905" y="160949"/>
                    <a:pt x="418003" y="163851"/>
                  </a:cubicBezTo>
                  <a:cubicBezTo>
                    <a:pt x="415101" y="166753"/>
                    <a:pt x="412282" y="169627"/>
                    <a:pt x="409547" y="172474"/>
                  </a:cubicBezTo>
                  <a:cubicBezTo>
                    <a:pt x="406813" y="175320"/>
                    <a:pt x="404301" y="178083"/>
                    <a:pt x="402013" y="180761"/>
                  </a:cubicBezTo>
                  <a:cubicBezTo>
                    <a:pt x="399725" y="183440"/>
                    <a:pt x="397855" y="185896"/>
                    <a:pt x="396404" y="188128"/>
                  </a:cubicBezTo>
                  <a:lnTo>
                    <a:pt x="427379" y="188128"/>
                  </a:lnTo>
                  <a:cubicBezTo>
                    <a:pt x="430002" y="188128"/>
                    <a:pt x="432095" y="188031"/>
                    <a:pt x="433658" y="187835"/>
                  </a:cubicBezTo>
                  <a:cubicBezTo>
                    <a:pt x="435220" y="187640"/>
                    <a:pt x="436518" y="187208"/>
                    <a:pt x="437550" y="186538"/>
                  </a:cubicBezTo>
                  <a:cubicBezTo>
                    <a:pt x="438583" y="185868"/>
                    <a:pt x="439462" y="184850"/>
                    <a:pt x="440187" y="183482"/>
                  </a:cubicBezTo>
                  <a:cubicBezTo>
                    <a:pt x="440913" y="182115"/>
                    <a:pt x="441750" y="180231"/>
                    <a:pt x="442699" y="177831"/>
                  </a:cubicBezTo>
                  <a:lnTo>
                    <a:pt x="450484" y="177831"/>
                  </a:lnTo>
                  <a:cubicBezTo>
                    <a:pt x="450205" y="181794"/>
                    <a:pt x="449940" y="185784"/>
                    <a:pt x="449689" y="189803"/>
                  </a:cubicBezTo>
                  <a:cubicBezTo>
                    <a:pt x="449438" y="193821"/>
                    <a:pt x="449173" y="197812"/>
                    <a:pt x="448894" y="201774"/>
                  </a:cubicBezTo>
                  <a:lnTo>
                    <a:pt x="377987" y="201774"/>
                  </a:lnTo>
                  <a:lnTo>
                    <a:pt x="377987" y="197421"/>
                  </a:lnTo>
                  <a:cubicBezTo>
                    <a:pt x="379326" y="194407"/>
                    <a:pt x="380889" y="191435"/>
                    <a:pt x="382675" y="188505"/>
                  </a:cubicBezTo>
                  <a:cubicBezTo>
                    <a:pt x="384461" y="185575"/>
                    <a:pt x="386470" y="182603"/>
                    <a:pt x="388702" y="179589"/>
                  </a:cubicBezTo>
                  <a:cubicBezTo>
                    <a:pt x="390935" y="176576"/>
                    <a:pt x="393474" y="173464"/>
                    <a:pt x="396320" y="170255"/>
                  </a:cubicBezTo>
                  <a:cubicBezTo>
                    <a:pt x="399167" y="167046"/>
                    <a:pt x="402320" y="163711"/>
                    <a:pt x="405780" y="160251"/>
                  </a:cubicBezTo>
                  <a:cubicBezTo>
                    <a:pt x="411026" y="155005"/>
                    <a:pt x="415296" y="150526"/>
                    <a:pt x="418589" y="146815"/>
                  </a:cubicBezTo>
                  <a:cubicBezTo>
                    <a:pt x="421882" y="143103"/>
                    <a:pt x="424477" y="139797"/>
                    <a:pt x="426374" y="136894"/>
                  </a:cubicBezTo>
                  <a:cubicBezTo>
                    <a:pt x="428272" y="133992"/>
                    <a:pt x="429569" y="131313"/>
                    <a:pt x="430267" y="128858"/>
                  </a:cubicBezTo>
                  <a:cubicBezTo>
                    <a:pt x="430965" y="126402"/>
                    <a:pt x="431314" y="123779"/>
                    <a:pt x="431314" y="120988"/>
                  </a:cubicBezTo>
                  <a:cubicBezTo>
                    <a:pt x="431314" y="118142"/>
                    <a:pt x="430909" y="115519"/>
                    <a:pt x="430100" y="113119"/>
                  </a:cubicBezTo>
                  <a:cubicBezTo>
                    <a:pt x="429290" y="110719"/>
                    <a:pt x="428132" y="108682"/>
                    <a:pt x="426625" y="107008"/>
                  </a:cubicBezTo>
                  <a:cubicBezTo>
                    <a:pt x="425119" y="105334"/>
                    <a:pt x="423207" y="104022"/>
                    <a:pt x="420891" y="103073"/>
                  </a:cubicBezTo>
                  <a:cubicBezTo>
                    <a:pt x="418575" y="102124"/>
                    <a:pt x="415910" y="101650"/>
                    <a:pt x="412896" y="101650"/>
                  </a:cubicBezTo>
                  <a:cubicBezTo>
                    <a:pt x="407706" y="101650"/>
                    <a:pt x="403352" y="103059"/>
                    <a:pt x="399836" y="105878"/>
                  </a:cubicBezTo>
                  <a:cubicBezTo>
                    <a:pt x="396320" y="108696"/>
                    <a:pt x="393586" y="112784"/>
                    <a:pt x="391632" y="118142"/>
                  </a:cubicBezTo>
                  <a:lnTo>
                    <a:pt x="380665" y="118142"/>
                  </a:lnTo>
                  <a:lnTo>
                    <a:pt x="380665" y="101817"/>
                  </a:lnTo>
                  <a:cubicBezTo>
                    <a:pt x="387809" y="98859"/>
                    <a:pt x="394381" y="96711"/>
                    <a:pt x="400381" y="95371"/>
                  </a:cubicBezTo>
                  <a:cubicBezTo>
                    <a:pt x="406380" y="94032"/>
                    <a:pt x="411780" y="93362"/>
                    <a:pt x="416580" y="93362"/>
                  </a:cubicBezTo>
                  <a:close/>
                  <a:moveTo>
                    <a:pt x="48890" y="9488"/>
                  </a:moveTo>
                  <a:cubicBezTo>
                    <a:pt x="43756" y="9488"/>
                    <a:pt x="39458" y="11014"/>
                    <a:pt x="35998" y="14065"/>
                  </a:cubicBezTo>
                  <a:cubicBezTo>
                    <a:pt x="32538" y="17116"/>
                    <a:pt x="29747" y="21506"/>
                    <a:pt x="27627" y="27236"/>
                  </a:cubicBezTo>
                  <a:cubicBezTo>
                    <a:pt x="25506" y="32966"/>
                    <a:pt x="23999" y="39942"/>
                    <a:pt x="23106" y="48165"/>
                  </a:cubicBezTo>
                  <a:cubicBezTo>
                    <a:pt x="22213" y="56388"/>
                    <a:pt x="21766" y="65671"/>
                    <a:pt x="21766" y="76014"/>
                  </a:cubicBezTo>
                  <a:cubicBezTo>
                    <a:pt x="21766" y="100273"/>
                    <a:pt x="24018" y="118077"/>
                    <a:pt x="28520" y="129425"/>
                  </a:cubicBezTo>
                  <a:cubicBezTo>
                    <a:pt x="33022" y="140773"/>
                    <a:pt x="39998" y="146447"/>
                    <a:pt x="49449" y="146447"/>
                  </a:cubicBezTo>
                  <a:cubicBezTo>
                    <a:pt x="58453" y="146447"/>
                    <a:pt x="65131" y="141108"/>
                    <a:pt x="69484" y="130430"/>
                  </a:cubicBezTo>
                  <a:cubicBezTo>
                    <a:pt x="73838" y="119751"/>
                    <a:pt x="76014" y="103213"/>
                    <a:pt x="76014" y="80814"/>
                  </a:cubicBezTo>
                  <a:cubicBezTo>
                    <a:pt x="76014" y="63699"/>
                    <a:pt x="74898" y="49839"/>
                    <a:pt x="72666" y="39235"/>
                  </a:cubicBezTo>
                  <a:cubicBezTo>
                    <a:pt x="70433" y="28631"/>
                    <a:pt x="67326" y="21022"/>
                    <a:pt x="63345" y="16409"/>
                  </a:cubicBezTo>
                  <a:cubicBezTo>
                    <a:pt x="59364" y="11795"/>
                    <a:pt x="54546" y="9488"/>
                    <a:pt x="48890" y="9488"/>
                  </a:cubicBezTo>
                  <a:close/>
                  <a:moveTo>
                    <a:pt x="326008" y="1786"/>
                  </a:moveTo>
                  <a:lnTo>
                    <a:pt x="370657" y="1786"/>
                  </a:lnTo>
                  <a:lnTo>
                    <a:pt x="369429" y="7256"/>
                  </a:lnTo>
                  <a:cubicBezTo>
                    <a:pt x="366601" y="7851"/>
                    <a:pt x="364573" y="8521"/>
                    <a:pt x="363346" y="9265"/>
                  </a:cubicBezTo>
                  <a:cubicBezTo>
                    <a:pt x="362118" y="10009"/>
                    <a:pt x="361020" y="11125"/>
                    <a:pt x="360053" y="12614"/>
                  </a:cubicBezTo>
                  <a:cubicBezTo>
                    <a:pt x="359085" y="14102"/>
                    <a:pt x="358081" y="16427"/>
                    <a:pt x="357039" y="19590"/>
                  </a:cubicBezTo>
                  <a:cubicBezTo>
                    <a:pt x="355997" y="22752"/>
                    <a:pt x="354695" y="27906"/>
                    <a:pt x="353132" y="35049"/>
                  </a:cubicBezTo>
                  <a:lnTo>
                    <a:pt x="334045" y="121667"/>
                  </a:lnTo>
                  <a:cubicBezTo>
                    <a:pt x="333078" y="126058"/>
                    <a:pt x="332445" y="129537"/>
                    <a:pt x="332148" y="132104"/>
                  </a:cubicBezTo>
                  <a:cubicBezTo>
                    <a:pt x="331850" y="134671"/>
                    <a:pt x="331701" y="136997"/>
                    <a:pt x="331701" y="139080"/>
                  </a:cubicBezTo>
                  <a:cubicBezTo>
                    <a:pt x="331701" y="142429"/>
                    <a:pt x="332538" y="144792"/>
                    <a:pt x="334213" y="146168"/>
                  </a:cubicBezTo>
                  <a:cubicBezTo>
                    <a:pt x="335887" y="147545"/>
                    <a:pt x="338696" y="148382"/>
                    <a:pt x="342640" y="148680"/>
                  </a:cubicBezTo>
                  <a:lnTo>
                    <a:pt x="341412" y="154149"/>
                  </a:lnTo>
                  <a:lnTo>
                    <a:pt x="296764" y="154149"/>
                  </a:lnTo>
                  <a:lnTo>
                    <a:pt x="297991" y="148680"/>
                  </a:lnTo>
                  <a:cubicBezTo>
                    <a:pt x="300819" y="148233"/>
                    <a:pt x="302940" y="147508"/>
                    <a:pt x="304354" y="146503"/>
                  </a:cubicBezTo>
                  <a:cubicBezTo>
                    <a:pt x="305768" y="145498"/>
                    <a:pt x="306958" y="144103"/>
                    <a:pt x="307926" y="142317"/>
                  </a:cubicBezTo>
                  <a:cubicBezTo>
                    <a:pt x="308893" y="140531"/>
                    <a:pt x="309786" y="138355"/>
                    <a:pt x="310605" y="135787"/>
                  </a:cubicBezTo>
                  <a:cubicBezTo>
                    <a:pt x="311423" y="133220"/>
                    <a:pt x="312651" y="128253"/>
                    <a:pt x="314288" y="120886"/>
                  </a:cubicBezTo>
                  <a:lnTo>
                    <a:pt x="333264" y="34938"/>
                  </a:lnTo>
                  <a:cubicBezTo>
                    <a:pt x="334901" y="27496"/>
                    <a:pt x="335719" y="21506"/>
                    <a:pt x="335719" y="16967"/>
                  </a:cubicBezTo>
                  <a:cubicBezTo>
                    <a:pt x="335719" y="13469"/>
                    <a:pt x="334845" y="11032"/>
                    <a:pt x="333096" y="9656"/>
                  </a:cubicBezTo>
                  <a:cubicBezTo>
                    <a:pt x="331348" y="8279"/>
                    <a:pt x="328576" y="7479"/>
                    <a:pt x="324781" y="7256"/>
                  </a:cubicBezTo>
                  <a:close/>
                  <a:moveTo>
                    <a:pt x="238683" y="0"/>
                  </a:moveTo>
                  <a:lnTo>
                    <a:pt x="244823" y="0"/>
                  </a:lnTo>
                  <a:cubicBezTo>
                    <a:pt x="244376" y="7144"/>
                    <a:pt x="244153" y="17041"/>
                    <a:pt x="244153" y="29692"/>
                  </a:cubicBezTo>
                  <a:lnTo>
                    <a:pt x="244153" y="125016"/>
                  </a:lnTo>
                  <a:cubicBezTo>
                    <a:pt x="244153" y="129332"/>
                    <a:pt x="244395" y="132588"/>
                    <a:pt x="244878" y="134783"/>
                  </a:cubicBezTo>
                  <a:cubicBezTo>
                    <a:pt x="245362" y="136978"/>
                    <a:pt x="246218" y="138764"/>
                    <a:pt x="247446" y="140141"/>
                  </a:cubicBezTo>
                  <a:cubicBezTo>
                    <a:pt x="248674" y="141517"/>
                    <a:pt x="250441" y="142596"/>
                    <a:pt x="252748" y="143378"/>
                  </a:cubicBezTo>
                  <a:cubicBezTo>
                    <a:pt x="255055" y="144159"/>
                    <a:pt x="257957" y="144754"/>
                    <a:pt x="261454" y="145164"/>
                  </a:cubicBezTo>
                  <a:cubicBezTo>
                    <a:pt x="264952" y="145573"/>
                    <a:pt x="269565" y="145852"/>
                    <a:pt x="275295" y="146001"/>
                  </a:cubicBezTo>
                  <a:lnTo>
                    <a:pt x="275295" y="154149"/>
                  </a:lnTo>
                  <a:lnTo>
                    <a:pt x="192807" y="154149"/>
                  </a:lnTo>
                  <a:lnTo>
                    <a:pt x="192807" y="146001"/>
                  </a:lnTo>
                  <a:cubicBezTo>
                    <a:pt x="201067" y="145629"/>
                    <a:pt x="206964" y="145126"/>
                    <a:pt x="210499" y="144494"/>
                  </a:cubicBezTo>
                  <a:cubicBezTo>
                    <a:pt x="214034" y="143861"/>
                    <a:pt x="216731" y="142913"/>
                    <a:pt x="218592" y="141648"/>
                  </a:cubicBezTo>
                  <a:cubicBezTo>
                    <a:pt x="220452" y="140383"/>
                    <a:pt x="221810" y="138597"/>
                    <a:pt x="222666" y="136290"/>
                  </a:cubicBezTo>
                  <a:cubicBezTo>
                    <a:pt x="223522" y="133983"/>
                    <a:pt x="223949" y="130225"/>
                    <a:pt x="223949" y="125016"/>
                  </a:cubicBezTo>
                  <a:lnTo>
                    <a:pt x="223949" y="34491"/>
                  </a:lnTo>
                  <a:cubicBezTo>
                    <a:pt x="223949" y="31515"/>
                    <a:pt x="223429" y="29338"/>
                    <a:pt x="222387" y="27961"/>
                  </a:cubicBezTo>
                  <a:cubicBezTo>
                    <a:pt x="221345" y="26585"/>
                    <a:pt x="219819" y="25896"/>
                    <a:pt x="217810" y="25896"/>
                  </a:cubicBezTo>
                  <a:cubicBezTo>
                    <a:pt x="215429" y="25896"/>
                    <a:pt x="212043" y="27124"/>
                    <a:pt x="207653" y="29580"/>
                  </a:cubicBezTo>
                  <a:cubicBezTo>
                    <a:pt x="203262" y="32036"/>
                    <a:pt x="197830" y="35421"/>
                    <a:pt x="191356" y="39738"/>
                  </a:cubicBezTo>
                  <a:lnTo>
                    <a:pt x="186445" y="31143"/>
                  </a:lnTo>
                  <a:close/>
                  <a:moveTo>
                    <a:pt x="49449" y="0"/>
                  </a:moveTo>
                  <a:cubicBezTo>
                    <a:pt x="65745" y="0"/>
                    <a:pt x="77875" y="6288"/>
                    <a:pt x="85837" y="18864"/>
                  </a:cubicBezTo>
                  <a:cubicBezTo>
                    <a:pt x="93799" y="31440"/>
                    <a:pt x="97780" y="50453"/>
                    <a:pt x="97780" y="75903"/>
                  </a:cubicBezTo>
                  <a:cubicBezTo>
                    <a:pt x="97780" y="102245"/>
                    <a:pt x="93520" y="122170"/>
                    <a:pt x="85000" y="135676"/>
                  </a:cubicBezTo>
                  <a:cubicBezTo>
                    <a:pt x="76479" y="149182"/>
                    <a:pt x="64034" y="155935"/>
                    <a:pt x="47663" y="155935"/>
                  </a:cubicBezTo>
                  <a:cubicBezTo>
                    <a:pt x="31589" y="155935"/>
                    <a:pt x="19627" y="149610"/>
                    <a:pt x="11776" y="136959"/>
                  </a:cubicBezTo>
                  <a:cubicBezTo>
                    <a:pt x="3926" y="124309"/>
                    <a:pt x="0" y="105110"/>
                    <a:pt x="0" y="79363"/>
                  </a:cubicBezTo>
                  <a:cubicBezTo>
                    <a:pt x="0" y="65671"/>
                    <a:pt x="1210" y="53839"/>
                    <a:pt x="3628" y="43867"/>
                  </a:cubicBezTo>
                  <a:cubicBezTo>
                    <a:pt x="6047" y="33896"/>
                    <a:pt x="9432" y="25655"/>
                    <a:pt x="13786" y="19143"/>
                  </a:cubicBezTo>
                  <a:cubicBezTo>
                    <a:pt x="18139" y="12632"/>
                    <a:pt x="23366" y="7814"/>
                    <a:pt x="29468" y="4688"/>
                  </a:cubicBezTo>
                  <a:cubicBezTo>
                    <a:pt x="35570" y="1563"/>
                    <a:pt x="42230" y="0"/>
                    <a:pt x="49449" y="0"/>
                  </a:cubicBezTo>
                  <a:close/>
                </a:path>
              </a:pathLst>
            </a:custGeom>
            <a:solidFill>
              <a:srgbClr val="288BB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solidFill>
                  <a:srgbClr val="288BB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B42C3EA-693E-4943-98D6-C4E90985C6AB}"/>
              </a:ext>
            </a:extLst>
          </p:cNvPr>
          <p:cNvCxnSpPr/>
          <p:nvPr/>
        </p:nvCxnSpPr>
        <p:spPr>
          <a:xfrm flipV="1">
            <a:off x="5580029" y="1487901"/>
            <a:ext cx="714075" cy="928139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3DD5031-5841-4567-B920-307FDD282FCA}"/>
              </a:ext>
            </a:extLst>
          </p:cNvPr>
          <p:cNvSpPr txBox="1"/>
          <p:nvPr/>
        </p:nvSpPr>
        <p:spPr>
          <a:xfrm>
            <a:off x="5419776" y="1069445"/>
            <a:ext cx="2624444" cy="279520"/>
          </a:xfrm>
          <a:custGeom>
            <a:avLst/>
            <a:gdLst/>
            <a:ahLst/>
            <a:cxnLst/>
            <a:rect l="l" t="t" r="r" b="b"/>
            <a:pathLst>
              <a:path w="2013281" h="214427">
                <a:moveTo>
                  <a:pt x="0" y="172593"/>
                </a:moveTo>
                <a:cubicBezTo>
                  <a:pt x="20269" y="173812"/>
                  <a:pt x="52121" y="174422"/>
                  <a:pt x="95555" y="174422"/>
                </a:cubicBezTo>
                <a:cubicBezTo>
                  <a:pt x="138989" y="174422"/>
                  <a:pt x="173431" y="173812"/>
                  <a:pt x="198882" y="172593"/>
                </a:cubicBezTo>
                <a:lnTo>
                  <a:pt x="198882" y="189052"/>
                </a:lnTo>
                <a:cubicBezTo>
                  <a:pt x="176327" y="187528"/>
                  <a:pt x="143104" y="186766"/>
                  <a:pt x="99213" y="186766"/>
                </a:cubicBezTo>
                <a:cubicBezTo>
                  <a:pt x="55321" y="186766"/>
                  <a:pt x="22251" y="187528"/>
                  <a:pt x="0" y="189052"/>
                </a:cubicBezTo>
                <a:close/>
                <a:moveTo>
                  <a:pt x="1442923" y="164135"/>
                </a:moveTo>
                <a:cubicBezTo>
                  <a:pt x="1449019" y="175565"/>
                  <a:pt x="1453668" y="189357"/>
                  <a:pt x="1456868" y="205511"/>
                </a:cubicBezTo>
                <a:lnTo>
                  <a:pt x="1443152" y="208712"/>
                </a:lnTo>
                <a:cubicBezTo>
                  <a:pt x="1440866" y="193929"/>
                  <a:pt x="1436599" y="180365"/>
                  <a:pt x="1430350" y="168021"/>
                </a:cubicBezTo>
                <a:close/>
                <a:moveTo>
                  <a:pt x="506806" y="164135"/>
                </a:moveTo>
                <a:lnTo>
                  <a:pt x="506806" y="187680"/>
                </a:lnTo>
                <a:lnTo>
                  <a:pt x="614249" y="187680"/>
                </a:lnTo>
                <a:lnTo>
                  <a:pt x="614249" y="164135"/>
                </a:lnTo>
                <a:close/>
                <a:moveTo>
                  <a:pt x="1399032" y="162763"/>
                </a:moveTo>
                <a:lnTo>
                  <a:pt x="1411148" y="169164"/>
                </a:lnTo>
                <a:cubicBezTo>
                  <a:pt x="1400633" y="189738"/>
                  <a:pt x="1391412" y="204597"/>
                  <a:pt x="1383487" y="213741"/>
                </a:cubicBezTo>
                <a:lnTo>
                  <a:pt x="1369543" y="207111"/>
                </a:lnTo>
                <a:cubicBezTo>
                  <a:pt x="1380058" y="197358"/>
                  <a:pt x="1389888" y="182575"/>
                  <a:pt x="1399032" y="162763"/>
                </a:cubicBezTo>
                <a:close/>
                <a:moveTo>
                  <a:pt x="1487500" y="159105"/>
                </a:moveTo>
                <a:cubicBezTo>
                  <a:pt x="1495425" y="170383"/>
                  <a:pt x="1503426" y="184175"/>
                  <a:pt x="1511503" y="200482"/>
                </a:cubicBezTo>
                <a:lnTo>
                  <a:pt x="1498930" y="206197"/>
                </a:lnTo>
                <a:cubicBezTo>
                  <a:pt x="1492682" y="192176"/>
                  <a:pt x="1485215" y="178613"/>
                  <a:pt x="1476528" y="165506"/>
                </a:cubicBezTo>
                <a:close/>
                <a:moveTo>
                  <a:pt x="1534821" y="156819"/>
                </a:moveTo>
                <a:cubicBezTo>
                  <a:pt x="1545336" y="169316"/>
                  <a:pt x="1556080" y="183947"/>
                  <a:pt x="1567053" y="200711"/>
                </a:cubicBezTo>
                <a:lnTo>
                  <a:pt x="1555852" y="208940"/>
                </a:lnTo>
                <a:cubicBezTo>
                  <a:pt x="1546555" y="192329"/>
                  <a:pt x="1536040" y="177317"/>
                  <a:pt x="1524305" y="163906"/>
                </a:cubicBezTo>
                <a:close/>
                <a:moveTo>
                  <a:pt x="1058875" y="125044"/>
                </a:moveTo>
                <a:cubicBezTo>
                  <a:pt x="1072287" y="139370"/>
                  <a:pt x="1083183" y="152857"/>
                  <a:pt x="1091565" y="165506"/>
                </a:cubicBezTo>
                <a:lnTo>
                  <a:pt x="1079907" y="173507"/>
                </a:lnTo>
                <a:cubicBezTo>
                  <a:pt x="1071525" y="159486"/>
                  <a:pt x="1061009" y="145999"/>
                  <a:pt x="1048360" y="133045"/>
                </a:cubicBezTo>
                <a:close/>
                <a:moveTo>
                  <a:pt x="506806" y="106299"/>
                </a:moveTo>
                <a:lnTo>
                  <a:pt x="506806" y="125958"/>
                </a:lnTo>
                <a:lnTo>
                  <a:pt x="602590" y="125958"/>
                </a:lnTo>
                <a:lnTo>
                  <a:pt x="602590" y="106299"/>
                </a:lnTo>
                <a:close/>
                <a:moveTo>
                  <a:pt x="786613" y="101727"/>
                </a:moveTo>
                <a:lnTo>
                  <a:pt x="786613" y="136703"/>
                </a:lnTo>
                <a:lnTo>
                  <a:pt x="842163" y="136703"/>
                </a:lnTo>
                <a:lnTo>
                  <a:pt x="842163" y="101727"/>
                </a:lnTo>
                <a:close/>
                <a:moveTo>
                  <a:pt x="715290" y="101727"/>
                </a:moveTo>
                <a:lnTo>
                  <a:pt x="715290" y="136703"/>
                </a:lnTo>
                <a:lnTo>
                  <a:pt x="772211" y="136703"/>
                </a:lnTo>
                <a:lnTo>
                  <a:pt x="772211" y="101727"/>
                </a:lnTo>
                <a:close/>
                <a:moveTo>
                  <a:pt x="491490" y="94412"/>
                </a:moveTo>
                <a:cubicBezTo>
                  <a:pt x="511150" y="95021"/>
                  <a:pt x="532791" y="95326"/>
                  <a:pt x="556413" y="95326"/>
                </a:cubicBezTo>
                <a:cubicBezTo>
                  <a:pt x="580035" y="95326"/>
                  <a:pt x="600228" y="95021"/>
                  <a:pt x="616992" y="94412"/>
                </a:cubicBezTo>
                <a:cubicBezTo>
                  <a:pt x="616077" y="100203"/>
                  <a:pt x="615620" y="107785"/>
                  <a:pt x="615620" y="117157"/>
                </a:cubicBezTo>
                <a:cubicBezTo>
                  <a:pt x="615620" y="126530"/>
                  <a:pt x="616077" y="133426"/>
                  <a:pt x="616992" y="137846"/>
                </a:cubicBezTo>
                <a:cubicBezTo>
                  <a:pt x="603276" y="137084"/>
                  <a:pt x="584454" y="136703"/>
                  <a:pt x="560527" y="136703"/>
                </a:cubicBezTo>
                <a:lnTo>
                  <a:pt x="506806" y="136703"/>
                </a:lnTo>
                <a:lnTo>
                  <a:pt x="506806" y="153390"/>
                </a:lnTo>
                <a:lnTo>
                  <a:pt x="561899" y="153390"/>
                </a:lnTo>
                <a:cubicBezTo>
                  <a:pt x="583692" y="153390"/>
                  <a:pt x="606171" y="153086"/>
                  <a:pt x="629336" y="152476"/>
                </a:cubicBezTo>
                <a:cubicBezTo>
                  <a:pt x="628574" y="154914"/>
                  <a:pt x="628193" y="160096"/>
                  <a:pt x="628193" y="168021"/>
                </a:cubicBezTo>
                <a:lnTo>
                  <a:pt x="628193" y="192938"/>
                </a:lnTo>
                <a:cubicBezTo>
                  <a:pt x="628193" y="198729"/>
                  <a:pt x="628726" y="204673"/>
                  <a:pt x="629793" y="210769"/>
                </a:cubicBezTo>
                <a:lnTo>
                  <a:pt x="614249" y="210769"/>
                </a:lnTo>
                <a:lnTo>
                  <a:pt x="614249" y="198882"/>
                </a:lnTo>
                <a:lnTo>
                  <a:pt x="506806" y="198882"/>
                </a:lnTo>
                <a:cubicBezTo>
                  <a:pt x="507111" y="205892"/>
                  <a:pt x="507492" y="211074"/>
                  <a:pt x="507949" y="214427"/>
                </a:cubicBezTo>
                <a:lnTo>
                  <a:pt x="491033" y="214427"/>
                </a:lnTo>
                <a:cubicBezTo>
                  <a:pt x="492252" y="206807"/>
                  <a:pt x="492862" y="200025"/>
                  <a:pt x="492862" y="194081"/>
                </a:cubicBezTo>
                <a:lnTo>
                  <a:pt x="492862" y="116814"/>
                </a:lnTo>
                <a:cubicBezTo>
                  <a:pt x="492862" y="105537"/>
                  <a:pt x="492405" y="98069"/>
                  <a:pt x="491490" y="94412"/>
                </a:cubicBezTo>
                <a:close/>
                <a:moveTo>
                  <a:pt x="1901267" y="91897"/>
                </a:moveTo>
                <a:lnTo>
                  <a:pt x="1901267" y="143332"/>
                </a:lnTo>
                <a:lnTo>
                  <a:pt x="1955673" y="143332"/>
                </a:lnTo>
                <a:lnTo>
                  <a:pt x="1955673" y="91897"/>
                </a:lnTo>
                <a:close/>
                <a:moveTo>
                  <a:pt x="1671752" y="90297"/>
                </a:moveTo>
                <a:cubicBezTo>
                  <a:pt x="1679525" y="119558"/>
                  <a:pt x="1692174" y="142189"/>
                  <a:pt x="1709700" y="158191"/>
                </a:cubicBezTo>
                <a:cubicBezTo>
                  <a:pt x="1729969" y="139903"/>
                  <a:pt x="1744218" y="117272"/>
                  <a:pt x="1752448" y="90297"/>
                </a:cubicBezTo>
                <a:close/>
                <a:moveTo>
                  <a:pt x="1268273" y="86411"/>
                </a:moveTo>
                <a:cubicBezTo>
                  <a:pt x="1279551" y="94488"/>
                  <a:pt x="1289761" y="103022"/>
                  <a:pt x="1298905" y="112014"/>
                </a:cubicBezTo>
                <a:lnTo>
                  <a:pt x="1290219" y="121615"/>
                </a:lnTo>
                <a:cubicBezTo>
                  <a:pt x="1283513" y="112776"/>
                  <a:pt x="1273607" y="104013"/>
                  <a:pt x="1260501" y="95326"/>
                </a:cubicBezTo>
                <a:close/>
                <a:moveTo>
                  <a:pt x="1229411" y="80467"/>
                </a:moveTo>
                <a:cubicBezTo>
                  <a:pt x="1236726" y="81229"/>
                  <a:pt x="1242365" y="81610"/>
                  <a:pt x="1246327" y="81610"/>
                </a:cubicBezTo>
                <a:cubicBezTo>
                  <a:pt x="1250290" y="81610"/>
                  <a:pt x="1252271" y="82334"/>
                  <a:pt x="1252271" y="83782"/>
                </a:cubicBezTo>
                <a:cubicBezTo>
                  <a:pt x="1252271" y="85230"/>
                  <a:pt x="1251357" y="86715"/>
                  <a:pt x="1249528" y="88239"/>
                </a:cubicBezTo>
                <a:cubicBezTo>
                  <a:pt x="1245870" y="91135"/>
                  <a:pt x="1243127" y="103860"/>
                  <a:pt x="1241298" y="126416"/>
                </a:cubicBezTo>
                <a:cubicBezTo>
                  <a:pt x="1293419" y="126416"/>
                  <a:pt x="1325347" y="125654"/>
                  <a:pt x="1337082" y="124130"/>
                </a:cubicBezTo>
                <a:lnTo>
                  <a:pt x="1337082" y="140132"/>
                </a:lnTo>
                <a:cubicBezTo>
                  <a:pt x="1324585" y="138608"/>
                  <a:pt x="1297763" y="137846"/>
                  <a:pt x="1256615" y="137846"/>
                </a:cubicBezTo>
                <a:cubicBezTo>
                  <a:pt x="1266063" y="152781"/>
                  <a:pt x="1276922" y="164554"/>
                  <a:pt x="1289190" y="173164"/>
                </a:cubicBezTo>
                <a:cubicBezTo>
                  <a:pt x="1301458" y="181775"/>
                  <a:pt x="1317955" y="189052"/>
                  <a:pt x="1338682" y="194996"/>
                </a:cubicBezTo>
                <a:cubicBezTo>
                  <a:pt x="1334415" y="198958"/>
                  <a:pt x="1331291" y="203987"/>
                  <a:pt x="1329309" y="210083"/>
                </a:cubicBezTo>
                <a:cubicBezTo>
                  <a:pt x="1307821" y="201244"/>
                  <a:pt x="1290523" y="191186"/>
                  <a:pt x="1277417" y="179908"/>
                </a:cubicBezTo>
                <a:cubicBezTo>
                  <a:pt x="1264311" y="168630"/>
                  <a:pt x="1254024" y="154610"/>
                  <a:pt x="1246556" y="137846"/>
                </a:cubicBezTo>
                <a:lnTo>
                  <a:pt x="1238784" y="137846"/>
                </a:lnTo>
                <a:cubicBezTo>
                  <a:pt x="1229183" y="170764"/>
                  <a:pt x="1200227" y="194919"/>
                  <a:pt x="1151916" y="210312"/>
                </a:cubicBezTo>
                <a:cubicBezTo>
                  <a:pt x="1149630" y="205435"/>
                  <a:pt x="1146505" y="201015"/>
                  <a:pt x="1142543" y="197053"/>
                </a:cubicBezTo>
                <a:cubicBezTo>
                  <a:pt x="1166622" y="191109"/>
                  <a:pt x="1185215" y="183413"/>
                  <a:pt x="1198321" y="173964"/>
                </a:cubicBezTo>
                <a:cubicBezTo>
                  <a:pt x="1211428" y="164516"/>
                  <a:pt x="1220496" y="152476"/>
                  <a:pt x="1225525" y="137846"/>
                </a:cubicBezTo>
                <a:cubicBezTo>
                  <a:pt x="1187577" y="137846"/>
                  <a:pt x="1162279" y="138608"/>
                  <a:pt x="1149630" y="140132"/>
                </a:cubicBezTo>
                <a:lnTo>
                  <a:pt x="1149630" y="124130"/>
                </a:lnTo>
                <a:cubicBezTo>
                  <a:pt x="1166394" y="125654"/>
                  <a:pt x="1192759" y="126416"/>
                  <a:pt x="1228725" y="126416"/>
                </a:cubicBezTo>
                <a:cubicBezTo>
                  <a:pt x="1230097" y="119405"/>
                  <a:pt x="1230783" y="112014"/>
                  <a:pt x="1230783" y="104241"/>
                </a:cubicBezTo>
                <a:cubicBezTo>
                  <a:pt x="1230783" y="96469"/>
                  <a:pt x="1230325" y="88544"/>
                  <a:pt x="1229411" y="80467"/>
                </a:cubicBezTo>
                <a:close/>
                <a:moveTo>
                  <a:pt x="1886865" y="79095"/>
                </a:moveTo>
                <a:cubicBezTo>
                  <a:pt x="1895856" y="80162"/>
                  <a:pt x="1909915" y="80696"/>
                  <a:pt x="1929041" y="80696"/>
                </a:cubicBezTo>
                <a:cubicBezTo>
                  <a:pt x="1948168" y="80696"/>
                  <a:pt x="1961922" y="80162"/>
                  <a:pt x="1970304" y="79095"/>
                </a:cubicBezTo>
                <a:cubicBezTo>
                  <a:pt x="1969542" y="88849"/>
                  <a:pt x="1969161" y="102184"/>
                  <a:pt x="1969161" y="119100"/>
                </a:cubicBezTo>
                <a:cubicBezTo>
                  <a:pt x="1969161" y="136017"/>
                  <a:pt x="1969542" y="148056"/>
                  <a:pt x="1970304" y="155219"/>
                </a:cubicBezTo>
                <a:cubicBezTo>
                  <a:pt x="1957197" y="154610"/>
                  <a:pt x="1941767" y="154305"/>
                  <a:pt x="1924012" y="154305"/>
                </a:cubicBezTo>
                <a:cubicBezTo>
                  <a:pt x="1906257" y="154305"/>
                  <a:pt x="1893875" y="154686"/>
                  <a:pt x="1886865" y="155448"/>
                </a:cubicBezTo>
                <a:cubicBezTo>
                  <a:pt x="1887779" y="147218"/>
                  <a:pt x="1888236" y="134455"/>
                  <a:pt x="1888236" y="117157"/>
                </a:cubicBezTo>
                <a:cubicBezTo>
                  <a:pt x="1888236" y="99860"/>
                  <a:pt x="1887779" y="87173"/>
                  <a:pt x="1886865" y="79095"/>
                </a:cubicBezTo>
                <a:close/>
                <a:moveTo>
                  <a:pt x="786613" y="53035"/>
                </a:moveTo>
                <a:lnTo>
                  <a:pt x="786613" y="90525"/>
                </a:lnTo>
                <a:lnTo>
                  <a:pt x="842163" y="90525"/>
                </a:lnTo>
                <a:lnTo>
                  <a:pt x="842163" y="53035"/>
                </a:lnTo>
                <a:close/>
                <a:moveTo>
                  <a:pt x="715290" y="53035"/>
                </a:moveTo>
                <a:lnTo>
                  <a:pt x="715290" y="90525"/>
                </a:lnTo>
                <a:lnTo>
                  <a:pt x="772211" y="90525"/>
                </a:lnTo>
                <a:lnTo>
                  <a:pt x="772211" y="53035"/>
                </a:lnTo>
                <a:close/>
                <a:moveTo>
                  <a:pt x="1264844" y="50520"/>
                </a:moveTo>
                <a:cubicBezTo>
                  <a:pt x="1284351" y="61341"/>
                  <a:pt x="1304239" y="73838"/>
                  <a:pt x="1324509" y="88011"/>
                </a:cubicBezTo>
                <a:lnTo>
                  <a:pt x="1316279" y="99669"/>
                </a:lnTo>
                <a:cubicBezTo>
                  <a:pt x="1299058" y="84125"/>
                  <a:pt x="1279398" y="71018"/>
                  <a:pt x="1257300" y="60350"/>
                </a:cubicBezTo>
                <a:close/>
                <a:moveTo>
                  <a:pt x="1220038" y="48463"/>
                </a:moveTo>
                <a:cubicBezTo>
                  <a:pt x="1223696" y="53187"/>
                  <a:pt x="1227354" y="56540"/>
                  <a:pt x="1231011" y="58521"/>
                </a:cubicBezTo>
                <a:cubicBezTo>
                  <a:pt x="1232383" y="59283"/>
                  <a:pt x="1233069" y="60388"/>
                  <a:pt x="1233069" y="61836"/>
                </a:cubicBezTo>
                <a:cubicBezTo>
                  <a:pt x="1233069" y="63284"/>
                  <a:pt x="1231926" y="64008"/>
                  <a:pt x="1229640" y="64008"/>
                </a:cubicBezTo>
                <a:cubicBezTo>
                  <a:pt x="1225830" y="64008"/>
                  <a:pt x="1218019" y="68770"/>
                  <a:pt x="1206208" y="78295"/>
                </a:cubicBezTo>
                <a:cubicBezTo>
                  <a:pt x="1194397" y="87820"/>
                  <a:pt x="1180643" y="96850"/>
                  <a:pt x="1164946" y="105384"/>
                </a:cubicBezTo>
                <a:cubicBezTo>
                  <a:pt x="1163269" y="100508"/>
                  <a:pt x="1159764" y="96240"/>
                  <a:pt x="1154430" y="92583"/>
                </a:cubicBezTo>
                <a:cubicBezTo>
                  <a:pt x="1180338" y="84353"/>
                  <a:pt x="1202208" y="69647"/>
                  <a:pt x="1220038" y="48463"/>
                </a:cubicBezTo>
                <a:close/>
                <a:moveTo>
                  <a:pt x="552298" y="47777"/>
                </a:moveTo>
                <a:cubicBezTo>
                  <a:pt x="558241" y="54940"/>
                  <a:pt x="563880" y="62331"/>
                  <a:pt x="569214" y="69951"/>
                </a:cubicBezTo>
                <a:cubicBezTo>
                  <a:pt x="608533" y="69951"/>
                  <a:pt x="636194" y="69418"/>
                  <a:pt x="652196" y="68351"/>
                </a:cubicBezTo>
                <a:cubicBezTo>
                  <a:pt x="651129" y="73685"/>
                  <a:pt x="650596" y="79667"/>
                  <a:pt x="650596" y="86296"/>
                </a:cubicBezTo>
                <a:cubicBezTo>
                  <a:pt x="650596" y="92926"/>
                  <a:pt x="650977" y="99136"/>
                  <a:pt x="651739" y="104927"/>
                </a:cubicBezTo>
                <a:lnTo>
                  <a:pt x="636423" y="104927"/>
                </a:lnTo>
                <a:lnTo>
                  <a:pt x="636423" y="80238"/>
                </a:lnTo>
                <a:lnTo>
                  <a:pt x="475260" y="80238"/>
                </a:lnTo>
                <a:lnTo>
                  <a:pt x="475260" y="105613"/>
                </a:lnTo>
                <a:lnTo>
                  <a:pt x="459943" y="105613"/>
                </a:lnTo>
                <a:cubicBezTo>
                  <a:pt x="460553" y="100279"/>
                  <a:pt x="460858" y="93612"/>
                  <a:pt x="460858" y="85611"/>
                </a:cubicBezTo>
                <a:cubicBezTo>
                  <a:pt x="460858" y="77610"/>
                  <a:pt x="460553" y="71856"/>
                  <a:pt x="459943" y="68351"/>
                </a:cubicBezTo>
                <a:cubicBezTo>
                  <a:pt x="477012" y="69418"/>
                  <a:pt x="508635" y="69951"/>
                  <a:pt x="554812" y="69951"/>
                </a:cubicBezTo>
                <a:cubicBezTo>
                  <a:pt x="551612" y="64617"/>
                  <a:pt x="547650" y="59969"/>
                  <a:pt x="542925" y="56007"/>
                </a:cubicBezTo>
                <a:close/>
                <a:moveTo>
                  <a:pt x="1015670" y="46406"/>
                </a:moveTo>
                <a:cubicBezTo>
                  <a:pt x="1020852" y="47320"/>
                  <a:pt x="1026795" y="47777"/>
                  <a:pt x="1033501" y="47777"/>
                </a:cubicBezTo>
                <a:cubicBezTo>
                  <a:pt x="1036092" y="47777"/>
                  <a:pt x="1037387" y="48311"/>
                  <a:pt x="1037387" y="49377"/>
                </a:cubicBezTo>
                <a:cubicBezTo>
                  <a:pt x="1037387" y="50444"/>
                  <a:pt x="1036396" y="51740"/>
                  <a:pt x="1034415" y="53264"/>
                </a:cubicBezTo>
                <a:cubicBezTo>
                  <a:pt x="1032434" y="54788"/>
                  <a:pt x="1031443" y="57455"/>
                  <a:pt x="1031443" y="61265"/>
                </a:cubicBezTo>
                <a:lnTo>
                  <a:pt x="1031443" y="100584"/>
                </a:lnTo>
                <a:cubicBezTo>
                  <a:pt x="1052932" y="100431"/>
                  <a:pt x="1071829" y="99593"/>
                  <a:pt x="1088136" y="98069"/>
                </a:cubicBezTo>
                <a:lnTo>
                  <a:pt x="1088136" y="113843"/>
                </a:lnTo>
                <a:cubicBezTo>
                  <a:pt x="1071829" y="112319"/>
                  <a:pt x="1052932" y="111480"/>
                  <a:pt x="1031443" y="111328"/>
                </a:cubicBezTo>
                <a:lnTo>
                  <a:pt x="1031443" y="186766"/>
                </a:lnTo>
                <a:cubicBezTo>
                  <a:pt x="1061923" y="186614"/>
                  <a:pt x="1088136" y="185623"/>
                  <a:pt x="1110082" y="183794"/>
                </a:cubicBezTo>
                <a:lnTo>
                  <a:pt x="1110082" y="200711"/>
                </a:lnTo>
                <a:cubicBezTo>
                  <a:pt x="1087527" y="198729"/>
                  <a:pt x="1060552" y="197739"/>
                  <a:pt x="1029157" y="197739"/>
                </a:cubicBezTo>
                <a:cubicBezTo>
                  <a:pt x="997763" y="197739"/>
                  <a:pt x="969417" y="198729"/>
                  <a:pt x="944118" y="200711"/>
                </a:cubicBezTo>
                <a:lnTo>
                  <a:pt x="944118" y="183794"/>
                </a:lnTo>
                <a:cubicBezTo>
                  <a:pt x="965911" y="185623"/>
                  <a:pt x="990295" y="186614"/>
                  <a:pt x="1017270" y="186766"/>
                </a:cubicBezTo>
                <a:lnTo>
                  <a:pt x="1017270" y="111328"/>
                </a:lnTo>
                <a:cubicBezTo>
                  <a:pt x="994715" y="111480"/>
                  <a:pt x="976427" y="112319"/>
                  <a:pt x="962406" y="113843"/>
                </a:cubicBezTo>
                <a:lnTo>
                  <a:pt x="962406" y="98069"/>
                </a:lnTo>
                <a:cubicBezTo>
                  <a:pt x="976427" y="99593"/>
                  <a:pt x="994715" y="100431"/>
                  <a:pt x="1017270" y="100584"/>
                </a:cubicBezTo>
                <a:lnTo>
                  <a:pt x="1017270" y="79781"/>
                </a:lnTo>
                <a:cubicBezTo>
                  <a:pt x="1017270" y="62865"/>
                  <a:pt x="1016737" y="51740"/>
                  <a:pt x="1015670" y="46406"/>
                </a:cubicBezTo>
                <a:close/>
                <a:moveTo>
                  <a:pt x="15545" y="36804"/>
                </a:moveTo>
                <a:cubicBezTo>
                  <a:pt x="35205" y="38024"/>
                  <a:pt x="62332" y="38633"/>
                  <a:pt x="96927" y="38633"/>
                </a:cubicBezTo>
                <a:cubicBezTo>
                  <a:pt x="131521" y="38633"/>
                  <a:pt x="158496" y="38024"/>
                  <a:pt x="177851" y="36804"/>
                </a:cubicBezTo>
                <a:lnTo>
                  <a:pt x="177851" y="52121"/>
                </a:lnTo>
                <a:cubicBezTo>
                  <a:pt x="159868" y="51206"/>
                  <a:pt x="134417" y="50749"/>
                  <a:pt x="101499" y="50749"/>
                </a:cubicBezTo>
                <a:cubicBezTo>
                  <a:pt x="68580" y="50749"/>
                  <a:pt x="39929" y="51206"/>
                  <a:pt x="15545" y="52121"/>
                </a:cubicBezTo>
                <a:close/>
                <a:moveTo>
                  <a:pt x="930631" y="21717"/>
                </a:moveTo>
                <a:cubicBezTo>
                  <a:pt x="934898" y="22784"/>
                  <a:pt x="964540" y="23317"/>
                  <a:pt x="1019556" y="23317"/>
                </a:cubicBezTo>
                <a:cubicBezTo>
                  <a:pt x="1074573" y="23317"/>
                  <a:pt x="1103986" y="22784"/>
                  <a:pt x="1107796" y="21717"/>
                </a:cubicBezTo>
                <a:lnTo>
                  <a:pt x="1107796" y="36576"/>
                </a:lnTo>
                <a:cubicBezTo>
                  <a:pt x="1098499" y="35509"/>
                  <a:pt x="1077316" y="34976"/>
                  <a:pt x="1044245" y="34976"/>
                </a:cubicBezTo>
                <a:lnTo>
                  <a:pt x="945033" y="34976"/>
                </a:lnTo>
                <a:cubicBezTo>
                  <a:pt x="945185" y="48539"/>
                  <a:pt x="945261" y="60426"/>
                  <a:pt x="945261" y="70637"/>
                </a:cubicBezTo>
                <a:cubicBezTo>
                  <a:pt x="945261" y="108280"/>
                  <a:pt x="943547" y="135941"/>
                  <a:pt x="940118" y="153619"/>
                </a:cubicBezTo>
                <a:cubicBezTo>
                  <a:pt x="936689" y="171297"/>
                  <a:pt x="930402" y="189128"/>
                  <a:pt x="921258" y="207111"/>
                </a:cubicBezTo>
                <a:cubicBezTo>
                  <a:pt x="914400" y="205283"/>
                  <a:pt x="909142" y="204063"/>
                  <a:pt x="905485" y="203454"/>
                </a:cubicBezTo>
                <a:cubicBezTo>
                  <a:pt x="915696" y="189433"/>
                  <a:pt x="922554" y="173545"/>
                  <a:pt x="926059" y="155791"/>
                </a:cubicBezTo>
                <a:cubicBezTo>
                  <a:pt x="929564" y="138036"/>
                  <a:pt x="931317" y="110642"/>
                  <a:pt x="931317" y="73609"/>
                </a:cubicBezTo>
                <a:cubicBezTo>
                  <a:pt x="931317" y="59131"/>
                  <a:pt x="931088" y="41834"/>
                  <a:pt x="930631" y="21717"/>
                </a:cubicBezTo>
                <a:close/>
                <a:moveTo>
                  <a:pt x="1535049" y="19888"/>
                </a:moveTo>
                <a:cubicBezTo>
                  <a:pt x="1542517" y="27356"/>
                  <a:pt x="1550594" y="36500"/>
                  <a:pt x="1559281" y="47320"/>
                </a:cubicBezTo>
                <a:lnTo>
                  <a:pt x="1548994" y="55092"/>
                </a:lnTo>
                <a:cubicBezTo>
                  <a:pt x="1542288" y="44882"/>
                  <a:pt x="1534287" y="35509"/>
                  <a:pt x="1524991" y="26975"/>
                </a:cubicBezTo>
                <a:close/>
                <a:moveTo>
                  <a:pt x="407594" y="18288"/>
                </a:moveTo>
                <a:lnTo>
                  <a:pt x="382448" y="87325"/>
                </a:lnTo>
                <a:lnTo>
                  <a:pt x="402565" y="87325"/>
                </a:lnTo>
                <a:cubicBezTo>
                  <a:pt x="406680" y="87325"/>
                  <a:pt x="411633" y="86868"/>
                  <a:pt x="417424" y="85953"/>
                </a:cubicBezTo>
                <a:cubicBezTo>
                  <a:pt x="412699" y="108356"/>
                  <a:pt x="408242" y="125120"/>
                  <a:pt x="404051" y="136245"/>
                </a:cubicBezTo>
                <a:cubicBezTo>
                  <a:pt x="399860" y="147371"/>
                  <a:pt x="394564" y="157048"/>
                  <a:pt x="388163" y="165278"/>
                </a:cubicBezTo>
                <a:cubicBezTo>
                  <a:pt x="395021" y="172898"/>
                  <a:pt x="401574" y="178956"/>
                  <a:pt x="407823" y="183451"/>
                </a:cubicBezTo>
                <a:cubicBezTo>
                  <a:pt x="414071" y="187947"/>
                  <a:pt x="422834" y="192633"/>
                  <a:pt x="434112" y="197510"/>
                </a:cubicBezTo>
                <a:cubicBezTo>
                  <a:pt x="429235" y="200711"/>
                  <a:pt x="425501" y="205054"/>
                  <a:pt x="422910" y="210540"/>
                </a:cubicBezTo>
                <a:cubicBezTo>
                  <a:pt x="407670" y="202158"/>
                  <a:pt x="393421" y="190347"/>
                  <a:pt x="380162" y="175107"/>
                </a:cubicBezTo>
                <a:cubicBezTo>
                  <a:pt x="364922" y="190347"/>
                  <a:pt x="344577" y="202997"/>
                  <a:pt x="319126" y="213055"/>
                </a:cubicBezTo>
                <a:cubicBezTo>
                  <a:pt x="316840" y="206959"/>
                  <a:pt x="313030" y="202387"/>
                  <a:pt x="307696" y="199339"/>
                </a:cubicBezTo>
                <a:cubicBezTo>
                  <a:pt x="322783" y="195377"/>
                  <a:pt x="335014" y="190881"/>
                  <a:pt x="344386" y="185852"/>
                </a:cubicBezTo>
                <a:cubicBezTo>
                  <a:pt x="353759" y="180822"/>
                  <a:pt x="362788" y="173888"/>
                  <a:pt x="371475" y="165049"/>
                </a:cubicBezTo>
                <a:cubicBezTo>
                  <a:pt x="360350" y="151943"/>
                  <a:pt x="349225" y="135179"/>
                  <a:pt x="338100" y="114757"/>
                </a:cubicBezTo>
                <a:lnTo>
                  <a:pt x="351130" y="108585"/>
                </a:lnTo>
                <a:cubicBezTo>
                  <a:pt x="357683" y="124892"/>
                  <a:pt x="367208" y="140589"/>
                  <a:pt x="379705" y="155676"/>
                </a:cubicBezTo>
                <a:cubicBezTo>
                  <a:pt x="390525" y="141046"/>
                  <a:pt x="397536" y="121920"/>
                  <a:pt x="400736" y="98298"/>
                </a:cubicBezTo>
                <a:lnTo>
                  <a:pt x="378790" y="98298"/>
                </a:lnTo>
                <a:cubicBezTo>
                  <a:pt x="374676" y="98298"/>
                  <a:pt x="369951" y="98755"/>
                  <a:pt x="364617" y="99669"/>
                </a:cubicBezTo>
                <a:lnTo>
                  <a:pt x="388392" y="32918"/>
                </a:lnTo>
                <a:lnTo>
                  <a:pt x="338557" y="32918"/>
                </a:lnTo>
                <a:cubicBezTo>
                  <a:pt x="338252" y="76200"/>
                  <a:pt x="336652" y="106566"/>
                  <a:pt x="333756" y="124015"/>
                </a:cubicBezTo>
                <a:cubicBezTo>
                  <a:pt x="330861" y="141465"/>
                  <a:pt x="326365" y="155410"/>
                  <a:pt x="320269" y="165849"/>
                </a:cubicBezTo>
                <a:cubicBezTo>
                  <a:pt x="314173" y="176289"/>
                  <a:pt x="304953" y="187680"/>
                  <a:pt x="292608" y="200025"/>
                </a:cubicBezTo>
                <a:cubicBezTo>
                  <a:pt x="289560" y="195758"/>
                  <a:pt x="284760" y="192557"/>
                  <a:pt x="278206" y="190424"/>
                </a:cubicBezTo>
                <a:cubicBezTo>
                  <a:pt x="298933" y="175793"/>
                  <a:pt x="312192" y="158115"/>
                  <a:pt x="317983" y="137388"/>
                </a:cubicBezTo>
                <a:cubicBezTo>
                  <a:pt x="323774" y="116662"/>
                  <a:pt x="326212" y="81839"/>
                  <a:pt x="325298" y="32918"/>
                </a:cubicBezTo>
                <a:cubicBezTo>
                  <a:pt x="312954" y="32918"/>
                  <a:pt x="304876" y="33223"/>
                  <a:pt x="301066" y="33833"/>
                </a:cubicBezTo>
                <a:lnTo>
                  <a:pt x="301066" y="20345"/>
                </a:lnTo>
                <a:cubicBezTo>
                  <a:pt x="311887" y="21260"/>
                  <a:pt x="328194" y="21717"/>
                  <a:pt x="349987" y="21717"/>
                </a:cubicBezTo>
                <a:cubicBezTo>
                  <a:pt x="371780" y="21717"/>
                  <a:pt x="390982" y="20574"/>
                  <a:pt x="407594" y="18288"/>
                </a:cubicBezTo>
                <a:close/>
                <a:moveTo>
                  <a:pt x="1769821" y="14402"/>
                </a:moveTo>
                <a:cubicBezTo>
                  <a:pt x="1772565" y="20498"/>
                  <a:pt x="1776299" y="25908"/>
                  <a:pt x="1781023" y="30632"/>
                </a:cubicBezTo>
                <a:cubicBezTo>
                  <a:pt x="1782395" y="32004"/>
                  <a:pt x="1783080" y="33261"/>
                  <a:pt x="1783080" y="34404"/>
                </a:cubicBezTo>
                <a:cubicBezTo>
                  <a:pt x="1783080" y="35547"/>
                  <a:pt x="1782509" y="36119"/>
                  <a:pt x="1781366" y="36119"/>
                </a:cubicBezTo>
                <a:cubicBezTo>
                  <a:pt x="1780223" y="36119"/>
                  <a:pt x="1779194" y="35966"/>
                  <a:pt x="1778280" y="35661"/>
                </a:cubicBezTo>
                <a:cubicBezTo>
                  <a:pt x="1775537" y="34899"/>
                  <a:pt x="1771231" y="34518"/>
                  <a:pt x="1765364" y="34518"/>
                </a:cubicBezTo>
                <a:cubicBezTo>
                  <a:pt x="1759497" y="34518"/>
                  <a:pt x="1750085" y="35014"/>
                  <a:pt x="1737132" y="36004"/>
                </a:cubicBezTo>
                <a:cubicBezTo>
                  <a:pt x="1724178" y="36995"/>
                  <a:pt x="1707414" y="37947"/>
                  <a:pt x="1686840" y="38862"/>
                </a:cubicBezTo>
                <a:cubicBezTo>
                  <a:pt x="1666266" y="39776"/>
                  <a:pt x="1651635" y="40081"/>
                  <a:pt x="1642949" y="39776"/>
                </a:cubicBezTo>
                <a:lnTo>
                  <a:pt x="1642949" y="78181"/>
                </a:lnTo>
                <a:lnTo>
                  <a:pt x="1722730" y="78181"/>
                </a:lnTo>
                <a:cubicBezTo>
                  <a:pt x="1742389" y="78181"/>
                  <a:pt x="1758925" y="77724"/>
                  <a:pt x="1772336" y="76809"/>
                </a:cubicBezTo>
                <a:cubicBezTo>
                  <a:pt x="1760449" y="115214"/>
                  <a:pt x="1742923" y="145161"/>
                  <a:pt x="1719758" y="166649"/>
                </a:cubicBezTo>
                <a:cubicBezTo>
                  <a:pt x="1740027" y="180822"/>
                  <a:pt x="1764869" y="189585"/>
                  <a:pt x="1794282" y="192938"/>
                </a:cubicBezTo>
                <a:cubicBezTo>
                  <a:pt x="1789710" y="196901"/>
                  <a:pt x="1785976" y="202768"/>
                  <a:pt x="1783080" y="210540"/>
                </a:cubicBezTo>
                <a:cubicBezTo>
                  <a:pt x="1752143" y="202311"/>
                  <a:pt x="1727302" y="190881"/>
                  <a:pt x="1708557" y="176250"/>
                </a:cubicBezTo>
                <a:cubicBezTo>
                  <a:pt x="1690421" y="190424"/>
                  <a:pt x="1668552" y="202463"/>
                  <a:pt x="1642949" y="212369"/>
                </a:cubicBezTo>
                <a:cubicBezTo>
                  <a:pt x="1640663" y="205664"/>
                  <a:pt x="1636319" y="200787"/>
                  <a:pt x="1629918" y="197739"/>
                </a:cubicBezTo>
                <a:cubicBezTo>
                  <a:pt x="1658265" y="190119"/>
                  <a:pt x="1681049" y="179984"/>
                  <a:pt x="1698270" y="167335"/>
                </a:cubicBezTo>
                <a:cubicBezTo>
                  <a:pt x="1681506" y="148590"/>
                  <a:pt x="1667789" y="122910"/>
                  <a:pt x="1657122" y="90297"/>
                </a:cubicBezTo>
                <a:lnTo>
                  <a:pt x="1642949" y="90297"/>
                </a:lnTo>
                <a:cubicBezTo>
                  <a:pt x="1642796" y="115290"/>
                  <a:pt x="1640281" y="136893"/>
                  <a:pt x="1635405" y="155105"/>
                </a:cubicBezTo>
                <a:cubicBezTo>
                  <a:pt x="1630528" y="173317"/>
                  <a:pt x="1622679" y="190805"/>
                  <a:pt x="1611859" y="207569"/>
                </a:cubicBezTo>
                <a:cubicBezTo>
                  <a:pt x="1607287" y="203454"/>
                  <a:pt x="1601724" y="200634"/>
                  <a:pt x="1595171" y="199110"/>
                </a:cubicBezTo>
                <a:cubicBezTo>
                  <a:pt x="1617574" y="175641"/>
                  <a:pt x="1628775" y="138760"/>
                  <a:pt x="1628775" y="88468"/>
                </a:cubicBezTo>
                <a:cubicBezTo>
                  <a:pt x="1628775" y="66218"/>
                  <a:pt x="1628242" y="45186"/>
                  <a:pt x="1627175" y="25374"/>
                </a:cubicBezTo>
                <a:cubicBezTo>
                  <a:pt x="1640586" y="25679"/>
                  <a:pt x="1653007" y="25832"/>
                  <a:pt x="1664437" y="25832"/>
                </a:cubicBezTo>
                <a:cubicBezTo>
                  <a:pt x="1717625" y="25832"/>
                  <a:pt x="1752753" y="22022"/>
                  <a:pt x="1769821" y="14402"/>
                </a:cubicBezTo>
                <a:close/>
                <a:moveTo>
                  <a:pt x="1501674" y="10744"/>
                </a:moveTo>
                <a:cubicBezTo>
                  <a:pt x="1507313" y="12420"/>
                  <a:pt x="1512037" y="13259"/>
                  <a:pt x="1515847" y="13259"/>
                </a:cubicBezTo>
                <a:lnTo>
                  <a:pt x="1520419" y="12801"/>
                </a:lnTo>
                <a:cubicBezTo>
                  <a:pt x="1521943" y="12801"/>
                  <a:pt x="1522705" y="13487"/>
                  <a:pt x="1522705" y="14859"/>
                </a:cubicBezTo>
                <a:cubicBezTo>
                  <a:pt x="1522705" y="16230"/>
                  <a:pt x="1522019" y="17221"/>
                  <a:pt x="1520647" y="17831"/>
                </a:cubicBezTo>
                <a:cubicBezTo>
                  <a:pt x="1519276" y="18440"/>
                  <a:pt x="1518171" y="20307"/>
                  <a:pt x="1517333" y="23431"/>
                </a:cubicBezTo>
                <a:cubicBezTo>
                  <a:pt x="1516495" y="26556"/>
                  <a:pt x="1516037" y="32309"/>
                  <a:pt x="1515961" y="40691"/>
                </a:cubicBezTo>
                <a:cubicBezTo>
                  <a:pt x="1515885" y="49073"/>
                  <a:pt x="1515390" y="57455"/>
                  <a:pt x="1514475" y="65837"/>
                </a:cubicBezTo>
                <a:cubicBezTo>
                  <a:pt x="1535354" y="65837"/>
                  <a:pt x="1550213" y="65075"/>
                  <a:pt x="1559052" y="63551"/>
                </a:cubicBezTo>
                <a:lnTo>
                  <a:pt x="1559052" y="78638"/>
                </a:lnTo>
                <a:cubicBezTo>
                  <a:pt x="1550518" y="77114"/>
                  <a:pt x="1536954" y="76352"/>
                  <a:pt x="1518361" y="76352"/>
                </a:cubicBezTo>
                <a:cubicBezTo>
                  <a:pt x="1530096" y="104851"/>
                  <a:pt x="1547851" y="127406"/>
                  <a:pt x="1571625" y="144018"/>
                </a:cubicBezTo>
                <a:cubicBezTo>
                  <a:pt x="1567358" y="147371"/>
                  <a:pt x="1563396" y="151562"/>
                  <a:pt x="1559738" y="156591"/>
                </a:cubicBezTo>
                <a:cubicBezTo>
                  <a:pt x="1535354" y="129921"/>
                  <a:pt x="1518895" y="105918"/>
                  <a:pt x="1510361" y="84582"/>
                </a:cubicBezTo>
                <a:cubicBezTo>
                  <a:pt x="1505941" y="98145"/>
                  <a:pt x="1498854" y="111519"/>
                  <a:pt x="1489101" y="124701"/>
                </a:cubicBezTo>
                <a:cubicBezTo>
                  <a:pt x="1479347" y="137884"/>
                  <a:pt x="1468374" y="148895"/>
                  <a:pt x="1456182" y="157734"/>
                </a:cubicBezTo>
                <a:cubicBezTo>
                  <a:pt x="1453591" y="153771"/>
                  <a:pt x="1449553" y="150266"/>
                  <a:pt x="1444067" y="147218"/>
                </a:cubicBezTo>
                <a:cubicBezTo>
                  <a:pt x="1473022" y="130759"/>
                  <a:pt x="1491387" y="107137"/>
                  <a:pt x="1499159" y="76352"/>
                </a:cubicBezTo>
                <a:cubicBezTo>
                  <a:pt x="1484071" y="76505"/>
                  <a:pt x="1472261" y="77267"/>
                  <a:pt x="1463726" y="78638"/>
                </a:cubicBezTo>
                <a:lnTo>
                  <a:pt x="1463726" y="63551"/>
                </a:lnTo>
                <a:cubicBezTo>
                  <a:pt x="1472718" y="64922"/>
                  <a:pt x="1485215" y="65684"/>
                  <a:pt x="1501217" y="65837"/>
                </a:cubicBezTo>
                <a:cubicBezTo>
                  <a:pt x="1502283" y="56997"/>
                  <a:pt x="1502817" y="47472"/>
                  <a:pt x="1502817" y="37262"/>
                </a:cubicBezTo>
                <a:cubicBezTo>
                  <a:pt x="1502817" y="27051"/>
                  <a:pt x="1502436" y="18212"/>
                  <a:pt x="1501674" y="10744"/>
                </a:cubicBezTo>
                <a:close/>
                <a:moveTo>
                  <a:pt x="1407033" y="7544"/>
                </a:moveTo>
                <a:cubicBezTo>
                  <a:pt x="1411300" y="9372"/>
                  <a:pt x="1416482" y="10592"/>
                  <a:pt x="1422578" y="11201"/>
                </a:cubicBezTo>
                <a:cubicBezTo>
                  <a:pt x="1424559" y="11506"/>
                  <a:pt x="1425550" y="12420"/>
                  <a:pt x="1425550" y="13944"/>
                </a:cubicBezTo>
                <a:cubicBezTo>
                  <a:pt x="1425550" y="15468"/>
                  <a:pt x="1424826" y="16573"/>
                  <a:pt x="1423378" y="17259"/>
                </a:cubicBezTo>
                <a:cubicBezTo>
                  <a:pt x="1421930" y="17945"/>
                  <a:pt x="1420635" y="19355"/>
                  <a:pt x="1419492" y="21488"/>
                </a:cubicBezTo>
                <a:cubicBezTo>
                  <a:pt x="1418349" y="23622"/>
                  <a:pt x="1416482" y="27965"/>
                  <a:pt x="1413891" y="34518"/>
                </a:cubicBezTo>
                <a:cubicBezTo>
                  <a:pt x="1444829" y="34518"/>
                  <a:pt x="1462354" y="34061"/>
                  <a:pt x="1466469" y="33147"/>
                </a:cubicBezTo>
                <a:cubicBezTo>
                  <a:pt x="1460373" y="64541"/>
                  <a:pt x="1450772" y="89725"/>
                  <a:pt x="1437666" y="108699"/>
                </a:cubicBezTo>
                <a:cubicBezTo>
                  <a:pt x="1424559" y="127673"/>
                  <a:pt x="1407795" y="144323"/>
                  <a:pt x="1387374" y="158648"/>
                </a:cubicBezTo>
                <a:cubicBezTo>
                  <a:pt x="1384935" y="154381"/>
                  <a:pt x="1381049" y="150876"/>
                  <a:pt x="1375715" y="148133"/>
                </a:cubicBezTo>
                <a:cubicBezTo>
                  <a:pt x="1390345" y="141275"/>
                  <a:pt x="1403452" y="131216"/>
                  <a:pt x="1415034" y="117957"/>
                </a:cubicBezTo>
                <a:cubicBezTo>
                  <a:pt x="1406195" y="109423"/>
                  <a:pt x="1398042" y="102336"/>
                  <a:pt x="1390574" y="96698"/>
                </a:cubicBezTo>
                <a:lnTo>
                  <a:pt x="1398346" y="87782"/>
                </a:lnTo>
                <a:cubicBezTo>
                  <a:pt x="1406271" y="94335"/>
                  <a:pt x="1414120" y="101651"/>
                  <a:pt x="1421892" y="109728"/>
                </a:cubicBezTo>
                <a:cubicBezTo>
                  <a:pt x="1426464" y="103479"/>
                  <a:pt x="1430503" y="97307"/>
                  <a:pt x="1434008" y="91211"/>
                </a:cubicBezTo>
                <a:cubicBezTo>
                  <a:pt x="1424712" y="82220"/>
                  <a:pt x="1415872" y="74828"/>
                  <a:pt x="1407491" y="69037"/>
                </a:cubicBezTo>
                <a:lnTo>
                  <a:pt x="1415263" y="59893"/>
                </a:lnTo>
                <a:cubicBezTo>
                  <a:pt x="1424407" y="67361"/>
                  <a:pt x="1432408" y="74295"/>
                  <a:pt x="1439266" y="80696"/>
                </a:cubicBezTo>
                <a:cubicBezTo>
                  <a:pt x="1443685" y="70332"/>
                  <a:pt x="1447343" y="58826"/>
                  <a:pt x="1450239" y="46177"/>
                </a:cubicBezTo>
                <a:lnTo>
                  <a:pt x="1408862" y="46177"/>
                </a:lnTo>
                <a:cubicBezTo>
                  <a:pt x="1402461" y="60045"/>
                  <a:pt x="1392098" y="75743"/>
                  <a:pt x="1377773" y="93269"/>
                </a:cubicBezTo>
                <a:cubicBezTo>
                  <a:pt x="1375487" y="89459"/>
                  <a:pt x="1371448" y="86715"/>
                  <a:pt x="1365657" y="85039"/>
                </a:cubicBezTo>
                <a:cubicBezTo>
                  <a:pt x="1378001" y="73761"/>
                  <a:pt x="1387679" y="60731"/>
                  <a:pt x="1394689" y="45948"/>
                </a:cubicBezTo>
                <a:cubicBezTo>
                  <a:pt x="1401699" y="31166"/>
                  <a:pt x="1405814" y="18364"/>
                  <a:pt x="1407033" y="7544"/>
                </a:cubicBezTo>
                <a:close/>
                <a:moveTo>
                  <a:pt x="769696" y="4343"/>
                </a:moveTo>
                <a:cubicBezTo>
                  <a:pt x="776554" y="5258"/>
                  <a:pt x="783260" y="5715"/>
                  <a:pt x="789813" y="5715"/>
                </a:cubicBezTo>
                <a:cubicBezTo>
                  <a:pt x="792556" y="5715"/>
                  <a:pt x="793928" y="6363"/>
                  <a:pt x="793928" y="7658"/>
                </a:cubicBezTo>
                <a:cubicBezTo>
                  <a:pt x="793928" y="8953"/>
                  <a:pt x="793166" y="9906"/>
                  <a:pt x="791642" y="10515"/>
                </a:cubicBezTo>
                <a:cubicBezTo>
                  <a:pt x="790118" y="11125"/>
                  <a:pt x="788899" y="12268"/>
                  <a:pt x="787984" y="13944"/>
                </a:cubicBezTo>
                <a:cubicBezTo>
                  <a:pt x="787070" y="15621"/>
                  <a:pt x="786613" y="17145"/>
                  <a:pt x="786613" y="18516"/>
                </a:cubicBezTo>
                <a:lnTo>
                  <a:pt x="786613" y="41605"/>
                </a:lnTo>
                <a:cubicBezTo>
                  <a:pt x="819531" y="41453"/>
                  <a:pt x="843382" y="40538"/>
                  <a:pt x="858165" y="38862"/>
                </a:cubicBezTo>
                <a:cubicBezTo>
                  <a:pt x="857098" y="45110"/>
                  <a:pt x="856564" y="53721"/>
                  <a:pt x="856564" y="64694"/>
                </a:cubicBezTo>
                <a:lnTo>
                  <a:pt x="856564" y="132131"/>
                </a:lnTo>
                <a:cubicBezTo>
                  <a:pt x="856564" y="142951"/>
                  <a:pt x="857326" y="153848"/>
                  <a:pt x="858850" y="164820"/>
                </a:cubicBezTo>
                <a:lnTo>
                  <a:pt x="842163" y="164820"/>
                </a:lnTo>
                <a:lnTo>
                  <a:pt x="842163" y="148361"/>
                </a:lnTo>
                <a:lnTo>
                  <a:pt x="786613" y="148361"/>
                </a:lnTo>
                <a:lnTo>
                  <a:pt x="786613" y="180365"/>
                </a:lnTo>
                <a:cubicBezTo>
                  <a:pt x="786613" y="185394"/>
                  <a:pt x="787108" y="189052"/>
                  <a:pt x="788099" y="191338"/>
                </a:cubicBezTo>
                <a:cubicBezTo>
                  <a:pt x="789089" y="193624"/>
                  <a:pt x="791261" y="195262"/>
                  <a:pt x="794614" y="196253"/>
                </a:cubicBezTo>
                <a:cubicBezTo>
                  <a:pt x="797967" y="197244"/>
                  <a:pt x="803377" y="197739"/>
                  <a:pt x="810844" y="197739"/>
                </a:cubicBezTo>
                <a:lnTo>
                  <a:pt x="846963" y="197510"/>
                </a:lnTo>
                <a:cubicBezTo>
                  <a:pt x="856107" y="197510"/>
                  <a:pt x="862241" y="194767"/>
                  <a:pt x="865365" y="189281"/>
                </a:cubicBezTo>
                <a:cubicBezTo>
                  <a:pt x="868490" y="183794"/>
                  <a:pt x="870738" y="175488"/>
                  <a:pt x="872109" y="164363"/>
                </a:cubicBezTo>
                <a:cubicBezTo>
                  <a:pt x="875614" y="168478"/>
                  <a:pt x="880796" y="171602"/>
                  <a:pt x="887654" y="173736"/>
                </a:cubicBezTo>
                <a:cubicBezTo>
                  <a:pt x="883996" y="187909"/>
                  <a:pt x="879463" y="197663"/>
                  <a:pt x="874052" y="202997"/>
                </a:cubicBezTo>
                <a:cubicBezTo>
                  <a:pt x="868642" y="208331"/>
                  <a:pt x="859689" y="210998"/>
                  <a:pt x="847192" y="210998"/>
                </a:cubicBezTo>
                <a:lnTo>
                  <a:pt x="811073" y="210769"/>
                </a:lnTo>
                <a:cubicBezTo>
                  <a:pt x="799033" y="210769"/>
                  <a:pt x="790347" y="209931"/>
                  <a:pt x="785013" y="208254"/>
                </a:cubicBezTo>
                <a:cubicBezTo>
                  <a:pt x="779679" y="206578"/>
                  <a:pt x="776211" y="203644"/>
                  <a:pt x="774611" y="199453"/>
                </a:cubicBezTo>
                <a:cubicBezTo>
                  <a:pt x="773011" y="195262"/>
                  <a:pt x="772211" y="188442"/>
                  <a:pt x="772211" y="178994"/>
                </a:cubicBezTo>
                <a:lnTo>
                  <a:pt x="772211" y="148361"/>
                </a:lnTo>
                <a:lnTo>
                  <a:pt x="715290" y="148361"/>
                </a:lnTo>
                <a:lnTo>
                  <a:pt x="715290" y="169392"/>
                </a:lnTo>
                <a:lnTo>
                  <a:pt x="699288" y="169392"/>
                </a:lnTo>
                <a:cubicBezTo>
                  <a:pt x="700964" y="158420"/>
                  <a:pt x="701802" y="146761"/>
                  <a:pt x="701802" y="134417"/>
                </a:cubicBezTo>
                <a:lnTo>
                  <a:pt x="701802" y="64694"/>
                </a:lnTo>
                <a:cubicBezTo>
                  <a:pt x="701802" y="54635"/>
                  <a:pt x="701269" y="46025"/>
                  <a:pt x="700202" y="38862"/>
                </a:cubicBezTo>
                <a:cubicBezTo>
                  <a:pt x="715747" y="40538"/>
                  <a:pt x="739750" y="41453"/>
                  <a:pt x="772211" y="41605"/>
                </a:cubicBezTo>
                <a:cubicBezTo>
                  <a:pt x="772211" y="24689"/>
                  <a:pt x="771373" y="12268"/>
                  <a:pt x="769696" y="4343"/>
                </a:cubicBezTo>
                <a:close/>
                <a:moveTo>
                  <a:pt x="259233" y="3657"/>
                </a:moveTo>
                <a:cubicBezTo>
                  <a:pt x="262890" y="4724"/>
                  <a:pt x="265595" y="5372"/>
                  <a:pt x="267348" y="5601"/>
                </a:cubicBezTo>
                <a:cubicBezTo>
                  <a:pt x="269101" y="5829"/>
                  <a:pt x="271653" y="5943"/>
                  <a:pt x="275006" y="5943"/>
                </a:cubicBezTo>
                <a:cubicBezTo>
                  <a:pt x="278359" y="5943"/>
                  <a:pt x="280035" y="6439"/>
                  <a:pt x="280035" y="7429"/>
                </a:cubicBezTo>
                <a:cubicBezTo>
                  <a:pt x="280035" y="8420"/>
                  <a:pt x="279273" y="9601"/>
                  <a:pt x="277749" y="10973"/>
                </a:cubicBezTo>
                <a:cubicBezTo>
                  <a:pt x="276225" y="12344"/>
                  <a:pt x="275082" y="13830"/>
                  <a:pt x="274320" y="15430"/>
                </a:cubicBezTo>
                <a:cubicBezTo>
                  <a:pt x="273558" y="17031"/>
                  <a:pt x="273177" y="18364"/>
                  <a:pt x="273177" y="19431"/>
                </a:cubicBezTo>
                <a:lnTo>
                  <a:pt x="273177" y="53264"/>
                </a:lnTo>
                <a:cubicBezTo>
                  <a:pt x="287808" y="53111"/>
                  <a:pt x="298476" y="52502"/>
                  <a:pt x="305181" y="51435"/>
                </a:cubicBezTo>
                <a:lnTo>
                  <a:pt x="305181" y="66751"/>
                </a:lnTo>
                <a:cubicBezTo>
                  <a:pt x="296342" y="65684"/>
                  <a:pt x="285674" y="65075"/>
                  <a:pt x="273177" y="64922"/>
                </a:cubicBezTo>
                <a:lnTo>
                  <a:pt x="273177" y="78638"/>
                </a:lnTo>
                <a:cubicBezTo>
                  <a:pt x="285369" y="92659"/>
                  <a:pt x="296723" y="107061"/>
                  <a:pt x="307239" y="121844"/>
                </a:cubicBezTo>
                <a:lnTo>
                  <a:pt x="294208" y="130530"/>
                </a:lnTo>
                <a:cubicBezTo>
                  <a:pt x="288722" y="119253"/>
                  <a:pt x="281712" y="107213"/>
                  <a:pt x="273177" y="94412"/>
                </a:cubicBezTo>
                <a:lnTo>
                  <a:pt x="273177" y="171221"/>
                </a:lnTo>
                <a:cubicBezTo>
                  <a:pt x="273177" y="182804"/>
                  <a:pt x="273939" y="196672"/>
                  <a:pt x="275463" y="212826"/>
                </a:cubicBezTo>
                <a:lnTo>
                  <a:pt x="258090" y="212826"/>
                </a:lnTo>
                <a:cubicBezTo>
                  <a:pt x="259614" y="196672"/>
                  <a:pt x="260376" y="182804"/>
                  <a:pt x="260376" y="171221"/>
                </a:cubicBezTo>
                <a:lnTo>
                  <a:pt x="260376" y="98298"/>
                </a:lnTo>
                <a:cubicBezTo>
                  <a:pt x="253975" y="120243"/>
                  <a:pt x="244221" y="141198"/>
                  <a:pt x="231115" y="161163"/>
                </a:cubicBezTo>
                <a:cubicBezTo>
                  <a:pt x="228372" y="156438"/>
                  <a:pt x="224257" y="153086"/>
                  <a:pt x="218770" y="151104"/>
                </a:cubicBezTo>
                <a:cubicBezTo>
                  <a:pt x="234925" y="132512"/>
                  <a:pt x="248793" y="104089"/>
                  <a:pt x="260376" y="65837"/>
                </a:cubicBezTo>
                <a:lnTo>
                  <a:pt x="260376" y="64922"/>
                </a:lnTo>
                <a:cubicBezTo>
                  <a:pt x="245440" y="65227"/>
                  <a:pt x="233477" y="65837"/>
                  <a:pt x="224485" y="66751"/>
                </a:cubicBezTo>
                <a:lnTo>
                  <a:pt x="224485" y="51435"/>
                </a:lnTo>
                <a:cubicBezTo>
                  <a:pt x="233629" y="52654"/>
                  <a:pt x="245593" y="53264"/>
                  <a:pt x="260376" y="53264"/>
                </a:cubicBezTo>
                <a:cubicBezTo>
                  <a:pt x="260376" y="22631"/>
                  <a:pt x="259995" y="6096"/>
                  <a:pt x="259233" y="3657"/>
                </a:cubicBezTo>
                <a:close/>
                <a:moveTo>
                  <a:pt x="1235812" y="3429"/>
                </a:moveTo>
                <a:cubicBezTo>
                  <a:pt x="1242975" y="10896"/>
                  <a:pt x="1249909" y="20117"/>
                  <a:pt x="1256615" y="31089"/>
                </a:cubicBezTo>
                <a:cubicBezTo>
                  <a:pt x="1296696" y="30937"/>
                  <a:pt x="1322527" y="30175"/>
                  <a:pt x="1334110" y="28803"/>
                </a:cubicBezTo>
                <a:lnTo>
                  <a:pt x="1334110" y="69037"/>
                </a:lnTo>
                <a:lnTo>
                  <a:pt x="1320623" y="69037"/>
                </a:lnTo>
                <a:lnTo>
                  <a:pt x="1320623" y="42519"/>
                </a:lnTo>
                <a:lnTo>
                  <a:pt x="1167232" y="42519"/>
                </a:lnTo>
                <a:lnTo>
                  <a:pt x="1167232" y="71323"/>
                </a:lnTo>
                <a:lnTo>
                  <a:pt x="1153516" y="71323"/>
                </a:lnTo>
                <a:lnTo>
                  <a:pt x="1153516" y="28803"/>
                </a:lnTo>
                <a:cubicBezTo>
                  <a:pt x="1166165" y="30327"/>
                  <a:pt x="1195578" y="31089"/>
                  <a:pt x="1241755" y="31089"/>
                </a:cubicBezTo>
                <a:cubicBezTo>
                  <a:pt x="1236574" y="24536"/>
                  <a:pt x="1230402" y="18288"/>
                  <a:pt x="1223239" y="12344"/>
                </a:cubicBezTo>
                <a:close/>
                <a:moveTo>
                  <a:pt x="493319" y="3429"/>
                </a:moveTo>
                <a:cubicBezTo>
                  <a:pt x="498501" y="7239"/>
                  <a:pt x="502387" y="9487"/>
                  <a:pt x="504978" y="10173"/>
                </a:cubicBezTo>
                <a:cubicBezTo>
                  <a:pt x="507568" y="10858"/>
                  <a:pt x="508864" y="11697"/>
                  <a:pt x="508864" y="12687"/>
                </a:cubicBezTo>
                <a:cubicBezTo>
                  <a:pt x="508864" y="13678"/>
                  <a:pt x="508140" y="14478"/>
                  <a:pt x="506692" y="15087"/>
                </a:cubicBezTo>
                <a:cubicBezTo>
                  <a:pt x="505244" y="15697"/>
                  <a:pt x="501930" y="19050"/>
                  <a:pt x="496748" y="25146"/>
                </a:cubicBezTo>
                <a:cubicBezTo>
                  <a:pt x="530733" y="24993"/>
                  <a:pt x="549707" y="24079"/>
                  <a:pt x="553669" y="22403"/>
                </a:cubicBezTo>
                <a:lnTo>
                  <a:pt x="553669" y="37033"/>
                </a:lnTo>
                <a:cubicBezTo>
                  <a:pt x="548793" y="35966"/>
                  <a:pt x="536829" y="35433"/>
                  <a:pt x="517779" y="35433"/>
                </a:cubicBezTo>
                <a:cubicBezTo>
                  <a:pt x="521132" y="41986"/>
                  <a:pt x="524866" y="50063"/>
                  <a:pt x="528981" y="59664"/>
                </a:cubicBezTo>
                <a:lnTo>
                  <a:pt x="513436" y="63779"/>
                </a:lnTo>
                <a:cubicBezTo>
                  <a:pt x="512217" y="54330"/>
                  <a:pt x="509702" y="44882"/>
                  <a:pt x="505892" y="35433"/>
                </a:cubicBezTo>
                <a:lnTo>
                  <a:pt x="488290" y="35433"/>
                </a:lnTo>
                <a:cubicBezTo>
                  <a:pt x="481584" y="43510"/>
                  <a:pt x="473659" y="51816"/>
                  <a:pt x="464515" y="60350"/>
                </a:cubicBezTo>
                <a:cubicBezTo>
                  <a:pt x="461315" y="56083"/>
                  <a:pt x="457429" y="53111"/>
                  <a:pt x="452857" y="51435"/>
                </a:cubicBezTo>
                <a:cubicBezTo>
                  <a:pt x="470535" y="40005"/>
                  <a:pt x="484023" y="24003"/>
                  <a:pt x="493319" y="3429"/>
                </a:cubicBezTo>
                <a:close/>
                <a:moveTo>
                  <a:pt x="586816" y="2743"/>
                </a:moveTo>
                <a:cubicBezTo>
                  <a:pt x="591998" y="5639"/>
                  <a:pt x="595999" y="7658"/>
                  <a:pt x="598818" y="8801"/>
                </a:cubicBezTo>
                <a:cubicBezTo>
                  <a:pt x="601637" y="9944"/>
                  <a:pt x="603047" y="10973"/>
                  <a:pt x="603047" y="11887"/>
                </a:cubicBezTo>
                <a:cubicBezTo>
                  <a:pt x="603047" y="12801"/>
                  <a:pt x="601980" y="13716"/>
                  <a:pt x="599847" y="14630"/>
                </a:cubicBezTo>
                <a:cubicBezTo>
                  <a:pt x="597713" y="15545"/>
                  <a:pt x="594437" y="19355"/>
                  <a:pt x="590017" y="26060"/>
                </a:cubicBezTo>
                <a:cubicBezTo>
                  <a:pt x="627050" y="25908"/>
                  <a:pt x="648691" y="24765"/>
                  <a:pt x="654939" y="22631"/>
                </a:cubicBezTo>
                <a:lnTo>
                  <a:pt x="654939" y="37262"/>
                </a:lnTo>
                <a:cubicBezTo>
                  <a:pt x="650520" y="36347"/>
                  <a:pt x="636499" y="35890"/>
                  <a:pt x="612877" y="35890"/>
                </a:cubicBezTo>
                <a:cubicBezTo>
                  <a:pt x="618211" y="46558"/>
                  <a:pt x="621868" y="54026"/>
                  <a:pt x="623850" y="58293"/>
                </a:cubicBezTo>
                <a:lnTo>
                  <a:pt x="608762" y="62865"/>
                </a:lnTo>
                <a:cubicBezTo>
                  <a:pt x="607695" y="56159"/>
                  <a:pt x="604952" y="47168"/>
                  <a:pt x="600532" y="35890"/>
                </a:cubicBezTo>
                <a:lnTo>
                  <a:pt x="583845" y="35890"/>
                </a:lnTo>
                <a:cubicBezTo>
                  <a:pt x="579120" y="43510"/>
                  <a:pt x="574472" y="50368"/>
                  <a:pt x="569900" y="56464"/>
                </a:cubicBezTo>
                <a:cubicBezTo>
                  <a:pt x="566547" y="52349"/>
                  <a:pt x="562509" y="49758"/>
                  <a:pt x="557784" y="48692"/>
                </a:cubicBezTo>
                <a:cubicBezTo>
                  <a:pt x="572567" y="33756"/>
                  <a:pt x="582244" y="18440"/>
                  <a:pt x="586816" y="2743"/>
                </a:cubicBezTo>
                <a:close/>
                <a:moveTo>
                  <a:pt x="1920012" y="0"/>
                </a:moveTo>
                <a:cubicBezTo>
                  <a:pt x="1927175" y="2743"/>
                  <a:pt x="1933118" y="4496"/>
                  <a:pt x="1937842" y="5258"/>
                </a:cubicBezTo>
                <a:cubicBezTo>
                  <a:pt x="1940586" y="5867"/>
                  <a:pt x="1941957" y="6744"/>
                  <a:pt x="1941957" y="7887"/>
                </a:cubicBezTo>
                <a:cubicBezTo>
                  <a:pt x="1941957" y="9030"/>
                  <a:pt x="1940357" y="10173"/>
                  <a:pt x="1937157" y="11316"/>
                </a:cubicBezTo>
                <a:cubicBezTo>
                  <a:pt x="1933956" y="12459"/>
                  <a:pt x="1926946" y="21031"/>
                  <a:pt x="1916125" y="37033"/>
                </a:cubicBezTo>
                <a:lnTo>
                  <a:pt x="1945615" y="37033"/>
                </a:lnTo>
                <a:cubicBezTo>
                  <a:pt x="1982343" y="37033"/>
                  <a:pt x="2004898" y="35966"/>
                  <a:pt x="2013281" y="33833"/>
                </a:cubicBezTo>
                <a:cubicBezTo>
                  <a:pt x="2012213" y="39624"/>
                  <a:pt x="2011680" y="53949"/>
                  <a:pt x="2011680" y="76809"/>
                </a:cubicBezTo>
                <a:lnTo>
                  <a:pt x="2011680" y="186537"/>
                </a:lnTo>
                <a:cubicBezTo>
                  <a:pt x="2011680" y="191719"/>
                  <a:pt x="2010690" y="195643"/>
                  <a:pt x="2008709" y="198310"/>
                </a:cubicBezTo>
                <a:cubicBezTo>
                  <a:pt x="2006727" y="200977"/>
                  <a:pt x="2002308" y="203035"/>
                  <a:pt x="1995450" y="204483"/>
                </a:cubicBezTo>
                <a:cubicBezTo>
                  <a:pt x="1988592" y="205930"/>
                  <a:pt x="1977847" y="206730"/>
                  <a:pt x="1963217" y="206883"/>
                </a:cubicBezTo>
                <a:cubicBezTo>
                  <a:pt x="1963674" y="200025"/>
                  <a:pt x="1961236" y="193929"/>
                  <a:pt x="1955902" y="188595"/>
                </a:cubicBezTo>
                <a:cubicBezTo>
                  <a:pt x="1967332" y="190271"/>
                  <a:pt x="1976095" y="191109"/>
                  <a:pt x="1982191" y="191109"/>
                </a:cubicBezTo>
                <a:cubicBezTo>
                  <a:pt x="1988287" y="191109"/>
                  <a:pt x="1992249" y="190195"/>
                  <a:pt x="1994078" y="188366"/>
                </a:cubicBezTo>
                <a:cubicBezTo>
                  <a:pt x="1995907" y="186537"/>
                  <a:pt x="1996821" y="183413"/>
                  <a:pt x="1996821" y="178994"/>
                </a:cubicBezTo>
                <a:lnTo>
                  <a:pt x="1996821" y="48234"/>
                </a:lnTo>
                <a:lnTo>
                  <a:pt x="1857375" y="48234"/>
                </a:lnTo>
                <a:lnTo>
                  <a:pt x="1857375" y="207340"/>
                </a:lnTo>
                <a:lnTo>
                  <a:pt x="1840230" y="207340"/>
                </a:lnTo>
                <a:cubicBezTo>
                  <a:pt x="1841907" y="191490"/>
                  <a:pt x="1842745" y="173202"/>
                  <a:pt x="1842745" y="152476"/>
                </a:cubicBezTo>
                <a:lnTo>
                  <a:pt x="1842745" y="76809"/>
                </a:lnTo>
                <a:cubicBezTo>
                  <a:pt x="1842745" y="59283"/>
                  <a:pt x="1842135" y="44958"/>
                  <a:pt x="1840916" y="33833"/>
                </a:cubicBezTo>
                <a:cubicBezTo>
                  <a:pt x="1846707" y="35966"/>
                  <a:pt x="1857909" y="37033"/>
                  <a:pt x="1874520" y="37033"/>
                </a:cubicBezTo>
                <a:lnTo>
                  <a:pt x="1902409" y="37033"/>
                </a:lnTo>
                <a:cubicBezTo>
                  <a:pt x="1911401" y="23317"/>
                  <a:pt x="1917269" y="10973"/>
                  <a:pt x="1920012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241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0700ECAC-746E-4142-8EA5-CB56277C43C7}"/>
              </a:ext>
            </a:extLst>
          </p:cNvPr>
          <p:cNvGrpSpPr/>
          <p:nvPr/>
        </p:nvGrpSpPr>
        <p:grpSpPr>
          <a:xfrm>
            <a:off x="2736665" y="1058237"/>
            <a:ext cx="6718670" cy="4741526"/>
            <a:chOff x="2736665" y="1058237"/>
            <a:chExt cx="6718670" cy="4741526"/>
          </a:xfrm>
        </p:grpSpPr>
        <p:cxnSp>
          <p:nvCxnSpPr>
            <p:cNvPr id="2" name="直接箭头连接符 1">
              <a:extLst>
                <a:ext uri="{FF2B5EF4-FFF2-40B4-BE49-F238E27FC236}">
                  <a16:creationId xmlns:a16="http://schemas.microsoft.com/office/drawing/2014/main" id="{35CF9945-6590-4F49-92D5-740FAECE7FF6}"/>
                </a:ext>
              </a:extLst>
            </p:cNvPr>
            <p:cNvCxnSpPr>
              <a:cxnSpLocks/>
            </p:cNvCxnSpPr>
            <p:nvPr/>
          </p:nvCxnSpPr>
          <p:spPr>
            <a:xfrm>
              <a:off x="3796537" y="1875687"/>
              <a:ext cx="56587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46EFF289-5B1B-4779-B207-4AEF6BA87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3603" y="1087291"/>
              <a:ext cx="0" cy="2098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352B5B98-C127-4B7C-8FFB-5FA91EEB7090}"/>
                </a:ext>
              </a:extLst>
            </p:cNvPr>
            <p:cNvCxnSpPr>
              <a:cxnSpLocks/>
            </p:cNvCxnSpPr>
            <p:nvPr/>
          </p:nvCxnSpPr>
          <p:spPr>
            <a:xfrm>
              <a:off x="3796537" y="4744837"/>
              <a:ext cx="56587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0BA45D02-6060-4E72-83CE-8325B7119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3603" y="3575667"/>
              <a:ext cx="0" cy="22240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077FA76-AB19-480D-AB12-2480607BEE9E}"/>
                </a:ext>
              </a:extLst>
            </p:cNvPr>
            <p:cNvCxnSpPr>
              <a:cxnSpLocks/>
              <a:endCxn id="22" idx="6"/>
            </p:cNvCxnSpPr>
            <p:nvPr/>
          </p:nvCxnSpPr>
          <p:spPr>
            <a:xfrm flipH="1">
              <a:off x="7242499" y="3689912"/>
              <a:ext cx="21409" cy="11487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B6D13E4-C325-4310-AB8A-A971B1FC9842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flipH="1">
              <a:off x="5294293" y="3689912"/>
              <a:ext cx="16186" cy="104936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D2D0E9B-F75F-47AC-958E-6670EE7D4496}"/>
                </a:ext>
              </a:extLst>
            </p:cNvPr>
            <p:cNvGrpSpPr/>
            <p:nvPr/>
          </p:nvGrpSpPr>
          <p:grpSpPr>
            <a:xfrm>
              <a:off x="5294293" y="3552427"/>
              <a:ext cx="1962116" cy="346021"/>
              <a:chOff x="5520144" y="3573771"/>
              <a:chExt cx="2251519" cy="346021"/>
            </a:xfrm>
          </p:grpSpPr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4A310C00-3765-4B2E-A0C6-9DEAD9DC3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0144" y="3919792"/>
                <a:ext cx="2251519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413D82-4603-4293-9DC6-D49C24151DDA}"/>
                  </a:ext>
                </a:extLst>
              </p:cNvPr>
              <p:cNvSpPr txBox="1"/>
              <p:nvPr/>
            </p:nvSpPr>
            <p:spPr>
              <a:xfrm>
                <a:off x="5659944" y="3573771"/>
                <a:ext cx="2073251" cy="280414"/>
              </a:xfrm>
              <a:custGeom>
                <a:avLst/>
                <a:gdLst/>
                <a:ahLst/>
                <a:cxnLst/>
                <a:rect l="l" t="t" r="r" b="b"/>
                <a:pathLst>
                  <a:path w="1590446" h="215113">
                    <a:moveTo>
                      <a:pt x="1212952" y="125959"/>
                    </a:moveTo>
                    <a:lnTo>
                      <a:pt x="1212952" y="159791"/>
                    </a:lnTo>
                    <a:lnTo>
                      <a:pt x="1274674" y="159791"/>
                    </a:lnTo>
                    <a:lnTo>
                      <a:pt x="1274674" y="125959"/>
                    </a:lnTo>
                    <a:close/>
                    <a:moveTo>
                      <a:pt x="937489" y="103099"/>
                    </a:moveTo>
                    <a:lnTo>
                      <a:pt x="937489" y="157277"/>
                    </a:lnTo>
                    <a:lnTo>
                      <a:pt x="981380" y="157277"/>
                    </a:lnTo>
                    <a:lnTo>
                      <a:pt x="981380" y="103099"/>
                    </a:lnTo>
                    <a:close/>
                    <a:moveTo>
                      <a:pt x="1025042" y="94640"/>
                    </a:moveTo>
                    <a:cubicBezTo>
                      <a:pt x="1039368" y="111404"/>
                      <a:pt x="1050569" y="126263"/>
                      <a:pt x="1058647" y="139217"/>
                    </a:cubicBezTo>
                    <a:lnTo>
                      <a:pt x="1045388" y="147904"/>
                    </a:lnTo>
                    <a:cubicBezTo>
                      <a:pt x="1037768" y="132055"/>
                      <a:pt x="1027100" y="116891"/>
                      <a:pt x="1013384" y="102413"/>
                    </a:cubicBezTo>
                    <a:close/>
                    <a:moveTo>
                      <a:pt x="306095" y="91897"/>
                    </a:moveTo>
                    <a:lnTo>
                      <a:pt x="306095" y="143332"/>
                    </a:lnTo>
                    <a:lnTo>
                      <a:pt x="360502" y="143332"/>
                    </a:lnTo>
                    <a:lnTo>
                      <a:pt x="360502" y="91897"/>
                    </a:lnTo>
                    <a:close/>
                    <a:moveTo>
                      <a:pt x="565556" y="91669"/>
                    </a:moveTo>
                    <a:lnTo>
                      <a:pt x="578815" y="95098"/>
                    </a:lnTo>
                    <a:cubicBezTo>
                      <a:pt x="575462" y="110185"/>
                      <a:pt x="570509" y="124892"/>
                      <a:pt x="563956" y="139217"/>
                    </a:cubicBezTo>
                    <a:lnTo>
                      <a:pt x="550469" y="134188"/>
                    </a:lnTo>
                    <a:cubicBezTo>
                      <a:pt x="558698" y="122149"/>
                      <a:pt x="563728" y="107975"/>
                      <a:pt x="565556" y="91669"/>
                    </a:cubicBezTo>
                    <a:close/>
                    <a:moveTo>
                      <a:pt x="738378" y="91440"/>
                    </a:moveTo>
                    <a:lnTo>
                      <a:pt x="738378" y="109042"/>
                    </a:lnTo>
                    <a:lnTo>
                      <a:pt x="847649" y="109042"/>
                    </a:lnTo>
                    <a:lnTo>
                      <a:pt x="847649" y="91440"/>
                    </a:lnTo>
                    <a:close/>
                    <a:moveTo>
                      <a:pt x="76581" y="90297"/>
                    </a:moveTo>
                    <a:cubicBezTo>
                      <a:pt x="84353" y="119558"/>
                      <a:pt x="97003" y="142189"/>
                      <a:pt x="114529" y="158191"/>
                    </a:cubicBezTo>
                    <a:cubicBezTo>
                      <a:pt x="134798" y="139903"/>
                      <a:pt x="149047" y="117272"/>
                      <a:pt x="157277" y="90297"/>
                    </a:cubicBezTo>
                    <a:close/>
                    <a:moveTo>
                      <a:pt x="634365" y="86182"/>
                    </a:moveTo>
                    <a:cubicBezTo>
                      <a:pt x="638023" y="89535"/>
                      <a:pt x="642671" y="91973"/>
                      <a:pt x="648310" y="93497"/>
                    </a:cubicBezTo>
                    <a:cubicBezTo>
                      <a:pt x="651358" y="94412"/>
                      <a:pt x="652882" y="95402"/>
                      <a:pt x="652882" y="96469"/>
                    </a:cubicBezTo>
                    <a:cubicBezTo>
                      <a:pt x="652882" y="97536"/>
                      <a:pt x="651586" y="98374"/>
                      <a:pt x="648995" y="98984"/>
                    </a:cubicBezTo>
                    <a:cubicBezTo>
                      <a:pt x="647014" y="99441"/>
                      <a:pt x="643699" y="103670"/>
                      <a:pt x="639051" y="111671"/>
                    </a:cubicBezTo>
                    <a:cubicBezTo>
                      <a:pt x="634403" y="119672"/>
                      <a:pt x="629107" y="127635"/>
                      <a:pt x="623164" y="135560"/>
                    </a:cubicBezTo>
                    <a:lnTo>
                      <a:pt x="612191" y="129159"/>
                    </a:lnTo>
                    <a:cubicBezTo>
                      <a:pt x="624688" y="114986"/>
                      <a:pt x="632079" y="100660"/>
                      <a:pt x="634365" y="86182"/>
                    </a:cubicBezTo>
                    <a:close/>
                    <a:moveTo>
                      <a:pt x="1212952" y="81153"/>
                    </a:moveTo>
                    <a:lnTo>
                      <a:pt x="1212952" y="115214"/>
                    </a:lnTo>
                    <a:lnTo>
                      <a:pt x="1274674" y="115214"/>
                    </a:lnTo>
                    <a:lnTo>
                      <a:pt x="1274674" y="81153"/>
                    </a:lnTo>
                    <a:close/>
                    <a:moveTo>
                      <a:pt x="291694" y="79096"/>
                    </a:moveTo>
                    <a:cubicBezTo>
                      <a:pt x="300685" y="80162"/>
                      <a:pt x="314744" y="80696"/>
                      <a:pt x="333870" y="80696"/>
                    </a:cubicBezTo>
                    <a:cubicBezTo>
                      <a:pt x="352997" y="80696"/>
                      <a:pt x="366751" y="80162"/>
                      <a:pt x="375133" y="79096"/>
                    </a:cubicBezTo>
                    <a:cubicBezTo>
                      <a:pt x="374371" y="88849"/>
                      <a:pt x="373990" y="102184"/>
                      <a:pt x="373990" y="119101"/>
                    </a:cubicBezTo>
                    <a:cubicBezTo>
                      <a:pt x="373990" y="136017"/>
                      <a:pt x="374371" y="148057"/>
                      <a:pt x="375133" y="155219"/>
                    </a:cubicBezTo>
                    <a:cubicBezTo>
                      <a:pt x="362026" y="154610"/>
                      <a:pt x="346596" y="154305"/>
                      <a:pt x="328841" y="154305"/>
                    </a:cubicBezTo>
                    <a:cubicBezTo>
                      <a:pt x="311087" y="154305"/>
                      <a:pt x="298704" y="154686"/>
                      <a:pt x="291694" y="155448"/>
                    </a:cubicBezTo>
                    <a:cubicBezTo>
                      <a:pt x="292608" y="147218"/>
                      <a:pt x="293065" y="134455"/>
                      <a:pt x="293065" y="117157"/>
                    </a:cubicBezTo>
                    <a:cubicBezTo>
                      <a:pt x="293065" y="99860"/>
                      <a:pt x="292608" y="87173"/>
                      <a:pt x="291694" y="79096"/>
                    </a:cubicBezTo>
                    <a:close/>
                    <a:moveTo>
                      <a:pt x="1199464" y="68580"/>
                    </a:moveTo>
                    <a:cubicBezTo>
                      <a:pt x="1207541" y="69647"/>
                      <a:pt x="1222324" y="70180"/>
                      <a:pt x="1243813" y="70180"/>
                    </a:cubicBezTo>
                    <a:cubicBezTo>
                      <a:pt x="1265301" y="70180"/>
                      <a:pt x="1280236" y="69647"/>
                      <a:pt x="1288618" y="68580"/>
                    </a:cubicBezTo>
                    <a:cubicBezTo>
                      <a:pt x="1288161" y="72390"/>
                      <a:pt x="1287933" y="77114"/>
                      <a:pt x="1287933" y="82753"/>
                    </a:cubicBezTo>
                    <a:lnTo>
                      <a:pt x="1287933" y="157505"/>
                    </a:lnTo>
                    <a:cubicBezTo>
                      <a:pt x="1287933" y="162992"/>
                      <a:pt x="1288161" y="167716"/>
                      <a:pt x="1288618" y="171679"/>
                    </a:cubicBezTo>
                    <a:cubicBezTo>
                      <a:pt x="1280236" y="170612"/>
                      <a:pt x="1265339" y="170078"/>
                      <a:pt x="1243927" y="170078"/>
                    </a:cubicBezTo>
                    <a:cubicBezTo>
                      <a:pt x="1222515" y="170078"/>
                      <a:pt x="1207694" y="170612"/>
                      <a:pt x="1199464" y="171679"/>
                    </a:cubicBezTo>
                    <a:cubicBezTo>
                      <a:pt x="1199921" y="164821"/>
                      <a:pt x="1200150" y="160096"/>
                      <a:pt x="1200150" y="157505"/>
                    </a:cubicBezTo>
                    <a:lnTo>
                      <a:pt x="1200150" y="82753"/>
                    </a:lnTo>
                    <a:cubicBezTo>
                      <a:pt x="1200150" y="78181"/>
                      <a:pt x="1199921" y="73457"/>
                      <a:pt x="1199464" y="68580"/>
                    </a:cubicBezTo>
                    <a:close/>
                    <a:moveTo>
                      <a:pt x="587959" y="63094"/>
                    </a:moveTo>
                    <a:cubicBezTo>
                      <a:pt x="593750" y="64160"/>
                      <a:pt x="599923" y="64694"/>
                      <a:pt x="606476" y="64694"/>
                    </a:cubicBezTo>
                    <a:cubicBezTo>
                      <a:pt x="609524" y="64694"/>
                      <a:pt x="611048" y="65456"/>
                      <a:pt x="611048" y="66980"/>
                    </a:cubicBezTo>
                    <a:cubicBezTo>
                      <a:pt x="611048" y="68504"/>
                      <a:pt x="610057" y="69875"/>
                      <a:pt x="608076" y="71095"/>
                    </a:cubicBezTo>
                    <a:cubicBezTo>
                      <a:pt x="604723" y="73228"/>
                      <a:pt x="603047" y="84582"/>
                      <a:pt x="603047" y="105156"/>
                    </a:cubicBezTo>
                    <a:cubicBezTo>
                      <a:pt x="603047" y="108661"/>
                      <a:pt x="602894" y="113386"/>
                      <a:pt x="602590" y="119329"/>
                    </a:cubicBezTo>
                    <a:cubicBezTo>
                      <a:pt x="607314" y="137770"/>
                      <a:pt x="614439" y="152705"/>
                      <a:pt x="623964" y="164135"/>
                    </a:cubicBezTo>
                    <a:cubicBezTo>
                      <a:pt x="633489" y="175565"/>
                      <a:pt x="647624" y="186157"/>
                      <a:pt x="666369" y="195910"/>
                    </a:cubicBezTo>
                    <a:cubicBezTo>
                      <a:pt x="659511" y="200177"/>
                      <a:pt x="655015" y="205054"/>
                      <a:pt x="652882" y="210541"/>
                    </a:cubicBezTo>
                    <a:cubicBezTo>
                      <a:pt x="636727" y="197891"/>
                      <a:pt x="624611" y="186538"/>
                      <a:pt x="616534" y="176479"/>
                    </a:cubicBezTo>
                    <a:cubicBezTo>
                      <a:pt x="608457" y="166421"/>
                      <a:pt x="602437" y="155067"/>
                      <a:pt x="598475" y="142418"/>
                    </a:cubicBezTo>
                    <a:cubicBezTo>
                      <a:pt x="590398" y="172898"/>
                      <a:pt x="568681" y="196367"/>
                      <a:pt x="533324" y="212827"/>
                    </a:cubicBezTo>
                    <a:cubicBezTo>
                      <a:pt x="530581" y="207950"/>
                      <a:pt x="526390" y="203911"/>
                      <a:pt x="520751" y="200711"/>
                    </a:cubicBezTo>
                    <a:cubicBezTo>
                      <a:pt x="542696" y="192024"/>
                      <a:pt x="558660" y="182080"/>
                      <a:pt x="568643" y="170878"/>
                    </a:cubicBezTo>
                    <a:cubicBezTo>
                      <a:pt x="578625" y="159677"/>
                      <a:pt x="584835" y="146533"/>
                      <a:pt x="587273" y="131445"/>
                    </a:cubicBezTo>
                    <a:cubicBezTo>
                      <a:pt x="589712" y="116357"/>
                      <a:pt x="590931" y="103480"/>
                      <a:pt x="590931" y="92812"/>
                    </a:cubicBezTo>
                    <a:cubicBezTo>
                      <a:pt x="590931" y="82144"/>
                      <a:pt x="589940" y="72238"/>
                      <a:pt x="587959" y="63094"/>
                    </a:cubicBezTo>
                    <a:close/>
                    <a:moveTo>
                      <a:pt x="738378" y="62408"/>
                    </a:moveTo>
                    <a:lnTo>
                      <a:pt x="738378" y="81153"/>
                    </a:lnTo>
                    <a:lnTo>
                      <a:pt x="847649" y="81153"/>
                    </a:lnTo>
                    <a:lnTo>
                      <a:pt x="847649" y="62408"/>
                    </a:lnTo>
                    <a:close/>
                    <a:moveTo>
                      <a:pt x="459943" y="57150"/>
                    </a:moveTo>
                    <a:lnTo>
                      <a:pt x="474345" y="58064"/>
                    </a:lnTo>
                    <a:cubicBezTo>
                      <a:pt x="472973" y="79705"/>
                      <a:pt x="470687" y="98069"/>
                      <a:pt x="467487" y="113157"/>
                    </a:cubicBezTo>
                    <a:lnTo>
                      <a:pt x="453085" y="111328"/>
                    </a:lnTo>
                    <a:cubicBezTo>
                      <a:pt x="457962" y="91821"/>
                      <a:pt x="460248" y="73762"/>
                      <a:pt x="459943" y="57150"/>
                    </a:cubicBezTo>
                    <a:close/>
                    <a:moveTo>
                      <a:pt x="1576502" y="53035"/>
                    </a:moveTo>
                    <a:cubicBezTo>
                      <a:pt x="1580769" y="53035"/>
                      <a:pt x="1585417" y="54407"/>
                      <a:pt x="1590446" y="57150"/>
                    </a:cubicBezTo>
                    <a:lnTo>
                      <a:pt x="1582217" y="70409"/>
                    </a:lnTo>
                    <a:cubicBezTo>
                      <a:pt x="1579931" y="69037"/>
                      <a:pt x="1577569" y="68351"/>
                      <a:pt x="1575130" y="68351"/>
                    </a:cubicBezTo>
                    <a:cubicBezTo>
                      <a:pt x="1570406" y="68351"/>
                      <a:pt x="1565948" y="70790"/>
                      <a:pt x="1561757" y="75667"/>
                    </a:cubicBezTo>
                    <a:cubicBezTo>
                      <a:pt x="1557566" y="80543"/>
                      <a:pt x="1554480" y="86830"/>
                      <a:pt x="1552499" y="94526"/>
                    </a:cubicBezTo>
                    <a:cubicBezTo>
                      <a:pt x="1550518" y="102222"/>
                      <a:pt x="1549527" y="116205"/>
                      <a:pt x="1549527" y="136474"/>
                    </a:cubicBezTo>
                    <a:lnTo>
                      <a:pt x="1549527" y="177622"/>
                    </a:lnTo>
                    <a:lnTo>
                      <a:pt x="1533525" y="177622"/>
                    </a:lnTo>
                    <a:lnTo>
                      <a:pt x="1533525" y="56236"/>
                    </a:lnTo>
                    <a:lnTo>
                      <a:pt x="1549527" y="56236"/>
                    </a:lnTo>
                    <a:lnTo>
                      <a:pt x="1549527" y="73838"/>
                    </a:lnTo>
                    <a:cubicBezTo>
                      <a:pt x="1553794" y="66675"/>
                      <a:pt x="1557947" y="61417"/>
                      <a:pt x="1561986" y="58064"/>
                    </a:cubicBezTo>
                    <a:cubicBezTo>
                      <a:pt x="1566024" y="54712"/>
                      <a:pt x="1570863" y="53035"/>
                      <a:pt x="1576502" y="53035"/>
                    </a:cubicBezTo>
                    <a:close/>
                    <a:moveTo>
                      <a:pt x="1509827" y="53035"/>
                    </a:moveTo>
                    <a:cubicBezTo>
                      <a:pt x="1514094" y="53035"/>
                      <a:pt x="1518742" y="54407"/>
                      <a:pt x="1523771" y="57150"/>
                    </a:cubicBezTo>
                    <a:lnTo>
                      <a:pt x="1515542" y="70409"/>
                    </a:lnTo>
                    <a:cubicBezTo>
                      <a:pt x="1513256" y="69037"/>
                      <a:pt x="1510893" y="68351"/>
                      <a:pt x="1508455" y="68351"/>
                    </a:cubicBezTo>
                    <a:cubicBezTo>
                      <a:pt x="1503731" y="68351"/>
                      <a:pt x="1499273" y="70790"/>
                      <a:pt x="1495082" y="75667"/>
                    </a:cubicBezTo>
                    <a:cubicBezTo>
                      <a:pt x="1490891" y="80543"/>
                      <a:pt x="1487805" y="86830"/>
                      <a:pt x="1485824" y="94526"/>
                    </a:cubicBezTo>
                    <a:cubicBezTo>
                      <a:pt x="1483843" y="102222"/>
                      <a:pt x="1482852" y="116205"/>
                      <a:pt x="1482852" y="136474"/>
                    </a:cubicBezTo>
                    <a:lnTo>
                      <a:pt x="1482852" y="177622"/>
                    </a:lnTo>
                    <a:lnTo>
                      <a:pt x="1466850" y="177622"/>
                    </a:lnTo>
                    <a:lnTo>
                      <a:pt x="1466850" y="56236"/>
                    </a:lnTo>
                    <a:lnTo>
                      <a:pt x="1482852" y="56236"/>
                    </a:lnTo>
                    <a:lnTo>
                      <a:pt x="1482852" y="73838"/>
                    </a:lnTo>
                    <a:cubicBezTo>
                      <a:pt x="1487119" y="66675"/>
                      <a:pt x="1491272" y="61417"/>
                      <a:pt x="1495311" y="58064"/>
                    </a:cubicBezTo>
                    <a:cubicBezTo>
                      <a:pt x="1499349" y="54712"/>
                      <a:pt x="1504188" y="53035"/>
                      <a:pt x="1509827" y="53035"/>
                    </a:cubicBezTo>
                    <a:close/>
                    <a:moveTo>
                      <a:pt x="722833" y="50063"/>
                    </a:moveTo>
                    <a:cubicBezTo>
                      <a:pt x="734111" y="51283"/>
                      <a:pt x="757771" y="51892"/>
                      <a:pt x="793813" y="51892"/>
                    </a:cubicBezTo>
                    <a:cubicBezTo>
                      <a:pt x="829856" y="51892"/>
                      <a:pt x="853135" y="51435"/>
                      <a:pt x="863651" y="50521"/>
                    </a:cubicBezTo>
                    <a:cubicBezTo>
                      <a:pt x="862432" y="56159"/>
                      <a:pt x="861822" y="64465"/>
                      <a:pt x="861822" y="75438"/>
                    </a:cubicBezTo>
                    <a:lnTo>
                      <a:pt x="861822" y="98298"/>
                    </a:lnTo>
                    <a:cubicBezTo>
                      <a:pt x="861822" y="108356"/>
                      <a:pt x="862432" y="116053"/>
                      <a:pt x="863651" y="121387"/>
                    </a:cubicBezTo>
                    <a:cubicBezTo>
                      <a:pt x="851306" y="120015"/>
                      <a:pt x="835838" y="119329"/>
                      <a:pt x="817245" y="119329"/>
                    </a:cubicBezTo>
                    <a:lnTo>
                      <a:pt x="763981" y="119329"/>
                    </a:lnTo>
                    <a:cubicBezTo>
                      <a:pt x="758952" y="126797"/>
                      <a:pt x="754990" y="132436"/>
                      <a:pt x="752094" y="136246"/>
                    </a:cubicBezTo>
                    <a:lnTo>
                      <a:pt x="806958" y="136246"/>
                    </a:lnTo>
                    <a:cubicBezTo>
                      <a:pt x="826008" y="136246"/>
                      <a:pt x="843153" y="135484"/>
                      <a:pt x="858393" y="133960"/>
                    </a:cubicBezTo>
                    <a:cubicBezTo>
                      <a:pt x="841477" y="157582"/>
                      <a:pt x="825779" y="173965"/>
                      <a:pt x="811301" y="183109"/>
                    </a:cubicBezTo>
                    <a:cubicBezTo>
                      <a:pt x="830047" y="189052"/>
                      <a:pt x="857021" y="193624"/>
                      <a:pt x="892226" y="196825"/>
                    </a:cubicBezTo>
                    <a:cubicBezTo>
                      <a:pt x="887349" y="201397"/>
                      <a:pt x="883996" y="206502"/>
                      <a:pt x="882167" y="212141"/>
                    </a:cubicBezTo>
                    <a:cubicBezTo>
                      <a:pt x="844982" y="206045"/>
                      <a:pt x="816559" y="199034"/>
                      <a:pt x="796900" y="191110"/>
                    </a:cubicBezTo>
                    <a:cubicBezTo>
                      <a:pt x="777392" y="200406"/>
                      <a:pt x="745769" y="207950"/>
                      <a:pt x="702031" y="213741"/>
                    </a:cubicBezTo>
                    <a:cubicBezTo>
                      <a:pt x="700507" y="208864"/>
                      <a:pt x="696849" y="203987"/>
                      <a:pt x="691058" y="199111"/>
                    </a:cubicBezTo>
                    <a:cubicBezTo>
                      <a:pt x="728548" y="197587"/>
                      <a:pt x="758723" y="192557"/>
                      <a:pt x="781583" y="184023"/>
                    </a:cubicBezTo>
                    <a:cubicBezTo>
                      <a:pt x="769087" y="177775"/>
                      <a:pt x="756056" y="169164"/>
                      <a:pt x="742493" y="158191"/>
                    </a:cubicBezTo>
                    <a:lnTo>
                      <a:pt x="752551" y="149962"/>
                    </a:lnTo>
                    <a:cubicBezTo>
                      <a:pt x="766724" y="162001"/>
                      <a:pt x="781355" y="171221"/>
                      <a:pt x="796442" y="177622"/>
                    </a:cubicBezTo>
                    <a:cubicBezTo>
                      <a:pt x="811530" y="169850"/>
                      <a:pt x="823112" y="159639"/>
                      <a:pt x="831190" y="146990"/>
                    </a:cubicBezTo>
                    <a:lnTo>
                      <a:pt x="743636" y="146990"/>
                    </a:lnTo>
                    <a:cubicBezTo>
                      <a:pt x="735101" y="157201"/>
                      <a:pt x="724357" y="167792"/>
                      <a:pt x="711403" y="178765"/>
                    </a:cubicBezTo>
                    <a:cubicBezTo>
                      <a:pt x="707898" y="173888"/>
                      <a:pt x="703478" y="170155"/>
                      <a:pt x="698144" y="167564"/>
                    </a:cubicBezTo>
                    <a:cubicBezTo>
                      <a:pt x="719938" y="155219"/>
                      <a:pt x="737006" y="139370"/>
                      <a:pt x="749351" y="120015"/>
                    </a:cubicBezTo>
                    <a:cubicBezTo>
                      <a:pt x="736397" y="120320"/>
                      <a:pt x="727558" y="120777"/>
                      <a:pt x="722833" y="121387"/>
                    </a:cubicBezTo>
                    <a:cubicBezTo>
                      <a:pt x="723900" y="114681"/>
                      <a:pt x="724433" y="106985"/>
                      <a:pt x="724433" y="98298"/>
                    </a:cubicBezTo>
                    <a:lnTo>
                      <a:pt x="724433" y="75438"/>
                    </a:lnTo>
                    <a:cubicBezTo>
                      <a:pt x="724433" y="64618"/>
                      <a:pt x="723900" y="56159"/>
                      <a:pt x="722833" y="50063"/>
                    </a:cubicBezTo>
                    <a:close/>
                    <a:moveTo>
                      <a:pt x="511150" y="48463"/>
                    </a:moveTo>
                    <a:cubicBezTo>
                      <a:pt x="519227" y="60198"/>
                      <a:pt x="526085" y="73838"/>
                      <a:pt x="531724" y="89383"/>
                    </a:cubicBezTo>
                    <a:lnTo>
                      <a:pt x="519379" y="95326"/>
                    </a:lnTo>
                    <a:cubicBezTo>
                      <a:pt x="516331" y="82829"/>
                      <a:pt x="510235" y="69266"/>
                      <a:pt x="501091" y="54635"/>
                    </a:cubicBezTo>
                    <a:close/>
                    <a:moveTo>
                      <a:pt x="1158545" y="45034"/>
                    </a:moveTo>
                    <a:cubicBezTo>
                      <a:pt x="1162355" y="46406"/>
                      <a:pt x="1164946" y="47206"/>
                      <a:pt x="1166317" y="47434"/>
                    </a:cubicBezTo>
                    <a:cubicBezTo>
                      <a:pt x="1167689" y="47663"/>
                      <a:pt x="1170165" y="47777"/>
                      <a:pt x="1173747" y="47777"/>
                    </a:cubicBezTo>
                    <a:cubicBezTo>
                      <a:pt x="1177328" y="47777"/>
                      <a:pt x="1179119" y="48349"/>
                      <a:pt x="1179119" y="49492"/>
                    </a:cubicBezTo>
                    <a:cubicBezTo>
                      <a:pt x="1179119" y="50635"/>
                      <a:pt x="1177976" y="52121"/>
                      <a:pt x="1175690" y="53950"/>
                    </a:cubicBezTo>
                    <a:cubicBezTo>
                      <a:pt x="1175080" y="54407"/>
                      <a:pt x="1174471" y="56159"/>
                      <a:pt x="1173861" y="59207"/>
                    </a:cubicBezTo>
                    <a:cubicBezTo>
                      <a:pt x="1173251" y="62255"/>
                      <a:pt x="1172947" y="65532"/>
                      <a:pt x="1172947" y="69037"/>
                    </a:cubicBezTo>
                    <a:lnTo>
                      <a:pt x="1172947" y="214884"/>
                    </a:lnTo>
                    <a:lnTo>
                      <a:pt x="1157402" y="214884"/>
                    </a:lnTo>
                    <a:cubicBezTo>
                      <a:pt x="1158926" y="201168"/>
                      <a:pt x="1159688" y="190576"/>
                      <a:pt x="1159688" y="183109"/>
                    </a:cubicBezTo>
                    <a:lnTo>
                      <a:pt x="1159688" y="73838"/>
                    </a:lnTo>
                    <a:cubicBezTo>
                      <a:pt x="1159688" y="63932"/>
                      <a:pt x="1159307" y="54331"/>
                      <a:pt x="1158545" y="45034"/>
                    </a:cubicBezTo>
                    <a:close/>
                    <a:moveTo>
                      <a:pt x="937489" y="36347"/>
                    </a:moveTo>
                    <a:lnTo>
                      <a:pt x="937489" y="92354"/>
                    </a:lnTo>
                    <a:lnTo>
                      <a:pt x="981380" y="92354"/>
                    </a:lnTo>
                    <a:lnTo>
                      <a:pt x="981380" y="36347"/>
                    </a:lnTo>
                    <a:close/>
                    <a:moveTo>
                      <a:pt x="1332509" y="22860"/>
                    </a:moveTo>
                    <a:cubicBezTo>
                      <a:pt x="1331443" y="28346"/>
                      <a:pt x="1330909" y="36957"/>
                      <a:pt x="1330909" y="48692"/>
                    </a:cubicBezTo>
                    <a:lnTo>
                      <a:pt x="1330909" y="188366"/>
                    </a:lnTo>
                    <a:cubicBezTo>
                      <a:pt x="1330909" y="196139"/>
                      <a:pt x="1330033" y="201816"/>
                      <a:pt x="1328280" y="205397"/>
                    </a:cubicBezTo>
                    <a:cubicBezTo>
                      <a:pt x="1326528" y="208978"/>
                      <a:pt x="1323327" y="211417"/>
                      <a:pt x="1318679" y="212712"/>
                    </a:cubicBezTo>
                    <a:cubicBezTo>
                      <a:pt x="1314031" y="214008"/>
                      <a:pt x="1306601" y="214808"/>
                      <a:pt x="1296391" y="215113"/>
                    </a:cubicBezTo>
                    <a:cubicBezTo>
                      <a:pt x="1296848" y="208864"/>
                      <a:pt x="1294791" y="203149"/>
                      <a:pt x="1290219" y="197968"/>
                    </a:cubicBezTo>
                    <a:cubicBezTo>
                      <a:pt x="1297229" y="199187"/>
                      <a:pt x="1302639" y="199796"/>
                      <a:pt x="1306449" y="199796"/>
                    </a:cubicBezTo>
                    <a:cubicBezTo>
                      <a:pt x="1310259" y="199796"/>
                      <a:pt x="1313040" y="199111"/>
                      <a:pt x="1314793" y="197739"/>
                    </a:cubicBezTo>
                    <a:cubicBezTo>
                      <a:pt x="1316545" y="196367"/>
                      <a:pt x="1317422" y="193472"/>
                      <a:pt x="1317422" y="189052"/>
                    </a:cubicBezTo>
                    <a:lnTo>
                      <a:pt x="1317422" y="36347"/>
                    </a:lnTo>
                    <a:lnTo>
                      <a:pt x="1273759" y="36347"/>
                    </a:lnTo>
                    <a:cubicBezTo>
                      <a:pt x="1257453" y="36347"/>
                      <a:pt x="1243432" y="36805"/>
                      <a:pt x="1231697" y="37719"/>
                    </a:cubicBezTo>
                    <a:lnTo>
                      <a:pt x="1231697" y="23089"/>
                    </a:lnTo>
                    <a:cubicBezTo>
                      <a:pt x="1243127" y="24003"/>
                      <a:pt x="1260577" y="24460"/>
                      <a:pt x="1284046" y="24460"/>
                    </a:cubicBezTo>
                    <a:cubicBezTo>
                      <a:pt x="1307516" y="24460"/>
                      <a:pt x="1323670" y="23927"/>
                      <a:pt x="1332509" y="22860"/>
                    </a:cubicBezTo>
                    <a:close/>
                    <a:moveTo>
                      <a:pt x="922172" y="22860"/>
                    </a:moveTo>
                    <a:cubicBezTo>
                      <a:pt x="927049" y="24079"/>
                      <a:pt x="939508" y="24689"/>
                      <a:pt x="959549" y="24689"/>
                    </a:cubicBezTo>
                    <a:cubicBezTo>
                      <a:pt x="979589" y="24689"/>
                      <a:pt x="992048" y="24079"/>
                      <a:pt x="996925" y="22860"/>
                    </a:cubicBezTo>
                    <a:cubicBezTo>
                      <a:pt x="996010" y="26822"/>
                      <a:pt x="995553" y="35281"/>
                      <a:pt x="995553" y="48235"/>
                    </a:cubicBezTo>
                    <a:lnTo>
                      <a:pt x="995553" y="159106"/>
                    </a:lnTo>
                    <a:cubicBezTo>
                      <a:pt x="995553" y="168859"/>
                      <a:pt x="996086" y="178918"/>
                      <a:pt x="997153" y="189281"/>
                    </a:cubicBezTo>
                    <a:lnTo>
                      <a:pt x="981380" y="189281"/>
                    </a:lnTo>
                    <a:lnTo>
                      <a:pt x="981380" y="168021"/>
                    </a:lnTo>
                    <a:lnTo>
                      <a:pt x="937489" y="168021"/>
                    </a:lnTo>
                    <a:lnTo>
                      <a:pt x="937489" y="194996"/>
                    </a:lnTo>
                    <a:lnTo>
                      <a:pt x="921944" y="194996"/>
                    </a:lnTo>
                    <a:cubicBezTo>
                      <a:pt x="923011" y="186309"/>
                      <a:pt x="923544" y="175412"/>
                      <a:pt x="923544" y="162306"/>
                    </a:cubicBezTo>
                    <a:lnTo>
                      <a:pt x="923544" y="48235"/>
                    </a:lnTo>
                    <a:cubicBezTo>
                      <a:pt x="923544" y="36043"/>
                      <a:pt x="923087" y="27584"/>
                      <a:pt x="922172" y="22860"/>
                    </a:cubicBezTo>
                    <a:close/>
                    <a:moveTo>
                      <a:pt x="174650" y="14402"/>
                    </a:moveTo>
                    <a:cubicBezTo>
                      <a:pt x="177394" y="20498"/>
                      <a:pt x="181127" y="25908"/>
                      <a:pt x="185852" y="30632"/>
                    </a:cubicBezTo>
                    <a:cubicBezTo>
                      <a:pt x="187223" y="32004"/>
                      <a:pt x="187909" y="33261"/>
                      <a:pt x="187909" y="34404"/>
                    </a:cubicBezTo>
                    <a:cubicBezTo>
                      <a:pt x="187909" y="35547"/>
                      <a:pt x="187338" y="36119"/>
                      <a:pt x="186195" y="36119"/>
                    </a:cubicBezTo>
                    <a:cubicBezTo>
                      <a:pt x="185052" y="36119"/>
                      <a:pt x="184023" y="35966"/>
                      <a:pt x="183109" y="35662"/>
                    </a:cubicBezTo>
                    <a:cubicBezTo>
                      <a:pt x="180365" y="34900"/>
                      <a:pt x="176060" y="34519"/>
                      <a:pt x="170193" y="34519"/>
                    </a:cubicBezTo>
                    <a:cubicBezTo>
                      <a:pt x="164325" y="34519"/>
                      <a:pt x="154915" y="35014"/>
                      <a:pt x="141961" y="36004"/>
                    </a:cubicBezTo>
                    <a:cubicBezTo>
                      <a:pt x="129007" y="36995"/>
                      <a:pt x="112243" y="37948"/>
                      <a:pt x="91669" y="38862"/>
                    </a:cubicBezTo>
                    <a:cubicBezTo>
                      <a:pt x="71095" y="39776"/>
                      <a:pt x="56464" y="40081"/>
                      <a:pt x="47777" y="39776"/>
                    </a:cubicBezTo>
                    <a:lnTo>
                      <a:pt x="47777" y="78181"/>
                    </a:lnTo>
                    <a:lnTo>
                      <a:pt x="127559" y="78181"/>
                    </a:lnTo>
                    <a:cubicBezTo>
                      <a:pt x="147218" y="78181"/>
                      <a:pt x="163754" y="77724"/>
                      <a:pt x="177165" y="76810"/>
                    </a:cubicBezTo>
                    <a:cubicBezTo>
                      <a:pt x="165278" y="115214"/>
                      <a:pt x="147752" y="145161"/>
                      <a:pt x="124587" y="166649"/>
                    </a:cubicBezTo>
                    <a:cubicBezTo>
                      <a:pt x="144856" y="180823"/>
                      <a:pt x="169697" y="189586"/>
                      <a:pt x="199111" y="192938"/>
                    </a:cubicBezTo>
                    <a:cubicBezTo>
                      <a:pt x="194539" y="196901"/>
                      <a:pt x="190805" y="202768"/>
                      <a:pt x="187909" y="210541"/>
                    </a:cubicBezTo>
                    <a:cubicBezTo>
                      <a:pt x="156972" y="202311"/>
                      <a:pt x="132131" y="190881"/>
                      <a:pt x="113386" y="176251"/>
                    </a:cubicBezTo>
                    <a:cubicBezTo>
                      <a:pt x="95250" y="190424"/>
                      <a:pt x="73381" y="202463"/>
                      <a:pt x="47777" y="212369"/>
                    </a:cubicBezTo>
                    <a:cubicBezTo>
                      <a:pt x="45491" y="205664"/>
                      <a:pt x="41148" y="200787"/>
                      <a:pt x="34747" y="197739"/>
                    </a:cubicBezTo>
                    <a:cubicBezTo>
                      <a:pt x="63094" y="190119"/>
                      <a:pt x="85877" y="179984"/>
                      <a:pt x="103099" y="167335"/>
                    </a:cubicBezTo>
                    <a:cubicBezTo>
                      <a:pt x="86335" y="148590"/>
                      <a:pt x="72619" y="122911"/>
                      <a:pt x="61951" y="90297"/>
                    </a:cubicBezTo>
                    <a:lnTo>
                      <a:pt x="47777" y="90297"/>
                    </a:lnTo>
                    <a:cubicBezTo>
                      <a:pt x="47625" y="115291"/>
                      <a:pt x="45110" y="136893"/>
                      <a:pt x="40234" y="155105"/>
                    </a:cubicBezTo>
                    <a:cubicBezTo>
                      <a:pt x="35357" y="173317"/>
                      <a:pt x="27508" y="190805"/>
                      <a:pt x="16688" y="207569"/>
                    </a:cubicBezTo>
                    <a:cubicBezTo>
                      <a:pt x="12116" y="203454"/>
                      <a:pt x="6553" y="200635"/>
                      <a:pt x="0" y="199111"/>
                    </a:cubicBezTo>
                    <a:cubicBezTo>
                      <a:pt x="22403" y="175641"/>
                      <a:pt x="33604" y="138760"/>
                      <a:pt x="33604" y="88468"/>
                    </a:cubicBezTo>
                    <a:cubicBezTo>
                      <a:pt x="33604" y="66218"/>
                      <a:pt x="33071" y="45187"/>
                      <a:pt x="32004" y="25375"/>
                    </a:cubicBezTo>
                    <a:cubicBezTo>
                      <a:pt x="45415" y="25679"/>
                      <a:pt x="57836" y="25832"/>
                      <a:pt x="69266" y="25832"/>
                    </a:cubicBezTo>
                    <a:cubicBezTo>
                      <a:pt x="122453" y="25832"/>
                      <a:pt x="157582" y="22022"/>
                      <a:pt x="174650" y="14402"/>
                    </a:cubicBezTo>
                    <a:close/>
                    <a:moveTo>
                      <a:pt x="1363827" y="13487"/>
                    </a:moveTo>
                    <a:lnTo>
                      <a:pt x="1453896" y="13487"/>
                    </a:lnTo>
                    <a:lnTo>
                      <a:pt x="1453896" y="29489"/>
                    </a:lnTo>
                    <a:lnTo>
                      <a:pt x="1417320" y="29489"/>
                    </a:lnTo>
                    <a:lnTo>
                      <a:pt x="1417320" y="177622"/>
                    </a:lnTo>
                    <a:lnTo>
                      <a:pt x="1400632" y="177622"/>
                    </a:lnTo>
                    <a:lnTo>
                      <a:pt x="1400632" y="29489"/>
                    </a:lnTo>
                    <a:lnTo>
                      <a:pt x="1363827" y="29489"/>
                    </a:lnTo>
                    <a:close/>
                    <a:moveTo>
                      <a:pt x="483032" y="5029"/>
                    </a:moveTo>
                    <a:cubicBezTo>
                      <a:pt x="487451" y="6096"/>
                      <a:pt x="492138" y="6629"/>
                      <a:pt x="497091" y="6629"/>
                    </a:cubicBezTo>
                    <a:cubicBezTo>
                      <a:pt x="502044" y="6629"/>
                      <a:pt x="504520" y="7239"/>
                      <a:pt x="504520" y="8458"/>
                    </a:cubicBezTo>
                    <a:cubicBezTo>
                      <a:pt x="504520" y="9677"/>
                      <a:pt x="503530" y="10935"/>
                      <a:pt x="501548" y="12230"/>
                    </a:cubicBezTo>
                    <a:cubicBezTo>
                      <a:pt x="499567" y="13525"/>
                      <a:pt x="498577" y="17374"/>
                      <a:pt x="498577" y="23774"/>
                    </a:cubicBezTo>
                    <a:lnTo>
                      <a:pt x="498577" y="175336"/>
                    </a:lnTo>
                    <a:cubicBezTo>
                      <a:pt x="498577" y="183413"/>
                      <a:pt x="499339" y="196063"/>
                      <a:pt x="500863" y="213284"/>
                    </a:cubicBezTo>
                    <a:lnTo>
                      <a:pt x="483032" y="213284"/>
                    </a:lnTo>
                    <a:cubicBezTo>
                      <a:pt x="484556" y="198349"/>
                      <a:pt x="485318" y="185623"/>
                      <a:pt x="485318" y="175108"/>
                    </a:cubicBezTo>
                    <a:lnTo>
                      <a:pt x="485318" y="35204"/>
                    </a:lnTo>
                    <a:cubicBezTo>
                      <a:pt x="485318" y="23165"/>
                      <a:pt x="484556" y="13106"/>
                      <a:pt x="483032" y="5029"/>
                    </a:cubicBezTo>
                    <a:close/>
                    <a:moveTo>
                      <a:pt x="1174089" y="4343"/>
                    </a:moveTo>
                    <a:cubicBezTo>
                      <a:pt x="1188111" y="14554"/>
                      <a:pt x="1199845" y="24613"/>
                      <a:pt x="1209294" y="34519"/>
                    </a:cubicBezTo>
                    <a:lnTo>
                      <a:pt x="1197864" y="45491"/>
                    </a:lnTo>
                    <a:cubicBezTo>
                      <a:pt x="1190549" y="34671"/>
                      <a:pt x="1179729" y="24308"/>
                      <a:pt x="1165403" y="14402"/>
                    </a:cubicBezTo>
                    <a:close/>
                    <a:moveTo>
                      <a:pt x="555955" y="4343"/>
                    </a:moveTo>
                    <a:cubicBezTo>
                      <a:pt x="561899" y="6172"/>
                      <a:pt x="567195" y="7315"/>
                      <a:pt x="571843" y="7772"/>
                    </a:cubicBezTo>
                    <a:cubicBezTo>
                      <a:pt x="576491" y="8230"/>
                      <a:pt x="578815" y="9030"/>
                      <a:pt x="578815" y="10173"/>
                    </a:cubicBezTo>
                    <a:cubicBezTo>
                      <a:pt x="578815" y="11316"/>
                      <a:pt x="577634" y="12725"/>
                      <a:pt x="575272" y="14402"/>
                    </a:cubicBezTo>
                    <a:cubicBezTo>
                      <a:pt x="572910" y="16078"/>
                      <a:pt x="570128" y="25527"/>
                      <a:pt x="566928" y="42748"/>
                    </a:cubicBezTo>
                    <a:lnTo>
                      <a:pt x="615163" y="42748"/>
                    </a:lnTo>
                    <a:cubicBezTo>
                      <a:pt x="636194" y="42748"/>
                      <a:pt x="651358" y="42291"/>
                      <a:pt x="660654" y="41377"/>
                    </a:cubicBezTo>
                    <a:lnTo>
                      <a:pt x="660654" y="55321"/>
                    </a:lnTo>
                    <a:cubicBezTo>
                      <a:pt x="651358" y="54407"/>
                      <a:pt x="636194" y="53950"/>
                      <a:pt x="615163" y="53950"/>
                    </a:cubicBezTo>
                    <a:lnTo>
                      <a:pt x="564871" y="53950"/>
                    </a:lnTo>
                    <a:cubicBezTo>
                      <a:pt x="557098" y="94640"/>
                      <a:pt x="543306" y="128626"/>
                      <a:pt x="523494" y="155905"/>
                    </a:cubicBezTo>
                    <a:cubicBezTo>
                      <a:pt x="519074" y="150419"/>
                      <a:pt x="513969" y="147066"/>
                      <a:pt x="508178" y="145847"/>
                    </a:cubicBezTo>
                    <a:cubicBezTo>
                      <a:pt x="530123" y="125273"/>
                      <a:pt x="544525" y="94640"/>
                      <a:pt x="551383" y="53950"/>
                    </a:cubicBezTo>
                    <a:cubicBezTo>
                      <a:pt x="541782" y="54102"/>
                      <a:pt x="533476" y="54559"/>
                      <a:pt x="526466" y="55321"/>
                    </a:cubicBezTo>
                    <a:lnTo>
                      <a:pt x="526466" y="41377"/>
                    </a:lnTo>
                    <a:cubicBezTo>
                      <a:pt x="531038" y="42139"/>
                      <a:pt x="539877" y="42596"/>
                      <a:pt x="552983" y="42748"/>
                    </a:cubicBezTo>
                    <a:cubicBezTo>
                      <a:pt x="555117" y="27965"/>
                      <a:pt x="556184" y="18517"/>
                      <a:pt x="556184" y="14402"/>
                    </a:cubicBezTo>
                    <a:cubicBezTo>
                      <a:pt x="556184" y="10287"/>
                      <a:pt x="556108" y="6934"/>
                      <a:pt x="555955" y="4343"/>
                    </a:cubicBezTo>
                    <a:close/>
                    <a:moveTo>
                      <a:pt x="737006" y="4115"/>
                    </a:moveTo>
                    <a:cubicBezTo>
                      <a:pt x="741121" y="7163"/>
                      <a:pt x="746150" y="9144"/>
                      <a:pt x="752094" y="10058"/>
                    </a:cubicBezTo>
                    <a:cubicBezTo>
                      <a:pt x="754380" y="10363"/>
                      <a:pt x="755523" y="11049"/>
                      <a:pt x="755523" y="12116"/>
                    </a:cubicBezTo>
                    <a:cubicBezTo>
                      <a:pt x="755523" y="13183"/>
                      <a:pt x="754151" y="14287"/>
                      <a:pt x="751408" y="15430"/>
                    </a:cubicBezTo>
                    <a:cubicBezTo>
                      <a:pt x="748665" y="16573"/>
                      <a:pt x="744855" y="20041"/>
                      <a:pt x="739978" y="25832"/>
                    </a:cubicBezTo>
                    <a:lnTo>
                      <a:pt x="848106" y="25832"/>
                    </a:lnTo>
                    <a:cubicBezTo>
                      <a:pt x="863346" y="25832"/>
                      <a:pt x="874319" y="25298"/>
                      <a:pt x="881024" y="24232"/>
                    </a:cubicBezTo>
                    <a:lnTo>
                      <a:pt x="881024" y="38862"/>
                    </a:lnTo>
                    <a:cubicBezTo>
                      <a:pt x="875995" y="37795"/>
                      <a:pt x="865022" y="37262"/>
                      <a:pt x="848106" y="37262"/>
                    </a:cubicBezTo>
                    <a:lnTo>
                      <a:pt x="731063" y="37262"/>
                    </a:lnTo>
                    <a:cubicBezTo>
                      <a:pt x="721766" y="49454"/>
                      <a:pt x="711327" y="61493"/>
                      <a:pt x="699745" y="73381"/>
                    </a:cubicBezTo>
                    <a:cubicBezTo>
                      <a:pt x="695935" y="69266"/>
                      <a:pt x="691058" y="66142"/>
                      <a:pt x="685114" y="64008"/>
                    </a:cubicBezTo>
                    <a:cubicBezTo>
                      <a:pt x="707669" y="49225"/>
                      <a:pt x="724967" y="29261"/>
                      <a:pt x="737006" y="4115"/>
                    </a:cubicBezTo>
                    <a:close/>
                    <a:moveTo>
                      <a:pt x="1070991" y="3886"/>
                    </a:moveTo>
                    <a:cubicBezTo>
                      <a:pt x="1074953" y="4953"/>
                      <a:pt x="1080897" y="5486"/>
                      <a:pt x="1088822" y="5486"/>
                    </a:cubicBezTo>
                    <a:cubicBezTo>
                      <a:pt x="1091413" y="5486"/>
                      <a:pt x="1092708" y="6096"/>
                      <a:pt x="1092708" y="7315"/>
                    </a:cubicBezTo>
                    <a:cubicBezTo>
                      <a:pt x="1092708" y="8534"/>
                      <a:pt x="1091832" y="9639"/>
                      <a:pt x="1090079" y="10630"/>
                    </a:cubicBezTo>
                    <a:cubicBezTo>
                      <a:pt x="1088327" y="11620"/>
                      <a:pt x="1087450" y="14630"/>
                      <a:pt x="1087450" y="19660"/>
                    </a:cubicBezTo>
                    <a:lnTo>
                      <a:pt x="1087450" y="60808"/>
                    </a:lnTo>
                    <a:cubicBezTo>
                      <a:pt x="1100252" y="60655"/>
                      <a:pt x="1111910" y="60046"/>
                      <a:pt x="1122426" y="58979"/>
                    </a:cubicBezTo>
                    <a:lnTo>
                      <a:pt x="1122426" y="74295"/>
                    </a:lnTo>
                    <a:cubicBezTo>
                      <a:pt x="1114196" y="73228"/>
                      <a:pt x="1102538" y="72695"/>
                      <a:pt x="1087450" y="72695"/>
                    </a:cubicBezTo>
                    <a:lnTo>
                      <a:pt x="1087450" y="186080"/>
                    </a:lnTo>
                    <a:cubicBezTo>
                      <a:pt x="1087450" y="193243"/>
                      <a:pt x="1086345" y="198730"/>
                      <a:pt x="1084135" y="202540"/>
                    </a:cubicBezTo>
                    <a:cubicBezTo>
                      <a:pt x="1081926" y="206350"/>
                      <a:pt x="1077392" y="209169"/>
                      <a:pt x="1070534" y="210998"/>
                    </a:cubicBezTo>
                    <a:cubicBezTo>
                      <a:pt x="1063676" y="212827"/>
                      <a:pt x="1053160" y="213741"/>
                      <a:pt x="1038987" y="213741"/>
                    </a:cubicBezTo>
                    <a:cubicBezTo>
                      <a:pt x="1038987" y="206578"/>
                      <a:pt x="1036244" y="200101"/>
                      <a:pt x="1030757" y="194310"/>
                    </a:cubicBezTo>
                    <a:cubicBezTo>
                      <a:pt x="1040968" y="195986"/>
                      <a:pt x="1049160" y="196825"/>
                      <a:pt x="1055332" y="196825"/>
                    </a:cubicBezTo>
                    <a:cubicBezTo>
                      <a:pt x="1061504" y="196825"/>
                      <a:pt x="1066076" y="195605"/>
                      <a:pt x="1069048" y="193167"/>
                    </a:cubicBezTo>
                    <a:cubicBezTo>
                      <a:pt x="1072020" y="190729"/>
                      <a:pt x="1073506" y="185776"/>
                      <a:pt x="1073506" y="178308"/>
                    </a:cubicBezTo>
                    <a:lnTo>
                      <a:pt x="1073506" y="72466"/>
                    </a:lnTo>
                    <a:lnTo>
                      <a:pt x="1044245" y="72466"/>
                    </a:lnTo>
                    <a:cubicBezTo>
                      <a:pt x="1027633" y="72466"/>
                      <a:pt x="1013231" y="73076"/>
                      <a:pt x="1001039" y="74295"/>
                    </a:cubicBezTo>
                    <a:lnTo>
                      <a:pt x="1001039" y="58979"/>
                    </a:lnTo>
                    <a:cubicBezTo>
                      <a:pt x="1013079" y="60198"/>
                      <a:pt x="1027481" y="60808"/>
                      <a:pt x="1044245" y="60808"/>
                    </a:cubicBezTo>
                    <a:lnTo>
                      <a:pt x="1073506" y="60808"/>
                    </a:lnTo>
                    <a:cubicBezTo>
                      <a:pt x="1073506" y="31090"/>
                      <a:pt x="1072667" y="12116"/>
                      <a:pt x="1070991" y="3886"/>
                    </a:cubicBezTo>
                    <a:close/>
                    <a:moveTo>
                      <a:pt x="324841" y="0"/>
                    </a:moveTo>
                    <a:cubicBezTo>
                      <a:pt x="332003" y="2743"/>
                      <a:pt x="337947" y="4496"/>
                      <a:pt x="342671" y="5258"/>
                    </a:cubicBezTo>
                    <a:cubicBezTo>
                      <a:pt x="345415" y="5867"/>
                      <a:pt x="346786" y="6744"/>
                      <a:pt x="346786" y="7887"/>
                    </a:cubicBezTo>
                    <a:cubicBezTo>
                      <a:pt x="346786" y="9030"/>
                      <a:pt x="345186" y="10173"/>
                      <a:pt x="341986" y="11316"/>
                    </a:cubicBezTo>
                    <a:cubicBezTo>
                      <a:pt x="338785" y="12459"/>
                      <a:pt x="331775" y="21031"/>
                      <a:pt x="320954" y="37033"/>
                    </a:cubicBezTo>
                    <a:lnTo>
                      <a:pt x="350444" y="37033"/>
                    </a:lnTo>
                    <a:cubicBezTo>
                      <a:pt x="387172" y="37033"/>
                      <a:pt x="409727" y="35966"/>
                      <a:pt x="418109" y="33833"/>
                    </a:cubicBezTo>
                    <a:cubicBezTo>
                      <a:pt x="417043" y="39624"/>
                      <a:pt x="416509" y="53950"/>
                      <a:pt x="416509" y="76810"/>
                    </a:cubicBezTo>
                    <a:lnTo>
                      <a:pt x="416509" y="186538"/>
                    </a:lnTo>
                    <a:cubicBezTo>
                      <a:pt x="416509" y="191719"/>
                      <a:pt x="415519" y="195643"/>
                      <a:pt x="413537" y="198310"/>
                    </a:cubicBezTo>
                    <a:cubicBezTo>
                      <a:pt x="411556" y="200977"/>
                      <a:pt x="407137" y="203035"/>
                      <a:pt x="400279" y="204483"/>
                    </a:cubicBezTo>
                    <a:cubicBezTo>
                      <a:pt x="393421" y="205930"/>
                      <a:pt x="382676" y="206731"/>
                      <a:pt x="368046" y="206883"/>
                    </a:cubicBezTo>
                    <a:cubicBezTo>
                      <a:pt x="368503" y="200025"/>
                      <a:pt x="366065" y="193929"/>
                      <a:pt x="360731" y="188595"/>
                    </a:cubicBezTo>
                    <a:cubicBezTo>
                      <a:pt x="372161" y="190271"/>
                      <a:pt x="380924" y="191110"/>
                      <a:pt x="387020" y="191110"/>
                    </a:cubicBezTo>
                    <a:cubicBezTo>
                      <a:pt x="393116" y="191110"/>
                      <a:pt x="397078" y="190195"/>
                      <a:pt x="398907" y="188366"/>
                    </a:cubicBezTo>
                    <a:cubicBezTo>
                      <a:pt x="400736" y="186538"/>
                      <a:pt x="401650" y="183413"/>
                      <a:pt x="401650" y="178994"/>
                    </a:cubicBezTo>
                    <a:lnTo>
                      <a:pt x="401650" y="48235"/>
                    </a:lnTo>
                    <a:lnTo>
                      <a:pt x="262204" y="48235"/>
                    </a:lnTo>
                    <a:lnTo>
                      <a:pt x="262204" y="207340"/>
                    </a:lnTo>
                    <a:lnTo>
                      <a:pt x="245059" y="207340"/>
                    </a:lnTo>
                    <a:cubicBezTo>
                      <a:pt x="246736" y="191491"/>
                      <a:pt x="247574" y="173203"/>
                      <a:pt x="247574" y="152476"/>
                    </a:cubicBezTo>
                    <a:lnTo>
                      <a:pt x="247574" y="76810"/>
                    </a:lnTo>
                    <a:cubicBezTo>
                      <a:pt x="247574" y="59284"/>
                      <a:pt x="246964" y="44958"/>
                      <a:pt x="245745" y="33833"/>
                    </a:cubicBezTo>
                    <a:cubicBezTo>
                      <a:pt x="251536" y="35966"/>
                      <a:pt x="262738" y="37033"/>
                      <a:pt x="279349" y="37033"/>
                    </a:cubicBezTo>
                    <a:lnTo>
                      <a:pt x="307238" y="37033"/>
                    </a:lnTo>
                    <a:cubicBezTo>
                      <a:pt x="316230" y="23317"/>
                      <a:pt x="322097" y="10973"/>
                      <a:pt x="324841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 altLang="zh-CN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B8F0444-BD09-48C8-8858-2E3CC29E5F24}"/>
                </a:ext>
              </a:extLst>
            </p:cNvPr>
            <p:cNvSpPr txBox="1"/>
            <p:nvPr/>
          </p:nvSpPr>
          <p:spPr>
            <a:xfrm>
              <a:off x="2736665" y="3553118"/>
              <a:ext cx="934376" cy="278412"/>
            </a:xfrm>
            <a:custGeom>
              <a:avLst/>
              <a:gdLst/>
              <a:ahLst/>
              <a:cxnLst/>
              <a:rect l="l" t="t" r="r" b="b"/>
              <a:pathLst>
                <a:path w="716785" h="213577">
                  <a:moveTo>
                    <a:pt x="264764" y="116836"/>
                  </a:moveTo>
                  <a:cubicBezTo>
                    <a:pt x="269505" y="121265"/>
                    <a:pt x="274633" y="124511"/>
                    <a:pt x="280148" y="126573"/>
                  </a:cubicBezTo>
                  <a:cubicBezTo>
                    <a:pt x="268751" y="147154"/>
                    <a:pt x="255087" y="174586"/>
                    <a:pt x="239154" y="208869"/>
                  </a:cubicBezTo>
                  <a:cubicBezTo>
                    <a:pt x="232886" y="204035"/>
                    <a:pt x="226787" y="200268"/>
                    <a:pt x="220855" y="197568"/>
                  </a:cubicBezTo>
                  <a:cubicBezTo>
                    <a:pt x="239238" y="171283"/>
                    <a:pt x="253874" y="144373"/>
                    <a:pt x="264764" y="116836"/>
                  </a:cubicBezTo>
                  <a:close/>
                  <a:moveTo>
                    <a:pt x="300468" y="112800"/>
                  </a:moveTo>
                  <a:cubicBezTo>
                    <a:pt x="304802" y="113550"/>
                    <a:pt x="310647" y="113925"/>
                    <a:pt x="318003" y="113925"/>
                  </a:cubicBezTo>
                  <a:cubicBezTo>
                    <a:pt x="321770" y="113925"/>
                    <a:pt x="323653" y="114991"/>
                    <a:pt x="323653" y="117122"/>
                  </a:cubicBezTo>
                  <a:cubicBezTo>
                    <a:pt x="323653" y="119253"/>
                    <a:pt x="322968" y="120966"/>
                    <a:pt x="321596" y="122262"/>
                  </a:cubicBezTo>
                  <a:cubicBezTo>
                    <a:pt x="320224" y="123557"/>
                    <a:pt x="319244" y="130198"/>
                    <a:pt x="318655" y="142184"/>
                  </a:cubicBezTo>
                  <a:cubicBezTo>
                    <a:pt x="318065" y="154170"/>
                    <a:pt x="316616" y="164127"/>
                    <a:pt x="314308" y="172055"/>
                  </a:cubicBezTo>
                  <a:cubicBezTo>
                    <a:pt x="311999" y="179984"/>
                    <a:pt x="308060" y="187079"/>
                    <a:pt x="302492" y="193342"/>
                  </a:cubicBezTo>
                  <a:cubicBezTo>
                    <a:pt x="296923" y="199605"/>
                    <a:pt x="288061" y="206350"/>
                    <a:pt x="275905" y="213577"/>
                  </a:cubicBezTo>
                  <a:cubicBezTo>
                    <a:pt x="271918" y="208569"/>
                    <a:pt x="266501" y="204467"/>
                    <a:pt x="259653" y="201272"/>
                  </a:cubicBezTo>
                  <a:cubicBezTo>
                    <a:pt x="274488" y="194314"/>
                    <a:pt x="285149" y="186510"/>
                    <a:pt x="291635" y="177861"/>
                  </a:cubicBezTo>
                  <a:cubicBezTo>
                    <a:pt x="298122" y="169213"/>
                    <a:pt x="301365" y="155463"/>
                    <a:pt x="301365" y="136613"/>
                  </a:cubicBezTo>
                  <a:cubicBezTo>
                    <a:pt x="301365" y="130603"/>
                    <a:pt x="301066" y="122665"/>
                    <a:pt x="300468" y="112800"/>
                  </a:cubicBezTo>
                  <a:close/>
                  <a:moveTo>
                    <a:pt x="334105" y="111678"/>
                  </a:moveTo>
                  <a:cubicBezTo>
                    <a:pt x="339927" y="112728"/>
                    <a:pt x="344347" y="113253"/>
                    <a:pt x="347364" y="113253"/>
                  </a:cubicBezTo>
                  <a:lnTo>
                    <a:pt x="351410" y="113028"/>
                  </a:lnTo>
                  <a:cubicBezTo>
                    <a:pt x="354285" y="113028"/>
                    <a:pt x="355722" y="114462"/>
                    <a:pt x="355722" y="117329"/>
                  </a:cubicBezTo>
                  <a:cubicBezTo>
                    <a:pt x="355722" y="119089"/>
                    <a:pt x="355325" y="120285"/>
                    <a:pt x="354532" y="120919"/>
                  </a:cubicBezTo>
                  <a:cubicBezTo>
                    <a:pt x="353739" y="121552"/>
                    <a:pt x="353290" y="122340"/>
                    <a:pt x="353186" y="123283"/>
                  </a:cubicBezTo>
                  <a:cubicBezTo>
                    <a:pt x="353081" y="124226"/>
                    <a:pt x="353029" y="126651"/>
                    <a:pt x="353029" y="130559"/>
                  </a:cubicBezTo>
                  <a:lnTo>
                    <a:pt x="353029" y="181465"/>
                  </a:lnTo>
                  <a:cubicBezTo>
                    <a:pt x="353029" y="188150"/>
                    <a:pt x="353701" y="196536"/>
                    <a:pt x="355047" y="206626"/>
                  </a:cubicBezTo>
                  <a:lnTo>
                    <a:pt x="334555" y="206626"/>
                  </a:lnTo>
                  <a:cubicBezTo>
                    <a:pt x="335453" y="196596"/>
                    <a:pt x="335901" y="188209"/>
                    <a:pt x="335901" y="181465"/>
                  </a:cubicBezTo>
                  <a:lnTo>
                    <a:pt x="335901" y="133474"/>
                  </a:lnTo>
                  <a:cubicBezTo>
                    <a:pt x="335901" y="124225"/>
                    <a:pt x="335303" y="116960"/>
                    <a:pt x="334105" y="111678"/>
                  </a:cubicBezTo>
                  <a:close/>
                  <a:moveTo>
                    <a:pt x="369313" y="111228"/>
                  </a:moveTo>
                  <a:cubicBezTo>
                    <a:pt x="374494" y="112428"/>
                    <a:pt x="378926" y="113028"/>
                    <a:pt x="382607" y="113028"/>
                  </a:cubicBezTo>
                  <a:lnTo>
                    <a:pt x="388229" y="112803"/>
                  </a:lnTo>
                  <a:cubicBezTo>
                    <a:pt x="391525" y="112803"/>
                    <a:pt x="393173" y="113895"/>
                    <a:pt x="393173" y="116079"/>
                  </a:cubicBezTo>
                  <a:cubicBezTo>
                    <a:pt x="393173" y="118262"/>
                    <a:pt x="392180" y="120126"/>
                    <a:pt x="390194" y="121669"/>
                  </a:cubicBezTo>
                  <a:cubicBezTo>
                    <a:pt x="388741" y="123019"/>
                    <a:pt x="388015" y="127627"/>
                    <a:pt x="388015" y="135492"/>
                  </a:cubicBezTo>
                  <a:lnTo>
                    <a:pt x="388015" y="184380"/>
                  </a:lnTo>
                  <a:cubicBezTo>
                    <a:pt x="388015" y="189438"/>
                    <a:pt x="390729" y="191967"/>
                    <a:pt x="396157" y="191967"/>
                  </a:cubicBezTo>
                  <a:cubicBezTo>
                    <a:pt x="401585" y="191967"/>
                    <a:pt x="405011" y="190255"/>
                    <a:pt x="406433" y="186830"/>
                  </a:cubicBezTo>
                  <a:cubicBezTo>
                    <a:pt x="407856" y="183406"/>
                    <a:pt x="408674" y="176446"/>
                    <a:pt x="408885" y="165949"/>
                  </a:cubicBezTo>
                  <a:cubicBezTo>
                    <a:pt x="414024" y="170057"/>
                    <a:pt x="420373" y="172363"/>
                    <a:pt x="427931" y="172868"/>
                  </a:cubicBezTo>
                  <a:cubicBezTo>
                    <a:pt x="426528" y="184005"/>
                    <a:pt x="424646" y="191934"/>
                    <a:pt x="422285" y="196655"/>
                  </a:cubicBezTo>
                  <a:cubicBezTo>
                    <a:pt x="419924" y="201376"/>
                    <a:pt x="416681" y="204479"/>
                    <a:pt x="412556" y="205965"/>
                  </a:cubicBezTo>
                  <a:cubicBezTo>
                    <a:pt x="408430" y="207451"/>
                    <a:pt x="402217" y="208194"/>
                    <a:pt x="393916" y="208194"/>
                  </a:cubicBezTo>
                  <a:cubicBezTo>
                    <a:pt x="385615" y="208194"/>
                    <a:pt x="379775" y="206679"/>
                    <a:pt x="376398" y="203649"/>
                  </a:cubicBezTo>
                  <a:cubicBezTo>
                    <a:pt x="373020" y="200618"/>
                    <a:pt x="371331" y="193822"/>
                    <a:pt x="371331" y="183259"/>
                  </a:cubicBezTo>
                  <a:lnTo>
                    <a:pt x="371331" y="132352"/>
                  </a:lnTo>
                  <a:cubicBezTo>
                    <a:pt x="371331" y="124430"/>
                    <a:pt x="370658" y="117388"/>
                    <a:pt x="369313" y="111228"/>
                  </a:cubicBezTo>
                  <a:close/>
                  <a:moveTo>
                    <a:pt x="90236" y="103020"/>
                  </a:moveTo>
                  <a:lnTo>
                    <a:pt x="90236" y="132988"/>
                  </a:lnTo>
                  <a:lnTo>
                    <a:pt x="140160" y="132988"/>
                  </a:lnTo>
                  <a:lnTo>
                    <a:pt x="140160" y="103020"/>
                  </a:lnTo>
                  <a:close/>
                  <a:moveTo>
                    <a:pt x="20270" y="103020"/>
                  </a:moveTo>
                  <a:lnTo>
                    <a:pt x="20270" y="132988"/>
                  </a:lnTo>
                  <a:lnTo>
                    <a:pt x="71537" y="132988"/>
                  </a:lnTo>
                  <a:lnTo>
                    <a:pt x="71537" y="103020"/>
                  </a:lnTo>
                  <a:close/>
                  <a:moveTo>
                    <a:pt x="230831" y="66826"/>
                  </a:moveTo>
                  <a:cubicBezTo>
                    <a:pt x="246859" y="74670"/>
                    <a:pt x="261579" y="84022"/>
                    <a:pt x="274990" y="94883"/>
                  </a:cubicBezTo>
                  <a:lnTo>
                    <a:pt x="263714" y="108624"/>
                  </a:lnTo>
                  <a:cubicBezTo>
                    <a:pt x="250755" y="97182"/>
                    <a:pt x="236843" y="88184"/>
                    <a:pt x="221976" y="81628"/>
                  </a:cubicBezTo>
                  <a:close/>
                  <a:moveTo>
                    <a:pt x="90236" y="55253"/>
                  </a:moveTo>
                  <a:lnTo>
                    <a:pt x="90236" y="87686"/>
                  </a:lnTo>
                  <a:lnTo>
                    <a:pt x="140160" y="87686"/>
                  </a:lnTo>
                  <a:lnTo>
                    <a:pt x="140160" y="55253"/>
                  </a:lnTo>
                  <a:close/>
                  <a:moveTo>
                    <a:pt x="20270" y="55253"/>
                  </a:moveTo>
                  <a:lnTo>
                    <a:pt x="20270" y="87686"/>
                  </a:lnTo>
                  <a:lnTo>
                    <a:pt x="71537" y="87686"/>
                  </a:lnTo>
                  <a:lnTo>
                    <a:pt x="71537" y="55253"/>
                  </a:lnTo>
                  <a:close/>
                  <a:moveTo>
                    <a:pt x="637332" y="45609"/>
                  </a:moveTo>
                  <a:lnTo>
                    <a:pt x="612057" y="101816"/>
                  </a:lnTo>
                  <a:lnTo>
                    <a:pt x="662428" y="101816"/>
                  </a:lnTo>
                  <a:close/>
                  <a:moveTo>
                    <a:pt x="522149" y="8076"/>
                  </a:moveTo>
                  <a:lnTo>
                    <a:pt x="542940" y="8076"/>
                  </a:lnTo>
                  <a:lnTo>
                    <a:pt x="475432" y="199450"/>
                  </a:lnTo>
                  <a:lnTo>
                    <a:pt x="454719" y="199450"/>
                  </a:lnTo>
                  <a:close/>
                  <a:moveTo>
                    <a:pt x="633785" y="5608"/>
                  </a:moveTo>
                  <a:lnTo>
                    <a:pt x="640900" y="5608"/>
                  </a:lnTo>
                  <a:lnTo>
                    <a:pt x="716785" y="177472"/>
                  </a:lnTo>
                  <a:lnTo>
                    <a:pt x="695736" y="177472"/>
                  </a:lnTo>
                  <a:lnTo>
                    <a:pt x="670393" y="122530"/>
                  </a:lnTo>
                  <a:lnTo>
                    <a:pt x="603838" y="122530"/>
                  </a:lnTo>
                  <a:lnTo>
                    <a:pt x="578725" y="177472"/>
                  </a:lnTo>
                  <a:lnTo>
                    <a:pt x="557029" y="177472"/>
                  </a:lnTo>
                  <a:close/>
                  <a:moveTo>
                    <a:pt x="69069" y="2915"/>
                  </a:moveTo>
                  <a:cubicBezTo>
                    <a:pt x="77356" y="3962"/>
                    <a:pt x="84696" y="4486"/>
                    <a:pt x="91090" y="4486"/>
                  </a:cubicBezTo>
                  <a:cubicBezTo>
                    <a:pt x="95305" y="4486"/>
                    <a:pt x="97412" y="5724"/>
                    <a:pt x="97412" y="8201"/>
                  </a:cubicBezTo>
                  <a:cubicBezTo>
                    <a:pt x="97412" y="10677"/>
                    <a:pt x="96552" y="12260"/>
                    <a:pt x="94831" y="12948"/>
                  </a:cubicBezTo>
                  <a:cubicBezTo>
                    <a:pt x="93111" y="13636"/>
                    <a:pt x="91915" y="14595"/>
                    <a:pt x="91243" y="15823"/>
                  </a:cubicBezTo>
                  <a:cubicBezTo>
                    <a:pt x="90572" y="17052"/>
                    <a:pt x="90236" y="18145"/>
                    <a:pt x="90236" y="19102"/>
                  </a:cubicBezTo>
                  <a:lnTo>
                    <a:pt x="90236" y="39469"/>
                  </a:lnTo>
                  <a:cubicBezTo>
                    <a:pt x="121014" y="39472"/>
                    <a:pt x="144412" y="38574"/>
                    <a:pt x="160431" y="36776"/>
                  </a:cubicBezTo>
                  <a:cubicBezTo>
                    <a:pt x="159383" y="44556"/>
                    <a:pt x="158859" y="53765"/>
                    <a:pt x="158859" y="64404"/>
                  </a:cubicBezTo>
                  <a:lnTo>
                    <a:pt x="158859" y="130559"/>
                  </a:lnTo>
                  <a:cubicBezTo>
                    <a:pt x="158859" y="141175"/>
                    <a:pt x="159607" y="152626"/>
                    <a:pt x="161102" y="164913"/>
                  </a:cubicBezTo>
                  <a:lnTo>
                    <a:pt x="140160" y="164913"/>
                  </a:lnTo>
                  <a:lnTo>
                    <a:pt x="140160" y="148769"/>
                  </a:lnTo>
                  <a:lnTo>
                    <a:pt x="90236" y="148769"/>
                  </a:lnTo>
                  <a:lnTo>
                    <a:pt x="90236" y="177876"/>
                  </a:lnTo>
                  <a:cubicBezTo>
                    <a:pt x="90236" y="182605"/>
                    <a:pt x="90626" y="185868"/>
                    <a:pt x="91404" y="187664"/>
                  </a:cubicBezTo>
                  <a:cubicBezTo>
                    <a:pt x="92183" y="189461"/>
                    <a:pt x="93985" y="190777"/>
                    <a:pt x="96810" y="191611"/>
                  </a:cubicBezTo>
                  <a:cubicBezTo>
                    <a:pt x="99636" y="192446"/>
                    <a:pt x="104594" y="192863"/>
                    <a:pt x="111685" y="192863"/>
                  </a:cubicBezTo>
                  <a:lnTo>
                    <a:pt x="147154" y="192638"/>
                  </a:lnTo>
                  <a:cubicBezTo>
                    <a:pt x="155193" y="192638"/>
                    <a:pt x="160604" y="190196"/>
                    <a:pt x="163386" y="185311"/>
                  </a:cubicBezTo>
                  <a:cubicBezTo>
                    <a:pt x="166169" y="180425"/>
                    <a:pt x="168427" y="171954"/>
                    <a:pt x="170160" y="159895"/>
                  </a:cubicBezTo>
                  <a:cubicBezTo>
                    <a:pt x="175602" y="164286"/>
                    <a:pt x="182001" y="167666"/>
                    <a:pt x="189359" y="170035"/>
                  </a:cubicBezTo>
                  <a:cubicBezTo>
                    <a:pt x="185592" y="185635"/>
                    <a:pt x="180872" y="196231"/>
                    <a:pt x="175199" y="201823"/>
                  </a:cubicBezTo>
                  <a:cubicBezTo>
                    <a:pt x="169525" y="207416"/>
                    <a:pt x="160240" y="210212"/>
                    <a:pt x="147343" y="210212"/>
                  </a:cubicBezTo>
                  <a:lnTo>
                    <a:pt x="111946" y="209990"/>
                  </a:lnTo>
                  <a:cubicBezTo>
                    <a:pt x="99811" y="209990"/>
                    <a:pt x="90919" y="209102"/>
                    <a:pt x="85270" y="207326"/>
                  </a:cubicBezTo>
                  <a:cubicBezTo>
                    <a:pt x="79620" y="205549"/>
                    <a:pt x="75919" y="202365"/>
                    <a:pt x="74166" y="197773"/>
                  </a:cubicBezTo>
                  <a:cubicBezTo>
                    <a:pt x="72414" y="193181"/>
                    <a:pt x="71537" y="186101"/>
                    <a:pt x="71537" y="176533"/>
                  </a:cubicBezTo>
                  <a:lnTo>
                    <a:pt x="71537" y="148769"/>
                  </a:lnTo>
                  <a:lnTo>
                    <a:pt x="20270" y="148769"/>
                  </a:lnTo>
                  <a:lnTo>
                    <a:pt x="20270" y="169400"/>
                  </a:lnTo>
                  <a:lnTo>
                    <a:pt x="0" y="169400"/>
                  </a:lnTo>
                  <a:cubicBezTo>
                    <a:pt x="1643" y="156922"/>
                    <a:pt x="2465" y="144723"/>
                    <a:pt x="2465" y="132802"/>
                  </a:cubicBezTo>
                  <a:lnTo>
                    <a:pt x="2465" y="64404"/>
                  </a:lnTo>
                  <a:cubicBezTo>
                    <a:pt x="2465" y="54775"/>
                    <a:pt x="1942" y="45565"/>
                    <a:pt x="896" y="36776"/>
                  </a:cubicBezTo>
                  <a:cubicBezTo>
                    <a:pt x="17601" y="38574"/>
                    <a:pt x="41148" y="39472"/>
                    <a:pt x="71537" y="39469"/>
                  </a:cubicBezTo>
                  <a:cubicBezTo>
                    <a:pt x="71537" y="24617"/>
                    <a:pt x="70715" y="12432"/>
                    <a:pt x="69069" y="2915"/>
                  </a:cubicBezTo>
                  <a:close/>
                  <a:moveTo>
                    <a:pt x="336491" y="0"/>
                  </a:moveTo>
                  <a:cubicBezTo>
                    <a:pt x="345666" y="12235"/>
                    <a:pt x="352669" y="22702"/>
                    <a:pt x="357501" y="31400"/>
                  </a:cubicBezTo>
                  <a:cubicBezTo>
                    <a:pt x="384213" y="31400"/>
                    <a:pt x="405597" y="30725"/>
                    <a:pt x="421651" y="29375"/>
                  </a:cubicBezTo>
                  <a:lnTo>
                    <a:pt x="421651" y="47852"/>
                  </a:lnTo>
                  <a:cubicBezTo>
                    <a:pt x="407697" y="46657"/>
                    <a:pt x="380734" y="46059"/>
                    <a:pt x="340763" y="46059"/>
                  </a:cubicBezTo>
                  <a:cubicBezTo>
                    <a:pt x="337596" y="49610"/>
                    <a:pt x="327257" y="63708"/>
                    <a:pt x="309748" y="88354"/>
                  </a:cubicBezTo>
                  <a:lnTo>
                    <a:pt x="380303" y="85871"/>
                  </a:lnTo>
                  <a:cubicBezTo>
                    <a:pt x="374491" y="80621"/>
                    <a:pt x="367838" y="74375"/>
                    <a:pt x="360344" y="67133"/>
                  </a:cubicBezTo>
                  <a:lnTo>
                    <a:pt x="372592" y="56961"/>
                  </a:lnTo>
                  <a:cubicBezTo>
                    <a:pt x="386963" y="69681"/>
                    <a:pt x="401298" y="86269"/>
                    <a:pt x="415597" y="106724"/>
                  </a:cubicBezTo>
                  <a:lnTo>
                    <a:pt x="400977" y="116700"/>
                  </a:lnTo>
                  <a:cubicBezTo>
                    <a:pt x="397005" y="110947"/>
                    <a:pt x="393105" y="105341"/>
                    <a:pt x="389276" y="99880"/>
                  </a:cubicBezTo>
                  <a:cubicBezTo>
                    <a:pt x="326216" y="103438"/>
                    <a:pt x="292691" y="106353"/>
                    <a:pt x="288703" y="108624"/>
                  </a:cubicBezTo>
                  <a:cubicBezTo>
                    <a:pt x="286910" y="103152"/>
                    <a:pt x="284926" y="97526"/>
                    <a:pt x="282752" y="91747"/>
                  </a:cubicBezTo>
                  <a:cubicBezTo>
                    <a:pt x="286850" y="90142"/>
                    <a:pt x="290561" y="87713"/>
                    <a:pt x="293884" y="84461"/>
                  </a:cubicBezTo>
                  <a:cubicBezTo>
                    <a:pt x="297207" y="81208"/>
                    <a:pt x="302019" y="75133"/>
                    <a:pt x="308321" y="66235"/>
                  </a:cubicBezTo>
                  <a:cubicBezTo>
                    <a:pt x="314623" y="57337"/>
                    <a:pt x="319256" y="50686"/>
                    <a:pt x="322221" y="46281"/>
                  </a:cubicBezTo>
                  <a:cubicBezTo>
                    <a:pt x="307891" y="46281"/>
                    <a:pt x="294436" y="46805"/>
                    <a:pt x="281855" y="47852"/>
                  </a:cubicBezTo>
                  <a:lnTo>
                    <a:pt x="281855" y="41267"/>
                  </a:lnTo>
                  <a:lnTo>
                    <a:pt x="272508" y="53235"/>
                  </a:lnTo>
                  <a:cubicBezTo>
                    <a:pt x="263788" y="45941"/>
                    <a:pt x="249710" y="36872"/>
                    <a:pt x="230274" y="26028"/>
                  </a:cubicBezTo>
                  <a:lnTo>
                    <a:pt x="239182" y="11884"/>
                  </a:lnTo>
                  <a:cubicBezTo>
                    <a:pt x="249332" y="17421"/>
                    <a:pt x="258083" y="22486"/>
                    <a:pt x="265434" y="27077"/>
                  </a:cubicBezTo>
                  <a:lnTo>
                    <a:pt x="281855" y="38442"/>
                  </a:lnTo>
                  <a:lnTo>
                    <a:pt x="281855" y="29375"/>
                  </a:lnTo>
                  <a:cubicBezTo>
                    <a:pt x="297143" y="30725"/>
                    <a:pt x="316354" y="31400"/>
                    <a:pt x="339488" y="31400"/>
                  </a:cubicBezTo>
                  <a:cubicBezTo>
                    <a:pt x="335411" y="26483"/>
                    <a:pt x="329655" y="19290"/>
                    <a:pt x="322221" y="98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4D1E6B6-259C-46EB-9B9C-F2538513912E}"/>
                </a:ext>
              </a:extLst>
            </p:cNvPr>
            <p:cNvSpPr txBox="1"/>
            <p:nvPr/>
          </p:nvSpPr>
          <p:spPr>
            <a:xfrm>
              <a:off x="2763006" y="1058237"/>
              <a:ext cx="920635" cy="270225"/>
            </a:xfrm>
            <a:custGeom>
              <a:avLst/>
              <a:gdLst/>
              <a:ahLst/>
              <a:cxnLst/>
              <a:rect l="l" t="t" r="r" b="b"/>
              <a:pathLst>
                <a:path w="706244" h="207297">
                  <a:moveTo>
                    <a:pt x="369166" y="118407"/>
                  </a:moveTo>
                  <a:cubicBezTo>
                    <a:pt x="383430" y="133259"/>
                    <a:pt x="394796" y="147473"/>
                    <a:pt x="403263" y="161048"/>
                  </a:cubicBezTo>
                  <a:lnTo>
                    <a:pt x="388826" y="170521"/>
                  </a:lnTo>
                  <a:cubicBezTo>
                    <a:pt x="379875" y="156200"/>
                    <a:pt x="369035" y="142164"/>
                    <a:pt x="356308" y="128412"/>
                  </a:cubicBezTo>
                  <a:close/>
                  <a:moveTo>
                    <a:pt x="90236" y="100105"/>
                  </a:moveTo>
                  <a:lnTo>
                    <a:pt x="90236" y="130073"/>
                  </a:lnTo>
                  <a:lnTo>
                    <a:pt x="140160" y="130073"/>
                  </a:lnTo>
                  <a:lnTo>
                    <a:pt x="140160" y="100105"/>
                  </a:lnTo>
                  <a:close/>
                  <a:moveTo>
                    <a:pt x="20270" y="100105"/>
                  </a:moveTo>
                  <a:lnTo>
                    <a:pt x="20270" y="130073"/>
                  </a:lnTo>
                  <a:lnTo>
                    <a:pt x="71537" y="130073"/>
                  </a:lnTo>
                  <a:lnTo>
                    <a:pt x="71537" y="100105"/>
                  </a:lnTo>
                  <a:close/>
                  <a:moveTo>
                    <a:pt x="90236" y="52338"/>
                  </a:moveTo>
                  <a:lnTo>
                    <a:pt x="90236" y="84771"/>
                  </a:lnTo>
                  <a:lnTo>
                    <a:pt x="140160" y="84771"/>
                  </a:lnTo>
                  <a:lnTo>
                    <a:pt x="140160" y="52338"/>
                  </a:lnTo>
                  <a:close/>
                  <a:moveTo>
                    <a:pt x="20270" y="52338"/>
                  </a:moveTo>
                  <a:lnTo>
                    <a:pt x="20270" y="84771"/>
                  </a:lnTo>
                  <a:lnTo>
                    <a:pt x="71537" y="84771"/>
                  </a:lnTo>
                  <a:lnTo>
                    <a:pt x="71537" y="52338"/>
                  </a:lnTo>
                  <a:close/>
                  <a:moveTo>
                    <a:pt x="324239" y="41262"/>
                  </a:moveTo>
                  <a:cubicBezTo>
                    <a:pt x="330981" y="42312"/>
                    <a:pt x="337573" y="42837"/>
                    <a:pt x="344017" y="42837"/>
                  </a:cubicBezTo>
                  <a:cubicBezTo>
                    <a:pt x="348081" y="42837"/>
                    <a:pt x="350114" y="43892"/>
                    <a:pt x="350114" y="46003"/>
                  </a:cubicBezTo>
                  <a:cubicBezTo>
                    <a:pt x="350114" y="48114"/>
                    <a:pt x="349142" y="49917"/>
                    <a:pt x="347199" y="51411"/>
                  </a:cubicBezTo>
                  <a:cubicBezTo>
                    <a:pt x="345256" y="52906"/>
                    <a:pt x="344285" y="55143"/>
                    <a:pt x="344285" y="58125"/>
                  </a:cubicBezTo>
                  <a:lnTo>
                    <a:pt x="344285" y="94411"/>
                  </a:lnTo>
                  <a:cubicBezTo>
                    <a:pt x="363944" y="94261"/>
                    <a:pt x="382482" y="93439"/>
                    <a:pt x="399899" y="91943"/>
                  </a:cubicBezTo>
                  <a:lnTo>
                    <a:pt x="399899" y="111989"/>
                  </a:lnTo>
                  <a:cubicBezTo>
                    <a:pt x="382216" y="110493"/>
                    <a:pt x="363677" y="109672"/>
                    <a:pt x="344285" y="109524"/>
                  </a:cubicBezTo>
                  <a:lnTo>
                    <a:pt x="344285" y="178954"/>
                  </a:lnTo>
                  <a:cubicBezTo>
                    <a:pt x="372793" y="178806"/>
                    <a:pt x="398508" y="177835"/>
                    <a:pt x="421430" y="176039"/>
                  </a:cubicBezTo>
                  <a:lnTo>
                    <a:pt x="421430" y="197206"/>
                  </a:lnTo>
                  <a:cubicBezTo>
                    <a:pt x="397644" y="195263"/>
                    <a:pt x="370409" y="194292"/>
                    <a:pt x="339727" y="194292"/>
                  </a:cubicBezTo>
                  <a:cubicBezTo>
                    <a:pt x="309044" y="194292"/>
                    <a:pt x="280484" y="195263"/>
                    <a:pt x="254045" y="197206"/>
                  </a:cubicBezTo>
                  <a:lnTo>
                    <a:pt x="254045" y="176039"/>
                  </a:lnTo>
                  <a:cubicBezTo>
                    <a:pt x="276795" y="177987"/>
                    <a:pt x="300716" y="178959"/>
                    <a:pt x="325807" y="178954"/>
                  </a:cubicBezTo>
                  <a:lnTo>
                    <a:pt x="325807" y="109524"/>
                  </a:lnTo>
                  <a:cubicBezTo>
                    <a:pt x="305348" y="109672"/>
                    <a:pt x="287407" y="110493"/>
                    <a:pt x="271986" y="111989"/>
                  </a:cubicBezTo>
                  <a:lnTo>
                    <a:pt x="271986" y="91943"/>
                  </a:lnTo>
                  <a:cubicBezTo>
                    <a:pt x="287217" y="93591"/>
                    <a:pt x="305157" y="94414"/>
                    <a:pt x="325807" y="94411"/>
                  </a:cubicBezTo>
                  <a:lnTo>
                    <a:pt x="325807" y="76288"/>
                  </a:lnTo>
                  <a:cubicBezTo>
                    <a:pt x="325807" y="59883"/>
                    <a:pt x="325285" y="48208"/>
                    <a:pt x="324239" y="41262"/>
                  </a:cubicBezTo>
                  <a:close/>
                  <a:moveTo>
                    <a:pt x="240815" y="17041"/>
                  </a:moveTo>
                  <a:cubicBezTo>
                    <a:pt x="246715" y="18241"/>
                    <a:pt x="276554" y="18841"/>
                    <a:pt x="330329" y="18841"/>
                  </a:cubicBezTo>
                  <a:cubicBezTo>
                    <a:pt x="384105" y="18841"/>
                    <a:pt x="413724" y="18241"/>
                    <a:pt x="419187" y="17041"/>
                  </a:cubicBezTo>
                  <a:lnTo>
                    <a:pt x="419187" y="36190"/>
                  </a:lnTo>
                  <a:cubicBezTo>
                    <a:pt x="408357" y="35144"/>
                    <a:pt x="386814" y="34622"/>
                    <a:pt x="354557" y="34622"/>
                  </a:cubicBezTo>
                  <a:lnTo>
                    <a:pt x="259506" y="34622"/>
                  </a:lnTo>
                  <a:cubicBezTo>
                    <a:pt x="259661" y="47928"/>
                    <a:pt x="259738" y="58827"/>
                    <a:pt x="259738" y="67319"/>
                  </a:cubicBezTo>
                  <a:cubicBezTo>
                    <a:pt x="259738" y="104311"/>
                    <a:pt x="258031" y="131609"/>
                    <a:pt x="254616" y="149213"/>
                  </a:cubicBezTo>
                  <a:cubicBezTo>
                    <a:pt x="251202" y="166816"/>
                    <a:pt x="244701" y="184907"/>
                    <a:pt x="235114" y="203486"/>
                  </a:cubicBezTo>
                  <a:cubicBezTo>
                    <a:pt x="227415" y="201693"/>
                    <a:pt x="221093" y="200300"/>
                    <a:pt x="216147" y="199307"/>
                  </a:cubicBezTo>
                  <a:cubicBezTo>
                    <a:pt x="226234" y="183921"/>
                    <a:pt x="232979" y="167612"/>
                    <a:pt x="236382" y="150379"/>
                  </a:cubicBezTo>
                  <a:cubicBezTo>
                    <a:pt x="239785" y="133146"/>
                    <a:pt x="241486" y="106431"/>
                    <a:pt x="241486" y="70233"/>
                  </a:cubicBezTo>
                  <a:cubicBezTo>
                    <a:pt x="241486" y="56079"/>
                    <a:pt x="241262" y="38348"/>
                    <a:pt x="240815" y="17041"/>
                  </a:cubicBezTo>
                  <a:close/>
                  <a:moveTo>
                    <a:pt x="559047" y="9197"/>
                  </a:moveTo>
                  <a:lnTo>
                    <a:pt x="580396" y="9197"/>
                  </a:lnTo>
                  <a:lnTo>
                    <a:pt x="632217" y="137467"/>
                  </a:lnTo>
                  <a:lnTo>
                    <a:pt x="684902" y="9197"/>
                  </a:lnTo>
                  <a:lnTo>
                    <a:pt x="706244" y="9197"/>
                  </a:lnTo>
                  <a:lnTo>
                    <a:pt x="635260" y="178593"/>
                  </a:lnTo>
                  <a:lnTo>
                    <a:pt x="628842" y="178593"/>
                  </a:lnTo>
                  <a:close/>
                  <a:moveTo>
                    <a:pt x="522149" y="5161"/>
                  </a:moveTo>
                  <a:lnTo>
                    <a:pt x="542940" y="5161"/>
                  </a:lnTo>
                  <a:lnTo>
                    <a:pt x="475432" y="196535"/>
                  </a:lnTo>
                  <a:lnTo>
                    <a:pt x="454719" y="196535"/>
                  </a:lnTo>
                  <a:close/>
                  <a:moveTo>
                    <a:pt x="69069" y="0"/>
                  </a:moveTo>
                  <a:cubicBezTo>
                    <a:pt x="77356" y="1047"/>
                    <a:pt x="84696" y="1571"/>
                    <a:pt x="91090" y="1571"/>
                  </a:cubicBezTo>
                  <a:cubicBezTo>
                    <a:pt x="95305" y="1571"/>
                    <a:pt x="97412" y="2809"/>
                    <a:pt x="97412" y="5286"/>
                  </a:cubicBezTo>
                  <a:cubicBezTo>
                    <a:pt x="97412" y="7762"/>
                    <a:pt x="96552" y="9345"/>
                    <a:pt x="94831" y="10033"/>
                  </a:cubicBezTo>
                  <a:cubicBezTo>
                    <a:pt x="93111" y="10721"/>
                    <a:pt x="91915" y="11680"/>
                    <a:pt x="91243" y="12908"/>
                  </a:cubicBezTo>
                  <a:cubicBezTo>
                    <a:pt x="90572" y="14137"/>
                    <a:pt x="90236" y="15230"/>
                    <a:pt x="90236" y="16187"/>
                  </a:cubicBezTo>
                  <a:lnTo>
                    <a:pt x="90236" y="36554"/>
                  </a:lnTo>
                  <a:cubicBezTo>
                    <a:pt x="121014" y="36556"/>
                    <a:pt x="144412" y="35659"/>
                    <a:pt x="160431" y="33861"/>
                  </a:cubicBezTo>
                  <a:cubicBezTo>
                    <a:pt x="159383" y="41640"/>
                    <a:pt x="158859" y="50850"/>
                    <a:pt x="158859" y="61489"/>
                  </a:cubicBezTo>
                  <a:lnTo>
                    <a:pt x="158859" y="127644"/>
                  </a:lnTo>
                  <a:cubicBezTo>
                    <a:pt x="158859" y="138260"/>
                    <a:pt x="159607" y="149711"/>
                    <a:pt x="161102" y="161998"/>
                  </a:cubicBezTo>
                  <a:lnTo>
                    <a:pt x="140160" y="161998"/>
                  </a:lnTo>
                  <a:lnTo>
                    <a:pt x="140160" y="145853"/>
                  </a:lnTo>
                  <a:lnTo>
                    <a:pt x="90236" y="145853"/>
                  </a:lnTo>
                  <a:lnTo>
                    <a:pt x="90236" y="174961"/>
                  </a:lnTo>
                  <a:cubicBezTo>
                    <a:pt x="90236" y="179690"/>
                    <a:pt x="90626" y="182953"/>
                    <a:pt x="91404" y="184749"/>
                  </a:cubicBezTo>
                  <a:cubicBezTo>
                    <a:pt x="92183" y="186546"/>
                    <a:pt x="93985" y="187862"/>
                    <a:pt x="96810" y="188696"/>
                  </a:cubicBezTo>
                  <a:cubicBezTo>
                    <a:pt x="99636" y="189531"/>
                    <a:pt x="104594" y="189948"/>
                    <a:pt x="111685" y="189948"/>
                  </a:cubicBezTo>
                  <a:lnTo>
                    <a:pt x="147154" y="189723"/>
                  </a:lnTo>
                  <a:cubicBezTo>
                    <a:pt x="155193" y="189723"/>
                    <a:pt x="160604" y="187281"/>
                    <a:pt x="163386" y="182396"/>
                  </a:cubicBezTo>
                  <a:cubicBezTo>
                    <a:pt x="166169" y="177510"/>
                    <a:pt x="168427" y="169039"/>
                    <a:pt x="170160" y="156980"/>
                  </a:cubicBezTo>
                  <a:cubicBezTo>
                    <a:pt x="175602" y="161371"/>
                    <a:pt x="182001" y="164751"/>
                    <a:pt x="189359" y="167120"/>
                  </a:cubicBezTo>
                  <a:cubicBezTo>
                    <a:pt x="185592" y="182720"/>
                    <a:pt x="180872" y="193316"/>
                    <a:pt x="175199" y="198908"/>
                  </a:cubicBezTo>
                  <a:cubicBezTo>
                    <a:pt x="169525" y="204501"/>
                    <a:pt x="160240" y="207297"/>
                    <a:pt x="147343" y="207297"/>
                  </a:cubicBezTo>
                  <a:lnTo>
                    <a:pt x="111946" y="207075"/>
                  </a:lnTo>
                  <a:cubicBezTo>
                    <a:pt x="99811" y="207075"/>
                    <a:pt x="90919" y="206187"/>
                    <a:pt x="85270" y="204411"/>
                  </a:cubicBezTo>
                  <a:cubicBezTo>
                    <a:pt x="79620" y="202634"/>
                    <a:pt x="75919" y="199450"/>
                    <a:pt x="74166" y="194858"/>
                  </a:cubicBezTo>
                  <a:cubicBezTo>
                    <a:pt x="72414" y="190266"/>
                    <a:pt x="71537" y="183186"/>
                    <a:pt x="71537" y="173618"/>
                  </a:cubicBezTo>
                  <a:lnTo>
                    <a:pt x="71537" y="145853"/>
                  </a:lnTo>
                  <a:lnTo>
                    <a:pt x="20270" y="145853"/>
                  </a:lnTo>
                  <a:lnTo>
                    <a:pt x="20270" y="166485"/>
                  </a:lnTo>
                  <a:lnTo>
                    <a:pt x="0" y="166485"/>
                  </a:lnTo>
                  <a:cubicBezTo>
                    <a:pt x="1643" y="154007"/>
                    <a:pt x="2465" y="141808"/>
                    <a:pt x="2465" y="129887"/>
                  </a:cubicBezTo>
                  <a:lnTo>
                    <a:pt x="2465" y="61489"/>
                  </a:lnTo>
                  <a:cubicBezTo>
                    <a:pt x="2465" y="51860"/>
                    <a:pt x="1942" y="42650"/>
                    <a:pt x="896" y="33861"/>
                  </a:cubicBezTo>
                  <a:cubicBezTo>
                    <a:pt x="17601" y="35659"/>
                    <a:pt x="41148" y="36556"/>
                    <a:pt x="71537" y="36554"/>
                  </a:cubicBezTo>
                  <a:cubicBezTo>
                    <a:pt x="71537" y="21702"/>
                    <a:pt x="70715" y="9517"/>
                    <a:pt x="690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FAEA7B54-C87C-45A2-ACB6-F0A94BF0F677}"/>
                </a:ext>
              </a:extLst>
            </p:cNvPr>
            <p:cNvGrpSpPr/>
            <p:nvPr/>
          </p:nvGrpSpPr>
          <p:grpSpPr>
            <a:xfrm>
              <a:off x="3072637" y="1613755"/>
              <a:ext cx="5808230" cy="1496249"/>
              <a:chOff x="3072637" y="1613755"/>
              <a:chExt cx="5808230" cy="1496249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800EADB0-24B5-4121-AF32-F22EAF082F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6537" y="1722078"/>
                <a:ext cx="1698774" cy="0"/>
              </a:xfrm>
              <a:prstGeom prst="line">
                <a:avLst/>
              </a:prstGeom>
              <a:ln w="158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D803AF21-F092-4A60-974E-9DEB6A060B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7033" y="1722078"/>
                <a:ext cx="66221" cy="1387926"/>
              </a:xfrm>
              <a:prstGeom prst="line">
                <a:avLst/>
              </a:prstGeom>
              <a:ln w="158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9C095000-6F56-4DA5-A359-62DB1D29C0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53255" y="3110004"/>
                <a:ext cx="3327612" cy="0"/>
              </a:xfrm>
              <a:prstGeom prst="line">
                <a:avLst/>
              </a:prstGeom>
              <a:ln w="158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1BAEFBF-C8A4-4C4E-87EF-6C0D5C30E83E}"/>
                  </a:ext>
                </a:extLst>
              </p:cNvPr>
              <p:cNvSpPr txBox="1"/>
              <p:nvPr/>
            </p:nvSpPr>
            <p:spPr>
              <a:xfrm>
                <a:off x="3072637" y="1613755"/>
                <a:ext cx="599567" cy="224689"/>
              </a:xfrm>
              <a:custGeom>
                <a:avLst/>
                <a:gdLst/>
                <a:ahLst/>
                <a:cxnLst/>
                <a:rect l="l" t="t" r="r" b="b"/>
                <a:pathLst>
                  <a:path w="459944" h="172365">
                    <a:moveTo>
                      <a:pt x="151029" y="143790"/>
                    </a:moveTo>
                    <a:cubicBezTo>
                      <a:pt x="154839" y="143790"/>
                      <a:pt x="158077" y="145123"/>
                      <a:pt x="160744" y="147790"/>
                    </a:cubicBezTo>
                    <a:cubicBezTo>
                      <a:pt x="163411" y="150457"/>
                      <a:pt x="164745" y="153696"/>
                      <a:pt x="164745" y="157506"/>
                    </a:cubicBezTo>
                    <a:cubicBezTo>
                      <a:pt x="164745" y="161468"/>
                      <a:pt x="163411" y="164783"/>
                      <a:pt x="160744" y="167450"/>
                    </a:cubicBezTo>
                    <a:cubicBezTo>
                      <a:pt x="158077" y="170117"/>
                      <a:pt x="154839" y="171450"/>
                      <a:pt x="151029" y="171450"/>
                    </a:cubicBezTo>
                    <a:cubicBezTo>
                      <a:pt x="147371" y="171450"/>
                      <a:pt x="144171" y="170079"/>
                      <a:pt x="141428" y="167336"/>
                    </a:cubicBezTo>
                    <a:cubicBezTo>
                      <a:pt x="138684" y="164592"/>
                      <a:pt x="137313" y="161316"/>
                      <a:pt x="137313" y="157506"/>
                    </a:cubicBezTo>
                    <a:cubicBezTo>
                      <a:pt x="137313" y="153696"/>
                      <a:pt x="138684" y="150457"/>
                      <a:pt x="141428" y="147790"/>
                    </a:cubicBezTo>
                    <a:cubicBezTo>
                      <a:pt x="144171" y="145123"/>
                      <a:pt x="147371" y="143790"/>
                      <a:pt x="151029" y="143790"/>
                    </a:cubicBezTo>
                    <a:close/>
                    <a:moveTo>
                      <a:pt x="55550" y="15545"/>
                    </a:moveTo>
                    <a:cubicBezTo>
                      <a:pt x="42901" y="15545"/>
                      <a:pt x="33071" y="21641"/>
                      <a:pt x="26061" y="33833"/>
                    </a:cubicBezTo>
                    <a:cubicBezTo>
                      <a:pt x="19050" y="46025"/>
                      <a:pt x="15545" y="63627"/>
                      <a:pt x="15545" y="86640"/>
                    </a:cubicBezTo>
                    <a:cubicBezTo>
                      <a:pt x="15545" y="133884"/>
                      <a:pt x="28880" y="157506"/>
                      <a:pt x="55550" y="157506"/>
                    </a:cubicBezTo>
                    <a:cubicBezTo>
                      <a:pt x="68504" y="157506"/>
                      <a:pt x="78601" y="151296"/>
                      <a:pt x="85840" y="138875"/>
                    </a:cubicBezTo>
                    <a:cubicBezTo>
                      <a:pt x="93079" y="126454"/>
                      <a:pt x="96698" y="109043"/>
                      <a:pt x="96698" y="86640"/>
                    </a:cubicBezTo>
                    <a:cubicBezTo>
                      <a:pt x="96698" y="63627"/>
                      <a:pt x="92964" y="46025"/>
                      <a:pt x="85497" y="33833"/>
                    </a:cubicBezTo>
                    <a:cubicBezTo>
                      <a:pt x="78029" y="21641"/>
                      <a:pt x="68047" y="15545"/>
                      <a:pt x="55550" y="15545"/>
                    </a:cubicBezTo>
                    <a:close/>
                    <a:moveTo>
                      <a:pt x="314554" y="4115"/>
                    </a:moveTo>
                    <a:lnTo>
                      <a:pt x="332385" y="4115"/>
                    </a:lnTo>
                    <a:lnTo>
                      <a:pt x="386792" y="135103"/>
                    </a:lnTo>
                    <a:lnTo>
                      <a:pt x="442113" y="4115"/>
                    </a:lnTo>
                    <a:lnTo>
                      <a:pt x="459944" y="4115"/>
                    </a:lnTo>
                    <a:lnTo>
                      <a:pt x="388392" y="172365"/>
                    </a:lnTo>
                    <a:lnTo>
                      <a:pt x="384963" y="172365"/>
                    </a:lnTo>
                    <a:close/>
                    <a:moveTo>
                      <a:pt x="199644" y="4115"/>
                    </a:moveTo>
                    <a:lnTo>
                      <a:pt x="303657" y="4115"/>
                    </a:lnTo>
                    <a:lnTo>
                      <a:pt x="215875" y="172365"/>
                    </a:lnTo>
                    <a:lnTo>
                      <a:pt x="202388" y="165507"/>
                    </a:lnTo>
                    <a:lnTo>
                      <a:pt x="278283" y="19660"/>
                    </a:lnTo>
                    <a:lnTo>
                      <a:pt x="199644" y="19660"/>
                    </a:lnTo>
                    <a:close/>
                    <a:moveTo>
                      <a:pt x="55093" y="0"/>
                    </a:moveTo>
                    <a:cubicBezTo>
                      <a:pt x="72467" y="0"/>
                      <a:pt x="86297" y="7430"/>
                      <a:pt x="96584" y="22289"/>
                    </a:cubicBezTo>
                    <a:cubicBezTo>
                      <a:pt x="106871" y="37148"/>
                      <a:pt x="112014" y="58446"/>
                      <a:pt x="112014" y="86183"/>
                    </a:cubicBezTo>
                    <a:cubicBezTo>
                      <a:pt x="112014" y="113919"/>
                      <a:pt x="106833" y="135217"/>
                      <a:pt x="96470" y="150076"/>
                    </a:cubicBezTo>
                    <a:cubicBezTo>
                      <a:pt x="86106" y="164935"/>
                      <a:pt x="72314" y="172365"/>
                      <a:pt x="55093" y="172365"/>
                    </a:cubicBezTo>
                    <a:cubicBezTo>
                      <a:pt x="37415" y="172365"/>
                      <a:pt x="23813" y="165088"/>
                      <a:pt x="14288" y="150534"/>
                    </a:cubicBezTo>
                    <a:cubicBezTo>
                      <a:pt x="4763" y="135979"/>
                      <a:pt x="0" y="114529"/>
                      <a:pt x="0" y="86183"/>
                    </a:cubicBezTo>
                    <a:cubicBezTo>
                      <a:pt x="0" y="57836"/>
                      <a:pt x="4763" y="36386"/>
                      <a:pt x="14288" y="21832"/>
                    </a:cubicBezTo>
                    <a:cubicBezTo>
                      <a:pt x="23813" y="7278"/>
                      <a:pt x="37415" y="0"/>
                      <a:pt x="55093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US" altLang="zh-CN" dirty="0">
                  <a:solidFill>
                    <a:srgbClr val="7030A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06F01A8-4B0F-49FE-A5E1-03BC8E8FF90B}"/>
                </a:ext>
              </a:extLst>
            </p:cNvPr>
            <p:cNvGrpSpPr/>
            <p:nvPr/>
          </p:nvGrpSpPr>
          <p:grpSpPr>
            <a:xfrm>
              <a:off x="3563262" y="3989483"/>
              <a:ext cx="4292958" cy="1637575"/>
              <a:chOff x="3503979" y="3989483"/>
              <a:chExt cx="4979560" cy="1637575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1C382380-9940-4737-BE95-3E23C3031A08}"/>
                  </a:ext>
                </a:extLst>
              </p:cNvPr>
              <p:cNvGrpSpPr/>
              <p:nvPr/>
            </p:nvGrpSpPr>
            <p:grpSpPr>
              <a:xfrm>
                <a:off x="3796536" y="4110179"/>
                <a:ext cx="4687003" cy="1516879"/>
                <a:chOff x="3796536" y="4110179"/>
                <a:chExt cx="4687003" cy="1516879"/>
              </a:xfrm>
            </p:grpSpPr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D5A6E8C4-74BE-4765-8A98-94843832DB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96536" y="4119402"/>
                  <a:ext cx="1698774" cy="0"/>
                </a:xfrm>
                <a:prstGeom prst="line">
                  <a:avLst/>
                </a:prstGeom>
                <a:ln w="254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F657F1AD-08BE-4214-AFA2-C975FEECB0F5}"/>
                    </a:ext>
                  </a:extLst>
                </p:cNvPr>
                <p:cNvSpPr/>
                <p:nvPr/>
              </p:nvSpPr>
              <p:spPr>
                <a:xfrm>
                  <a:off x="5487033" y="4110179"/>
                  <a:ext cx="2996506" cy="1516879"/>
                </a:xfrm>
                <a:custGeom>
                  <a:avLst/>
                  <a:gdLst>
                    <a:gd name="connsiteX0" fmla="*/ 0 w 2298700"/>
                    <a:gd name="connsiteY0" fmla="*/ 0 h 1233683"/>
                    <a:gd name="connsiteX1" fmla="*/ 19050 w 2298700"/>
                    <a:gd name="connsiteY1" fmla="*/ 482600 h 1233683"/>
                    <a:gd name="connsiteX2" fmla="*/ 76200 w 2298700"/>
                    <a:gd name="connsiteY2" fmla="*/ 1168400 h 1233683"/>
                    <a:gd name="connsiteX3" fmla="*/ 552450 w 2298700"/>
                    <a:gd name="connsiteY3" fmla="*/ 1174750 h 1233683"/>
                    <a:gd name="connsiteX4" fmla="*/ 781050 w 2298700"/>
                    <a:gd name="connsiteY4" fmla="*/ 895350 h 1233683"/>
                    <a:gd name="connsiteX5" fmla="*/ 1168400 w 2298700"/>
                    <a:gd name="connsiteY5" fmla="*/ 711200 h 1233683"/>
                    <a:gd name="connsiteX6" fmla="*/ 1752600 w 2298700"/>
                    <a:gd name="connsiteY6" fmla="*/ 577850 h 1233683"/>
                    <a:gd name="connsiteX7" fmla="*/ 2298700 w 2298700"/>
                    <a:gd name="connsiteY7" fmla="*/ 533400 h 1233683"/>
                    <a:gd name="connsiteX0" fmla="*/ 0 w 2298700"/>
                    <a:gd name="connsiteY0" fmla="*/ 0 h 1180923"/>
                    <a:gd name="connsiteX1" fmla="*/ 19050 w 2298700"/>
                    <a:gd name="connsiteY1" fmla="*/ 482600 h 1180923"/>
                    <a:gd name="connsiteX2" fmla="*/ 95250 w 2298700"/>
                    <a:gd name="connsiteY2" fmla="*/ 1038225 h 1180923"/>
                    <a:gd name="connsiteX3" fmla="*/ 552450 w 2298700"/>
                    <a:gd name="connsiteY3" fmla="*/ 1174750 h 1180923"/>
                    <a:gd name="connsiteX4" fmla="*/ 781050 w 2298700"/>
                    <a:gd name="connsiteY4" fmla="*/ 895350 h 1180923"/>
                    <a:gd name="connsiteX5" fmla="*/ 1168400 w 2298700"/>
                    <a:gd name="connsiteY5" fmla="*/ 711200 h 1180923"/>
                    <a:gd name="connsiteX6" fmla="*/ 1752600 w 2298700"/>
                    <a:gd name="connsiteY6" fmla="*/ 577850 h 1180923"/>
                    <a:gd name="connsiteX7" fmla="*/ 2298700 w 2298700"/>
                    <a:gd name="connsiteY7" fmla="*/ 533400 h 1180923"/>
                    <a:gd name="connsiteX0" fmla="*/ 0 w 2298700"/>
                    <a:gd name="connsiteY0" fmla="*/ 0 h 1166295"/>
                    <a:gd name="connsiteX1" fmla="*/ 19050 w 2298700"/>
                    <a:gd name="connsiteY1" fmla="*/ 482600 h 1166295"/>
                    <a:gd name="connsiteX2" fmla="*/ 95250 w 2298700"/>
                    <a:gd name="connsiteY2" fmla="*/ 1038225 h 1166295"/>
                    <a:gd name="connsiteX3" fmla="*/ 327025 w 2298700"/>
                    <a:gd name="connsiteY3" fmla="*/ 1158875 h 1166295"/>
                    <a:gd name="connsiteX4" fmla="*/ 781050 w 2298700"/>
                    <a:gd name="connsiteY4" fmla="*/ 895350 h 1166295"/>
                    <a:gd name="connsiteX5" fmla="*/ 1168400 w 2298700"/>
                    <a:gd name="connsiteY5" fmla="*/ 711200 h 1166295"/>
                    <a:gd name="connsiteX6" fmla="*/ 1752600 w 2298700"/>
                    <a:gd name="connsiteY6" fmla="*/ 577850 h 1166295"/>
                    <a:gd name="connsiteX7" fmla="*/ 2298700 w 2298700"/>
                    <a:gd name="connsiteY7" fmla="*/ 533400 h 1166295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68400 w 2298700"/>
                    <a:gd name="connsiteY5" fmla="*/ 711200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11250 w 2298700"/>
                    <a:gd name="connsiteY5" fmla="*/ 6254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11250 w 2298700"/>
                    <a:gd name="connsiteY5" fmla="*/ 6254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11250 w 2298700"/>
                    <a:gd name="connsiteY5" fmla="*/ 6254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11250 w 2298700"/>
                    <a:gd name="connsiteY5" fmla="*/ 6254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11250 w 2298700"/>
                    <a:gd name="connsiteY5" fmla="*/ 6254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30300 w 2298700"/>
                    <a:gd name="connsiteY5" fmla="*/ 6381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75532"/>
                    <a:gd name="connsiteX1" fmla="*/ 19050 w 2298700"/>
                    <a:gd name="connsiteY1" fmla="*/ 482600 h 1175532"/>
                    <a:gd name="connsiteX2" fmla="*/ 95250 w 2298700"/>
                    <a:gd name="connsiteY2" fmla="*/ 1038225 h 1175532"/>
                    <a:gd name="connsiteX3" fmla="*/ 327025 w 2298700"/>
                    <a:gd name="connsiteY3" fmla="*/ 1158875 h 1175532"/>
                    <a:gd name="connsiteX4" fmla="*/ 669925 w 2298700"/>
                    <a:gd name="connsiteY4" fmla="*/ 758825 h 1175532"/>
                    <a:gd name="connsiteX5" fmla="*/ 1130300 w 2298700"/>
                    <a:gd name="connsiteY5" fmla="*/ 638175 h 1175532"/>
                    <a:gd name="connsiteX6" fmla="*/ 1752600 w 2298700"/>
                    <a:gd name="connsiteY6" fmla="*/ 577850 h 1175532"/>
                    <a:gd name="connsiteX7" fmla="*/ 2298700 w 2298700"/>
                    <a:gd name="connsiteY7" fmla="*/ 533400 h 1175532"/>
                    <a:gd name="connsiteX0" fmla="*/ 0 w 2298700"/>
                    <a:gd name="connsiteY0" fmla="*/ 0 h 1169654"/>
                    <a:gd name="connsiteX1" fmla="*/ 19050 w 2298700"/>
                    <a:gd name="connsiteY1" fmla="*/ 482600 h 1169654"/>
                    <a:gd name="connsiteX2" fmla="*/ 95250 w 2298700"/>
                    <a:gd name="connsiteY2" fmla="*/ 1038225 h 1169654"/>
                    <a:gd name="connsiteX3" fmla="*/ 327025 w 2298700"/>
                    <a:gd name="connsiteY3" fmla="*/ 1158875 h 1169654"/>
                    <a:gd name="connsiteX4" fmla="*/ 574675 w 2298700"/>
                    <a:gd name="connsiteY4" fmla="*/ 844550 h 1169654"/>
                    <a:gd name="connsiteX5" fmla="*/ 1130300 w 2298700"/>
                    <a:gd name="connsiteY5" fmla="*/ 638175 h 1169654"/>
                    <a:gd name="connsiteX6" fmla="*/ 1752600 w 2298700"/>
                    <a:gd name="connsiteY6" fmla="*/ 577850 h 1169654"/>
                    <a:gd name="connsiteX7" fmla="*/ 2298700 w 2298700"/>
                    <a:gd name="connsiteY7" fmla="*/ 533400 h 1169654"/>
                    <a:gd name="connsiteX0" fmla="*/ 0 w 2298700"/>
                    <a:gd name="connsiteY0" fmla="*/ 0 h 1169654"/>
                    <a:gd name="connsiteX1" fmla="*/ 19050 w 2298700"/>
                    <a:gd name="connsiteY1" fmla="*/ 482600 h 1169654"/>
                    <a:gd name="connsiteX2" fmla="*/ 95250 w 2298700"/>
                    <a:gd name="connsiteY2" fmla="*/ 1038225 h 1169654"/>
                    <a:gd name="connsiteX3" fmla="*/ 327025 w 2298700"/>
                    <a:gd name="connsiteY3" fmla="*/ 1158875 h 1169654"/>
                    <a:gd name="connsiteX4" fmla="*/ 574675 w 2298700"/>
                    <a:gd name="connsiteY4" fmla="*/ 844550 h 1169654"/>
                    <a:gd name="connsiteX5" fmla="*/ 1130300 w 2298700"/>
                    <a:gd name="connsiteY5" fmla="*/ 638175 h 1169654"/>
                    <a:gd name="connsiteX6" fmla="*/ 1752600 w 2298700"/>
                    <a:gd name="connsiteY6" fmla="*/ 577850 h 1169654"/>
                    <a:gd name="connsiteX7" fmla="*/ 2298700 w 2298700"/>
                    <a:gd name="connsiteY7" fmla="*/ 533400 h 1169654"/>
                    <a:gd name="connsiteX0" fmla="*/ 0 w 2298700"/>
                    <a:gd name="connsiteY0" fmla="*/ 0 h 1169654"/>
                    <a:gd name="connsiteX1" fmla="*/ 19050 w 2298700"/>
                    <a:gd name="connsiteY1" fmla="*/ 482600 h 1169654"/>
                    <a:gd name="connsiteX2" fmla="*/ 95250 w 2298700"/>
                    <a:gd name="connsiteY2" fmla="*/ 1038225 h 1169654"/>
                    <a:gd name="connsiteX3" fmla="*/ 327025 w 2298700"/>
                    <a:gd name="connsiteY3" fmla="*/ 1158875 h 1169654"/>
                    <a:gd name="connsiteX4" fmla="*/ 574675 w 2298700"/>
                    <a:gd name="connsiteY4" fmla="*/ 844550 h 1169654"/>
                    <a:gd name="connsiteX5" fmla="*/ 1130300 w 2298700"/>
                    <a:gd name="connsiteY5" fmla="*/ 638175 h 1169654"/>
                    <a:gd name="connsiteX6" fmla="*/ 1752600 w 2298700"/>
                    <a:gd name="connsiteY6" fmla="*/ 577850 h 1169654"/>
                    <a:gd name="connsiteX7" fmla="*/ 2298700 w 2298700"/>
                    <a:gd name="connsiteY7" fmla="*/ 533400 h 1169654"/>
                    <a:gd name="connsiteX0" fmla="*/ 0 w 2298700"/>
                    <a:gd name="connsiteY0" fmla="*/ 0 h 1169654"/>
                    <a:gd name="connsiteX1" fmla="*/ 19050 w 2298700"/>
                    <a:gd name="connsiteY1" fmla="*/ 482600 h 1169654"/>
                    <a:gd name="connsiteX2" fmla="*/ 95250 w 2298700"/>
                    <a:gd name="connsiteY2" fmla="*/ 1038225 h 1169654"/>
                    <a:gd name="connsiteX3" fmla="*/ 250825 w 2298700"/>
                    <a:gd name="connsiteY3" fmla="*/ 1158875 h 1169654"/>
                    <a:gd name="connsiteX4" fmla="*/ 574675 w 2298700"/>
                    <a:gd name="connsiteY4" fmla="*/ 844550 h 1169654"/>
                    <a:gd name="connsiteX5" fmla="*/ 1130300 w 2298700"/>
                    <a:gd name="connsiteY5" fmla="*/ 638175 h 1169654"/>
                    <a:gd name="connsiteX6" fmla="*/ 1752600 w 2298700"/>
                    <a:gd name="connsiteY6" fmla="*/ 577850 h 1169654"/>
                    <a:gd name="connsiteX7" fmla="*/ 2298700 w 2298700"/>
                    <a:gd name="connsiteY7" fmla="*/ 533400 h 1169654"/>
                    <a:gd name="connsiteX0" fmla="*/ 0 w 2298700"/>
                    <a:gd name="connsiteY0" fmla="*/ 0 h 1160215"/>
                    <a:gd name="connsiteX1" fmla="*/ 19050 w 2298700"/>
                    <a:gd name="connsiteY1" fmla="*/ 482600 h 1160215"/>
                    <a:gd name="connsiteX2" fmla="*/ 95250 w 2298700"/>
                    <a:gd name="connsiteY2" fmla="*/ 938213 h 1160215"/>
                    <a:gd name="connsiteX3" fmla="*/ 250825 w 2298700"/>
                    <a:gd name="connsiteY3" fmla="*/ 1158875 h 1160215"/>
                    <a:gd name="connsiteX4" fmla="*/ 574675 w 2298700"/>
                    <a:gd name="connsiteY4" fmla="*/ 844550 h 1160215"/>
                    <a:gd name="connsiteX5" fmla="*/ 1130300 w 2298700"/>
                    <a:gd name="connsiteY5" fmla="*/ 638175 h 1160215"/>
                    <a:gd name="connsiteX6" fmla="*/ 1752600 w 2298700"/>
                    <a:gd name="connsiteY6" fmla="*/ 577850 h 1160215"/>
                    <a:gd name="connsiteX7" fmla="*/ 2298700 w 2298700"/>
                    <a:gd name="connsiteY7" fmla="*/ 533400 h 1160215"/>
                    <a:gd name="connsiteX0" fmla="*/ 0 w 2298700"/>
                    <a:gd name="connsiteY0" fmla="*/ 0 h 1160879"/>
                    <a:gd name="connsiteX1" fmla="*/ 19050 w 2298700"/>
                    <a:gd name="connsiteY1" fmla="*/ 482600 h 1160879"/>
                    <a:gd name="connsiteX2" fmla="*/ 95250 w 2298700"/>
                    <a:gd name="connsiteY2" fmla="*/ 938213 h 1160879"/>
                    <a:gd name="connsiteX3" fmla="*/ 250825 w 2298700"/>
                    <a:gd name="connsiteY3" fmla="*/ 1158875 h 1160879"/>
                    <a:gd name="connsiteX4" fmla="*/ 479425 w 2298700"/>
                    <a:gd name="connsiteY4" fmla="*/ 820738 h 1160879"/>
                    <a:gd name="connsiteX5" fmla="*/ 1130300 w 2298700"/>
                    <a:gd name="connsiteY5" fmla="*/ 638175 h 1160879"/>
                    <a:gd name="connsiteX6" fmla="*/ 1752600 w 2298700"/>
                    <a:gd name="connsiteY6" fmla="*/ 577850 h 1160879"/>
                    <a:gd name="connsiteX7" fmla="*/ 2298700 w 2298700"/>
                    <a:gd name="connsiteY7" fmla="*/ 533400 h 1160879"/>
                    <a:gd name="connsiteX0" fmla="*/ 0 w 2298700"/>
                    <a:gd name="connsiteY0" fmla="*/ 0 h 1160879"/>
                    <a:gd name="connsiteX1" fmla="*/ 19050 w 2298700"/>
                    <a:gd name="connsiteY1" fmla="*/ 482600 h 1160879"/>
                    <a:gd name="connsiteX2" fmla="*/ 95250 w 2298700"/>
                    <a:gd name="connsiteY2" fmla="*/ 938213 h 1160879"/>
                    <a:gd name="connsiteX3" fmla="*/ 250825 w 2298700"/>
                    <a:gd name="connsiteY3" fmla="*/ 1158875 h 1160879"/>
                    <a:gd name="connsiteX4" fmla="*/ 479425 w 2298700"/>
                    <a:gd name="connsiteY4" fmla="*/ 820738 h 1160879"/>
                    <a:gd name="connsiteX5" fmla="*/ 935038 w 2298700"/>
                    <a:gd name="connsiteY5" fmla="*/ 666750 h 1160879"/>
                    <a:gd name="connsiteX6" fmla="*/ 1752600 w 2298700"/>
                    <a:gd name="connsiteY6" fmla="*/ 577850 h 1160879"/>
                    <a:gd name="connsiteX7" fmla="*/ 2298700 w 2298700"/>
                    <a:gd name="connsiteY7" fmla="*/ 533400 h 1160879"/>
                    <a:gd name="connsiteX0" fmla="*/ 0 w 2298700"/>
                    <a:gd name="connsiteY0" fmla="*/ 0 h 1165588"/>
                    <a:gd name="connsiteX1" fmla="*/ 19050 w 2298700"/>
                    <a:gd name="connsiteY1" fmla="*/ 482600 h 1165588"/>
                    <a:gd name="connsiteX2" fmla="*/ 95250 w 2298700"/>
                    <a:gd name="connsiteY2" fmla="*/ 938213 h 1165588"/>
                    <a:gd name="connsiteX3" fmla="*/ 241300 w 2298700"/>
                    <a:gd name="connsiteY3" fmla="*/ 1163637 h 1165588"/>
                    <a:gd name="connsiteX4" fmla="*/ 479425 w 2298700"/>
                    <a:gd name="connsiteY4" fmla="*/ 820738 h 1165588"/>
                    <a:gd name="connsiteX5" fmla="*/ 935038 w 2298700"/>
                    <a:gd name="connsiteY5" fmla="*/ 666750 h 1165588"/>
                    <a:gd name="connsiteX6" fmla="*/ 1752600 w 2298700"/>
                    <a:gd name="connsiteY6" fmla="*/ 577850 h 1165588"/>
                    <a:gd name="connsiteX7" fmla="*/ 2298700 w 2298700"/>
                    <a:gd name="connsiteY7" fmla="*/ 533400 h 1165588"/>
                    <a:gd name="connsiteX0" fmla="*/ 0 w 2298700"/>
                    <a:gd name="connsiteY0" fmla="*/ 0 h 1163638"/>
                    <a:gd name="connsiteX1" fmla="*/ 19050 w 2298700"/>
                    <a:gd name="connsiteY1" fmla="*/ 482600 h 1163638"/>
                    <a:gd name="connsiteX2" fmla="*/ 95250 w 2298700"/>
                    <a:gd name="connsiteY2" fmla="*/ 938213 h 1163638"/>
                    <a:gd name="connsiteX3" fmla="*/ 241300 w 2298700"/>
                    <a:gd name="connsiteY3" fmla="*/ 1163637 h 1163638"/>
                    <a:gd name="connsiteX4" fmla="*/ 479425 w 2298700"/>
                    <a:gd name="connsiteY4" fmla="*/ 820738 h 1163638"/>
                    <a:gd name="connsiteX5" fmla="*/ 935038 w 2298700"/>
                    <a:gd name="connsiteY5" fmla="*/ 666750 h 1163638"/>
                    <a:gd name="connsiteX6" fmla="*/ 1752600 w 2298700"/>
                    <a:gd name="connsiteY6" fmla="*/ 577850 h 1163638"/>
                    <a:gd name="connsiteX7" fmla="*/ 2298700 w 2298700"/>
                    <a:gd name="connsiteY7" fmla="*/ 533400 h 1163638"/>
                    <a:gd name="connsiteX0" fmla="*/ 0 w 2298700"/>
                    <a:gd name="connsiteY0" fmla="*/ 0 h 1163638"/>
                    <a:gd name="connsiteX1" fmla="*/ 19050 w 2298700"/>
                    <a:gd name="connsiteY1" fmla="*/ 482600 h 1163638"/>
                    <a:gd name="connsiteX2" fmla="*/ 95250 w 2298700"/>
                    <a:gd name="connsiteY2" fmla="*/ 938213 h 1163638"/>
                    <a:gd name="connsiteX3" fmla="*/ 241300 w 2298700"/>
                    <a:gd name="connsiteY3" fmla="*/ 1163637 h 1163638"/>
                    <a:gd name="connsiteX4" fmla="*/ 479425 w 2298700"/>
                    <a:gd name="connsiteY4" fmla="*/ 820738 h 1163638"/>
                    <a:gd name="connsiteX5" fmla="*/ 935038 w 2298700"/>
                    <a:gd name="connsiteY5" fmla="*/ 666750 h 1163638"/>
                    <a:gd name="connsiteX6" fmla="*/ 1752600 w 2298700"/>
                    <a:gd name="connsiteY6" fmla="*/ 558800 h 1163638"/>
                    <a:gd name="connsiteX7" fmla="*/ 2298700 w 2298700"/>
                    <a:gd name="connsiteY7" fmla="*/ 533400 h 1163638"/>
                    <a:gd name="connsiteX0" fmla="*/ 0 w 2298700"/>
                    <a:gd name="connsiteY0" fmla="*/ 0 h 1163638"/>
                    <a:gd name="connsiteX1" fmla="*/ 19050 w 2298700"/>
                    <a:gd name="connsiteY1" fmla="*/ 482600 h 1163638"/>
                    <a:gd name="connsiteX2" fmla="*/ 95250 w 2298700"/>
                    <a:gd name="connsiteY2" fmla="*/ 938213 h 1163638"/>
                    <a:gd name="connsiteX3" fmla="*/ 241300 w 2298700"/>
                    <a:gd name="connsiteY3" fmla="*/ 1163637 h 1163638"/>
                    <a:gd name="connsiteX4" fmla="*/ 479425 w 2298700"/>
                    <a:gd name="connsiteY4" fmla="*/ 820738 h 1163638"/>
                    <a:gd name="connsiteX5" fmla="*/ 935038 w 2298700"/>
                    <a:gd name="connsiteY5" fmla="*/ 666750 h 1163638"/>
                    <a:gd name="connsiteX6" fmla="*/ 1752600 w 2298700"/>
                    <a:gd name="connsiteY6" fmla="*/ 558800 h 1163638"/>
                    <a:gd name="connsiteX7" fmla="*/ 2298700 w 2298700"/>
                    <a:gd name="connsiteY7" fmla="*/ 519112 h 1163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98700" h="1163638">
                      <a:moveTo>
                        <a:pt x="0" y="0"/>
                      </a:moveTo>
                      <a:cubicBezTo>
                        <a:pt x="3175" y="143933"/>
                        <a:pt x="3175" y="326231"/>
                        <a:pt x="19050" y="482600"/>
                      </a:cubicBezTo>
                      <a:cubicBezTo>
                        <a:pt x="34925" y="638969"/>
                        <a:pt x="58208" y="824707"/>
                        <a:pt x="95250" y="938213"/>
                      </a:cubicBezTo>
                      <a:cubicBezTo>
                        <a:pt x="132292" y="1051719"/>
                        <a:pt x="172508" y="1164166"/>
                        <a:pt x="241300" y="1163637"/>
                      </a:cubicBezTo>
                      <a:cubicBezTo>
                        <a:pt x="310092" y="1163108"/>
                        <a:pt x="363802" y="903553"/>
                        <a:pt x="479425" y="820738"/>
                      </a:cubicBezTo>
                      <a:cubicBezTo>
                        <a:pt x="595048" y="737924"/>
                        <a:pt x="722842" y="710406"/>
                        <a:pt x="935038" y="666750"/>
                      </a:cubicBezTo>
                      <a:cubicBezTo>
                        <a:pt x="1147234" y="623094"/>
                        <a:pt x="1525323" y="583406"/>
                        <a:pt x="1752600" y="558800"/>
                      </a:cubicBezTo>
                      <a:cubicBezTo>
                        <a:pt x="1979877" y="534194"/>
                        <a:pt x="2119841" y="526520"/>
                        <a:pt x="2298700" y="519112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C2DF8CC-54D7-4F6F-AC6E-7D7E830D599A}"/>
                  </a:ext>
                </a:extLst>
              </p:cNvPr>
              <p:cNvSpPr txBox="1"/>
              <p:nvPr/>
            </p:nvSpPr>
            <p:spPr>
              <a:xfrm>
                <a:off x="3503979" y="3989483"/>
                <a:ext cx="191133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146623" h="199988">
                    <a:moveTo>
                      <a:pt x="116820" y="92162"/>
                    </a:moveTo>
                    <a:lnTo>
                      <a:pt x="121927" y="92162"/>
                    </a:lnTo>
                    <a:cubicBezTo>
                      <a:pt x="121815" y="95232"/>
                      <a:pt x="121732" y="97980"/>
                      <a:pt x="121676" y="100408"/>
                    </a:cubicBezTo>
                    <a:cubicBezTo>
                      <a:pt x="121620" y="102836"/>
                      <a:pt x="121578" y="105194"/>
                      <a:pt x="121550" y="107482"/>
                    </a:cubicBezTo>
                    <a:cubicBezTo>
                      <a:pt x="121522" y="109770"/>
                      <a:pt x="121509" y="112031"/>
                      <a:pt x="121509" y="114263"/>
                    </a:cubicBezTo>
                    <a:lnTo>
                      <a:pt x="121509" y="177887"/>
                    </a:lnTo>
                    <a:cubicBezTo>
                      <a:pt x="121509" y="179617"/>
                      <a:pt x="121564" y="181110"/>
                      <a:pt x="121676" y="182366"/>
                    </a:cubicBezTo>
                    <a:cubicBezTo>
                      <a:pt x="121788" y="183622"/>
                      <a:pt x="121969" y="184682"/>
                      <a:pt x="122220" y="185547"/>
                    </a:cubicBezTo>
                    <a:cubicBezTo>
                      <a:pt x="122471" y="186412"/>
                      <a:pt x="122806" y="187152"/>
                      <a:pt x="123225" y="187766"/>
                    </a:cubicBezTo>
                    <a:cubicBezTo>
                      <a:pt x="123643" y="188380"/>
                      <a:pt x="124132" y="188910"/>
                      <a:pt x="124690" y="189356"/>
                    </a:cubicBezTo>
                    <a:cubicBezTo>
                      <a:pt x="125359" y="190026"/>
                      <a:pt x="126252" y="190542"/>
                      <a:pt x="127369" y="190905"/>
                    </a:cubicBezTo>
                    <a:cubicBezTo>
                      <a:pt x="128485" y="191268"/>
                      <a:pt x="129908" y="191575"/>
                      <a:pt x="131638" y="191826"/>
                    </a:cubicBezTo>
                    <a:cubicBezTo>
                      <a:pt x="133368" y="192077"/>
                      <a:pt x="135447" y="192272"/>
                      <a:pt x="137875" y="192412"/>
                    </a:cubicBezTo>
                    <a:cubicBezTo>
                      <a:pt x="140303" y="192551"/>
                      <a:pt x="143219" y="192649"/>
                      <a:pt x="146623" y="192705"/>
                    </a:cubicBezTo>
                    <a:lnTo>
                      <a:pt x="146623" y="199988"/>
                    </a:lnTo>
                    <a:lnTo>
                      <a:pt x="80237" y="199988"/>
                    </a:lnTo>
                    <a:lnTo>
                      <a:pt x="80237" y="192705"/>
                    </a:lnTo>
                    <a:cubicBezTo>
                      <a:pt x="83529" y="192593"/>
                      <a:pt x="86320" y="192468"/>
                      <a:pt x="88608" y="192328"/>
                    </a:cubicBezTo>
                    <a:cubicBezTo>
                      <a:pt x="90896" y="192189"/>
                      <a:pt x="92850" y="191993"/>
                      <a:pt x="94468" y="191742"/>
                    </a:cubicBezTo>
                    <a:cubicBezTo>
                      <a:pt x="96087" y="191491"/>
                      <a:pt x="97384" y="191212"/>
                      <a:pt x="98361" y="190905"/>
                    </a:cubicBezTo>
                    <a:cubicBezTo>
                      <a:pt x="99338" y="190598"/>
                      <a:pt x="100189" y="190221"/>
                      <a:pt x="100914" y="189775"/>
                    </a:cubicBezTo>
                    <a:cubicBezTo>
                      <a:pt x="101696" y="189273"/>
                      <a:pt x="102365" y="188728"/>
                      <a:pt x="102924" y="188142"/>
                    </a:cubicBezTo>
                    <a:cubicBezTo>
                      <a:pt x="103482" y="187556"/>
                      <a:pt x="103928" y="186817"/>
                      <a:pt x="104263" y="185924"/>
                    </a:cubicBezTo>
                    <a:cubicBezTo>
                      <a:pt x="104598" y="185031"/>
                      <a:pt x="104863" y="183943"/>
                      <a:pt x="105058" y="182659"/>
                    </a:cubicBezTo>
                    <a:cubicBezTo>
                      <a:pt x="105254" y="181375"/>
                      <a:pt x="105351" y="179785"/>
                      <a:pt x="105351" y="177887"/>
                    </a:cubicBezTo>
                    <a:lnTo>
                      <a:pt x="105351" y="117863"/>
                    </a:lnTo>
                    <a:cubicBezTo>
                      <a:pt x="105351" y="115686"/>
                      <a:pt x="104933" y="114152"/>
                      <a:pt x="104096" y="113259"/>
                    </a:cubicBezTo>
                    <a:cubicBezTo>
                      <a:pt x="103258" y="112366"/>
                      <a:pt x="102059" y="111919"/>
                      <a:pt x="100496" y="111919"/>
                    </a:cubicBezTo>
                    <a:cubicBezTo>
                      <a:pt x="98766" y="111919"/>
                      <a:pt x="96198" y="112812"/>
                      <a:pt x="92794" y="114598"/>
                    </a:cubicBezTo>
                    <a:cubicBezTo>
                      <a:pt x="89390" y="116384"/>
                      <a:pt x="84981" y="119035"/>
                      <a:pt x="79567" y="122551"/>
                    </a:cubicBezTo>
                    <a:cubicBezTo>
                      <a:pt x="78841" y="121267"/>
                      <a:pt x="78172" y="119984"/>
                      <a:pt x="77558" y="118700"/>
                    </a:cubicBezTo>
                    <a:cubicBezTo>
                      <a:pt x="76944" y="117416"/>
                      <a:pt x="76302" y="116105"/>
                      <a:pt x="75632" y="114765"/>
                    </a:cubicBezTo>
                    <a:cubicBezTo>
                      <a:pt x="82553" y="110970"/>
                      <a:pt x="89403" y="107189"/>
                      <a:pt x="96184" y="103422"/>
                    </a:cubicBezTo>
                    <a:cubicBezTo>
                      <a:pt x="102965" y="99655"/>
                      <a:pt x="109844" y="95901"/>
                      <a:pt x="116820" y="92162"/>
                    </a:cubicBezTo>
                    <a:close/>
                    <a:moveTo>
                      <a:pt x="29244" y="0"/>
                    </a:moveTo>
                    <a:lnTo>
                      <a:pt x="73893" y="0"/>
                    </a:lnTo>
                    <a:lnTo>
                      <a:pt x="72665" y="5470"/>
                    </a:lnTo>
                    <a:cubicBezTo>
                      <a:pt x="69837" y="6065"/>
                      <a:pt x="67809" y="6735"/>
                      <a:pt x="66582" y="7479"/>
                    </a:cubicBezTo>
                    <a:cubicBezTo>
                      <a:pt x="65354" y="8223"/>
                      <a:pt x="64256" y="9339"/>
                      <a:pt x="63289" y="10828"/>
                    </a:cubicBezTo>
                    <a:cubicBezTo>
                      <a:pt x="62321" y="12316"/>
                      <a:pt x="61317" y="14641"/>
                      <a:pt x="60275" y="17804"/>
                    </a:cubicBezTo>
                    <a:cubicBezTo>
                      <a:pt x="59233" y="20966"/>
                      <a:pt x="57931" y="26120"/>
                      <a:pt x="56368" y="33263"/>
                    </a:cubicBezTo>
                    <a:lnTo>
                      <a:pt x="37281" y="119881"/>
                    </a:lnTo>
                    <a:cubicBezTo>
                      <a:pt x="36314" y="124272"/>
                      <a:pt x="35681" y="127751"/>
                      <a:pt x="35384" y="130318"/>
                    </a:cubicBezTo>
                    <a:cubicBezTo>
                      <a:pt x="35086" y="132885"/>
                      <a:pt x="34937" y="135211"/>
                      <a:pt x="34937" y="137294"/>
                    </a:cubicBezTo>
                    <a:cubicBezTo>
                      <a:pt x="34937" y="140643"/>
                      <a:pt x="35774" y="143006"/>
                      <a:pt x="37449" y="144382"/>
                    </a:cubicBezTo>
                    <a:cubicBezTo>
                      <a:pt x="39123" y="145759"/>
                      <a:pt x="41932" y="146596"/>
                      <a:pt x="45876" y="146894"/>
                    </a:cubicBezTo>
                    <a:lnTo>
                      <a:pt x="44648" y="152363"/>
                    </a:lnTo>
                    <a:lnTo>
                      <a:pt x="0" y="152363"/>
                    </a:lnTo>
                    <a:lnTo>
                      <a:pt x="1227" y="146894"/>
                    </a:lnTo>
                    <a:cubicBezTo>
                      <a:pt x="4055" y="146447"/>
                      <a:pt x="6176" y="145722"/>
                      <a:pt x="7590" y="144717"/>
                    </a:cubicBezTo>
                    <a:cubicBezTo>
                      <a:pt x="9004" y="143712"/>
                      <a:pt x="10194" y="142317"/>
                      <a:pt x="11162" y="140531"/>
                    </a:cubicBezTo>
                    <a:cubicBezTo>
                      <a:pt x="12129" y="138745"/>
                      <a:pt x="13022" y="136569"/>
                      <a:pt x="13841" y="134001"/>
                    </a:cubicBezTo>
                    <a:cubicBezTo>
                      <a:pt x="14659" y="131434"/>
                      <a:pt x="15887" y="126467"/>
                      <a:pt x="17524" y="119100"/>
                    </a:cubicBezTo>
                    <a:lnTo>
                      <a:pt x="36500" y="33152"/>
                    </a:lnTo>
                    <a:cubicBezTo>
                      <a:pt x="38137" y="25710"/>
                      <a:pt x="38955" y="19720"/>
                      <a:pt x="38955" y="15181"/>
                    </a:cubicBezTo>
                    <a:cubicBezTo>
                      <a:pt x="38955" y="11683"/>
                      <a:pt x="38081" y="9246"/>
                      <a:pt x="36332" y="7870"/>
                    </a:cubicBezTo>
                    <a:cubicBezTo>
                      <a:pt x="34584" y="6493"/>
                      <a:pt x="31812" y="5693"/>
                      <a:pt x="28017" y="5470"/>
                    </a:cubicBezTo>
                    <a:close/>
                  </a:path>
                </a:pathLst>
              </a:custGeom>
              <a:solidFill>
                <a:srgbClr val="288BB6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solidFill>
                    <a:srgbClr val="288BB6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1B04FD1-0CE9-4105-8CEC-F0079BD66AE2}"/>
                </a:ext>
              </a:extLst>
            </p:cNvPr>
            <p:cNvGrpSpPr/>
            <p:nvPr/>
          </p:nvGrpSpPr>
          <p:grpSpPr>
            <a:xfrm>
              <a:off x="3072637" y="4714018"/>
              <a:ext cx="4169862" cy="976472"/>
              <a:chOff x="3110489" y="4714018"/>
              <a:chExt cx="4134493" cy="976472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49A76F5-F104-454C-A21F-ADD62D2B3F18}"/>
                  </a:ext>
                </a:extLst>
              </p:cNvPr>
              <p:cNvCxnSpPr>
                <a:cxnSpLocks/>
                <a:endCxn id="22" idx="3"/>
              </p:cNvCxnSpPr>
              <p:nvPr/>
            </p:nvCxnSpPr>
            <p:spPr>
              <a:xfrm>
                <a:off x="3888930" y="5627057"/>
                <a:ext cx="1672022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94AD93D9-0299-457F-BB96-165E151D81B8}"/>
                  </a:ext>
                </a:extLst>
              </p:cNvPr>
              <p:cNvCxnSpPr>
                <a:cxnSpLocks/>
                <a:endCxn id="22" idx="6"/>
              </p:cNvCxnSpPr>
              <p:nvPr/>
            </p:nvCxnSpPr>
            <p:spPr>
              <a:xfrm>
                <a:off x="3845170" y="4838612"/>
                <a:ext cx="3399812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8B057D-13A7-4AC9-9886-065C30ACB918}"/>
                  </a:ext>
                </a:extLst>
              </p:cNvPr>
              <p:cNvSpPr txBox="1"/>
              <p:nvPr/>
            </p:nvSpPr>
            <p:spPr>
              <a:xfrm>
                <a:off x="3497041" y="5429793"/>
                <a:ext cx="20038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153720" h="199988">
                    <a:moveTo>
                      <a:pt x="119816" y="91576"/>
                    </a:moveTo>
                    <a:cubicBezTo>
                      <a:pt x="125620" y="91576"/>
                      <a:pt x="130573" y="92232"/>
                      <a:pt x="134675" y="93544"/>
                    </a:cubicBezTo>
                    <a:cubicBezTo>
                      <a:pt x="138777" y="94855"/>
                      <a:pt x="142112" y="96627"/>
                      <a:pt x="144679" y="98860"/>
                    </a:cubicBezTo>
                    <a:cubicBezTo>
                      <a:pt x="147246" y="101092"/>
                      <a:pt x="149102" y="103771"/>
                      <a:pt x="150246" y="106896"/>
                    </a:cubicBezTo>
                    <a:cubicBezTo>
                      <a:pt x="151390" y="110022"/>
                      <a:pt x="151962" y="113398"/>
                      <a:pt x="151962" y="117026"/>
                    </a:cubicBezTo>
                    <a:cubicBezTo>
                      <a:pt x="151962" y="119202"/>
                      <a:pt x="151809" y="121226"/>
                      <a:pt x="151502" y="123095"/>
                    </a:cubicBezTo>
                    <a:cubicBezTo>
                      <a:pt x="151195" y="124965"/>
                      <a:pt x="150665" y="126807"/>
                      <a:pt x="149911" y="128621"/>
                    </a:cubicBezTo>
                    <a:cubicBezTo>
                      <a:pt x="149158" y="130434"/>
                      <a:pt x="148167" y="132262"/>
                      <a:pt x="146940" y="134104"/>
                    </a:cubicBezTo>
                    <a:cubicBezTo>
                      <a:pt x="145712" y="135946"/>
                      <a:pt x="144177" y="137899"/>
                      <a:pt x="142335" y="139964"/>
                    </a:cubicBezTo>
                    <a:cubicBezTo>
                      <a:pt x="140940" y="141750"/>
                      <a:pt x="139126" y="143815"/>
                      <a:pt x="136894" y="146159"/>
                    </a:cubicBezTo>
                    <a:cubicBezTo>
                      <a:pt x="134661" y="148503"/>
                      <a:pt x="132219" y="151014"/>
                      <a:pt x="129568" y="153693"/>
                    </a:cubicBezTo>
                    <a:cubicBezTo>
                      <a:pt x="126917" y="156372"/>
                      <a:pt x="124141" y="159163"/>
                      <a:pt x="121239" y="162065"/>
                    </a:cubicBezTo>
                    <a:cubicBezTo>
                      <a:pt x="118337" y="164967"/>
                      <a:pt x="115518" y="167841"/>
                      <a:pt x="112783" y="170688"/>
                    </a:cubicBezTo>
                    <a:cubicBezTo>
                      <a:pt x="110049" y="173534"/>
                      <a:pt x="107537" y="176297"/>
                      <a:pt x="105249" y="178976"/>
                    </a:cubicBezTo>
                    <a:cubicBezTo>
                      <a:pt x="102961" y="181654"/>
                      <a:pt x="101091" y="184110"/>
                      <a:pt x="99640" y="186343"/>
                    </a:cubicBezTo>
                    <a:lnTo>
                      <a:pt x="130615" y="186343"/>
                    </a:lnTo>
                    <a:cubicBezTo>
                      <a:pt x="133238" y="186343"/>
                      <a:pt x="135331" y="186245"/>
                      <a:pt x="136894" y="186050"/>
                    </a:cubicBezTo>
                    <a:cubicBezTo>
                      <a:pt x="138456" y="185854"/>
                      <a:pt x="139754" y="185422"/>
                      <a:pt x="140786" y="184752"/>
                    </a:cubicBezTo>
                    <a:cubicBezTo>
                      <a:pt x="141819" y="184082"/>
                      <a:pt x="142698" y="183064"/>
                      <a:pt x="143423" y="181696"/>
                    </a:cubicBezTo>
                    <a:cubicBezTo>
                      <a:pt x="144149" y="180329"/>
                      <a:pt x="144986" y="178445"/>
                      <a:pt x="145935" y="176046"/>
                    </a:cubicBezTo>
                    <a:lnTo>
                      <a:pt x="153720" y="176046"/>
                    </a:lnTo>
                    <a:cubicBezTo>
                      <a:pt x="153441" y="180008"/>
                      <a:pt x="153176" y="183999"/>
                      <a:pt x="152925" y="188017"/>
                    </a:cubicBezTo>
                    <a:cubicBezTo>
                      <a:pt x="152674" y="192035"/>
                      <a:pt x="152409" y="196026"/>
                      <a:pt x="152130" y="199988"/>
                    </a:cubicBezTo>
                    <a:lnTo>
                      <a:pt x="81223" y="199988"/>
                    </a:lnTo>
                    <a:lnTo>
                      <a:pt x="81223" y="195635"/>
                    </a:lnTo>
                    <a:cubicBezTo>
                      <a:pt x="82562" y="192621"/>
                      <a:pt x="84125" y="189649"/>
                      <a:pt x="85911" y="186719"/>
                    </a:cubicBezTo>
                    <a:cubicBezTo>
                      <a:pt x="87697" y="183789"/>
                      <a:pt x="89706" y="180817"/>
                      <a:pt x="91938" y="177804"/>
                    </a:cubicBezTo>
                    <a:cubicBezTo>
                      <a:pt x="94171" y="174790"/>
                      <a:pt x="96710" y="171678"/>
                      <a:pt x="99556" y="168469"/>
                    </a:cubicBezTo>
                    <a:cubicBezTo>
                      <a:pt x="102403" y="165260"/>
                      <a:pt x="105556" y="161925"/>
                      <a:pt x="109016" y="158465"/>
                    </a:cubicBezTo>
                    <a:cubicBezTo>
                      <a:pt x="114262" y="153219"/>
                      <a:pt x="118532" y="148740"/>
                      <a:pt x="121825" y="145029"/>
                    </a:cubicBezTo>
                    <a:cubicBezTo>
                      <a:pt x="125118" y="141317"/>
                      <a:pt x="127713" y="138011"/>
                      <a:pt x="129610" y="135108"/>
                    </a:cubicBezTo>
                    <a:cubicBezTo>
                      <a:pt x="131508" y="132206"/>
                      <a:pt x="132805" y="129527"/>
                      <a:pt x="133503" y="127072"/>
                    </a:cubicBezTo>
                    <a:cubicBezTo>
                      <a:pt x="134201" y="124616"/>
                      <a:pt x="134550" y="121993"/>
                      <a:pt x="134550" y="119202"/>
                    </a:cubicBezTo>
                    <a:cubicBezTo>
                      <a:pt x="134550" y="116356"/>
                      <a:pt x="134145" y="113733"/>
                      <a:pt x="133336" y="111333"/>
                    </a:cubicBezTo>
                    <a:cubicBezTo>
                      <a:pt x="132526" y="108933"/>
                      <a:pt x="131368" y="106896"/>
                      <a:pt x="129861" y="105222"/>
                    </a:cubicBezTo>
                    <a:cubicBezTo>
                      <a:pt x="128355" y="103548"/>
                      <a:pt x="126443" y="102236"/>
                      <a:pt x="124127" y="101287"/>
                    </a:cubicBezTo>
                    <a:cubicBezTo>
                      <a:pt x="121811" y="100339"/>
                      <a:pt x="119146" y="99864"/>
                      <a:pt x="116132" y="99864"/>
                    </a:cubicBezTo>
                    <a:cubicBezTo>
                      <a:pt x="110942" y="99864"/>
                      <a:pt x="106588" y="101273"/>
                      <a:pt x="103072" y="104092"/>
                    </a:cubicBezTo>
                    <a:cubicBezTo>
                      <a:pt x="99556" y="106910"/>
                      <a:pt x="96822" y="110998"/>
                      <a:pt x="94868" y="116356"/>
                    </a:cubicBezTo>
                    <a:lnTo>
                      <a:pt x="83902" y="116356"/>
                    </a:lnTo>
                    <a:lnTo>
                      <a:pt x="83902" y="100032"/>
                    </a:lnTo>
                    <a:cubicBezTo>
                      <a:pt x="91045" y="97074"/>
                      <a:pt x="97617" y="94925"/>
                      <a:pt x="103617" y="93585"/>
                    </a:cubicBezTo>
                    <a:cubicBezTo>
                      <a:pt x="109616" y="92246"/>
                      <a:pt x="115016" y="91576"/>
                      <a:pt x="119816" y="91576"/>
                    </a:cubicBezTo>
                    <a:close/>
                    <a:moveTo>
                      <a:pt x="29244" y="0"/>
                    </a:moveTo>
                    <a:lnTo>
                      <a:pt x="73893" y="0"/>
                    </a:lnTo>
                    <a:lnTo>
                      <a:pt x="72665" y="5470"/>
                    </a:lnTo>
                    <a:cubicBezTo>
                      <a:pt x="69837" y="6065"/>
                      <a:pt x="67809" y="6735"/>
                      <a:pt x="66582" y="7479"/>
                    </a:cubicBezTo>
                    <a:cubicBezTo>
                      <a:pt x="65354" y="8223"/>
                      <a:pt x="64256" y="9339"/>
                      <a:pt x="63289" y="10828"/>
                    </a:cubicBezTo>
                    <a:cubicBezTo>
                      <a:pt x="62321" y="12316"/>
                      <a:pt x="61317" y="14641"/>
                      <a:pt x="60275" y="17804"/>
                    </a:cubicBezTo>
                    <a:cubicBezTo>
                      <a:pt x="59233" y="20967"/>
                      <a:pt x="57931" y="26120"/>
                      <a:pt x="56368" y="33264"/>
                    </a:cubicBezTo>
                    <a:lnTo>
                      <a:pt x="37281" y="119882"/>
                    </a:lnTo>
                    <a:cubicBezTo>
                      <a:pt x="36314" y="124272"/>
                      <a:pt x="35681" y="127751"/>
                      <a:pt x="35384" y="130318"/>
                    </a:cubicBezTo>
                    <a:cubicBezTo>
                      <a:pt x="35086" y="132885"/>
                      <a:pt x="34937" y="135211"/>
                      <a:pt x="34937" y="137294"/>
                    </a:cubicBezTo>
                    <a:cubicBezTo>
                      <a:pt x="34937" y="140643"/>
                      <a:pt x="35774" y="143006"/>
                      <a:pt x="37449" y="144382"/>
                    </a:cubicBezTo>
                    <a:cubicBezTo>
                      <a:pt x="39123" y="145759"/>
                      <a:pt x="41932" y="146596"/>
                      <a:pt x="45876" y="146894"/>
                    </a:cubicBezTo>
                    <a:lnTo>
                      <a:pt x="44648" y="152363"/>
                    </a:lnTo>
                    <a:lnTo>
                      <a:pt x="0" y="152363"/>
                    </a:lnTo>
                    <a:lnTo>
                      <a:pt x="1227" y="146894"/>
                    </a:lnTo>
                    <a:cubicBezTo>
                      <a:pt x="4055" y="146447"/>
                      <a:pt x="6176" y="145722"/>
                      <a:pt x="7590" y="144717"/>
                    </a:cubicBezTo>
                    <a:cubicBezTo>
                      <a:pt x="9004" y="143713"/>
                      <a:pt x="10194" y="142317"/>
                      <a:pt x="11162" y="140531"/>
                    </a:cubicBezTo>
                    <a:cubicBezTo>
                      <a:pt x="12129" y="138745"/>
                      <a:pt x="13022" y="136569"/>
                      <a:pt x="13841" y="134002"/>
                    </a:cubicBezTo>
                    <a:cubicBezTo>
                      <a:pt x="14659" y="131434"/>
                      <a:pt x="15887" y="126467"/>
                      <a:pt x="17524" y="119100"/>
                    </a:cubicBezTo>
                    <a:lnTo>
                      <a:pt x="36500" y="33152"/>
                    </a:lnTo>
                    <a:cubicBezTo>
                      <a:pt x="38137" y="25711"/>
                      <a:pt x="38955" y="19720"/>
                      <a:pt x="38955" y="15181"/>
                    </a:cubicBezTo>
                    <a:cubicBezTo>
                      <a:pt x="38955" y="11683"/>
                      <a:pt x="38081" y="9246"/>
                      <a:pt x="36332" y="7870"/>
                    </a:cubicBezTo>
                    <a:cubicBezTo>
                      <a:pt x="34584" y="6493"/>
                      <a:pt x="31812" y="5693"/>
                      <a:pt x="28017" y="5470"/>
                    </a:cubicBezTo>
                    <a:close/>
                  </a:path>
                </a:pathLst>
              </a:custGeom>
              <a:solidFill>
                <a:srgbClr val="288BB6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solidFill>
                    <a:srgbClr val="288BB6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E65AAA6-3E6E-458E-B5E9-D67D9AC35CF9}"/>
                  </a:ext>
                </a:extLst>
              </p:cNvPr>
              <p:cNvSpPr txBox="1"/>
              <p:nvPr/>
            </p:nvSpPr>
            <p:spPr>
              <a:xfrm>
                <a:off x="3110489" y="4714018"/>
                <a:ext cx="587235" cy="263026"/>
              </a:xfrm>
              <a:custGeom>
                <a:avLst/>
                <a:gdLst/>
                <a:ahLst/>
                <a:cxnLst/>
                <a:rect l="l" t="t" r="r" b="b"/>
                <a:pathLst>
                  <a:path w="450484" h="201774">
                    <a:moveTo>
                      <a:pt x="131118" y="128253"/>
                    </a:moveTo>
                    <a:lnTo>
                      <a:pt x="153665" y="128253"/>
                    </a:lnTo>
                    <a:lnTo>
                      <a:pt x="153665" y="154149"/>
                    </a:lnTo>
                    <a:lnTo>
                      <a:pt x="131118" y="154149"/>
                    </a:lnTo>
                    <a:close/>
                    <a:moveTo>
                      <a:pt x="416580" y="93362"/>
                    </a:moveTo>
                    <a:cubicBezTo>
                      <a:pt x="422384" y="93362"/>
                      <a:pt x="427337" y="94018"/>
                      <a:pt x="431439" y="95329"/>
                    </a:cubicBezTo>
                    <a:cubicBezTo>
                      <a:pt x="435541" y="96641"/>
                      <a:pt x="438876" y="98413"/>
                      <a:pt x="441443" y="100645"/>
                    </a:cubicBezTo>
                    <a:cubicBezTo>
                      <a:pt x="444010" y="102878"/>
                      <a:pt x="445866" y="105557"/>
                      <a:pt x="447010" y="108682"/>
                    </a:cubicBezTo>
                    <a:cubicBezTo>
                      <a:pt x="448154" y="111808"/>
                      <a:pt x="448726" y="115184"/>
                      <a:pt x="448726" y="118812"/>
                    </a:cubicBezTo>
                    <a:cubicBezTo>
                      <a:pt x="448726" y="120988"/>
                      <a:pt x="448573" y="123011"/>
                      <a:pt x="448266" y="124881"/>
                    </a:cubicBezTo>
                    <a:cubicBezTo>
                      <a:pt x="447959" y="126751"/>
                      <a:pt x="447429" y="128593"/>
                      <a:pt x="446675" y="130406"/>
                    </a:cubicBezTo>
                    <a:cubicBezTo>
                      <a:pt x="445922" y="132220"/>
                      <a:pt x="444931" y="134048"/>
                      <a:pt x="443704" y="135890"/>
                    </a:cubicBezTo>
                    <a:cubicBezTo>
                      <a:pt x="442476" y="137732"/>
                      <a:pt x="440941" y="139685"/>
                      <a:pt x="439099" y="141750"/>
                    </a:cubicBezTo>
                    <a:cubicBezTo>
                      <a:pt x="437704" y="143536"/>
                      <a:pt x="435890" y="145601"/>
                      <a:pt x="433658" y="147945"/>
                    </a:cubicBezTo>
                    <a:cubicBezTo>
                      <a:pt x="431425" y="150289"/>
                      <a:pt x="428983" y="152800"/>
                      <a:pt x="426332" y="155479"/>
                    </a:cubicBezTo>
                    <a:cubicBezTo>
                      <a:pt x="423681" y="158158"/>
                      <a:pt x="420905" y="160949"/>
                      <a:pt x="418003" y="163851"/>
                    </a:cubicBezTo>
                    <a:cubicBezTo>
                      <a:pt x="415101" y="166753"/>
                      <a:pt x="412282" y="169627"/>
                      <a:pt x="409547" y="172474"/>
                    </a:cubicBezTo>
                    <a:cubicBezTo>
                      <a:pt x="406813" y="175320"/>
                      <a:pt x="404301" y="178083"/>
                      <a:pt x="402013" y="180761"/>
                    </a:cubicBezTo>
                    <a:cubicBezTo>
                      <a:pt x="399725" y="183440"/>
                      <a:pt x="397855" y="185896"/>
                      <a:pt x="396404" y="188128"/>
                    </a:cubicBezTo>
                    <a:lnTo>
                      <a:pt x="427379" y="188128"/>
                    </a:lnTo>
                    <a:cubicBezTo>
                      <a:pt x="430002" y="188128"/>
                      <a:pt x="432095" y="188031"/>
                      <a:pt x="433658" y="187835"/>
                    </a:cubicBezTo>
                    <a:cubicBezTo>
                      <a:pt x="435220" y="187640"/>
                      <a:pt x="436518" y="187208"/>
                      <a:pt x="437550" y="186538"/>
                    </a:cubicBezTo>
                    <a:cubicBezTo>
                      <a:pt x="438583" y="185868"/>
                      <a:pt x="439462" y="184850"/>
                      <a:pt x="440187" y="183482"/>
                    </a:cubicBezTo>
                    <a:cubicBezTo>
                      <a:pt x="440913" y="182115"/>
                      <a:pt x="441750" y="180231"/>
                      <a:pt x="442699" y="177831"/>
                    </a:cubicBezTo>
                    <a:lnTo>
                      <a:pt x="450484" y="177831"/>
                    </a:lnTo>
                    <a:cubicBezTo>
                      <a:pt x="450205" y="181794"/>
                      <a:pt x="449940" y="185784"/>
                      <a:pt x="449689" y="189803"/>
                    </a:cubicBezTo>
                    <a:cubicBezTo>
                      <a:pt x="449438" y="193821"/>
                      <a:pt x="449173" y="197812"/>
                      <a:pt x="448894" y="201774"/>
                    </a:cubicBezTo>
                    <a:lnTo>
                      <a:pt x="377987" y="201774"/>
                    </a:lnTo>
                    <a:lnTo>
                      <a:pt x="377987" y="197421"/>
                    </a:lnTo>
                    <a:cubicBezTo>
                      <a:pt x="379326" y="194407"/>
                      <a:pt x="380889" y="191435"/>
                      <a:pt x="382675" y="188505"/>
                    </a:cubicBezTo>
                    <a:cubicBezTo>
                      <a:pt x="384461" y="185575"/>
                      <a:pt x="386470" y="182603"/>
                      <a:pt x="388702" y="179589"/>
                    </a:cubicBezTo>
                    <a:cubicBezTo>
                      <a:pt x="390935" y="176576"/>
                      <a:pt x="393474" y="173464"/>
                      <a:pt x="396320" y="170255"/>
                    </a:cubicBezTo>
                    <a:cubicBezTo>
                      <a:pt x="399167" y="167046"/>
                      <a:pt x="402320" y="163711"/>
                      <a:pt x="405780" y="160251"/>
                    </a:cubicBezTo>
                    <a:cubicBezTo>
                      <a:pt x="411026" y="155005"/>
                      <a:pt x="415296" y="150526"/>
                      <a:pt x="418589" y="146815"/>
                    </a:cubicBezTo>
                    <a:cubicBezTo>
                      <a:pt x="421882" y="143103"/>
                      <a:pt x="424477" y="139797"/>
                      <a:pt x="426374" y="136894"/>
                    </a:cubicBezTo>
                    <a:cubicBezTo>
                      <a:pt x="428272" y="133992"/>
                      <a:pt x="429569" y="131313"/>
                      <a:pt x="430267" y="128858"/>
                    </a:cubicBezTo>
                    <a:cubicBezTo>
                      <a:pt x="430965" y="126402"/>
                      <a:pt x="431314" y="123779"/>
                      <a:pt x="431314" y="120988"/>
                    </a:cubicBezTo>
                    <a:cubicBezTo>
                      <a:pt x="431314" y="118142"/>
                      <a:pt x="430909" y="115519"/>
                      <a:pt x="430100" y="113119"/>
                    </a:cubicBezTo>
                    <a:cubicBezTo>
                      <a:pt x="429290" y="110719"/>
                      <a:pt x="428132" y="108682"/>
                      <a:pt x="426625" y="107008"/>
                    </a:cubicBezTo>
                    <a:cubicBezTo>
                      <a:pt x="425119" y="105334"/>
                      <a:pt x="423207" y="104022"/>
                      <a:pt x="420891" y="103073"/>
                    </a:cubicBezTo>
                    <a:cubicBezTo>
                      <a:pt x="418575" y="102124"/>
                      <a:pt x="415910" y="101650"/>
                      <a:pt x="412896" y="101650"/>
                    </a:cubicBezTo>
                    <a:cubicBezTo>
                      <a:pt x="407706" y="101650"/>
                      <a:pt x="403352" y="103059"/>
                      <a:pt x="399836" y="105878"/>
                    </a:cubicBezTo>
                    <a:cubicBezTo>
                      <a:pt x="396320" y="108696"/>
                      <a:pt x="393586" y="112784"/>
                      <a:pt x="391632" y="118142"/>
                    </a:cubicBezTo>
                    <a:lnTo>
                      <a:pt x="380665" y="118142"/>
                    </a:lnTo>
                    <a:lnTo>
                      <a:pt x="380665" y="101817"/>
                    </a:lnTo>
                    <a:cubicBezTo>
                      <a:pt x="387809" y="98859"/>
                      <a:pt x="394381" y="96711"/>
                      <a:pt x="400381" y="95371"/>
                    </a:cubicBezTo>
                    <a:cubicBezTo>
                      <a:pt x="406380" y="94032"/>
                      <a:pt x="411780" y="93362"/>
                      <a:pt x="416580" y="93362"/>
                    </a:cubicBezTo>
                    <a:close/>
                    <a:moveTo>
                      <a:pt x="48890" y="9488"/>
                    </a:moveTo>
                    <a:cubicBezTo>
                      <a:pt x="43756" y="9488"/>
                      <a:pt x="39458" y="11014"/>
                      <a:pt x="35998" y="14065"/>
                    </a:cubicBezTo>
                    <a:cubicBezTo>
                      <a:pt x="32538" y="17116"/>
                      <a:pt x="29747" y="21506"/>
                      <a:pt x="27627" y="27236"/>
                    </a:cubicBezTo>
                    <a:cubicBezTo>
                      <a:pt x="25506" y="32966"/>
                      <a:pt x="23999" y="39942"/>
                      <a:pt x="23106" y="48165"/>
                    </a:cubicBezTo>
                    <a:cubicBezTo>
                      <a:pt x="22213" y="56388"/>
                      <a:pt x="21766" y="65671"/>
                      <a:pt x="21766" y="76014"/>
                    </a:cubicBezTo>
                    <a:cubicBezTo>
                      <a:pt x="21766" y="100273"/>
                      <a:pt x="24018" y="118077"/>
                      <a:pt x="28520" y="129425"/>
                    </a:cubicBezTo>
                    <a:cubicBezTo>
                      <a:pt x="33022" y="140773"/>
                      <a:pt x="39998" y="146447"/>
                      <a:pt x="49449" y="146447"/>
                    </a:cubicBezTo>
                    <a:cubicBezTo>
                      <a:pt x="58453" y="146447"/>
                      <a:pt x="65131" y="141108"/>
                      <a:pt x="69484" y="130430"/>
                    </a:cubicBezTo>
                    <a:cubicBezTo>
                      <a:pt x="73838" y="119751"/>
                      <a:pt x="76014" y="103213"/>
                      <a:pt x="76014" y="80814"/>
                    </a:cubicBezTo>
                    <a:cubicBezTo>
                      <a:pt x="76014" y="63699"/>
                      <a:pt x="74898" y="49839"/>
                      <a:pt x="72666" y="39235"/>
                    </a:cubicBezTo>
                    <a:cubicBezTo>
                      <a:pt x="70433" y="28631"/>
                      <a:pt x="67326" y="21022"/>
                      <a:pt x="63345" y="16409"/>
                    </a:cubicBezTo>
                    <a:cubicBezTo>
                      <a:pt x="59364" y="11795"/>
                      <a:pt x="54546" y="9488"/>
                      <a:pt x="48890" y="9488"/>
                    </a:cubicBezTo>
                    <a:close/>
                    <a:moveTo>
                      <a:pt x="326008" y="1786"/>
                    </a:moveTo>
                    <a:lnTo>
                      <a:pt x="370657" y="1786"/>
                    </a:lnTo>
                    <a:lnTo>
                      <a:pt x="369429" y="7256"/>
                    </a:lnTo>
                    <a:cubicBezTo>
                      <a:pt x="366601" y="7851"/>
                      <a:pt x="364573" y="8521"/>
                      <a:pt x="363346" y="9265"/>
                    </a:cubicBezTo>
                    <a:cubicBezTo>
                      <a:pt x="362118" y="10009"/>
                      <a:pt x="361020" y="11125"/>
                      <a:pt x="360053" y="12614"/>
                    </a:cubicBezTo>
                    <a:cubicBezTo>
                      <a:pt x="359085" y="14102"/>
                      <a:pt x="358081" y="16427"/>
                      <a:pt x="357039" y="19590"/>
                    </a:cubicBezTo>
                    <a:cubicBezTo>
                      <a:pt x="355997" y="22752"/>
                      <a:pt x="354695" y="27906"/>
                      <a:pt x="353132" y="35049"/>
                    </a:cubicBezTo>
                    <a:lnTo>
                      <a:pt x="334045" y="121667"/>
                    </a:lnTo>
                    <a:cubicBezTo>
                      <a:pt x="333078" y="126058"/>
                      <a:pt x="332445" y="129537"/>
                      <a:pt x="332148" y="132104"/>
                    </a:cubicBezTo>
                    <a:cubicBezTo>
                      <a:pt x="331850" y="134671"/>
                      <a:pt x="331701" y="136997"/>
                      <a:pt x="331701" y="139080"/>
                    </a:cubicBezTo>
                    <a:cubicBezTo>
                      <a:pt x="331701" y="142429"/>
                      <a:pt x="332538" y="144792"/>
                      <a:pt x="334213" y="146168"/>
                    </a:cubicBezTo>
                    <a:cubicBezTo>
                      <a:pt x="335887" y="147545"/>
                      <a:pt x="338696" y="148382"/>
                      <a:pt x="342640" y="148680"/>
                    </a:cubicBezTo>
                    <a:lnTo>
                      <a:pt x="341412" y="154149"/>
                    </a:lnTo>
                    <a:lnTo>
                      <a:pt x="296764" y="154149"/>
                    </a:lnTo>
                    <a:lnTo>
                      <a:pt x="297991" y="148680"/>
                    </a:lnTo>
                    <a:cubicBezTo>
                      <a:pt x="300819" y="148233"/>
                      <a:pt x="302940" y="147508"/>
                      <a:pt x="304354" y="146503"/>
                    </a:cubicBezTo>
                    <a:cubicBezTo>
                      <a:pt x="305768" y="145498"/>
                      <a:pt x="306958" y="144103"/>
                      <a:pt x="307926" y="142317"/>
                    </a:cubicBezTo>
                    <a:cubicBezTo>
                      <a:pt x="308893" y="140531"/>
                      <a:pt x="309786" y="138355"/>
                      <a:pt x="310605" y="135787"/>
                    </a:cubicBezTo>
                    <a:cubicBezTo>
                      <a:pt x="311423" y="133220"/>
                      <a:pt x="312651" y="128253"/>
                      <a:pt x="314288" y="120886"/>
                    </a:cubicBezTo>
                    <a:lnTo>
                      <a:pt x="333264" y="34938"/>
                    </a:lnTo>
                    <a:cubicBezTo>
                      <a:pt x="334901" y="27496"/>
                      <a:pt x="335719" y="21506"/>
                      <a:pt x="335719" y="16967"/>
                    </a:cubicBezTo>
                    <a:cubicBezTo>
                      <a:pt x="335719" y="13469"/>
                      <a:pt x="334845" y="11032"/>
                      <a:pt x="333096" y="9656"/>
                    </a:cubicBezTo>
                    <a:cubicBezTo>
                      <a:pt x="331348" y="8279"/>
                      <a:pt x="328576" y="7479"/>
                      <a:pt x="324781" y="7256"/>
                    </a:cubicBezTo>
                    <a:close/>
                    <a:moveTo>
                      <a:pt x="238683" y="0"/>
                    </a:moveTo>
                    <a:lnTo>
                      <a:pt x="244823" y="0"/>
                    </a:lnTo>
                    <a:cubicBezTo>
                      <a:pt x="244376" y="7144"/>
                      <a:pt x="244153" y="17041"/>
                      <a:pt x="244153" y="29692"/>
                    </a:cubicBezTo>
                    <a:lnTo>
                      <a:pt x="244153" y="125016"/>
                    </a:lnTo>
                    <a:cubicBezTo>
                      <a:pt x="244153" y="129332"/>
                      <a:pt x="244395" y="132588"/>
                      <a:pt x="244878" y="134783"/>
                    </a:cubicBezTo>
                    <a:cubicBezTo>
                      <a:pt x="245362" y="136978"/>
                      <a:pt x="246218" y="138764"/>
                      <a:pt x="247446" y="140141"/>
                    </a:cubicBezTo>
                    <a:cubicBezTo>
                      <a:pt x="248674" y="141517"/>
                      <a:pt x="250441" y="142596"/>
                      <a:pt x="252748" y="143378"/>
                    </a:cubicBezTo>
                    <a:cubicBezTo>
                      <a:pt x="255055" y="144159"/>
                      <a:pt x="257957" y="144754"/>
                      <a:pt x="261454" y="145164"/>
                    </a:cubicBezTo>
                    <a:cubicBezTo>
                      <a:pt x="264952" y="145573"/>
                      <a:pt x="269565" y="145852"/>
                      <a:pt x="275295" y="146001"/>
                    </a:cubicBezTo>
                    <a:lnTo>
                      <a:pt x="275295" y="154149"/>
                    </a:lnTo>
                    <a:lnTo>
                      <a:pt x="192807" y="154149"/>
                    </a:lnTo>
                    <a:lnTo>
                      <a:pt x="192807" y="146001"/>
                    </a:lnTo>
                    <a:cubicBezTo>
                      <a:pt x="201067" y="145629"/>
                      <a:pt x="206964" y="145126"/>
                      <a:pt x="210499" y="144494"/>
                    </a:cubicBezTo>
                    <a:cubicBezTo>
                      <a:pt x="214034" y="143861"/>
                      <a:pt x="216731" y="142913"/>
                      <a:pt x="218592" y="141648"/>
                    </a:cubicBezTo>
                    <a:cubicBezTo>
                      <a:pt x="220452" y="140383"/>
                      <a:pt x="221810" y="138597"/>
                      <a:pt x="222666" y="136290"/>
                    </a:cubicBezTo>
                    <a:cubicBezTo>
                      <a:pt x="223522" y="133983"/>
                      <a:pt x="223949" y="130225"/>
                      <a:pt x="223949" y="125016"/>
                    </a:cubicBezTo>
                    <a:lnTo>
                      <a:pt x="223949" y="34491"/>
                    </a:lnTo>
                    <a:cubicBezTo>
                      <a:pt x="223949" y="31515"/>
                      <a:pt x="223429" y="29338"/>
                      <a:pt x="222387" y="27961"/>
                    </a:cubicBezTo>
                    <a:cubicBezTo>
                      <a:pt x="221345" y="26585"/>
                      <a:pt x="219819" y="25896"/>
                      <a:pt x="217810" y="25896"/>
                    </a:cubicBezTo>
                    <a:cubicBezTo>
                      <a:pt x="215429" y="25896"/>
                      <a:pt x="212043" y="27124"/>
                      <a:pt x="207653" y="29580"/>
                    </a:cubicBezTo>
                    <a:cubicBezTo>
                      <a:pt x="203262" y="32036"/>
                      <a:pt x="197830" y="35421"/>
                      <a:pt x="191356" y="39738"/>
                    </a:cubicBezTo>
                    <a:lnTo>
                      <a:pt x="186445" y="31143"/>
                    </a:lnTo>
                    <a:close/>
                    <a:moveTo>
                      <a:pt x="49449" y="0"/>
                    </a:moveTo>
                    <a:cubicBezTo>
                      <a:pt x="65745" y="0"/>
                      <a:pt x="77875" y="6288"/>
                      <a:pt x="85837" y="18864"/>
                    </a:cubicBezTo>
                    <a:cubicBezTo>
                      <a:pt x="93799" y="31440"/>
                      <a:pt x="97780" y="50453"/>
                      <a:pt x="97780" y="75903"/>
                    </a:cubicBezTo>
                    <a:cubicBezTo>
                      <a:pt x="97780" y="102245"/>
                      <a:pt x="93520" y="122170"/>
                      <a:pt x="85000" y="135676"/>
                    </a:cubicBezTo>
                    <a:cubicBezTo>
                      <a:pt x="76479" y="149182"/>
                      <a:pt x="64034" y="155935"/>
                      <a:pt x="47663" y="155935"/>
                    </a:cubicBezTo>
                    <a:cubicBezTo>
                      <a:pt x="31589" y="155935"/>
                      <a:pt x="19627" y="149610"/>
                      <a:pt x="11776" y="136959"/>
                    </a:cubicBezTo>
                    <a:cubicBezTo>
                      <a:pt x="3926" y="124309"/>
                      <a:pt x="0" y="105110"/>
                      <a:pt x="0" y="79363"/>
                    </a:cubicBezTo>
                    <a:cubicBezTo>
                      <a:pt x="0" y="65671"/>
                      <a:pt x="1210" y="53839"/>
                      <a:pt x="3628" y="43867"/>
                    </a:cubicBezTo>
                    <a:cubicBezTo>
                      <a:pt x="6047" y="33896"/>
                      <a:pt x="9432" y="25655"/>
                      <a:pt x="13786" y="19143"/>
                    </a:cubicBezTo>
                    <a:cubicBezTo>
                      <a:pt x="18139" y="12632"/>
                      <a:pt x="23366" y="7814"/>
                      <a:pt x="29468" y="4688"/>
                    </a:cubicBezTo>
                    <a:cubicBezTo>
                      <a:pt x="35570" y="1563"/>
                      <a:pt x="42230" y="0"/>
                      <a:pt x="49449" y="0"/>
                    </a:cubicBezTo>
                    <a:close/>
                  </a:path>
                </a:pathLst>
              </a:custGeom>
              <a:solidFill>
                <a:srgbClr val="288BB6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solidFill>
                    <a:srgbClr val="288BB6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9B42C3EA-693E-4943-98D6-C4E90985C6AB}"/>
                </a:ext>
              </a:extLst>
            </p:cNvPr>
            <p:cNvCxnSpPr/>
            <p:nvPr/>
          </p:nvCxnSpPr>
          <p:spPr>
            <a:xfrm flipV="1">
              <a:off x="5580029" y="1487901"/>
              <a:ext cx="714075" cy="92813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3DD5031-5841-4567-B920-307FDD282FCA}"/>
                </a:ext>
              </a:extLst>
            </p:cNvPr>
            <p:cNvSpPr txBox="1"/>
            <p:nvPr/>
          </p:nvSpPr>
          <p:spPr>
            <a:xfrm>
              <a:off x="5419776" y="1069445"/>
              <a:ext cx="2624444" cy="279520"/>
            </a:xfrm>
            <a:custGeom>
              <a:avLst/>
              <a:gdLst/>
              <a:ahLst/>
              <a:cxnLst/>
              <a:rect l="l" t="t" r="r" b="b"/>
              <a:pathLst>
                <a:path w="2013281" h="214427">
                  <a:moveTo>
                    <a:pt x="0" y="172593"/>
                  </a:moveTo>
                  <a:cubicBezTo>
                    <a:pt x="20269" y="173812"/>
                    <a:pt x="52121" y="174422"/>
                    <a:pt x="95555" y="174422"/>
                  </a:cubicBezTo>
                  <a:cubicBezTo>
                    <a:pt x="138989" y="174422"/>
                    <a:pt x="173431" y="173812"/>
                    <a:pt x="198882" y="172593"/>
                  </a:cubicBezTo>
                  <a:lnTo>
                    <a:pt x="198882" y="189052"/>
                  </a:lnTo>
                  <a:cubicBezTo>
                    <a:pt x="176327" y="187528"/>
                    <a:pt x="143104" y="186766"/>
                    <a:pt x="99213" y="186766"/>
                  </a:cubicBezTo>
                  <a:cubicBezTo>
                    <a:pt x="55321" y="186766"/>
                    <a:pt x="22251" y="187528"/>
                    <a:pt x="0" y="189052"/>
                  </a:cubicBezTo>
                  <a:close/>
                  <a:moveTo>
                    <a:pt x="1442923" y="164135"/>
                  </a:moveTo>
                  <a:cubicBezTo>
                    <a:pt x="1449019" y="175565"/>
                    <a:pt x="1453668" y="189357"/>
                    <a:pt x="1456868" y="205511"/>
                  </a:cubicBezTo>
                  <a:lnTo>
                    <a:pt x="1443152" y="208712"/>
                  </a:lnTo>
                  <a:cubicBezTo>
                    <a:pt x="1440866" y="193929"/>
                    <a:pt x="1436599" y="180365"/>
                    <a:pt x="1430350" y="168021"/>
                  </a:cubicBezTo>
                  <a:close/>
                  <a:moveTo>
                    <a:pt x="506806" y="164135"/>
                  </a:moveTo>
                  <a:lnTo>
                    <a:pt x="506806" y="187680"/>
                  </a:lnTo>
                  <a:lnTo>
                    <a:pt x="614249" y="187680"/>
                  </a:lnTo>
                  <a:lnTo>
                    <a:pt x="614249" y="164135"/>
                  </a:lnTo>
                  <a:close/>
                  <a:moveTo>
                    <a:pt x="1399032" y="162763"/>
                  </a:moveTo>
                  <a:lnTo>
                    <a:pt x="1411148" y="169164"/>
                  </a:lnTo>
                  <a:cubicBezTo>
                    <a:pt x="1400633" y="189738"/>
                    <a:pt x="1391412" y="204597"/>
                    <a:pt x="1383487" y="213741"/>
                  </a:cubicBezTo>
                  <a:lnTo>
                    <a:pt x="1369543" y="207111"/>
                  </a:lnTo>
                  <a:cubicBezTo>
                    <a:pt x="1380058" y="197358"/>
                    <a:pt x="1389888" y="182575"/>
                    <a:pt x="1399032" y="162763"/>
                  </a:cubicBezTo>
                  <a:close/>
                  <a:moveTo>
                    <a:pt x="1487500" y="159105"/>
                  </a:moveTo>
                  <a:cubicBezTo>
                    <a:pt x="1495425" y="170383"/>
                    <a:pt x="1503426" y="184175"/>
                    <a:pt x="1511503" y="200482"/>
                  </a:cubicBezTo>
                  <a:lnTo>
                    <a:pt x="1498930" y="206197"/>
                  </a:lnTo>
                  <a:cubicBezTo>
                    <a:pt x="1492682" y="192176"/>
                    <a:pt x="1485215" y="178613"/>
                    <a:pt x="1476528" y="165506"/>
                  </a:cubicBezTo>
                  <a:close/>
                  <a:moveTo>
                    <a:pt x="1534821" y="156819"/>
                  </a:moveTo>
                  <a:cubicBezTo>
                    <a:pt x="1545336" y="169316"/>
                    <a:pt x="1556080" y="183947"/>
                    <a:pt x="1567053" y="200711"/>
                  </a:cubicBezTo>
                  <a:lnTo>
                    <a:pt x="1555852" y="208940"/>
                  </a:lnTo>
                  <a:cubicBezTo>
                    <a:pt x="1546555" y="192329"/>
                    <a:pt x="1536040" y="177317"/>
                    <a:pt x="1524305" y="163906"/>
                  </a:cubicBezTo>
                  <a:close/>
                  <a:moveTo>
                    <a:pt x="1058875" y="125044"/>
                  </a:moveTo>
                  <a:cubicBezTo>
                    <a:pt x="1072287" y="139370"/>
                    <a:pt x="1083183" y="152857"/>
                    <a:pt x="1091565" y="165506"/>
                  </a:cubicBezTo>
                  <a:lnTo>
                    <a:pt x="1079907" y="173507"/>
                  </a:lnTo>
                  <a:cubicBezTo>
                    <a:pt x="1071525" y="159486"/>
                    <a:pt x="1061009" y="145999"/>
                    <a:pt x="1048360" y="133045"/>
                  </a:cubicBezTo>
                  <a:close/>
                  <a:moveTo>
                    <a:pt x="506806" y="106299"/>
                  </a:moveTo>
                  <a:lnTo>
                    <a:pt x="506806" y="125958"/>
                  </a:lnTo>
                  <a:lnTo>
                    <a:pt x="602590" y="125958"/>
                  </a:lnTo>
                  <a:lnTo>
                    <a:pt x="602590" y="106299"/>
                  </a:lnTo>
                  <a:close/>
                  <a:moveTo>
                    <a:pt x="786613" y="101727"/>
                  </a:moveTo>
                  <a:lnTo>
                    <a:pt x="786613" y="136703"/>
                  </a:lnTo>
                  <a:lnTo>
                    <a:pt x="842163" y="136703"/>
                  </a:lnTo>
                  <a:lnTo>
                    <a:pt x="842163" y="101727"/>
                  </a:lnTo>
                  <a:close/>
                  <a:moveTo>
                    <a:pt x="715290" y="101727"/>
                  </a:moveTo>
                  <a:lnTo>
                    <a:pt x="715290" y="136703"/>
                  </a:lnTo>
                  <a:lnTo>
                    <a:pt x="772211" y="136703"/>
                  </a:lnTo>
                  <a:lnTo>
                    <a:pt x="772211" y="101727"/>
                  </a:lnTo>
                  <a:close/>
                  <a:moveTo>
                    <a:pt x="491490" y="94412"/>
                  </a:moveTo>
                  <a:cubicBezTo>
                    <a:pt x="511150" y="95021"/>
                    <a:pt x="532791" y="95326"/>
                    <a:pt x="556413" y="95326"/>
                  </a:cubicBezTo>
                  <a:cubicBezTo>
                    <a:pt x="580035" y="95326"/>
                    <a:pt x="600228" y="95021"/>
                    <a:pt x="616992" y="94412"/>
                  </a:cubicBezTo>
                  <a:cubicBezTo>
                    <a:pt x="616077" y="100203"/>
                    <a:pt x="615620" y="107785"/>
                    <a:pt x="615620" y="117157"/>
                  </a:cubicBezTo>
                  <a:cubicBezTo>
                    <a:pt x="615620" y="126530"/>
                    <a:pt x="616077" y="133426"/>
                    <a:pt x="616992" y="137846"/>
                  </a:cubicBezTo>
                  <a:cubicBezTo>
                    <a:pt x="603276" y="137084"/>
                    <a:pt x="584454" y="136703"/>
                    <a:pt x="560527" y="136703"/>
                  </a:cubicBezTo>
                  <a:lnTo>
                    <a:pt x="506806" y="136703"/>
                  </a:lnTo>
                  <a:lnTo>
                    <a:pt x="506806" y="153390"/>
                  </a:lnTo>
                  <a:lnTo>
                    <a:pt x="561899" y="153390"/>
                  </a:lnTo>
                  <a:cubicBezTo>
                    <a:pt x="583692" y="153390"/>
                    <a:pt x="606171" y="153086"/>
                    <a:pt x="629336" y="152476"/>
                  </a:cubicBezTo>
                  <a:cubicBezTo>
                    <a:pt x="628574" y="154914"/>
                    <a:pt x="628193" y="160096"/>
                    <a:pt x="628193" y="168021"/>
                  </a:cubicBezTo>
                  <a:lnTo>
                    <a:pt x="628193" y="192938"/>
                  </a:lnTo>
                  <a:cubicBezTo>
                    <a:pt x="628193" y="198729"/>
                    <a:pt x="628726" y="204673"/>
                    <a:pt x="629793" y="210769"/>
                  </a:cubicBezTo>
                  <a:lnTo>
                    <a:pt x="614249" y="210769"/>
                  </a:lnTo>
                  <a:lnTo>
                    <a:pt x="614249" y="198882"/>
                  </a:lnTo>
                  <a:lnTo>
                    <a:pt x="506806" y="198882"/>
                  </a:lnTo>
                  <a:cubicBezTo>
                    <a:pt x="507111" y="205892"/>
                    <a:pt x="507492" y="211074"/>
                    <a:pt x="507949" y="214427"/>
                  </a:cubicBezTo>
                  <a:lnTo>
                    <a:pt x="491033" y="214427"/>
                  </a:lnTo>
                  <a:cubicBezTo>
                    <a:pt x="492252" y="206807"/>
                    <a:pt x="492862" y="200025"/>
                    <a:pt x="492862" y="194081"/>
                  </a:cubicBezTo>
                  <a:lnTo>
                    <a:pt x="492862" y="116814"/>
                  </a:lnTo>
                  <a:cubicBezTo>
                    <a:pt x="492862" y="105537"/>
                    <a:pt x="492405" y="98069"/>
                    <a:pt x="491490" y="94412"/>
                  </a:cubicBezTo>
                  <a:close/>
                  <a:moveTo>
                    <a:pt x="1901267" y="91897"/>
                  </a:moveTo>
                  <a:lnTo>
                    <a:pt x="1901267" y="143332"/>
                  </a:lnTo>
                  <a:lnTo>
                    <a:pt x="1955673" y="143332"/>
                  </a:lnTo>
                  <a:lnTo>
                    <a:pt x="1955673" y="91897"/>
                  </a:lnTo>
                  <a:close/>
                  <a:moveTo>
                    <a:pt x="1671752" y="90297"/>
                  </a:moveTo>
                  <a:cubicBezTo>
                    <a:pt x="1679525" y="119558"/>
                    <a:pt x="1692174" y="142189"/>
                    <a:pt x="1709700" y="158191"/>
                  </a:cubicBezTo>
                  <a:cubicBezTo>
                    <a:pt x="1729969" y="139903"/>
                    <a:pt x="1744218" y="117272"/>
                    <a:pt x="1752448" y="90297"/>
                  </a:cubicBezTo>
                  <a:close/>
                  <a:moveTo>
                    <a:pt x="1268273" y="86411"/>
                  </a:moveTo>
                  <a:cubicBezTo>
                    <a:pt x="1279551" y="94488"/>
                    <a:pt x="1289761" y="103022"/>
                    <a:pt x="1298905" y="112014"/>
                  </a:cubicBezTo>
                  <a:lnTo>
                    <a:pt x="1290219" y="121615"/>
                  </a:lnTo>
                  <a:cubicBezTo>
                    <a:pt x="1283513" y="112776"/>
                    <a:pt x="1273607" y="104013"/>
                    <a:pt x="1260501" y="95326"/>
                  </a:cubicBezTo>
                  <a:close/>
                  <a:moveTo>
                    <a:pt x="1229411" y="80467"/>
                  </a:moveTo>
                  <a:cubicBezTo>
                    <a:pt x="1236726" y="81229"/>
                    <a:pt x="1242365" y="81610"/>
                    <a:pt x="1246327" y="81610"/>
                  </a:cubicBezTo>
                  <a:cubicBezTo>
                    <a:pt x="1250290" y="81610"/>
                    <a:pt x="1252271" y="82334"/>
                    <a:pt x="1252271" y="83782"/>
                  </a:cubicBezTo>
                  <a:cubicBezTo>
                    <a:pt x="1252271" y="85230"/>
                    <a:pt x="1251357" y="86715"/>
                    <a:pt x="1249528" y="88239"/>
                  </a:cubicBezTo>
                  <a:cubicBezTo>
                    <a:pt x="1245870" y="91135"/>
                    <a:pt x="1243127" y="103860"/>
                    <a:pt x="1241298" y="126416"/>
                  </a:cubicBezTo>
                  <a:cubicBezTo>
                    <a:pt x="1293419" y="126416"/>
                    <a:pt x="1325347" y="125654"/>
                    <a:pt x="1337082" y="124130"/>
                  </a:cubicBezTo>
                  <a:lnTo>
                    <a:pt x="1337082" y="140132"/>
                  </a:lnTo>
                  <a:cubicBezTo>
                    <a:pt x="1324585" y="138608"/>
                    <a:pt x="1297763" y="137846"/>
                    <a:pt x="1256615" y="137846"/>
                  </a:cubicBezTo>
                  <a:cubicBezTo>
                    <a:pt x="1266063" y="152781"/>
                    <a:pt x="1276922" y="164554"/>
                    <a:pt x="1289190" y="173164"/>
                  </a:cubicBezTo>
                  <a:cubicBezTo>
                    <a:pt x="1301458" y="181775"/>
                    <a:pt x="1317955" y="189052"/>
                    <a:pt x="1338682" y="194996"/>
                  </a:cubicBezTo>
                  <a:cubicBezTo>
                    <a:pt x="1334415" y="198958"/>
                    <a:pt x="1331291" y="203987"/>
                    <a:pt x="1329309" y="210083"/>
                  </a:cubicBezTo>
                  <a:cubicBezTo>
                    <a:pt x="1307821" y="201244"/>
                    <a:pt x="1290523" y="191186"/>
                    <a:pt x="1277417" y="179908"/>
                  </a:cubicBezTo>
                  <a:cubicBezTo>
                    <a:pt x="1264311" y="168630"/>
                    <a:pt x="1254024" y="154610"/>
                    <a:pt x="1246556" y="137846"/>
                  </a:cubicBezTo>
                  <a:lnTo>
                    <a:pt x="1238784" y="137846"/>
                  </a:lnTo>
                  <a:cubicBezTo>
                    <a:pt x="1229183" y="170764"/>
                    <a:pt x="1200227" y="194919"/>
                    <a:pt x="1151916" y="210312"/>
                  </a:cubicBezTo>
                  <a:cubicBezTo>
                    <a:pt x="1149630" y="205435"/>
                    <a:pt x="1146505" y="201015"/>
                    <a:pt x="1142543" y="197053"/>
                  </a:cubicBezTo>
                  <a:cubicBezTo>
                    <a:pt x="1166622" y="191109"/>
                    <a:pt x="1185215" y="183413"/>
                    <a:pt x="1198321" y="173964"/>
                  </a:cubicBezTo>
                  <a:cubicBezTo>
                    <a:pt x="1211428" y="164516"/>
                    <a:pt x="1220496" y="152476"/>
                    <a:pt x="1225525" y="137846"/>
                  </a:cubicBezTo>
                  <a:cubicBezTo>
                    <a:pt x="1187577" y="137846"/>
                    <a:pt x="1162279" y="138608"/>
                    <a:pt x="1149630" y="140132"/>
                  </a:cubicBezTo>
                  <a:lnTo>
                    <a:pt x="1149630" y="124130"/>
                  </a:lnTo>
                  <a:cubicBezTo>
                    <a:pt x="1166394" y="125654"/>
                    <a:pt x="1192759" y="126416"/>
                    <a:pt x="1228725" y="126416"/>
                  </a:cubicBezTo>
                  <a:cubicBezTo>
                    <a:pt x="1230097" y="119405"/>
                    <a:pt x="1230783" y="112014"/>
                    <a:pt x="1230783" y="104241"/>
                  </a:cubicBezTo>
                  <a:cubicBezTo>
                    <a:pt x="1230783" y="96469"/>
                    <a:pt x="1230325" y="88544"/>
                    <a:pt x="1229411" y="80467"/>
                  </a:cubicBezTo>
                  <a:close/>
                  <a:moveTo>
                    <a:pt x="1886865" y="79095"/>
                  </a:moveTo>
                  <a:cubicBezTo>
                    <a:pt x="1895856" y="80162"/>
                    <a:pt x="1909915" y="80696"/>
                    <a:pt x="1929041" y="80696"/>
                  </a:cubicBezTo>
                  <a:cubicBezTo>
                    <a:pt x="1948168" y="80696"/>
                    <a:pt x="1961922" y="80162"/>
                    <a:pt x="1970304" y="79095"/>
                  </a:cubicBezTo>
                  <a:cubicBezTo>
                    <a:pt x="1969542" y="88849"/>
                    <a:pt x="1969161" y="102184"/>
                    <a:pt x="1969161" y="119100"/>
                  </a:cubicBezTo>
                  <a:cubicBezTo>
                    <a:pt x="1969161" y="136017"/>
                    <a:pt x="1969542" y="148056"/>
                    <a:pt x="1970304" y="155219"/>
                  </a:cubicBezTo>
                  <a:cubicBezTo>
                    <a:pt x="1957197" y="154610"/>
                    <a:pt x="1941767" y="154305"/>
                    <a:pt x="1924012" y="154305"/>
                  </a:cubicBezTo>
                  <a:cubicBezTo>
                    <a:pt x="1906257" y="154305"/>
                    <a:pt x="1893875" y="154686"/>
                    <a:pt x="1886865" y="155448"/>
                  </a:cubicBezTo>
                  <a:cubicBezTo>
                    <a:pt x="1887779" y="147218"/>
                    <a:pt x="1888236" y="134455"/>
                    <a:pt x="1888236" y="117157"/>
                  </a:cubicBezTo>
                  <a:cubicBezTo>
                    <a:pt x="1888236" y="99860"/>
                    <a:pt x="1887779" y="87173"/>
                    <a:pt x="1886865" y="79095"/>
                  </a:cubicBezTo>
                  <a:close/>
                  <a:moveTo>
                    <a:pt x="786613" y="53035"/>
                  </a:moveTo>
                  <a:lnTo>
                    <a:pt x="786613" y="90525"/>
                  </a:lnTo>
                  <a:lnTo>
                    <a:pt x="842163" y="90525"/>
                  </a:lnTo>
                  <a:lnTo>
                    <a:pt x="842163" y="53035"/>
                  </a:lnTo>
                  <a:close/>
                  <a:moveTo>
                    <a:pt x="715290" y="53035"/>
                  </a:moveTo>
                  <a:lnTo>
                    <a:pt x="715290" y="90525"/>
                  </a:lnTo>
                  <a:lnTo>
                    <a:pt x="772211" y="90525"/>
                  </a:lnTo>
                  <a:lnTo>
                    <a:pt x="772211" y="53035"/>
                  </a:lnTo>
                  <a:close/>
                  <a:moveTo>
                    <a:pt x="1264844" y="50520"/>
                  </a:moveTo>
                  <a:cubicBezTo>
                    <a:pt x="1284351" y="61341"/>
                    <a:pt x="1304239" y="73838"/>
                    <a:pt x="1324509" y="88011"/>
                  </a:cubicBezTo>
                  <a:lnTo>
                    <a:pt x="1316279" y="99669"/>
                  </a:lnTo>
                  <a:cubicBezTo>
                    <a:pt x="1299058" y="84125"/>
                    <a:pt x="1279398" y="71018"/>
                    <a:pt x="1257300" y="60350"/>
                  </a:cubicBezTo>
                  <a:close/>
                  <a:moveTo>
                    <a:pt x="1220038" y="48463"/>
                  </a:moveTo>
                  <a:cubicBezTo>
                    <a:pt x="1223696" y="53187"/>
                    <a:pt x="1227354" y="56540"/>
                    <a:pt x="1231011" y="58521"/>
                  </a:cubicBezTo>
                  <a:cubicBezTo>
                    <a:pt x="1232383" y="59283"/>
                    <a:pt x="1233069" y="60388"/>
                    <a:pt x="1233069" y="61836"/>
                  </a:cubicBezTo>
                  <a:cubicBezTo>
                    <a:pt x="1233069" y="63284"/>
                    <a:pt x="1231926" y="64008"/>
                    <a:pt x="1229640" y="64008"/>
                  </a:cubicBezTo>
                  <a:cubicBezTo>
                    <a:pt x="1225830" y="64008"/>
                    <a:pt x="1218019" y="68770"/>
                    <a:pt x="1206208" y="78295"/>
                  </a:cubicBezTo>
                  <a:cubicBezTo>
                    <a:pt x="1194397" y="87820"/>
                    <a:pt x="1180643" y="96850"/>
                    <a:pt x="1164946" y="105384"/>
                  </a:cubicBezTo>
                  <a:cubicBezTo>
                    <a:pt x="1163269" y="100508"/>
                    <a:pt x="1159764" y="96240"/>
                    <a:pt x="1154430" y="92583"/>
                  </a:cubicBezTo>
                  <a:cubicBezTo>
                    <a:pt x="1180338" y="84353"/>
                    <a:pt x="1202208" y="69647"/>
                    <a:pt x="1220038" y="48463"/>
                  </a:cubicBezTo>
                  <a:close/>
                  <a:moveTo>
                    <a:pt x="552298" y="47777"/>
                  </a:moveTo>
                  <a:cubicBezTo>
                    <a:pt x="558241" y="54940"/>
                    <a:pt x="563880" y="62331"/>
                    <a:pt x="569214" y="69951"/>
                  </a:cubicBezTo>
                  <a:cubicBezTo>
                    <a:pt x="608533" y="69951"/>
                    <a:pt x="636194" y="69418"/>
                    <a:pt x="652196" y="68351"/>
                  </a:cubicBezTo>
                  <a:cubicBezTo>
                    <a:pt x="651129" y="73685"/>
                    <a:pt x="650596" y="79667"/>
                    <a:pt x="650596" y="86296"/>
                  </a:cubicBezTo>
                  <a:cubicBezTo>
                    <a:pt x="650596" y="92926"/>
                    <a:pt x="650977" y="99136"/>
                    <a:pt x="651739" y="104927"/>
                  </a:cubicBezTo>
                  <a:lnTo>
                    <a:pt x="636423" y="104927"/>
                  </a:lnTo>
                  <a:lnTo>
                    <a:pt x="636423" y="80238"/>
                  </a:lnTo>
                  <a:lnTo>
                    <a:pt x="475260" y="80238"/>
                  </a:lnTo>
                  <a:lnTo>
                    <a:pt x="475260" y="105613"/>
                  </a:lnTo>
                  <a:lnTo>
                    <a:pt x="459943" y="105613"/>
                  </a:lnTo>
                  <a:cubicBezTo>
                    <a:pt x="460553" y="100279"/>
                    <a:pt x="460858" y="93612"/>
                    <a:pt x="460858" y="85611"/>
                  </a:cubicBezTo>
                  <a:cubicBezTo>
                    <a:pt x="460858" y="77610"/>
                    <a:pt x="460553" y="71856"/>
                    <a:pt x="459943" y="68351"/>
                  </a:cubicBezTo>
                  <a:cubicBezTo>
                    <a:pt x="477012" y="69418"/>
                    <a:pt x="508635" y="69951"/>
                    <a:pt x="554812" y="69951"/>
                  </a:cubicBezTo>
                  <a:cubicBezTo>
                    <a:pt x="551612" y="64617"/>
                    <a:pt x="547650" y="59969"/>
                    <a:pt x="542925" y="56007"/>
                  </a:cubicBezTo>
                  <a:close/>
                  <a:moveTo>
                    <a:pt x="1015670" y="46406"/>
                  </a:moveTo>
                  <a:cubicBezTo>
                    <a:pt x="1020852" y="47320"/>
                    <a:pt x="1026795" y="47777"/>
                    <a:pt x="1033501" y="47777"/>
                  </a:cubicBezTo>
                  <a:cubicBezTo>
                    <a:pt x="1036092" y="47777"/>
                    <a:pt x="1037387" y="48311"/>
                    <a:pt x="1037387" y="49377"/>
                  </a:cubicBezTo>
                  <a:cubicBezTo>
                    <a:pt x="1037387" y="50444"/>
                    <a:pt x="1036396" y="51740"/>
                    <a:pt x="1034415" y="53264"/>
                  </a:cubicBezTo>
                  <a:cubicBezTo>
                    <a:pt x="1032434" y="54788"/>
                    <a:pt x="1031443" y="57455"/>
                    <a:pt x="1031443" y="61265"/>
                  </a:cubicBezTo>
                  <a:lnTo>
                    <a:pt x="1031443" y="100584"/>
                  </a:lnTo>
                  <a:cubicBezTo>
                    <a:pt x="1052932" y="100431"/>
                    <a:pt x="1071829" y="99593"/>
                    <a:pt x="1088136" y="98069"/>
                  </a:cubicBezTo>
                  <a:lnTo>
                    <a:pt x="1088136" y="113843"/>
                  </a:lnTo>
                  <a:cubicBezTo>
                    <a:pt x="1071829" y="112319"/>
                    <a:pt x="1052932" y="111480"/>
                    <a:pt x="1031443" y="111328"/>
                  </a:cubicBezTo>
                  <a:lnTo>
                    <a:pt x="1031443" y="186766"/>
                  </a:lnTo>
                  <a:cubicBezTo>
                    <a:pt x="1061923" y="186614"/>
                    <a:pt x="1088136" y="185623"/>
                    <a:pt x="1110082" y="183794"/>
                  </a:cubicBezTo>
                  <a:lnTo>
                    <a:pt x="1110082" y="200711"/>
                  </a:lnTo>
                  <a:cubicBezTo>
                    <a:pt x="1087527" y="198729"/>
                    <a:pt x="1060552" y="197739"/>
                    <a:pt x="1029157" y="197739"/>
                  </a:cubicBezTo>
                  <a:cubicBezTo>
                    <a:pt x="997763" y="197739"/>
                    <a:pt x="969417" y="198729"/>
                    <a:pt x="944118" y="200711"/>
                  </a:cubicBezTo>
                  <a:lnTo>
                    <a:pt x="944118" y="183794"/>
                  </a:lnTo>
                  <a:cubicBezTo>
                    <a:pt x="965911" y="185623"/>
                    <a:pt x="990295" y="186614"/>
                    <a:pt x="1017270" y="186766"/>
                  </a:cubicBezTo>
                  <a:lnTo>
                    <a:pt x="1017270" y="111328"/>
                  </a:lnTo>
                  <a:cubicBezTo>
                    <a:pt x="994715" y="111480"/>
                    <a:pt x="976427" y="112319"/>
                    <a:pt x="962406" y="113843"/>
                  </a:cubicBezTo>
                  <a:lnTo>
                    <a:pt x="962406" y="98069"/>
                  </a:lnTo>
                  <a:cubicBezTo>
                    <a:pt x="976427" y="99593"/>
                    <a:pt x="994715" y="100431"/>
                    <a:pt x="1017270" y="100584"/>
                  </a:cubicBezTo>
                  <a:lnTo>
                    <a:pt x="1017270" y="79781"/>
                  </a:lnTo>
                  <a:cubicBezTo>
                    <a:pt x="1017270" y="62865"/>
                    <a:pt x="1016737" y="51740"/>
                    <a:pt x="1015670" y="46406"/>
                  </a:cubicBezTo>
                  <a:close/>
                  <a:moveTo>
                    <a:pt x="15545" y="36804"/>
                  </a:moveTo>
                  <a:cubicBezTo>
                    <a:pt x="35205" y="38024"/>
                    <a:pt x="62332" y="38633"/>
                    <a:pt x="96927" y="38633"/>
                  </a:cubicBezTo>
                  <a:cubicBezTo>
                    <a:pt x="131521" y="38633"/>
                    <a:pt x="158496" y="38024"/>
                    <a:pt x="177851" y="36804"/>
                  </a:cubicBezTo>
                  <a:lnTo>
                    <a:pt x="177851" y="52121"/>
                  </a:lnTo>
                  <a:cubicBezTo>
                    <a:pt x="159868" y="51206"/>
                    <a:pt x="134417" y="50749"/>
                    <a:pt x="101499" y="50749"/>
                  </a:cubicBezTo>
                  <a:cubicBezTo>
                    <a:pt x="68580" y="50749"/>
                    <a:pt x="39929" y="51206"/>
                    <a:pt x="15545" y="52121"/>
                  </a:cubicBezTo>
                  <a:close/>
                  <a:moveTo>
                    <a:pt x="930631" y="21717"/>
                  </a:moveTo>
                  <a:cubicBezTo>
                    <a:pt x="934898" y="22784"/>
                    <a:pt x="964540" y="23317"/>
                    <a:pt x="1019556" y="23317"/>
                  </a:cubicBezTo>
                  <a:cubicBezTo>
                    <a:pt x="1074573" y="23317"/>
                    <a:pt x="1103986" y="22784"/>
                    <a:pt x="1107796" y="21717"/>
                  </a:cubicBezTo>
                  <a:lnTo>
                    <a:pt x="1107796" y="36576"/>
                  </a:lnTo>
                  <a:cubicBezTo>
                    <a:pt x="1098499" y="35509"/>
                    <a:pt x="1077316" y="34976"/>
                    <a:pt x="1044245" y="34976"/>
                  </a:cubicBezTo>
                  <a:lnTo>
                    <a:pt x="945033" y="34976"/>
                  </a:lnTo>
                  <a:cubicBezTo>
                    <a:pt x="945185" y="48539"/>
                    <a:pt x="945261" y="60426"/>
                    <a:pt x="945261" y="70637"/>
                  </a:cubicBezTo>
                  <a:cubicBezTo>
                    <a:pt x="945261" y="108280"/>
                    <a:pt x="943547" y="135941"/>
                    <a:pt x="940118" y="153619"/>
                  </a:cubicBezTo>
                  <a:cubicBezTo>
                    <a:pt x="936689" y="171297"/>
                    <a:pt x="930402" y="189128"/>
                    <a:pt x="921258" y="207111"/>
                  </a:cubicBezTo>
                  <a:cubicBezTo>
                    <a:pt x="914400" y="205283"/>
                    <a:pt x="909142" y="204063"/>
                    <a:pt x="905485" y="203454"/>
                  </a:cubicBezTo>
                  <a:cubicBezTo>
                    <a:pt x="915696" y="189433"/>
                    <a:pt x="922554" y="173545"/>
                    <a:pt x="926059" y="155791"/>
                  </a:cubicBezTo>
                  <a:cubicBezTo>
                    <a:pt x="929564" y="138036"/>
                    <a:pt x="931317" y="110642"/>
                    <a:pt x="931317" y="73609"/>
                  </a:cubicBezTo>
                  <a:cubicBezTo>
                    <a:pt x="931317" y="59131"/>
                    <a:pt x="931088" y="41834"/>
                    <a:pt x="930631" y="21717"/>
                  </a:cubicBezTo>
                  <a:close/>
                  <a:moveTo>
                    <a:pt x="1535049" y="19888"/>
                  </a:moveTo>
                  <a:cubicBezTo>
                    <a:pt x="1542517" y="27356"/>
                    <a:pt x="1550594" y="36500"/>
                    <a:pt x="1559281" y="47320"/>
                  </a:cubicBezTo>
                  <a:lnTo>
                    <a:pt x="1548994" y="55092"/>
                  </a:lnTo>
                  <a:cubicBezTo>
                    <a:pt x="1542288" y="44882"/>
                    <a:pt x="1534287" y="35509"/>
                    <a:pt x="1524991" y="26975"/>
                  </a:cubicBezTo>
                  <a:close/>
                  <a:moveTo>
                    <a:pt x="407594" y="18288"/>
                  </a:moveTo>
                  <a:lnTo>
                    <a:pt x="382448" y="87325"/>
                  </a:lnTo>
                  <a:lnTo>
                    <a:pt x="402565" y="87325"/>
                  </a:lnTo>
                  <a:cubicBezTo>
                    <a:pt x="406680" y="87325"/>
                    <a:pt x="411633" y="86868"/>
                    <a:pt x="417424" y="85953"/>
                  </a:cubicBezTo>
                  <a:cubicBezTo>
                    <a:pt x="412699" y="108356"/>
                    <a:pt x="408242" y="125120"/>
                    <a:pt x="404051" y="136245"/>
                  </a:cubicBezTo>
                  <a:cubicBezTo>
                    <a:pt x="399860" y="147371"/>
                    <a:pt x="394564" y="157048"/>
                    <a:pt x="388163" y="165278"/>
                  </a:cubicBezTo>
                  <a:cubicBezTo>
                    <a:pt x="395021" y="172898"/>
                    <a:pt x="401574" y="178956"/>
                    <a:pt x="407823" y="183451"/>
                  </a:cubicBezTo>
                  <a:cubicBezTo>
                    <a:pt x="414071" y="187947"/>
                    <a:pt x="422834" y="192633"/>
                    <a:pt x="434112" y="197510"/>
                  </a:cubicBezTo>
                  <a:cubicBezTo>
                    <a:pt x="429235" y="200711"/>
                    <a:pt x="425501" y="205054"/>
                    <a:pt x="422910" y="210540"/>
                  </a:cubicBezTo>
                  <a:cubicBezTo>
                    <a:pt x="407670" y="202158"/>
                    <a:pt x="393421" y="190347"/>
                    <a:pt x="380162" y="175107"/>
                  </a:cubicBezTo>
                  <a:cubicBezTo>
                    <a:pt x="364922" y="190347"/>
                    <a:pt x="344577" y="202997"/>
                    <a:pt x="319126" y="213055"/>
                  </a:cubicBezTo>
                  <a:cubicBezTo>
                    <a:pt x="316840" y="206959"/>
                    <a:pt x="313030" y="202387"/>
                    <a:pt x="307696" y="199339"/>
                  </a:cubicBezTo>
                  <a:cubicBezTo>
                    <a:pt x="322783" y="195377"/>
                    <a:pt x="335014" y="190881"/>
                    <a:pt x="344386" y="185852"/>
                  </a:cubicBezTo>
                  <a:cubicBezTo>
                    <a:pt x="353759" y="180822"/>
                    <a:pt x="362788" y="173888"/>
                    <a:pt x="371475" y="165049"/>
                  </a:cubicBezTo>
                  <a:cubicBezTo>
                    <a:pt x="360350" y="151943"/>
                    <a:pt x="349225" y="135179"/>
                    <a:pt x="338100" y="114757"/>
                  </a:cubicBezTo>
                  <a:lnTo>
                    <a:pt x="351130" y="108585"/>
                  </a:lnTo>
                  <a:cubicBezTo>
                    <a:pt x="357683" y="124892"/>
                    <a:pt x="367208" y="140589"/>
                    <a:pt x="379705" y="155676"/>
                  </a:cubicBezTo>
                  <a:cubicBezTo>
                    <a:pt x="390525" y="141046"/>
                    <a:pt x="397536" y="121920"/>
                    <a:pt x="400736" y="98298"/>
                  </a:cubicBezTo>
                  <a:lnTo>
                    <a:pt x="378790" y="98298"/>
                  </a:lnTo>
                  <a:cubicBezTo>
                    <a:pt x="374676" y="98298"/>
                    <a:pt x="369951" y="98755"/>
                    <a:pt x="364617" y="99669"/>
                  </a:cubicBezTo>
                  <a:lnTo>
                    <a:pt x="388392" y="32918"/>
                  </a:lnTo>
                  <a:lnTo>
                    <a:pt x="338557" y="32918"/>
                  </a:lnTo>
                  <a:cubicBezTo>
                    <a:pt x="338252" y="76200"/>
                    <a:pt x="336652" y="106566"/>
                    <a:pt x="333756" y="124015"/>
                  </a:cubicBezTo>
                  <a:cubicBezTo>
                    <a:pt x="330861" y="141465"/>
                    <a:pt x="326365" y="155410"/>
                    <a:pt x="320269" y="165849"/>
                  </a:cubicBezTo>
                  <a:cubicBezTo>
                    <a:pt x="314173" y="176289"/>
                    <a:pt x="304953" y="187680"/>
                    <a:pt x="292608" y="200025"/>
                  </a:cubicBezTo>
                  <a:cubicBezTo>
                    <a:pt x="289560" y="195758"/>
                    <a:pt x="284760" y="192557"/>
                    <a:pt x="278206" y="190424"/>
                  </a:cubicBezTo>
                  <a:cubicBezTo>
                    <a:pt x="298933" y="175793"/>
                    <a:pt x="312192" y="158115"/>
                    <a:pt x="317983" y="137388"/>
                  </a:cubicBezTo>
                  <a:cubicBezTo>
                    <a:pt x="323774" y="116662"/>
                    <a:pt x="326212" y="81839"/>
                    <a:pt x="325298" y="32918"/>
                  </a:cubicBezTo>
                  <a:cubicBezTo>
                    <a:pt x="312954" y="32918"/>
                    <a:pt x="304876" y="33223"/>
                    <a:pt x="301066" y="33833"/>
                  </a:cubicBezTo>
                  <a:lnTo>
                    <a:pt x="301066" y="20345"/>
                  </a:lnTo>
                  <a:cubicBezTo>
                    <a:pt x="311887" y="21260"/>
                    <a:pt x="328194" y="21717"/>
                    <a:pt x="349987" y="21717"/>
                  </a:cubicBezTo>
                  <a:cubicBezTo>
                    <a:pt x="371780" y="21717"/>
                    <a:pt x="390982" y="20574"/>
                    <a:pt x="407594" y="18288"/>
                  </a:cubicBezTo>
                  <a:close/>
                  <a:moveTo>
                    <a:pt x="1769821" y="14402"/>
                  </a:moveTo>
                  <a:cubicBezTo>
                    <a:pt x="1772565" y="20498"/>
                    <a:pt x="1776299" y="25908"/>
                    <a:pt x="1781023" y="30632"/>
                  </a:cubicBezTo>
                  <a:cubicBezTo>
                    <a:pt x="1782395" y="32004"/>
                    <a:pt x="1783080" y="33261"/>
                    <a:pt x="1783080" y="34404"/>
                  </a:cubicBezTo>
                  <a:cubicBezTo>
                    <a:pt x="1783080" y="35547"/>
                    <a:pt x="1782509" y="36119"/>
                    <a:pt x="1781366" y="36119"/>
                  </a:cubicBezTo>
                  <a:cubicBezTo>
                    <a:pt x="1780223" y="36119"/>
                    <a:pt x="1779194" y="35966"/>
                    <a:pt x="1778280" y="35661"/>
                  </a:cubicBezTo>
                  <a:cubicBezTo>
                    <a:pt x="1775537" y="34899"/>
                    <a:pt x="1771231" y="34518"/>
                    <a:pt x="1765364" y="34518"/>
                  </a:cubicBezTo>
                  <a:cubicBezTo>
                    <a:pt x="1759497" y="34518"/>
                    <a:pt x="1750085" y="35014"/>
                    <a:pt x="1737132" y="36004"/>
                  </a:cubicBezTo>
                  <a:cubicBezTo>
                    <a:pt x="1724178" y="36995"/>
                    <a:pt x="1707414" y="37947"/>
                    <a:pt x="1686840" y="38862"/>
                  </a:cubicBezTo>
                  <a:cubicBezTo>
                    <a:pt x="1666266" y="39776"/>
                    <a:pt x="1651635" y="40081"/>
                    <a:pt x="1642949" y="39776"/>
                  </a:cubicBezTo>
                  <a:lnTo>
                    <a:pt x="1642949" y="78181"/>
                  </a:lnTo>
                  <a:lnTo>
                    <a:pt x="1722730" y="78181"/>
                  </a:lnTo>
                  <a:cubicBezTo>
                    <a:pt x="1742389" y="78181"/>
                    <a:pt x="1758925" y="77724"/>
                    <a:pt x="1772336" y="76809"/>
                  </a:cubicBezTo>
                  <a:cubicBezTo>
                    <a:pt x="1760449" y="115214"/>
                    <a:pt x="1742923" y="145161"/>
                    <a:pt x="1719758" y="166649"/>
                  </a:cubicBezTo>
                  <a:cubicBezTo>
                    <a:pt x="1740027" y="180822"/>
                    <a:pt x="1764869" y="189585"/>
                    <a:pt x="1794282" y="192938"/>
                  </a:cubicBezTo>
                  <a:cubicBezTo>
                    <a:pt x="1789710" y="196901"/>
                    <a:pt x="1785976" y="202768"/>
                    <a:pt x="1783080" y="210540"/>
                  </a:cubicBezTo>
                  <a:cubicBezTo>
                    <a:pt x="1752143" y="202311"/>
                    <a:pt x="1727302" y="190881"/>
                    <a:pt x="1708557" y="176250"/>
                  </a:cubicBezTo>
                  <a:cubicBezTo>
                    <a:pt x="1690421" y="190424"/>
                    <a:pt x="1668552" y="202463"/>
                    <a:pt x="1642949" y="212369"/>
                  </a:cubicBezTo>
                  <a:cubicBezTo>
                    <a:pt x="1640663" y="205664"/>
                    <a:pt x="1636319" y="200787"/>
                    <a:pt x="1629918" y="197739"/>
                  </a:cubicBezTo>
                  <a:cubicBezTo>
                    <a:pt x="1658265" y="190119"/>
                    <a:pt x="1681049" y="179984"/>
                    <a:pt x="1698270" y="167335"/>
                  </a:cubicBezTo>
                  <a:cubicBezTo>
                    <a:pt x="1681506" y="148590"/>
                    <a:pt x="1667789" y="122910"/>
                    <a:pt x="1657122" y="90297"/>
                  </a:cubicBezTo>
                  <a:lnTo>
                    <a:pt x="1642949" y="90297"/>
                  </a:lnTo>
                  <a:cubicBezTo>
                    <a:pt x="1642796" y="115290"/>
                    <a:pt x="1640281" y="136893"/>
                    <a:pt x="1635405" y="155105"/>
                  </a:cubicBezTo>
                  <a:cubicBezTo>
                    <a:pt x="1630528" y="173317"/>
                    <a:pt x="1622679" y="190805"/>
                    <a:pt x="1611859" y="207569"/>
                  </a:cubicBezTo>
                  <a:cubicBezTo>
                    <a:pt x="1607287" y="203454"/>
                    <a:pt x="1601724" y="200634"/>
                    <a:pt x="1595171" y="199110"/>
                  </a:cubicBezTo>
                  <a:cubicBezTo>
                    <a:pt x="1617574" y="175641"/>
                    <a:pt x="1628775" y="138760"/>
                    <a:pt x="1628775" y="88468"/>
                  </a:cubicBezTo>
                  <a:cubicBezTo>
                    <a:pt x="1628775" y="66218"/>
                    <a:pt x="1628242" y="45186"/>
                    <a:pt x="1627175" y="25374"/>
                  </a:cubicBezTo>
                  <a:cubicBezTo>
                    <a:pt x="1640586" y="25679"/>
                    <a:pt x="1653007" y="25832"/>
                    <a:pt x="1664437" y="25832"/>
                  </a:cubicBezTo>
                  <a:cubicBezTo>
                    <a:pt x="1717625" y="25832"/>
                    <a:pt x="1752753" y="22022"/>
                    <a:pt x="1769821" y="14402"/>
                  </a:cubicBezTo>
                  <a:close/>
                  <a:moveTo>
                    <a:pt x="1501674" y="10744"/>
                  </a:moveTo>
                  <a:cubicBezTo>
                    <a:pt x="1507313" y="12420"/>
                    <a:pt x="1512037" y="13259"/>
                    <a:pt x="1515847" y="13259"/>
                  </a:cubicBezTo>
                  <a:lnTo>
                    <a:pt x="1520419" y="12801"/>
                  </a:lnTo>
                  <a:cubicBezTo>
                    <a:pt x="1521943" y="12801"/>
                    <a:pt x="1522705" y="13487"/>
                    <a:pt x="1522705" y="14859"/>
                  </a:cubicBezTo>
                  <a:cubicBezTo>
                    <a:pt x="1522705" y="16230"/>
                    <a:pt x="1522019" y="17221"/>
                    <a:pt x="1520647" y="17831"/>
                  </a:cubicBezTo>
                  <a:cubicBezTo>
                    <a:pt x="1519276" y="18440"/>
                    <a:pt x="1518171" y="20307"/>
                    <a:pt x="1517333" y="23431"/>
                  </a:cubicBezTo>
                  <a:cubicBezTo>
                    <a:pt x="1516495" y="26556"/>
                    <a:pt x="1516037" y="32309"/>
                    <a:pt x="1515961" y="40691"/>
                  </a:cubicBezTo>
                  <a:cubicBezTo>
                    <a:pt x="1515885" y="49073"/>
                    <a:pt x="1515390" y="57455"/>
                    <a:pt x="1514475" y="65837"/>
                  </a:cubicBezTo>
                  <a:cubicBezTo>
                    <a:pt x="1535354" y="65837"/>
                    <a:pt x="1550213" y="65075"/>
                    <a:pt x="1559052" y="63551"/>
                  </a:cubicBezTo>
                  <a:lnTo>
                    <a:pt x="1559052" y="78638"/>
                  </a:lnTo>
                  <a:cubicBezTo>
                    <a:pt x="1550518" y="77114"/>
                    <a:pt x="1536954" y="76352"/>
                    <a:pt x="1518361" y="76352"/>
                  </a:cubicBezTo>
                  <a:cubicBezTo>
                    <a:pt x="1530096" y="104851"/>
                    <a:pt x="1547851" y="127406"/>
                    <a:pt x="1571625" y="144018"/>
                  </a:cubicBezTo>
                  <a:cubicBezTo>
                    <a:pt x="1567358" y="147371"/>
                    <a:pt x="1563396" y="151562"/>
                    <a:pt x="1559738" y="156591"/>
                  </a:cubicBezTo>
                  <a:cubicBezTo>
                    <a:pt x="1535354" y="129921"/>
                    <a:pt x="1518895" y="105918"/>
                    <a:pt x="1510361" y="84582"/>
                  </a:cubicBezTo>
                  <a:cubicBezTo>
                    <a:pt x="1505941" y="98145"/>
                    <a:pt x="1498854" y="111519"/>
                    <a:pt x="1489101" y="124701"/>
                  </a:cubicBezTo>
                  <a:cubicBezTo>
                    <a:pt x="1479347" y="137884"/>
                    <a:pt x="1468374" y="148895"/>
                    <a:pt x="1456182" y="157734"/>
                  </a:cubicBezTo>
                  <a:cubicBezTo>
                    <a:pt x="1453591" y="153771"/>
                    <a:pt x="1449553" y="150266"/>
                    <a:pt x="1444067" y="147218"/>
                  </a:cubicBezTo>
                  <a:cubicBezTo>
                    <a:pt x="1473022" y="130759"/>
                    <a:pt x="1491387" y="107137"/>
                    <a:pt x="1499159" y="76352"/>
                  </a:cubicBezTo>
                  <a:cubicBezTo>
                    <a:pt x="1484071" y="76505"/>
                    <a:pt x="1472261" y="77267"/>
                    <a:pt x="1463726" y="78638"/>
                  </a:cubicBezTo>
                  <a:lnTo>
                    <a:pt x="1463726" y="63551"/>
                  </a:lnTo>
                  <a:cubicBezTo>
                    <a:pt x="1472718" y="64922"/>
                    <a:pt x="1485215" y="65684"/>
                    <a:pt x="1501217" y="65837"/>
                  </a:cubicBezTo>
                  <a:cubicBezTo>
                    <a:pt x="1502283" y="56997"/>
                    <a:pt x="1502817" y="47472"/>
                    <a:pt x="1502817" y="37262"/>
                  </a:cubicBezTo>
                  <a:cubicBezTo>
                    <a:pt x="1502817" y="27051"/>
                    <a:pt x="1502436" y="18212"/>
                    <a:pt x="1501674" y="10744"/>
                  </a:cubicBezTo>
                  <a:close/>
                  <a:moveTo>
                    <a:pt x="1407033" y="7544"/>
                  </a:moveTo>
                  <a:cubicBezTo>
                    <a:pt x="1411300" y="9372"/>
                    <a:pt x="1416482" y="10592"/>
                    <a:pt x="1422578" y="11201"/>
                  </a:cubicBezTo>
                  <a:cubicBezTo>
                    <a:pt x="1424559" y="11506"/>
                    <a:pt x="1425550" y="12420"/>
                    <a:pt x="1425550" y="13944"/>
                  </a:cubicBezTo>
                  <a:cubicBezTo>
                    <a:pt x="1425550" y="15468"/>
                    <a:pt x="1424826" y="16573"/>
                    <a:pt x="1423378" y="17259"/>
                  </a:cubicBezTo>
                  <a:cubicBezTo>
                    <a:pt x="1421930" y="17945"/>
                    <a:pt x="1420635" y="19355"/>
                    <a:pt x="1419492" y="21488"/>
                  </a:cubicBezTo>
                  <a:cubicBezTo>
                    <a:pt x="1418349" y="23622"/>
                    <a:pt x="1416482" y="27965"/>
                    <a:pt x="1413891" y="34518"/>
                  </a:cubicBezTo>
                  <a:cubicBezTo>
                    <a:pt x="1444829" y="34518"/>
                    <a:pt x="1462354" y="34061"/>
                    <a:pt x="1466469" y="33147"/>
                  </a:cubicBezTo>
                  <a:cubicBezTo>
                    <a:pt x="1460373" y="64541"/>
                    <a:pt x="1450772" y="89725"/>
                    <a:pt x="1437666" y="108699"/>
                  </a:cubicBezTo>
                  <a:cubicBezTo>
                    <a:pt x="1424559" y="127673"/>
                    <a:pt x="1407795" y="144323"/>
                    <a:pt x="1387374" y="158648"/>
                  </a:cubicBezTo>
                  <a:cubicBezTo>
                    <a:pt x="1384935" y="154381"/>
                    <a:pt x="1381049" y="150876"/>
                    <a:pt x="1375715" y="148133"/>
                  </a:cubicBezTo>
                  <a:cubicBezTo>
                    <a:pt x="1390345" y="141275"/>
                    <a:pt x="1403452" y="131216"/>
                    <a:pt x="1415034" y="117957"/>
                  </a:cubicBezTo>
                  <a:cubicBezTo>
                    <a:pt x="1406195" y="109423"/>
                    <a:pt x="1398042" y="102336"/>
                    <a:pt x="1390574" y="96698"/>
                  </a:cubicBezTo>
                  <a:lnTo>
                    <a:pt x="1398346" y="87782"/>
                  </a:lnTo>
                  <a:cubicBezTo>
                    <a:pt x="1406271" y="94335"/>
                    <a:pt x="1414120" y="101651"/>
                    <a:pt x="1421892" y="109728"/>
                  </a:cubicBezTo>
                  <a:cubicBezTo>
                    <a:pt x="1426464" y="103479"/>
                    <a:pt x="1430503" y="97307"/>
                    <a:pt x="1434008" y="91211"/>
                  </a:cubicBezTo>
                  <a:cubicBezTo>
                    <a:pt x="1424712" y="82220"/>
                    <a:pt x="1415872" y="74828"/>
                    <a:pt x="1407491" y="69037"/>
                  </a:cubicBezTo>
                  <a:lnTo>
                    <a:pt x="1415263" y="59893"/>
                  </a:lnTo>
                  <a:cubicBezTo>
                    <a:pt x="1424407" y="67361"/>
                    <a:pt x="1432408" y="74295"/>
                    <a:pt x="1439266" y="80696"/>
                  </a:cubicBezTo>
                  <a:cubicBezTo>
                    <a:pt x="1443685" y="70332"/>
                    <a:pt x="1447343" y="58826"/>
                    <a:pt x="1450239" y="46177"/>
                  </a:cubicBezTo>
                  <a:lnTo>
                    <a:pt x="1408862" y="46177"/>
                  </a:lnTo>
                  <a:cubicBezTo>
                    <a:pt x="1402461" y="60045"/>
                    <a:pt x="1392098" y="75743"/>
                    <a:pt x="1377773" y="93269"/>
                  </a:cubicBezTo>
                  <a:cubicBezTo>
                    <a:pt x="1375487" y="89459"/>
                    <a:pt x="1371448" y="86715"/>
                    <a:pt x="1365657" y="85039"/>
                  </a:cubicBezTo>
                  <a:cubicBezTo>
                    <a:pt x="1378001" y="73761"/>
                    <a:pt x="1387679" y="60731"/>
                    <a:pt x="1394689" y="45948"/>
                  </a:cubicBezTo>
                  <a:cubicBezTo>
                    <a:pt x="1401699" y="31166"/>
                    <a:pt x="1405814" y="18364"/>
                    <a:pt x="1407033" y="7544"/>
                  </a:cubicBezTo>
                  <a:close/>
                  <a:moveTo>
                    <a:pt x="769696" y="4343"/>
                  </a:moveTo>
                  <a:cubicBezTo>
                    <a:pt x="776554" y="5258"/>
                    <a:pt x="783260" y="5715"/>
                    <a:pt x="789813" y="5715"/>
                  </a:cubicBezTo>
                  <a:cubicBezTo>
                    <a:pt x="792556" y="5715"/>
                    <a:pt x="793928" y="6363"/>
                    <a:pt x="793928" y="7658"/>
                  </a:cubicBezTo>
                  <a:cubicBezTo>
                    <a:pt x="793928" y="8953"/>
                    <a:pt x="793166" y="9906"/>
                    <a:pt x="791642" y="10515"/>
                  </a:cubicBezTo>
                  <a:cubicBezTo>
                    <a:pt x="790118" y="11125"/>
                    <a:pt x="788899" y="12268"/>
                    <a:pt x="787984" y="13944"/>
                  </a:cubicBezTo>
                  <a:cubicBezTo>
                    <a:pt x="787070" y="15621"/>
                    <a:pt x="786613" y="17145"/>
                    <a:pt x="786613" y="18516"/>
                  </a:cubicBezTo>
                  <a:lnTo>
                    <a:pt x="786613" y="41605"/>
                  </a:lnTo>
                  <a:cubicBezTo>
                    <a:pt x="819531" y="41453"/>
                    <a:pt x="843382" y="40538"/>
                    <a:pt x="858165" y="38862"/>
                  </a:cubicBezTo>
                  <a:cubicBezTo>
                    <a:pt x="857098" y="45110"/>
                    <a:pt x="856564" y="53721"/>
                    <a:pt x="856564" y="64694"/>
                  </a:cubicBezTo>
                  <a:lnTo>
                    <a:pt x="856564" y="132131"/>
                  </a:lnTo>
                  <a:cubicBezTo>
                    <a:pt x="856564" y="142951"/>
                    <a:pt x="857326" y="153848"/>
                    <a:pt x="858850" y="164820"/>
                  </a:cubicBezTo>
                  <a:lnTo>
                    <a:pt x="842163" y="164820"/>
                  </a:lnTo>
                  <a:lnTo>
                    <a:pt x="842163" y="148361"/>
                  </a:lnTo>
                  <a:lnTo>
                    <a:pt x="786613" y="148361"/>
                  </a:lnTo>
                  <a:lnTo>
                    <a:pt x="786613" y="180365"/>
                  </a:lnTo>
                  <a:cubicBezTo>
                    <a:pt x="786613" y="185394"/>
                    <a:pt x="787108" y="189052"/>
                    <a:pt x="788099" y="191338"/>
                  </a:cubicBezTo>
                  <a:cubicBezTo>
                    <a:pt x="789089" y="193624"/>
                    <a:pt x="791261" y="195262"/>
                    <a:pt x="794614" y="196253"/>
                  </a:cubicBezTo>
                  <a:cubicBezTo>
                    <a:pt x="797967" y="197244"/>
                    <a:pt x="803377" y="197739"/>
                    <a:pt x="810844" y="197739"/>
                  </a:cubicBezTo>
                  <a:lnTo>
                    <a:pt x="846963" y="197510"/>
                  </a:lnTo>
                  <a:cubicBezTo>
                    <a:pt x="856107" y="197510"/>
                    <a:pt x="862241" y="194767"/>
                    <a:pt x="865365" y="189281"/>
                  </a:cubicBezTo>
                  <a:cubicBezTo>
                    <a:pt x="868490" y="183794"/>
                    <a:pt x="870738" y="175488"/>
                    <a:pt x="872109" y="164363"/>
                  </a:cubicBezTo>
                  <a:cubicBezTo>
                    <a:pt x="875614" y="168478"/>
                    <a:pt x="880796" y="171602"/>
                    <a:pt x="887654" y="173736"/>
                  </a:cubicBezTo>
                  <a:cubicBezTo>
                    <a:pt x="883996" y="187909"/>
                    <a:pt x="879463" y="197663"/>
                    <a:pt x="874052" y="202997"/>
                  </a:cubicBezTo>
                  <a:cubicBezTo>
                    <a:pt x="868642" y="208331"/>
                    <a:pt x="859689" y="210998"/>
                    <a:pt x="847192" y="210998"/>
                  </a:cubicBezTo>
                  <a:lnTo>
                    <a:pt x="811073" y="210769"/>
                  </a:lnTo>
                  <a:cubicBezTo>
                    <a:pt x="799033" y="210769"/>
                    <a:pt x="790347" y="209931"/>
                    <a:pt x="785013" y="208254"/>
                  </a:cubicBezTo>
                  <a:cubicBezTo>
                    <a:pt x="779679" y="206578"/>
                    <a:pt x="776211" y="203644"/>
                    <a:pt x="774611" y="199453"/>
                  </a:cubicBezTo>
                  <a:cubicBezTo>
                    <a:pt x="773011" y="195262"/>
                    <a:pt x="772211" y="188442"/>
                    <a:pt x="772211" y="178994"/>
                  </a:cubicBezTo>
                  <a:lnTo>
                    <a:pt x="772211" y="148361"/>
                  </a:lnTo>
                  <a:lnTo>
                    <a:pt x="715290" y="148361"/>
                  </a:lnTo>
                  <a:lnTo>
                    <a:pt x="715290" y="169392"/>
                  </a:lnTo>
                  <a:lnTo>
                    <a:pt x="699288" y="169392"/>
                  </a:lnTo>
                  <a:cubicBezTo>
                    <a:pt x="700964" y="158420"/>
                    <a:pt x="701802" y="146761"/>
                    <a:pt x="701802" y="134417"/>
                  </a:cubicBezTo>
                  <a:lnTo>
                    <a:pt x="701802" y="64694"/>
                  </a:lnTo>
                  <a:cubicBezTo>
                    <a:pt x="701802" y="54635"/>
                    <a:pt x="701269" y="46025"/>
                    <a:pt x="700202" y="38862"/>
                  </a:cubicBezTo>
                  <a:cubicBezTo>
                    <a:pt x="715747" y="40538"/>
                    <a:pt x="739750" y="41453"/>
                    <a:pt x="772211" y="41605"/>
                  </a:cubicBezTo>
                  <a:cubicBezTo>
                    <a:pt x="772211" y="24689"/>
                    <a:pt x="771373" y="12268"/>
                    <a:pt x="769696" y="4343"/>
                  </a:cubicBezTo>
                  <a:close/>
                  <a:moveTo>
                    <a:pt x="259233" y="3657"/>
                  </a:moveTo>
                  <a:cubicBezTo>
                    <a:pt x="262890" y="4724"/>
                    <a:pt x="265595" y="5372"/>
                    <a:pt x="267348" y="5601"/>
                  </a:cubicBezTo>
                  <a:cubicBezTo>
                    <a:pt x="269101" y="5829"/>
                    <a:pt x="271653" y="5943"/>
                    <a:pt x="275006" y="5943"/>
                  </a:cubicBezTo>
                  <a:cubicBezTo>
                    <a:pt x="278359" y="5943"/>
                    <a:pt x="280035" y="6439"/>
                    <a:pt x="280035" y="7429"/>
                  </a:cubicBezTo>
                  <a:cubicBezTo>
                    <a:pt x="280035" y="8420"/>
                    <a:pt x="279273" y="9601"/>
                    <a:pt x="277749" y="10973"/>
                  </a:cubicBezTo>
                  <a:cubicBezTo>
                    <a:pt x="276225" y="12344"/>
                    <a:pt x="275082" y="13830"/>
                    <a:pt x="274320" y="15430"/>
                  </a:cubicBezTo>
                  <a:cubicBezTo>
                    <a:pt x="273558" y="17031"/>
                    <a:pt x="273177" y="18364"/>
                    <a:pt x="273177" y="19431"/>
                  </a:cubicBezTo>
                  <a:lnTo>
                    <a:pt x="273177" y="53264"/>
                  </a:lnTo>
                  <a:cubicBezTo>
                    <a:pt x="287808" y="53111"/>
                    <a:pt x="298476" y="52502"/>
                    <a:pt x="305181" y="51435"/>
                  </a:cubicBezTo>
                  <a:lnTo>
                    <a:pt x="305181" y="66751"/>
                  </a:lnTo>
                  <a:cubicBezTo>
                    <a:pt x="296342" y="65684"/>
                    <a:pt x="285674" y="65075"/>
                    <a:pt x="273177" y="64922"/>
                  </a:cubicBezTo>
                  <a:lnTo>
                    <a:pt x="273177" y="78638"/>
                  </a:lnTo>
                  <a:cubicBezTo>
                    <a:pt x="285369" y="92659"/>
                    <a:pt x="296723" y="107061"/>
                    <a:pt x="307239" y="121844"/>
                  </a:cubicBezTo>
                  <a:lnTo>
                    <a:pt x="294208" y="130530"/>
                  </a:lnTo>
                  <a:cubicBezTo>
                    <a:pt x="288722" y="119253"/>
                    <a:pt x="281712" y="107213"/>
                    <a:pt x="273177" y="94412"/>
                  </a:cubicBezTo>
                  <a:lnTo>
                    <a:pt x="273177" y="171221"/>
                  </a:lnTo>
                  <a:cubicBezTo>
                    <a:pt x="273177" y="182804"/>
                    <a:pt x="273939" y="196672"/>
                    <a:pt x="275463" y="212826"/>
                  </a:cubicBezTo>
                  <a:lnTo>
                    <a:pt x="258090" y="212826"/>
                  </a:lnTo>
                  <a:cubicBezTo>
                    <a:pt x="259614" y="196672"/>
                    <a:pt x="260376" y="182804"/>
                    <a:pt x="260376" y="171221"/>
                  </a:cubicBezTo>
                  <a:lnTo>
                    <a:pt x="260376" y="98298"/>
                  </a:lnTo>
                  <a:cubicBezTo>
                    <a:pt x="253975" y="120243"/>
                    <a:pt x="244221" y="141198"/>
                    <a:pt x="231115" y="161163"/>
                  </a:cubicBezTo>
                  <a:cubicBezTo>
                    <a:pt x="228372" y="156438"/>
                    <a:pt x="224257" y="153086"/>
                    <a:pt x="218770" y="151104"/>
                  </a:cubicBezTo>
                  <a:cubicBezTo>
                    <a:pt x="234925" y="132512"/>
                    <a:pt x="248793" y="104089"/>
                    <a:pt x="260376" y="65837"/>
                  </a:cubicBezTo>
                  <a:lnTo>
                    <a:pt x="260376" y="64922"/>
                  </a:lnTo>
                  <a:cubicBezTo>
                    <a:pt x="245440" y="65227"/>
                    <a:pt x="233477" y="65837"/>
                    <a:pt x="224485" y="66751"/>
                  </a:cubicBezTo>
                  <a:lnTo>
                    <a:pt x="224485" y="51435"/>
                  </a:lnTo>
                  <a:cubicBezTo>
                    <a:pt x="233629" y="52654"/>
                    <a:pt x="245593" y="53264"/>
                    <a:pt x="260376" y="53264"/>
                  </a:cubicBezTo>
                  <a:cubicBezTo>
                    <a:pt x="260376" y="22631"/>
                    <a:pt x="259995" y="6096"/>
                    <a:pt x="259233" y="3657"/>
                  </a:cubicBezTo>
                  <a:close/>
                  <a:moveTo>
                    <a:pt x="1235812" y="3429"/>
                  </a:moveTo>
                  <a:cubicBezTo>
                    <a:pt x="1242975" y="10896"/>
                    <a:pt x="1249909" y="20117"/>
                    <a:pt x="1256615" y="31089"/>
                  </a:cubicBezTo>
                  <a:cubicBezTo>
                    <a:pt x="1296696" y="30937"/>
                    <a:pt x="1322527" y="30175"/>
                    <a:pt x="1334110" y="28803"/>
                  </a:cubicBezTo>
                  <a:lnTo>
                    <a:pt x="1334110" y="69037"/>
                  </a:lnTo>
                  <a:lnTo>
                    <a:pt x="1320623" y="69037"/>
                  </a:lnTo>
                  <a:lnTo>
                    <a:pt x="1320623" y="42519"/>
                  </a:lnTo>
                  <a:lnTo>
                    <a:pt x="1167232" y="42519"/>
                  </a:lnTo>
                  <a:lnTo>
                    <a:pt x="1167232" y="71323"/>
                  </a:lnTo>
                  <a:lnTo>
                    <a:pt x="1153516" y="71323"/>
                  </a:lnTo>
                  <a:lnTo>
                    <a:pt x="1153516" y="28803"/>
                  </a:lnTo>
                  <a:cubicBezTo>
                    <a:pt x="1166165" y="30327"/>
                    <a:pt x="1195578" y="31089"/>
                    <a:pt x="1241755" y="31089"/>
                  </a:cubicBezTo>
                  <a:cubicBezTo>
                    <a:pt x="1236574" y="24536"/>
                    <a:pt x="1230402" y="18288"/>
                    <a:pt x="1223239" y="12344"/>
                  </a:cubicBezTo>
                  <a:close/>
                  <a:moveTo>
                    <a:pt x="493319" y="3429"/>
                  </a:moveTo>
                  <a:cubicBezTo>
                    <a:pt x="498501" y="7239"/>
                    <a:pt x="502387" y="9487"/>
                    <a:pt x="504978" y="10173"/>
                  </a:cubicBezTo>
                  <a:cubicBezTo>
                    <a:pt x="507568" y="10858"/>
                    <a:pt x="508864" y="11697"/>
                    <a:pt x="508864" y="12687"/>
                  </a:cubicBezTo>
                  <a:cubicBezTo>
                    <a:pt x="508864" y="13678"/>
                    <a:pt x="508140" y="14478"/>
                    <a:pt x="506692" y="15087"/>
                  </a:cubicBezTo>
                  <a:cubicBezTo>
                    <a:pt x="505244" y="15697"/>
                    <a:pt x="501930" y="19050"/>
                    <a:pt x="496748" y="25146"/>
                  </a:cubicBezTo>
                  <a:cubicBezTo>
                    <a:pt x="530733" y="24993"/>
                    <a:pt x="549707" y="24079"/>
                    <a:pt x="553669" y="22403"/>
                  </a:cubicBezTo>
                  <a:lnTo>
                    <a:pt x="553669" y="37033"/>
                  </a:lnTo>
                  <a:cubicBezTo>
                    <a:pt x="548793" y="35966"/>
                    <a:pt x="536829" y="35433"/>
                    <a:pt x="517779" y="35433"/>
                  </a:cubicBezTo>
                  <a:cubicBezTo>
                    <a:pt x="521132" y="41986"/>
                    <a:pt x="524866" y="50063"/>
                    <a:pt x="528981" y="59664"/>
                  </a:cubicBezTo>
                  <a:lnTo>
                    <a:pt x="513436" y="63779"/>
                  </a:lnTo>
                  <a:cubicBezTo>
                    <a:pt x="512217" y="54330"/>
                    <a:pt x="509702" y="44882"/>
                    <a:pt x="505892" y="35433"/>
                  </a:cubicBezTo>
                  <a:lnTo>
                    <a:pt x="488290" y="35433"/>
                  </a:lnTo>
                  <a:cubicBezTo>
                    <a:pt x="481584" y="43510"/>
                    <a:pt x="473659" y="51816"/>
                    <a:pt x="464515" y="60350"/>
                  </a:cubicBezTo>
                  <a:cubicBezTo>
                    <a:pt x="461315" y="56083"/>
                    <a:pt x="457429" y="53111"/>
                    <a:pt x="452857" y="51435"/>
                  </a:cubicBezTo>
                  <a:cubicBezTo>
                    <a:pt x="470535" y="40005"/>
                    <a:pt x="484023" y="24003"/>
                    <a:pt x="493319" y="3429"/>
                  </a:cubicBezTo>
                  <a:close/>
                  <a:moveTo>
                    <a:pt x="586816" y="2743"/>
                  </a:moveTo>
                  <a:cubicBezTo>
                    <a:pt x="591998" y="5639"/>
                    <a:pt x="595999" y="7658"/>
                    <a:pt x="598818" y="8801"/>
                  </a:cubicBezTo>
                  <a:cubicBezTo>
                    <a:pt x="601637" y="9944"/>
                    <a:pt x="603047" y="10973"/>
                    <a:pt x="603047" y="11887"/>
                  </a:cubicBezTo>
                  <a:cubicBezTo>
                    <a:pt x="603047" y="12801"/>
                    <a:pt x="601980" y="13716"/>
                    <a:pt x="599847" y="14630"/>
                  </a:cubicBezTo>
                  <a:cubicBezTo>
                    <a:pt x="597713" y="15545"/>
                    <a:pt x="594437" y="19355"/>
                    <a:pt x="590017" y="26060"/>
                  </a:cubicBezTo>
                  <a:cubicBezTo>
                    <a:pt x="627050" y="25908"/>
                    <a:pt x="648691" y="24765"/>
                    <a:pt x="654939" y="22631"/>
                  </a:cubicBezTo>
                  <a:lnTo>
                    <a:pt x="654939" y="37262"/>
                  </a:lnTo>
                  <a:cubicBezTo>
                    <a:pt x="650520" y="36347"/>
                    <a:pt x="636499" y="35890"/>
                    <a:pt x="612877" y="35890"/>
                  </a:cubicBezTo>
                  <a:cubicBezTo>
                    <a:pt x="618211" y="46558"/>
                    <a:pt x="621868" y="54026"/>
                    <a:pt x="623850" y="58293"/>
                  </a:cubicBezTo>
                  <a:lnTo>
                    <a:pt x="608762" y="62865"/>
                  </a:lnTo>
                  <a:cubicBezTo>
                    <a:pt x="607695" y="56159"/>
                    <a:pt x="604952" y="47168"/>
                    <a:pt x="600532" y="35890"/>
                  </a:cubicBezTo>
                  <a:lnTo>
                    <a:pt x="583845" y="35890"/>
                  </a:lnTo>
                  <a:cubicBezTo>
                    <a:pt x="579120" y="43510"/>
                    <a:pt x="574472" y="50368"/>
                    <a:pt x="569900" y="56464"/>
                  </a:cubicBezTo>
                  <a:cubicBezTo>
                    <a:pt x="566547" y="52349"/>
                    <a:pt x="562509" y="49758"/>
                    <a:pt x="557784" y="48692"/>
                  </a:cubicBezTo>
                  <a:cubicBezTo>
                    <a:pt x="572567" y="33756"/>
                    <a:pt x="582244" y="18440"/>
                    <a:pt x="586816" y="2743"/>
                  </a:cubicBezTo>
                  <a:close/>
                  <a:moveTo>
                    <a:pt x="1920012" y="0"/>
                  </a:moveTo>
                  <a:cubicBezTo>
                    <a:pt x="1927175" y="2743"/>
                    <a:pt x="1933118" y="4496"/>
                    <a:pt x="1937842" y="5258"/>
                  </a:cubicBezTo>
                  <a:cubicBezTo>
                    <a:pt x="1940586" y="5867"/>
                    <a:pt x="1941957" y="6744"/>
                    <a:pt x="1941957" y="7887"/>
                  </a:cubicBezTo>
                  <a:cubicBezTo>
                    <a:pt x="1941957" y="9030"/>
                    <a:pt x="1940357" y="10173"/>
                    <a:pt x="1937157" y="11316"/>
                  </a:cubicBezTo>
                  <a:cubicBezTo>
                    <a:pt x="1933956" y="12459"/>
                    <a:pt x="1926946" y="21031"/>
                    <a:pt x="1916125" y="37033"/>
                  </a:cubicBezTo>
                  <a:lnTo>
                    <a:pt x="1945615" y="37033"/>
                  </a:lnTo>
                  <a:cubicBezTo>
                    <a:pt x="1982343" y="37033"/>
                    <a:pt x="2004898" y="35966"/>
                    <a:pt x="2013281" y="33833"/>
                  </a:cubicBezTo>
                  <a:cubicBezTo>
                    <a:pt x="2012213" y="39624"/>
                    <a:pt x="2011680" y="53949"/>
                    <a:pt x="2011680" y="76809"/>
                  </a:cubicBezTo>
                  <a:lnTo>
                    <a:pt x="2011680" y="186537"/>
                  </a:lnTo>
                  <a:cubicBezTo>
                    <a:pt x="2011680" y="191719"/>
                    <a:pt x="2010690" y="195643"/>
                    <a:pt x="2008709" y="198310"/>
                  </a:cubicBezTo>
                  <a:cubicBezTo>
                    <a:pt x="2006727" y="200977"/>
                    <a:pt x="2002308" y="203035"/>
                    <a:pt x="1995450" y="204483"/>
                  </a:cubicBezTo>
                  <a:cubicBezTo>
                    <a:pt x="1988592" y="205930"/>
                    <a:pt x="1977847" y="206730"/>
                    <a:pt x="1963217" y="206883"/>
                  </a:cubicBezTo>
                  <a:cubicBezTo>
                    <a:pt x="1963674" y="200025"/>
                    <a:pt x="1961236" y="193929"/>
                    <a:pt x="1955902" y="188595"/>
                  </a:cubicBezTo>
                  <a:cubicBezTo>
                    <a:pt x="1967332" y="190271"/>
                    <a:pt x="1976095" y="191109"/>
                    <a:pt x="1982191" y="191109"/>
                  </a:cubicBezTo>
                  <a:cubicBezTo>
                    <a:pt x="1988287" y="191109"/>
                    <a:pt x="1992249" y="190195"/>
                    <a:pt x="1994078" y="188366"/>
                  </a:cubicBezTo>
                  <a:cubicBezTo>
                    <a:pt x="1995907" y="186537"/>
                    <a:pt x="1996821" y="183413"/>
                    <a:pt x="1996821" y="178994"/>
                  </a:cubicBezTo>
                  <a:lnTo>
                    <a:pt x="1996821" y="48234"/>
                  </a:lnTo>
                  <a:lnTo>
                    <a:pt x="1857375" y="48234"/>
                  </a:lnTo>
                  <a:lnTo>
                    <a:pt x="1857375" y="207340"/>
                  </a:lnTo>
                  <a:lnTo>
                    <a:pt x="1840230" y="207340"/>
                  </a:lnTo>
                  <a:cubicBezTo>
                    <a:pt x="1841907" y="191490"/>
                    <a:pt x="1842745" y="173202"/>
                    <a:pt x="1842745" y="152476"/>
                  </a:cubicBezTo>
                  <a:lnTo>
                    <a:pt x="1842745" y="76809"/>
                  </a:lnTo>
                  <a:cubicBezTo>
                    <a:pt x="1842745" y="59283"/>
                    <a:pt x="1842135" y="44958"/>
                    <a:pt x="1840916" y="33833"/>
                  </a:cubicBezTo>
                  <a:cubicBezTo>
                    <a:pt x="1846707" y="35966"/>
                    <a:pt x="1857909" y="37033"/>
                    <a:pt x="1874520" y="37033"/>
                  </a:cubicBezTo>
                  <a:lnTo>
                    <a:pt x="1902409" y="37033"/>
                  </a:lnTo>
                  <a:cubicBezTo>
                    <a:pt x="1911401" y="23317"/>
                    <a:pt x="1917269" y="10973"/>
                    <a:pt x="192001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353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BC811-A799-4120-819A-351E15AC0A63}"/>
              </a:ext>
            </a:extLst>
          </p:cNvPr>
          <p:cNvSpPr/>
          <p:nvPr/>
        </p:nvSpPr>
        <p:spPr>
          <a:xfrm>
            <a:off x="2880240" y="1991230"/>
            <a:ext cx="1481822" cy="851621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75C99-F60F-4770-9D43-119232E11F2C}"/>
              </a:ext>
            </a:extLst>
          </p:cNvPr>
          <p:cNvSpPr/>
          <p:nvPr/>
        </p:nvSpPr>
        <p:spPr>
          <a:xfrm>
            <a:off x="4362062" y="1991230"/>
            <a:ext cx="1481822" cy="851621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53FD8E-8C5F-4B8C-BC65-1EB568A68E38}"/>
              </a:ext>
            </a:extLst>
          </p:cNvPr>
          <p:cNvGrpSpPr/>
          <p:nvPr/>
        </p:nvGrpSpPr>
        <p:grpSpPr>
          <a:xfrm>
            <a:off x="1085070" y="2888827"/>
            <a:ext cx="431784" cy="1264708"/>
            <a:chOff x="2443264" y="3753637"/>
            <a:chExt cx="230183" cy="100272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C185CC4-A68A-427A-A59E-C8A32708A6F7}"/>
                </a:ext>
              </a:extLst>
            </p:cNvPr>
            <p:cNvGrpSpPr/>
            <p:nvPr/>
          </p:nvGrpSpPr>
          <p:grpSpPr>
            <a:xfrm rot="5400000">
              <a:off x="2288485" y="3946203"/>
              <a:ext cx="498875" cy="113743"/>
              <a:chOff x="3691527" y="2073335"/>
              <a:chExt cx="498875" cy="113743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4BF54AD-7DCE-4D50-95DA-B773A2597938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262CCEC-317A-4219-B76D-A0A2976424B5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F18784-3D88-40CE-9505-C59517692671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E77677-5E99-4871-B13A-C5BAE960E45C}"/>
                </a:ext>
              </a:extLst>
            </p:cNvPr>
            <p:cNvGrpSpPr/>
            <p:nvPr/>
          </p:nvGrpSpPr>
          <p:grpSpPr>
            <a:xfrm rot="5400000">
              <a:off x="2303391" y="4386308"/>
              <a:ext cx="509929" cy="230183"/>
              <a:chOff x="2915443" y="4344145"/>
              <a:chExt cx="509929" cy="23018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FFE73CE-96E8-4BDF-BA17-2BB5C4D429A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0" name="直接连接符 9">
                  <a:extLst>
                    <a:ext uri="{FF2B5EF4-FFF2-40B4-BE49-F238E27FC236}">
                      <a16:creationId xmlns:a16="http://schemas.microsoft.com/office/drawing/2014/main" id="{155B650A-5CEE-4767-97D2-FB35D1AA7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9D0EC8-D1E7-41EF-98E6-60F37BD44B57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997C06A2-D98C-4E41-8B82-3755B1DF8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1FF439E1-20AE-4A7D-B8F6-0D08696E177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C6CB0DE-7F6B-4E6B-A4BD-9841C125A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DF168463-DDD9-4B3B-9F04-966349053649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280486-1619-4A35-9F61-5B5F8B81F83A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C7AAFB-3FE2-4F82-B517-E553C567B0FA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9ACCB5-DA2E-4C0D-900F-B3983FCB958D}"/>
              </a:ext>
            </a:extLst>
          </p:cNvPr>
          <p:cNvGrpSpPr/>
          <p:nvPr/>
        </p:nvGrpSpPr>
        <p:grpSpPr>
          <a:xfrm>
            <a:off x="2354933" y="2887677"/>
            <a:ext cx="431784" cy="1265858"/>
            <a:chOff x="3098796" y="3732000"/>
            <a:chExt cx="230183" cy="100363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CE1B93A-D1AE-4A66-B6A9-5F8020AC6A81}"/>
                </a:ext>
              </a:extLst>
            </p:cNvPr>
            <p:cNvGrpSpPr/>
            <p:nvPr/>
          </p:nvGrpSpPr>
          <p:grpSpPr>
            <a:xfrm rot="5400000">
              <a:off x="2943297" y="3924566"/>
              <a:ext cx="498875" cy="113743"/>
              <a:chOff x="3691527" y="2073335"/>
              <a:chExt cx="498875" cy="113743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364028D-E4C4-4D43-A44F-1112933F8CC5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CCF37D8-1744-44BB-A781-25D389FAD427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EE230F0-25B4-42A3-AEAD-1158740DBE74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7DB314E-2A84-407D-B4D2-1F68B18F79F6}"/>
                </a:ext>
              </a:extLst>
            </p:cNvPr>
            <p:cNvGrpSpPr/>
            <p:nvPr/>
          </p:nvGrpSpPr>
          <p:grpSpPr>
            <a:xfrm rot="16200000" flipV="1">
              <a:off x="2958923" y="4365583"/>
              <a:ext cx="509929" cy="230183"/>
              <a:chOff x="2915443" y="4344145"/>
              <a:chExt cx="509929" cy="230183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4852C65-38FA-4F4A-9EC9-025DAAF34089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952E265F-B7AF-46D3-8F9C-D03B4480C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CBC7C743-FE2D-4F04-853B-38C4465D7D12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9B8D32C-3828-4872-90A3-EC4B7C9949E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1F97CD35-DD5D-4D2C-AF06-A15A9B12DB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FFD6D220-1C82-4EA8-9F04-B1A3271DB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0CF29C2D-F2BA-4A9E-8209-63D4FCD06952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CD11D8-9172-4332-97FC-35D5F8BA8EAF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C7557E-50FA-4DC0-A11E-A86B1D0AD2A0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2C4167-AA75-4716-ADB2-41F84BE157A1}"/>
              </a:ext>
            </a:extLst>
          </p:cNvPr>
          <p:cNvCxnSpPr/>
          <p:nvPr/>
        </p:nvCxnSpPr>
        <p:spPr>
          <a:xfrm rot="16200000" flipH="1">
            <a:off x="1825550" y="2493290"/>
            <a:ext cx="152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B486E1FC-8AE5-472D-A206-CA7EB7AF1AD7}"/>
              </a:ext>
            </a:extLst>
          </p:cNvPr>
          <p:cNvSpPr/>
          <p:nvPr/>
        </p:nvSpPr>
        <p:spPr>
          <a:xfrm rot="16200000" flipH="1">
            <a:off x="1860155" y="2559872"/>
            <a:ext cx="73461" cy="10005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745F0E-6EA1-4837-A40F-B76D1090F8A5}"/>
              </a:ext>
            </a:extLst>
          </p:cNvPr>
          <p:cNvCxnSpPr>
            <a:cxnSpLocks/>
          </p:cNvCxnSpPr>
          <p:nvPr/>
        </p:nvCxnSpPr>
        <p:spPr>
          <a:xfrm flipH="1">
            <a:off x="1186610" y="2607048"/>
            <a:ext cx="711959" cy="30200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12F4075-E9D4-40AE-A7DD-D609DCC0FA99}"/>
              </a:ext>
            </a:extLst>
          </p:cNvPr>
          <p:cNvCxnSpPr>
            <a:cxnSpLocks/>
          </p:cNvCxnSpPr>
          <p:nvPr/>
        </p:nvCxnSpPr>
        <p:spPr>
          <a:xfrm>
            <a:off x="1256069" y="4153537"/>
            <a:ext cx="48686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422D794-CDA2-45BF-8E3D-D5B9327B41F9}"/>
              </a:ext>
            </a:extLst>
          </p:cNvPr>
          <p:cNvCxnSpPr>
            <a:cxnSpLocks/>
          </p:cNvCxnSpPr>
          <p:nvPr/>
        </p:nvCxnSpPr>
        <p:spPr>
          <a:xfrm>
            <a:off x="1891222" y="2417039"/>
            <a:ext cx="9890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7B5CAB-6F61-47D7-9974-05272FFD3207}"/>
              </a:ext>
            </a:extLst>
          </p:cNvPr>
          <p:cNvGrpSpPr/>
          <p:nvPr/>
        </p:nvGrpSpPr>
        <p:grpSpPr>
          <a:xfrm>
            <a:off x="4052171" y="4159206"/>
            <a:ext cx="298486" cy="283222"/>
            <a:chOff x="4276725" y="3573463"/>
            <a:chExt cx="279400" cy="26511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592ED13-2B51-48DA-82BD-7F0CB677E93D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707B38B-280E-4799-88F7-82588992C516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AE7B67E-D09A-4766-A27A-97BD5A020CE5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DDABC80-7168-459E-92B4-17559FC99978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8A58189-8F47-4A73-8B12-B4DCF950F4D6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D942407-BB5F-43B3-A461-E80876D73D54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椭圆 47">
            <a:extLst>
              <a:ext uri="{FF2B5EF4-FFF2-40B4-BE49-F238E27FC236}">
                <a16:creationId xmlns:a16="http://schemas.microsoft.com/office/drawing/2014/main" id="{58A5B414-58FF-4576-8CAC-65A072E410FD}"/>
              </a:ext>
            </a:extLst>
          </p:cNvPr>
          <p:cNvSpPr/>
          <p:nvPr/>
        </p:nvSpPr>
        <p:spPr>
          <a:xfrm rot="16200000" flipH="1">
            <a:off x="2483046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A9B0C4A-6ABD-4E9C-8D34-9ADF8EB7370C}"/>
              </a:ext>
            </a:extLst>
          </p:cNvPr>
          <p:cNvSpPr/>
          <p:nvPr/>
        </p:nvSpPr>
        <p:spPr>
          <a:xfrm rot="16200000" flipH="1">
            <a:off x="4153440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3BB0C07-88D7-4DDF-A75A-1058A7EFA223}"/>
              </a:ext>
            </a:extLst>
          </p:cNvPr>
          <p:cNvCxnSpPr>
            <a:cxnSpLocks/>
          </p:cNvCxnSpPr>
          <p:nvPr/>
        </p:nvCxnSpPr>
        <p:spPr>
          <a:xfrm>
            <a:off x="6124731" y="2454547"/>
            <a:ext cx="0" cy="16989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A42A242-70B7-426E-9C3D-68DC0D813176}"/>
              </a:ext>
            </a:extLst>
          </p:cNvPr>
          <p:cNvCxnSpPr>
            <a:cxnSpLocks/>
          </p:cNvCxnSpPr>
          <p:nvPr/>
        </p:nvCxnSpPr>
        <p:spPr>
          <a:xfrm>
            <a:off x="5843884" y="2454547"/>
            <a:ext cx="2808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FDB4FC0-97D2-427F-865F-ADDC74EBDFF3}"/>
              </a:ext>
            </a:extLst>
          </p:cNvPr>
          <p:cNvSpPr txBox="1"/>
          <p:nvPr/>
        </p:nvSpPr>
        <p:spPr>
          <a:xfrm>
            <a:off x="3603792" y="2285505"/>
            <a:ext cx="173053" cy="276730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2D81685-ED03-4BD4-9C44-F99504CD4558}"/>
              </a:ext>
            </a:extLst>
          </p:cNvPr>
          <p:cNvSpPr txBox="1"/>
          <p:nvPr/>
        </p:nvSpPr>
        <p:spPr>
          <a:xfrm>
            <a:off x="4967100" y="2285505"/>
            <a:ext cx="217375" cy="276730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C0F010-7B2C-4403-A612-790A31D27A04}"/>
              </a:ext>
            </a:extLst>
          </p:cNvPr>
          <p:cNvSpPr txBox="1"/>
          <p:nvPr/>
        </p:nvSpPr>
        <p:spPr>
          <a:xfrm rot="5400000">
            <a:off x="3617193" y="1698782"/>
            <a:ext cx="139343" cy="140079"/>
          </a:xfrm>
          <a:custGeom>
            <a:avLst/>
            <a:gdLst/>
            <a:ahLst/>
            <a:cxnLst/>
            <a:rect l="l" t="t" r="r" b="b"/>
            <a:pathLst>
              <a:path w="75285" h="74676">
                <a:moveTo>
                  <a:pt x="32613" y="0"/>
                </a:moveTo>
                <a:lnTo>
                  <a:pt x="42672" y="0"/>
                </a:lnTo>
                <a:lnTo>
                  <a:pt x="42672" y="32156"/>
                </a:lnTo>
                <a:lnTo>
                  <a:pt x="75285" y="32156"/>
                </a:lnTo>
                <a:lnTo>
                  <a:pt x="75285" y="42367"/>
                </a:lnTo>
                <a:lnTo>
                  <a:pt x="42672" y="42367"/>
                </a:lnTo>
                <a:lnTo>
                  <a:pt x="42672" y="74676"/>
                </a:lnTo>
                <a:lnTo>
                  <a:pt x="32613" y="74676"/>
                </a:lnTo>
                <a:lnTo>
                  <a:pt x="32613" y="42367"/>
                </a:lnTo>
                <a:lnTo>
                  <a:pt x="0" y="42367"/>
                </a:lnTo>
                <a:lnTo>
                  <a:pt x="0" y="32156"/>
                </a:lnTo>
                <a:lnTo>
                  <a:pt x="32613" y="3215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BFA4866-F109-4EF7-AD20-61A9F96CEF60}"/>
              </a:ext>
            </a:extLst>
          </p:cNvPr>
          <p:cNvSpPr txBox="1"/>
          <p:nvPr/>
        </p:nvSpPr>
        <p:spPr>
          <a:xfrm flipV="1">
            <a:off x="5046276" y="1755957"/>
            <a:ext cx="113394" cy="25728"/>
          </a:xfrm>
          <a:custGeom>
            <a:avLst/>
            <a:gdLst/>
            <a:ahLst/>
            <a:cxnLst/>
            <a:rect l="l" t="t" r="r" b="b"/>
            <a:pathLst>
              <a:path w="61265" h="13716">
                <a:moveTo>
                  <a:pt x="0" y="0"/>
                </a:moveTo>
                <a:lnTo>
                  <a:pt x="61265" y="0"/>
                </a:lnTo>
                <a:lnTo>
                  <a:pt x="61265" y="13716"/>
                </a:lnTo>
                <a:lnTo>
                  <a:pt x="0" y="137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4524323-3D5D-48CF-B4F0-58A5BF9698C8}"/>
              </a:ext>
            </a:extLst>
          </p:cNvPr>
          <p:cNvSpPr txBox="1"/>
          <p:nvPr/>
        </p:nvSpPr>
        <p:spPr>
          <a:xfrm>
            <a:off x="4308514" y="1730768"/>
            <a:ext cx="290035" cy="23404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948578-B534-4E80-B788-F14873B3AC16}"/>
              </a:ext>
            </a:extLst>
          </p:cNvPr>
          <p:cNvSpPr txBox="1"/>
          <p:nvPr/>
        </p:nvSpPr>
        <p:spPr>
          <a:xfrm>
            <a:off x="1449976" y="3114865"/>
            <a:ext cx="247365" cy="254306"/>
          </a:xfrm>
          <a:custGeom>
            <a:avLst/>
            <a:gdLst/>
            <a:ahLst/>
            <a:cxnLst/>
            <a:rect l="l" t="t" r="r" b="b"/>
            <a:pathLst>
              <a:path w="226190" h="232537">
                <a:moveTo>
                  <a:pt x="211289" y="82954"/>
                </a:moveTo>
                <a:cubicBezTo>
                  <a:pt x="214359" y="82954"/>
                  <a:pt x="217065" y="83107"/>
                  <a:pt x="219409" y="83414"/>
                </a:cubicBezTo>
                <a:cubicBezTo>
                  <a:pt x="221753" y="83721"/>
                  <a:pt x="224014" y="84098"/>
                  <a:pt x="226190" y="84544"/>
                </a:cubicBezTo>
                <a:lnTo>
                  <a:pt x="222758" y="100115"/>
                </a:lnTo>
                <a:lnTo>
                  <a:pt x="214470" y="100115"/>
                </a:lnTo>
                <a:cubicBezTo>
                  <a:pt x="214079" y="96934"/>
                  <a:pt x="213131" y="94604"/>
                  <a:pt x="211624" y="93125"/>
                </a:cubicBezTo>
                <a:cubicBezTo>
                  <a:pt x="210117" y="91646"/>
                  <a:pt x="208108" y="90907"/>
                  <a:pt x="205596" y="90907"/>
                </a:cubicBezTo>
                <a:cubicBezTo>
                  <a:pt x="202694" y="90907"/>
                  <a:pt x="200252" y="91534"/>
                  <a:pt x="198271" y="92790"/>
                </a:cubicBezTo>
                <a:cubicBezTo>
                  <a:pt x="196290" y="94046"/>
                  <a:pt x="194560" y="95943"/>
                  <a:pt x="193081" y="98483"/>
                </a:cubicBezTo>
                <a:cubicBezTo>
                  <a:pt x="191602" y="101022"/>
                  <a:pt x="190332" y="103994"/>
                  <a:pt x="189272" y="107399"/>
                </a:cubicBezTo>
                <a:cubicBezTo>
                  <a:pt x="188211" y="110803"/>
                  <a:pt x="187486" y="113761"/>
                  <a:pt x="187095" y="116272"/>
                </a:cubicBezTo>
                <a:lnTo>
                  <a:pt x="210284" y="116272"/>
                </a:lnTo>
                <a:lnTo>
                  <a:pt x="208443" y="125565"/>
                </a:lnTo>
                <a:lnTo>
                  <a:pt x="185170" y="125565"/>
                </a:lnTo>
                <a:lnTo>
                  <a:pt x="170017" y="197309"/>
                </a:lnTo>
                <a:cubicBezTo>
                  <a:pt x="167394" y="209532"/>
                  <a:pt x="163138" y="218587"/>
                  <a:pt x="157250" y="224475"/>
                </a:cubicBezTo>
                <a:lnTo>
                  <a:pt x="135739" y="232537"/>
                </a:lnTo>
                <a:lnTo>
                  <a:pt x="128133" y="232537"/>
                </a:lnTo>
                <a:lnTo>
                  <a:pt x="128996" y="228493"/>
                </a:lnTo>
                <a:cubicBezTo>
                  <a:pt x="129275" y="227014"/>
                  <a:pt x="129610" y="225577"/>
                  <a:pt x="130001" y="224182"/>
                </a:cubicBezTo>
                <a:cubicBezTo>
                  <a:pt x="130336" y="224294"/>
                  <a:pt x="130810" y="224350"/>
                  <a:pt x="131424" y="224350"/>
                </a:cubicBezTo>
                <a:cubicBezTo>
                  <a:pt x="132038" y="224350"/>
                  <a:pt x="132903" y="224350"/>
                  <a:pt x="134019" y="224350"/>
                </a:cubicBezTo>
                <a:cubicBezTo>
                  <a:pt x="136196" y="224350"/>
                  <a:pt x="138191" y="224001"/>
                  <a:pt x="140005" y="223303"/>
                </a:cubicBezTo>
                <a:cubicBezTo>
                  <a:pt x="141819" y="222605"/>
                  <a:pt x="143479" y="221350"/>
                  <a:pt x="144986" y="219536"/>
                </a:cubicBezTo>
                <a:cubicBezTo>
                  <a:pt x="146493" y="217722"/>
                  <a:pt x="147874" y="215238"/>
                  <a:pt x="149130" y="212085"/>
                </a:cubicBezTo>
                <a:cubicBezTo>
                  <a:pt x="150386" y="208932"/>
                  <a:pt x="151572" y="204872"/>
                  <a:pt x="152688" y="199905"/>
                </a:cubicBezTo>
                <a:lnTo>
                  <a:pt x="169431" y="125565"/>
                </a:lnTo>
                <a:lnTo>
                  <a:pt x="155032" y="125565"/>
                </a:lnTo>
                <a:lnTo>
                  <a:pt x="156539" y="119119"/>
                </a:lnTo>
                <a:cubicBezTo>
                  <a:pt x="159608" y="118951"/>
                  <a:pt x="162050" y="118756"/>
                  <a:pt x="163864" y="118533"/>
                </a:cubicBezTo>
                <a:cubicBezTo>
                  <a:pt x="165678" y="118310"/>
                  <a:pt x="167213" y="117821"/>
                  <a:pt x="168468" y="117068"/>
                </a:cubicBezTo>
                <a:cubicBezTo>
                  <a:pt x="169724" y="116314"/>
                  <a:pt x="170659" y="115045"/>
                  <a:pt x="171273" y="113259"/>
                </a:cubicBezTo>
                <a:cubicBezTo>
                  <a:pt x="174510" y="103045"/>
                  <a:pt x="179379" y="95441"/>
                  <a:pt x="185881" y="90446"/>
                </a:cubicBezTo>
                <a:cubicBezTo>
                  <a:pt x="192383" y="85451"/>
                  <a:pt x="200852" y="82954"/>
                  <a:pt x="211289" y="82954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6177269-82FF-4FB4-B901-3F12E8D25434}"/>
              </a:ext>
            </a:extLst>
          </p:cNvPr>
          <p:cNvSpPr txBox="1"/>
          <p:nvPr/>
        </p:nvSpPr>
        <p:spPr>
          <a:xfrm>
            <a:off x="2093743" y="3124984"/>
            <a:ext cx="261903" cy="218710"/>
          </a:xfrm>
          <a:custGeom>
            <a:avLst/>
            <a:gdLst/>
            <a:ahLst/>
            <a:cxnLst/>
            <a:rect l="l" t="t" r="r" b="b"/>
            <a:pathLst>
              <a:path w="239483" h="199988">
                <a:moveTo>
                  <a:pt x="198043" y="100283"/>
                </a:moveTo>
                <a:cubicBezTo>
                  <a:pt x="196704" y="100283"/>
                  <a:pt x="195169" y="100311"/>
                  <a:pt x="193439" y="100366"/>
                </a:cubicBezTo>
                <a:cubicBezTo>
                  <a:pt x="191709" y="100422"/>
                  <a:pt x="190034" y="100450"/>
                  <a:pt x="188416" y="100450"/>
                </a:cubicBezTo>
                <a:lnTo>
                  <a:pt x="178454" y="144234"/>
                </a:lnTo>
                <a:lnTo>
                  <a:pt x="188416" y="144234"/>
                </a:lnTo>
                <a:cubicBezTo>
                  <a:pt x="199466" y="144234"/>
                  <a:pt x="207950" y="141987"/>
                  <a:pt x="213866" y="137494"/>
                </a:cubicBezTo>
                <a:cubicBezTo>
                  <a:pt x="219781" y="133002"/>
                  <a:pt x="222739" y="126179"/>
                  <a:pt x="222739" y="117026"/>
                </a:cubicBezTo>
                <a:cubicBezTo>
                  <a:pt x="222739" y="113956"/>
                  <a:pt x="222279" y="111347"/>
                  <a:pt x="221358" y="109198"/>
                </a:cubicBezTo>
                <a:cubicBezTo>
                  <a:pt x="220437" y="107050"/>
                  <a:pt x="218972" y="105320"/>
                  <a:pt x="216963" y="104008"/>
                </a:cubicBezTo>
                <a:cubicBezTo>
                  <a:pt x="214954" y="102697"/>
                  <a:pt x="212401" y="101748"/>
                  <a:pt x="209303" y="101162"/>
                </a:cubicBezTo>
                <a:cubicBezTo>
                  <a:pt x="206206" y="100576"/>
                  <a:pt x="202452" y="100283"/>
                  <a:pt x="198043" y="100283"/>
                </a:cubicBezTo>
                <a:close/>
                <a:moveTo>
                  <a:pt x="162715" y="91409"/>
                </a:moveTo>
                <a:lnTo>
                  <a:pt x="201141" y="91409"/>
                </a:lnTo>
                <a:cubicBezTo>
                  <a:pt x="208508" y="91409"/>
                  <a:pt x="214647" y="92051"/>
                  <a:pt x="219558" y="93334"/>
                </a:cubicBezTo>
                <a:cubicBezTo>
                  <a:pt x="224470" y="94618"/>
                  <a:pt x="228404" y="96390"/>
                  <a:pt x="231362" y="98650"/>
                </a:cubicBezTo>
                <a:cubicBezTo>
                  <a:pt x="234320" y="100911"/>
                  <a:pt x="236413" y="103576"/>
                  <a:pt x="237641" y="106645"/>
                </a:cubicBezTo>
                <a:cubicBezTo>
                  <a:pt x="238869" y="109715"/>
                  <a:pt x="239483" y="113035"/>
                  <a:pt x="239483" y="116607"/>
                </a:cubicBezTo>
                <a:cubicBezTo>
                  <a:pt x="239483" y="124867"/>
                  <a:pt x="236957" y="131760"/>
                  <a:pt x="231906" y="137285"/>
                </a:cubicBezTo>
                <a:cubicBezTo>
                  <a:pt x="226855" y="142810"/>
                  <a:pt x="219195" y="147024"/>
                  <a:pt x="208926" y="149926"/>
                </a:cubicBezTo>
                <a:cubicBezTo>
                  <a:pt x="208815" y="150149"/>
                  <a:pt x="208759" y="150345"/>
                  <a:pt x="208759" y="150512"/>
                </a:cubicBezTo>
                <a:cubicBezTo>
                  <a:pt x="208759" y="150680"/>
                  <a:pt x="208759" y="150875"/>
                  <a:pt x="208759" y="151098"/>
                </a:cubicBezTo>
                <a:cubicBezTo>
                  <a:pt x="211382" y="152884"/>
                  <a:pt x="213489" y="155117"/>
                  <a:pt x="215079" y="157795"/>
                </a:cubicBezTo>
                <a:cubicBezTo>
                  <a:pt x="216670" y="160474"/>
                  <a:pt x="218051" y="164018"/>
                  <a:pt x="219223" y="168427"/>
                </a:cubicBezTo>
                <a:cubicBezTo>
                  <a:pt x="220563" y="173674"/>
                  <a:pt x="221665" y="177915"/>
                  <a:pt x="222530" y="181152"/>
                </a:cubicBezTo>
                <a:cubicBezTo>
                  <a:pt x="223395" y="184389"/>
                  <a:pt x="224400" y="186943"/>
                  <a:pt x="225544" y="188812"/>
                </a:cubicBezTo>
                <a:cubicBezTo>
                  <a:pt x="226688" y="190682"/>
                  <a:pt x="228139" y="192049"/>
                  <a:pt x="229897" y="192914"/>
                </a:cubicBezTo>
                <a:cubicBezTo>
                  <a:pt x="231655" y="193779"/>
                  <a:pt x="234041" y="194435"/>
                  <a:pt x="237055" y="194882"/>
                </a:cubicBezTo>
                <a:lnTo>
                  <a:pt x="235883" y="199988"/>
                </a:lnTo>
                <a:lnTo>
                  <a:pt x="211522" y="199988"/>
                </a:lnTo>
                <a:cubicBezTo>
                  <a:pt x="210517" y="197812"/>
                  <a:pt x="209540" y="195147"/>
                  <a:pt x="208591" y="191993"/>
                </a:cubicBezTo>
                <a:cubicBezTo>
                  <a:pt x="207643" y="188840"/>
                  <a:pt x="206806" y="185757"/>
                  <a:pt x="206080" y="182743"/>
                </a:cubicBezTo>
                <a:cubicBezTo>
                  <a:pt x="204964" y="178334"/>
                  <a:pt x="204029" y="174525"/>
                  <a:pt x="203275" y="171316"/>
                </a:cubicBezTo>
                <a:cubicBezTo>
                  <a:pt x="202522" y="168106"/>
                  <a:pt x="201783" y="165400"/>
                  <a:pt x="201057" y="163195"/>
                </a:cubicBezTo>
                <a:cubicBezTo>
                  <a:pt x="200331" y="160991"/>
                  <a:pt x="199578" y="159233"/>
                  <a:pt x="198797" y="157921"/>
                </a:cubicBezTo>
                <a:cubicBezTo>
                  <a:pt x="198015" y="156609"/>
                  <a:pt x="197094" y="155563"/>
                  <a:pt x="196034" y="154782"/>
                </a:cubicBezTo>
                <a:cubicBezTo>
                  <a:pt x="194974" y="154000"/>
                  <a:pt x="193690" y="153484"/>
                  <a:pt x="192183" y="153233"/>
                </a:cubicBezTo>
                <a:cubicBezTo>
                  <a:pt x="190676" y="152982"/>
                  <a:pt x="188835" y="152800"/>
                  <a:pt x="186658" y="152689"/>
                </a:cubicBezTo>
                <a:lnTo>
                  <a:pt x="176696" y="152689"/>
                </a:lnTo>
                <a:cubicBezTo>
                  <a:pt x="176026" y="155647"/>
                  <a:pt x="175300" y="158828"/>
                  <a:pt x="174519" y="162232"/>
                </a:cubicBezTo>
                <a:cubicBezTo>
                  <a:pt x="173738" y="165637"/>
                  <a:pt x="172970" y="168958"/>
                  <a:pt x="172217" y="172195"/>
                </a:cubicBezTo>
                <a:cubicBezTo>
                  <a:pt x="171463" y="175432"/>
                  <a:pt x="170836" y="178459"/>
                  <a:pt x="170333" y="181278"/>
                </a:cubicBezTo>
                <a:cubicBezTo>
                  <a:pt x="169831" y="184096"/>
                  <a:pt x="169580" y="186370"/>
                  <a:pt x="169580" y="188101"/>
                </a:cubicBezTo>
                <a:cubicBezTo>
                  <a:pt x="169580" y="189273"/>
                  <a:pt x="169719" y="190263"/>
                  <a:pt x="169998" y="191073"/>
                </a:cubicBezTo>
                <a:cubicBezTo>
                  <a:pt x="170278" y="191882"/>
                  <a:pt x="170766" y="192538"/>
                  <a:pt x="171463" y="193040"/>
                </a:cubicBezTo>
                <a:cubicBezTo>
                  <a:pt x="172161" y="193542"/>
                  <a:pt x="173110" y="193933"/>
                  <a:pt x="174310" y="194212"/>
                </a:cubicBezTo>
                <a:cubicBezTo>
                  <a:pt x="175510" y="194491"/>
                  <a:pt x="177031" y="194714"/>
                  <a:pt x="178872" y="194882"/>
                </a:cubicBezTo>
                <a:lnTo>
                  <a:pt x="177784" y="199988"/>
                </a:lnTo>
                <a:lnTo>
                  <a:pt x="142037" y="199988"/>
                </a:lnTo>
                <a:lnTo>
                  <a:pt x="142958" y="194882"/>
                </a:lnTo>
                <a:cubicBezTo>
                  <a:pt x="144688" y="194603"/>
                  <a:pt x="146098" y="194254"/>
                  <a:pt x="147186" y="193835"/>
                </a:cubicBezTo>
                <a:cubicBezTo>
                  <a:pt x="148274" y="193417"/>
                  <a:pt x="149251" y="192607"/>
                  <a:pt x="150116" y="191407"/>
                </a:cubicBezTo>
                <a:cubicBezTo>
                  <a:pt x="150981" y="190207"/>
                  <a:pt x="151776" y="188408"/>
                  <a:pt x="152502" y="186008"/>
                </a:cubicBezTo>
                <a:cubicBezTo>
                  <a:pt x="153227" y="183608"/>
                  <a:pt x="154065" y="180259"/>
                  <a:pt x="155013" y="175962"/>
                </a:cubicBezTo>
                <a:lnTo>
                  <a:pt x="168743" y="114933"/>
                </a:lnTo>
                <a:cubicBezTo>
                  <a:pt x="169301" y="112477"/>
                  <a:pt x="169719" y="110301"/>
                  <a:pt x="169998" y="108403"/>
                </a:cubicBezTo>
                <a:cubicBezTo>
                  <a:pt x="170278" y="106506"/>
                  <a:pt x="170417" y="104943"/>
                  <a:pt x="170417" y="103715"/>
                </a:cubicBezTo>
                <a:cubicBezTo>
                  <a:pt x="170417" y="101204"/>
                  <a:pt x="169789" y="99418"/>
                  <a:pt x="168533" y="98357"/>
                </a:cubicBezTo>
                <a:cubicBezTo>
                  <a:pt x="167278" y="97297"/>
                  <a:pt x="164920" y="96739"/>
                  <a:pt x="161459" y="96683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1973FF3-D477-4AD6-A149-10EB171B71D0}"/>
              </a:ext>
            </a:extLst>
          </p:cNvPr>
          <p:cNvSpPr txBox="1"/>
          <p:nvPr/>
        </p:nvSpPr>
        <p:spPr>
          <a:xfrm>
            <a:off x="730186" y="3727020"/>
            <a:ext cx="228394" cy="218710"/>
          </a:xfrm>
          <a:custGeom>
            <a:avLst/>
            <a:gdLst/>
            <a:ahLst/>
            <a:cxnLst/>
            <a:rect l="l" t="t" r="r" b="b"/>
            <a:pathLst>
              <a:path w="208843" h="199988">
                <a:moveTo>
                  <a:pt x="129899" y="91409"/>
                </a:moveTo>
                <a:lnTo>
                  <a:pt x="208843" y="91409"/>
                </a:lnTo>
                <a:lnTo>
                  <a:pt x="202899" y="117528"/>
                </a:lnTo>
                <a:lnTo>
                  <a:pt x="193942" y="117528"/>
                </a:lnTo>
                <a:cubicBezTo>
                  <a:pt x="193663" y="114459"/>
                  <a:pt x="193384" y="111835"/>
                  <a:pt x="193105" y="109659"/>
                </a:cubicBezTo>
                <a:cubicBezTo>
                  <a:pt x="192826" y="107482"/>
                  <a:pt x="192323" y="105696"/>
                  <a:pt x="191598" y="104301"/>
                </a:cubicBezTo>
                <a:cubicBezTo>
                  <a:pt x="190872" y="102906"/>
                  <a:pt x="189840" y="101901"/>
                  <a:pt x="188500" y="101287"/>
                </a:cubicBezTo>
                <a:cubicBezTo>
                  <a:pt x="187161" y="100673"/>
                  <a:pt x="185319" y="100339"/>
                  <a:pt x="182975" y="100283"/>
                </a:cubicBezTo>
                <a:lnTo>
                  <a:pt x="155600" y="100283"/>
                </a:lnTo>
                <a:lnTo>
                  <a:pt x="146391" y="141052"/>
                </a:lnTo>
                <a:lnTo>
                  <a:pt x="162883" y="141052"/>
                </a:lnTo>
                <a:cubicBezTo>
                  <a:pt x="164837" y="141052"/>
                  <a:pt x="166455" y="140927"/>
                  <a:pt x="167739" y="140676"/>
                </a:cubicBezTo>
                <a:cubicBezTo>
                  <a:pt x="169022" y="140424"/>
                  <a:pt x="170194" y="139838"/>
                  <a:pt x="171255" y="138918"/>
                </a:cubicBezTo>
                <a:cubicBezTo>
                  <a:pt x="172315" y="137997"/>
                  <a:pt x="173362" y="136685"/>
                  <a:pt x="174394" y="134983"/>
                </a:cubicBezTo>
                <a:cubicBezTo>
                  <a:pt x="175427" y="133281"/>
                  <a:pt x="176696" y="131006"/>
                  <a:pt x="178203" y="128160"/>
                </a:cubicBezTo>
                <a:lnTo>
                  <a:pt x="186575" y="128160"/>
                </a:lnTo>
                <a:lnTo>
                  <a:pt x="178538" y="162902"/>
                </a:lnTo>
                <a:lnTo>
                  <a:pt x="170418" y="162902"/>
                </a:lnTo>
                <a:cubicBezTo>
                  <a:pt x="170418" y="159888"/>
                  <a:pt x="170334" y="157502"/>
                  <a:pt x="170166" y="155744"/>
                </a:cubicBezTo>
                <a:cubicBezTo>
                  <a:pt x="169999" y="153986"/>
                  <a:pt x="169636" y="152661"/>
                  <a:pt x="169078" y="151768"/>
                </a:cubicBezTo>
                <a:cubicBezTo>
                  <a:pt x="168520" y="150875"/>
                  <a:pt x="167683" y="150317"/>
                  <a:pt x="166567" y="150094"/>
                </a:cubicBezTo>
                <a:cubicBezTo>
                  <a:pt x="165451" y="149870"/>
                  <a:pt x="163944" y="149759"/>
                  <a:pt x="162046" y="149759"/>
                </a:cubicBezTo>
                <a:lnTo>
                  <a:pt x="144466" y="149759"/>
                </a:lnTo>
                <a:cubicBezTo>
                  <a:pt x="143740" y="152996"/>
                  <a:pt x="142931" y="156526"/>
                  <a:pt x="142038" y="160349"/>
                </a:cubicBezTo>
                <a:cubicBezTo>
                  <a:pt x="141145" y="164172"/>
                  <a:pt x="140308" y="167897"/>
                  <a:pt x="139527" y="171525"/>
                </a:cubicBezTo>
                <a:cubicBezTo>
                  <a:pt x="138745" y="175153"/>
                  <a:pt x="138089" y="178459"/>
                  <a:pt x="137559" y="181445"/>
                </a:cubicBezTo>
                <a:cubicBezTo>
                  <a:pt x="137029" y="184431"/>
                  <a:pt x="136764" y="186650"/>
                  <a:pt x="136764" y="188101"/>
                </a:cubicBezTo>
                <a:cubicBezTo>
                  <a:pt x="136764" y="189217"/>
                  <a:pt x="136917" y="190180"/>
                  <a:pt x="137224" y="190989"/>
                </a:cubicBezTo>
                <a:cubicBezTo>
                  <a:pt x="137531" y="191798"/>
                  <a:pt x="138034" y="192482"/>
                  <a:pt x="138731" y="193040"/>
                </a:cubicBezTo>
                <a:cubicBezTo>
                  <a:pt x="139429" y="193598"/>
                  <a:pt x="140419" y="194017"/>
                  <a:pt x="141703" y="194296"/>
                </a:cubicBezTo>
                <a:cubicBezTo>
                  <a:pt x="142987" y="194575"/>
                  <a:pt x="144633" y="194770"/>
                  <a:pt x="146642" y="194882"/>
                </a:cubicBezTo>
                <a:lnTo>
                  <a:pt x="145470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96" y="194254"/>
                  <a:pt x="114412" y="193835"/>
                </a:cubicBezTo>
                <a:cubicBezTo>
                  <a:pt x="115528" y="193417"/>
                  <a:pt x="116519" y="192607"/>
                  <a:pt x="117384" y="191407"/>
                </a:cubicBezTo>
                <a:cubicBezTo>
                  <a:pt x="118249" y="190207"/>
                  <a:pt x="119030" y="188408"/>
                  <a:pt x="119728" y="186008"/>
                </a:cubicBezTo>
                <a:cubicBezTo>
                  <a:pt x="120425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3" y="110301"/>
                  <a:pt x="137182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7" y="98357"/>
                </a:cubicBezTo>
                <a:cubicBezTo>
                  <a:pt x="134462" y="97297"/>
                  <a:pt x="132104" y="96739"/>
                  <a:pt x="128643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8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6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5" y="0"/>
                </a:lnTo>
                <a:lnTo>
                  <a:pt x="130708" y="0"/>
                </a:lnTo>
                <a:lnTo>
                  <a:pt x="129481" y="5470"/>
                </a:lnTo>
                <a:cubicBezTo>
                  <a:pt x="127471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62A02D-D111-4AFD-A3B8-650F7049F9D5}"/>
              </a:ext>
            </a:extLst>
          </p:cNvPr>
          <p:cNvSpPr txBox="1"/>
          <p:nvPr/>
        </p:nvSpPr>
        <p:spPr>
          <a:xfrm>
            <a:off x="2860675" y="3709717"/>
            <a:ext cx="226015" cy="218710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F2DAB53-35B8-4F7F-BFAA-AC01ECA7CF86}"/>
              </a:ext>
            </a:extLst>
          </p:cNvPr>
          <p:cNvCxnSpPr/>
          <p:nvPr/>
        </p:nvCxnSpPr>
        <p:spPr>
          <a:xfrm>
            <a:off x="2137549" y="2267271"/>
            <a:ext cx="38838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61EAE04-4B2B-45D5-A698-F71689985FEA}"/>
              </a:ext>
            </a:extLst>
          </p:cNvPr>
          <p:cNvCxnSpPr>
            <a:cxnSpLocks/>
          </p:cNvCxnSpPr>
          <p:nvPr/>
        </p:nvCxnSpPr>
        <p:spPr>
          <a:xfrm rot="16200000">
            <a:off x="775543" y="3202285"/>
            <a:ext cx="38838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7F1253C7-A4E3-4B29-A446-92F793958A8B}"/>
              </a:ext>
            </a:extLst>
          </p:cNvPr>
          <p:cNvSpPr txBox="1"/>
          <p:nvPr/>
        </p:nvSpPr>
        <p:spPr>
          <a:xfrm>
            <a:off x="685284" y="3125363"/>
            <a:ext cx="191365" cy="218710"/>
          </a:xfrm>
          <a:custGeom>
            <a:avLst/>
            <a:gdLst/>
            <a:ahLst/>
            <a:cxnLst/>
            <a:rect l="l" t="t" r="r" b="b"/>
            <a:pathLst>
              <a:path w="174984" h="199988">
                <a:moveTo>
                  <a:pt x="96040" y="91409"/>
                </a:moveTo>
                <a:lnTo>
                  <a:pt x="174984" y="91409"/>
                </a:lnTo>
                <a:lnTo>
                  <a:pt x="169040" y="117528"/>
                </a:lnTo>
                <a:lnTo>
                  <a:pt x="160083" y="117528"/>
                </a:lnTo>
                <a:cubicBezTo>
                  <a:pt x="159804" y="114459"/>
                  <a:pt x="159525" y="111835"/>
                  <a:pt x="159246" y="109659"/>
                </a:cubicBezTo>
                <a:cubicBezTo>
                  <a:pt x="158967" y="107482"/>
                  <a:pt x="158464" y="105696"/>
                  <a:pt x="157739" y="104301"/>
                </a:cubicBezTo>
                <a:cubicBezTo>
                  <a:pt x="157013" y="102906"/>
                  <a:pt x="155981" y="101901"/>
                  <a:pt x="154641" y="101287"/>
                </a:cubicBezTo>
                <a:cubicBezTo>
                  <a:pt x="153302" y="100673"/>
                  <a:pt x="151460" y="100339"/>
                  <a:pt x="149116" y="100283"/>
                </a:cubicBezTo>
                <a:lnTo>
                  <a:pt x="121741" y="100283"/>
                </a:lnTo>
                <a:lnTo>
                  <a:pt x="112532" y="141052"/>
                </a:lnTo>
                <a:lnTo>
                  <a:pt x="129024" y="141052"/>
                </a:lnTo>
                <a:cubicBezTo>
                  <a:pt x="130978" y="141052"/>
                  <a:pt x="132596" y="140927"/>
                  <a:pt x="133880" y="140676"/>
                </a:cubicBezTo>
                <a:cubicBezTo>
                  <a:pt x="135163" y="140424"/>
                  <a:pt x="136335" y="139838"/>
                  <a:pt x="137396" y="138918"/>
                </a:cubicBezTo>
                <a:cubicBezTo>
                  <a:pt x="138456" y="137997"/>
                  <a:pt x="139503" y="136685"/>
                  <a:pt x="140535" y="134983"/>
                </a:cubicBezTo>
                <a:cubicBezTo>
                  <a:pt x="141568" y="133281"/>
                  <a:pt x="142837" y="131006"/>
                  <a:pt x="144344" y="128160"/>
                </a:cubicBezTo>
                <a:lnTo>
                  <a:pt x="152716" y="128160"/>
                </a:lnTo>
                <a:lnTo>
                  <a:pt x="144679" y="162902"/>
                </a:lnTo>
                <a:lnTo>
                  <a:pt x="136559" y="162902"/>
                </a:lnTo>
                <a:cubicBezTo>
                  <a:pt x="136559" y="159888"/>
                  <a:pt x="136475" y="157502"/>
                  <a:pt x="136307" y="155744"/>
                </a:cubicBezTo>
                <a:cubicBezTo>
                  <a:pt x="136140" y="153986"/>
                  <a:pt x="135777" y="152661"/>
                  <a:pt x="135219" y="151768"/>
                </a:cubicBezTo>
                <a:cubicBezTo>
                  <a:pt x="134661" y="150875"/>
                  <a:pt x="133824" y="150317"/>
                  <a:pt x="132708" y="150094"/>
                </a:cubicBezTo>
                <a:cubicBezTo>
                  <a:pt x="131592" y="149870"/>
                  <a:pt x="130085" y="149759"/>
                  <a:pt x="128187" y="149759"/>
                </a:cubicBezTo>
                <a:lnTo>
                  <a:pt x="110607" y="149759"/>
                </a:lnTo>
                <a:cubicBezTo>
                  <a:pt x="109881" y="152996"/>
                  <a:pt x="109072" y="156526"/>
                  <a:pt x="108179" y="160349"/>
                </a:cubicBezTo>
                <a:cubicBezTo>
                  <a:pt x="107286" y="164172"/>
                  <a:pt x="106449" y="167897"/>
                  <a:pt x="105668" y="171525"/>
                </a:cubicBezTo>
                <a:cubicBezTo>
                  <a:pt x="104886" y="175153"/>
                  <a:pt x="104230" y="178459"/>
                  <a:pt x="103700" y="181445"/>
                </a:cubicBezTo>
                <a:cubicBezTo>
                  <a:pt x="103170" y="184431"/>
                  <a:pt x="102905" y="186650"/>
                  <a:pt x="102905" y="188101"/>
                </a:cubicBezTo>
                <a:cubicBezTo>
                  <a:pt x="102905" y="189217"/>
                  <a:pt x="103058" y="190180"/>
                  <a:pt x="103365" y="190989"/>
                </a:cubicBezTo>
                <a:cubicBezTo>
                  <a:pt x="103672" y="191798"/>
                  <a:pt x="104175" y="192482"/>
                  <a:pt x="104872" y="193040"/>
                </a:cubicBezTo>
                <a:cubicBezTo>
                  <a:pt x="105570" y="193598"/>
                  <a:pt x="106560" y="194017"/>
                  <a:pt x="107844" y="194296"/>
                </a:cubicBezTo>
                <a:cubicBezTo>
                  <a:pt x="109128" y="194575"/>
                  <a:pt x="110774" y="194770"/>
                  <a:pt x="112783" y="194882"/>
                </a:cubicBezTo>
                <a:lnTo>
                  <a:pt x="111611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37" y="194254"/>
                  <a:pt x="80553" y="193835"/>
                </a:cubicBezTo>
                <a:cubicBezTo>
                  <a:pt x="81669" y="193417"/>
                  <a:pt x="82660" y="192607"/>
                  <a:pt x="83525" y="191407"/>
                </a:cubicBezTo>
                <a:cubicBezTo>
                  <a:pt x="84390" y="190207"/>
                  <a:pt x="85171" y="188408"/>
                  <a:pt x="85869" y="186008"/>
                </a:cubicBezTo>
                <a:cubicBezTo>
                  <a:pt x="86566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4" y="110301"/>
                  <a:pt x="103323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8" y="98357"/>
                </a:cubicBezTo>
                <a:cubicBezTo>
                  <a:pt x="100603" y="97297"/>
                  <a:pt x="98245" y="96739"/>
                  <a:pt x="94784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7"/>
                  <a:pt x="57931" y="26120"/>
                  <a:pt x="56368" y="33264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3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8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23FAE25-2C39-4909-8E13-3998F92FB683}"/>
              </a:ext>
            </a:extLst>
          </p:cNvPr>
          <p:cNvSpPr txBox="1"/>
          <p:nvPr/>
        </p:nvSpPr>
        <p:spPr>
          <a:xfrm>
            <a:off x="3032319" y="3091686"/>
            <a:ext cx="188986" cy="218710"/>
          </a:xfrm>
          <a:custGeom>
            <a:avLst/>
            <a:gdLst/>
            <a:ahLst/>
            <a:cxnLst/>
            <a:rect l="l" t="t" r="r" b="b"/>
            <a:pathLst>
              <a:path w="172808" h="199988">
                <a:moveTo>
                  <a:pt x="131368" y="100283"/>
                </a:moveTo>
                <a:cubicBezTo>
                  <a:pt x="130029" y="100283"/>
                  <a:pt x="128494" y="100311"/>
                  <a:pt x="126764" y="100366"/>
                </a:cubicBezTo>
                <a:cubicBezTo>
                  <a:pt x="125034" y="100422"/>
                  <a:pt x="123360" y="100450"/>
                  <a:pt x="121741" y="100450"/>
                </a:cubicBezTo>
                <a:lnTo>
                  <a:pt x="111779" y="144234"/>
                </a:lnTo>
                <a:lnTo>
                  <a:pt x="121741" y="144234"/>
                </a:lnTo>
                <a:cubicBezTo>
                  <a:pt x="132792" y="144234"/>
                  <a:pt x="141275" y="141987"/>
                  <a:pt x="147191" y="137494"/>
                </a:cubicBezTo>
                <a:cubicBezTo>
                  <a:pt x="153107" y="133002"/>
                  <a:pt x="156065" y="126179"/>
                  <a:pt x="156065" y="117026"/>
                </a:cubicBezTo>
                <a:cubicBezTo>
                  <a:pt x="156065" y="113956"/>
                  <a:pt x="155604" y="111347"/>
                  <a:pt x="154683" y="109198"/>
                </a:cubicBezTo>
                <a:cubicBezTo>
                  <a:pt x="153762" y="107050"/>
                  <a:pt x="152297" y="105320"/>
                  <a:pt x="150288" y="104008"/>
                </a:cubicBezTo>
                <a:cubicBezTo>
                  <a:pt x="148279" y="102697"/>
                  <a:pt x="145726" y="101748"/>
                  <a:pt x="142628" y="101162"/>
                </a:cubicBezTo>
                <a:cubicBezTo>
                  <a:pt x="139531" y="100576"/>
                  <a:pt x="135777" y="100283"/>
                  <a:pt x="131368" y="100283"/>
                </a:cubicBezTo>
                <a:close/>
                <a:moveTo>
                  <a:pt x="96040" y="91409"/>
                </a:moveTo>
                <a:lnTo>
                  <a:pt x="134466" y="91409"/>
                </a:lnTo>
                <a:cubicBezTo>
                  <a:pt x="141833" y="91409"/>
                  <a:pt x="147972" y="92051"/>
                  <a:pt x="152883" y="93334"/>
                </a:cubicBezTo>
                <a:cubicBezTo>
                  <a:pt x="157795" y="94618"/>
                  <a:pt x="161729" y="96390"/>
                  <a:pt x="164687" y="98650"/>
                </a:cubicBezTo>
                <a:cubicBezTo>
                  <a:pt x="167645" y="100911"/>
                  <a:pt x="169738" y="103576"/>
                  <a:pt x="170966" y="106645"/>
                </a:cubicBezTo>
                <a:cubicBezTo>
                  <a:pt x="172194" y="109715"/>
                  <a:pt x="172808" y="113035"/>
                  <a:pt x="172808" y="116607"/>
                </a:cubicBezTo>
                <a:cubicBezTo>
                  <a:pt x="172808" y="124867"/>
                  <a:pt x="170282" y="131760"/>
                  <a:pt x="165231" y="137285"/>
                </a:cubicBezTo>
                <a:cubicBezTo>
                  <a:pt x="160181" y="142810"/>
                  <a:pt x="152521" y="147024"/>
                  <a:pt x="142251" y="149926"/>
                </a:cubicBezTo>
                <a:cubicBezTo>
                  <a:pt x="142140" y="150149"/>
                  <a:pt x="142084" y="150345"/>
                  <a:pt x="142084" y="150512"/>
                </a:cubicBezTo>
                <a:cubicBezTo>
                  <a:pt x="142084" y="150680"/>
                  <a:pt x="142084" y="150875"/>
                  <a:pt x="142084" y="151098"/>
                </a:cubicBezTo>
                <a:cubicBezTo>
                  <a:pt x="144707" y="152884"/>
                  <a:pt x="146814" y="155117"/>
                  <a:pt x="148405" y="157795"/>
                </a:cubicBezTo>
                <a:cubicBezTo>
                  <a:pt x="149995" y="160474"/>
                  <a:pt x="151376" y="164018"/>
                  <a:pt x="152548" y="168427"/>
                </a:cubicBezTo>
                <a:cubicBezTo>
                  <a:pt x="153888" y="173674"/>
                  <a:pt x="154990" y="177915"/>
                  <a:pt x="155855" y="181152"/>
                </a:cubicBezTo>
                <a:cubicBezTo>
                  <a:pt x="156720" y="184389"/>
                  <a:pt x="157725" y="186943"/>
                  <a:pt x="158869" y="188812"/>
                </a:cubicBezTo>
                <a:cubicBezTo>
                  <a:pt x="160013" y="190682"/>
                  <a:pt x="161464" y="192049"/>
                  <a:pt x="163222" y="192914"/>
                </a:cubicBezTo>
                <a:cubicBezTo>
                  <a:pt x="164980" y="193779"/>
                  <a:pt x="167366" y="194435"/>
                  <a:pt x="170380" y="194882"/>
                </a:cubicBezTo>
                <a:lnTo>
                  <a:pt x="169208" y="199988"/>
                </a:lnTo>
                <a:lnTo>
                  <a:pt x="144847" y="199988"/>
                </a:lnTo>
                <a:cubicBezTo>
                  <a:pt x="143842" y="197812"/>
                  <a:pt x="142865" y="195147"/>
                  <a:pt x="141917" y="191993"/>
                </a:cubicBezTo>
                <a:cubicBezTo>
                  <a:pt x="140968" y="188840"/>
                  <a:pt x="140131" y="185757"/>
                  <a:pt x="139405" y="182743"/>
                </a:cubicBezTo>
                <a:cubicBezTo>
                  <a:pt x="138289" y="178334"/>
                  <a:pt x="137354" y="174525"/>
                  <a:pt x="136601" y="171316"/>
                </a:cubicBezTo>
                <a:cubicBezTo>
                  <a:pt x="135847" y="168106"/>
                  <a:pt x="135108" y="165400"/>
                  <a:pt x="134382" y="163195"/>
                </a:cubicBezTo>
                <a:cubicBezTo>
                  <a:pt x="133657" y="160991"/>
                  <a:pt x="132903" y="159233"/>
                  <a:pt x="132122" y="157921"/>
                </a:cubicBezTo>
                <a:cubicBezTo>
                  <a:pt x="131340" y="156609"/>
                  <a:pt x="130420" y="155563"/>
                  <a:pt x="129359" y="154782"/>
                </a:cubicBezTo>
                <a:cubicBezTo>
                  <a:pt x="128299" y="154000"/>
                  <a:pt x="127015" y="153484"/>
                  <a:pt x="125508" y="153233"/>
                </a:cubicBezTo>
                <a:cubicBezTo>
                  <a:pt x="124001" y="152982"/>
                  <a:pt x="122160" y="152800"/>
                  <a:pt x="119983" y="152689"/>
                </a:cubicBezTo>
                <a:lnTo>
                  <a:pt x="110021" y="152689"/>
                </a:lnTo>
                <a:cubicBezTo>
                  <a:pt x="109351" y="155647"/>
                  <a:pt x="108626" y="158828"/>
                  <a:pt x="107844" y="162232"/>
                </a:cubicBezTo>
                <a:cubicBezTo>
                  <a:pt x="107063" y="165637"/>
                  <a:pt x="106295" y="168958"/>
                  <a:pt x="105542" y="172195"/>
                </a:cubicBezTo>
                <a:cubicBezTo>
                  <a:pt x="104789" y="175432"/>
                  <a:pt x="104161" y="178459"/>
                  <a:pt x="103658" y="181278"/>
                </a:cubicBezTo>
                <a:cubicBezTo>
                  <a:pt x="103156" y="184096"/>
                  <a:pt x="102905" y="186370"/>
                  <a:pt x="102905" y="188101"/>
                </a:cubicBezTo>
                <a:cubicBezTo>
                  <a:pt x="102905" y="189273"/>
                  <a:pt x="103045" y="190263"/>
                  <a:pt x="103324" y="191073"/>
                </a:cubicBezTo>
                <a:cubicBezTo>
                  <a:pt x="103603" y="191882"/>
                  <a:pt x="104091" y="192538"/>
                  <a:pt x="104789" y="193040"/>
                </a:cubicBezTo>
                <a:cubicBezTo>
                  <a:pt x="105486" y="193542"/>
                  <a:pt x="106435" y="193933"/>
                  <a:pt x="107635" y="194212"/>
                </a:cubicBezTo>
                <a:cubicBezTo>
                  <a:pt x="108835" y="194491"/>
                  <a:pt x="110356" y="194714"/>
                  <a:pt x="112197" y="194882"/>
                </a:cubicBezTo>
                <a:lnTo>
                  <a:pt x="111109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23" y="194254"/>
                  <a:pt x="80511" y="193835"/>
                </a:cubicBezTo>
                <a:cubicBezTo>
                  <a:pt x="81599" y="193417"/>
                  <a:pt x="82576" y="192607"/>
                  <a:pt x="83441" y="191407"/>
                </a:cubicBezTo>
                <a:cubicBezTo>
                  <a:pt x="84306" y="190207"/>
                  <a:pt x="85101" y="188408"/>
                  <a:pt x="85827" y="186008"/>
                </a:cubicBezTo>
                <a:cubicBezTo>
                  <a:pt x="86553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5" y="110301"/>
                  <a:pt x="103324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9" y="98357"/>
                </a:cubicBezTo>
                <a:cubicBezTo>
                  <a:pt x="100603" y="97297"/>
                  <a:pt x="98245" y="96739"/>
                  <a:pt x="94785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4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9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4" y="6493"/>
                  <a:pt x="31812" y="5693"/>
                  <a:pt x="28017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941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BC811-A799-4120-819A-351E15AC0A63}"/>
              </a:ext>
            </a:extLst>
          </p:cNvPr>
          <p:cNvSpPr/>
          <p:nvPr/>
        </p:nvSpPr>
        <p:spPr>
          <a:xfrm>
            <a:off x="2880240" y="1991230"/>
            <a:ext cx="1481822" cy="851621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75C99-F60F-4770-9D43-119232E11F2C}"/>
              </a:ext>
            </a:extLst>
          </p:cNvPr>
          <p:cNvSpPr/>
          <p:nvPr/>
        </p:nvSpPr>
        <p:spPr>
          <a:xfrm>
            <a:off x="4362062" y="1991230"/>
            <a:ext cx="1481822" cy="851621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53FD8E-8C5F-4B8C-BC65-1EB568A68E38}"/>
              </a:ext>
            </a:extLst>
          </p:cNvPr>
          <p:cNvGrpSpPr/>
          <p:nvPr/>
        </p:nvGrpSpPr>
        <p:grpSpPr>
          <a:xfrm>
            <a:off x="1085070" y="2888827"/>
            <a:ext cx="431784" cy="1264708"/>
            <a:chOff x="2443264" y="3753637"/>
            <a:chExt cx="230183" cy="100272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C185CC4-A68A-427A-A59E-C8A32708A6F7}"/>
                </a:ext>
              </a:extLst>
            </p:cNvPr>
            <p:cNvGrpSpPr/>
            <p:nvPr/>
          </p:nvGrpSpPr>
          <p:grpSpPr>
            <a:xfrm rot="5400000">
              <a:off x="2288485" y="3946203"/>
              <a:ext cx="498875" cy="113743"/>
              <a:chOff x="3691527" y="2073335"/>
              <a:chExt cx="498875" cy="113743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4BF54AD-7DCE-4D50-95DA-B773A2597938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262CCEC-317A-4219-B76D-A0A2976424B5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F18784-3D88-40CE-9505-C59517692671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E77677-5E99-4871-B13A-C5BAE960E45C}"/>
                </a:ext>
              </a:extLst>
            </p:cNvPr>
            <p:cNvGrpSpPr/>
            <p:nvPr/>
          </p:nvGrpSpPr>
          <p:grpSpPr>
            <a:xfrm rot="5400000">
              <a:off x="2303391" y="4386308"/>
              <a:ext cx="509929" cy="230183"/>
              <a:chOff x="2915443" y="4344145"/>
              <a:chExt cx="509929" cy="23018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FFE73CE-96E8-4BDF-BA17-2BB5C4D429A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0" name="直接连接符 9">
                  <a:extLst>
                    <a:ext uri="{FF2B5EF4-FFF2-40B4-BE49-F238E27FC236}">
                      <a16:creationId xmlns:a16="http://schemas.microsoft.com/office/drawing/2014/main" id="{155B650A-5CEE-4767-97D2-FB35D1AA7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9D0EC8-D1E7-41EF-98E6-60F37BD44B57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997C06A2-D98C-4E41-8B82-3755B1DF8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1FF439E1-20AE-4A7D-B8F6-0D08696E177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C6CB0DE-7F6B-4E6B-A4BD-9841C125A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DF168463-DDD9-4B3B-9F04-966349053649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280486-1619-4A35-9F61-5B5F8B81F83A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C7AAFB-3FE2-4F82-B517-E553C567B0FA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9ACCB5-DA2E-4C0D-900F-B3983FCB958D}"/>
              </a:ext>
            </a:extLst>
          </p:cNvPr>
          <p:cNvGrpSpPr/>
          <p:nvPr/>
        </p:nvGrpSpPr>
        <p:grpSpPr>
          <a:xfrm>
            <a:off x="2354933" y="2887677"/>
            <a:ext cx="431784" cy="1265858"/>
            <a:chOff x="3098796" y="3732000"/>
            <a:chExt cx="230183" cy="100363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CE1B93A-D1AE-4A66-B6A9-5F8020AC6A81}"/>
                </a:ext>
              </a:extLst>
            </p:cNvPr>
            <p:cNvGrpSpPr/>
            <p:nvPr/>
          </p:nvGrpSpPr>
          <p:grpSpPr>
            <a:xfrm rot="5400000">
              <a:off x="2943297" y="3924566"/>
              <a:ext cx="498875" cy="113743"/>
              <a:chOff x="3691527" y="2073335"/>
              <a:chExt cx="498875" cy="113743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364028D-E4C4-4D43-A44F-1112933F8CC5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CCF37D8-1744-44BB-A781-25D389FAD427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EE230F0-25B4-42A3-AEAD-1158740DBE74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7DB314E-2A84-407D-B4D2-1F68B18F79F6}"/>
                </a:ext>
              </a:extLst>
            </p:cNvPr>
            <p:cNvGrpSpPr/>
            <p:nvPr/>
          </p:nvGrpSpPr>
          <p:grpSpPr>
            <a:xfrm rot="16200000" flipV="1">
              <a:off x="2958923" y="4365583"/>
              <a:ext cx="509929" cy="230183"/>
              <a:chOff x="2915443" y="4344145"/>
              <a:chExt cx="509929" cy="230183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4852C65-38FA-4F4A-9EC9-025DAAF34089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952E265F-B7AF-46D3-8F9C-D03B4480C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CBC7C743-FE2D-4F04-853B-38C4465D7D12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9B8D32C-3828-4872-90A3-EC4B7C9949E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1F97CD35-DD5D-4D2C-AF06-A15A9B12DB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FFD6D220-1C82-4EA8-9F04-B1A3271DB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0CF29C2D-F2BA-4A9E-8209-63D4FCD06952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CD11D8-9172-4332-97FC-35D5F8BA8EAF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C7557E-50FA-4DC0-A11E-A86B1D0AD2A0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2C4167-AA75-4716-ADB2-41F84BE157A1}"/>
              </a:ext>
            </a:extLst>
          </p:cNvPr>
          <p:cNvCxnSpPr/>
          <p:nvPr/>
        </p:nvCxnSpPr>
        <p:spPr>
          <a:xfrm rot="16200000" flipH="1">
            <a:off x="1825550" y="2493290"/>
            <a:ext cx="152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B486E1FC-8AE5-472D-A206-CA7EB7AF1AD7}"/>
              </a:ext>
            </a:extLst>
          </p:cNvPr>
          <p:cNvSpPr/>
          <p:nvPr/>
        </p:nvSpPr>
        <p:spPr>
          <a:xfrm rot="16200000" flipH="1">
            <a:off x="1860155" y="2559872"/>
            <a:ext cx="73461" cy="10005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745F0E-6EA1-4837-A40F-B76D1090F8A5}"/>
              </a:ext>
            </a:extLst>
          </p:cNvPr>
          <p:cNvCxnSpPr>
            <a:cxnSpLocks/>
          </p:cNvCxnSpPr>
          <p:nvPr/>
        </p:nvCxnSpPr>
        <p:spPr>
          <a:xfrm>
            <a:off x="1898570" y="2607048"/>
            <a:ext cx="704410" cy="28062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12F4075-E9D4-40AE-A7DD-D609DCC0FA99}"/>
              </a:ext>
            </a:extLst>
          </p:cNvPr>
          <p:cNvCxnSpPr>
            <a:cxnSpLocks/>
          </p:cNvCxnSpPr>
          <p:nvPr/>
        </p:nvCxnSpPr>
        <p:spPr>
          <a:xfrm>
            <a:off x="1256069" y="4153537"/>
            <a:ext cx="48686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422D794-CDA2-45BF-8E3D-D5B9327B41F9}"/>
              </a:ext>
            </a:extLst>
          </p:cNvPr>
          <p:cNvCxnSpPr>
            <a:cxnSpLocks/>
          </p:cNvCxnSpPr>
          <p:nvPr/>
        </p:nvCxnSpPr>
        <p:spPr>
          <a:xfrm>
            <a:off x="1891222" y="2417039"/>
            <a:ext cx="9890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7B5CAB-6F61-47D7-9974-05272FFD3207}"/>
              </a:ext>
            </a:extLst>
          </p:cNvPr>
          <p:cNvGrpSpPr/>
          <p:nvPr/>
        </p:nvGrpSpPr>
        <p:grpSpPr>
          <a:xfrm>
            <a:off x="4052171" y="4159206"/>
            <a:ext cx="298486" cy="283222"/>
            <a:chOff x="4276725" y="3573463"/>
            <a:chExt cx="279400" cy="26511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592ED13-2B51-48DA-82BD-7F0CB677E93D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707B38B-280E-4799-88F7-82588992C516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AE7B67E-D09A-4766-A27A-97BD5A020CE5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DDABC80-7168-459E-92B4-17559FC99978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8A58189-8F47-4A73-8B12-B4DCF950F4D6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D942407-BB5F-43B3-A461-E80876D73D54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椭圆 47">
            <a:extLst>
              <a:ext uri="{FF2B5EF4-FFF2-40B4-BE49-F238E27FC236}">
                <a16:creationId xmlns:a16="http://schemas.microsoft.com/office/drawing/2014/main" id="{58A5B414-58FF-4576-8CAC-65A072E410FD}"/>
              </a:ext>
            </a:extLst>
          </p:cNvPr>
          <p:cNvSpPr/>
          <p:nvPr/>
        </p:nvSpPr>
        <p:spPr>
          <a:xfrm rot="16200000" flipH="1">
            <a:off x="2483046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A9B0C4A-6ABD-4E9C-8D34-9ADF8EB7370C}"/>
              </a:ext>
            </a:extLst>
          </p:cNvPr>
          <p:cNvSpPr/>
          <p:nvPr/>
        </p:nvSpPr>
        <p:spPr>
          <a:xfrm rot="16200000" flipH="1">
            <a:off x="4153440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3BB0C07-88D7-4DDF-A75A-1058A7EFA223}"/>
              </a:ext>
            </a:extLst>
          </p:cNvPr>
          <p:cNvCxnSpPr>
            <a:cxnSpLocks/>
          </p:cNvCxnSpPr>
          <p:nvPr/>
        </p:nvCxnSpPr>
        <p:spPr>
          <a:xfrm>
            <a:off x="6124731" y="2454547"/>
            <a:ext cx="0" cy="16989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A42A242-70B7-426E-9C3D-68DC0D813176}"/>
              </a:ext>
            </a:extLst>
          </p:cNvPr>
          <p:cNvCxnSpPr>
            <a:cxnSpLocks/>
          </p:cNvCxnSpPr>
          <p:nvPr/>
        </p:nvCxnSpPr>
        <p:spPr>
          <a:xfrm>
            <a:off x="5843884" y="2454547"/>
            <a:ext cx="2808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FDB4FC0-97D2-427F-865F-ADDC74EBDFF3}"/>
              </a:ext>
            </a:extLst>
          </p:cNvPr>
          <p:cNvSpPr txBox="1"/>
          <p:nvPr/>
        </p:nvSpPr>
        <p:spPr>
          <a:xfrm>
            <a:off x="3603792" y="2285505"/>
            <a:ext cx="173053" cy="276730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2D81685-ED03-4BD4-9C44-F99504CD4558}"/>
              </a:ext>
            </a:extLst>
          </p:cNvPr>
          <p:cNvSpPr txBox="1"/>
          <p:nvPr/>
        </p:nvSpPr>
        <p:spPr>
          <a:xfrm>
            <a:off x="4967100" y="2285505"/>
            <a:ext cx="217375" cy="276730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C0F010-7B2C-4403-A612-790A31D27A04}"/>
              </a:ext>
            </a:extLst>
          </p:cNvPr>
          <p:cNvSpPr txBox="1"/>
          <p:nvPr/>
        </p:nvSpPr>
        <p:spPr>
          <a:xfrm rot="5400000">
            <a:off x="3617193" y="1698782"/>
            <a:ext cx="139343" cy="140079"/>
          </a:xfrm>
          <a:custGeom>
            <a:avLst/>
            <a:gdLst/>
            <a:ahLst/>
            <a:cxnLst/>
            <a:rect l="l" t="t" r="r" b="b"/>
            <a:pathLst>
              <a:path w="75285" h="74676">
                <a:moveTo>
                  <a:pt x="32613" y="0"/>
                </a:moveTo>
                <a:lnTo>
                  <a:pt x="42672" y="0"/>
                </a:lnTo>
                <a:lnTo>
                  <a:pt x="42672" y="32156"/>
                </a:lnTo>
                <a:lnTo>
                  <a:pt x="75285" y="32156"/>
                </a:lnTo>
                <a:lnTo>
                  <a:pt x="75285" y="42367"/>
                </a:lnTo>
                <a:lnTo>
                  <a:pt x="42672" y="42367"/>
                </a:lnTo>
                <a:lnTo>
                  <a:pt x="42672" y="74676"/>
                </a:lnTo>
                <a:lnTo>
                  <a:pt x="32613" y="74676"/>
                </a:lnTo>
                <a:lnTo>
                  <a:pt x="32613" y="42367"/>
                </a:lnTo>
                <a:lnTo>
                  <a:pt x="0" y="42367"/>
                </a:lnTo>
                <a:lnTo>
                  <a:pt x="0" y="32156"/>
                </a:lnTo>
                <a:lnTo>
                  <a:pt x="32613" y="3215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BFA4866-F109-4EF7-AD20-61A9F96CEF60}"/>
              </a:ext>
            </a:extLst>
          </p:cNvPr>
          <p:cNvSpPr txBox="1"/>
          <p:nvPr/>
        </p:nvSpPr>
        <p:spPr>
          <a:xfrm flipV="1">
            <a:off x="5046276" y="1755957"/>
            <a:ext cx="113394" cy="25728"/>
          </a:xfrm>
          <a:custGeom>
            <a:avLst/>
            <a:gdLst/>
            <a:ahLst/>
            <a:cxnLst/>
            <a:rect l="l" t="t" r="r" b="b"/>
            <a:pathLst>
              <a:path w="61265" h="13716">
                <a:moveTo>
                  <a:pt x="0" y="0"/>
                </a:moveTo>
                <a:lnTo>
                  <a:pt x="61265" y="0"/>
                </a:lnTo>
                <a:lnTo>
                  <a:pt x="61265" y="13716"/>
                </a:lnTo>
                <a:lnTo>
                  <a:pt x="0" y="137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4524323-3D5D-48CF-B4F0-58A5BF9698C8}"/>
              </a:ext>
            </a:extLst>
          </p:cNvPr>
          <p:cNvSpPr txBox="1"/>
          <p:nvPr/>
        </p:nvSpPr>
        <p:spPr>
          <a:xfrm>
            <a:off x="4308514" y="1730768"/>
            <a:ext cx="290035" cy="23404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948578-B534-4E80-B788-F14873B3AC16}"/>
              </a:ext>
            </a:extLst>
          </p:cNvPr>
          <p:cNvSpPr txBox="1"/>
          <p:nvPr/>
        </p:nvSpPr>
        <p:spPr>
          <a:xfrm>
            <a:off x="1449976" y="3114865"/>
            <a:ext cx="247365" cy="254306"/>
          </a:xfrm>
          <a:custGeom>
            <a:avLst/>
            <a:gdLst/>
            <a:ahLst/>
            <a:cxnLst/>
            <a:rect l="l" t="t" r="r" b="b"/>
            <a:pathLst>
              <a:path w="226190" h="232537">
                <a:moveTo>
                  <a:pt x="211289" y="82954"/>
                </a:moveTo>
                <a:cubicBezTo>
                  <a:pt x="214359" y="82954"/>
                  <a:pt x="217065" y="83107"/>
                  <a:pt x="219409" y="83414"/>
                </a:cubicBezTo>
                <a:cubicBezTo>
                  <a:pt x="221753" y="83721"/>
                  <a:pt x="224014" y="84098"/>
                  <a:pt x="226190" y="84544"/>
                </a:cubicBezTo>
                <a:lnTo>
                  <a:pt x="222758" y="100115"/>
                </a:lnTo>
                <a:lnTo>
                  <a:pt x="214470" y="100115"/>
                </a:lnTo>
                <a:cubicBezTo>
                  <a:pt x="214079" y="96934"/>
                  <a:pt x="213131" y="94604"/>
                  <a:pt x="211624" y="93125"/>
                </a:cubicBezTo>
                <a:cubicBezTo>
                  <a:pt x="210117" y="91646"/>
                  <a:pt x="208108" y="90907"/>
                  <a:pt x="205596" y="90907"/>
                </a:cubicBezTo>
                <a:cubicBezTo>
                  <a:pt x="202694" y="90907"/>
                  <a:pt x="200252" y="91534"/>
                  <a:pt x="198271" y="92790"/>
                </a:cubicBezTo>
                <a:cubicBezTo>
                  <a:pt x="196290" y="94046"/>
                  <a:pt x="194560" y="95943"/>
                  <a:pt x="193081" y="98483"/>
                </a:cubicBezTo>
                <a:cubicBezTo>
                  <a:pt x="191602" y="101022"/>
                  <a:pt x="190332" y="103994"/>
                  <a:pt x="189272" y="107399"/>
                </a:cubicBezTo>
                <a:cubicBezTo>
                  <a:pt x="188211" y="110803"/>
                  <a:pt x="187486" y="113761"/>
                  <a:pt x="187095" y="116272"/>
                </a:cubicBezTo>
                <a:lnTo>
                  <a:pt x="210284" y="116272"/>
                </a:lnTo>
                <a:lnTo>
                  <a:pt x="208443" y="125565"/>
                </a:lnTo>
                <a:lnTo>
                  <a:pt x="185170" y="125565"/>
                </a:lnTo>
                <a:lnTo>
                  <a:pt x="170017" y="197309"/>
                </a:lnTo>
                <a:cubicBezTo>
                  <a:pt x="167394" y="209532"/>
                  <a:pt x="163138" y="218587"/>
                  <a:pt x="157250" y="224475"/>
                </a:cubicBezTo>
                <a:lnTo>
                  <a:pt x="135739" y="232537"/>
                </a:lnTo>
                <a:lnTo>
                  <a:pt x="128133" y="232537"/>
                </a:lnTo>
                <a:lnTo>
                  <a:pt x="128996" y="228493"/>
                </a:lnTo>
                <a:cubicBezTo>
                  <a:pt x="129275" y="227014"/>
                  <a:pt x="129610" y="225577"/>
                  <a:pt x="130001" y="224182"/>
                </a:cubicBezTo>
                <a:cubicBezTo>
                  <a:pt x="130336" y="224294"/>
                  <a:pt x="130810" y="224350"/>
                  <a:pt x="131424" y="224350"/>
                </a:cubicBezTo>
                <a:cubicBezTo>
                  <a:pt x="132038" y="224350"/>
                  <a:pt x="132903" y="224350"/>
                  <a:pt x="134019" y="224350"/>
                </a:cubicBezTo>
                <a:cubicBezTo>
                  <a:pt x="136196" y="224350"/>
                  <a:pt x="138191" y="224001"/>
                  <a:pt x="140005" y="223303"/>
                </a:cubicBezTo>
                <a:cubicBezTo>
                  <a:pt x="141819" y="222605"/>
                  <a:pt x="143479" y="221350"/>
                  <a:pt x="144986" y="219536"/>
                </a:cubicBezTo>
                <a:cubicBezTo>
                  <a:pt x="146493" y="217722"/>
                  <a:pt x="147874" y="215238"/>
                  <a:pt x="149130" y="212085"/>
                </a:cubicBezTo>
                <a:cubicBezTo>
                  <a:pt x="150386" y="208932"/>
                  <a:pt x="151572" y="204872"/>
                  <a:pt x="152688" y="199905"/>
                </a:cubicBezTo>
                <a:lnTo>
                  <a:pt x="169431" y="125565"/>
                </a:lnTo>
                <a:lnTo>
                  <a:pt x="155032" y="125565"/>
                </a:lnTo>
                <a:lnTo>
                  <a:pt x="156539" y="119119"/>
                </a:lnTo>
                <a:cubicBezTo>
                  <a:pt x="159608" y="118951"/>
                  <a:pt x="162050" y="118756"/>
                  <a:pt x="163864" y="118533"/>
                </a:cubicBezTo>
                <a:cubicBezTo>
                  <a:pt x="165678" y="118310"/>
                  <a:pt x="167213" y="117821"/>
                  <a:pt x="168468" y="117068"/>
                </a:cubicBezTo>
                <a:cubicBezTo>
                  <a:pt x="169724" y="116314"/>
                  <a:pt x="170659" y="115045"/>
                  <a:pt x="171273" y="113259"/>
                </a:cubicBezTo>
                <a:cubicBezTo>
                  <a:pt x="174510" y="103045"/>
                  <a:pt x="179379" y="95441"/>
                  <a:pt x="185881" y="90446"/>
                </a:cubicBezTo>
                <a:cubicBezTo>
                  <a:pt x="192383" y="85451"/>
                  <a:pt x="200852" y="82954"/>
                  <a:pt x="211289" y="82954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6177269-82FF-4FB4-B901-3F12E8D25434}"/>
              </a:ext>
            </a:extLst>
          </p:cNvPr>
          <p:cNvSpPr txBox="1"/>
          <p:nvPr/>
        </p:nvSpPr>
        <p:spPr>
          <a:xfrm>
            <a:off x="2093743" y="3124984"/>
            <a:ext cx="261903" cy="218710"/>
          </a:xfrm>
          <a:custGeom>
            <a:avLst/>
            <a:gdLst/>
            <a:ahLst/>
            <a:cxnLst/>
            <a:rect l="l" t="t" r="r" b="b"/>
            <a:pathLst>
              <a:path w="239483" h="199988">
                <a:moveTo>
                  <a:pt x="198043" y="100283"/>
                </a:moveTo>
                <a:cubicBezTo>
                  <a:pt x="196704" y="100283"/>
                  <a:pt x="195169" y="100311"/>
                  <a:pt x="193439" y="100366"/>
                </a:cubicBezTo>
                <a:cubicBezTo>
                  <a:pt x="191709" y="100422"/>
                  <a:pt x="190034" y="100450"/>
                  <a:pt x="188416" y="100450"/>
                </a:cubicBezTo>
                <a:lnTo>
                  <a:pt x="178454" y="144234"/>
                </a:lnTo>
                <a:lnTo>
                  <a:pt x="188416" y="144234"/>
                </a:lnTo>
                <a:cubicBezTo>
                  <a:pt x="199466" y="144234"/>
                  <a:pt x="207950" y="141987"/>
                  <a:pt x="213866" y="137494"/>
                </a:cubicBezTo>
                <a:cubicBezTo>
                  <a:pt x="219781" y="133002"/>
                  <a:pt x="222739" y="126179"/>
                  <a:pt x="222739" y="117026"/>
                </a:cubicBezTo>
                <a:cubicBezTo>
                  <a:pt x="222739" y="113956"/>
                  <a:pt x="222279" y="111347"/>
                  <a:pt x="221358" y="109198"/>
                </a:cubicBezTo>
                <a:cubicBezTo>
                  <a:pt x="220437" y="107050"/>
                  <a:pt x="218972" y="105320"/>
                  <a:pt x="216963" y="104008"/>
                </a:cubicBezTo>
                <a:cubicBezTo>
                  <a:pt x="214954" y="102697"/>
                  <a:pt x="212401" y="101748"/>
                  <a:pt x="209303" y="101162"/>
                </a:cubicBezTo>
                <a:cubicBezTo>
                  <a:pt x="206206" y="100576"/>
                  <a:pt x="202452" y="100283"/>
                  <a:pt x="198043" y="100283"/>
                </a:cubicBezTo>
                <a:close/>
                <a:moveTo>
                  <a:pt x="162715" y="91409"/>
                </a:moveTo>
                <a:lnTo>
                  <a:pt x="201141" y="91409"/>
                </a:lnTo>
                <a:cubicBezTo>
                  <a:pt x="208508" y="91409"/>
                  <a:pt x="214647" y="92051"/>
                  <a:pt x="219558" y="93334"/>
                </a:cubicBezTo>
                <a:cubicBezTo>
                  <a:pt x="224470" y="94618"/>
                  <a:pt x="228404" y="96390"/>
                  <a:pt x="231362" y="98650"/>
                </a:cubicBezTo>
                <a:cubicBezTo>
                  <a:pt x="234320" y="100911"/>
                  <a:pt x="236413" y="103576"/>
                  <a:pt x="237641" y="106645"/>
                </a:cubicBezTo>
                <a:cubicBezTo>
                  <a:pt x="238869" y="109715"/>
                  <a:pt x="239483" y="113035"/>
                  <a:pt x="239483" y="116607"/>
                </a:cubicBezTo>
                <a:cubicBezTo>
                  <a:pt x="239483" y="124867"/>
                  <a:pt x="236957" y="131760"/>
                  <a:pt x="231906" y="137285"/>
                </a:cubicBezTo>
                <a:cubicBezTo>
                  <a:pt x="226855" y="142810"/>
                  <a:pt x="219195" y="147024"/>
                  <a:pt x="208926" y="149926"/>
                </a:cubicBezTo>
                <a:cubicBezTo>
                  <a:pt x="208815" y="150149"/>
                  <a:pt x="208759" y="150345"/>
                  <a:pt x="208759" y="150512"/>
                </a:cubicBezTo>
                <a:cubicBezTo>
                  <a:pt x="208759" y="150680"/>
                  <a:pt x="208759" y="150875"/>
                  <a:pt x="208759" y="151098"/>
                </a:cubicBezTo>
                <a:cubicBezTo>
                  <a:pt x="211382" y="152884"/>
                  <a:pt x="213489" y="155117"/>
                  <a:pt x="215079" y="157795"/>
                </a:cubicBezTo>
                <a:cubicBezTo>
                  <a:pt x="216670" y="160474"/>
                  <a:pt x="218051" y="164018"/>
                  <a:pt x="219223" y="168427"/>
                </a:cubicBezTo>
                <a:cubicBezTo>
                  <a:pt x="220563" y="173674"/>
                  <a:pt x="221665" y="177915"/>
                  <a:pt x="222530" y="181152"/>
                </a:cubicBezTo>
                <a:cubicBezTo>
                  <a:pt x="223395" y="184389"/>
                  <a:pt x="224400" y="186943"/>
                  <a:pt x="225544" y="188812"/>
                </a:cubicBezTo>
                <a:cubicBezTo>
                  <a:pt x="226688" y="190682"/>
                  <a:pt x="228139" y="192049"/>
                  <a:pt x="229897" y="192914"/>
                </a:cubicBezTo>
                <a:cubicBezTo>
                  <a:pt x="231655" y="193779"/>
                  <a:pt x="234041" y="194435"/>
                  <a:pt x="237055" y="194882"/>
                </a:cubicBezTo>
                <a:lnTo>
                  <a:pt x="235883" y="199988"/>
                </a:lnTo>
                <a:lnTo>
                  <a:pt x="211522" y="199988"/>
                </a:lnTo>
                <a:cubicBezTo>
                  <a:pt x="210517" y="197812"/>
                  <a:pt x="209540" y="195147"/>
                  <a:pt x="208591" y="191993"/>
                </a:cubicBezTo>
                <a:cubicBezTo>
                  <a:pt x="207643" y="188840"/>
                  <a:pt x="206806" y="185757"/>
                  <a:pt x="206080" y="182743"/>
                </a:cubicBezTo>
                <a:cubicBezTo>
                  <a:pt x="204964" y="178334"/>
                  <a:pt x="204029" y="174525"/>
                  <a:pt x="203275" y="171316"/>
                </a:cubicBezTo>
                <a:cubicBezTo>
                  <a:pt x="202522" y="168106"/>
                  <a:pt x="201783" y="165400"/>
                  <a:pt x="201057" y="163195"/>
                </a:cubicBezTo>
                <a:cubicBezTo>
                  <a:pt x="200331" y="160991"/>
                  <a:pt x="199578" y="159233"/>
                  <a:pt x="198797" y="157921"/>
                </a:cubicBezTo>
                <a:cubicBezTo>
                  <a:pt x="198015" y="156609"/>
                  <a:pt x="197094" y="155563"/>
                  <a:pt x="196034" y="154782"/>
                </a:cubicBezTo>
                <a:cubicBezTo>
                  <a:pt x="194974" y="154000"/>
                  <a:pt x="193690" y="153484"/>
                  <a:pt x="192183" y="153233"/>
                </a:cubicBezTo>
                <a:cubicBezTo>
                  <a:pt x="190676" y="152982"/>
                  <a:pt x="188835" y="152800"/>
                  <a:pt x="186658" y="152689"/>
                </a:cubicBezTo>
                <a:lnTo>
                  <a:pt x="176696" y="152689"/>
                </a:lnTo>
                <a:cubicBezTo>
                  <a:pt x="176026" y="155647"/>
                  <a:pt x="175300" y="158828"/>
                  <a:pt x="174519" y="162232"/>
                </a:cubicBezTo>
                <a:cubicBezTo>
                  <a:pt x="173738" y="165637"/>
                  <a:pt x="172970" y="168958"/>
                  <a:pt x="172217" y="172195"/>
                </a:cubicBezTo>
                <a:cubicBezTo>
                  <a:pt x="171463" y="175432"/>
                  <a:pt x="170836" y="178459"/>
                  <a:pt x="170333" y="181278"/>
                </a:cubicBezTo>
                <a:cubicBezTo>
                  <a:pt x="169831" y="184096"/>
                  <a:pt x="169580" y="186370"/>
                  <a:pt x="169580" y="188101"/>
                </a:cubicBezTo>
                <a:cubicBezTo>
                  <a:pt x="169580" y="189273"/>
                  <a:pt x="169719" y="190263"/>
                  <a:pt x="169998" y="191073"/>
                </a:cubicBezTo>
                <a:cubicBezTo>
                  <a:pt x="170278" y="191882"/>
                  <a:pt x="170766" y="192538"/>
                  <a:pt x="171463" y="193040"/>
                </a:cubicBezTo>
                <a:cubicBezTo>
                  <a:pt x="172161" y="193542"/>
                  <a:pt x="173110" y="193933"/>
                  <a:pt x="174310" y="194212"/>
                </a:cubicBezTo>
                <a:cubicBezTo>
                  <a:pt x="175510" y="194491"/>
                  <a:pt x="177031" y="194714"/>
                  <a:pt x="178872" y="194882"/>
                </a:cubicBezTo>
                <a:lnTo>
                  <a:pt x="177784" y="199988"/>
                </a:lnTo>
                <a:lnTo>
                  <a:pt x="142037" y="199988"/>
                </a:lnTo>
                <a:lnTo>
                  <a:pt x="142958" y="194882"/>
                </a:lnTo>
                <a:cubicBezTo>
                  <a:pt x="144688" y="194603"/>
                  <a:pt x="146098" y="194254"/>
                  <a:pt x="147186" y="193835"/>
                </a:cubicBezTo>
                <a:cubicBezTo>
                  <a:pt x="148274" y="193417"/>
                  <a:pt x="149251" y="192607"/>
                  <a:pt x="150116" y="191407"/>
                </a:cubicBezTo>
                <a:cubicBezTo>
                  <a:pt x="150981" y="190207"/>
                  <a:pt x="151776" y="188408"/>
                  <a:pt x="152502" y="186008"/>
                </a:cubicBezTo>
                <a:cubicBezTo>
                  <a:pt x="153227" y="183608"/>
                  <a:pt x="154065" y="180259"/>
                  <a:pt x="155013" y="175962"/>
                </a:cubicBezTo>
                <a:lnTo>
                  <a:pt x="168743" y="114933"/>
                </a:lnTo>
                <a:cubicBezTo>
                  <a:pt x="169301" y="112477"/>
                  <a:pt x="169719" y="110301"/>
                  <a:pt x="169998" y="108403"/>
                </a:cubicBezTo>
                <a:cubicBezTo>
                  <a:pt x="170278" y="106506"/>
                  <a:pt x="170417" y="104943"/>
                  <a:pt x="170417" y="103715"/>
                </a:cubicBezTo>
                <a:cubicBezTo>
                  <a:pt x="170417" y="101204"/>
                  <a:pt x="169789" y="99418"/>
                  <a:pt x="168533" y="98357"/>
                </a:cubicBezTo>
                <a:cubicBezTo>
                  <a:pt x="167278" y="97297"/>
                  <a:pt x="164920" y="96739"/>
                  <a:pt x="161459" y="96683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1973FF3-D477-4AD6-A149-10EB171B71D0}"/>
              </a:ext>
            </a:extLst>
          </p:cNvPr>
          <p:cNvSpPr txBox="1"/>
          <p:nvPr/>
        </p:nvSpPr>
        <p:spPr>
          <a:xfrm>
            <a:off x="730186" y="3727020"/>
            <a:ext cx="228394" cy="218710"/>
          </a:xfrm>
          <a:custGeom>
            <a:avLst/>
            <a:gdLst/>
            <a:ahLst/>
            <a:cxnLst/>
            <a:rect l="l" t="t" r="r" b="b"/>
            <a:pathLst>
              <a:path w="208843" h="199988">
                <a:moveTo>
                  <a:pt x="129899" y="91409"/>
                </a:moveTo>
                <a:lnTo>
                  <a:pt x="208843" y="91409"/>
                </a:lnTo>
                <a:lnTo>
                  <a:pt x="202899" y="117528"/>
                </a:lnTo>
                <a:lnTo>
                  <a:pt x="193942" y="117528"/>
                </a:lnTo>
                <a:cubicBezTo>
                  <a:pt x="193663" y="114459"/>
                  <a:pt x="193384" y="111835"/>
                  <a:pt x="193105" y="109659"/>
                </a:cubicBezTo>
                <a:cubicBezTo>
                  <a:pt x="192826" y="107482"/>
                  <a:pt x="192323" y="105696"/>
                  <a:pt x="191598" y="104301"/>
                </a:cubicBezTo>
                <a:cubicBezTo>
                  <a:pt x="190872" y="102906"/>
                  <a:pt x="189840" y="101901"/>
                  <a:pt x="188500" y="101287"/>
                </a:cubicBezTo>
                <a:cubicBezTo>
                  <a:pt x="187161" y="100673"/>
                  <a:pt x="185319" y="100339"/>
                  <a:pt x="182975" y="100283"/>
                </a:cubicBezTo>
                <a:lnTo>
                  <a:pt x="155600" y="100283"/>
                </a:lnTo>
                <a:lnTo>
                  <a:pt x="146391" y="141052"/>
                </a:lnTo>
                <a:lnTo>
                  <a:pt x="162883" y="141052"/>
                </a:lnTo>
                <a:cubicBezTo>
                  <a:pt x="164837" y="141052"/>
                  <a:pt x="166455" y="140927"/>
                  <a:pt x="167739" y="140676"/>
                </a:cubicBezTo>
                <a:cubicBezTo>
                  <a:pt x="169022" y="140424"/>
                  <a:pt x="170194" y="139838"/>
                  <a:pt x="171255" y="138918"/>
                </a:cubicBezTo>
                <a:cubicBezTo>
                  <a:pt x="172315" y="137997"/>
                  <a:pt x="173362" y="136685"/>
                  <a:pt x="174394" y="134983"/>
                </a:cubicBezTo>
                <a:cubicBezTo>
                  <a:pt x="175427" y="133281"/>
                  <a:pt x="176696" y="131006"/>
                  <a:pt x="178203" y="128160"/>
                </a:cubicBezTo>
                <a:lnTo>
                  <a:pt x="186575" y="128160"/>
                </a:lnTo>
                <a:lnTo>
                  <a:pt x="178538" y="162902"/>
                </a:lnTo>
                <a:lnTo>
                  <a:pt x="170418" y="162902"/>
                </a:lnTo>
                <a:cubicBezTo>
                  <a:pt x="170418" y="159888"/>
                  <a:pt x="170334" y="157502"/>
                  <a:pt x="170166" y="155744"/>
                </a:cubicBezTo>
                <a:cubicBezTo>
                  <a:pt x="169999" y="153986"/>
                  <a:pt x="169636" y="152661"/>
                  <a:pt x="169078" y="151768"/>
                </a:cubicBezTo>
                <a:cubicBezTo>
                  <a:pt x="168520" y="150875"/>
                  <a:pt x="167683" y="150317"/>
                  <a:pt x="166567" y="150094"/>
                </a:cubicBezTo>
                <a:cubicBezTo>
                  <a:pt x="165451" y="149870"/>
                  <a:pt x="163944" y="149759"/>
                  <a:pt x="162046" y="149759"/>
                </a:cubicBezTo>
                <a:lnTo>
                  <a:pt x="144466" y="149759"/>
                </a:lnTo>
                <a:cubicBezTo>
                  <a:pt x="143740" y="152996"/>
                  <a:pt x="142931" y="156526"/>
                  <a:pt x="142038" y="160349"/>
                </a:cubicBezTo>
                <a:cubicBezTo>
                  <a:pt x="141145" y="164172"/>
                  <a:pt x="140308" y="167897"/>
                  <a:pt x="139527" y="171525"/>
                </a:cubicBezTo>
                <a:cubicBezTo>
                  <a:pt x="138745" y="175153"/>
                  <a:pt x="138089" y="178459"/>
                  <a:pt x="137559" y="181445"/>
                </a:cubicBezTo>
                <a:cubicBezTo>
                  <a:pt x="137029" y="184431"/>
                  <a:pt x="136764" y="186650"/>
                  <a:pt x="136764" y="188101"/>
                </a:cubicBezTo>
                <a:cubicBezTo>
                  <a:pt x="136764" y="189217"/>
                  <a:pt x="136917" y="190180"/>
                  <a:pt x="137224" y="190989"/>
                </a:cubicBezTo>
                <a:cubicBezTo>
                  <a:pt x="137531" y="191798"/>
                  <a:pt x="138034" y="192482"/>
                  <a:pt x="138731" y="193040"/>
                </a:cubicBezTo>
                <a:cubicBezTo>
                  <a:pt x="139429" y="193598"/>
                  <a:pt x="140419" y="194017"/>
                  <a:pt x="141703" y="194296"/>
                </a:cubicBezTo>
                <a:cubicBezTo>
                  <a:pt x="142987" y="194575"/>
                  <a:pt x="144633" y="194770"/>
                  <a:pt x="146642" y="194882"/>
                </a:cubicBezTo>
                <a:lnTo>
                  <a:pt x="145470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96" y="194254"/>
                  <a:pt x="114412" y="193835"/>
                </a:cubicBezTo>
                <a:cubicBezTo>
                  <a:pt x="115528" y="193417"/>
                  <a:pt x="116519" y="192607"/>
                  <a:pt x="117384" y="191407"/>
                </a:cubicBezTo>
                <a:cubicBezTo>
                  <a:pt x="118249" y="190207"/>
                  <a:pt x="119030" y="188408"/>
                  <a:pt x="119728" y="186008"/>
                </a:cubicBezTo>
                <a:cubicBezTo>
                  <a:pt x="120425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3" y="110301"/>
                  <a:pt x="137182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7" y="98357"/>
                </a:cubicBezTo>
                <a:cubicBezTo>
                  <a:pt x="134462" y="97297"/>
                  <a:pt x="132104" y="96739"/>
                  <a:pt x="128643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8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6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5" y="0"/>
                </a:lnTo>
                <a:lnTo>
                  <a:pt x="130708" y="0"/>
                </a:lnTo>
                <a:lnTo>
                  <a:pt x="129481" y="5470"/>
                </a:lnTo>
                <a:cubicBezTo>
                  <a:pt x="127471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62A02D-D111-4AFD-A3B8-650F7049F9D5}"/>
              </a:ext>
            </a:extLst>
          </p:cNvPr>
          <p:cNvSpPr txBox="1"/>
          <p:nvPr/>
        </p:nvSpPr>
        <p:spPr>
          <a:xfrm>
            <a:off x="2860675" y="3709717"/>
            <a:ext cx="226015" cy="218710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F2DAB53-35B8-4F7F-BFAA-AC01ECA7CF86}"/>
              </a:ext>
            </a:extLst>
          </p:cNvPr>
          <p:cNvCxnSpPr>
            <a:cxnSpLocks/>
          </p:cNvCxnSpPr>
          <p:nvPr/>
        </p:nvCxnSpPr>
        <p:spPr>
          <a:xfrm flipH="1">
            <a:off x="2156098" y="2285505"/>
            <a:ext cx="41527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7F1253C7-A4E3-4B29-A446-92F793958A8B}"/>
              </a:ext>
            </a:extLst>
          </p:cNvPr>
          <p:cNvSpPr txBox="1"/>
          <p:nvPr/>
        </p:nvSpPr>
        <p:spPr>
          <a:xfrm>
            <a:off x="685284" y="3125363"/>
            <a:ext cx="191365" cy="218710"/>
          </a:xfrm>
          <a:custGeom>
            <a:avLst/>
            <a:gdLst/>
            <a:ahLst/>
            <a:cxnLst/>
            <a:rect l="l" t="t" r="r" b="b"/>
            <a:pathLst>
              <a:path w="174984" h="199988">
                <a:moveTo>
                  <a:pt x="96040" y="91409"/>
                </a:moveTo>
                <a:lnTo>
                  <a:pt x="174984" y="91409"/>
                </a:lnTo>
                <a:lnTo>
                  <a:pt x="169040" y="117528"/>
                </a:lnTo>
                <a:lnTo>
                  <a:pt x="160083" y="117528"/>
                </a:lnTo>
                <a:cubicBezTo>
                  <a:pt x="159804" y="114459"/>
                  <a:pt x="159525" y="111835"/>
                  <a:pt x="159246" y="109659"/>
                </a:cubicBezTo>
                <a:cubicBezTo>
                  <a:pt x="158967" y="107482"/>
                  <a:pt x="158464" y="105696"/>
                  <a:pt x="157739" y="104301"/>
                </a:cubicBezTo>
                <a:cubicBezTo>
                  <a:pt x="157013" y="102906"/>
                  <a:pt x="155981" y="101901"/>
                  <a:pt x="154641" y="101287"/>
                </a:cubicBezTo>
                <a:cubicBezTo>
                  <a:pt x="153302" y="100673"/>
                  <a:pt x="151460" y="100339"/>
                  <a:pt x="149116" y="100283"/>
                </a:cubicBezTo>
                <a:lnTo>
                  <a:pt x="121741" y="100283"/>
                </a:lnTo>
                <a:lnTo>
                  <a:pt x="112532" y="141052"/>
                </a:lnTo>
                <a:lnTo>
                  <a:pt x="129024" y="141052"/>
                </a:lnTo>
                <a:cubicBezTo>
                  <a:pt x="130978" y="141052"/>
                  <a:pt x="132596" y="140927"/>
                  <a:pt x="133880" y="140676"/>
                </a:cubicBezTo>
                <a:cubicBezTo>
                  <a:pt x="135163" y="140424"/>
                  <a:pt x="136335" y="139838"/>
                  <a:pt x="137396" y="138918"/>
                </a:cubicBezTo>
                <a:cubicBezTo>
                  <a:pt x="138456" y="137997"/>
                  <a:pt x="139503" y="136685"/>
                  <a:pt x="140535" y="134983"/>
                </a:cubicBezTo>
                <a:cubicBezTo>
                  <a:pt x="141568" y="133281"/>
                  <a:pt x="142837" y="131006"/>
                  <a:pt x="144344" y="128160"/>
                </a:cubicBezTo>
                <a:lnTo>
                  <a:pt x="152716" y="128160"/>
                </a:lnTo>
                <a:lnTo>
                  <a:pt x="144679" y="162902"/>
                </a:lnTo>
                <a:lnTo>
                  <a:pt x="136559" y="162902"/>
                </a:lnTo>
                <a:cubicBezTo>
                  <a:pt x="136559" y="159888"/>
                  <a:pt x="136475" y="157502"/>
                  <a:pt x="136307" y="155744"/>
                </a:cubicBezTo>
                <a:cubicBezTo>
                  <a:pt x="136140" y="153986"/>
                  <a:pt x="135777" y="152661"/>
                  <a:pt x="135219" y="151768"/>
                </a:cubicBezTo>
                <a:cubicBezTo>
                  <a:pt x="134661" y="150875"/>
                  <a:pt x="133824" y="150317"/>
                  <a:pt x="132708" y="150094"/>
                </a:cubicBezTo>
                <a:cubicBezTo>
                  <a:pt x="131592" y="149870"/>
                  <a:pt x="130085" y="149759"/>
                  <a:pt x="128187" y="149759"/>
                </a:cubicBezTo>
                <a:lnTo>
                  <a:pt x="110607" y="149759"/>
                </a:lnTo>
                <a:cubicBezTo>
                  <a:pt x="109881" y="152996"/>
                  <a:pt x="109072" y="156526"/>
                  <a:pt x="108179" y="160349"/>
                </a:cubicBezTo>
                <a:cubicBezTo>
                  <a:pt x="107286" y="164172"/>
                  <a:pt x="106449" y="167897"/>
                  <a:pt x="105668" y="171525"/>
                </a:cubicBezTo>
                <a:cubicBezTo>
                  <a:pt x="104886" y="175153"/>
                  <a:pt x="104230" y="178459"/>
                  <a:pt x="103700" y="181445"/>
                </a:cubicBezTo>
                <a:cubicBezTo>
                  <a:pt x="103170" y="184431"/>
                  <a:pt x="102905" y="186650"/>
                  <a:pt x="102905" y="188101"/>
                </a:cubicBezTo>
                <a:cubicBezTo>
                  <a:pt x="102905" y="189217"/>
                  <a:pt x="103058" y="190180"/>
                  <a:pt x="103365" y="190989"/>
                </a:cubicBezTo>
                <a:cubicBezTo>
                  <a:pt x="103672" y="191798"/>
                  <a:pt x="104175" y="192482"/>
                  <a:pt x="104872" y="193040"/>
                </a:cubicBezTo>
                <a:cubicBezTo>
                  <a:pt x="105570" y="193598"/>
                  <a:pt x="106560" y="194017"/>
                  <a:pt x="107844" y="194296"/>
                </a:cubicBezTo>
                <a:cubicBezTo>
                  <a:pt x="109128" y="194575"/>
                  <a:pt x="110774" y="194770"/>
                  <a:pt x="112783" y="194882"/>
                </a:cubicBezTo>
                <a:lnTo>
                  <a:pt x="111611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37" y="194254"/>
                  <a:pt x="80553" y="193835"/>
                </a:cubicBezTo>
                <a:cubicBezTo>
                  <a:pt x="81669" y="193417"/>
                  <a:pt x="82660" y="192607"/>
                  <a:pt x="83525" y="191407"/>
                </a:cubicBezTo>
                <a:cubicBezTo>
                  <a:pt x="84390" y="190207"/>
                  <a:pt x="85171" y="188408"/>
                  <a:pt x="85869" y="186008"/>
                </a:cubicBezTo>
                <a:cubicBezTo>
                  <a:pt x="86566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4" y="110301"/>
                  <a:pt x="103323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8" y="98357"/>
                </a:cubicBezTo>
                <a:cubicBezTo>
                  <a:pt x="100603" y="97297"/>
                  <a:pt x="98245" y="96739"/>
                  <a:pt x="94784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7"/>
                  <a:pt x="57931" y="26120"/>
                  <a:pt x="56368" y="33264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3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8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23FAE25-2C39-4909-8E13-3998F92FB683}"/>
              </a:ext>
            </a:extLst>
          </p:cNvPr>
          <p:cNvSpPr txBox="1"/>
          <p:nvPr/>
        </p:nvSpPr>
        <p:spPr>
          <a:xfrm>
            <a:off x="3032319" y="3091686"/>
            <a:ext cx="188986" cy="218710"/>
          </a:xfrm>
          <a:custGeom>
            <a:avLst/>
            <a:gdLst/>
            <a:ahLst/>
            <a:cxnLst/>
            <a:rect l="l" t="t" r="r" b="b"/>
            <a:pathLst>
              <a:path w="172808" h="199988">
                <a:moveTo>
                  <a:pt x="131368" y="100283"/>
                </a:moveTo>
                <a:cubicBezTo>
                  <a:pt x="130029" y="100283"/>
                  <a:pt x="128494" y="100311"/>
                  <a:pt x="126764" y="100366"/>
                </a:cubicBezTo>
                <a:cubicBezTo>
                  <a:pt x="125034" y="100422"/>
                  <a:pt x="123360" y="100450"/>
                  <a:pt x="121741" y="100450"/>
                </a:cubicBezTo>
                <a:lnTo>
                  <a:pt x="111779" y="144234"/>
                </a:lnTo>
                <a:lnTo>
                  <a:pt x="121741" y="144234"/>
                </a:lnTo>
                <a:cubicBezTo>
                  <a:pt x="132792" y="144234"/>
                  <a:pt x="141275" y="141987"/>
                  <a:pt x="147191" y="137494"/>
                </a:cubicBezTo>
                <a:cubicBezTo>
                  <a:pt x="153107" y="133002"/>
                  <a:pt x="156065" y="126179"/>
                  <a:pt x="156065" y="117026"/>
                </a:cubicBezTo>
                <a:cubicBezTo>
                  <a:pt x="156065" y="113956"/>
                  <a:pt x="155604" y="111347"/>
                  <a:pt x="154683" y="109198"/>
                </a:cubicBezTo>
                <a:cubicBezTo>
                  <a:pt x="153762" y="107050"/>
                  <a:pt x="152297" y="105320"/>
                  <a:pt x="150288" y="104008"/>
                </a:cubicBezTo>
                <a:cubicBezTo>
                  <a:pt x="148279" y="102697"/>
                  <a:pt x="145726" y="101748"/>
                  <a:pt x="142628" y="101162"/>
                </a:cubicBezTo>
                <a:cubicBezTo>
                  <a:pt x="139531" y="100576"/>
                  <a:pt x="135777" y="100283"/>
                  <a:pt x="131368" y="100283"/>
                </a:cubicBezTo>
                <a:close/>
                <a:moveTo>
                  <a:pt x="96040" y="91409"/>
                </a:moveTo>
                <a:lnTo>
                  <a:pt x="134466" y="91409"/>
                </a:lnTo>
                <a:cubicBezTo>
                  <a:pt x="141833" y="91409"/>
                  <a:pt x="147972" y="92051"/>
                  <a:pt x="152883" y="93334"/>
                </a:cubicBezTo>
                <a:cubicBezTo>
                  <a:pt x="157795" y="94618"/>
                  <a:pt x="161729" y="96390"/>
                  <a:pt x="164687" y="98650"/>
                </a:cubicBezTo>
                <a:cubicBezTo>
                  <a:pt x="167645" y="100911"/>
                  <a:pt x="169738" y="103576"/>
                  <a:pt x="170966" y="106645"/>
                </a:cubicBezTo>
                <a:cubicBezTo>
                  <a:pt x="172194" y="109715"/>
                  <a:pt x="172808" y="113035"/>
                  <a:pt x="172808" y="116607"/>
                </a:cubicBezTo>
                <a:cubicBezTo>
                  <a:pt x="172808" y="124867"/>
                  <a:pt x="170282" y="131760"/>
                  <a:pt x="165231" y="137285"/>
                </a:cubicBezTo>
                <a:cubicBezTo>
                  <a:pt x="160181" y="142810"/>
                  <a:pt x="152521" y="147024"/>
                  <a:pt x="142251" y="149926"/>
                </a:cubicBezTo>
                <a:cubicBezTo>
                  <a:pt x="142140" y="150149"/>
                  <a:pt x="142084" y="150345"/>
                  <a:pt x="142084" y="150512"/>
                </a:cubicBezTo>
                <a:cubicBezTo>
                  <a:pt x="142084" y="150680"/>
                  <a:pt x="142084" y="150875"/>
                  <a:pt x="142084" y="151098"/>
                </a:cubicBezTo>
                <a:cubicBezTo>
                  <a:pt x="144707" y="152884"/>
                  <a:pt x="146814" y="155117"/>
                  <a:pt x="148405" y="157795"/>
                </a:cubicBezTo>
                <a:cubicBezTo>
                  <a:pt x="149995" y="160474"/>
                  <a:pt x="151376" y="164018"/>
                  <a:pt x="152548" y="168427"/>
                </a:cubicBezTo>
                <a:cubicBezTo>
                  <a:pt x="153888" y="173674"/>
                  <a:pt x="154990" y="177915"/>
                  <a:pt x="155855" y="181152"/>
                </a:cubicBezTo>
                <a:cubicBezTo>
                  <a:pt x="156720" y="184389"/>
                  <a:pt x="157725" y="186943"/>
                  <a:pt x="158869" y="188812"/>
                </a:cubicBezTo>
                <a:cubicBezTo>
                  <a:pt x="160013" y="190682"/>
                  <a:pt x="161464" y="192049"/>
                  <a:pt x="163222" y="192914"/>
                </a:cubicBezTo>
                <a:cubicBezTo>
                  <a:pt x="164980" y="193779"/>
                  <a:pt x="167366" y="194435"/>
                  <a:pt x="170380" y="194882"/>
                </a:cubicBezTo>
                <a:lnTo>
                  <a:pt x="169208" y="199988"/>
                </a:lnTo>
                <a:lnTo>
                  <a:pt x="144847" y="199988"/>
                </a:lnTo>
                <a:cubicBezTo>
                  <a:pt x="143842" y="197812"/>
                  <a:pt x="142865" y="195147"/>
                  <a:pt x="141917" y="191993"/>
                </a:cubicBezTo>
                <a:cubicBezTo>
                  <a:pt x="140968" y="188840"/>
                  <a:pt x="140131" y="185757"/>
                  <a:pt x="139405" y="182743"/>
                </a:cubicBezTo>
                <a:cubicBezTo>
                  <a:pt x="138289" y="178334"/>
                  <a:pt x="137354" y="174525"/>
                  <a:pt x="136601" y="171316"/>
                </a:cubicBezTo>
                <a:cubicBezTo>
                  <a:pt x="135847" y="168106"/>
                  <a:pt x="135108" y="165400"/>
                  <a:pt x="134382" y="163195"/>
                </a:cubicBezTo>
                <a:cubicBezTo>
                  <a:pt x="133657" y="160991"/>
                  <a:pt x="132903" y="159233"/>
                  <a:pt x="132122" y="157921"/>
                </a:cubicBezTo>
                <a:cubicBezTo>
                  <a:pt x="131340" y="156609"/>
                  <a:pt x="130420" y="155563"/>
                  <a:pt x="129359" y="154782"/>
                </a:cubicBezTo>
                <a:cubicBezTo>
                  <a:pt x="128299" y="154000"/>
                  <a:pt x="127015" y="153484"/>
                  <a:pt x="125508" y="153233"/>
                </a:cubicBezTo>
                <a:cubicBezTo>
                  <a:pt x="124001" y="152982"/>
                  <a:pt x="122160" y="152800"/>
                  <a:pt x="119983" y="152689"/>
                </a:cubicBezTo>
                <a:lnTo>
                  <a:pt x="110021" y="152689"/>
                </a:lnTo>
                <a:cubicBezTo>
                  <a:pt x="109351" y="155647"/>
                  <a:pt x="108626" y="158828"/>
                  <a:pt x="107844" y="162232"/>
                </a:cubicBezTo>
                <a:cubicBezTo>
                  <a:pt x="107063" y="165637"/>
                  <a:pt x="106295" y="168958"/>
                  <a:pt x="105542" y="172195"/>
                </a:cubicBezTo>
                <a:cubicBezTo>
                  <a:pt x="104789" y="175432"/>
                  <a:pt x="104161" y="178459"/>
                  <a:pt x="103658" y="181278"/>
                </a:cubicBezTo>
                <a:cubicBezTo>
                  <a:pt x="103156" y="184096"/>
                  <a:pt x="102905" y="186370"/>
                  <a:pt x="102905" y="188101"/>
                </a:cubicBezTo>
                <a:cubicBezTo>
                  <a:pt x="102905" y="189273"/>
                  <a:pt x="103045" y="190263"/>
                  <a:pt x="103324" y="191073"/>
                </a:cubicBezTo>
                <a:cubicBezTo>
                  <a:pt x="103603" y="191882"/>
                  <a:pt x="104091" y="192538"/>
                  <a:pt x="104789" y="193040"/>
                </a:cubicBezTo>
                <a:cubicBezTo>
                  <a:pt x="105486" y="193542"/>
                  <a:pt x="106435" y="193933"/>
                  <a:pt x="107635" y="194212"/>
                </a:cubicBezTo>
                <a:cubicBezTo>
                  <a:pt x="108835" y="194491"/>
                  <a:pt x="110356" y="194714"/>
                  <a:pt x="112197" y="194882"/>
                </a:cubicBezTo>
                <a:lnTo>
                  <a:pt x="111109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23" y="194254"/>
                  <a:pt x="80511" y="193835"/>
                </a:cubicBezTo>
                <a:cubicBezTo>
                  <a:pt x="81599" y="193417"/>
                  <a:pt x="82576" y="192607"/>
                  <a:pt x="83441" y="191407"/>
                </a:cubicBezTo>
                <a:cubicBezTo>
                  <a:pt x="84306" y="190207"/>
                  <a:pt x="85101" y="188408"/>
                  <a:pt x="85827" y="186008"/>
                </a:cubicBezTo>
                <a:cubicBezTo>
                  <a:pt x="86553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5" y="110301"/>
                  <a:pt x="103324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9" y="98357"/>
                </a:cubicBezTo>
                <a:cubicBezTo>
                  <a:pt x="100603" y="97297"/>
                  <a:pt x="98245" y="96739"/>
                  <a:pt x="94785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4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9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4" y="6493"/>
                  <a:pt x="31812" y="5693"/>
                  <a:pt x="28017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8475E96-2073-407D-A797-06B2AAF2777C}"/>
              </a:ext>
            </a:extLst>
          </p:cNvPr>
          <p:cNvGrpSpPr/>
          <p:nvPr/>
        </p:nvGrpSpPr>
        <p:grpSpPr>
          <a:xfrm>
            <a:off x="1659589" y="2752012"/>
            <a:ext cx="477959" cy="213603"/>
            <a:chOff x="1659589" y="2752012"/>
            <a:chExt cx="477959" cy="213603"/>
          </a:xfrm>
        </p:grpSpPr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E8E531EB-7FFA-4AEA-9550-934FC3200394}"/>
                </a:ext>
              </a:extLst>
            </p:cNvPr>
            <p:cNvSpPr/>
            <p:nvPr/>
          </p:nvSpPr>
          <p:spPr>
            <a:xfrm>
              <a:off x="1659589" y="2752012"/>
              <a:ext cx="477959" cy="73463"/>
            </a:xfrm>
            <a:custGeom>
              <a:avLst/>
              <a:gdLst>
                <a:gd name="connsiteX0" fmla="*/ 0 w 492125"/>
                <a:gd name="connsiteY0" fmla="*/ 0 h 88923"/>
                <a:gd name="connsiteX1" fmla="*/ 215900 w 492125"/>
                <a:gd name="connsiteY1" fmla="*/ 88900 h 88923"/>
                <a:gd name="connsiteX2" fmla="*/ 492125 w 492125"/>
                <a:gd name="connsiteY2" fmla="*/ 9525 h 88923"/>
                <a:gd name="connsiteX3" fmla="*/ 492125 w 492125"/>
                <a:gd name="connsiteY3" fmla="*/ 9525 h 88923"/>
                <a:gd name="connsiteX0" fmla="*/ 0 w 492125"/>
                <a:gd name="connsiteY0" fmla="*/ 0 h 114317"/>
                <a:gd name="connsiteX1" fmla="*/ 218730 w 492125"/>
                <a:gd name="connsiteY1" fmla="*/ 114300 h 114317"/>
                <a:gd name="connsiteX2" fmla="*/ 492125 w 492125"/>
                <a:gd name="connsiteY2" fmla="*/ 9525 h 114317"/>
                <a:gd name="connsiteX3" fmla="*/ 492125 w 492125"/>
                <a:gd name="connsiteY3" fmla="*/ 9525 h 114317"/>
                <a:gd name="connsiteX0" fmla="*/ 0 w 492125"/>
                <a:gd name="connsiteY0" fmla="*/ 0 h 114317"/>
                <a:gd name="connsiteX1" fmla="*/ 218730 w 492125"/>
                <a:gd name="connsiteY1" fmla="*/ 114300 h 114317"/>
                <a:gd name="connsiteX2" fmla="*/ 492125 w 492125"/>
                <a:gd name="connsiteY2" fmla="*/ 9525 h 114317"/>
                <a:gd name="connsiteX3" fmla="*/ 492125 w 492125"/>
                <a:gd name="connsiteY3" fmla="*/ 9525 h 1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2125" h="114317">
                  <a:moveTo>
                    <a:pt x="0" y="0"/>
                  </a:moveTo>
                  <a:cubicBezTo>
                    <a:pt x="66939" y="43656"/>
                    <a:pt x="136709" y="112713"/>
                    <a:pt x="218730" y="114300"/>
                  </a:cubicBezTo>
                  <a:cubicBezTo>
                    <a:pt x="300751" y="115887"/>
                    <a:pt x="492125" y="9525"/>
                    <a:pt x="492125" y="9525"/>
                  </a:cubicBezTo>
                  <a:lnTo>
                    <a:pt x="492125" y="9525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solid"/>
              <a:headEnd type="none"/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0C7D0CDD-1749-433A-9CD4-9E6A8E43B367}"/>
                </a:ext>
              </a:extLst>
            </p:cNvPr>
            <p:cNvSpPr txBox="1"/>
            <p:nvPr/>
          </p:nvSpPr>
          <p:spPr>
            <a:xfrm>
              <a:off x="1722271" y="2866137"/>
              <a:ext cx="313234" cy="99478"/>
            </a:xfrm>
            <a:custGeom>
              <a:avLst/>
              <a:gdLst/>
              <a:ahLst/>
              <a:cxnLst/>
              <a:rect l="l" t="t" r="r" b="b"/>
              <a:pathLst>
                <a:path w="286420" h="90962">
                  <a:moveTo>
                    <a:pt x="97334" y="61010"/>
                  </a:moveTo>
                  <a:lnTo>
                    <a:pt x="177552" y="61010"/>
                  </a:lnTo>
                  <a:lnTo>
                    <a:pt x="177552" y="69670"/>
                  </a:lnTo>
                  <a:lnTo>
                    <a:pt x="97334" y="69670"/>
                  </a:lnTo>
                  <a:close/>
                  <a:moveTo>
                    <a:pt x="97334" y="33989"/>
                  </a:moveTo>
                  <a:lnTo>
                    <a:pt x="177552" y="33989"/>
                  </a:lnTo>
                  <a:lnTo>
                    <a:pt x="177552" y="42649"/>
                  </a:lnTo>
                  <a:lnTo>
                    <a:pt x="97334" y="42649"/>
                  </a:lnTo>
                  <a:close/>
                  <a:moveTo>
                    <a:pt x="17841" y="11590"/>
                  </a:moveTo>
                  <a:lnTo>
                    <a:pt x="26827" y="11590"/>
                  </a:lnTo>
                  <a:lnTo>
                    <a:pt x="23245" y="27673"/>
                  </a:lnTo>
                  <a:lnTo>
                    <a:pt x="43040" y="27673"/>
                  </a:lnTo>
                  <a:lnTo>
                    <a:pt x="41607" y="34249"/>
                  </a:lnTo>
                  <a:lnTo>
                    <a:pt x="21813" y="34249"/>
                  </a:lnTo>
                  <a:lnTo>
                    <a:pt x="16018" y="59513"/>
                  </a:lnTo>
                  <a:cubicBezTo>
                    <a:pt x="14889" y="64418"/>
                    <a:pt x="14173" y="67945"/>
                    <a:pt x="13869" y="70093"/>
                  </a:cubicBezTo>
                  <a:cubicBezTo>
                    <a:pt x="13565" y="72242"/>
                    <a:pt x="13413" y="73968"/>
                    <a:pt x="13413" y="75270"/>
                  </a:cubicBezTo>
                  <a:cubicBezTo>
                    <a:pt x="13413" y="80652"/>
                    <a:pt x="15649" y="83344"/>
                    <a:pt x="20120" y="83344"/>
                  </a:cubicBezTo>
                  <a:cubicBezTo>
                    <a:pt x="22030" y="83344"/>
                    <a:pt x="24059" y="82617"/>
                    <a:pt x="26208" y="81163"/>
                  </a:cubicBezTo>
                  <a:cubicBezTo>
                    <a:pt x="28357" y="79708"/>
                    <a:pt x="30907" y="77223"/>
                    <a:pt x="33859" y="73707"/>
                  </a:cubicBezTo>
                  <a:lnTo>
                    <a:pt x="37635" y="77614"/>
                  </a:lnTo>
                  <a:cubicBezTo>
                    <a:pt x="33859" y="82172"/>
                    <a:pt x="30223" y="85536"/>
                    <a:pt x="26729" y="87706"/>
                  </a:cubicBezTo>
                  <a:cubicBezTo>
                    <a:pt x="23235" y="89877"/>
                    <a:pt x="19577" y="90962"/>
                    <a:pt x="15757" y="90962"/>
                  </a:cubicBezTo>
                  <a:cubicBezTo>
                    <a:pt x="6685" y="90962"/>
                    <a:pt x="2149" y="86382"/>
                    <a:pt x="2149" y="77223"/>
                  </a:cubicBezTo>
                  <a:cubicBezTo>
                    <a:pt x="2149" y="74315"/>
                    <a:pt x="2518" y="71255"/>
                    <a:pt x="3256" y="68042"/>
                  </a:cubicBezTo>
                  <a:lnTo>
                    <a:pt x="10939" y="34249"/>
                  </a:lnTo>
                  <a:lnTo>
                    <a:pt x="0" y="34249"/>
                  </a:lnTo>
                  <a:lnTo>
                    <a:pt x="977" y="29756"/>
                  </a:lnTo>
                  <a:cubicBezTo>
                    <a:pt x="3538" y="29713"/>
                    <a:pt x="5481" y="29518"/>
                    <a:pt x="6805" y="29170"/>
                  </a:cubicBezTo>
                  <a:cubicBezTo>
                    <a:pt x="8128" y="28823"/>
                    <a:pt x="9235" y="28346"/>
                    <a:pt x="10125" y="27738"/>
                  </a:cubicBezTo>
                  <a:cubicBezTo>
                    <a:pt x="11015" y="27130"/>
                    <a:pt x="11829" y="26262"/>
                    <a:pt x="12567" y="25133"/>
                  </a:cubicBezTo>
                  <a:cubicBezTo>
                    <a:pt x="13305" y="24005"/>
                    <a:pt x="14021" y="22561"/>
                    <a:pt x="14716" y="20803"/>
                  </a:cubicBezTo>
                  <a:cubicBezTo>
                    <a:pt x="15410" y="19045"/>
                    <a:pt x="16452" y="15974"/>
                    <a:pt x="17841" y="11590"/>
                  </a:cubicBezTo>
                  <a:close/>
                  <a:moveTo>
                    <a:pt x="257901" y="5535"/>
                  </a:moveTo>
                  <a:cubicBezTo>
                    <a:pt x="254906" y="5535"/>
                    <a:pt x="252399" y="6424"/>
                    <a:pt x="250380" y="8204"/>
                  </a:cubicBezTo>
                  <a:cubicBezTo>
                    <a:pt x="248362" y="9984"/>
                    <a:pt x="246734" y="12545"/>
                    <a:pt x="245497" y="15887"/>
                  </a:cubicBezTo>
                  <a:cubicBezTo>
                    <a:pt x="244260" y="19230"/>
                    <a:pt x="243381" y="23299"/>
                    <a:pt x="242860" y="28096"/>
                  </a:cubicBezTo>
                  <a:cubicBezTo>
                    <a:pt x="242339" y="32893"/>
                    <a:pt x="242079" y="38308"/>
                    <a:pt x="242079" y="44342"/>
                  </a:cubicBezTo>
                  <a:cubicBezTo>
                    <a:pt x="242079" y="58493"/>
                    <a:pt x="243392" y="68878"/>
                    <a:pt x="246018" y="75498"/>
                  </a:cubicBezTo>
                  <a:cubicBezTo>
                    <a:pt x="248644" y="82118"/>
                    <a:pt x="252714" y="85427"/>
                    <a:pt x="258226" y="85427"/>
                  </a:cubicBezTo>
                  <a:cubicBezTo>
                    <a:pt x="263479" y="85427"/>
                    <a:pt x="267375" y="82313"/>
                    <a:pt x="269914" y="76084"/>
                  </a:cubicBezTo>
                  <a:cubicBezTo>
                    <a:pt x="272453" y="69855"/>
                    <a:pt x="273723" y="60207"/>
                    <a:pt x="273723" y="47141"/>
                  </a:cubicBezTo>
                  <a:cubicBezTo>
                    <a:pt x="273723" y="37157"/>
                    <a:pt x="273072" y="29073"/>
                    <a:pt x="271770" y="22887"/>
                  </a:cubicBezTo>
                  <a:cubicBezTo>
                    <a:pt x="270467" y="16701"/>
                    <a:pt x="268655" y="12263"/>
                    <a:pt x="266333" y="9572"/>
                  </a:cubicBezTo>
                  <a:cubicBezTo>
                    <a:pt x="264011" y="6880"/>
                    <a:pt x="261200" y="5535"/>
                    <a:pt x="257901" y="5535"/>
                  </a:cubicBezTo>
                  <a:close/>
                  <a:moveTo>
                    <a:pt x="258226" y="0"/>
                  </a:moveTo>
                  <a:cubicBezTo>
                    <a:pt x="267733" y="0"/>
                    <a:pt x="274808" y="3668"/>
                    <a:pt x="279453" y="11004"/>
                  </a:cubicBezTo>
                  <a:cubicBezTo>
                    <a:pt x="284098" y="18340"/>
                    <a:pt x="286420" y="29431"/>
                    <a:pt x="286420" y="44276"/>
                  </a:cubicBezTo>
                  <a:cubicBezTo>
                    <a:pt x="286420" y="59643"/>
                    <a:pt x="283935" y="71265"/>
                    <a:pt x="278965" y="79144"/>
                  </a:cubicBezTo>
                  <a:cubicBezTo>
                    <a:pt x="273994" y="87023"/>
                    <a:pt x="266734" y="90962"/>
                    <a:pt x="257185" y="90962"/>
                  </a:cubicBezTo>
                  <a:cubicBezTo>
                    <a:pt x="247808" y="90962"/>
                    <a:pt x="240831" y="87272"/>
                    <a:pt x="236251" y="79893"/>
                  </a:cubicBezTo>
                  <a:cubicBezTo>
                    <a:pt x="231671" y="72513"/>
                    <a:pt x="229382" y="61314"/>
                    <a:pt x="229382" y="46295"/>
                  </a:cubicBezTo>
                  <a:cubicBezTo>
                    <a:pt x="229382" y="38308"/>
                    <a:pt x="230087" y="31406"/>
                    <a:pt x="231498" y="25589"/>
                  </a:cubicBezTo>
                  <a:cubicBezTo>
                    <a:pt x="232909" y="19772"/>
                    <a:pt x="234884" y="14965"/>
                    <a:pt x="237423" y="11167"/>
                  </a:cubicBezTo>
                  <a:cubicBezTo>
                    <a:pt x="239962" y="7369"/>
                    <a:pt x="243012" y="4558"/>
                    <a:pt x="246571" y="2735"/>
                  </a:cubicBezTo>
                  <a:cubicBezTo>
                    <a:pt x="250131" y="912"/>
                    <a:pt x="254016" y="0"/>
                    <a:pt x="25822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05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CEC77C-CA9E-4912-8FD5-C3156170548D}"/>
              </a:ext>
            </a:extLst>
          </p:cNvPr>
          <p:cNvCxnSpPr>
            <a:cxnSpLocks/>
          </p:cNvCxnSpPr>
          <p:nvPr/>
        </p:nvCxnSpPr>
        <p:spPr>
          <a:xfrm rot="5400000">
            <a:off x="2688248" y="3191811"/>
            <a:ext cx="38838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DE7190D5-95FC-4FBA-9B9C-1ADFB6DA765B}"/>
              </a:ext>
            </a:extLst>
          </p:cNvPr>
          <p:cNvSpPr/>
          <p:nvPr/>
        </p:nvSpPr>
        <p:spPr>
          <a:xfrm>
            <a:off x="3603792" y="7332453"/>
            <a:ext cx="699379" cy="345051"/>
          </a:xfrm>
          <a:prstGeom prst="rec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220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BC811-A799-4120-819A-351E15AC0A63}"/>
              </a:ext>
            </a:extLst>
          </p:cNvPr>
          <p:cNvSpPr/>
          <p:nvPr/>
        </p:nvSpPr>
        <p:spPr>
          <a:xfrm>
            <a:off x="2880240" y="1991230"/>
            <a:ext cx="1481822" cy="851621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75C99-F60F-4770-9D43-119232E11F2C}"/>
              </a:ext>
            </a:extLst>
          </p:cNvPr>
          <p:cNvSpPr/>
          <p:nvPr/>
        </p:nvSpPr>
        <p:spPr>
          <a:xfrm>
            <a:off x="4362062" y="1991230"/>
            <a:ext cx="1481822" cy="851621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53FD8E-8C5F-4B8C-BC65-1EB568A68E38}"/>
              </a:ext>
            </a:extLst>
          </p:cNvPr>
          <p:cNvGrpSpPr/>
          <p:nvPr/>
        </p:nvGrpSpPr>
        <p:grpSpPr>
          <a:xfrm>
            <a:off x="1085070" y="2888827"/>
            <a:ext cx="431784" cy="1264708"/>
            <a:chOff x="2443264" y="3753637"/>
            <a:chExt cx="230183" cy="100272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C185CC4-A68A-427A-A59E-C8A32708A6F7}"/>
                </a:ext>
              </a:extLst>
            </p:cNvPr>
            <p:cNvGrpSpPr/>
            <p:nvPr/>
          </p:nvGrpSpPr>
          <p:grpSpPr>
            <a:xfrm rot="5400000">
              <a:off x="2288485" y="3946203"/>
              <a:ext cx="498875" cy="113743"/>
              <a:chOff x="3691527" y="2073335"/>
              <a:chExt cx="498875" cy="113743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4BF54AD-7DCE-4D50-95DA-B773A2597938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262CCEC-317A-4219-B76D-A0A2976424B5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F18784-3D88-40CE-9505-C59517692671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E77677-5E99-4871-B13A-C5BAE960E45C}"/>
                </a:ext>
              </a:extLst>
            </p:cNvPr>
            <p:cNvGrpSpPr/>
            <p:nvPr/>
          </p:nvGrpSpPr>
          <p:grpSpPr>
            <a:xfrm rot="5400000">
              <a:off x="2303391" y="4386308"/>
              <a:ext cx="509929" cy="230183"/>
              <a:chOff x="2915443" y="4344145"/>
              <a:chExt cx="509929" cy="23018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FFE73CE-96E8-4BDF-BA17-2BB5C4D429A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0" name="直接连接符 9">
                  <a:extLst>
                    <a:ext uri="{FF2B5EF4-FFF2-40B4-BE49-F238E27FC236}">
                      <a16:creationId xmlns:a16="http://schemas.microsoft.com/office/drawing/2014/main" id="{155B650A-5CEE-4767-97D2-FB35D1AA7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9D0EC8-D1E7-41EF-98E6-60F37BD44B57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997C06A2-D98C-4E41-8B82-3755B1DF8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1FF439E1-20AE-4A7D-B8F6-0D08696E177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C6CB0DE-7F6B-4E6B-A4BD-9841C125A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DF168463-DDD9-4B3B-9F04-966349053649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280486-1619-4A35-9F61-5B5F8B81F83A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C7AAFB-3FE2-4F82-B517-E553C567B0FA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9ACCB5-DA2E-4C0D-900F-B3983FCB958D}"/>
              </a:ext>
            </a:extLst>
          </p:cNvPr>
          <p:cNvGrpSpPr/>
          <p:nvPr/>
        </p:nvGrpSpPr>
        <p:grpSpPr>
          <a:xfrm>
            <a:off x="2354933" y="2887677"/>
            <a:ext cx="431784" cy="1265858"/>
            <a:chOff x="3098796" y="3732000"/>
            <a:chExt cx="230183" cy="100363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CE1B93A-D1AE-4A66-B6A9-5F8020AC6A81}"/>
                </a:ext>
              </a:extLst>
            </p:cNvPr>
            <p:cNvGrpSpPr/>
            <p:nvPr/>
          </p:nvGrpSpPr>
          <p:grpSpPr>
            <a:xfrm rot="5400000">
              <a:off x="2943297" y="3924566"/>
              <a:ext cx="498875" cy="113743"/>
              <a:chOff x="3691527" y="2073335"/>
              <a:chExt cx="498875" cy="113743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364028D-E4C4-4D43-A44F-1112933F8CC5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CCF37D8-1744-44BB-A781-25D389FAD427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EE230F0-25B4-42A3-AEAD-1158740DBE74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7DB314E-2A84-407D-B4D2-1F68B18F79F6}"/>
                </a:ext>
              </a:extLst>
            </p:cNvPr>
            <p:cNvGrpSpPr/>
            <p:nvPr/>
          </p:nvGrpSpPr>
          <p:grpSpPr>
            <a:xfrm rot="16200000" flipV="1">
              <a:off x="2958923" y="4365583"/>
              <a:ext cx="509929" cy="230183"/>
              <a:chOff x="2915443" y="4344145"/>
              <a:chExt cx="509929" cy="230183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4852C65-38FA-4F4A-9EC9-025DAAF34089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952E265F-B7AF-46D3-8F9C-D03B4480C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CBC7C743-FE2D-4F04-853B-38C4465D7D12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9B8D32C-3828-4872-90A3-EC4B7C9949E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1F97CD35-DD5D-4D2C-AF06-A15A9B12DB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FFD6D220-1C82-4EA8-9F04-B1A3271DB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0CF29C2D-F2BA-4A9E-8209-63D4FCD06952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CD11D8-9172-4332-97FC-35D5F8BA8EAF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C7557E-50FA-4DC0-A11E-A86B1D0AD2A0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2C4167-AA75-4716-ADB2-41F84BE157A1}"/>
              </a:ext>
            </a:extLst>
          </p:cNvPr>
          <p:cNvCxnSpPr/>
          <p:nvPr/>
        </p:nvCxnSpPr>
        <p:spPr>
          <a:xfrm rot="16200000" flipH="1">
            <a:off x="1825550" y="2493290"/>
            <a:ext cx="152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B486E1FC-8AE5-472D-A206-CA7EB7AF1AD7}"/>
              </a:ext>
            </a:extLst>
          </p:cNvPr>
          <p:cNvSpPr/>
          <p:nvPr/>
        </p:nvSpPr>
        <p:spPr>
          <a:xfrm rot="16200000" flipH="1">
            <a:off x="1860155" y="2559872"/>
            <a:ext cx="73461" cy="10005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745F0E-6EA1-4837-A40F-B76D1090F8A5}"/>
              </a:ext>
            </a:extLst>
          </p:cNvPr>
          <p:cNvCxnSpPr>
            <a:cxnSpLocks/>
          </p:cNvCxnSpPr>
          <p:nvPr/>
        </p:nvCxnSpPr>
        <p:spPr>
          <a:xfrm flipH="1">
            <a:off x="1145972" y="2607048"/>
            <a:ext cx="752598" cy="32048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12F4075-E9D4-40AE-A7DD-D609DCC0FA99}"/>
              </a:ext>
            </a:extLst>
          </p:cNvPr>
          <p:cNvCxnSpPr>
            <a:cxnSpLocks/>
          </p:cNvCxnSpPr>
          <p:nvPr/>
        </p:nvCxnSpPr>
        <p:spPr>
          <a:xfrm>
            <a:off x="1256069" y="4153537"/>
            <a:ext cx="48686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422D794-CDA2-45BF-8E3D-D5B9327B41F9}"/>
              </a:ext>
            </a:extLst>
          </p:cNvPr>
          <p:cNvCxnSpPr>
            <a:cxnSpLocks/>
          </p:cNvCxnSpPr>
          <p:nvPr/>
        </p:nvCxnSpPr>
        <p:spPr>
          <a:xfrm>
            <a:off x="1891222" y="2417039"/>
            <a:ext cx="9890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7B5CAB-6F61-47D7-9974-05272FFD3207}"/>
              </a:ext>
            </a:extLst>
          </p:cNvPr>
          <p:cNvGrpSpPr/>
          <p:nvPr/>
        </p:nvGrpSpPr>
        <p:grpSpPr>
          <a:xfrm>
            <a:off x="4052171" y="4159206"/>
            <a:ext cx="298486" cy="283222"/>
            <a:chOff x="4276725" y="3573463"/>
            <a:chExt cx="279400" cy="26511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592ED13-2B51-48DA-82BD-7F0CB677E93D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707B38B-280E-4799-88F7-82588992C516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AE7B67E-D09A-4766-A27A-97BD5A020CE5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DDABC80-7168-459E-92B4-17559FC99978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8A58189-8F47-4A73-8B12-B4DCF950F4D6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D942407-BB5F-43B3-A461-E80876D73D54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椭圆 47">
            <a:extLst>
              <a:ext uri="{FF2B5EF4-FFF2-40B4-BE49-F238E27FC236}">
                <a16:creationId xmlns:a16="http://schemas.microsoft.com/office/drawing/2014/main" id="{58A5B414-58FF-4576-8CAC-65A072E410FD}"/>
              </a:ext>
            </a:extLst>
          </p:cNvPr>
          <p:cNvSpPr/>
          <p:nvPr/>
        </p:nvSpPr>
        <p:spPr>
          <a:xfrm rot="16200000" flipH="1">
            <a:off x="2483046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A9B0C4A-6ABD-4E9C-8D34-9ADF8EB7370C}"/>
              </a:ext>
            </a:extLst>
          </p:cNvPr>
          <p:cNvSpPr/>
          <p:nvPr/>
        </p:nvSpPr>
        <p:spPr>
          <a:xfrm rot="16200000" flipH="1">
            <a:off x="4153440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3BB0C07-88D7-4DDF-A75A-1058A7EFA223}"/>
              </a:ext>
            </a:extLst>
          </p:cNvPr>
          <p:cNvCxnSpPr>
            <a:cxnSpLocks/>
          </p:cNvCxnSpPr>
          <p:nvPr/>
        </p:nvCxnSpPr>
        <p:spPr>
          <a:xfrm>
            <a:off x="6124731" y="2454547"/>
            <a:ext cx="0" cy="16989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A42A242-70B7-426E-9C3D-68DC0D813176}"/>
              </a:ext>
            </a:extLst>
          </p:cNvPr>
          <p:cNvCxnSpPr>
            <a:cxnSpLocks/>
          </p:cNvCxnSpPr>
          <p:nvPr/>
        </p:nvCxnSpPr>
        <p:spPr>
          <a:xfrm>
            <a:off x="5843884" y="2454547"/>
            <a:ext cx="2808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FDB4FC0-97D2-427F-865F-ADDC74EBDFF3}"/>
              </a:ext>
            </a:extLst>
          </p:cNvPr>
          <p:cNvSpPr txBox="1"/>
          <p:nvPr/>
        </p:nvSpPr>
        <p:spPr>
          <a:xfrm>
            <a:off x="3603792" y="2285505"/>
            <a:ext cx="173053" cy="276730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2D81685-ED03-4BD4-9C44-F99504CD4558}"/>
              </a:ext>
            </a:extLst>
          </p:cNvPr>
          <p:cNvSpPr txBox="1"/>
          <p:nvPr/>
        </p:nvSpPr>
        <p:spPr>
          <a:xfrm>
            <a:off x="4967100" y="2285505"/>
            <a:ext cx="217375" cy="276730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C0F010-7B2C-4403-A612-790A31D27A04}"/>
              </a:ext>
            </a:extLst>
          </p:cNvPr>
          <p:cNvSpPr txBox="1"/>
          <p:nvPr/>
        </p:nvSpPr>
        <p:spPr>
          <a:xfrm rot="5400000">
            <a:off x="3617193" y="1698782"/>
            <a:ext cx="139343" cy="140079"/>
          </a:xfrm>
          <a:custGeom>
            <a:avLst/>
            <a:gdLst/>
            <a:ahLst/>
            <a:cxnLst/>
            <a:rect l="l" t="t" r="r" b="b"/>
            <a:pathLst>
              <a:path w="75285" h="74676">
                <a:moveTo>
                  <a:pt x="32613" y="0"/>
                </a:moveTo>
                <a:lnTo>
                  <a:pt x="42672" y="0"/>
                </a:lnTo>
                <a:lnTo>
                  <a:pt x="42672" y="32156"/>
                </a:lnTo>
                <a:lnTo>
                  <a:pt x="75285" y="32156"/>
                </a:lnTo>
                <a:lnTo>
                  <a:pt x="75285" y="42367"/>
                </a:lnTo>
                <a:lnTo>
                  <a:pt x="42672" y="42367"/>
                </a:lnTo>
                <a:lnTo>
                  <a:pt x="42672" y="74676"/>
                </a:lnTo>
                <a:lnTo>
                  <a:pt x="32613" y="74676"/>
                </a:lnTo>
                <a:lnTo>
                  <a:pt x="32613" y="42367"/>
                </a:lnTo>
                <a:lnTo>
                  <a:pt x="0" y="42367"/>
                </a:lnTo>
                <a:lnTo>
                  <a:pt x="0" y="32156"/>
                </a:lnTo>
                <a:lnTo>
                  <a:pt x="32613" y="3215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BFA4866-F109-4EF7-AD20-61A9F96CEF60}"/>
              </a:ext>
            </a:extLst>
          </p:cNvPr>
          <p:cNvSpPr txBox="1"/>
          <p:nvPr/>
        </p:nvSpPr>
        <p:spPr>
          <a:xfrm flipV="1">
            <a:off x="5046276" y="1755957"/>
            <a:ext cx="113394" cy="25728"/>
          </a:xfrm>
          <a:custGeom>
            <a:avLst/>
            <a:gdLst/>
            <a:ahLst/>
            <a:cxnLst/>
            <a:rect l="l" t="t" r="r" b="b"/>
            <a:pathLst>
              <a:path w="61265" h="13716">
                <a:moveTo>
                  <a:pt x="0" y="0"/>
                </a:moveTo>
                <a:lnTo>
                  <a:pt x="61265" y="0"/>
                </a:lnTo>
                <a:lnTo>
                  <a:pt x="61265" y="13716"/>
                </a:lnTo>
                <a:lnTo>
                  <a:pt x="0" y="137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4524323-3D5D-48CF-B4F0-58A5BF9698C8}"/>
              </a:ext>
            </a:extLst>
          </p:cNvPr>
          <p:cNvSpPr txBox="1"/>
          <p:nvPr/>
        </p:nvSpPr>
        <p:spPr>
          <a:xfrm>
            <a:off x="4308514" y="1730768"/>
            <a:ext cx="290035" cy="23404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948578-B534-4E80-B788-F14873B3AC16}"/>
              </a:ext>
            </a:extLst>
          </p:cNvPr>
          <p:cNvSpPr txBox="1"/>
          <p:nvPr/>
        </p:nvSpPr>
        <p:spPr>
          <a:xfrm>
            <a:off x="1449976" y="3114865"/>
            <a:ext cx="247365" cy="254306"/>
          </a:xfrm>
          <a:custGeom>
            <a:avLst/>
            <a:gdLst/>
            <a:ahLst/>
            <a:cxnLst/>
            <a:rect l="l" t="t" r="r" b="b"/>
            <a:pathLst>
              <a:path w="226190" h="232537">
                <a:moveTo>
                  <a:pt x="211289" y="82954"/>
                </a:moveTo>
                <a:cubicBezTo>
                  <a:pt x="214359" y="82954"/>
                  <a:pt x="217065" y="83107"/>
                  <a:pt x="219409" y="83414"/>
                </a:cubicBezTo>
                <a:cubicBezTo>
                  <a:pt x="221753" y="83721"/>
                  <a:pt x="224014" y="84098"/>
                  <a:pt x="226190" y="84544"/>
                </a:cubicBezTo>
                <a:lnTo>
                  <a:pt x="222758" y="100115"/>
                </a:lnTo>
                <a:lnTo>
                  <a:pt x="214470" y="100115"/>
                </a:lnTo>
                <a:cubicBezTo>
                  <a:pt x="214079" y="96934"/>
                  <a:pt x="213131" y="94604"/>
                  <a:pt x="211624" y="93125"/>
                </a:cubicBezTo>
                <a:cubicBezTo>
                  <a:pt x="210117" y="91646"/>
                  <a:pt x="208108" y="90907"/>
                  <a:pt x="205596" y="90907"/>
                </a:cubicBezTo>
                <a:cubicBezTo>
                  <a:pt x="202694" y="90907"/>
                  <a:pt x="200252" y="91534"/>
                  <a:pt x="198271" y="92790"/>
                </a:cubicBezTo>
                <a:cubicBezTo>
                  <a:pt x="196290" y="94046"/>
                  <a:pt x="194560" y="95943"/>
                  <a:pt x="193081" y="98483"/>
                </a:cubicBezTo>
                <a:cubicBezTo>
                  <a:pt x="191602" y="101022"/>
                  <a:pt x="190332" y="103994"/>
                  <a:pt x="189272" y="107399"/>
                </a:cubicBezTo>
                <a:cubicBezTo>
                  <a:pt x="188211" y="110803"/>
                  <a:pt x="187486" y="113761"/>
                  <a:pt x="187095" y="116272"/>
                </a:cubicBezTo>
                <a:lnTo>
                  <a:pt x="210284" y="116272"/>
                </a:lnTo>
                <a:lnTo>
                  <a:pt x="208443" y="125565"/>
                </a:lnTo>
                <a:lnTo>
                  <a:pt x="185170" y="125565"/>
                </a:lnTo>
                <a:lnTo>
                  <a:pt x="170017" y="197309"/>
                </a:lnTo>
                <a:cubicBezTo>
                  <a:pt x="167394" y="209532"/>
                  <a:pt x="163138" y="218587"/>
                  <a:pt x="157250" y="224475"/>
                </a:cubicBezTo>
                <a:lnTo>
                  <a:pt x="135739" y="232537"/>
                </a:lnTo>
                <a:lnTo>
                  <a:pt x="128133" y="232537"/>
                </a:lnTo>
                <a:lnTo>
                  <a:pt x="128996" y="228493"/>
                </a:lnTo>
                <a:cubicBezTo>
                  <a:pt x="129275" y="227014"/>
                  <a:pt x="129610" y="225577"/>
                  <a:pt x="130001" y="224182"/>
                </a:cubicBezTo>
                <a:cubicBezTo>
                  <a:pt x="130336" y="224294"/>
                  <a:pt x="130810" y="224350"/>
                  <a:pt x="131424" y="224350"/>
                </a:cubicBezTo>
                <a:cubicBezTo>
                  <a:pt x="132038" y="224350"/>
                  <a:pt x="132903" y="224350"/>
                  <a:pt x="134019" y="224350"/>
                </a:cubicBezTo>
                <a:cubicBezTo>
                  <a:pt x="136196" y="224350"/>
                  <a:pt x="138191" y="224001"/>
                  <a:pt x="140005" y="223303"/>
                </a:cubicBezTo>
                <a:cubicBezTo>
                  <a:pt x="141819" y="222605"/>
                  <a:pt x="143479" y="221350"/>
                  <a:pt x="144986" y="219536"/>
                </a:cubicBezTo>
                <a:cubicBezTo>
                  <a:pt x="146493" y="217722"/>
                  <a:pt x="147874" y="215238"/>
                  <a:pt x="149130" y="212085"/>
                </a:cubicBezTo>
                <a:cubicBezTo>
                  <a:pt x="150386" y="208932"/>
                  <a:pt x="151572" y="204872"/>
                  <a:pt x="152688" y="199905"/>
                </a:cubicBezTo>
                <a:lnTo>
                  <a:pt x="169431" y="125565"/>
                </a:lnTo>
                <a:lnTo>
                  <a:pt x="155032" y="125565"/>
                </a:lnTo>
                <a:lnTo>
                  <a:pt x="156539" y="119119"/>
                </a:lnTo>
                <a:cubicBezTo>
                  <a:pt x="159608" y="118951"/>
                  <a:pt x="162050" y="118756"/>
                  <a:pt x="163864" y="118533"/>
                </a:cubicBezTo>
                <a:cubicBezTo>
                  <a:pt x="165678" y="118310"/>
                  <a:pt x="167213" y="117821"/>
                  <a:pt x="168468" y="117068"/>
                </a:cubicBezTo>
                <a:cubicBezTo>
                  <a:pt x="169724" y="116314"/>
                  <a:pt x="170659" y="115045"/>
                  <a:pt x="171273" y="113259"/>
                </a:cubicBezTo>
                <a:cubicBezTo>
                  <a:pt x="174510" y="103045"/>
                  <a:pt x="179379" y="95441"/>
                  <a:pt x="185881" y="90446"/>
                </a:cubicBezTo>
                <a:cubicBezTo>
                  <a:pt x="192383" y="85451"/>
                  <a:pt x="200852" y="82954"/>
                  <a:pt x="211289" y="82954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6177269-82FF-4FB4-B901-3F12E8D25434}"/>
              </a:ext>
            </a:extLst>
          </p:cNvPr>
          <p:cNvSpPr txBox="1"/>
          <p:nvPr/>
        </p:nvSpPr>
        <p:spPr>
          <a:xfrm>
            <a:off x="2093743" y="3124984"/>
            <a:ext cx="261903" cy="218710"/>
          </a:xfrm>
          <a:custGeom>
            <a:avLst/>
            <a:gdLst/>
            <a:ahLst/>
            <a:cxnLst/>
            <a:rect l="l" t="t" r="r" b="b"/>
            <a:pathLst>
              <a:path w="239483" h="199988">
                <a:moveTo>
                  <a:pt x="198043" y="100283"/>
                </a:moveTo>
                <a:cubicBezTo>
                  <a:pt x="196704" y="100283"/>
                  <a:pt x="195169" y="100311"/>
                  <a:pt x="193439" y="100366"/>
                </a:cubicBezTo>
                <a:cubicBezTo>
                  <a:pt x="191709" y="100422"/>
                  <a:pt x="190034" y="100450"/>
                  <a:pt x="188416" y="100450"/>
                </a:cubicBezTo>
                <a:lnTo>
                  <a:pt x="178454" y="144234"/>
                </a:lnTo>
                <a:lnTo>
                  <a:pt x="188416" y="144234"/>
                </a:lnTo>
                <a:cubicBezTo>
                  <a:pt x="199466" y="144234"/>
                  <a:pt x="207950" y="141987"/>
                  <a:pt x="213866" y="137494"/>
                </a:cubicBezTo>
                <a:cubicBezTo>
                  <a:pt x="219781" y="133002"/>
                  <a:pt x="222739" y="126179"/>
                  <a:pt x="222739" y="117026"/>
                </a:cubicBezTo>
                <a:cubicBezTo>
                  <a:pt x="222739" y="113956"/>
                  <a:pt x="222279" y="111347"/>
                  <a:pt x="221358" y="109198"/>
                </a:cubicBezTo>
                <a:cubicBezTo>
                  <a:pt x="220437" y="107050"/>
                  <a:pt x="218972" y="105320"/>
                  <a:pt x="216963" y="104008"/>
                </a:cubicBezTo>
                <a:cubicBezTo>
                  <a:pt x="214954" y="102697"/>
                  <a:pt x="212401" y="101748"/>
                  <a:pt x="209303" y="101162"/>
                </a:cubicBezTo>
                <a:cubicBezTo>
                  <a:pt x="206206" y="100576"/>
                  <a:pt x="202452" y="100283"/>
                  <a:pt x="198043" y="100283"/>
                </a:cubicBezTo>
                <a:close/>
                <a:moveTo>
                  <a:pt x="162715" y="91409"/>
                </a:moveTo>
                <a:lnTo>
                  <a:pt x="201141" y="91409"/>
                </a:lnTo>
                <a:cubicBezTo>
                  <a:pt x="208508" y="91409"/>
                  <a:pt x="214647" y="92051"/>
                  <a:pt x="219558" y="93334"/>
                </a:cubicBezTo>
                <a:cubicBezTo>
                  <a:pt x="224470" y="94618"/>
                  <a:pt x="228404" y="96390"/>
                  <a:pt x="231362" y="98650"/>
                </a:cubicBezTo>
                <a:cubicBezTo>
                  <a:pt x="234320" y="100911"/>
                  <a:pt x="236413" y="103576"/>
                  <a:pt x="237641" y="106645"/>
                </a:cubicBezTo>
                <a:cubicBezTo>
                  <a:pt x="238869" y="109715"/>
                  <a:pt x="239483" y="113035"/>
                  <a:pt x="239483" y="116607"/>
                </a:cubicBezTo>
                <a:cubicBezTo>
                  <a:pt x="239483" y="124867"/>
                  <a:pt x="236957" y="131760"/>
                  <a:pt x="231906" y="137285"/>
                </a:cubicBezTo>
                <a:cubicBezTo>
                  <a:pt x="226855" y="142810"/>
                  <a:pt x="219195" y="147024"/>
                  <a:pt x="208926" y="149926"/>
                </a:cubicBezTo>
                <a:cubicBezTo>
                  <a:pt x="208815" y="150149"/>
                  <a:pt x="208759" y="150345"/>
                  <a:pt x="208759" y="150512"/>
                </a:cubicBezTo>
                <a:cubicBezTo>
                  <a:pt x="208759" y="150680"/>
                  <a:pt x="208759" y="150875"/>
                  <a:pt x="208759" y="151098"/>
                </a:cubicBezTo>
                <a:cubicBezTo>
                  <a:pt x="211382" y="152884"/>
                  <a:pt x="213489" y="155117"/>
                  <a:pt x="215079" y="157795"/>
                </a:cubicBezTo>
                <a:cubicBezTo>
                  <a:pt x="216670" y="160474"/>
                  <a:pt x="218051" y="164018"/>
                  <a:pt x="219223" y="168427"/>
                </a:cubicBezTo>
                <a:cubicBezTo>
                  <a:pt x="220563" y="173674"/>
                  <a:pt x="221665" y="177915"/>
                  <a:pt x="222530" y="181152"/>
                </a:cubicBezTo>
                <a:cubicBezTo>
                  <a:pt x="223395" y="184389"/>
                  <a:pt x="224400" y="186943"/>
                  <a:pt x="225544" y="188812"/>
                </a:cubicBezTo>
                <a:cubicBezTo>
                  <a:pt x="226688" y="190682"/>
                  <a:pt x="228139" y="192049"/>
                  <a:pt x="229897" y="192914"/>
                </a:cubicBezTo>
                <a:cubicBezTo>
                  <a:pt x="231655" y="193779"/>
                  <a:pt x="234041" y="194435"/>
                  <a:pt x="237055" y="194882"/>
                </a:cubicBezTo>
                <a:lnTo>
                  <a:pt x="235883" y="199988"/>
                </a:lnTo>
                <a:lnTo>
                  <a:pt x="211522" y="199988"/>
                </a:lnTo>
                <a:cubicBezTo>
                  <a:pt x="210517" y="197812"/>
                  <a:pt x="209540" y="195147"/>
                  <a:pt x="208591" y="191993"/>
                </a:cubicBezTo>
                <a:cubicBezTo>
                  <a:pt x="207643" y="188840"/>
                  <a:pt x="206806" y="185757"/>
                  <a:pt x="206080" y="182743"/>
                </a:cubicBezTo>
                <a:cubicBezTo>
                  <a:pt x="204964" y="178334"/>
                  <a:pt x="204029" y="174525"/>
                  <a:pt x="203275" y="171316"/>
                </a:cubicBezTo>
                <a:cubicBezTo>
                  <a:pt x="202522" y="168106"/>
                  <a:pt x="201783" y="165400"/>
                  <a:pt x="201057" y="163195"/>
                </a:cubicBezTo>
                <a:cubicBezTo>
                  <a:pt x="200331" y="160991"/>
                  <a:pt x="199578" y="159233"/>
                  <a:pt x="198797" y="157921"/>
                </a:cubicBezTo>
                <a:cubicBezTo>
                  <a:pt x="198015" y="156609"/>
                  <a:pt x="197094" y="155563"/>
                  <a:pt x="196034" y="154782"/>
                </a:cubicBezTo>
                <a:cubicBezTo>
                  <a:pt x="194974" y="154000"/>
                  <a:pt x="193690" y="153484"/>
                  <a:pt x="192183" y="153233"/>
                </a:cubicBezTo>
                <a:cubicBezTo>
                  <a:pt x="190676" y="152982"/>
                  <a:pt x="188835" y="152800"/>
                  <a:pt x="186658" y="152689"/>
                </a:cubicBezTo>
                <a:lnTo>
                  <a:pt x="176696" y="152689"/>
                </a:lnTo>
                <a:cubicBezTo>
                  <a:pt x="176026" y="155647"/>
                  <a:pt x="175300" y="158828"/>
                  <a:pt x="174519" y="162232"/>
                </a:cubicBezTo>
                <a:cubicBezTo>
                  <a:pt x="173738" y="165637"/>
                  <a:pt x="172970" y="168958"/>
                  <a:pt x="172217" y="172195"/>
                </a:cubicBezTo>
                <a:cubicBezTo>
                  <a:pt x="171463" y="175432"/>
                  <a:pt x="170836" y="178459"/>
                  <a:pt x="170333" y="181278"/>
                </a:cubicBezTo>
                <a:cubicBezTo>
                  <a:pt x="169831" y="184096"/>
                  <a:pt x="169580" y="186370"/>
                  <a:pt x="169580" y="188101"/>
                </a:cubicBezTo>
                <a:cubicBezTo>
                  <a:pt x="169580" y="189273"/>
                  <a:pt x="169719" y="190263"/>
                  <a:pt x="169998" y="191073"/>
                </a:cubicBezTo>
                <a:cubicBezTo>
                  <a:pt x="170278" y="191882"/>
                  <a:pt x="170766" y="192538"/>
                  <a:pt x="171463" y="193040"/>
                </a:cubicBezTo>
                <a:cubicBezTo>
                  <a:pt x="172161" y="193542"/>
                  <a:pt x="173110" y="193933"/>
                  <a:pt x="174310" y="194212"/>
                </a:cubicBezTo>
                <a:cubicBezTo>
                  <a:pt x="175510" y="194491"/>
                  <a:pt x="177031" y="194714"/>
                  <a:pt x="178872" y="194882"/>
                </a:cubicBezTo>
                <a:lnTo>
                  <a:pt x="177784" y="199988"/>
                </a:lnTo>
                <a:lnTo>
                  <a:pt x="142037" y="199988"/>
                </a:lnTo>
                <a:lnTo>
                  <a:pt x="142958" y="194882"/>
                </a:lnTo>
                <a:cubicBezTo>
                  <a:pt x="144688" y="194603"/>
                  <a:pt x="146098" y="194254"/>
                  <a:pt x="147186" y="193835"/>
                </a:cubicBezTo>
                <a:cubicBezTo>
                  <a:pt x="148274" y="193417"/>
                  <a:pt x="149251" y="192607"/>
                  <a:pt x="150116" y="191407"/>
                </a:cubicBezTo>
                <a:cubicBezTo>
                  <a:pt x="150981" y="190207"/>
                  <a:pt x="151776" y="188408"/>
                  <a:pt x="152502" y="186008"/>
                </a:cubicBezTo>
                <a:cubicBezTo>
                  <a:pt x="153227" y="183608"/>
                  <a:pt x="154065" y="180259"/>
                  <a:pt x="155013" y="175962"/>
                </a:cubicBezTo>
                <a:lnTo>
                  <a:pt x="168743" y="114933"/>
                </a:lnTo>
                <a:cubicBezTo>
                  <a:pt x="169301" y="112477"/>
                  <a:pt x="169719" y="110301"/>
                  <a:pt x="169998" y="108403"/>
                </a:cubicBezTo>
                <a:cubicBezTo>
                  <a:pt x="170278" y="106506"/>
                  <a:pt x="170417" y="104943"/>
                  <a:pt x="170417" y="103715"/>
                </a:cubicBezTo>
                <a:cubicBezTo>
                  <a:pt x="170417" y="101204"/>
                  <a:pt x="169789" y="99418"/>
                  <a:pt x="168533" y="98357"/>
                </a:cubicBezTo>
                <a:cubicBezTo>
                  <a:pt x="167278" y="97297"/>
                  <a:pt x="164920" y="96739"/>
                  <a:pt x="161459" y="96683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1973FF3-D477-4AD6-A149-10EB171B71D0}"/>
              </a:ext>
            </a:extLst>
          </p:cNvPr>
          <p:cNvSpPr txBox="1"/>
          <p:nvPr/>
        </p:nvSpPr>
        <p:spPr>
          <a:xfrm>
            <a:off x="730186" y="3727020"/>
            <a:ext cx="228394" cy="218710"/>
          </a:xfrm>
          <a:custGeom>
            <a:avLst/>
            <a:gdLst/>
            <a:ahLst/>
            <a:cxnLst/>
            <a:rect l="l" t="t" r="r" b="b"/>
            <a:pathLst>
              <a:path w="208843" h="199988">
                <a:moveTo>
                  <a:pt x="129899" y="91409"/>
                </a:moveTo>
                <a:lnTo>
                  <a:pt x="208843" y="91409"/>
                </a:lnTo>
                <a:lnTo>
                  <a:pt x="202899" y="117528"/>
                </a:lnTo>
                <a:lnTo>
                  <a:pt x="193942" y="117528"/>
                </a:lnTo>
                <a:cubicBezTo>
                  <a:pt x="193663" y="114459"/>
                  <a:pt x="193384" y="111835"/>
                  <a:pt x="193105" y="109659"/>
                </a:cubicBezTo>
                <a:cubicBezTo>
                  <a:pt x="192826" y="107482"/>
                  <a:pt x="192323" y="105696"/>
                  <a:pt x="191598" y="104301"/>
                </a:cubicBezTo>
                <a:cubicBezTo>
                  <a:pt x="190872" y="102906"/>
                  <a:pt x="189840" y="101901"/>
                  <a:pt x="188500" y="101287"/>
                </a:cubicBezTo>
                <a:cubicBezTo>
                  <a:pt x="187161" y="100673"/>
                  <a:pt x="185319" y="100339"/>
                  <a:pt x="182975" y="100283"/>
                </a:cubicBezTo>
                <a:lnTo>
                  <a:pt x="155600" y="100283"/>
                </a:lnTo>
                <a:lnTo>
                  <a:pt x="146391" y="141052"/>
                </a:lnTo>
                <a:lnTo>
                  <a:pt x="162883" y="141052"/>
                </a:lnTo>
                <a:cubicBezTo>
                  <a:pt x="164837" y="141052"/>
                  <a:pt x="166455" y="140927"/>
                  <a:pt x="167739" y="140676"/>
                </a:cubicBezTo>
                <a:cubicBezTo>
                  <a:pt x="169022" y="140424"/>
                  <a:pt x="170194" y="139838"/>
                  <a:pt x="171255" y="138918"/>
                </a:cubicBezTo>
                <a:cubicBezTo>
                  <a:pt x="172315" y="137997"/>
                  <a:pt x="173362" y="136685"/>
                  <a:pt x="174394" y="134983"/>
                </a:cubicBezTo>
                <a:cubicBezTo>
                  <a:pt x="175427" y="133281"/>
                  <a:pt x="176696" y="131006"/>
                  <a:pt x="178203" y="128160"/>
                </a:cubicBezTo>
                <a:lnTo>
                  <a:pt x="186575" y="128160"/>
                </a:lnTo>
                <a:lnTo>
                  <a:pt x="178538" y="162902"/>
                </a:lnTo>
                <a:lnTo>
                  <a:pt x="170418" y="162902"/>
                </a:lnTo>
                <a:cubicBezTo>
                  <a:pt x="170418" y="159888"/>
                  <a:pt x="170334" y="157502"/>
                  <a:pt x="170166" y="155744"/>
                </a:cubicBezTo>
                <a:cubicBezTo>
                  <a:pt x="169999" y="153986"/>
                  <a:pt x="169636" y="152661"/>
                  <a:pt x="169078" y="151768"/>
                </a:cubicBezTo>
                <a:cubicBezTo>
                  <a:pt x="168520" y="150875"/>
                  <a:pt x="167683" y="150317"/>
                  <a:pt x="166567" y="150094"/>
                </a:cubicBezTo>
                <a:cubicBezTo>
                  <a:pt x="165451" y="149870"/>
                  <a:pt x="163944" y="149759"/>
                  <a:pt x="162046" y="149759"/>
                </a:cubicBezTo>
                <a:lnTo>
                  <a:pt x="144466" y="149759"/>
                </a:lnTo>
                <a:cubicBezTo>
                  <a:pt x="143740" y="152996"/>
                  <a:pt x="142931" y="156526"/>
                  <a:pt x="142038" y="160349"/>
                </a:cubicBezTo>
                <a:cubicBezTo>
                  <a:pt x="141145" y="164172"/>
                  <a:pt x="140308" y="167897"/>
                  <a:pt x="139527" y="171525"/>
                </a:cubicBezTo>
                <a:cubicBezTo>
                  <a:pt x="138745" y="175153"/>
                  <a:pt x="138089" y="178459"/>
                  <a:pt x="137559" y="181445"/>
                </a:cubicBezTo>
                <a:cubicBezTo>
                  <a:pt x="137029" y="184431"/>
                  <a:pt x="136764" y="186650"/>
                  <a:pt x="136764" y="188101"/>
                </a:cubicBezTo>
                <a:cubicBezTo>
                  <a:pt x="136764" y="189217"/>
                  <a:pt x="136917" y="190180"/>
                  <a:pt x="137224" y="190989"/>
                </a:cubicBezTo>
                <a:cubicBezTo>
                  <a:pt x="137531" y="191798"/>
                  <a:pt x="138034" y="192482"/>
                  <a:pt x="138731" y="193040"/>
                </a:cubicBezTo>
                <a:cubicBezTo>
                  <a:pt x="139429" y="193598"/>
                  <a:pt x="140419" y="194017"/>
                  <a:pt x="141703" y="194296"/>
                </a:cubicBezTo>
                <a:cubicBezTo>
                  <a:pt x="142987" y="194575"/>
                  <a:pt x="144633" y="194770"/>
                  <a:pt x="146642" y="194882"/>
                </a:cubicBezTo>
                <a:lnTo>
                  <a:pt x="145470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96" y="194254"/>
                  <a:pt x="114412" y="193835"/>
                </a:cubicBezTo>
                <a:cubicBezTo>
                  <a:pt x="115528" y="193417"/>
                  <a:pt x="116519" y="192607"/>
                  <a:pt x="117384" y="191407"/>
                </a:cubicBezTo>
                <a:cubicBezTo>
                  <a:pt x="118249" y="190207"/>
                  <a:pt x="119030" y="188408"/>
                  <a:pt x="119728" y="186008"/>
                </a:cubicBezTo>
                <a:cubicBezTo>
                  <a:pt x="120425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3" y="110301"/>
                  <a:pt x="137182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7" y="98357"/>
                </a:cubicBezTo>
                <a:cubicBezTo>
                  <a:pt x="134462" y="97297"/>
                  <a:pt x="132104" y="96739"/>
                  <a:pt x="128643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8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6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5" y="0"/>
                </a:lnTo>
                <a:lnTo>
                  <a:pt x="130708" y="0"/>
                </a:lnTo>
                <a:lnTo>
                  <a:pt x="129481" y="5470"/>
                </a:lnTo>
                <a:cubicBezTo>
                  <a:pt x="127471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62A02D-D111-4AFD-A3B8-650F7049F9D5}"/>
              </a:ext>
            </a:extLst>
          </p:cNvPr>
          <p:cNvSpPr txBox="1"/>
          <p:nvPr/>
        </p:nvSpPr>
        <p:spPr>
          <a:xfrm>
            <a:off x="2860675" y="3709717"/>
            <a:ext cx="226015" cy="218710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F2DAB53-35B8-4F7F-BFAA-AC01ECA7CF86}"/>
              </a:ext>
            </a:extLst>
          </p:cNvPr>
          <p:cNvCxnSpPr>
            <a:cxnSpLocks/>
          </p:cNvCxnSpPr>
          <p:nvPr/>
        </p:nvCxnSpPr>
        <p:spPr>
          <a:xfrm>
            <a:off x="2176884" y="2285505"/>
            <a:ext cx="46094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7F1253C7-A4E3-4B29-A446-92F793958A8B}"/>
              </a:ext>
            </a:extLst>
          </p:cNvPr>
          <p:cNvSpPr txBox="1"/>
          <p:nvPr/>
        </p:nvSpPr>
        <p:spPr>
          <a:xfrm>
            <a:off x="685284" y="3125363"/>
            <a:ext cx="191365" cy="218710"/>
          </a:xfrm>
          <a:custGeom>
            <a:avLst/>
            <a:gdLst/>
            <a:ahLst/>
            <a:cxnLst/>
            <a:rect l="l" t="t" r="r" b="b"/>
            <a:pathLst>
              <a:path w="174984" h="199988">
                <a:moveTo>
                  <a:pt x="96040" y="91409"/>
                </a:moveTo>
                <a:lnTo>
                  <a:pt x="174984" y="91409"/>
                </a:lnTo>
                <a:lnTo>
                  <a:pt x="169040" y="117528"/>
                </a:lnTo>
                <a:lnTo>
                  <a:pt x="160083" y="117528"/>
                </a:lnTo>
                <a:cubicBezTo>
                  <a:pt x="159804" y="114459"/>
                  <a:pt x="159525" y="111835"/>
                  <a:pt x="159246" y="109659"/>
                </a:cubicBezTo>
                <a:cubicBezTo>
                  <a:pt x="158967" y="107482"/>
                  <a:pt x="158464" y="105696"/>
                  <a:pt x="157739" y="104301"/>
                </a:cubicBezTo>
                <a:cubicBezTo>
                  <a:pt x="157013" y="102906"/>
                  <a:pt x="155981" y="101901"/>
                  <a:pt x="154641" y="101287"/>
                </a:cubicBezTo>
                <a:cubicBezTo>
                  <a:pt x="153302" y="100673"/>
                  <a:pt x="151460" y="100339"/>
                  <a:pt x="149116" y="100283"/>
                </a:cubicBezTo>
                <a:lnTo>
                  <a:pt x="121741" y="100283"/>
                </a:lnTo>
                <a:lnTo>
                  <a:pt x="112532" y="141052"/>
                </a:lnTo>
                <a:lnTo>
                  <a:pt x="129024" y="141052"/>
                </a:lnTo>
                <a:cubicBezTo>
                  <a:pt x="130978" y="141052"/>
                  <a:pt x="132596" y="140927"/>
                  <a:pt x="133880" y="140676"/>
                </a:cubicBezTo>
                <a:cubicBezTo>
                  <a:pt x="135163" y="140424"/>
                  <a:pt x="136335" y="139838"/>
                  <a:pt x="137396" y="138918"/>
                </a:cubicBezTo>
                <a:cubicBezTo>
                  <a:pt x="138456" y="137997"/>
                  <a:pt x="139503" y="136685"/>
                  <a:pt x="140535" y="134983"/>
                </a:cubicBezTo>
                <a:cubicBezTo>
                  <a:pt x="141568" y="133281"/>
                  <a:pt x="142837" y="131006"/>
                  <a:pt x="144344" y="128160"/>
                </a:cubicBezTo>
                <a:lnTo>
                  <a:pt x="152716" y="128160"/>
                </a:lnTo>
                <a:lnTo>
                  <a:pt x="144679" y="162902"/>
                </a:lnTo>
                <a:lnTo>
                  <a:pt x="136559" y="162902"/>
                </a:lnTo>
                <a:cubicBezTo>
                  <a:pt x="136559" y="159888"/>
                  <a:pt x="136475" y="157502"/>
                  <a:pt x="136307" y="155744"/>
                </a:cubicBezTo>
                <a:cubicBezTo>
                  <a:pt x="136140" y="153986"/>
                  <a:pt x="135777" y="152661"/>
                  <a:pt x="135219" y="151768"/>
                </a:cubicBezTo>
                <a:cubicBezTo>
                  <a:pt x="134661" y="150875"/>
                  <a:pt x="133824" y="150317"/>
                  <a:pt x="132708" y="150094"/>
                </a:cubicBezTo>
                <a:cubicBezTo>
                  <a:pt x="131592" y="149870"/>
                  <a:pt x="130085" y="149759"/>
                  <a:pt x="128187" y="149759"/>
                </a:cubicBezTo>
                <a:lnTo>
                  <a:pt x="110607" y="149759"/>
                </a:lnTo>
                <a:cubicBezTo>
                  <a:pt x="109881" y="152996"/>
                  <a:pt x="109072" y="156526"/>
                  <a:pt x="108179" y="160349"/>
                </a:cubicBezTo>
                <a:cubicBezTo>
                  <a:pt x="107286" y="164172"/>
                  <a:pt x="106449" y="167897"/>
                  <a:pt x="105668" y="171525"/>
                </a:cubicBezTo>
                <a:cubicBezTo>
                  <a:pt x="104886" y="175153"/>
                  <a:pt x="104230" y="178459"/>
                  <a:pt x="103700" y="181445"/>
                </a:cubicBezTo>
                <a:cubicBezTo>
                  <a:pt x="103170" y="184431"/>
                  <a:pt x="102905" y="186650"/>
                  <a:pt x="102905" y="188101"/>
                </a:cubicBezTo>
                <a:cubicBezTo>
                  <a:pt x="102905" y="189217"/>
                  <a:pt x="103058" y="190180"/>
                  <a:pt x="103365" y="190989"/>
                </a:cubicBezTo>
                <a:cubicBezTo>
                  <a:pt x="103672" y="191798"/>
                  <a:pt x="104175" y="192482"/>
                  <a:pt x="104872" y="193040"/>
                </a:cubicBezTo>
                <a:cubicBezTo>
                  <a:pt x="105570" y="193598"/>
                  <a:pt x="106560" y="194017"/>
                  <a:pt x="107844" y="194296"/>
                </a:cubicBezTo>
                <a:cubicBezTo>
                  <a:pt x="109128" y="194575"/>
                  <a:pt x="110774" y="194770"/>
                  <a:pt x="112783" y="194882"/>
                </a:cubicBezTo>
                <a:lnTo>
                  <a:pt x="111611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37" y="194254"/>
                  <a:pt x="80553" y="193835"/>
                </a:cubicBezTo>
                <a:cubicBezTo>
                  <a:pt x="81669" y="193417"/>
                  <a:pt x="82660" y="192607"/>
                  <a:pt x="83525" y="191407"/>
                </a:cubicBezTo>
                <a:cubicBezTo>
                  <a:pt x="84390" y="190207"/>
                  <a:pt x="85171" y="188408"/>
                  <a:pt x="85869" y="186008"/>
                </a:cubicBezTo>
                <a:cubicBezTo>
                  <a:pt x="86566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4" y="110301"/>
                  <a:pt x="103323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8" y="98357"/>
                </a:cubicBezTo>
                <a:cubicBezTo>
                  <a:pt x="100603" y="97297"/>
                  <a:pt x="98245" y="96739"/>
                  <a:pt x="94784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7"/>
                  <a:pt x="57931" y="26120"/>
                  <a:pt x="56368" y="33264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3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8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23FAE25-2C39-4909-8E13-3998F92FB683}"/>
              </a:ext>
            </a:extLst>
          </p:cNvPr>
          <p:cNvSpPr txBox="1"/>
          <p:nvPr/>
        </p:nvSpPr>
        <p:spPr>
          <a:xfrm>
            <a:off x="3032319" y="3091686"/>
            <a:ext cx="188986" cy="218710"/>
          </a:xfrm>
          <a:custGeom>
            <a:avLst/>
            <a:gdLst/>
            <a:ahLst/>
            <a:cxnLst/>
            <a:rect l="l" t="t" r="r" b="b"/>
            <a:pathLst>
              <a:path w="172808" h="199988">
                <a:moveTo>
                  <a:pt x="131368" y="100283"/>
                </a:moveTo>
                <a:cubicBezTo>
                  <a:pt x="130029" y="100283"/>
                  <a:pt x="128494" y="100311"/>
                  <a:pt x="126764" y="100366"/>
                </a:cubicBezTo>
                <a:cubicBezTo>
                  <a:pt x="125034" y="100422"/>
                  <a:pt x="123360" y="100450"/>
                  <a:pt x="121741" y="100450"/>
                </a:cubicBezTo>
                <a:lnTo>
                  <a:pt x="111779" y="144234"/>
                </a:lnTo>
                <a:lnTo>
                  <a:pt x="121741" y="144234"/>
                </a:lnTo>
                <a:cubicBezTo>
                  <a:pt x="132792" y="144234"/>
                  <a:pt x="141275" y="141987"/>
                  <a:pt x="147191" y="137494"/>
                </a:cubicBezTo>
                <a:cubicBezTo>
                  <a:pt x="153107" y="133002"/>
                  <a:pt x="156065" y="126179"/>
                  <a:pt x="156065" y="117026"/>
                </a:cubicBezTo>
                <a:cubicBezTo>
                  <a:pt x="156065" y="113956"/>
                  <a:pt x="155604" y="111347"/>
                  <a:pt x="154683" y="109198"/>
                </a:cubicBezTo>
                <a:cubicBezTo>
                  <a:pt x="153762" y="107050"/>
                  <a:pt x="152297" y="105320"/>
                  <a:pt x="150288" y="104008"/>
                </a:cubicBezTo>
                <a:cubicBezTo>
                  <a:pt x="148279" y="102697"/>
                  <a:pt x="145726" y="101748"/>
                  <a:pt x="142628" y="101162"/>
                </a:cubicBezTo>
                <a:cubicBezTo>
                  <a:pt x="139531" y="100576"/>
                  <a:pt x="135777" y="100283"/>
                  <a:pt x="131368" y="100283"/>
                </a:cubicBezTo>
                <a:close/>
                <a:moveTo>
                  <a:pt x="96040" y="91409"/>
                </a:moveTo>
                <a:lnTo>
                  <a:pt x="134466" y="91409"/>
                </a:lnTo>
                <a:cubicBezTo>
                  <a:pt x="141833" y="91409"/>
                  <a:pt x="147972" y="92051"/>
                  <a:pt x="152883" y="93334"/>
                </a:cubicBezTo>
                <a:cubicBezTo>
                  <a:pt x="157795" y="94618"/>
                  <a:pt x="161729" y="96390"/>
                  <a:pt x="164687" y="98650"/>
                </a:cubicBezTo>
                <a:cubicBezTo>
                  <a:pt x="167645" y="100911"/>
                  <a:pt x="169738" y="103576"/>
                  <a:pt x="170966" y="106645"/>
                </a:cubicBezTo>
                <a:cubicBezTo>
                  <a:pt x="172194" y="109715"/>
                  <a:pt x="172808" y="113035"/>
                  <a:pt x="172808" y="116607"/>
                </a:cubicBezTo>
                <a:cubicBezTo>
                  <a:pt x="172808" y="124867"/>
                  <a:pt x="170282" y="131760"/>
                  <a:pt x="165231" y="137285"/>
                </a:cubicBezTo>
                <a:cubicBezTo>
                  <a:pt x="160181" y="142810"/>
                  <a:pt x="152521" y="147024"/>
                  <a:pt x="142251" y="149926"/>
                </a:cubicBezTo>
                <a:cubicBezTo>
                  <a:pt x="142140" y="150149"/>
                  <a:pt x="142084" y="150345"/>
                  <a:pt x="142084" y="150512"/>
                </a:cubicBezTo>
                <a:cubicBezTo>
                  <a:pt x="142084" y="150680"/>
                  <a:pt x="142084" y="150875"/>
                  <a:pt x="142084" y="151098"/>
                </a:cubicBezTo>
                <a:cubicBezTo>
                  <a:pt x="144707" y="152884"/>
                  <a:pt x="146814" y="155117"/>
                  <a:pt x="148405" y="157795"/>
                </a:cubicBezTo>
                <a:cubicBezTo>
                  <a:pt x="149995" y="160474"/>
                  <a:pt x="151376" y="164018"/>
                  <a:pt x="152548" y="168427"/>
                </a:cubicBezTo>
                <a:cubicBezTo>
                  <a:pt x="153888" y="173674"/>
                  <a:pt x="154990" y="177915"/>
                  <a:pt x="155855" y="181152"/>
                </a:cubicBezTo>
                <a:cubicBezTo>
                  <a:pt x="156720" y="184389"/>
                  <a:pt x="157725" y="186943"/>
                  <a:pt x="158869" y="188812"/>
                </a:cubicBezTo>
                <a:cubicBezTo>
                  <a:pt x="160013" y="190682"/>
                  <a:pt x="161464" y="192049"/>
                  <a:pt x="163222" y="192914"/>
                </a:cubicBezTo>
                <a:cubicBezTo>
                  <a:pt x="164980" y="193779"/>
                  <a:pt x="167366" y="194435"/>
                  <a:pt x="170380" y="194882"/>
                </a:cubicBezTo>
                <a:lnTo>
                  <a:pt x="169208" y="199988"/>
                </a:lnTo>
                <a:lnTo>
                  <a:pt x="144847" y="199988"/>
                </a:lnTo>
                <a:cubicBezTo>
                  <a:pt x="143842" y="197812"/>
                  <a:pt x="142865" y="195147"/>
                  <a:pt x="141917" y="191993"/>
                </a:cubicBezTo>
                <a:cubicBezTo>
                  <a:pt x="140968" y="188840"/>
                  <a:pt x="140131" y="185757"/>
                  <a:pt x="139405" y="182743"/>
                </a:cubicBezTo>
                <a:cubicBezTo>
                  <a:pt x="138289" y="178334"/>
                  <a:pt x="137354" y="174525"/>
                  <a:pt x="136601" y="171316"/>
                </a:cubicBezTo>
                <a:cubicBezTo>
                  <a:pt x="135847" y="168106"/>
                  <a:pt x="135108" y="165400"/>
                  <a:pt x="134382" y="163195"/>
                </a:cubicBezTo>
                <a:cubicBezTo>
                  <a:pt x="133657" y="160991"/>
                  <a:pt x="132903" y="159233"/>
                  <a:pt x="132122" y="157921"/>
                </a:cubicBezTo>
                <a:cubicBezTo>
                  <a:pt x="131340" y="156609"/>
                  <a:pt x="130420" y="155563"/>
                  <a:pt x="129359" y="154782"/>
                </a:cubicBezTo>
                <a:cubicBezTo>
                  <a:pt x="128299" y="154000"/>
                  <a:pt x="127015" y="153484"/>
                  <a:pt x="125508" y="153233"/>
                </a:cubicBezTo>
                <a:cubicBezTo>
                  <a:pt x="124001" y="152982"/>
                  <a:pt x="122160" y="152800"/>
                  <a:pt x="119983" y="152689"/>
                </a:cubicBezTo>
                <a:lnTo>
                  <a:pt x="110021" y="152689"/>
                </a:lnTo>
                <a:cubicBezTo>
                  <a:pt x="109351" y="155647"/>
                  <a:pt x="108626" y="158828"/>
                  <a:pt x="107844" y="162232"/>
                </a:cubicBezTo>
                <a:cubicBezTo>
                  <a:pt x="107063" y="165637"/>
                  <a:pt x="106295" y="168958"/>
                  <a:pt x="105542" y="172195"/>
                </a:cubicBezTo>
                <a:cubicBezTo>
                  <a:pt x="104789" y="175432"/>
                  <a:pt x="104161" y="178459"/>
                  <a:pt x="103658" y="181278"/>
                </a:cubicBezTo>
                <a:cubicBezTo>
                  <a:pt x="103156" y="184096"/>
                  <a:pt x="102905" y="186370"/>
                  <a:pt x="102905" y="188101"/>
                </a:cubicBezTo>
                <a:cubicBezTo>
                  <a:pt x="102905" y="189273"/>
                  <a:pt x="103045" y="190263"/>
                  <a:pt x="103324" y="191073"/>
                </a:cubicBezTo>
                <a:cubicBezTo>
                  <a:pt x="103603" y="191882"/>
                  <a:pt x="104091" y="192538"/>
                  <a:pt x="104789" y="193040"/>
                </a:cubicBezTo>
                <a:cubicBezTo>
                  <a:pt x="105486" y="193542"/>
                  <a:pt x="106435" y="193933"/>
                  <a:pt x="107635" y="194212"/>
                </a:cubicBezTo>
                <a:cubicBezTo>
                  <a:pt x="108835" y="194491"/>
                  <a:pt x="110356" y="194714"/>
                  <a:pt x="112197" y="194882"/>
                </a:cubicBezTo>
                <a:lnTo>
                  <a:pt x="111109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23" y="194254"/>
                  <a:pt x="80511" y="193835"/>
                </a:cubicBezTo>
                <a:cubicBezTo>
                  <a:pt x="81599" y="193417"/>
                  <a:pt x="82576" y="192607"/>
                  <a:pt x="83441" y="191407"/>
                </a:cubicBezTo>
                <a:cubicBezTo>
                  <a:pt x="84306" y="190207"/>
                  <a:pt x="85101" y="188408"/>
                  <a:pt x="85827" y="186008"/>
                </a:cubicBezTo>
                <a:cubicBezTo>
                  <a:pt x="86553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5" y="110301"/>
                  <a:pt x="103324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9" y="98357"/>
                </a:cubicBezTo>
                <a:cubicBezTo>
                  <a:pt x="100603" y="97297"/>
                  <a:pt x="98245" y="96739"/>
                  <a:pt x="94785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4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9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4" y="6493"/>
                  <a:pt x="31812" y="5693"/>
                  <a:pt x="28017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CEC77C-CA9E-4912-8FD5-C3156170548D}"/>
              </a:ext>
            </a:extLst>
          </p:cNvPr>
          <p:cNvCxnSpPr>
            <a:cxnSpLocks/>
          </p:cNvCxnSpPr>
          <p:nvPr/>
        </p:nvCxnSpPr>
        <p:spPr>
          <a:xfrm flipV="1">
            <a:off x="1013482" y="2980633"/>
            <a:ext cx="0" cy="3885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2775558-4840-4E1C-BB7E-92D197E5FA28}"/>
              </a:ext>
            </a:extLst>
          </p:cNvPr>
          <p:cNvSpPr txBox="1"/>
          <p:nvPr/>
        </p:nvSpPr>
        <p:spPr>
          <a:xfrm>
            <a:off x="1085070" y="1065684"/>
            <a:ext cx="619591" cy="200143"/>
          </a:xfrm>
          <a:custGeom>
            <a:avLst/>
            <a:gdLst/>
            <a:ahLst/>
            <a:cxnLst/>
            <a:rect l="l" t="t" r="r" b="b"/>
            <a:pathLst>
              <a:path w="979289" h="316334">
                <a:moveTo>
                  <a:pt x="61169" y="39737"/>
                </a:moveTo>
                <a:lnTo>
                  <a:pt x="91976" y="39737"/>
                </a:lnTo>
                <a:lnTo>
                  <a:pt x="79698" y="94878"/>
                </a:lnTo>
                <a:lnTo>
                  <a:pt x="147563" y="94878"/>
                </a:lnTo>
                <a:lnTo>
                  <a:pt x="142652" y="117425"/>
                </a:lnTo>
                <a:lnTo>
                  <a:pt x="74787" y="117425"/>
                </a:lnTo>
                <a:lnTo>
                  <a:pt x="54918" y="204043"/>
                </a:lnTo>
                <a:cubicBezTo>
                  <a:pt x="51048" y="220861"/>
                  <a:pt x="48593" y="232953"/>
                  <a:pt x="47551" y="240320"/>
                </a:cubicBezTo>
                <a:cubicBezTo>
                  <a:pt x="46509" y="247687"/>
                  <a:pt x="45988" y="253603"/>
                  <a:pt x="45988" y="258068"/>
                </a:cubicBezTo>
                <a:cubicBezTo>
                  <a:pt x="45988" y="276522"/>
                  <a:pt x="53653" y="285750"/>
                  <a:pt x="68982" y="285750"/>
                </a:cubicBezTo>
                <a:cubicBezTo>
                  <a:pt x="75531" y="285750"/>
                  <a:pt x="82488" y="283257"/>
                  <a:pt x="89855" y="278271"/>
                </a:cubicBezTo>
                <a:cubicBezTo>
                  <a:pt x="97222" y="273285"/>
                  <a:pt x="105966" y="264765"/>
                  <a:pt x="116086" y="252710"/>
                </a:cubicBezTo>
                <a:lnTo>
                  <a:pt x="129034" y="266104"/>
                </a:lnTo>
                <a:cubicBezTo>
                  <a:pt x="116086" y="281731"/>
                  <a:pt x="103622" y="293265"/>
                  <a:pt x="91641" y="300707"/>
                </a:cubicBezTo>
                <a:cubicBezTo>
                  <a:pt x="79661" y="308148"/>
                  <a:pt x="67122" y="311869"/>
                  <a:pt x="54025" y="311869"/>
                </a:cubicBezTo>
                <a:cubicBezTo>
                  <a:pt x="22920" y="311869"/>
                  <a:pt x="7367" y="296168"/>
                  <a:pt x="7367" y="264765"/>
                </a:cubicBezTo>
                <a:cubicBezTo>
                  <a:pt x="7367" y="254793"/>
                  <a:pt x="8632" y="244301"/>
                  <a:pt x="11163" y="233288"/>
                </a:cubicBezTo>
                <a:lnTo>
                  <a:pt x="37505" y="117425"/>
                </a:lnTo>
                <a:lnTo>
                  <a:pt x="0" y="117425"/>
                </a:lnTo>
                <a:lnTo>
                  <a:pt x="3349" y="102021"/>
                </a:lnTo>
                <a:cubicBezTo>
                  <a:pt x="12130" y="101872"/>
                  <a:pt x="18790" y="101203"/>
                  <a:pt x="23329" y="100012"/>
                </a:cubicBezTo>
                <a:cubicBezTo>
                  <a:pt x="27868" y="98821"/>
                  <a:pt x="31664" y="97184"/>
                  <a:pt x="34715" y="95101"/>
                </a:cubicBezTo>
                <a:cubicBezTo>
                  <a:pt x="37766" y="93017"/>
                  <a:pt x="40556" y="90041"/>
                  <a:pt x="43086" y="86171"/>
                </a:cubicBezTo>
                <a:cubicBezTo>
                  <a:pt x="45616" y="82302"/>
                  <a:pt x="48072" y="77353"/>
                  <a:pt x="50453" y="71325"/>
                </a:cubicBezTo>
                <a:cubicBezTo>
                  <a:pt x="52834" y="65298"/>
                  <a:pt x="56406" y="54768"/>
                  <a:pt x="61169" y="39737"/>
                </a:cubicBezTo>
                <a:close/>
                <a:moveTo>
                  <a:pt x="597397" y="39067"/>
                </a:moveTo>
                <a:lnTo>
                  <a:pt x="597397" y="72553"/>
                </a:lnTo>
                <a:lnTo>
                  <a:pt x="354955" y="177700"/>
                </a:lnTo>
                <a:lnTo>
                  <a:pt x="597397" y="282847"/>
                </a:lnTo>
                <a:lnTo>
                  <a:pt x="597397" y="316334"/>
                </a:lnTo>
                <a:lnTo>
                  <a:pt x="321469" y="193327"/>
                </a:lnTo>
                <a:lnTo>
                  <a:pt x="321469" y="162073"/>
                </a:lnTo>
                <a:close/>
                <a:moveTo>
                  <a:pt x="881509" y="18975"/>
                </a:moveTo>
                <a:cubicBezTo>
                  <a:pt x="871240" y="18975"/>
                  <a:pt x="862645" y="22026"/>
                  <a:pt x="855725" y="28128"/>
                </a:cubicBezTo>
                <a:cubicBezTo>
                  <a:pt x="848804" y="34230"/>
                  <a:pt x="843223" y="43011"/>
                  <a:pt x="838982" y="54471"/>
                </a:cubicBezTo>
                <a:cubicBezTo>
                  <a:pt x="834740" y="65930"/>
                  <a:pt x="831726" y="79883"/>
                  <a:pt x="829940" y="96329"/>
                </a:cubicBezTo>
                <a:cubicBezTo>
                  <a:pt x="828155" y="112774"/>
                  <a:pt x="827262" y="131340"/>
                  <a:pt x="827262" y="152028"/>
                </a:cubicBezTo>
                <a:cubicBezTo>
                  <a:pt x="827262" y="200546"/>
                  <a:pt x="831764" y="236153"/>
                  <a:pt x="840768" y="258849"/>
                </a:cubicBezTo>
                <a:cubicBezTo>
                  <a:pt x="849772" y="281545"/>
                  <a:pt x="863724" y="292893"/>
                  <a:pt x="882626" y="292893"/>
                </a:cubicBezTo>
                <a:cubicBezTo>
                  <a:pt x="900634" y="292893"/>
                  <a:pt x="913991" y="282215"/>
                  <a:pt x="922698" y="260858"/>
                </a:cubicBezTo>
                <a:cubicBezTo>
                  <a:pt x="931404" y="239501"/>
                  <a:pt x="935757" y="206424"/>
                  <a:pt x="935757" y="161627"/>
                </a:cubicBezTo>
                <a:cubicBezTo>
                  <a:pt x="935757" y="127396"/>
                  <a:pt x="933525" y="99677"/>
                  <a:pt x="929060" y="78469"/>
                </a:cubicBezTo>
                <a:cubicBezTo>
                  <a:pt x="924595" y="57261"/>
                  <a:pt x="918382" y="42044"/>
                  <a:pt x="910419" y="32816"/>
                </a:cubicBezTo>
                <a:cubicBezTo>
                  <a:pt x="902457" y="23589"/>
                  <a:pt x="892820" y="18975"/>
                  <a:pt x="881509" y="18975"/>
                </a:cubicBezTo>
                <a:close/>
                <a:moveTo>
                  <a:pt x="882626" y="0"/>
                </a:moveTo>
                <a:cubicBezTo>
                  <a:pt x="915219" y="0"/>
                  <a:pt x="939478" y="12576"/>
                  <a:pt x="955403" y="37728"/>
                </a:cubicBezTo>
                <a:cubicBezTo>
                  <a:pt x="971327" y="62879"/>
                  <a:pt x="979289" y="100905"/>
                  <a:pt x="979289" y="151804"/>
                </a:cubicBezTo>
                <a:cubicBezTo>
                  <a:pt x="979289" y="204489"/>
                  <a:pt x="970769" y="244338"/>
                  <a:pt x="953728" y="271350"/>
                </a:cubicBezTo>
                <a:cubicBezTo>
                  <a:pt x="936687" y="298363"/>
                  <a:pt x="911796" y="311869"/>
                  <a:pt x="879054" y="311869"/>
                </a:cubicBezTo>
                <a:cubicBezTo>
                  <a:pt x="846907" y="311869"/>
                  <a:pt x="822983" y="299219"/>
                  <a:pt x="807281" y="273918"/>
                </a:cubicBezTo>
                <a:cubicBezTo>
                  <a:pt x="791580" y="248617"/>
                  <a:pt x="783729" y="210219"/>
                  <a:pt x="783729" y="158725"/>
                </a:cubicBezTo>
                <a:cubicBezTo>
                  <a:pt x="783729" y="131340"/>
                  <a:pt x="786148" y="107677"/>
                  <a:pt x="790985" y="87734"/>
                </a:cubicBezTo>
                <a:cubicBezTo>
                  <a:pt x="795822" y="67791"/>
                  <a:pt x="802593" y="51308"/>
                  <a:pt x="811300" y="38286"/>
                </a:cubicBezTo>
                <a:cubicBezTo>
                  <a:pt x="820006" y="25263"/>
                  <a:pt x="830461" y="15627"/>
                  <a:pt x="842665" y="9376"/>
                </a:cubicBezTo>
                <a:cubicBezTo>
                  <a:pt x="854869" y="3125"/>
                  <a:pt x="868189" y="0"/>
                  <a:pt x="88262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3" name="!!1">
            <a:extLst>
              <a:ext uri="{FF2B5EF4-FFF2-40B4-BE49-F238E27FC236}">
                <a16:creationId xmlns:a16="http://schemas.microsoft.com/office/drawing/2014/main" id="{BB484E33-CBB5-4F3F-A05A-4D815C4220F4}"/>
              </a:ext>
            </a:extLst>
          </p:cNvPr>
          <p:cNvSpPr txBox="1"/>
          <p:nvPr/>
        </p:nvSpPr>
        <p:spPr>
          <a:xfrm>
            <a:off x="1085070" y="1515966"/>
            <a:ext cx="1113566" cy="488637"/>
          </a:xfrm>
          <a:custGeom>
            <a:avLst/>
            <a:gdLst/>
            <a:ahLst/>
            <a:cxnLst/>
            <a:rect l="l" t="t" r="r" b="b"/>
            <a:pathLst>
              <a:path w="1193787" h="523838">
                <a:moveTo>
                  <a:pt x="877090" y="415259"/>
                </a:moveTo>
                <a:lnTo>
                  <a:pt x="956034" y="415259"/>
                </a:lnTo>
                <a:lnTo>
                  <a:pt x="950090" y="441378"/>
                </a:lnTo>
                <a:lnTo>
                  <a:pt x="941133" y="441378"/>
                </a:lnTo>
                <a:cubicBezTo>
                  <a:pt x="940854" y="438309"/>
                  <a:pt x="940575" y="435685"/>
                  <a:pt x="940296" y="433509"/>
                </a:cubicBezTo>
                <a:cubicBezTo>
                  <a:pt x="940017" y="431332"/>
                  <a:pt x="939514" y="429546"/>
                  <a:pt x="938789" y="428151"/>
                </a:cubicBezTo>
                <a:cubicBezTo>
                  <a:pt x="938063" y="426756"/>
                  <a:pt x="937031" y="425751"/>
                  <a:pt x="935691" y="425137"/>
                </a:cubicBezTo>
                <a:cubicBezTo>
                  <a:pt x="934352" y="424523"/>
                  <a:pt x="932510" y="424189"/>
                  <a:pt x="930166" y="424133"/>
                </a:cubicBezTo>
                <a:lnTo>
                  <a:pt x="902791" y="424133"/>
                </a:lnTo>
                <a:lnTo>
                  <a:pt x="893582" y="464902"/>
                </a:lnTo>
                <a:lnTo>
                  <a:pt x="910074" y="464902"/>
                </a:lnTo>
                <a:cubicBezTo>
                  <a:pt x="912028" y="464902"/>
                  <a:pt x="913646" y="464777"/>
                  <a:pt x="914930" y="464526"/>
                </a:cubicBezTo>
                <a:cubicBezTo>
                  <a:pt x="916213" y="464274"/>
                  <a:pt x="917385" y="463688"/>
                  <a:pt x="918446" y="462768"/>
                </a:cubicBezTo>
                <a:cubicBezTo>
                  <a:pt x="919506" y="461847"/>
                  <a:pt x="920553" y="460535"/>
                  <a:pt x="921585" y="458833"/>
                </a:cubicBezTo>
                <a:cubicBezTo>
                  <a:pt x="922618" y="457131"/>
                  <a:pt x="923887" y="454856"/>
                  <a:pt x="925394" y="452010"/>
                </a:cubicBezTo>
                <a:lnTo>
                  <a:pt x="933766" y="452010"/>
                </a:lnTo>
                <a:lnTo>
                  <a:pt x="925729" y="486752"/>
                </a:lnTo>
                <a:lnTo>
                  <a:pt x="917609" y="486752"/>
                </a:lnTo>
                <a:cubicBezTo>
                  <a:pt x="917609" y="483738"/>
                  <a:pt x="917525" y="481352"/>
                  <a:pt x="917358" y="479594"/>
                </a:cubicBezTo>
                <a:cubicBezTo>
                  <a:pt x="917190" y="477836"/>
                  <a:pt x="916827" y="476511"/>
                  <a:pt x="916269" y="475618"/>
                </a:cubicBezTo>
                <a:cubicBezTo>
                  <a:pt x="915711" y="474725"/>
                  <a:pt x="914874" y="474167"/>
                  <a:pt x="913758" y="473944"/>
                </a:cubicBezTo>
                <a:cubicBezTo>
                  <a:pt x="912642" y="473720"/>
                  <a:pt x="911135" y="473609"/>
                  <a:pt x="909237" y="473609"/>
                </a:cubicBezTo>
                <a:lnTo>
                  <a:pt x="891657" y="473609"/>
                </a:lnTo>
                <a:cubicBezTo>
                  <a:pt x="890931" y="476846"/>
                  <a:pt x="890122" y="480376"/>
                  <a:pt x="889229" y="484199"/>
                </a:cubicBezTo>
                <a:cubicBezTo>
                  <a:pt x="888336" y="488022"/>
                  <a:pt x="887499" y="491747"/>
                  <a:pt x="886718" y="495375"/>
                </a:cubicBezTo>
                <a:cubicBezTo>
                  <a:pt x="885936" y="499003"/>
                  <a:pt x="885280" y="502309"/>
                  <a:pt x="884750" y="505295"/>
                </a:cubicBezTo>
                <a:cubicBezTo>
                  <a:pt x="884220" y="508281"/>
                  <a:pt x="883955" y="510499"/>
                  <a:pt x="883955" y="511951"/>
                </a:cubicBezTo>
                <a:cubicBezTo>
                  <a:pt x="883955" y="513067"/>
                  <a:pt x="884108" y="514030"/>
                  <a:pt x="884415" y="514839"/>
                </a:cubicBezTo>
                <a:cubicBezTo>
                  <a:pt x="884722" y="515648"/>
                  <a:pt x="885225" y="516332"/>
                  <a:pt x="885922" y="516890"/>
                </a:cubicBezTo>
                <a:cubicBezTo>
                  <a:pt x="886620" y="517448"/>
                  <a:pt x="887610" y="517866"/>
                  <a:pt x="888894" y="518146"/>
                </a:cubicBezTo>
                <a:cubicBezTo>
                  <a:pt x="890178" y="518425"/>
                  <a:pt x="891824" y="518620"/>
                  <a:pt x="893833" y="518732"/>
                </a:cubicBezTo>
                <a:lnTo>
                  <a:pt x="892661" y="523838"/>
                </a:lnTo>
                <a:lnTo>
                  <a:pt x="856412" y="523838"/>
                </a:lnTo>
                <a:lnTo>
                  <a:pt x="857333" y="518732"/>
                </a:lnTo>
                <a:cubicBezTo>
                  <a:pt x="859063" y="518453"/>
                  <a:pt x="860487" y="518104"/>
                  <a:pt x="861603" y="517685"/>
                </a:cubicBezTo>
                <a:cubicBezTo>
                  <a:pt x="862719" y="517267"/>
                  <a:pt x="863710" y="516457"/>
                  <a:pt x="864575" y="515257"/>
                </a:cubicBezTo>
                <a:cubicBezTo>
                  <a:pt x="865440" y="514057"/>
                  <a:pt x="866221" y="512258"/>
                  <a:pt x="866919" y="509858"/>
                </a:cubicBezTo>
                <a:cubicBezTo>
                  <a:pt x="867616" y="507458"/>
                  <a:pt x="868440" y="504109"/>
                  <a:pt x="869388" y="499812"/>
                </a:cubicBezTo>
                <a:lnTo>
                  <a:pt x="883118" y="438783"/>
                </a:lnTo>
                <a:cubicBezTo>
                  <a:pt x="883676" y="436327"/>
                  <a:pt x="884094" y="434151"/>
                  <a:pt x="884373" y="432253"/>
                </a:cubicBezTo>
                <a:cubicBezTo>
                  <a:pt x="884653" y="430356"/>
                  <a:pt x="884792" y="428793"/>
                  <a:pt x="884792" y="427565"/>
                </a:cubicBezTo>
                <a:cubicBezTo>
                  <a:pt x="884792" y="425054"/>
                  <a:pt x="884164" y="423268"/>
                  <a:pt x="882908" y="422207"/>
                </a:cubicBezTo>
                <a:cubicBezTo>
                  <a:pt x="881653" y="421147"/>
                  <a:pt x="879295" y="420589"/>
                  <a:pt x="875834" y="420533"/>
                </a:cubicBezTo>
                <a:close/>
                <a:moveTo>
                  <a:pt x="788379" y="333673"/>
                </a:moveTo>
                <a:cubicBezTo>
                  <a:pt x="784435" y="333673"/>
                  <a:pt x="780268" y="333822"/>
                  <a:pt x="775878" y="334120"/>
                </a:cubicBezTo>
                <a:lnTo>
                  <a:pt x="761590" y="398748"/>
                </a:lnTo>
                <a:lnTo>
                  <a:pt x="774762" y="398748"/>
                </a:lnTo>
                <a:cubicBezTo>
                  <a:pt x="785552" y="398748"/>
                  <a:pt x="794072" y="397297"/>
                  <a:pt x="800323" y="394395"/>
                </a:cubicBezTo>
                <a:cubicBezTo>
                  <a:pt x="806574" y="391493"/>
                  <a:pt x="811522" y="386730"/>
                  <a:pt x="815168" y="380107"/>
                </a:cubicBezTo>
                <a:cubicBezTo>
                  <a:pt x="818815" y="373485"/>
                  <a:pt x="820638" y="366341"/>
                  <a:pt x="820638" y="358676"/>
                </a:cubicBezTo>
                <a:cubicBezTo>
                  <a:pt x="820638" y="355476"/>
                  <a:pt x="820340" y="352630"/>
                  <a:pt x="819745" y="350137"/>
                </a:cubicBezTo>
                <a:cubicBezTo>
                  <a:pt x="819150" y="347644"/>
                  <a:pt x="818368" y="345579"/>
                  <a:pt x="817401" y="343942"/>
                </a:cubicBezTo>
                <a:cubicBezTo>
                  <a:pt x="816433" y="342305"/>
                  <a:pt x="815206" y="340854"/>
                  <a:pt x="813717" y="339589"/>
                </a:cubicBezTo>
                <a:cubicBezTo>
                  <a:pt x="812229" y="338324"/>
                  <a:pt x="810369" y="337226"/>
                  <a:pt x="808136" y="336296"/>
                </a:cubicBezTo>
                <a:cubicBezTo>
                  <a:pt x="805904" y="335366"/>
                  <a:pt x="803318" y="334696"/>
                  <a:pt x="800379" y="334287"/>
                </a:cubicBezTo>
                <a:cubicBezTo>
                  <a:pt x="797439" y="333878"/>
                  <a:pt x="793440" y="333673"/>
                  <a:pt x="788379" y="333673"/>
                </a:cubicBezTo>
                <a:close/>
                <a:moveTo>
                  <a:pt x="743619" y="323850"/>
                </a:moveTo>
                <a:lnTo>
                  <a:pt x="793291" y="323850"/>
                </a:lnTo>
                <a:cubicBezTo>
                  <a:pt x="801179" y="323850"/>
                  <a:pt x="807615" y="324316"/>
                  <a:pt x="812601" y="325246"/>
                </a:cubicBezTo>
                <a:cubicBezTo>
                  <a:pt x="817587" y="326176"/>
                  <a:pt x="821847" y="327571"/>
                  <a:pt x="825382" y="329431"/>
                </a:cubicBezTo>
                <a:cubicBezTo>
                  <a:pt x="828916" y="331292"/>
                  <a:pt x="831874" y="333692"/>
                  <a:pt x="834256" y="336631"/>
                </a:cubicBezTo>
                <a:cubicBezTo>
                  <a:pt x="836637" y="339570"/>
                  <a:pt x="838423" y="342882"/>
                  <a:pt x="839613" y="346565"/>
                </a:cubicBezTo>
                <a:cubicBezTo>
                  <a:pt x="840804" y="350249"/>
                  <a:pt x="841399" y="354174"/>
                  <a:pt x="841399" y="358341"/>
                </a:cubicBezTo>
                <a:cubicBezTo>
                  <a:pt x="841399" y="369801"/>
                  <a:pt x="837902" y="379549"/>
                  <a:pt x="830907" y="387586"/>
                </a:cubicBezTo>
                <a:cubicBezTo>
                  <a:pt x="823912" y="395623"/>
                  <a:pt x="813606" y="401725"/>
                  <a:pt x="799988" y="405892"/>
                </a:cubicBezTo>
                <a:lnTo>
                  <a:pt x="799988" y="407120"/>
                </a:lnTo>
                <a:cubicBezTo>
                  <a:pt x="803560" y="409799"/>
                  <a:pt x="806443" y="412998"/>
                  <a:pt x="808639" y="416719"/>
                </a:cubicBezTo>
                <a:cubicBezTo>
                  <a:pt x="810834" y="420440"/>
                  <a:pt x="812601" y="425612"/>
                  <a:pt x="813941" y="432235"/>
                </a:cubicBezTo>
                <a:lnTo>
                  <a:pt x="816508" y="445183"/>
                </a:lnTo>
                <a:cubicBezTo>
                  <a:pt x="817326" y="449275"/>
                  <a:pt x="818257" y="452959"/>
                  <a:pt x="819298" y="456233"/>
                </a:cubicBezTo>
                <a:cubicBezTo>
                  <a:pt x="820340" y="459507"/>
                  <a:pt x="821587" y="462112"/>
                  <a:pt x="823038" y="464047"/>
                </a:cubicBezTo>
                <a:cubicBezTo>
                  <a:pt x="824489" y="465981"/>
                  <a:pt x="826126" y="467432"/>
                  <a:pt x="827949" y="468400"/>
                </a:cubicBezTo>
                <a:cubicBezTo>
                  <a:pt x="829772" y="469367"/>
                  <a:pt x="832432" y="470148"/>
                  <a:pt x="835930" y="470744"/>
                </a:cubicBezTo>
                <a:lnTo>
                  <a:pt x="834814" y="476213"/>
                </a:lnTo>
                <a:lnTo>
                  <a:pt x="803895" y="476213"/>
                </a:lnTo>
                <a:cubicBezTo>
                  <a:pt x="801513" y="469590"/>
                  <a:pt x="799393" y="461702"/>
                  <a:pt x="797532" y="452550"/>
                </a:cubicBezTo>
                <a:lnTo>
                  <a:pt x="792621" y="428886"/>
                </a:lnTo>
                <a:cubicBezTo>
                  <a:pt x="791802" y="424793"/>
                  <a:pt x="790816" y="421351"/>
                  <a:pt x="789663" y="418561"/>
                </a:cubicBezTo>
                <a:cubicBezTo>
                  <a:pt x="788510" y="415770"/>
                  <a:pt x="787133" y="413612"/>
                  <a:pt x="785533" y="412087"/>
                </a:cubicBezTo>
                <a:cubicBezTo>
                  <a:pt x="783933" y="410561"/>
                  <a:pt x="782073" y="409557"/>
                  <a:pt x="779952" y="409073"/>
                </a:cubicBezTo>
                <a:cubicBezTo>
                  <a:pt x="777831" y="408589"/>
                  <a:pt x="775245" y="408348"/>
                  <a:pt x="772194" y="408348"/>
                </a:cubicBezTo>
                <a:lnTo>
                  <a:pt x="759469" y="408348"/>
                </a:lnTo>
                <a:lnTo>
                  <a:pt x="751656" y="443731"/>
                </a:lnTo>
                <a:cubicBezTo>
                  <a:pt x="750986" y="446634"/>
                  <a:pt x="750521" y="448940"/>
                  <a:pt x="750261" y="450652"/>
                </a:cubicBezTo>
                <a:cubicBezTo>
                  <a:pt x="750000" y="452364"/>
                  <a:pt x="749777" y="454168"/>
                  <a:pt x="749591" y="456066"/>
                </a:cubicBezTo>
                <a:cubicBezTo>
                  <a:pt x="749405" y="457963"/>
                  <a:pt x="749312" y="459656"/>
                  <a:pt x="749312" y="461144"/>
                </a:cubicBezTo>
                <a:cubicBezTo>
                  <a:pt x="749312" y="463451"/>
                  <a:pt x="749684" y="465256"/>
                  <a:pt x="750428" y="466558"/>
                </a:cubicBezTo>
                <a:cubicBezTo>
                  <a:pt x="751172" y="467860"/>
                  <a:pt x="752289" y="468809"/>
                  <a:pt x="753777" y="469404"/>
                </a:cubicBezTo>
                <a:cubicBezTo>
                  <a:pt x="755265" y="470000"/>
                  <a:pt x="757832" y="470446"/>
                  <a:pt x="761479" y="470744"/>
                </a:cubicBezTo>
                <a:lnTo>
                  <a:pt x="760251" y="476213"/>
                </a:lnTo>
                <a:lnTo>
                  <a:pt x="714375" y="476213"/>
                </a:lnTo>
                <a:lnTo>
                  <a:pt x="715602" y="470744"/>
                </a:lnTo>
                <a:cubicBezTo>
                  <a:pt x="718430" y="470297"/>
                  <a:pt x="720551" y="469572"/>
                  <a:pt x="721965" y="468567"/>
                </a:cubicBezTo>
                <a:cubicBezTo>
                  <a:pt x="723379" y="467563"/>
                  <a:pt x="724569" y="466167"/>
                  <a:pt x="725537" y="464381"/>
                </a:cubicBezTo>
                <a:cubicBezTo>
                  <a:pt x="726504" y="462595"/>
                  <a:pt x="727397" y="460419"/>
                  <a:pt x="728216" y="457852"/>
                </a:cubicBezTo>
                <a:cubicBezTo>
                  <a:pt x="729034" y="455284"/>
                  <a:pt x="730262" y="450317"/>
                  <a:pt x="731899" y="442950"/>
                </a:cubicBezTo>
                <a:lnTo>
                  <a:pt x="750875" y="357002"/>
                </a:lnTo>
                <a:cubicBezTo>
                  <a:pt x="752512" y="349560"/>
                  <a:pt x="753330" y="343682"/>
                  <a:pt x="753330" y="339366"/>
                </a:cubicBezTo>
                <a:cubicBezTo>
                  <a:pt x="753330" y="335719"/>
                  <a:pt x="752475" y="333189"/>
                  <a:pt x="750763" y="331776"/>
                </a:cubicBezTo>
                <a:cubicBezTo>
                  <a:pt x="749052" y="330362"/>
                  <a:pt x="746261" y="329543"/>
                  <a:pt x="742391" y="329320"/>
                </a:cubicBezTo>
                <a:close/>
                <a:moveTo>
                  <a:pt x="96040" y="262859"/>
                </a:moveTo>
                <a:lnTo>
                  <a:pt x="174984" y="262859"/>
                </a:lnTo>
                <a:lnTo>
                  <a:pt x="169040" y="288978"/>
                </a:lnTo>
                <a:lnTo>
                  <a:pt x="160083" y="288978"/>
                </a:lnTo>
                <a:cubicBezTo>
                  <a:pt x="159804" y="285909"/>
                  <a:pt x="159525" y="283285"/>
                  <a:pt x="159246" y="281109"/>
                </a:cubicBezTo>
                <a:cubicBezTo>
                  <a:pt x="158967" y="278932"/>
                  <a:pt x="158464" y="277146"/>
                  <a:pt x="157739" y="275751"/>
                </a:cubicBezTo>
                <a:cubicBezTo>
                  <a:pt x="157013" y="274356"/>
                  <a:pt x="155981" y="273351"/>
                  <a:pt x="154641" y="272737"/>
                </a:cubicBezTo>
                <a:cubicBezTo>
                  <a:pt x="153302" y="272123"/>
                  <a:pt x="151460" y="271789"/>
                  <a:pt x="149116" y="271733"/>
                </a:cubicBezTo>
                <a:lnTo>
                  <a:pt x="121741" y="271733"/>
                </a:lnTo>
                <a:lnTo>
                  <a:pt x="112532" y="312502"/>
                </a:lnTo>
                <a:lnTo>
                  <a:pt x="129024" y="312502"/>
                </a:lnTo>
                <a:cubicBezTo>
                  <a:pt x="130978" y="312502"/>
                  <a:pt x="132596" y="312377"/>
                  <a:pt x="133880" y="312126"/>
                </a:cubicBezTo>
                <a:cubicBezTo>
                  <a:pt x="135163" y="311874"/>
                  <a:pt x="136335" y="311288"/>
                  <a:pt x="137396" y="310368"/>
                </a:cubicBezTo>
                <a:cubicBezTo>
                  <a:pt x="138456" y="309447"/>
                  <a:pt x="139503" y="308135"/>
                  <a:pt x="140535" y="306433"/>
                </a:cubicBezTo>
                <a:cubicBezTo>
                  <a:pt x="141568" y="304731"/>
                  <a:pt x="142837" y="302456"/>
                  <a:pt x="144344" y="299610"/>
                </a:cubicBezTo>
                <a:lnTo>
                  <a:pt x="152716" y="299610"/>
                </a:lnTo>
                <a:lnTo>
                  <a:pt x="144679" y="334352"/>
                </a:lnTo>
                <a:lnTo>
                  <a:pt x="136559" y="334352"/>
                </a:lnTo>
                <a:cubicBezTo>
                  <a:pt x="136559" y="331338"/>
                  <a:pt x="136475" y="328952"/>
                  <a:pt x="136307" y="327194"/>
                </a:cubicBezTo>
                <a:cubicBezTo>
                  <a:pt x="136140" y="325436"/>
                  <a:pt x="135777" y="324111"/>
                  <a:pt x="135219" y="323218"/>
                </a:cubicBezTo>
                <a:cubicBezTo>
                  <a:pt x="134661" y="322325"/>
                  <a:pt x="133824" y="321767"/>
                  <a:pt x="132708" y="321544"/>
                </a:cubicBezTo>
                <a:cubicBezTo>
                  <a:pt x="131592" y="321320"/>
                  <a:pt x="130085" y="321209"/>
                  <a:pt x="128187" y="321209"/>
                </a:cubicBezTo>
                <a:lnTo>
                  <a:pt x="110607" y="321209"/>
                </a:lnTo>
                <a:cubicBezTo>
                  <a:pt x="109881" y="324446"/>
                  <a:pt x="109072" y="327976"/>
                  <a:pt x="108179" y="331799"/>
                </a:cubicBezTo>
                <a:cubicBezTo>
                  <a:pt x="107286" y="335622"/>
                  <a:pt x="106449" y="339347"/>
                  <a:pt x="105668" y="342975"/>
                </a:cubicBezTo>
                <a:cubicBezTo>
                  <a:pt x="104886" y="346603"/>
                  <a:pt x="104230" y="349909"/>
                  <a:pt x="103700" y="352895"/>
                </a:cubicBezTo>
                <a:cubicBezTo>
                  <a:pt x="103170" y="355881"/>
                  <a:pt x="102905" y="358100"/>
                  <a:pt x="102905" y="359551"/>
                </a:cubicBezTo>
                <a:cubicBezTo>
                  <a:pt x="102905" y="360667"/>
                  <a:pt x="103058" y="361630"/>
                  <a:pt x="103365" y="362439"/>
                </a:cubicBezTo>
                <a:cubicBezTo>
                  <a:pt x="103672" y="363248"/>
                  <a:pt x="104175" y="363932"/>
                  <a:pt x="104872" y="364490"/>
                </a:cubicBezTo>
                <a:cubicBezTo>
                  <a:pt x="105570" y="365048"/>
                  <a:pt x="106560" y="365467"/>
                  <a:pt x="107844" y="365746"/>
                </a:cubicBezTo>
                <a:cubicBezTo>
                  <a:pt x="109128" y="366025"/>
                  <a:pt x="110774" y="366220"/>
                  <a:pt x="112783" y="366332"/>
                </a:cubicBezTo>
                <a:lnTo>
                  <a:pt x="111611" y="371438"/>
                </a:lnTo>
                <a:lnTo>
                  <a:pt x="75362" y="371438"/>
                </a:lnTo>
                <a:lnTo>
                  <a:pt x="76283" y="366332"/>
                </a:lnTo>
                <a:cubicBezTo>
                  <a:pt x="78013" y="366053"/>
                  <a:pt x="79437" y="365704"/>
                  <a:pt x="80553" y="365285"/>
                </a:cubicBezTo>
                <a:cubicBezTo>
                  <a:pt x="81669" y="364867"/>
                  <a:pt x="82660" y="364057"/>
                  <a:pt x="83525" y="362857"/>
                </a:cubicBezTo>
                <a:cubicBezTo>
                  <a:pt x="84390" y="361657"/>
                  <a:pt x="85171" y="359858"/>
                  <a:pt x="85869" y="357458"/>
                </a:cubicBezTo>
                <a:cubicBezTo>
                  <a:pt x="86566" y="355058"/>
                  <a:pt x="87390" y="351709"/>
                  <a:pt x="88338" y="347412"/>
                </a:cubicBezTo>
                <a:lnTo>
                  <a:pt x="102068" y="286383"/>
                </a:lnTo>
                <a:cubicBezTo>
                  <a:pt x="102626" y="283927"/>
                  <a:pt x="103044" y="281751"/>
                  <a:pt x="103323" y="279853"/>
                </a:cubicBezTo>
                <a:cubicBezTo>
                  <a:pt x="103603" y="277956"/>
                  <a:pt x="103742" y="276393"/>
                  <a:pt x="103742" y="275165"/>
                </a:cubicBezTo>
                <a:cubicBezTo>
                  <a:pt x="103742" y="272654"/>
                  <a:pt x="103114" y="270868"/>
                  <a:pt x="101858" y="269807"/>
                </a:cubicBezTo>
                <a:cubicBezTo>
                  <a:pt x="100603" y="268747"/>
                  <a:pt x="98245" y="268189"/>
                  <a:pt x="94784" y="268133"/>
                </a:cubicBezTo>
                <a:close/>
                <a:moveTo>
                  <a:pt x="304725" y="261529"/>
                </a:moveTo>
                <a:cubicBezTo>
                  <a:pt x="313655" y="261529"/>
                  <a:pt x="324296" y="265435"/>
                  <a:pt x="336649" y="273249"/>
                </a:cubicBezTo>
                <a:cubicBezTo>
                  <a:pt x="349001" y="281062"/>
                  <a:pt x="358378" y="284969"/>
                  <a:pt x="364777" y="284969"/>
                </a:cubicBezTo>
                <a:cubicBezTo>
                  <a:pt x="371102" y="284969"/>
                  <a:pt x="376386" y="283295"/>
                  <a:pt x="380627" y="279946"/>
                </a:cubicBezTo>
                <a:cubicBezTo>
                  <a:pt x="384869" y="276598"/>
                  <a:pt x="389148" y="271389"/>
                  <a:pt x="393464" y="264319"/>
                </a:cubicBezTo>
                <a:lnTo>
                  <a:pt x="402394" y="270347"/>
                </a:lnTo>
                <a:cubicBezTo>
                  <a:pt x="399194" y="276970"/>
                  <a:pt x="394134" y="283648"/>
                  <a:pt x="387213" y="290383"/>
                </a:cubicBezTo>
                <a:cubicBezTo>
                  <a:pt x="380293" y="297117"/>
                  <a:pt x="371884" y="300484"/>
                  <a:pt x="361987" y="300484"/>
                </a:cubicBezTo>
                <a:cubicBezTo>
                  <a:pt x="352462" y="300484"/>
                  <a:pt x="341579" y="296578"/>
                  <a:pt x="329338" y="288764"/>
                </a:cubicBezTo>
                <a:cubicBezTo>
                  <a:pt x="317096" y="280951"/>
                  <a:pt x="307739" y="277044"/>
                  <a:pt x="301265" y="277044"/>
                </a:cubicBezTo>
                <a:cubicBezTo>
                  <a:pt x="295833" y="277044"/>
                  <a:pt x="291070" y="278756"/>
                  <a:pt x="286977" y="282179"/>
                </a:cubicBezTo>
                <a:cubicBezTo>
                  <a:pt x="282885" y="285602"/>
                  <a:pt x="279276" y="290587"/>
                  <a:pt x="276150" y="297136"/>
                </a:cubicBezTo>
                <a:lnTo>
                  <a:pt x="267444" y="292224"/>
                </a:lnTo>
                <a:cubicBezTo>
                  <a:pt x="271239" y="283444"/>
                  <a:pt x="276262" y="276132"/>
                  <a:pt x="282513" y="270291"/>
                </a:cubicBezTo>
                <a:cubicBezTo>
                  <a:pt x="288763" y="264449"/>
                  <a:pt x="296168" y="261529"/>
                  <a:pt x="304725" y="261529"/>
                </a:cubicBezTo>
                <a:close/>
                <a:moveTo>
                  <a:pt x="479412" y="257138"/>
                </a:moveTo>
                <a:lnTo>
                  <a:pt x="717537" y="257138"/>
                </a:lnTo>
                <a:lnTo>
                  <a:pt x="955662" y="257138"/>
                </a:lnTo>
                <a:lnTo>
                  <a:pt x="1193787" y="257138"/>
                </a:lnTo>
                <a:lnTo>
                  <a:pt x="1193787" y="266663"/>
                </a:lnTo>
                <a:lnTo>
                  <a:pt x="955662" y="266663"/>
                </a:lnTo>
                <a:lnTo>
                  <a:pt x="717537" y="266663"/>
                </a:lnTo>
                <a:lnTo>
                  <a:pt x="479412" y="266663"/>
                </a:lnTo>
                <a:close/>
                <a:moveTo>
                  <a:pt x="304725" y="217215"/>
                </a:moveTo>
                <a:cubicBezTo>
                  <a:pt x="313655" y="217215"/>
                  <a:pt x="324296" y="221122"/>
                  <a:pt x="336649" y="228935"/>
                </a:cubicBezTo>
                <a:cubicBezTo>
                  <a:pt x="349001" y="236749"/>
                  <a:pt x="358378" y="240656"/>
                  <a:pt x="364777" y="240656"/>
                </a:cubicBezTo>
                <a:cubicBezTo>
                  <a:pt x="371102" y="240656"/>
                  <a:pt x="376386" y="238981"/>
                  <a:pt x="380627" y="235633"/>
                </a:cubicBezTo>
                <a:cubicBezTo>
                  <a:pt x="384869" y="232284"/>
                  <a:pt x="389148" y="227075"/>
                  <a:pt x="393464" y="220006"/>
                </a:cubicBezTo>
                <a:lnTo>
                  <a:pt x="402394" y="226033"/>
                </a:lnTo>
                <a:cubicBezTo>
                  <a:pt x="399194" y="232656"/>
                  <a:pt x="394134" y="239335"/>
                  <a:pt x="387213" y="246069"/>
                </a:cubicBezTo>
                <a:cubicBezTo>
                  <a:pt x="380293" y="252804"/>
                  <a:pt x="371884" y="256171"/>
                  <a:pt x="361987" y="256171"/>
                </a:cubicBezTo>
                <a:cubicBezTo>
                  <a:pt x="352462" y="256171"/>
                  <a:pt x="341579" y="252264"/>
                  <a:pt x="329338" y="244451"/>
                </a:cubicBezTo>
                <a:cubicBezTo>
                  <a:pt x="317096" y="236637"/>
                  <a:pt x="307739" y="232730"/>
                  <a:pt x="301265" y="232730"/>
                </a:cubicBezTo>
                <a:cubicBezTo>
                  <a:pt x="295833" y="232730"/>
                  <a:pt x="291070" y="234442"/>
                  <a:pt x="286977" y="237865"/>
                </a:cubicBezTo>
                <a:cubicBezTo>
                  <a:pt x="282885" y="241288"/>
                  <a:pt x="279276" y="246274"/>
                  <a:pt x="276150" y="252822"/>
                </a:cubicBezTo>
                <a:lnTo>
                  <a:pt x="267444" y="247911"/>
                </a:lnTo>
                <a:cubicBezTo>
                  <a:pt x="271239" y="239130"/>
                  <a:pt x="276262" y="231819"/>
                  <a:pt x="282513" y="225977"/>
                </a:cubicBezTo>
                <a:cubicBezTo>
                  <a:pt x="288763" y="220136"/>
                  <a:pt x="296168" y="217215"/>
                  <a:pt x="304725" y="217215"/>
                </a:cubicBezTo>
                <a:close/>
                <a:moveTo>
                  <a:pt x="29244" y="171450"/>
                </a:moveTo>
                <a:lnTo>
                  <a:pt x="73893" y="171450"/>
                </a:lnTo>
                <a:lnTo>
                  <a:pt x="72665" y="176920"/>
                </a:lnTo>
                <a:cubicBezTo>
                  <a:pt x="69837" y="177515"/>
                  <a:pt x="67809" y="178185"/>
                  <a:pt x="66582" y="178929"/>
                </a:cubicBezTo>
                <a:cubicBezTo>
                  <a:pt x="65354" y="179673"/>
                  <a:pt x="64256" y="180789"/>
                  <a:pt x="63289" y="182278"/>
                </a:cubicBezTo>
                <a:cubicBezTo>
                  <a:pt x="62321" y="183766"/>
                  <a:pt x="61317" y="186091"/>
                  <a:pt x="60275" y="189254"/>
                </a:cubicBezTo>
                <a:cubicBezTo>
                  <a:pt x="59233" y="192417"/>
                  <a:pt x="57931" y="197570"/>
                  <a:pt x="56368" y="204714"/>
                </a:cubicBezTo>
                <a:lnTo>
                  <a:pt x="37281" y="291331"/>
                </a:lnTo>
                <a:cubicBezTo>
                  <a:pt x="36314" y="295722"/>
                  <a:pt x="35681" y="299201"/>
                  <a:pt x="35383" y="301768"/>
                </a:cubicBezTo>
                <a:cubicBezTo>
                  <a:pt x="35086" y="304335"/>
                  <a:pt x="34937" y="306661"/>
                  <a:pt x="34937" y="308744"/>
                </a:cubicBezTo>
                <a:cubicBezTo>
                  <a:pt x="34937" y="312093"/>
                  <a:pt x="35774" y="314456"/>
                  <a:pt x="37448" y="315832"/>
                </a:cubicBezTo>
                <a:cubicBezTo>
                  <a:pt x="39123" y="317209"/>
                  <a:pt x="41932" y="318046"/>
                  <a:pt x="45876" y="318344"/>
                </a:cubicBezTo>
                <a:lnTo>
                  <a:pt x="44648" y="323813"/>
                </a:lnTo>
                <a:lnTo>
                  <a:pt x="0" y="323813"/>
                </a:lnTo>
                <a:lnTo>
                  <a:pt x="1227" y="318344"/>
                </a:lnTo>
                <a:cubicBezTo>
                  <a:pt x="4055" y="317897"/>
                  <a:pt x="6176" y="317172"/>
                  <a:pt x="7590" y="316167"/>
                </a:cubicBezTo>
                <a:cubicBezTo>
                  <a:pt x="9004" y="315163"/>
                  <a:pt x="10194" y="313767"/>
                  <a:pt x="11162" y="311981"/>
                </a:cubicBezTo>
                <a:cubicBezTo>
                  <a:pt x="12129" y="310195"/>
                  <a:pt x="13022" y="308019"/>
                  <a:pt x="13841" y="305452"/>
                </a:cubicBezTo>
                <a:cubicBezTo>
                  <a:pt x="14659" y="302884"/>
                  <a:pt x="15887" y="297917"/>
                  <a:pt x="17524" y="290550"/>
                </a:cubicBezTo>
                <a:lnTo>
                  <a:pt x="36500" y="204602"/>
                </a:lnTo>
                <a:cubicBezTo>
                  <a:pt x="38137" y="197161"/>
                  <a:pt x="38955" y="191170"/>
                  <a:pt x="38955" y="186631"/>
                </a:cubicBezTo>
                <a:cubicBezTo>
                  <a:pt x="38955" y="183133"/>
                  <a:pt x="38081" y="180696"/>
                  <a:pt x="36332" y="179320"/>
                </a:cubicBezTo>
                <a:cubicBezTo>
                  <a:pt x="34583" y="177943"/>
                  <a:pt x="31812" y="177143"/>
                  <a:pt x="28016" y="176920"/>
                </a:cubicBezTo>
                <a:close/>
                <a:moveTo>
                  <a:pt x="1128982" y="122802"/>
                </a:moveTo>
                <a:cubicBezTo>
                  <a:pt x="1125689" y="122802"/>
                  <a:pt x="1122619" y="123528"/>
                  <a:pt x="1119773" y="124979"/>
                </a:cubicBezTo>
                <a:cubicBezTo>
                  <a:pt x="1116927" y="126430"/>
                  <a:pt x="1114332" y="128411"/>
                  <a:pt x="1111988" y="130923"/>
                </a:cubicBezTo>
                <a:cubicBezTo>
                  <a:pt x="1109643" y="133434"/>
                  <a:pt x="1107565" y="136336"/>
                  <a:pt x="1105751" y="139629"/>
                </a:cubicBezTo>
                <a:cubicBezTo>
                  <a:pt x="1103937" y="142922"/>
                  <a:pt x="1102402" y="146410"/>
                  <a:pt x="1101146" y="150094"/>
                </a:cubicBezTo>
                <a:cubicBezTo>
                  <a:pt x="1099891" y="153777"/>
                  <a:pt x="1098942" y="157558"/>
                  <a:pt x="1098300" y="161437"/>
                </a:cubicBezTo>
                <a:cubicBezTo>
                  <a:pt x="1097658" y="165316"/>
                  <a:pt x="1097337" y="169041"/>
                  <a:pt x="1097337" y="172613"/>
                </a:cubicBezTo>
                <a:cubicBezTo>
                  <a:pt x="1097337" y="178641"/>
                  <a:pt x="1098188" y="183120"/>
                  <a:pt x="1099891" y="186050"/>
                </a:cubicBezTo>
                <a:cubicBezTo>
                  <a:pt x="1101593" y="188980"/>
                  <a:pt x="1104341" y="190445"/>
                  <a:pt x="1108137" y="190445"/>
                </a:cubicBezTo>
                <a:cubicBezTo>
                  <a:pt x="1110034" y="190445"/>
                  <a:pt x="1111862" y="190110"/>
                  <a:pt x="1113620" y="189440"/>
                </a:cubicBezTo>
                <a:cubicBezTo>
                  <a:pt x="1115378" y="188770"/>
                  <a:pt x="1117234" y="187710"/>
                  <a:pt x="1119187" y="186259"/>
                </a:cubicBezTo>
                <a:cubicBezTo>
                  <a:pt x="1124098" y="182408"/>
                  <a:pt x="1128284" y="177720"/>
                  <a:pt x="1131744" y="172195"/>
                </a:cubicBezTo>
                <a:cubicBezTo>
                  <a:pt x="1135205" y="166669"/>
                  <a:pt x="1137800" y="160140"/>
                  <a:pt x="1139530" y="152605"/>
                </a:cubicBezTo>
                <a:cubicBezTo>
                  <a:pt x="1140311" y="149145"/>
                  <a:pt x="1140925" y="146019"/>
                  <a:pt x="1141372" y="143229"/>
                </a:cubicBezTo>
                <a:cubicBezTo>
                  <a:pt x="1141818" y="140438"/>
                  <a:pt x="1142042" y="137787"/>
                  <a:pt x="1142042" y="135276"/>
                </a:cubicBezTo>
                <a:cubicBezTo>
                  <a:pt x="1142042" y="130811"/>
                  <a:pt x="1140995" y="127616"/>
                  <a:pt x="1138902" y="125690"/>
                </a:cubicBezTo>
                <a:cubicBezTo>
                  <a:pt x="1136809" y="123765"/>
                  <a:pt x="1133502" y="122802"/>
                  <a:pt x="1128982" y="122802"/>
                </a:cubicBezTo>
                <a:close/>
                <a:moveTo>
                  <a:pt x="1127475" y="114514"/>
                </a:moveTo>
                <a:cubicBezTo>
                  <a:pt x="1131884" y="114514"/>
                  <a:pt x="1135777" y="115031"/>
                  <a:pt x="1139153" y="116063"/>
                </a:cubicBezTo>
                <a:cubicBezTo>
                  <a:pt x="1142530" y="117096"/>
                  <a:pt x="1145613" y="118505"/>
                  <a:pt x="1148404" y="120291"/>
                </a:cubicBezTo>
                <a:lnTo>
                  <a:pt x="1156524" y="114514"/>
                </a:lnTo>
                <a:lnTo>
                  <a:pt x="1163305" y="116272"/>
                </a:lnTo>
                <a:lnTo>
                  <a:pt x="1150664" y="171106"/>
                </a:lnTo>
                <a:cubicBezTo>
                  <a:pt x="1149939" y="174232"/>
                  <a:pt x="1149436" y="176813"/>
                  <a:pt x="1149157" y="178850"/>
                </a:cubicBezTo>
                <a:cubicBezTo>
                  <a:pt x="1148878" y="180887"/>
                  <a:pt x="1148739" y="182687"/>
                  <a:pt x="1148739" y="184250"/>
                </a:cubicBezTo>
                <a:cubicBezTo>
                  <a:pt x="1148739" y="186370"/>
                  <a:pt x="1149171" y="187905"/>
                  <a:pt x="1150036" y="188854"/>
                </a:cubicBezTo>
                <a:cubicBezTo>
                  <a:pt x="1150901" y="189803"/>
                  <a:pt x="1152143" y="190277"/>
                  <a:pt x="1153762" y="190277"/>
                </a:cubicBezTo>
                <a:cubicBezTo>
                  <a:pt x="1154766" y="190277"/>
                  <a:pt x="1155757" y="190082"/>
                  <a:pt x="1156734" y="189691"/>
                </a:cubicBezTo>
                <a:cubicBezTo>
                  <a:pt x="1157710" y="189301"/>
                  <a:pt x="1158771" y="188687"/>
                  <a:pt x="1159915" y="187849"/>
                </a:cubicBezTo>
                <a:cubicBezTo>
                  <a:pt x="1161059" y="187012"/>
                  <a:pt x="1162315" y="185938"/>
                  <a:pt x="1163682" y="184626"/>
                </a:cubicBezTo>
                <a:cubicBezTo>
                  <a:pt x="1165049" y="183315"/>
                  <a:pt x="1166598" y="181738"/>
                  <a:pt x="1168328" y="179896"/>
                </a:cubicBezTo>
                <a:cubicBezTo>
                  <a:pt x="1169221" y="180845"/>
                  <a:pt x="1170142" y="181780"/>
                  <a:pt x="1171091" y="182701"/>
                </a:cubicBezTo>
                <a:cubicBezTo>
                  <a:pt x="1172040" y="183622"/>
                  <a:pt x="1172961" y="184529"/>
                  <a:pt x="1173854" y="185422"/>
                </a:cubicBezTo>
                <a:cubicBezTo>
                  <a:pt x="1171063" y="188268"/>
                  <a:pt x="1168524" y="190710"/>
                  <a:pt x="1166235" y="192747"/>
                </a:cubicBezTo>
                <a:cubicBezTo>
                  <a:pt x="1163947" y="194784"/>
                  <a:pt x="1161729" y="196458"/>
                  <a:pt x="1159580" y="197770"/>
                </a:cubicBezTo>
                <a:cubicBezTo>
                  <a:pt x="1157431" y="199081"/>
                  <a:pt x="1155324" y="200030"/>
                  <a:pt x="1153259" y="200616"/>
                </a:cubicBezTo>
                <a:cubicBezTo>
                  <a:pt x="1151194" y="201202"/>
                  <a:pt x="1149046" y="201495"/>
                  <a:pt x="1146813" y="201495"/>
                </a:cubicBezTo>
                <a:cubicBezTo>
                  <a:pt x="1142795" y="201495"/>
                  <a:pt x="1139670" y="200198"/>
                  <a:pt x="1137437" y="197602"/>
                </a:cubicBezTo>
                <a:cubicBezTo>
                  <a:pt x="1135205" y="195007"/>
                  <a:pt x="1134089" y="191449"/>
                  <a:pt x="1134089" y="186929"/>
                </a:cubicBezTo>
                <a:cubicBezTo>
                  <a:pt x="1134089" y="184417"/>
                  <a:pt x="1134479" y="182017"/>
                  <a:pt x="1135261" y="179729"/>
                </a:cubicBezTo>
                <a:lnTo>
                  <a:pt x="1134089" y="179227"/>
                </a:lnTo>
                <a:cubicBezTo>
                  <a:pt x="1131242" y="183189"/>
                  <a:pt x="1128480" y="186566"/>
                  <a:pt x="1125801" y="189356"/>
                </a:cubicBezTo>
                <a:cubicBezTo>
                  <a:pt x="1123122" y="192147"/>
                  <a:pt x="1120471" y="194449"/>
                  <a:pt x="1117848" y="196263"/>
                </a:cubicBezTo>
                <a:cubicBezTo>
                  <a:pt x="1115225" y="198077"/>
                  <a:pt x="1112574" y="199402"/>
                  <a:pt x="1109895" y="200239"/>
                </a:cubicBezTo>
                <a:cubicBezTo>
                  <a:pt x="1107216" y="201077"/>
                  <a:pt x="1104425" y="201495"/>
                  <a:pt x="1101523" y="201495"/>
                </a:cubicBezTo>
                <a:cubicBezTo>
                  <a:pt x="1094882" y="201495"/>
                  <a:pt x="1089747" y="199109"/>
                  <a:pt x="1086119" y="194337"/>
                </a:cubicBezTo>
                <a:cubicBezTo>
                  <a:pt x="1082492" y="189566"/>
                  <a:pt x="1080678" y="182631"/>
                  <a:pt x="1080678" y="173534"/>
                </a:cubicBezTo>
                <a:cubicBezTo>
                  <a:pt x="1080678" y="168120"/>
                  <a:pt x="1081250" y="162916"/>
                  <a:pt x="1082394" y="157921"/>
                </a:cubicBezTo>
                <a:cubicBezTo>
                  <a:pt x="1083538" y="152926"/>
                  <a:pt x="1085157" y="148238"/>
                  <a:pt x="1087250" y="143857"/>
                </a:cubicBezTo>
                <a:cubicBezTo>
                  <a:pt x="1089342" y="139476"/>
                  <a:pt x="1091840" y="135485"/>
                  <a:pt x="1094742" y="131885"/>
                </a:cubicBezTo>
                <a:cubicBezTo>
                  <a:pt x="1097644" y="128286"/>
                  <a:pt x="1100825" y="125202"/>
                  <a:pt x="1104286" y="122635"/>
                </a:cubicBezTo>
                <a:cubicBezTo>
                  <a:pt x="1107746" y="120068"/>
                  <a:pt x="1111429" y="118072"/>
                  <a:pt x="1115336" y="116649"/>
                </a:cubicBezTo>
                <a:cubicBezTo>
                  <a:pt x="1119243" y="115226"/>
                  <a:pt x="1123289" y="114514"/>
                  <a:pt x="1127475" y="114514"/>
                </a:cubicBezTo>
                <a:close/>
                <a:moveTo>
                  <a:pt x="619915" y="91409"/>
                </a:moveTo>
                <a:lnTo>
                  <a:pt x="698859" y="91409"/>
                </a:lnTo>
                <a:lnTo>
                  <a:pt x="692915" y="117528"/>
                </a:lnTo>
                <a:lnTo>
                  <a:pt x="683958" y="117528"/>
                </a:lnTo>
                <a:cubicBezTo>
                  <a:pt x="683679" y="114459"/>
                  <a:pt x="683400" y="111835"/>
                  <a:pt x="683121" y="109659"/>
                </a:cubicBezTo>
                <a:cubicBezTo>
                  <a:pt x="682842" y="107482"/>
                  <a:pt x="682339" y="105696"/>
                  <a:pt x="681614" y="104301"/>
                </a:cubicBezTo>
                <a:cubicBezTo>
                  <a:pt x="680888" y="102906"/>
                  <a:pt x="679856" y="101901"/>
                  <a:pt x="678516" y="101287"/>
                </a:cubicBezTo>
                <a:cubicBezTo>
                  <a:pt x="677177" y="100673"/>
                  <a:pt x="675335" y="100339"/>
                  <a:pt x="672991" y="100283"/>
                </a:cubicBezTo>
                <a:lnTo>
                  <a:pt x="645616" y="100283"/>
                </a:lnTo>
                <a:lnTo>
                  <a:pt x="636407" y="141052"/>
                </a:lnTo>
                <a:lnTo>
                  <a:pt x="652899" y="141052"/>
                </a:lnTo>
                <a:cubicBezTo>
                  <a:pt x="654853" y="141052"/>
                  <a:pt x="656471" y="140927"/>
                  <a:pt x="657755" y="140676"/>
                </a:cubicBezTo>
                <a:cubicBezTo>
                  <a:pt x="659038" y="140424"/>
                  <a:pt x="660210" y="139838"/>
                  <a:pt x="661271" y="138918"/>
                </a:cubicBezTo>
                <a:cubicBezTo>
                  <a:pt x="662331" y="137997"/>
                  <a:pt x="663378" y="136685"/>
                  <a:pt x="664410" y="134983"/>
                </a:cubicBezTo>
                <a:cubicBezTo>
                  <a:pt x="665443" y="133281"/>
                  <a:pt x="666712" y="131006"/>
                  <a:pt x="668219" y="128160"/>
                </a:cubicBezTo>
                <a:lnTo>
                  <a:pt x="676591" y="128160"/>
                </a:lnTo>
                <a:lnTo>
                  <a:pt x="668554" y="162902"/>
                </a:lnTo>
                <a:lnTo>
                  <a:pt x="660434" y="162902"/>
                </a:lnTo>
                <a:cubicBezTo>
                  <a:pt x="660434" y="159888"/>
                  <a:pt x="660350" y="157502"/>
                  <a:pt x="660183" y="155744"/>
                </a:cubicBezTo>
                <a:cubicBezTo>
                  <a:pt x="660015" y="153986"/>
                  <a:pt x="659652" y="152661"/>
                  <a:pt x="659094" y="151768"/>
                </a:cubicBezTo>
                <a:cubicBezTo>
                  <a:pt x="658536" y="150875"/>
                  <a:pt x="657699" y="150317"/>
                  <a:pt x="656583" y="150094"/>
                </a:cubicBezTo>
                <a:cubicBezTo>
                  <a:pt x="655467" y="149870"/>
                  <a:pt x="653960" y="149759"/>
                  <a:pt x="652062" y="149759"/>
                </a:cubicBezTo>
                <a:lnTo>
                  <a:pt x="634482" y="149759"/>
                </a:lnTo>
                <a:cubicBezTo>
                  <a:pt x="633756" y="152996"/>
                  <a:pt x="632947" y="156526"/>
                  <a:pt x="632054" y="160349"/>
                </a:cubicBezTo>
                <a:cubicBezTo>
                  <a:pt x="631161" y="164172"/>
                  <a:pt x="630324" y="167897"/>
                  <a:pt x="629543" y="171525"/>
                </a:cubicBezTo>
                <a:cubicBezTo>
                  <a:pt x="628761" y="175153"/>
                  <a:pt x="628105" y="178459"/>
                  <a:pt x="627575" y="181445"/>
                </a:cubicBezTo>
                <a:cubicBezTo>
                  <a:pt x="627045" y="184431"/>
                  <a:pt x="626780" y="186650"/>
                  <a:pt x="626780" y="188101"/>
                </a:cubicBezTo>
                <a:cubicBezTo>
                  <a:pt x="626780" y="189217"/>
                  <a:pt x="626933" y="190180"/>
                  <a:pt x="627240" y="190989"/>
                </a:cubicBezTo>
                <a:cubicBezTo>
                  <a:pt x="627547" y="191798"/>
                  <a:pt x="628050" y="192482"/>
                  <a:pt x="628747" y="193040"/>
                </a:cubicBezTo>
                <a:cubicBezTo>
                  <a:pt x="629445" y="193598"/>
                  <a:pt x="630435" y="194017"/>
                  <a:pt x="631719" y="194296"/>
                </a:cubicBezTo>
                <a:cubicBezTo>
                  <a:pt x="633003" y="194575"/>
                  <a:pt x="634649" y="194770"/>
                  <a:pt x="636658" y="194882"/>
                </a:cubicBezTo>
                <a:lnTo>
                  <a:pt x="635486" y="199988"/>
                </a:lnTo>
                <a:lnTo>
                  <a:pt x="599237" y="199988"/>
                </a:lnTo>
                <a:lnTo>
                  <a:pt x="600158" y="194882"/>
                </a:lnTo>
                <a:cubicBezTo>
                  <a:pt x="601888" y="194603"/>
                  <a:pt x="603312" y="194254"/>
                  <a:pt x="604428" y="193835"/>
                </a:cubicBezTo>
                <a:cubicBezTo>
                  <a:pt x="605544" y="193417"/>
                  <a:pt x="606535" y="192607"/>
                  <a:pt x="607400" y="191407"/>
                </a:cubicBezTo>
                <a:cubicBezTo>
                  <a:pt x="608265" y="190207"/>
                  <a:pt x="609046" y="188408"/>
                  <a:pt x="609744" y="186008"/>
                </a:cubicBezTo>
                <a:cubicBezTo>
                  <a:pt x="610441" y="183608"/>
                  <a:pt x="611265" y="180259"/>
                  <a:pt x="612213" y="175962"/>
                </a:cubicBezTo>
                <a:lnTo>
                  <a:pt x="625943" y="114933"/>
                </a:lnTo>
                <a:cubicBezTo>
                  <a:pt x="626501" y="112477"/>
                  <a:pt x="626919" y="110301"/>
                  <a:pt x="627198" y="108403"/>
                </a:cubicBezTo>
                <a:cubicBezTo>
                  <a:pt x="627478" y="106506"/>
                  <a:pt x="627617" y="104943"/>
                  <a:pt x="627617" y="103715"/>
                </a:cubicBezTo>
                <a:cubicBezTo>
                  <a:pt x="627617" y="101204"/>
                  <a:pt x="626989" y="99418"/>
                  <a:pt x="625733" y="98357"/>
                </a:cubicBezTo>
                <a:cubicBezTo>
                  <a:pt x="624478" y="97297"/>
                  <a:pt x="622120" y="96739"/>
                  <a:pt x="618659" y="96683"/>
                </a:cubicBezTo>
                <a:close/>
                <a:moveTo>
                  <a:pt x="781794" y="79586"/>
                </a:moveTo>
                <a:lnTo>
                  <a:pt x="919311" y="79586"/>
                </a:lnTo>
                <a:lnTo>
                  <a:pt x="919311" y="94432"/>
                </a:lnTo>
                <a:lnTo>
                  <a:pt x="781794" y="94432"/>
                </a:lnTo>
                <a:close/>
                <a:moveTo>
                  <a:pt x="996069" y="0"/>
                </a:moveTo>
                <a:lnTo>
                  <a:pt x="1042280" y="0"/>
                </a:lnTo>
                <a:lnTo>
                  <a:pt x="1041052" y="5470"/>
                </a:lnTo>
                <a:cubicBezTo>
                  <a:pt x="1037778" y="5842"/>
                  <a:pt x="1035229" y="6809"/>
                  <a:pt x="1033406" y="8372"/>
                </a:cubicBezTo>
                <a:cubicBezTo>
                  <a:pt x="1031583" y="9935"/>
                  <a:pt x="1030299" y="12111"/>
                  <a:pt x="1029555" y="14902"/>
                </a:cubicBezTo>
                <a:cubicBezTo>
                  <a:pt x="1028811" y="17692"/>
                  <a:pt x="1028439" y="21432"/>
                  <a:pt x="1028439" y="26120"/>
                </a:cubicBezTo>
                <a:cubicBezTo>
                  <a:pt x="1028439" y="27236"/>
                  <a:pt x="1028551" y="30585"/>
                  <a:pt x="1028774" y="36166"/>
                </a:cubicBezTo>
                <a:lnTo>
                  <a:pt x="1031899" y="117872"/>
                </a:lnTo>
                <a:lnTo>
                  <a:pt x="1031899" y="126802"/>
                </a:lnTo>
                <a:lnTo>
                  <a:pt x="1033016" y="126802"/>
                </a:lnTo>
                <a:lnTo>
                  <a:pt x="1081348" y="39626"/>
                </a:lnTo>
                <a:cubicBezTo>
                  <a:pt x="1084175" y="34491"/>
                  <a:pt x="1086296" y="30082"/>
                  <a:pt x="1087710" y="26399"/>
                </a:cubicBezTo>
                <a:cubicBezTo>
                  <a:pt x="1089124" y="22715"/>
                  <a:pt x="1089831" y="19460"/>
                  <a:pt x="1089831" y="16632"/>
                </a:cubicBezTo>
                <a:cubicBezTo>
                  <a:pt x="1089831" y="10381"/>
                  <a:pt x="1086110" y="6661"/>
                  <a:pt x="1078669" y="5470"/>
                </a:cubicBezTo>
                <a:lnTo>
                  <a:pt x="1079896" y="0"/>
                </a:lnTo>
                <a:lnTo>
                  <a:pt x="1125549" y="0"/>
                </a:lnTo>
                <a:lnTo>
                  <a:pt x="1124322" y="5470"/>
                </a:lnTo>
                <a:cubicBezTo>
                  <a:pt x="1122312" y="5768"/>
                  <a:pt x="1120396" y="6530"/>
                  <a:pt x="1118573" y="7758"/>
                </a:cubicBezTo>
                <a:cubicBezTo>
                  <a:pt x="1116750" y="8986"/>
                  <a:pt x="1114704" y="11032"/>
                  <a:pt x="1112434" y="13897"/>
                </a:cubicBezTo>
                <a:cubicBezTo>
                  <a:pt x="1110164" y="16762"/>
                  <a:pt x="1106648" y="22287"/>
                  <a:pt x="1101886" y="30473"/>
                </a:cubicBezTo>
                <a:lnTo>
                  <a:pt x="1030448" y="154149"/>
                </a:lnTo>
                <a:lnTo>
                  <a:pt x="1015603" y="154149"/>
                </a:lnTo>
                <a:lnTo>
                  <a:pt x="1008124" y="29692"/>
                </a:lnTo>
                <a:cubicBezTo>
                  <a:pt x="1007826" y="24855"/>
                  <a:pt x="1007287" y="20706"/>
                  <a:pt x="1006506" y="17246"/>
                </a:cubicBezTo>
                <a:cubicBezTo>
                  <a:pt x="1005724" y="13786"/>
                  <a:pt x="1004496" y="11088"/>
                  <a:pt x="1002822" y="9153"/>
                </a:cubicBezTo>
                <a:cubicBezTo>
                  <a:pt x="1001148" y="7219"/>
                  <a:pt x="998487" y="5991"/>
                  <a:pt x="994841" y="5470"/>
                </a:cubicBezTo>
                <a:close/>
                <a:moveTo>
                  <a:pt x="491244" y="0"/>
                </a:moveTo>
                <a:lnTo>
                  <a:pt x="537455" y="0"/>
                </a:lnTo>
                <a:lnTo>
                  <a:pt x="536227" y="5470"/>
                </a:lnTo>
                <a:cubicBezTo>
                  <a:pt x="532953" y="5842"/>
                  <a:pt x="530404" y="6809"/>
                  <a:pt x="528581" y="8372"/>
                </a:cubicBezTo>
                <a:cubicBezTo>
                  <a:pt x="526758" y="9935"/>
                  <a:pt x="525474" y="12111"/>
                  <a:pt x="524730" y="14902"/>
                </a:cubicBezTo>
                <a:cubicBezTo>
                  <a:pt x="523986" y="17692"/>
                  <a:pt x="523614" y="21432"/>
                  <a:pt x="523614" y="26120"/>
                </a:cubicBezTo>
                <a:cubicBezTo>
                  <a:pt x="523614" y="27236"/>
                  <a:pt x="523726" y="30585"/>
                  <a:pt x="523949" y="36166"/>
                </a:cubicBezTo>
                <a:lnTo>
                  <a:pt x="527074" y="117872"/>
                </a:lnTo>
                <a:lnTo>
                  <a:pt x="527074" y="126802"/>
                </a:lnTo>
                <a:lnTo>
                  <a:pt x="528191" y="126802"/>
                </a:lnTo>
                <a:lnTo>
                  <a:pt x="576523" y="39626"/>
                </a:lnTo>
                <a:cubicBezTo>
                  <a:pt x="579350" y="34491"/>
                  <a:pt x="581471" y="30082"/>
                  <a:pt x="582885" y="26399"/>
                </a:cubicBezTo>
                <a:cubicBezTo>
                  <a:pt x="584299" y="22715"/>
                  <a:pt x="585006" y="19460"/>
                  <a:pt x="585006" y="16632"/>
                </a:cubicBezTo>
                <a:cubicBezTo>
                  <a:pt x="585006" y="10381"/>
                  <a:pt x="581285" y="6661"/>
                  <a:pt x="573844" y="5470"/>
                </a:cubicBezTo>
                <a:lnTo>
                  <a:pt x="575071" y="0"/>
                </a:lnTo>
                <a:lnTo>
                  <a:pt x="620724" y="0"/>
                </a:lnTo>
                <a:lnTo>
                  <a:pt x="619497" y="5470"/>
                </a:lnTo>
                <a:cubicBezTo>
                  <a:pt x="617487" y="5768"/>
                  <a:pt x="615571" y="6530"/>
                  <a:pt x="613748" y="7758"/>
                </a:cubicBezTo>
                <a:cubicBezTo>
                  <a:pt x="611925" y="8986"/>
                  <a:pt x="609879" y="11032"/>
                  <a:pt x="607609" y="13897"/>
                </a:cubicBezTo>
                <a:cubicBezTo>
                  <a:pt x="605339" y="16762"/>
                  <a:pt x="601823" y="22287"/>
                  <a:pt x="597061" y="30473"/>
                </a:cubicBezTo>
                <a:lnTo>
                  <a:pt x="525623" y="154149"/>
                </a:lnTo>
                <a:lnTo>
                  <a:pt x="510778" y="154149"/>
                </a:lnTo>
                <a:lnTo>
                  <a:pt x="503299" y="29692"/>
                </a:lnTo>
                <a:cubicBezTo>
                  <a:pt x="503001" y="24855"/>
                  <a:pt x="502462" y="20706"/>
                  <a:pt x="501681" y="17246"/>
                </a:cubicBezTo>
                <a:cubicBezTo>
                  <a:pt x="500899" y="13786"/>
                  <a:pt x="499671" y="11088"/>
                  <a:pt x="497997" y="9153"/>
                </a:cubicBezTo>
                <a:cubicBezTo>
                  <a:pt x="496323" y="7219"/>
                  <a:pt x="493662" y="5991"/>
                  <a:pt x="490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7F35E60-FD22-4987-8D74-0BBDB9F8CA59}"/>
              </a:ext>
            </a:extLst>
          </p:cNvPr>
          <p:cNvGrpSpPr/>
          <p:nvPr/>
        </p:nvGrpSpPr>
        <p:grpSpPr>
          <a:xfrm>
            <a:off x="6864564" y="925376"/>
            <a:ext cx="4847065" cy="3564023"/>
            <a:chOff x="6864564" y="925376"/>
            <a:chExt cx="4847065" cy="3564023"/>
          </a:xfrm>
        </p:grpSpPr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3FA4368B-F526-476A-BEC6-048BB99611D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866289"/>
              <a:ext cx="449932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6290B303-4644-4D3F-A5E5-93BDBAD08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303" y="991793"/>
              <a:ext cx="0" cy="349760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77D9196F-00A9-40C5-A5AF-A26948C2C6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4131" y="1641466"/>
              <a:ext cx="1081814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1C3D7F09-8C76-4408-BBE8-D8B44E90447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217589"/>
              <a:ext cx="108142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2E32C14-C22B-45F1-BA87-7443AADFA533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985323"/>
              <a:ext cx="452475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74339B0-A505-413C-A246-A444D3D0B041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1264669"/>
              <a:ext cx="45247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F3E07892-4C7C-422B-BD85-E4720B3D782E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1544016"/>
              <a:ext cx="452475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63D951D8-D6B6-4939-A1E7-F5BAD714E827}"/>
                </a:ext>
              </a:extLst>
            </p:cNvPr>
            <p:cNvSpPr txBox="1"/>
            <p:nvPr/>
          </p:nvSpPr>
          <p:spPr>
            <a:xfrm>
              <a:off x="10485983" y="925376"/>
              <a:ext cx="620580" cy="149942"/>
            </a:xfrm>
            <a:custGeom>
              <a:avLst/>
              <a:gdLst/>
              <a:ahLst/>
              <a:cxnLst/>
              <a:rect l="l" t="t" r="r" b="b"/>
              <a:pathLst>
                <a:path w="578663" h="139814">
                  <a:moveTo>
                    <a:pt x="255118" y="96012"/>
                  </a:moveTo>
                  <a:cubicBezTo>
                    <a:pt x="264465" y="105562"/>
                    <a:pt x="272136" y="113893"/>
                    <a:pt x="278130" y="121005"/>
                  </a:cubicBezTo>
                  <a:lnTo>
                    <a:pt x="270358" y="126949"/>
                  </a:lnTo>
                  <a:cubicBezTo>
                    <a:pt x="263144" y="116586"/>
                    <a:pt x="255931" y="108102"/>
                    <a:pt x="248717" y="101498"/>
                  </a:cubicBezTo>
                  <a:close/>
                  <a:moveTo>
                    <a:pt x="213360" y="94183"/>
                  </a:moveTo>
                  <a:cubicBezTo>
                    <a:pt x="215697" y="95910"/>
                    <a:pt x="218694" y="97231"/>
                    <a:pt x="222352" y="98145"/>
                  </a:cubicBezTo>
                  <a:cubicBezTo>
                    <a:pt x="223876" y="98552"/>
                    <a:pt x="224638" y="99339"/>
                    <a:pt x="224638" y="100508"/>
                  </a:cubicBezTo>
                  <a:cubicBezTo>
                    <a:pt x="224638" y="101676"/>
                    <a:pt x="223774" y="102565"/>
                    <a:pt x="222047" y="103175"/>
                  </a:cubicBezTo>
                  <a:cubicBezTo>
                    <a:pt x="219914" y="103987"/>
                    <a:pt x="217196" y="106858"/>
                    <a:pt x="213894" y="111785"/>
                  </a:cubicBezTo>
                  <a:cubicBezTo>
                    <a:pt x="210592" y="116713"/>
                    <a:pt x="206655" y="121971"/>
                    <a:pt x="202083" y="127559"/>
                  </a:cubicBezTo>
                  <a:cubicBezTo>
                    <a:pt x="199746" y="125323"/>
                    <a:pt x="196444" y="123545"/>
                    <a:pt x="192177" y="122225"/>
                  </a:cubicBezTo>
                  <a:cubicBezTo>
                    <a:pt x="202438" y="115113"/>
                    <a:pt x="209500" y="105765"/>
                    <a:pt x="213360" y="94183"/>
                  </a:cubicBezTo>
                  <a:close/>
                  <a:moveTo>
                    <a:pt x="544526" y="80467"/>
                  </a:moveTo>
                  <a:cubicBezTo>
                    <a:pt x="553466" y="90017"/>
                    <a:pt x="560731" y="99009"/>
                    <a:pt x="566319" y="107442"/>
                  </a:cubicBezTo>
                  <a:lnTo>
                    <a:pt x="558546" y="112776"/>
                  </a:lnTo>
                  <a:cubicBezTo>
                    <a:pt x="552958" y="103429"/>
                    <a:pt x="545948" y="94437"/>
                    <a:pt x="537515" y="85801"/>
                  </a:cubicBezTo>
                  <a:close/>
                  <a:moveTo>
                    <a:pt x="164592" y="76962"/>
                  </a:moveTo>
                  <a:cubicBezTo>
                    <a:pt x="167336" y="80010"/>
                    <a:pt x="170180" y="82143"/>
                    <a:pt x="173127" y="83363"/>
                  </a:cubicBezTo>
                  <a:cubicBezTo>
                    <a:pt x="162357" y="107645"/>
                    <a:pt x="154534" y="125933"/>
                    <a:pt x="149657" y="138227"/>
                  </a:cubicBezTo>
                  <a:cubicBezTo>
                    <a:pt x="146203" y="135788"/>
                    <a:pt x="142342" y="134010"/>
                    <a:pt x="138075" y="132893"/>
                  </a:cubicBezTo>
                  <a:cubicBezTo>
                    <a:pt x="146609" y="122428"/>
                    <a:pt x="155448" y="103784"/>
                    <a:pt x="164592" y="76962"/>
                  </a:cubicBezTo>
                  <a:close/>
                  <a:moveTo>
                    <a:pt x="363017" y="64922"/>
                  </a:moveTo>
                  <a:lnTo>
                    <a:pt x="363017" y="88239"/>
                  </a:lnTo>
                  <a:lnTo>
                    <a:pt x="400050" y="88239"/>
                  </a:lnTo>
                  <a:lnTo>
                    <a:pt x="400050" y="64922"/>
                  </a:lnTo>
                  <a:close/>
                  <a:moveTo>
                    <a:pt x="315468" y="64922"/>
                  </a:moveTo>
                  <a:lnTo>
                    <a:pt x="315468" y="88239"/>
                  </a:lnTo>
                  <a:lnTo>
                    <a:pt x="353416" y="88239"/>
                  </a:lnTo>
                  <a:lnTo>
                    <a:pt x="353416" y="64922"/>
                  </a:lnTo>
                  <a:close/>
                  <a:moveTo>
                    <a:pt x="58217" y="64922"/>
                  </a:moveTo>
                  <a:lnTo>
                    <a:pt x="58217" y="88239"/>
                  </a:lnTo>
                  <a:lnTo>
                    <a:pt x="95250" y="88239"/>
                  </a:lnTo>
                  <a:lnTo>
                    <a:pt x="95250" y="64922"/>
                  </a:lnTo>
                  <a:close/>
                  <a:moveTo>
                    <a:pt x="10668" y="64922"/>
                  </a:moveTo>
                  <a:lnTo>
                    <a:pt x="10668" y="88239"/>
                  </a:lnTo>
                  <a:lnTo>
                    <a:pt x="48616" y="88239"/>
                  </a:lnTo>
                  <a:lnTo>
                    <a:pt x="48616" y="64922"/>
                  </a:lnTo>
                  <a:close/>
                  <a:moveTo>
                    <a:pt x="215799" y="64465"/>
                  </a:moveTo>
                  <a:lnTo>
                    <a:pt x="215799" y="79705"/>
                  </a:lnTo>
                  <a:lnTo>
                    <a:pt x="257709" y="79705"/>
                  </a:lnTo>
                  <a:lnTo>
                    <a:pt x="257709" y="64465"/>
                  </a:lnTo>
                  <a:close/>
                  <a:moveTo>
                    <a:pt x="215799" y="42672"/>
                  </a:moveTo>
                  <a:lnTo>
                    <a:pt x="215799" y="57912"/>
                  </a:lnTo>
                  <a:lnTo>
                    <a:pt x="257709" y="57912"/>
                  </a:lnTo>
                  <a:lnTo>
                    <a:pt x="257709" y="42672"/>
                  </a:lnTo>
                  <a:close/>
                  <a:moveTo>
                    <a:pt x="142799" y="41148"/>
                  </a:moveTo>
                  <a:cubicBezTo>
                    <a:pt x="153569" y="47244"/>
                    <a:pt x="162510" y="53289"/>
                    <a:pt x="169622" y="59283"/>
                  </a:cubicBezTo>
                  <a:lnTo>
                    <a:pt x="163983" y="66599"/>
                  </a:lnTo>
                  <a:cubicBezTo>
                    <a:pt x="155550" y="59080"/>
                    <a:pt x="146914" y="53086"/>
                    <a:pt x="138075" y="48615"/>
                  </a:cubicBezTo>
                  <a:close/>
                  <a:moveTo>
                    <a:pt x="363017" y="32461"/>
                  </a:moveTo>
                  <a:lnTo>
                    <a:pt x="363017" y="57455"/>
                  </a:lnTo>
                  <a:lnTo>
                    <a:pt x="400050" y="57455"/>
                  </a:lnTo>
                  <a:lnTo>
                    <a:pt x="400050" y="32461"/>
                  </a:lnTo>
                  <a:close/>
                  <a:moveTo>
                    <a:pt x="315468" y="32461"/>
                  </a:moveTo>
                  <a:lnTo>
                    <a:pt x="315468" y="57455"/>
                  </a:lnTo>
                  <a:lnTo>
                    <a:pt x="353416" y="57455"/>
                  </a:lnTo>
                  <a:lnTo>
                    <a:pt x="353416" y="32461"/>
                  </a:lnTo>
                  <a:close/>
                  <a:moveTo>
                    <a:pt x="58217" y="32461"/>
                  </a:moveTo>
                  <a:lnTo>
                    <a:pt x="58217" y="57455"/>
                  </a:lnTo>
                  <a:lnTo>
                    <a:pt x="95250" y="57455"/>
                  </a:lnTo>
                  <a:lnTo>
                    <a:pt x="95250" y="32461"/>
                  </a:lnTo>
                  <a:close/>
                  <a:moveTo>
                    <a:pt x="10668" y="32461"/>
                  </a:moveTo>
                  <a:lnTo>
                    <a:pt x="10668" y="57455"/>
                  </a:lnTo>
                  <a:lnTo>
                    <a:pt x="48616" y="57455"/>
                  </a:lnTo>
                  <a:lnTo>
                    <a:pt x="48616" y="32461"/>
                  </a:lnTo>
                  <a:close/>
                  <a:moveTo>
                    <a:pt x="515722" y="28041"/>
                  </a:moveTo>
                  <a:cubicBezTo>
                    <a:pt x="519176" y="28651"/>
                    <a:pt x="523139" y="28956"/>
                    <a:pt x="527609" y="28956"/>
                  </a:cubicBezTo>
                  <a:cubicBezTo>
                    <a:pt x="529336" y="28956"/>
                    <a:pt x="530200" y="29311"/>
                    <a:pt x="530200" y="30023"/>
                  </a:cubicBezTo>
                  <a:cubicBezTo>
                    <a:pt x="530200" y="30734"/>
                    <a:pt x="529540" y="31597"/>
                    <a:pt x="528219" y="32613"/>
                  </a:cubicBezTo>
                  <a:cubicBezTo>
                    <a:pt x="526898" y="33629"/>
                    <a:pt x="526238" y="35407"/>
                    <a:pt x="526238" y="37947"/>
                  </a:cubicBezTo>
                  <a:lnTo>
                    <a:pt x="526238" y="64160"/>
                  </a:lnTo>
                  <a:cubicBezTo>
                    <a:pt x="540563" y="64059"/>
                    <a:pt x="553162" y="63500"/>
                    <a:pt x="564033" y="62484"/>
                  </a:cubicBezTo>
                  <a:lnTo>
                    <a:pt x="564033" y="72999"/>
                  </a:lnTo>
                  <a:cubicBezTo>
                    <a:pt x="553162" y="71983"/>
                    <a:pt x="540563" y="71425"/>
                    <a:pt x="526238" y="71323"/>
                  </a:cubicBezTo>
                  <a:lnTo>
                    <a:pt x="526238" y="121615"/>
                  </a:lnTo>
                  <a:cubicBezTo>
                    <a:pt x="546558" y="121513"/>
                    <a:pt x="564033" y="120853"/>
                    <a:pt x="578663" y="119634"/>
                  </a:cubicBezTo>
                  <a:lnTo>
                    <a:pt x="578663" y="130911"/>
                  </a:lnTo>
                  <a:cubicBezTo>
                    <a:pt x="563626" y="129591"/>
                    <a:pt x="545643" y="128930"/>
                    <a:pt x="524714" y="128930"/>
                  </a:cubicBezTo>
                  <a:cubicBezTo>
                    <a:pt x="503784" y="128930"/>
                    <a:pt x="484886" y="129591"/>
                    <a:pt x="468021" y="130911"/>
                  </a:cubicBezTo>
                  <a:lnTo>
                    <a:pt x="468021" y="119634"/>
                  </a:lnTo>
                  <a:cubicBezTo>
                    <a:pt x="482550" y="120853"/>
                    <a:pt x="498806" y="121513"/>
                    <a:pt x="516789" y="121615"/>
                  </a:cubicBezTo>
                  <a:lnTo>
                    <a:pt x="516789" y="71323"/>
                  </a:lnTo>
                  <a:cubicBezTo>
                    <a:pt x="501752" y="71425"/>
                    <a:pt x="489560" y="71983"/>
                    <a:pt x="480213" y="72999"/>
                  </a:cubicBezTo>
                  <a:lnTo>
                    <a:pt x="480213" y="62484"/>
                  </a:lnTo>
                  <a:cubicBezTo>
                    <a:pt x="489560" y="63500"/>
                    <a:pt x="501752" y="64059"/>
                    <a:pt x="516789" y="64160"/>
                  </a:cubicBezTo>
                  <a:lnTo>
                    <a:pt x="516789" y="50292"/>
                  </a:lnTo>
                  <a:cubicBezTo>
                    <a:pt x="516789" y="39014"/>
                    <a:pt x="516433" y="31597"/>
                    <a:pt x="515722" y="28041"/>
                  </a:cubicBezTo>
                  <a:close/>
                  <a:moveTo>
                    <a:pt x="230277" y="18288"/>
                  </a:moveTo>
                  <a:cubicBezTo>
                    <a:pt x="232410" y="20523"/>
                    <a:pt x="235662" y="22199"/>
                    <a:pt x="240030" y="23317"/>
                  </a:cubicBezTo>
                  <a:cubicBezTo>
                    <a:pt x="241046" y="23520"/>
                    <a:pt x="241554" y="24130"/>
                    <a:pt x="241554" y="25146"/>
                  </a:cubicBezTo>
                  <a:cubicBezTo>
                    <a:pt x="241554" y="26162"/>
                    <a:pt x="240894" y="26924"/>
                    <a:pt x="239573" y="27432"/>
                  </a:cubicBezTo>
                  <a:cubicBezTo>
                    <a:pt x="238252" y="27940"/>
                    <a:pt x="237059" y="28753"/>
                    <a:pt x="235992" y="29870"/>
                  </a:cubicBezTo>
                  <a:cubicBezTo>
                    <a:pt x="234925" y="30988"/>
                    <a:pt x="233579" y="32969"/>
                    <a:pt x="231953" y="35814"/>
                  </a:cubicBezTo>
                  <a:lnTo>
                    <a:pt x="245517" y="35814"/>
                  </a:lnTo>
                  <a:cubicBezTo>
                    <a:pt x="256388" y="35814"/>
                    <a:pt x="263957" y="35509"/>
                    <a:pt x="268224" y="34899"/>
                  </a:cubicBezTo>
                  <a:cubicBezTo>
                    <a:pt x="267412" y="40386"/>
                    <a:pt x="267005" y="46736"/>
                    <a:pt x="267005" y="53949"/>
                  </a:cubicBezTo>
                  <a:lnTo>
                    <a:pt x="267005" y="68123"/>
                  </a:lnTo>
                  <a:cubicBezTo>
                    <a:pt x="267005" y="75438"/>
                    <a:pt x="267412" y="82042"/>
                    <a:pt x="268224" y="87935"/>
                  </a:cubicBezTo>
                  <a:cubicBezTo>
                    <a:pt x="263957" y="87122"/>
                    <a:pt x="255524" y="86665"/>
                    <a:pt x="242926" y="86563"/>
                  </a:cubicBezTo>
                  <a:lnTo>
                    <a:pt x="242926" y="126797"/>
                  </a:lnTo>
                  <a:cubicBezTo>
                    <a:pt x="242926" y="130556"/>
                    <a:pt x="242342" y="133324"/>
                    <a:pt x="241173" y="135102"/>
                  </a:cubicBezTo>
                  <a:cubicBezTo>
                    <a:pt x="240005" y="136880"/>
                    <a:pt x="237694" y="138150"/>
                    <a:pt x="234239" y="138912"/>
                  </a:cubicBezTo>
                  <a:cubicBezTo>
                    <a:pt x="230785" y="139674"/>
                    <a:pt x="225298" y="139954"/>
                    <a:pt x="217780" y="139751"/>
                  </a:cubicBezTo>
                  <a:cubicBezTo>
                    <a:pt x="217983" y="135687"/>
                    <a:pt x="216662" y="132181"/>
                    <a:pt x="213818" y="129235"/>
                  </a:cubicBezTo>
                  <a:cubicBezTo>
                    <a:pt x="219101" y="130251"/>
                    <a:pt x="223063" y="130759"/>
                    <a:pt x="225705" y="130759"/>
                  </a:cubicBezTo>
                  <a:cubicBezTo>
                    <a:pt x="228346" y="130759"/>
                    <a:pt x="230251" y="130429"/>
                    <a:pt x="231420" y="129768"/>
                  </a:cubicBezTo>
                  <a:cubicBezTo>
                    <a:pt x="232588" y="129108"/>
                    <a:pt x="233172" y="127914"/>
                    <a:pt x="233172" y="126187"/>
                  </a:cubicBezTo>
                  <a:lnTo>
                    <a:pt x="233172" y="86563"/>
                  </a:lnTo>
                  <a:cubicBezTo>
                    <a:pt x="218948" y="86563"/>
                    <a:pt x="209804" y="87020"/>
                    <a:pt x="205740" y="87935"/>
                  </a:cubicBezTo>
                  <a:cubicBezTo>
                    <a:pt x="206452" y="83058"/>
                    <a:pt x="206807" y="76454"/>
                    <a:pt x="206807" y="68123"/>
                  </a:cubicBezTo>
                  <a:lnTo>
                    <a:pt x="206807" y="53949"/>
                  </a:lnTo>
                  <a:cubicBezTo>
                    <a:pt x="206807" y="45923"/>
                    <a:pt x="206452" y="39573"/>
                    <a:pt x="205740" y="34899"/>
                  </a:cubicBezTo>
                  <a:cubicBezTo>
                    <a:pt x="210312" y="35509"/>
                    <a:pt x="216408" y="35814"/>
                    <a:pt x="224028" y="35814"/>
                  </a:cubicBezTo>
                  <a:cubicBezTo>
                    <a:pt x="226975" y="30937"/>
                    <a:pt x="229058" y="25095"/>
                    <a:pt x="230277" y="18288"/>
                  </a:cubicBezTo>
                  <a:close/>
                  <a:moveTo>
                    <a:pt x="459029" y="11582"/>
                  </a:moveTo>
                  <a:cubicBezTo>
                    <a:pt x="461874" y="12293"/>
                    <a:pt x="481635" y="12649"/>
                    <a:pt x="518313" y="12649"/>
                  </a:cubicBezTo>
                  <a:cubicBezTo>
                    <a:pt x="554990" y="12649"/>
                    <a:pt x="574599" y="12293"/>
                    <a:pt x="577139" y="11582"/>
                  </a:cubicBezTo>
                  <a:lnTo>
                    <a:pt x="577139" y="21488"/>
                  </a:lnTo>
                  <a:cubicBezTo>
                    <a:pt x="570942" y="20777"/>
                    <a:pt x="556819" y="20421"/>
                    <a:pt x="534772" y="20421"/>
                  </a:cubicBezTo>
                  <a:lnTo>
                    <a:pt x="468630" y="20421"/>
                  </a:lnTo>
                  <a:cubicBezTo>
                    <a:pt x="468732" y="29464"/>
                    <a:pt x="468783" y="37389"/>
                    <a:pt x="468783" y="44196"/>
                  </a:cubicBezTo>
                  <a:cubicBezTo>
                    <a:pt x="468783" y="69291"/>
                    <a:pt x="467640" y="87731"/>
                    <a:pt x="465354" y="99517"/>
                  </a:cubicBezTo>
                  <a:cubicBezTo>
                    <a:pt x="463068" y="111303"/>
                    <a:pt x="458877" y="123190"/>
                    <a:pt x="452781" y="135179"/>
                  </a:cubicBezTo>
                  <a:cubicBezTo>
                    <a:pt x="448209" y="133959"/>
                    <a:pt x="444704" y="133147"/>
                    <a:pt x="442265" y="132740"/>
                  </a:cubicBezTo>
                  <a:cubicBezTo>
                    <a:pt x="449072" y="123393"/>
                    <a:pt x="453644" y="112801"/>
                    <a:pt x="455981" y="100965"/>
                  </a:cubicBezTo>
                  <a:cubicBezTo>
                    <a:pt x="458318" y="89128"/>
                    <a:pt x="459486" y="70866"/>
                    <a:pt x="459486" y="46177"/>
                  </a:cubicBezTo>
                  <a:cubicBezTo>
                    <a:pt x="459486" y="36525"/>
                    <a:pt x="459334" y="24993"/>
                    <a:pt x="459029" y="11582"/>
                  </a:cubicBezTo>
                  <a:close/>
                  <a:moveTo>
                    <a:pt x="185166" y="9601"/>
                  </a:moveTo>
                  <a:cubicBezTo>
                    <a:pt x="186690" y="10312"/>
                    <a:pt x="201753" y="10668"/>
                    <a:pt x="230353" y="10668"/>
                  </a:cubicBezTo>
                  <a:cubicBezTo>
                    <a:pt x="258953" y="10668"/>
                    <a:pt x="273965" y="10312"/>
                    <a:pt x="275387" y="9601"/>
                  </a:cubicBezTo>
                  <a:lnTo>
                    <a:pt x="275387" y="18897"/>
                  </a:lnTo>
                  <a:cubicBezTo>
                    <a:pt x="270714" y="18186"/>
                    <a:pt x="256388" y="17831"/>
                    <a:pt x="232410" y="17831"/>
                  </a:cubicBezTo>
                  <a:lnTo>
                    <a:pt x="195377" y="17831"/>
                  </a:lnTo>
                  <a:cubicBezTo>
                    <a:pt x="196088" y="39268"/>
                    <a:pt x="196444" y="54864"/>
                    <a:pt x="196444" y="64617"/>
                  </a:cubicBezTo>
                  <a:cubicBezTo>
                    <a:pt x="196444" y="83109"/>
                    <a:pt x="195174" y="96774"/>
                    <a:pt x="192634" y="105613"/>
                  </a:cubicBezTo>
                  <a:cubicBezTo>
                    <a:pt x="190094" y="114452"/>
                    <a:pt x="184760" y="125069"/>
                    <a:pt x="176632" y="137465"/>
                  </a:cubicBezTo>
                  <a:cubicBezTo>
                    <a:pt x="174905" y="135636"/>
                    <a:pt x="173203" y="134340"/>
                    <a:pt x="171527" y="133578"/>
                  </a:cubicBezTo>
                  <a:cubicBezTo>
                    <a:pt x="169850" y="132816"/>
                    <a:pt x="167590" y="132537"/>
                    <a:pt x="164745" y="132740"/>
                  </a:cubicBezTo>
                  <a:cubicBezTo>
                    <a:pt x="174092" y="122987"/>
                    <a:pt x="180137" y="113309"/>
                    <a:pt x="182880" y="103708"/>
                  </a:cubicBezTo>
                  <a:cubicBezTo>
                    <a:pt x="185624" y="94107"/>
                    <a:pt x="186995" y="81458"/>
                    <a:pt x="186995" y="65760"/>
                  </a:cubicBezTo>
                  <a:cubicBezTo>
                    <a:pt x="186995" y="50063"/>
                    <a:pt x="186386" y="31343"/>
                    <a:pt x="185166" y="9601"/>
                  </a:cubicBezTo>
                  <a:close/>
                  <a:moveTo>
                    <a:pt x="152705" y="2743"/>
                  </a:moveTo>
                  <a:cubicBezTo>
                    <a:pt x="163475" y="9042"/>
                    <a:pt x="172416" y="15291"/>
                    <a:pt x="179528" y="21488"/>
                  </a:cubicBezTo>
                  <a:lnTo>
                    <a:pt x="172822" y="28194"/>
                  </a:lnTo>
                  <a:cubicBezTo>
                    <a:pt x="167437" y="22911"/>
                    <a:pt x="159055" y="16967"/>
                    <a:pt x="147676" y="10363"/>
                  </a:cubicBezTo>
                  <a:close/>
                  <a:moveTo>
                    <a:pt x="351740" y="0"/>
                  </a:moveTo>
                  <a:cubicBezTo>
                    <a:pt x="356312" y="609"/>
                    <a:pt x="360782" y="914"/>
                    <a:pt x="365151" y="914"/>
                  </a:cubicBezTo>
                  <a:cubicBezTo>
                    <a:pt x="366980" y="914"/>
                    <a:pt x="367894" y="1346"/>
                    <a:pt x="367894" y="2210"/>
                  </a:cubicBezTo>
                  <a:cubicBezTo>
                    <a:pt x="367894" y="3073"/>
                    <a:pt x="367386" y="3708"/>
                    <a:pt x="366370" y="4115"/>
                  </a:cubicBezTo>
                  <a:cubicBezTo>
                    <a:pt x="365354" y="4521"/>
                    <a:pt x="364541" y="5283"/>
                    <a:pt x="363932" y="6401"/>
                  </a:cubicBezTo>
                  <a:cubicBezTo>
                    <a:pt x="363322" y="7518"/>
                    <a:pt x="363017" y="8534"/>
                    <a:pt x="363017" y="9449"/>
                  </a:cubicBezTo>
                  <a:lnTo>
                    <a:pt x="363017" y="24841"/>
                  </a:lnTo>
                  <a:cubicBezTo>
                    <a:pt x="384963" y="24739"/>
                    <a:pt x="400863" y="24130"/>
                    <a:pt x="410718" y="23012"/>
                  </a:cubicBezTo>
                  <a:cubicBezTo>
                    <a:pt x="410007" y="27178"/>
                    <a:pt x="409652" y="32918"/>
                    <a:pt x="409652" y="40233"/>
                  </a:cubicBezTo>
                  <a:lnTo>
                    <a:pt x="409652" y="85191"/>
                  </a:lnTo>
                  <a:cubicBezTo>
                    <a:pt x="409652" y="92405"/>
                    <a:pt x="410160" y="99669"/>
                    <a:pt x="411176" y="106985"/>
                  </a:cubicBezTo>
                  <a:lnTo>
                    <a:pt x="400050" y="106985"/>
                  </a:lnTo>
                  <a:lnTo>
                    <a:pt x="400050" y="96012"/>
                  </a:lnTo>
                  <a:lnTo>
                    <a:pt x="363017" y="96012"/>
                  </a:lnTo>
                  <a:lnTo>
                    <a:pt x="363017" y="117348"/>
                  </a:lnTo>
                  <a:cubicBezTo>
                    <a:pt x="363017" y="120701"/>
                    <a:pt x="363347" y="123139"/>
                    <a:pt x="364008" y="124663"/>
                  </a:cubicBezTo>
                  <a:cubicBezTo>
                    <a:pt x="364668" y="126187"/>
                    <a:pt x="366116" y="127279"/>
                    <a:pt x="368351" y="127940"/>
                  </a:cubicBezTo>
                  <a:cubicBezTo>
                    <a:pt x="370586" y="128600"/>
                    <a:pt x="374193" y="128930"/>
                    <a:pt x="379172" y="128930"/>
                  </a:cubicBezTo>
                  <a:lnTo>
                    <a:pt x="403251" y="128778"/>
                  </a:lnTo>
                  <a:cubicBezTo>
                    <a:pt x="409347" y="128778"/>
                    <a:pt x="413436" y="126949"/>
                    <a:pt x="415519" y="123291"/>
                  </a:cubicBezTo>
                  <a:cubicBezTo>
                    <a:pt x="417602" y="119634"/>
                    <a:pt x="419100" y="114097"/>
                    <a:pt x="420015" y="106680"/>
                  </a:cubicBezTo>
                  <a:cubicBezTo>
                    <a:pt x="422352" y="109423"/>
                    <a:pt x="425806" y="111506"/>
                    <a:pt x="430378" y="112928"/>
                  </a:cubicBezTo>
                  <a:cubicBezTo>
                    <a:pt x="427940" y="122377"/>
                    <a:pt x="424917" y="128879"/>
                    <a:pt x="421310" y="132435"/>
                  </a:cubicBezTo>
                  <a:cubicBezTo>
                    <a:pt x="417703" y="135991"/>
                    <a:pt x="411734" y="137769"/>
                    <a:pt x="403403" y="137769"/>
                  </a:cubicBezTo>
                  <a:lnTo>
                    <a:pt x="379324" y="137617"/>
                  </a:lnTo>
                  <a:cubicBezTo>
                    <a:pt x="371298" y="137617"/>
                    <a:pt x="365506" y="137058"/>
                    <a:pt x="361950" y="135941"/>
                  </a:cubicBezTo>
                  <a:cubicBezTo>
                    <a:pt x="358394" y="134823"/>
                    <a:pt x="356083" y="132867"/>
                    <a:pt x="355016" y="130073"/>
                  </a:cubicBezTo>
                  <a:cubicBezTo>
                    <a:pt x="353949" y="127279"/>
                    <a:pt x="353416" y="122733"/>
                    <a:pt x="353416" y="116433"/>
                  </a:cubicBezTo>
                  <a:lnTo>
                    <a:pt x="353416" y="96012"/>
                  </a:lnTo>
                  <a:lnTo>
                    <a:pt x="315468" y="96012"/>
                  </a:lnTo>
                  <a:lnTo>
                    <a:pt x="315468" y="110033"/>
                  </a:lnTo>
                  <a:lnTo>
                    <a:pt x="304800" y="110033"/>
                  </a:lnTo>
                  <a:cubicBezTo>
                    <a:pt x="305918" y="102717"/>
                    <a:pt x="306477" y="94945"/>
                    <a:pt x="306477" y="86715"/>
                  </a:cubicBezTo>
                  <a:lnTo>
                    <a:pt x="306477" y="40233"/>
                  </a:lnTo>
                  <a:cubicBezTo>
                    <a:pt x="306477" y="33528"/>
                    <a:pt x="306121" y="27787"/>
                    <a:pt x="305410" y="23012"/>
                  </a:cubicBezTo>
                  <a:cubicBezTo>
                    <a:pt x="315773" y="24130"/>
                    <a:pt x="331775" y="24739"/>
                    <a:pt x="353416" y="24841"/>
                  </a:cubicBezTo>
                  <a:cubicBezTo>
                    <a:pt x="353416" y="13563"/>
                    <a:pt x="352857" y="5283"/>
                    <a:pt x="351740" y="0"/>
                  </a:cubicBezTo>
                  <a:close/>
                  <a:moveTo>
                    <a:pt x="46940" y="0"/>
                  </a:moveTo>
                  <a:cubicBezTo>
                    <a:pt x="51512" y="609"/>
                    <a:pt x="55982" y="914"/>
                    <a:pt x="60351" y="914"/>
                  </a:cubicBezTo>
                  <a:cubicBezTo>
                    <a:pt x="62180" y="914"/>
                    <a:pt x="63094" y="1346"/>
                    <a:pt x="63094" y="2210"/>
                  </a:cubicBezTo>
                  <a:cubicBezTo>
                    <a:pt x="63094" y="3073"/>
                    <a:pt x="62586" y="3708"/>
                    <a:pt x="61570" y="4115"/>
                  </a:cubicBezTo>
                  <a:cubicBezTo>
                    <a:pt x="60554" y="4521"/>
                    <a:pt x="59741" y="5283"/>
                    <a:pt x="59132" y="6401"/>
                  </a:cubicBezTo>
                  <a:cubicBezTo>
                    <a:pt x="58522" y="7518"/>
                    <a:pt x="58217" y="8534"/>
                    <a:pt x="58217" y="9449"/>
                  </a:cubicBezTo>
                  <a:lnTo>
                    <a:pt x="58217" y="24841"/>
                  </a:lnTo>
                  <a:cubicBezTo>
                    <a:pt x="80163" y="24739"/>
                    <a:pt x="96063" y="24130"/>
                    <a:pt x="105918" y="23012"/>
                  </a:cubicBezTo>
                  <a:cubicBezTo>
                    <a:pt x="105207" y="27178"/>
                    <a:pt x="104852" y="32918"/>
                    <a:pt x="104852" y="40233"/>
                  </a:cubicBezTo>
                  <a:lnTo>
                    <a:pt x="104852" y="85191"/>
                  </a:lnTo>
                  <a:cubicBezTo>
                    <a:pt x="104852" y="92405"/>
                    <a:pt x="105360" y="99669"/>
                    <a:pt x="106376" y="106985"/>
                  </a:cubicBezTo>
                  <a:lnTo>
                    <a:pt x="95250" y="106985"/>
                  </a:lnTo>
                  <a:lnTo>
                    <a:pt x="95250" y="96012"/>
                  </a:lnTo>
                  <a:lnTo>
                    <a:pt x="58217" y="96012"/>
                  </a:lnTo>
                  <a:lnTo>
                    <a:pt x="58217" y="117348"/>
                  </a:lnTo>
                  <a:cubicBezTo>
                    <a:pt x="58217" y="120701"/>
                    <a:pt x="58547" y="123139"/>
                    <a:pt x="59208" y="124663"/>
                  </a:cubicBezTo>
                  <a:cubicBezTo>
                    <a:pt x="59868" y="126187"/>
                    <a:pt x="61316" y="127279"/>
                    <a:pt x="63551" y="127940"/>
                  </a:cubicBezTo>
                  <a:cubicBezTo>
                    <a:pt x="65786" y="128600"/>
                    <a:pt x="69393" y="128930"/>
                    <a:pt x="74372" y="128930"/>
                  </a:cubicBezTo>
                  <a:lnTo>
                    <a:pt x="98451" y="128778"/>
                  </a:lnTo>
                  <a:cubicBezTo>
                    <a:pt x="104547" y="128778"/>
                    <a:pt x="108636" y="126949"/>
                    <a:pt x="110719" y="123291"/>
                  </a:cubicBezTo>
                  <a:cubicBezTo>
                    <a:pt x="112802" y="119634"/>
                    <a:pt x="114300" y="114097"/>
                    <a:pt x="115215" y="106680"/>
                  </a:cubicBezTo>
                  <a:cubicBezTo>
                    <a:pt x="117552" y="109423"/>
                    <a:pt x="121006" y="111506"/>
                    <a:pt x="125578" y="112928"/>
                  </a:cubicBezTo>
                  <a:cubicBezTo>
                    <a:pt x="123140" y="122377"/>
                    <a:pt x="120117" y="128879"/>
                    <a:pt x="116510" y="132435"/>
                  </a:cubicBezTo>
                  <a:cubicBezTo>
                    <a:pt x="112903" y="135991"/>
                    <a:pt x="106934" y="137769"/>
                    <a:pt x="98603" y="137769"/>
                  </a:cubicBezTo>
                  <a:lnTo>
                    <a:pt x="74524" y="137617"/>
                  </a:lnTo>
                  <a:cubicBezTo>
                    <a:pt x="66498" y="137617"/>
                    <a:pt x="60706" y="137058"/>
                    <a:pt x="57150" y="135941"/>
                  </a:cubicBezTo>
                  <a:cubicBezTo>
                    <a:pt x="53594" y="134823"/>
                    <a:pt x="51283" y="132867"/>
                    <a:pt x="50216" y="130073"/>
                  </a:cubicBezTo>
                  <a:cubicBezTo>
                    <a:pt x="49149" y="127279"/>
                    <a:pt x="48616" y="122733"/>
                    <a:pt x="48616" y="116433"/>
                  </a:cubicBezTo>
                  <a:lnTo>
                    <a:pt x="48616" y="96012"/>
                  </a:lnTo>
                  <a:lnTo>
                    <a:pt x="10668" y="96012"/>
                  </a:lnTo>
                  <a:lnTo>
                    <a:pt x="10668" y="110033"/>
                  </a:lnTo>
                  <a:lnTo>
                    <a:pt x="0" y="110033"/>
                  </a:lnTo>
                  <a:cubicBezTo>
                    <a:pt x="1118" y="102717"/>
                    <a:pt x="1677" y="94945"/>
                    <a:pt x="1677" y="86715"/>
                  </a:cubicBezTo>
                  <a:lnTo>
                    <a:pt x="1677" y="40233"/>
                  </a:lnTo>
                  <a:cubicBezTo>
                    <a:pt x="1677" y="33528"/>
                    <a:pt x="1321" y="27787"/>
                    <a:pt x="610" y="23012"/>
                  </a:cubicBezTo>
                  <a:cubicBezTo>
                    <a:pt x="10973" y="24130"/>
                    <a:pt x="26975" y="24739"/>
                    <a:pt x="48616" y="24841"/>
                  </a:cubicBezTo>
                  <a:cubicBezTo>
                    <a:pt x="48616" y="13563"/>
                    <a:pt x="48057" y="5283"/>
                    <a:pt x="46940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990B2EF2-6AA2-4867-830A-683BF8B28FFF}"/>
                </a:ext>
              </a:extLst>
            </p:cNvPr>
            <p:cNvSpPr txBox="1"/>
            <p:nvPr/>
          </p:nvSpPr>
          <p:spPr>
            <a:xfrm>
              <a:off x="10476340" y="1202597"/>
              <a:ext cx="798402" cy="152325"/>
            </a:xfrm>
            <a:custGeom>
              <a:avLst/>
              <a:gdLst/>
              <a:ahLst/>
              <a:cxnLst/>
              <a:rect l="l" t="t" r="r" b="b"/>
              <a:pathLst>
                <a:path w="744474" h="142036">
                  <a:moveTo>
                    <a:pt x="0" y="114147"/>
                  </a:moveTo>
                  <a:cubicBezTo>
                    <a:pt x="13513" y="114960"/>
                    <a:pt x="34747" y="115366"/>
                    <a:pt x="63703" y="115366"/>
                  </a:cubicBezTo>
                  <a:cubicBezTo>
                    <a:pt x="92659" y="115366"/>
                    <a:pt x="115621" y="114960"/>
                    <a:pt x="132588" y="114147"/>
                  </a:cubicBezTo>
                  <a:lnTo>
                    <a:pt x="132588" y="125120"/>
                  </a:lnTo>
                  <a:cubicBezTo>
                    <a:pt x="117551" y="124104"/>
                    <a:pt x="95402" y="123596"/>
                    <a:pt x="66141" y="123596"/>
                  </a:cubicBezTo>
                  <a:cubicBezTo>
                    <a:pt x="36881" y="123596"/>
                    <a:pt x="14833" y="124104"/>
                    <a:pt x="0" y="125120"/>
                  </a:cubicBezTo>
                  <a:close/>
                  <a:moveTo>
                    <a:pt x="337871" y="108508"/>
                  </a:moveTo>
                  <a:lnTo>
                    <a:pt x="337871" y="124206"/>
                  </a:lnTo>
                  <a:lnTo>
                    <a:pt x="409499" y="124206"/>
                  </a:lnTo>
                  <a:lnTo>
                    <a:pt x="409499" y="108508"/>
                  </a:lnTo>
                  <a:close/>
                  <a:moveTo>
                    <a:pt x="635660" y="79400"/>
                  </a:moveTo>
                  <a:cubicBezTo>
                    <a:pt x="637895" y="82143"/>
                    <a:pt x="640689" y="84074"/>
                    <a:pt x="644042" y="85191"/>
                  </a:cubicBezTo>
                  <a:cubicBezTo>
                    <a:pt x="636422" y="98196"/>
                    <a:pt x="627481" y="116078"/>
                    <a:pt x="617220" y="138836"/>
                  </a:cubicBezTo>
                  <a:cubicBezTo>
                    <a:pt x="613867" y="135686"/>
                    <a:pt x="610413" y="133400"/>
                    <a:pt x="606857" y="131978"/>
                  </a:cubicBezTo>
                  <a:cubicBezTo>
                    <a:pt x="619252" y="115011"/>
                    <a:pt x="628853" y="97485"/>
                    <a:pt x="635660" y="79400"/>
                  </a:cubicBezTo>
                  <a:close/>
                  <a:moveTo>
                    <a:pt x="660959" y="76657"/>
                  </a:moveTo>
                  <a:cubicBezTo>
                    <a:pt x="662787" y="77063"/>
                    <a:pt x="666242" y="77266"/>
                    <a:pt x="671322" y="77266"/>
                  </a:cubicBezTo>
                  <a:cubicBezTo>
                    <a:pt x="672846" y="77266"/>
                    <a:pt x="673608" y="77647"/>
                    <a:pt x="673608" y="78409"/>
                  </a:cubicBezTo>
                  <a:cubicBezTo>
                    <a:pt x="673608" y="79171"/>
                    <a:pt x="673151" y="79984"/>
                    <a:pt x="672236" y="80848"/>
                  </a:cubicBezTo>
                  <a:cubicBezTo>
                    <a:pt x="671322" y="81711"/>
                    <a:pt x="670661" y="86283"/>
                    <a:pt x="670255" y="94564"/>
                  </a:cubicBezTo>
                  <a:cubicBezTo>
                    <a:pt x="669849" y="102844"/>
                    <a:pt x="668883" y="109601"/>
                    <a:pt x="667359" y="114833"/>
                  </a:cubicBezTo>
                  <a:cubicBezTo>
                    <a:pt x="665835" y="120065"/>
                    <a:pt x="663245" y="124739"/>
                    <a:pt x="659587" y="128854"/>
                  </a:cubicBezTo>
                  <a:cubicBezTo>
                    <a:pt x="655929" y="132969"/>
                    <a:pt x="650443" y="137363"/>
                    <a:pt x="643128" y="142036"/>
                  </a:cubicBezTo>
                  <a:cubicBezTo>
                    <a:pt x="640791" y="138785"/>
                    <a:pt x="637489" y="136448"/>
                    <a:pt x="633222" y="135026"/>
                  </a:cubicBezTo>
                  <a:cubicBezTo>
                    <a:pt x="642975" y="131165"/>
                    <a:pt x="650138" y="126187"/>
                    <a:pt x="654710" y="120091"/>
                  </a:cubicBezTo>
                  <a:cubicBezTo>
                    <a:pt x="659282" y="113995"/>
                    <a:pt x="661568" y="104394"/>
                    <a:pt x="661568" y="91287"/>
                  </a:cubicBezTo>
                  <a:cubicBezTo>
                    <a:pt x="661568" y="87122"/>
                    <a:pt x="661365" y="82245"/>
                    <a:pt x="660959" y="76657"/>
                  </a:cubicBezTo>
                  <a:close/>
                  <a:moveTo>
                    <a:pt x="683819" y="75895"/>
                  </a:moveTo>
                  <a:cubicBezTo>
                    <a:pt x="686663" y="76504"/>
                    <a:pt x="689051" y="76809"/>
                    <a:pt x="690981" y="76809"/>
                  </a:cubicBezTo>
                  <a:lnTo>
                    <a:pt x="693725" y="76657"/>
                  </a:lnTo>
                  <a:cubicBezTo>
                    <a:pt x="694842" y="76657"/>
                    <a:pt x="695401" y="77165"/>
                    <a:pt x="695401" y="78181"/>
                  </a:cubicBezTo>
                  <a:cubicBezTo>
                    <a:pt x="695401" y="78892"/>
                    <a:pt x="695147" y="79451"/>
                    <a:pt x="694639" y="79857"/>
                  </a:cubicBezTo>
                  <a:cubicBezTo>
                    <a:pt x="694131" y="80264"/>
                    <a:pt x="693826" y="80924"/>
                    <a:pt x="693725" y="81838"/>
                  </a:cubicBezTo>
                  <a:cubicBezTo>
                    <a:pt x="693623" y="82753"/>
                    <a:pt x="693572" y="84531"/>
                    <a:pt x="693572" y="87172"/>
                  </a:cubicBezTo>
                  <a:lnTo>
                    <a:pt x="693572" y="121767"/>
                  </a:lnTo>
                  <a:cubicBezTo>
                    <a:pt x="693572" y="126339"/>
                    <a:pt x="694029" y="131521"/>
                    <a:pt x="694944" y="137312"/>
                  </a:cubicBezTo>
                  <a:lnTo>
                    <a:pt x="684123" y="137312"/>
                  </a:lnTo>
                  <a:cubicBezTo>
                    <a:pt x="684733" y="131622"/>
                    <a:pt x="685038" y="126441"/>
                    <a:pt x="685038" y="121767"/>
                  </a:cubicBezTo>
                  <a:lnTo>
                    <a:pt x="685038" y="89154"/>
                  </a:lnTo>
                  <a:cubicBezTo>
                    <a:pt x="685038" y="82651"/>
                    <a:pt x="684631" y="78232"/>
                    <a:pt x="683819" y="75895"/>
                  </a:cubicBezTo>
                  <a:close/>
                  <a:moveTo>
                    <a:pt x="707745" y="75590"/>
                  </a:moveTo>
                  <a:cubicBezTo>
                    <a:pt x="710082" y="76301"/>
                    <a:pt x="712419" y="76657"/>
                    <a:pt x="714756" y="76657"/>
                  </a:cubicBezTo>
                  <a:lnTo>
                    <a:pt x="718566" y="76504"/>
                  </a:lnTo>
                  <a:cubicBezTo>
                    <a:pt x="720090" y="76504"/>
                    <a:pt x="720852" y="76885"/>
                    <a:pt x="720852" y="77647"/>
                  </a:cubicBezTo>
                  <a:cubicBezTo>
                    <a:pt x="720852" y="78409"/>
                    <a:pt x="720395" y="79146"/>
                    <a:pt x="719480" y="79857"/>
                  </a:cubicBezTo>
                  <a:cubicBezTo>
                    <a:pt x="718058" y="81178"/>
                    <a:pt x="717347" y="84734"/>
                    <a:pt x="717347" y="90525"/>
                  </a:cubicBezTo>
                  <a:lnTo>
                    <a:pt x="717347" y="123748"/>
                  </a:lnTo>
                  <a:cubicBezTo>
                    <a:pt x="717347" y="128117"/>
                    <a:pt x="719633" y="130302"/>
                    <a:pt x="724205" y="130302"/>
                  </a:cubicBezTo>
                  <a:cubicBezTo>
                    <a:pt x="728777" y="130302"/>
                    <a:pt x="731621" y="128955"/>
                    <a:pt x="732739" y="126263"/>
                  </a:cubicBezTo>
                  <a:cubicBezTo>
                    <a:pt x="733857" y="123571"/>
                    <a:pt x="734466" y="119075"/>
                    <a:pt x="734568" y="112776"/>
                  </a:cubicBezTo>
                  <a:cubicBezTo>
                    <a:pt x="736498" y="115417"/>
                    <a:pt x="739800" y="116890"/>
                    <a:pt x="744474" y="117195"/>
                  </a:cubicBezTo>
                  <a:cubicBezTo>
                    <a:pt x="743559" y="123596"/>
                    <a:pt x="742366" y="128270"/>
                    <a:pt x="740892" y="131216"/>
                  </a:cubicBezTo>
                  <a:cubicBezTo>
                    <a:pt x="739419" y="134162"/>
                    <a:pt x="737413" y="136093"/>
                    <a:pt x="734873" y="137007"/>
                  </a:cubicBezTo>
                  <a:cubicBezTo>
                    <a:pt x="732333" y="137922"/>
                    <a:pt x="728396" y="138379"/>
                    <a:pt x="723062" y="138379"/>
                  </a:cubicBezTo>
                  <a:cubicBezTo>
                    <a:pt x="717728" y="138379"/>
                    <a:pt x="714070" y="137490"/>
                    <a:pt x="712089" y="135712"/>
                  </a:cubicBezTo>
                  <a:cubicBezTo>
                    <a:pt x="710108" y="133934"/>
                    <a:pt x="709117" y="129692"/>
                    <a:pt x="709117" y="122986"/>
                  </a:cubicBezTo>
                  <a:lnTo>
                    <a:pt x="709117" y="88392"/>
                  </a:lnTo>
                  <a:cubicBezTo>
                    <a:pt x="709117" y="82804"/>
                    <a:pt x="708660" y="78536"/>
                    <a:pt x="707745" y="75590"/>
                  </a:cubicBezTo>
                  <a:close/>
                  <a:moveTo>
                    <a:pt x="337871" y="69951"/>
                  </a:moveTo>
                  <a:lnTo>
                    <a:pt x="337871" y="83058"/>
                  </a:lnTo>
                  <a:lnTo>
                    <a:pt x="401726" y="83058"/>
                  </a:lnTo>
                  <a:lnTo>
                    <a:pt x="401726" y="69951"/>
                  </a:lnTo>
                  <a:close/>
                  <a:moveTo>
                    <a:pt x="524408" y="66903"/>
                  </a:moveTo>
                  <a:lnTo>
                    <a:pt x="524408" y="90220"/>
                  </a:lnTo>
                  <a:lnTo>
                    <a:pt x="561441" y="90220"/>
                  </a:lnTo>
                  <a:lnTo>
                    <a:pt x="561441" y="66903"/>
                  </a:lnTo>
                  <a:close/>
                  <a:moveTo>
                    <a:pt x="476859" y="66903"/>
                  </a:moveTo>
                  <a:lnTo>
                    <a:pt x="476859" y="90220"/>
                  </a:lnTo>
                  <a:lnTo>
                    <a:pt x="514807" y="90220"/>
                  </a:lnTo>
                  <a:lnTo>
                    <a:pt x="514807" y="66903"/>
                  </a:lnTo>
                  <a:close/>
                  <a:moveTo>
                    <a:pt x="327660" y="62026"/>
                  </a:moveTo>
                  <a:cubicBezTo>
                    <a:pt x="340766" y="62433"/>
                    <a:pt x="355193" y="62636"/>
                    <a:pt x="370941" y="62636"/>
                  </a:cubicBezTo>
                  <a:cubicBezTo>
                    <a:pt x="386689" y="62636"/>
                    <a:pt x="400151" y="62433"/>
                    <a:pt x="411327" y="62026"/>
                  </a:cubicBezTo>
                  <a:cubicBezTo>
                    <a:pt x="410718" y="65887"/>
                    <a:pt x="410413" y="70942"/>
                    <a:pt x="410413" y="77190"/>
                  </a:cubicBezTo>
                  <a:cubicBezTo>
                    <a:pt x="410413" y="83439"/>
                    <a:pt x="410718" y="88036"/>
                    <a:pt x="411327" y="90982"/>
                  </a:cubicBezTo>
                  <a:cubicBezTo>
                    <a:pt x="402183" y="90474"/>
                    <a:pt x="389636" y="90220"/>
                    <a:pt x="373685" y="90220"/>
                  </a:cubicBezTo>
                  <a:lnTo>
                    <a:pt x="337871" y="90220"/>
                  </a:lnTo>
                  <a:lnTo>
                    <a:pt x="337871" y="101346"/>
                  </a:lnTo>
                  <a:lnTo>
                    <a:pt x="374599" y="101346"/>
                  </a:lnTo>
                  <a:cubicBezTo>
                    <a:pt x="389128" y="101346"/>
                    <a:pt x="404114" y="101142"/>
                    <a:pt x="419557" y="100736"/>
                  </a:cubicBezTo>
                  <a:cubicBezTo>
                    <a:pt x="419049" y="102362"/>
                    <a:pt x="418795" y="105816"/>
                    <a:pt x="418795" y="111099"/>
                  </a:cubicBezTo>
                  <a:lnTo>
                    <a:pt x="418795" y="127711"/>
                  </a:lnTo>
                  <a:cubicBezTo>
                    <a:pt x="418795" y="131572"/>
                    <a:pt x="419151" y="135534"/>
                    <a:pt x="419862" y="139598"/>
                  </a:cubicBezTo>
                  <a:lnTo>
                    <a:pt x="409499" y="139598"/>
                  </a:lnTo>
                  <a:lnTo>
                    <a:pt x="409499" y="131673"/>
                  </a:lnTo>
                  <a:lnTo>
                    <a:pt x="337871" y="131673"/>
                  </a:lnTo>
                  <a:cubicBezTo>
                    <a:pt x="338074" y="136347"/>
                    <a:pt x="338328" y="139801"/>
                    <a:pt x="338633" y="142036"/>
                  </a:cubicBezTo>
                  <a:lnTo>
                    <a:pt x="327355" y="142036"/>
                  </a:lnTo>
                  <a:cubicBezTo>
                    <a:pt x="328168" y="136956"/>
                    <a:pt x="328574" y="132435"/>
                    <a:pt x="328574" y="128473"/>
                  </a:cubicBezTo>
                  <a:lnTo>
                    <a:pt x="328574" y="76962"/>
                  </a:lnTo>
                  <a:cubicBezTo>
                    <a:pt x="328574" y="69443"/>
                    <a:pt x="328269" y="64465"/>
                    <a:pt x="327660" y="62026"/>
                  </a:cubicBezTo>
                  <a:close/>
                  <a:moveTo>
                    <a:pt x="612648" y="45415"/>
                  </a:moveTo>
                  <a:cubicBezTo>
                    <a:pt x="622605" y="50495"/>
                    <a:pt x="631901" y="56388"/>
                    <a:pt x="640537" y="63093"/>
                  </a:cubicBezTo>
                  <a:lnTo>
                    <a:pt x="634289" y="70713"/>
                  </a:lnTo>
                  <a:cubicBezTo>
                    <a:pt x="626161" y="63093"/>
                    <a:pt x="617271" y="57251"/>
                    <a:pt x="607619" y="53187"/>
                  </a:cubicBezTo>
                  <a:close/>
                  <a:moveTo>
                    <a:pt x="524408" y="34442"/>
                  </a:moveTo>
                  <a:lnTo>
                    <a:pt x="524408" y="59436"/>
                  </a:lnTo>
                  <a:lnTo>
                    <a:pt x="561441" y="59436"/>
                  </a:lnTo>
                  <a:lnTo>
                    <a:pt x="561441" y="34442"/>
                  </a:lnTo>
                  <a:close/>
                  <a:moveTo>
                    <a:pt x="476859" y="34442"/>
                  </a:moveTo>
                  <a:lnTo>
                    <a:pt x="476859" y="59436"/>
                  </a:lnTo>
                  <a:lnTo>
                    <a:pt x="514807" y="59436"/>
                  </a:lnTo>
                  <a:lnTo>
                    <a:pt x="514807" y="34442"/>
                  </a:lnTo>
                  <a:close/>
                  <a:moveTo>
                    <a:pt x="368198" y="30937"/>
                  </a:moveTo>
                  <a:cubicBezTo>
                    <a:pt x="372161" y="35712"/>
                    <a:pt x="375920" y="40640"/>
                    <a:pt x="379476" y="45720"/>
                  </a:cubicBezTo>
                  <a:cubicBezTo>
                    <a:pt x="405689" y="45720"/>
                    <a:pt x="424129" y="45364"/>
                    <a:pt x="434797" y="44653"/>
                  </a:cubicBezTo>
                  <a:cubicBezTo>
                    <a:pt x="434086" y="48209"/>
                    <a:pt x="433730" y="52197"/>
                    <a:pt x="433730" y="56616"/>
                  </a:cubicBezTo>
                  <a:cubicBezTo>
                    <a:pt x="433730" y="61036"/>
                    <a:pt x="433984" y="65176"/>
                    <a:pt x="434492" y="69037"/>
                  </a:cubicBezTo>
                  <a:lnTo>
                    <a:pt x="424281" y="69037"/>
                  </a:lnTo>
                  <a:lnTo>
                    <a:pt x="424281" y="52578"/>
                  </a:lnTo>
                  <a:lnTo>
                    <a:pt x="316839" y="52578"/>
                  </a:lnTo>
                  <a:lnTo>
                    <a:pt x="316839" y="69494"/>
                  </a:lnTo>
                  <a:lnTo>
                    <a:pt x="306629" y="69494"/>
                  </a:lnTo>
                  <a:cubicBezTo>
                    <a:pt x="307035" y="65938"/>
                    <a:pt x="307238" y="61493"/>
                    <a:pt x="307238" y="56159"/>
                  </a:cubicBezTo>
                  <a:cubicBezTo>
                    <a:pt x="307238" y="50825"/>
                    <a:pt x="307035" y="46990"/>
                    <a:pt x="306629" y="44653"/>
                  </a:cubicBezTo>
                  <a:cubicBezTo>
                    <a:pt x="318008" y="45364"/>
                    <a:pt x="339090" y="45720"/>
                    <a:pt x="369875" y="45720"/>
                  </a:cubicBezTo>
                  <a:cubicBezTo>
                    <a:pt x="367741" y="42164"/>
                    <a:pt x="365099" y="39065"/>
                    <a:pt x="361950" y="36423"/>
                  </a:cubicBezTo>
                  <a:close/>
                  <a:moveTo>
                    <a:pt x="10363" y="23622"/>
                  </a:moveTo>
                  <a:cubicBezTo>
                    <a:pt x="23469" y="24434"/>
                    <a:pt x="41554" y="24841"/>
                    <a:pt x="64617" y="24841"/>
                  </a:cubicBezTo>
                  <a:cubicBezTo>
                    <a:pt x="87681" y="24841"/>
                    <a:pt x="105664" y="24434"/>
                    <a:pt x="118567" y="23622"/>
                  </a:cubicBezTo>
                  <a:lnTo>
                    <a:pt x="118567" y="33832"/>
                  </a:lnTo>
                  <a:cubicBezTo>
                    <a:pt x="106578" y="33223"/>
                    <a:pt x="89611" y="32918"/>
                    <a:pt x="67665" y="32918"/>
                  </a:cubicBezTo>
                  <a:cubicBezTo>
                    <a:pt x="45720" y="32918"/>
                    <a:pt x="26619" y="33223"/>
                    <a:pt x="10363" y="33832"/>
                  </a:cubicBezTo>
                  <a:close/>
                  <a:moveTo>
                    <a:pt x="271729" y="11277"/>
                  </a:moveTo>
                  <a:lnTo>
                    <a:pt x="254965" y="57302"/>
                  </a:lnTo>
                  <a:lnTo>
                    <a:pt x="268376" y="57302"/>
                  </a:lnTo>
                  <a:cubicBezTo>
                    <a:pt x="271119" y="57302"/>
                    <a:pt x="274421" y="56997"/>
                    <a:pt x="278282" y="56388"/>
                  </a:cubicBezTo>
                  <a:cubicBezTo>
                    <a:pt x="275133" y="71323"/>
                    <a:pt x="272161" y="82499"/>
                    <a:pt x="269367" y="89916"/>
                  </a:cubicBezTo>
                  <a:cubicBezTo>
                    <a:pt x="266573" y="97332"/>
                    <a:pt x="263042" y="103784"/>
                    <a:pt x="258775" y="109270"/>
                  </a:cubicBezTo>
                  <a:cubicBezTo>
                    <a:pt x="263347" y="114350"/>
                    <a:pt x="267716" y="118389"/>
                    <a:pt x="271881" y="121386"/>
                  </a:cubicBezTo>
                  <a:cubicBezTo>
                    <a:pt x="276047" y="124383"/>
                    <a:pt x="281889" y="127508"/>
                    <a:pt x="289407" y="130759"/>
                  </a:cubicBezTo>
                  <a:cubicBezTo>
                    <a:pt x="286156" y="132892"/>
                    <a:pt x="283667" y="135788"/>
                    <a:pt x="281940" y="139446"/>
                  </a:cubicBezTo>
                  <a:cubicBezTo>
                    <a:pt x="271780" y="133858"/>
                    <a:pt x="262280" y="125984"/>
                    <a:pt x="253441" y="115824"/>
                  </a:cubicBezTo>
                  <a:cubicBezTo>
                    <a:pt x="243281" y="125984"/>
                    <a:pt x="229717" y="134416"/>
                    <a:pt x="212750" y="141122"/>
                  </a:cubicBezTo>
                  <a:cubicBezTo>
                    <a:pt x="211226" y="137058"/>
                    <a:pt x="208686" y="134010"/>
                    <a:pt x="205130" y="131978"/>
                  </a:cubicBezTo>
                  <a:cubicBezTo>
                    <a:pt x="215189" y="129336"/>
                    <a:pt x="223342" y="126339"/>
                    <a:pt x="229590" y="122986"/>
                  </a:cubicBezTo>
                  <a:cubicBezTo>
                    <a:pt x="235839" y="119634"/>
                    <a:pt x="241859" y="115011"/>
                    <a:pt x="247650" y="109118"/>
                  </a:cubicBezTo>
                  <a:cubicBezTo>
                    <a:pt x="240233" y="100380"/>
                    <a:pt x="232816" y="89204"/>
                    <a:pt x="225399" y="75590"/>
                  </a:cubicBezTo>
                  <a:lnTo>
                    <a:pt x="234086" y="71475"/>
                  </a:lnTo>
                  <a:cubicBezTo>
                    <a:pt x="238455" y="82346"/>
                    <a:pt x="244805" y="92811"/>
                    <a:pt x="253136" y="102870"/>
                  </a:cubicBezTo>
                  <a:cubicBezTo>
                    <a:pt x="260350" y="93116"/>
                    <a:pt x="265023" y="80365"/>
                    <a:pt x="267157" y="64617"/>
                  </a:cubicBezTo>
                  <a:lnTo>
                    <a:pt x="252527" y="64617"/>
                  </a:lnTo>
                  <a:cubicBezTo>
                    <a:pt x="249783" y="64617"/>
                    <a:pt x="246634" y="64922"/>
                    <a:pt x="243078" y="65532"/>
                  </a:cubicBezTo>
                  <a:lnTo>
                    <a:pt x="258927" y="21031"/>
                  </a:lnTo>
                  <a:lnTo>
                    <a:pt x="225704" y="21031"/>
                  </a:lnTo>
                  <a:cubicBezTo>
                    <a:pt x="225501" y="49885"/>
                    <a:pt x="224434" y="70129"/>
                    <a:pt x="222504" y="81762"/>
                  </a:cubicBezTo>
                  <a:cubicBezTo>
                    <a:pt x="220573" y="93395"/>
                    <a:pt x="217576" y="102692"/>
                    <a:pt x="213512" y="109651"/>
                  </a:cubicBezTo>
                  <a:cubicBezTo>
                    <a:pt x="209448" y="116611"/>
                    <a:pt x="203301" y="124206"/>
                    <a:pt x="195072" y="132435"/>
                  </a:cubicBezTo>
                  <a:cubicBezTo>
                    <a:pt x="193040" y="129590"/>
                    <a:pt x="189839" y="127457"/>
                    <a:pt x="185471" y="126034"/>
                  </a:cubicBezTo>
                  <a:cubicBezTo>
                    <a:pt x="199288" y="116281"/>
                    <a:pt x="208127" y="104495"/>
                    <a:pt x="211988" y="90678"/>
                  </a:cubicBezTo>
                  <a:cubicBezTo>
                    <a:pt x="215849" y="76860"/>
                    <a:pt x="217475" y="53644"/>
                    <a:pt x="216865" y="21031"/>
                  </a:cubicBezTo>
                  <a:cubicBezTo>
                    <a:pt x="208635" y="21031"/>
                    <a:pt x="203251" y="21234"/>
                    <a:pt x="200711" y="21640"/>
                  </a:cubicBezTo>
                  <a:lnTo>
                    <a:pt x="200711" y="12649"/>
                  </a:lnTo>
                  <a:cubicBezTo>
                    <a:pt x="207924" y="13258"/>
                    <a:pt x="218795" y="13563"/>
                    <a:pt x="233324" y="13563"/>
                  </a:cubicBezTo>
                  <a:cubicBezTo>
                    <a:pt x="247853" y="13563"/>
                    <a:pt x="260655" y="12801"/>
                    <a:pt x="271729" y="11277"/>
                  </a:cubicBezTo>
                  <a:close/>
                  <a:moveTo>
                    <a:pt x="618287" y="8077"/>
                  </a:moveTo>
                  <a:cubicBezTo>
                    <a:pt x="631088" y="15290"/>
                    <a:pt x="640385" y="21082"/>
                    <a:pt x="646176" y="25450"/>
                  </a:cubicBezTo>
                  <a:lnTo>
                    <a:pt x="640232" y="33070"/>
                  </a:lnTo>
                  <a:cubicBezTo>
                    <a:pt x="635051" y="28295"/>
                    <a:pt x="626059" y="22453"/>
                    <a:pt x="613257" y="15544"/>
                  </a:cubicBezTo>
                  <a:close/>
                  <a:moveTo>
                    <a:pt x="513131" y="1981"/>
                  </a:moveTo>
                  <a:cubicBezTo>
                    <a:pt x="517703" y="2590"/>
                    <a:pt x="522173" y="2895"/>
                    <a:pt x="526542" y="2895"/>
                  </a:cubicBezTo>
                  <a:cubicBezTo>
                    <a:pt x="528371" y="2895"/>
                    <a:pt x="529285" y="3327"/>
                    <a:pt x="529285" y="4191"/>
                  </a:cubicBezTo>
                  <a:cubicBezTo>
                    <a:pt x="529285" y="5054"/>
                    <a:pt x="528777" y="5689"/>
                    <a:pt x="527761" y="6096"/>
                  </a:cubicBezTo>
                  <a:cubicBezTo>
                    <a:pt x="526745" y="6502"/>
                    <a:pt x="525932" y="7264"/>
                    <a:pt x="525323" y="8382"/>
                  </a:cubicBezTo>
                  <a:cubicBezTo>
                    <a:pt x="524713" y="9499"/>
                    <a:pt x="524408" y="10515"/>
                    <a:pt x="524408" y="11430"/>
                  </a:cubicBezTo>
                  <a:lnTo>
                    <a:pt x="524408" y="26822"/>
                  </a:lnTo>
                  <a:cubicBezTo>
                    <a:pt x="546354" y="26720"/>
                    <a:pt x="562254" y="26111"/>
                    <a:pt x="572109" y="24993"/>
                  </a:cubicBezTo>
                  <a:cubicBezTo>
                    <a:pt x="571398" y="29159"/>
                    <a:pt x="571043" y="34899"/>
                    <a:pt x="571043" y="42214"/>
                  </a:cubicBezTo>
                  <a:lnTo>
                    <a:pt x="571043" y="87172"/>
                  </a:lnTo>
                  <a:cubicBezTo>
                    <a:pt x="571043" y="94386"/>
                    <a:pt x="571551" y="101650"/>
                    <a:pt x="572567" y="108966"/>
                  </a:cubicBezTo>
                  <a:lnTo>
                    <a:pt x="561441" y="108966"/>
                  </a:lnTo>
                  <a:lnTo>
                    <a:pt x="561441" y="97993"/>
                  </a:lnTo>
                  <a:lnTo>
                    <a:pt x="524408" y="97993"/>
                  </a:lnTo>
                  <a:lnTo>
                    <a:pt x="524408" y="119329"/>
                  </a:lnTo>
                  <a:cubicBezTo>
                    <a:pt x="524408" y="122682"/>
                    <a:pt x="524738" y="125120"/>
                    <a:pt x="525399" y="126644"/>
                  </a:cubicBezTo>
                  <a:cubicBezTo>
                    <a:pt x="526059" y="128168"/>
                    <a:pt x="527507" y="129260"/>
                    <a:pt x="529742" y="129921"/>
                  </a:cubicBezTo>
                  <a:cubicBezTo>
                    <a:pt x="531977" y="130581"/>
                    <a:pt x="535584" y="130911"/>
                    <a:pt x="540563" y="130911"/>
                  </a:cubicBezTo>
                  <a:lnTo>
                    <a:pt x="564642" y="130759"/>
                  </a:lnTo>
                  <a:cubicBezTo>
                    <a:pt x="570738" y="130759"/>
                    <a:pt x="574827" y="128930"/>
                    <a:pt x="576910" y="125272"/>
                  </a:cubicBezTo>
                  <a:cubicBezTo>
                    <a:pt x="578993" y="121615"/>
                    <a:pt x="580491" y="116078"/>
                    <a:pt x="581406" y="108661"/>
                  </a:cubicBezTo>
                  <a:cubicBezTo>
                    <a:pt x="583743" y="111404"/>
                    <a:pt x="587197" y="113487"/>
                    <a:pt x="591769" y="114909"/>
                  </a:cubicBezTo>
                  <a:cubicBezTo>
                    <a:pt x="589331" y="124358"/>
                    <a:pt x="586308" y="130860"/>
                    <a:pt x="582701" y="134416"/>
                  </a:cubicBezTo>
                  <a:cubicBezTo>
                    <a:pt x="579094" y="137972"/>
                    <a:pt x="573125" y="139750"/>
                    <a:pt x="564794" y="139750"/>
                  </a:cubicBezTo>
                  <a:lnTo>
                    <a:pt x="540715" y="139598"/>
                  </a:lnTo>
                  <a:cubicBezTo>
                    <a:pt x="532689" y="139598"/>
                    <a:pt x="526897" y="139039"/>
                    <a:pt x="523341" y="137922"/>
                  </a:cubicBezTo>
                  <a:cubicBezTo>
                    <a:pt x="519785" y="136804"/>
                    <a:pt x="517474" y="134848"/>
                    <a:pt x="516407" y="132054"/>
                  </a:cubicBezTo>
                  <a:cubicBezTo>
                    <a:pt x="515340" y="129260"/>
                    <a:pt x="514807" y="124714"/>
                    <a:pt x="514807" y="118414"/>
                  </a:cubicBezTo>
                  <a:lnTo>
                    <a:pt x="514807" y="97993"/>
                  </a:lnTo>
                  <a:lnTo>
                    <a:pt x="476859" y="97993"/>
                  </a:lnTo>
                  <a:lnTo>
                    <a:pt x="476859" y="112014"/>
                  </a:lnTo>
                  <a:lnTo>
                    <a:pt x="466191" y="112014"/>
                  </a:lnTo>
                  <a:cubicBezTo>
                    <a:pt x="467309" y="104698"/>
                    <a:pt x="467868" y="96926"/>
                    <a:pt x="467868" y="88696"/>
                  </a:cubicBezTo>
                  <a:lnTo>
                    <a:pt x="467868" y="42214"/>
                  </a:lnTo>
                  <a:cubicBezTo>
                    <a:pt x="467868" y="35509"/>
                    <a:pt x="467512" y="29768"/>
                    <a:pt x="466801" y="24993"/>
                  </a:cubicBezTo>
                  <a:cubicBezTo>
                    <a:pt x="477164" y="26111"/>
                    <a:pt x="493166" y="26720"/>
                    <a:pt x="514807" y="26822"/>
                  </a:cubicBezTo>
                  <a:cubicBezTo>
                    <a:pt x="514807" y="15544"/>
                    <a:pt x="514248" y="7264"/>
                    <a:pt x="513131" y="1981"/>
                  </a:cubicBezTo>
                  <a:close/>
                  <a:moveTo>
                    <a:pt x="172821" y="1524"/>
                  </a:moveTo>
                  <a:cubicBezTo>
                    <a:pt x="175260" y="2235"/>
                    <a:pt x="177063" y="2667"/>
                    <a:pt x="178232" y="2819"/>
                  </a:cubicBezTo>
                  <a:cubicBezTo>
                    <a:pt x="179400" y="2971"/>
                    <a:pt x="181102" y="3048"/>
                    <a:pt x="183337" y="3048"/>
                  </a:cubicBezTo>
                  <a:cubicBezTo>
                    <a:pt x="185572" y="3048"/>
                    <a:pt x="186690" y="3378"/>
                    <a:pt x="186690" y="4038"/>
                  </a:cubicBezTo>
                  <a:cubicBezTo>
                    <a:pt x="186690" y="4699"/>
                    <a:pt x="186182" y="5486"/>
                    <a:pt x="185166" y="6400"/>
                  </a:cubicBezTo>
                  <a:cubicBezTo>
                    <a:pt x="184150" y="7315"/>
                    <a:pt x="183388" y="8305"/>
                    <a:pt x="182880" y="9372"/>
                  </a:cubicBezTo>
                  <a:cubicBezTo>
                    <a:pt x="182372" y="10439"/>
                    <a:pt x="182118" y="11328"/>
                    <a:pt x="182118" y="12039"/>
                  </a:cubicBezTo>
                  <a:lnTo>
                    <a:pt x="182118" y="34594"/>
                  </a:lnTo>
                  <a:cubicBezTo>
                    <a:pt x="191871" y="34493"/>
                    <a:pt x="198983" y="34086"/>
                    <a:pt x="203454" y="33375"/>
                  </a:cubicBezTo>
                  <a:lnTo>
                    <a:pt x="203454" y="43586"/>
                  </a:lnTo>
                  <a:cubicBezTo>
                    <a:pt x="197561" y="42875"/>
                    <a:pt x="190449" y="42468"/>
                    <a:pt x="182118" y="42367"/>
                  </a:cubicBezTo>
                  <a:lnTo>
                    <a:pt x="182118" y="51511"/>
                  </a:lnTo>
                  <a:cubicBezTo>
                    <a:pt x="190246" y="60858"/>
                    <a:pt x="197815" y="70459"/>
                    <a:pt x="204825" y="80314"/>
                  </a:cubicBezTo>
                  <a:lnTo>
                    <a:pt x="196139" y="86106"/>
                  </a:lnTo>
                  <a:cubicBezTo>
                    <a:pt x="192481" y="78587"/>
                    <a:pt x="187807" y="70561"/>
                    <a:pt x="182118" y="62026"/>
                  </a:cubicBezTo>
                  <a:lnTo>
                    <a:pt x="182118" y="113233"/>
                  </a:lnTo>
                  <a:cubicBezTo>
                    <a:pt x="182118" y="120954"/>
                    <a:pt x="182626" y="130200"/>
                    <a:pt x="183642" y="140970"/>
                  </a:cubicBezTo>
                  <a:lnTo>
                    <a:pt x="172059" y="140970"/>
                  </a:lnTo>
                  <a:cubicBezTo>
                    <a:pt x="173075" y="130200"/>
                    <a:pt x="173583" y="120954"/>
                    <a:pt x="173583" y="113233"/>
                  </a:cubicBezTo>
                  <a:lnTo>
                    <a:pt x="173583" y="64617"/>
                  </a:lnTo>
                  <a:cubicBezTo>
                    <a:pt x="169316" y="79248"/>
                    <a:pt x="162814" y="93218"/>
                    <a:pt x="154076" y="106527"/>
                  </a:cubicBezTo>
                  <a:cubicBezTo>
                    <a:pt x="152247" y="103378"/>
                    <a:pt x="149504" y="101142"/>
                    <a:pt x="145847" y="99822"/>
                  </a:cubicBezTo>
                  <a:cubicBezTo>
                    <a:pt x="156616" y="87426"/>
                    <a:pt x="165862" y="68478"/>
                    <a:pt x="173583" y="42976"/>
                  </a:cubicBezTo>
                  <a:lnTo>
                    <a:pt x="173583" y="42367"/>
                  </a:lnTo>
                  <a:cubicBezTo>
                    <a:pt x="163627" y="42570"/>
                    <a:pt x="155651" y="42976"/>
                    <a:pt x="149657" y="43586"/>
                  </a:cubicBezTo>
                  <a:lnTo>
                    <a:pt x="149657" y="33375"/>
                  </a:lnTo>
                  <a:cubicBezTo>
                    <a:pt x="155753" y="34188"/>
                    <a:pt x="163728" y="34594"/>
                    <a:pt x="173583" y="34594"/>
                  </a:cubicBezTo>
                  <a:cubicBezTo>
                    <a:pt x="173583" y="14173"/>
                    <a:pt x="173329" y="3149"/>
                    <a:pt x="172821" y="1524"/>
                  </a:cubicBezTo>
                  <a:close/>
                  <a:moveTo>
                    <a:pt x="328879" y="1371"/>
                  </a:moveTo>
                  <a:cubicBezTo>
                    <a:pt x="332333" y="3911"/>
                    <a:pt x="334924" y="5410"/>
                    <a:pt x="336651" y="5867"/>
                  </a:cubicBezTo>
                  <a:cubicBezTo>
                    <a:pt x="338379" y="6324"/>
                    <a:pt x="339242" y="6883"/>
                    <a:pt x="339242" y="7543"/>
                  </a:cubicBezTo>
                  <a:cubicBezTo>
                    <a:pt x="339242" y="8204"/>
                    <a:pt x="338760" y="8737"/>
                    <a:pt x="337794" y="9144"/>
                  </a:cubicBezTo>
                  <a:cubicBezTo>
                    <a:pt x="336829" y="9550"/>
                    <a:pt x="334619" y="11785"/>
                    <a:pt x="331165" y="15849"/>
                  </a:cubicBezTo>
                  <a:cubicBezTo>
                    <a:pt x="353822" y="15748"/>
                    <a:pt x="366471" y="15138"/>
                    <a:pt x="369113" y="14020"/>
                  </a:cubicBezTo>
                  <a:lnTo>
                    <a:pt x="369113" y="23774"/>
                  </a:lnTo>
                  <a:cubicBezTo>
                    <a:pt x="365861" y="23063"/>
                    <a:pt x="357886" y="22707"/>
                    <a:pt x="345186" y="22707"/>
                  </a:cubicBezTo>
                  <a:cubicBezTo>
                    <a:pt x="347421" y="27076"/>
                    <a:pt x="349910" y="32461"/>
                    <a:pt x="352653" y="38862"/>
                  </a:cubicBezTo>
                  <a:lnTo>
                    <a:pt x="342290" y="41605"/>
                  </a:lnTo>
                  <a:cubicBezTo>
                    <a:pt x="341477" y="35306"/>
                    <a:pt x="339801" y="29006"/>
                    <a:pt x="337261" y="22707"/>
                  </a:cubicBezTo>
                  <a:lnTo>
                    <a:pt x="325526" y="22707"/>
                  </a:lnTo>
                  <a:cubicBezTo>
                    <a:pt x="321056" y="28092"/>
                    <a:pt x="315773" y="33629"/>
                    <a:pt x="309677" y="39319"/>
                  </a:cubicBezTo>
                  <a:cubicBezTo>
                    <a:pt x="307543" y="36474"/>
                    <a:pt x="304952" y="34493"/>
                    <a:pt x="301904" y="33375"/>
                  </a:cubicBezTo>
                  <a:cubicBezTo>
                    <a:pt x="313690" y="25755"/>
                    <a:pt x="322681" y="15087"/>
                    <a:pt x="328879" y="1371"/>
                  </a:cubicBezTo>
                  <a:close/>
                  <a:moveTo>
                    <a:pt x="391211" y="914"/>
                  </a:moveTo>
                  <a:cubicBezTo>
                    <a:pt x="394665" y="2844"/>
                    <a:pt x="397332" y="4191"/>
                    <a:pt x="399212" y="4953"/>
                  </a:cubicBezTo>
                  <a:cubicBezTo>
                    <a:pt x="401091" y="5715"/>
                    <a:pt x="402031" y="6400"/>
                    <a:pt x="402031" y="7010"/>
                  </a:cubicBezTo>
                  <a:cubicBezTo>
                    <a:pt x="402031" y="7620"/>
                    <a:pt x="401320" y="8229"/>
                    <a:pt x="399897" y="8839"/>
                  </a:cubicBezTo>
                  <a:cubicBezTo>
                    <a:pt x="398475" y="9448"/>
                    <a:pt x="396291" y="11988"/>
                    <a:pt x="393344" y="16459"/>
                  </a:cubicBezTo>
                  <a:cubicBezTo>
                    <a:pt x="418033" y="16357"/>
                    <a:pt x="432460" y="15595"/>
                    <a:pt x="436626" y="14173"/>
                  </a:cubicBezTo>
                  <a:lnTo>
                    <a:pt x="436626" y="23926"/>
                  </a:lnTo>
                  <a:cubicBezTo>
                    <a:pt x="433679" y="23317"/>
                    <a:pt x="424332" y="23012"/>
                    <a:pt x="408584" y="23012"/>
                  </a:cubicBezTo>
                  <a:cubicBezTo>
                    <a:pt x="412140" y="30124"/>
                    <a:pt x="414579" y="35102"/>
                    <a:pt x="415899" y="37947"/>
                  </a:cubicBezTo>
                  <a:lnTo>
                    <a:pt x="405841" y="40995"/>
                  </a:lnTo>
                  <a:cubicBezTo>
                    <a:pt x="405130" y="36525"/>
                    <a:pt x="403301" y="30530"/>
                    <a:pt x="400355" y="23012"/>
                  </a:cubicBezTo>
                  <a:lnTo>
                    <a:pt x="389229" y="23012"/>
                  </a:lnTo>
                  <a:cubicBezTo>
                    <a:pt x="386080" y="28092"/>
                    <a:pt x="382981" y="32664"/>
                    <a:pt x="379933" y="36728"/>
                  </a:cubicBezTo>
                  <a:cubicBezTo>
                    <a:pt x="377698" y="33985"/>
                    <a:pt x="375005" y="32258"/>
                    <a:pt x="371856" y="31546"/>
                  </a:cubicBezTo>
                  <a:cubicBezTo>
                    <a:pt x="381711" y="21590"/>
                    <a:pt x="388163" y="11379"/>
                    <a:pt x="391211" y="914"/>
                  </a:cubicBezTo>
                  <a:close/>
                  <a:moveTo>
                    <a:pt x="683514" y="0"/>
                  </a:moveTo>
                  <a:cubicBezTo>
                    <a:pt x="689102" y="7721"/>
                    <a:pt x="693674" y="14782"/>
                    <a:pt x="697230" y="21183"/>
                  </a:cubicBezTo>
                  <a:cubicBezTo>
                    <a:pt x="715924" y="21183"/>
                    <a:pt x="730250" y="20777"/>
                    <a:pt x="740207" y="19964"/>
                  </a:cubicBezTo>
                  <a:lnTo>
                    <a:pt x="740207" y="29413"/>
                  </a:lnTo>
                  <a:cubicBezTo>
                    <a:pt x="731875" y="28600"/>
                    <a:pt x="713841" y="28194"/>
                    <a:pt x="686105" y="28194"/>
                  </a:cubicBezTo>
                  <a:cubicBezTo>
                    <a:pt x="683565" y="31038"/>
                    <a:pt x="676249" y="41656"/>
                    <a:pt x="664159" y="60045"/>
                  </a:cubicBezTo>
                  <a:lnTo>
                    <a:pt x="715213" y="58064"/>
                  </a:lnTo>
                  <a:cubicBezTo>
                    <a:pt x="710946" y="52882"/>
                    <a:pt x="706425" y="48209"/>
                    <a:pt x="701649" y="44043"/>
                  </a:cubicBezTo>
                  <a:lnTo>
                    <a:pt x="708355" y="38709"/>
                  </a:lnTo>
                  <a:cubicBezTo>
                    <a:pt x="717397" y="46939"/>
                    <a:pt x="726643" y="57556"/>
                    <a:pt x="736092" y="70561"/>
                  </a:cubicBezTo>
                  <a:lnTo>
                    <a:pt x="728167" y="76200"/>
                  </a:lnTo>
                  <a:cubicBezTo>
                    <a:pt x="726033" y="72745"/>
                    <a:pt x="723493" y="68935"/>
                    <a:pt x="720547" y="64770"/>
                  </a:cubicBezTo>
                  <a:cubicBezTo>
                    <a:pt x="676757" y="67208"/>
                    <a:pt x="653999" y="69189"/>
                    <a:pt x="652272" y="70713"/>
                  </a:cubicBezTo>
                  <a:cubicBezTo>
                    <a:pt x="651459" y="67665"/>
                    <a:pt x="650341" y="64617"/>
                    <a:pt x="648919" y="61569"/>
                  </a:cubicBezTo>
                  <a:cubicBezTo>
                    <a:pt x="651256" y="60756"/>
                    <a:pt x="653618" y="59182"/>
                    <a:pt x="656006" y="56845"/>
                  </a:cubicBezTo>
                  <a:cubicBezTo>
                    <a:pt x="658393" y="54508"/>
                    <a:pt x="661746" y="50292"/>
                    <a:pt x="666064" y="44196"/>
                  </a:cubicBezTo>
                  <a:cubicBezTo>
                    <a:pt x="670382" y="38100"/>
                    <a:pt x="673608" y="32816"/>
                    <a:pt x="675741" y="28346"/>
                  </a:cubicBezTo>
                  <a:cubicBezTo>
                    <a:pt x="664870" y="28346"/>
                    <a:pt x="655726" y="28702"/>
                    <a:pt x="648309" y="29413"/>
                  </a:cubicBezTo>
                  <a:lnTo>
                    <a:pt x="648309" y="19964"/>
                  </a:lnTo>
                  <a:cubicBezTo>
                    <a:pt x="657758" y="20777"/>
                    <a:pt x="670814" y="21183"/>
                    <a:pt x="687476" y="21183"/>
                  </a:cubicBezTo>
                  <a:cubicBezTo>
                    <a:pt x="684530" y="16306"/>
                    <a:pt x="680618" y="11023"/>
                    <a:pt x="675741" y="5334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404AFE6C-9907-475E-BEC4-A90DF2791414}"/>
                </a:ext>
              </a:extLst>
            </p:cNvPr>
            <p:cNvSpPr txBox="1"/>
            <p:nvPr/>
          </p:nvSpPr>
          <p:spPr>
            <a:xfrm>
              <a:off x="10468168" y="1482924"/>
              <a:ext cx="1120541" cy="151346"/>
            </a:xfrm>
            <a:custGeom>
              <a:avLst/>
              <a:gdLst/>
              <a:ahLst/>
              <a:cxnLst/>
              <a:rect l="l" t="t" r="r" b="b"/>
              <a:pathLst>
                <a:path w="1044854" h="141123">
                  <a:moveTo>
                    <a:pt x="0" y="113233"/>
                  </a:moveTo>
                  <a:cubicBezTo>
                    <a:pt x="13513" y="114046"/>
                    <a:pt x="34747" y="114453"/>
                    <a:pt x="63703" y="114453"/>
                  </a:cubicBezTo>
                  <a:cubicBezTo>
                    <a:pt x="92659" y="114453"/>
                    <a:pt x="115621" y="114046"/>
                    <a:pt x="132588" y="113233"/>
                  </a:cubicBezTo>
                  <a:lnTo>
                    <a:pt x="132588" y="124206"/>
                  </a:lnTo>
                  <a:cubicBezTo>
                    <a:pt x="117551" y="123190"/>
                    <a:pt x="95402" y="122682"/>
                    <a:pt x="66141" y="122682"/>
                  </a:cubicBezTo>
                  <a:cubicBezTo>
                    <a:pt x="36881" y="122682"/>
                    <a:pt x="14833" y="123190"/>
                    <a:pt x="0" y="124206"/>
                  </a:cubicBezTo>
                  <a:close/>
                  <a:moveTo>
                    <a:pt x="337871" y="107595"/>
                  </a:moveTo>
                  <a:lnTo>
                    <a:pt x="337871" y="123292"/>
                  </a:lnTo>
                  <a:lnTo>
                    <a:pt x="409499" y="123292"/>
                  </a:lnTo>
                  <a:lnTo>
                    <a:pt x="409499" y="107595"/>
                  </a:lnTo>
                  <a:close/>
                  <a:moveTo>
                    <a:pt x="1010717" y="81534"/>
                  </a:moveTo>
                  <a:cubicBezTo>
                    <a:pt x="1019657" y="91084"/>
                    <a:pt x="1026922" y="100076"/>
                    <a:pt x="1032510" y="108509"/>
                  </a:cubicBezTo>
                  <a:lnTo>
                    <a:pt x="1024737" y="113843"/>
                  </a:lnTo>
                  <a:cubicBezTo>
                    <a:pt x="1019149" y="104496"/>
                    <a:pt x="1012139" y="95504"/>
                    <a:pt x="1003706" y="86868"/>
                  </a:cubicBezTo>
                  <a:close/>
                  <a:moveTo>
                    <a:pt x="337871" y="69037"/>
                  </a:moveTo>
                  <a:lnTo>
                    <a:pt x="337871" y="82144"/>
                  </a:lnTo>
                  <a:lnTo>
                    <a:pt x="401726" y="82144"/>
                  </a:lnTo>
                  <a:lnTo>
                    <a:pt x="401726" y="69037"/>
                  </a:lnTo>
                  <a:close/>
                  <a:moveTo>
                    <a:pt x="829208" y="65989"/>
                  </a:moveTo>
                  <a:lnTo>
                    <a:pt x="829208" y="89306"/>
                  </a:lnTo>
                  <a:lnTo>
                    <a:pt x="866241" y="89306"/>
                  </a:lnTo>
                  <a:lnTo>
                    <a:pt x="866241" y="65989"/>
                  </a:lnTo>
                  <a:close/>
                  <a:moveTo>
                    <a:pt x="781659" y="65989"/>
                  </a:moveTo>
                  <a:lnTo>
                    <a:pt x="781659" y="89306"/>
                  </a:lnTo>
                  <a:lnTo>
                    <a:pt x="819607" y="89306"/>
                  </a:lnTo>
                  <a:lnTo>
                    <a:pt x="819607" y="65989"/>
                  </a:lnTo>
                  <a:close/>
                  <a:moveTo>
                    <a:pt x="327660" y="61112"/>
                  </a:moveTo>
                  <a:cubicBezTo>
                    <a:pt x="340766" y="61519"/>
                    <a:pt x="355193" y="61722"/>
                    <a:pt x="370941" y="61722"/>
                  </a:cubicBezTo>
                  <a:cubicBezTo>
                    <a:pt x="386689" y="61722"/>
                    <a:pt x="400151" y="61519"/>
                    <a:pt x="411327" y="61112"/>
                  </a:cubicBezTo>
                  <a:cubicBezTo>
                    <a:pt x="410718" y="64973"/>
                    <a:pt x="410413" y="70028"/>
                    <a:pt x="410413" y="76276"/>
                  </a:cubicBezTo>
                  <a:cubicBezTo>
                    <a:pt x="410413" y="82525"/>
                    <a:pt x="410718" y="87122"/>
                    <a:pt x="411327" y="90068"/>
                  </a:cubicBezTo>
                  <a:cubicBezTo>
                    <a:pt x="402183" y="89560"/>
                    <a:pt x="389636" y="89306"/>
                    <a:pt x="373685" y="89306"/>
                  </a:cubicBezTo>
                  <a:lnTo>
                    <a:pt x="337871" y="89306"/>
                  </a:lnTo>
                  <a:lnTo>
                    <a:pt x="337871" y="100432"/>
                  </a:lnTo>
                  <a:lnTo>
                    <a:pt x="374599" y="100432"/>
                  </a:lnTo>
                  <a:cubicBezTo>
                    <a:pt x="389128" y="100432"/>
                    <a:pt x="404114" y="100229"/>
                    <a:pt x="419557" y="99822"/>
                  </a:cubicBezTo>
                  <a:cubicBezTo>
                    <a:pt x="419049" y="101448"/>
                    <a:pt x="418795" y="104902"/>
                    <a:pt x="418795" y="110185"/>
                  </a:cubicBezTo>
                  <a:lnTo>
                    <a:pt x="418795" y="126797"/>
                  </a:lnTo>
                  <a:cubicBezTo>
                    <a:pt x="418795" y="130658"/>
                    <a:pt x="419151" y="134620"/>
                    <a:pt x="419862" y="138684"/>
                  </a:cubicBezTo>
                  <a:lnTo>
                    <a:pt x="409499" y="138684"/>
                  </a:lnTo>
                  <a:lnTo>
                    <a:pt x="409499" y="130759"/>
                  </a:lnTo>
                  <a:lnTo>
                    <a:pt x="337871" y="130759"/>
                  </a:lnTo>
                  <a:cubicBezTo>
                    <a:pt x="338074" y="135433"/>
                    <a:pt x="338328" y="138887"/>
                    <a:pt x="338633" y="141123"/>
                  </a:cubicBezTo>
                  <a:lnTo>
                    <a:pt x="327355" y="141123"/>
                  </a:lnTo>
                  <a:cubicBezTo>
                    <a:pt x="328168" y="136043"/>
                    <a:pt x="328574" y="131521"/>
                    <a:pt x="328574" y="127559"/>
                  </a:cubicBezTo>
                  <a:lnTo>
                    <a:pt x="328574" y="76048"/>
                  </a:lnTo>
                  <a:cubicBezTo>
                    <a:pt x="328574" y="68529"/>
                    <a:pt x="328269" y="63551"/>
                    <a:pt x="327660" y="61112"/>
                  </a:cubicBezTo>
                  <a:close/>
                  <a:moveTo>
                    <a:pt x="618439" y="56693"/>
                  </a:moveTo>
                  <a:cubicBezTo>
                    <a:pt x="623214" y="70409"/>
                    <a:pt x="626872" y="83718"/>
                    <a:pt x="629412" y="96622"/>
                  </a:cubicBezTo>
                  <a:lnTo>
                    <a:pt x="620268" y="99060"/>
                  </a:lnTo>
                  <a:cubicBezTo>
                    <a:pt x="617829" y="83414"/>
                    <a:pt x="614477" y="70206"/>
                    <a:pt x="610209" y="59436"/>
                  </a:cubicBezTo>
                  <a:close/>
                  <a:moveTo>
                    <a:pt x="658977" y="55778"/>
                  </a:moveTo>
                  <a:cubicBezTo>
                    <a:pt x="667410" y="56591"/>
                    <a:pt x="681329" y="56998"/>
                    <a:pt x="700735" y="56998"/>
                  </a:cubicBezTo>
                  <a:cubicBezTo>
                    <a:pt x="720141" y="56998"/>
                    <a:pt x="734161" y="56591"/>
                    <a:pt x="742797" y="55778"/>
                  </a:cubicBezTo>
                  <a:lnTo>
                    <a:pt x="742797" y="65075"/>
                  </a:lnTo>
                  <a:cubicBezTo>
                    <a:pt x="734568" y="64262"/>
                    <a:pt x="721157" y="63856"/>
                    <a:pt x="702564" y="63856"/>
                  </a:cubicBezTo>
                  <a:cubicBezTo>
                    <a:pt x="699821" y="69545"/>
                    <a:pt x="697535" y="74778"/>
                    <a:pt x="695706" y="79553"/>
                  </a:cubicBezTo>
                  <a:cubicBezTo>
                    <a:pt x="713181" y="79553"/>
                    <a:pt x="727354" y="78994"/>
                    <a:pt x="738225" y="77876"/>
                  </a:cubicBezTo>
                  <a:cubicBezTo>
                    <a:pt x="737717" y="83464"/>
                    <a:pt x="737463" y="89510"/>
                    <a:pt x="737463" y="96012"/>
                  </a:cubicBezTo>
                  <a:lnTo>
                    <a:pt x="737463" y="125883"/>
                  </a:lnTo>
                  <a:cubicBezTo>
                    <a:pt x="737463" y="130251"/>
                    <a:pt x="737006" y="133376"/>
                    <a:pt x="736092" y="135255"/>
                  </a:cubicBezTo>
                  <a:cubicBezTo>
                    <a:pt x="735177" y="137135"/>
                    <a:pt x="733374" y="138430"/>
                    <a:pt x="730682" y="139141"/>
                  </a:cubicBezTo>
                  <a:cubicBezTo>
                    <a:pt x="727989" y="139853"/>
                    <a:pt x="723493" y="140310"/>
                    <a:pt x="717194" y="140513"/>
                  </a:cubicBezTo>
                  <a:cubicBezTo>
                    <a:pt x="717397" y="135941"/>
                    <a:pt x="716229" y="132334"/>
                    <a:pt x="713689" y="129693"/>
                  </a:cubicBezTo>
                  <a:cubicBezTo>
                    <a:pt x="717042" y="130404"/>
                    <a:pt x="719760" y="130759"/>
                    <a:pt x="721842" y="130759"/>
                  </a:cubicBezTo>
                  <a:cubicBezTo>
                    <a:pt x="723925" y="130759"/>
                    <a:pt x="725475" y="130328"/>
                    <a:pt x="726491" y="129464"/>
                  </a:cubicBezTo>
                  <a:cubicBezTo>
                    <a:pt x="727507" y="128600"/>
                    <a:pt x="728015" y="127051"/>
                    <a:pt x="728015" y="124816"/>
                  </a:cubicBezTo>
                  <a:lnTo>
                    <a:pt x="728015" y="86258"/>
                  </a:lnTo>
                  <a:lnTo>
                    <a:pt x="714451" y="86258"/>
                  </a:lnTo>
                  <a:lnTo>
                    <a:pt x="714451" y="112776"/>
                  </a:lnTo>
                  <a:cubicBezTo>
                    <a:pt x="714451" y="117653"/>
                    <a:pt x="714705" y="122581"/>
                    <a:pt x="715213" y="127559"/>
                  </a:cubicBezTo>
                  <a:lnTo>
                    <a:pt x="705764" y="127559"/>
                  </a:lnTo>
                  <a:cubicBezTo>
                    <a:pt x="706171" y="123901"/>
                    <a:pt x="706374" y="118974"/>
                    <a:pt x="706374" y="112776"/>
                  </a:cubicBezTo>
                  <a:lnTo>
                    <a:pt x="706374" y="86258"/>
                  </a:lnTo>
                  <a:lnTo>
                    <a:pt x="692658" y="86258"/>
                  </a:lnTo>
                  <a:lnTo>
                    <a:pt x="692658" y="113538"/>
                  </a:lnTo>
                  <a:cubicBezTo>
                    <a:pt x="692658" y="118720"/>
                    <a:pt x="692912" y="123647"/>
                    <a:pt x="693420" y="128321"/>
                  </a:cubicBezTo>
                  <a:lnTo>
                    <a:pt x="683971" y="128321"/>
                  </a:lnTo>
                  <a:cubicBezTo>
                    <a:pt x="684377" y="124359"/>
                    <a:pt x="684581" y="119431"/>
                    <a:pt x="684581" y="113538"/>
                  </a:cubicBezTo>
                  <a:lnTo>
                    <a:pt x="684581" y="86258"/>
                  </a:lnTo>
                  <a:lnTo>
                    <a:pt x="671169" y="86258"/>
                  </a:lnTo>
                  <a:lnTo>
                    <a:pt x="671169" y="140361"/>
                  </a:lnTo>
                  <a:lnTo>
                    <a:pt x="661721" y="140361"/>
                  </a:lnTo>
                  <a:cubicBezTo>
                    <a:pt x="662330" y="135585"/>
                    <a:pt x="662635" y="130709"/>
                    <a:pt x="662635" y="125730"/>
                  </a:cubicBezTo>
                  <a:lnTo>
                    <a:pt x="662635" y="96012"/>
                  </a:lnTo>
                  <a:cubicBezTo>
                    <a:pt x="662635" y="89205"/>
                    <a:pt x="662330" y="83210"/>
                    <a:pt x="661721" y="78029"/>
                  </a:cubicBezTo>
                  <a:cubicBezTo>
                    <a:pt x="668833" y="78740"/>
                    <a:pt x="677164" y="79197"/>
                    <a:pt x="686714" y="79400"/>
                  </a:cubicBezTo>
                  <a:cubicBezTo>
                    <a:pt x="689965" y="73508"/>
                    <a:pt x="692150" y="68326"/>
                    <a:pt x="693267" y="63856"/>
                  </a:cubicBezTo>
                  <a:cubicBezTo>
                    <a:pt x="677824" y="63957"/>
                    <a:pt x="666394" y="64364"/>
                    <a:pt x="658977" y="65075"/>
                  </a:cubicBezTo>
                  <a:close/>
                  <a:moveTo>
                    <a:pt x="476097" y="51359"/>
                  </a:moveTo>
                  <a:lnTo>
                    <a:pt x="476097" y="101346"/>
                  </a:lnTo>
                  <a:cubicBezTo>
                    <a:pt x="484225" y="93421"/>
                    <a:pt x="490093" y="85674"/>
                    <a:pt x="493700" y="78105"/>
                  </a:cubicBezTo>
                  <a:cubicBezTo>
                    <a:pt x="497306" y="70536"/>
                    <a:pt x="499669" y="61620"/>
                    <a:pt x="500786" y="51359"/>
                  </a:cubicBezTo>
                  <a:close/>
                  <a:moveTo>
                    <a:pt x="642518" y="51206"/>
                  </a:moveTo>
                  <a:cubicBezTo>
                    <a:pt x="645973" y="52934"/>
                    <a:pt x="649529" y="54153"/>
                    <a:pt x="653186" y="54864"/>
                  </a:cubicBezTo>
                  <a:cubicBezTo>
                    <a:pt x="654812" y="55169"/>
                    <a:pt x="655625" y="55905"/>
                    <a:pt x="655625" y="57074"/>
                  </a:cubicBezTo>
                  <a:cubicBezTo>
                    <a:pt x="655625" y="58242"/>
                    <a:pt x="655066" y="59106"/>
                    <a:pt x="653948" y="59665"/>
                  </a:cubicBezTo>
                  <a:cubicBezTo>
                    <a:pt x="652831" y="60223"/>
                    <a:pt x="651942" y="61239"/>
                    <a:pt x="651281" y="62713"/>
                  </a:cubicBezTo>
                  <a:cubicBezTo>
                    <a:pt x="650621" y="64186"/>
                    <a:pt x="649021" y="69037"/>
                    <a:pt x="646481" y="77267"/>
                  </a:cubicBezTo>
                  <a:lnTo>
                    <a:pt x="637641" y="105918"/>
                  </a:lnTo>
                  <a:cubicBezTo>
                    <a:pt x="645261" y="104089"/>
                    <a:pt x="651916" y="102108"/>
                    <a:pt x="657606" y="99975"/>
                  </a:cubicBezTo>
                  <a:cubicBezTo>
                    <a:pt x="657098" y="101905"/>
                    <a:pt x="656844" y="103581"/>
                    <a:pt x="656844" y="105004"/>
                  </a:cubicBezTo>
                  <a:cubicBezTo>
                    <a:pt x="656844" y="106426"/>
                    <a:pt x="656996" y="107747"/>
                    <a:pt x="657301" y="108966"/>
                  </a:cubicBezTo>
                  <a:cubicBezTo>
                    <a:pt x="639216" y="112624"/>
                    <a:pt x="622503" y="116993"/>
                    <a:pt x="607161" y="122073"/>
                  </a:cubicBezTo>
                  <a:cubicBezTo>
                    <a:pt x="606857" y="118313"/>
                    <a:pt x="605637" y="114707"/>
                    <a:pt x="603504" y="111252"/>
                  </a:cubicBezTo>
                  <a:cubicBezTo>
                    <a:pt x="611022" y="110846"/>
                    <a:pt x="619607" y="109677"/>
                    <a:pt x="629259" y="107747"/>
                  </a:cubicBezTo>
                  <a:cubicBezTo>
                    <a:pt x="636676" y="87224"/>
                    <a:pt x="641096" y="68377"/>
                    <a:pt x="642518" y="51206"/>
                  </a:cubicBezTo>
                  <a:close/>
                  <a:moveTo>
                    <a:pt x="606552" y="34138"/>
                  </a:moveTo>
                  <a:cubicBezTo>
                    <a:pt x="612038" y="34950"/>
                    <a:pt x="620522" y="35357"/>
                    <a:pt x="632003" y="35357"/>
                  </a:cubicBezTo>
                  <a:cubicBezTo>
                    <a:pt x="643483" y="35357"/>
                    <a:pt x="651967" y="34950"/>
                    <a:pt x="657453" y="34138"/>
                  </a:cubicBezTo>
                  <a:lnTo>
                    <a:pt x="657453" y="43739"/>
                  </a:lnTo>
                  <a:cubicBezTo>
                    <a:pt x="651967" y="42926"/>
                    <a:pt x="643483" y="42520"/>
                    <a:pt x="632003" y="42520"/>
                  </a:cubicBezTo>
                  <a:cubicBezTo>
                    <a:pt x="620522" y="42520"/>
                    <a:pt x="612038" y="42926"/>
                    <a:pt x="606552" y="43739"/>
                  </a:cubicBezTo>
                  <a:close/>
                  <a:moveTo>
                    <a:pt x="829208" y="33528"/>
                  </a:moveTo>
                  <a:lnTo>
                    <a:pt x="829208" y="58522"/>
                  </a:lnTo>
                  <a:lnTo>
                    <a:pt x="866241" y="58522"/>
                  </a:lnTo>
                  <a:lnTo>
                    <a:pt x="866241" y="33528"/>
                  </a:lnTo>
                  <a:close/>
                  <a:moveTo>
                    <a:pt x="781659" y="33528"/>
                  </a:moveTo>
                  <a:lnTo>
                    <a:pt x="781659" y="58522"/>
                  </a:lnTo>
                  <a:lnTo>
                    <a:pt x="819607" y="58522"/>
                  </a:lnTo>
                  <a:lnTo>
                    <a:pt x="819607" y="33528"/>
                  </a:lnTo>
                  <a:close/>
                  <a:moveTo>
                    <a:pt x="368198" y="30023"/>
                  </a:moveTo>
                  <a:cubicBezTo>
                    <a:pt x="372161" y="34798"/>
                    <a:pt x="375920" y="39726"/>
                    <a:pt x="379476" y="44806"/>
                  </a:cubicBezTo>
                  <a:cubicBezTo>
                    <a:pt x="405689" y="44806"/>
                    <a:pt x="424129" y="44450"/>
                    <a:pt x="434797" y="43739"/>
                  </a:cubicBezTo>
                  <a:cubicBezTo>
                    <a:pt x="434086" y="47295"/>
                    <a:pt x="433730" y="51283"/>
                    <a:pt x="433730" y="55702"/>
                  </a:cubicBezTo>
                  <a:cubicBezTo>
                    <a:pt x="433730" y="60122"/>
                    <a:pt x="433984" y="64262"/>
                    <a:pt x="434492" y="68123"/>
                  </a:cubicBezTo>
                  <a:lnTo>
                    <a:pt x="424281" y="68123"/>
                  </a:lnTo>
                  <a:lnTo>
                    <a:pt x="424281" y="51664"/>
                  </a:lnTo>
                  <a:lnTo>
                    <a:pt x="316839" y="51664"/>
                  </a:lnTo>
                  <a:lnTo>
                    <a:pt x="316839" y="68580"/>
                  </a:lnTo>
                  <a:lnTo>
                    <a:pt x="306629" y="68580"/>
                  </a:lnTo>
                  <a:cubicBezTo>
                    <a:pt x="307035" y="65024"/>
                    <a:pt x="307238" y="60579"/>
                    <a:pt x="307238" y="55245"/>
                  </a:cubicBezTo>
                  <a:cubicBezTo>
                    <a:pt x="307238" y="49911"/>
                    <a:pt x="307035" y="46076"/>
                    <a:pt x="306629" y="43739"/>
                  </a:cubicBezTo>
                  <a:cubicBezTo>
                    <a:pt x="318008" y="44450"/>
                    <a:pt x="339090" y="44806"/>
                    <a:pt x="369875" y="44806"/>
                  </a:cubicBezTo>
                  <a:cubicBezTo>
                    <a:pt x="367741" y="41250"/>
                    <a:pt x="365099" y="38151"/>
                    <a:pt x="361950" y="35509"/>
                  </a:cubicBezTo>
                  <a:close/>
                  <a:moveTo>
                    <a:pt x="981913" y="29108"/>
                  </a:moveTo>
                  <a:cubicBezTo>
                    <a:pt x="985367" y="29718"/>
                    <a:pt x="989330" y="30023"/>
                    <a:pt x="993800" y="30023"/>
                  </a:cubicBezTo>
                  <a:cubicBezTo>
                    <a:pt x="995527" y="30023"/>
                    <a:pt x="996391" y="30378"/>
                    <a:pt x="996391" y="31090"/>
                  </a:cubicBezTo>
                  <a:cubicBezTo>
                    <a:pt x="996391" y="31801"/>
                    <a:pt x="995731" y="32664"/>
                    <a:pt x="994410" y="33680"/>
                  </a:cubicBezTo>
                  <a:cubicBezTo>
                    <a:pt x="993089" y="34696"/>
                    <a:pt x="992429" y="36474"/>
                    <a:pt x="992429" y="39014"/>
                  </a:cubicBezTo>
                  <a:lnTo>
                    <a:pt x="992429" y="65227"/>
                  </a:lnTo>
                  <a:cubicBezTo>
                    <a:pt x="1006754" y="65126"/>
                    <a:pt x="1019352" y="64567"/>
                    <a:pt x="1030224" y="63551"/>
                  </a:cubicBezTo>
                  <a:lnTo>
                    <a:pt x="1030224" y="74066"/>
                  </a:lnTo>
                  <a:cubicBezTo>
                    <a:pt x="1019352" y="73050"/>
                    <a:pt x="1006754" y="72492"/>
                    <a:pt x="992429" y="72390"/>
                  </a:cubicBezTo>
                  <a:lnTo>
                    <a:pt x="992429" y="122682"/>
                  </a:lnTo>
                  <a:cubicBezTo>
                    <a:pt x="1012749" y="122581"/>
                    <a:pt x="1030224" y="121920"/>
                    <a:pt x="1044854" y="120701"/>
                  </a:cubicBezTo>
                  <a:lnTo>
                    <a:pt x="1044854" y="131979"/>
                  </a:lnTo>
                  <a:cubicBezTo>
                    <a:pt x="1029817" y="130658"/>
                    <a:pt x="1011834" y="129997"/>
                    <a:pt x="990905" y="129997"/>
                  </a:cubicBezTo>
                  <a:cubicBezTo>
                    <a:pt x="969975" y="129997"/>
                    <a:pt x="951077" y="130658"/>
                    <a:pt x="934212" y="131979"/>
                  </a:cubicBezTo>
                  <a:lnTo>
                    <a:pt x="934212" y="120701"/>
                  </a:lnTo>
                  <a:cubicBezTo>
                    <a:pt x="948741" y="121920"/>
                    <a:pt x="964996" y="122581"/>
                    <a:pt x="982980" y="122682"/>
                  </a:cubicBezTo>
                  <a:lnTo>
                    <a:pt x="982980" y="72390"/>
                  </a:lnTo>
                  <a:cubicBezTo>
                    <a:pt x="967943" y="72492"/>
                    <a:pt x="955751" y="73050"/>
                    <a:pt x="946404" y="74066"/>
                  </a:cubicBezTo>
                  <a:lnTo>
                    <a:pt x="946404" y="63551"/>
                  </a:lnTo>
                  <a:cubicBezTo>
                    <a:pt x="955751" y="64567"/>
                    <a:pt x="967943" y="65126"/>
                    <a:pt x="982980" y="65227"/>
                  </a:cubicBezTo>
                  <a:lnTo>
                    <a:pt x="982980" y="51359"/>
                  </a:lnTo>
                  <a:cubicBezTo>
                    <a:pt x="982980" y="40081"/>
                    <a:pt x="982624" y="32664"/>
                    <a:pt x="981913" y="29108"/>
                  </a:cubicBezTo>
                  <a:close/>
                  <a:moveTo>
                    <a:pt x="10363" y="22708"/>
                  </a:moveTo>
                  <a:cubicBezTo>
                    <a:pt x="23469" y="23520"/>
                    <a:pt x="41554" y="23927"/>
                    <a:pt x="64617" y="23927"/>
                  </a:cubicBezTo>
                  <a:cubicBezTo>
                    <a:pt x="87681" y="23927"/>
                    <a:pt x="105664" y="23520"/>
                    <a:pt x="118567" y="22708"/>
                  </a:cubicBezTo>
                  <a:lnTo>
                    <a:pt x="118567" y="32918"/>
                  </a:lnTo>
                  <a:cubicBezTo>
                    <a:pt x="106578" y="32309"/>
                    <a:pt x="89611" y="32004"/>
                    <a:pt x="67665" y="32004"/>
                  </a:cubicBezTo>
                  <a:cubicBezTo>
                    <a:pt x="45720" y="32004"/>
                    <a:pt x="26619" y="32309"/>
                    <a:pt x="10363" y="32918"/>
                  </a:cubicBezTo>
                  <a:close/>
                  <a:moveTo>
                    <a:pt x="511150" y="20269"/>
                  </a:moveTo>
                  <a:cubicBezTo>
                    <a:pt x="511150" y="27483"/>
                    <a:pt x="510794" y="35255"/>
                    <a:pt x="510083" y="43586"/>
                  </a:cubicBezTo>
                  <a:lnTo>
                    <a:pt x="537819" y="43586"/>
                  </a:lnTo>
                  <a:cubicBezTo>
                    <a:pt x="538226" y="37795"/>
                    <a:pt x="538327" y="30023"/>
                    <a:pt x="538124" y="20269"/>
                  </a:cubicBezTo>
                  <a:close/>
                  <a:moveTo>
                    <a:pt x="925220" y="12649"/>
                  </a:moveTo>
                  <a:cubicBezTo>
                    <a:pt x="928065" y="13360"/>
                    <a:pt x="947826" y="13716"/>
                    <a:pt x="984504" y="13716"/>
                  </a:cubicBezTo>
                  <a:cubicBezTo>
                    <a:pt x="1021181" y="13716"/>
                    <a:pt x="1040790" y="13360"/>
                    <a:pt x="1043330" y="12649"/>
                  </a:cubicBezTo>
                  <a:lnTo>
                    <a:pt x="1043330" y="22555"/>
                  </a:lnTo>
                  <a:cubicBezTo>
                    <a:pt x="1037133" y="21844"/>
                    <a:pt x="1023010" y="21488"/>
                    <a:pt x="1000963" y="21488"/>
                  </a:cubicBezTo>
                  <a:lnTo>
                    <a:pt x="934821" y="21488"/>
                  </a:lnTo>
                  <a:cubicBezTo>
                    <a:pt x="934923" y="30531"/>
                    <a:pt x="934974" y="38456"/>
                    <a:pt x="934974" y="45263"/>
                  </a:cubicBezTo>
                  <a:cubicBezTo>
                    <a:pt x="934974" y="70358"/>
                    <a:pt x="933831" y="88798"/>
                    <a:pt x="931545" y="100584"/>
                  </a:cubicBezTo>
                  <a:cubicBezTo>
                    <a:pt x="929259" y="112370"/>
                    <a:pt x="925068" y="124257"/>
                    <a:pt x="918972" y="136246"/>
                  </a:cubicBezTo>
                  <a:cubicBezTo>
                    <a:pt x="914400" y="135027"/>
                    <a:pt x="910895" y="134214"/>
                    <a:pt x="908456" y="133807"/>
                  </a:cubicBezTo>
                  <a:cubicBezTo>
                    <a:pt x="915263" y="124460"/>
                    <a:pt x="919835" y="113868"/>
                    <a:pt x="922172" y="102032"/>
                  </a:cubicBezTo>
                  <a:cubicBezTo>
                    <a:pt x="924509" y="90195"/>
                    <a:pt x="925677" y="71933"/>
                    <a:pt x="925677" y="47244"/>
                  </a:cubicBezTo>
                  <a:cubicBezTo>
                    <a:pt x="925677" y="37592"/>
                    <a:pt x="925525" y="26060"/>
                    <a:pt x="925220" y="12649"/>
                  </a:cubicBezTo>
                  <a:close/>
                  <a:moveTo>
                    <a:pt x="457352" y="11278"/>
                  </a:moveTo>
                  <a:cubicBezTo>
                    <a:pt x="465887" y="12192"/>
                    <a:pt x="488696" y="12649"/>
                    <a:pt x="525780" y="12649"/>
                  </a:cubicBezTo>
                  <a:cubicBezTo>
                    <a:pt x="562864" y="12649"/>
                    <a:pt x="583692" y="12192"/>
                    <a:pt x="588264" y="11278"/>
                  </a:cubicBezTo>
                  <a:lnTo>
                    <a:pt x="588264" y="21641"/>
                  </a:lnTo>
                  <a:cubicBezTo>
                    <a:pt x="585521" y="20726"/>
                    <a:pt x="571652" y="20269"/>
                    <a:pt x="546659" y="20269"/>
                  </a:cubicBezTo>
                  <a:cubicBezTo>
                    <a:pt x="546659" y="28702"/>
                    <a:pt x="546506" y="36474"/>
                    <a:pt x="546201" y="43586"/>
                  </a:cubicBezTo>
                  <a:cubicBezTo>
                    <a:pt x="565302" y="43586"/>
                    <a:pt x="576021" y="43282"/>
                    <a:pt x="578358" y="42672"/>
                  </a:cubicBezTo>
                  <a:cubicBezTo>
                    <a:pt x="578053" y="49479"/>
                    <a:pt x="577901" y="54864"/>
                    <a:pt x="577901" y="58826"/>
                  </a:cubicBezTo>
                  <a:lnTo>
                    <a:pt x="577901" y="120549"/>
                  </a:lnTo>
                  <a:cubicBezTo>
                    <a:pt x="577901" y="124308"/>
                    <a:pt x="577240" y="127229"/>
                    <a:pt x="575919" y="129312"/>
                  </a:cubicBezTo>
                  <a:cubicBezTo>
                    <a:pt x="574599" y="131394"/>
                    <a:pt x="571754" y="133096"/>
                    <a:pt x="567385" y="134417"/>
                  </a:cubicBezTo>
                  <a:cubicBezTo>
                    <a:pt x="563016" y="135738"/>
                    <a:pt x="556260" y="136703"/>
                    <a:pt x="547116" y="137313"/>
                  </a:cubicBezTo>
                  <a:cubicBezTo>
                    <a:pt x="547319" y="133045"/>
                    <a:pt x="545846" y="129235"/>
                    <a:pt x="542696" y="125883"/>
                  </a:cubicBezTo>
                  <a:cubicBezTo>
                    <a:pt x="547471" y="126492"/>
                    <a:pt x="551866" y="126797"/>
                    <a:pt x="555879" y="126797"/>
                  </a:cubicBezTo>
                  <a:cubicBezTo>
                    <a:pt x="559892" y="126797"/>
                    <a:pt x="562991" y="126111"/>
                    <a:pt x="565175" y="124740"/>
                  </a:cubicBezTo>
                  <a:cubicBezTo>
                    <a:pt x="567360" y="123368"/>
                    <a:pt x="568452" y="120650"/>
                    <a:pt x="568452" y="116586"/>
                  </a:cubicBezTo>
                  <a:lnTo>
                    <a:pt x="568452" y="51359"/>
                  </a:lnTo>
                  <a:lnTo>
                    <a:pt x="545592" y="51359"/>
                  </a:lnTo>
                  <a:cubicBezTo>
                    <a:pt x="544982" y="59995"/>
                    <a:pt x="543814" y="67564"/>
                    <a:pt x="542087" y="74066"/>
                  </a:cubicBezTo>
                  <a:cubicBezTo>
                    <a:pt x="550824" y="81280"/>
                    <a:pt x="558698" y="88443"/>
                    <a:pt x="565709" y="95555"/>
                  </a:cubicBezTo>
                  <a:lnTo>
                    <a:pt x="557631" y="102413"/>
                  </a:lnTo>
                  <a:cubicBezTo>
                    <a:pt x="552551" y="94387"/>
                    <a:pt x="546659" y="87528"/>
                    <a:pt x="539953" y="81839"/>
                  </a:cubicBezTo>
                  <a:cubicBezTo>
                    <a:pt x="536905" y="91389"/>
                    <a:pt x="532028" y="101245"/>
                    <a:pt x="525323" y="111405"/>
                  </a:cubicBezTo>
                  <a:cubicBezTo>
                    <a:pt x="522173" y="108661"/>
                    <a:pt x="518515" y="107188"/>
                    <a:pt x="514350" y="106985"/>
                  </a:cubicBezTo>
                  <a:cubicBezTo>
                    <a:pt x="527355" y="94488"/>
                    <a:pt x="534975" y="75946"/>
                    <a:pt x="537210" y="51359"/>
                  </a:cubicBezTo>
                  <a:lnTo>
                    <a:pt x="509168" y="51359"/>
                  </a:lnTo>
                  <a:cubicBezTo>
                    <a:pt x="508660" y="55931"/>
                    <a:pt x="507797" y="60757"/>
                    <a:pt x="506577" y="65837"/>
                  </a:cubicBezTo>
                  <a:cubicBezTo>
                    <a:pt x="513385" y="71120"/>
                    <a:pt x="519989" y="76606"/>
                    <a:pt x="526389" y="82296"/>
                  </a:cubicBezTo>
                  <a:lnTo>
                    <a:pt x="518769" y="89154"/>
                  </a:lnTo>
                  <a:cubicBezTo>
                    <a:pt x="514807" y="83769"/>
                    <a:pt x="510083" y="78384"/>
                    <a:pt x="504596" y="73000"/>
                  </a:cubicBezTo>
                  <a:cubicBezTo>
                    <a:pt x="500939" y="84988"/>
                    <a:pt x="494792" y="96368"/>
                    <a:pt x="486156" y="107137"/>
                  </a:cubicBezTo>
                  <a:cubicBezTo>
                    <a:pt x="483616" y="104394"/>
                    <a:pt x="480263" y="102769"/>
                    <a:pt x="476097" y="102261"/>
                  </a:cubicBezTo>
                  <a:lnTo>
                    <a:pt x="476097" y="138227"/>
                  </a:lnTo>
                  <a:lnTo>
                    <a:pt x="465887" y="138227"/>
                  </a:lnTo>
                  <a:cubicBezTo>
                    <a:pt x="466598" y="133045"/>
                    <a:pt x="466953" y="127965"/>
                    <a:pt x="466953" y="122987"/>
                  </a:cubicBezTo>
                  <a:lnTo>
                    <a:pt x="466953" y="58979"/>
                  </a:lnTo>
                  <a:cubicBezTo>
                    <a:pt x="466953" y="51359"/>
                    <a:pt x="466699" y="45974"/>
                    <a:pt x="466191" y="42824"/>
                  </a:cubicBezTo>
                  <a:cubicBezTo>
                    <a:pt x="470459" y="43332"/>
                    <a:pt x="482295" y="43586"/>
                    <a:pt x="501701" y="43586"/>
                  </a:cubicBezTo>
                  <a:cubicBezTo>
                    <a:pt x="502107" y="36779"/>
                    <a:pt x="502259" y="29007"/>
                    <a:pt x="502158" y="20269"/>
                  </a:cubicBezTo>
                  <a:cubicBezTo>
                    <a:pt x="481127" y="20269"/>
                    <a:pt x="466191" y="20726"/>
                    <a:pt x="457352" y="21641"/>
                  </a:cubicBezTo>
                  <a:close/>
                  <a:moveTo>
                    <a:pt x="271729" y="10363"/>
                  </a:moveTo>
                  <a:lnTo>
                    <a:pt x="254965" y="56388"/>
                  </a:lnTo>
                  <a:lnTo>
                    <a:pt x="268376" y="56388"/>
                  </a:lnTo>
                  <a:cubicBezTo>
                    <a:pt x="271119" y="56388"/>
                    <a:pt x="274421" y="56083"/>
                    <a:pt x="278282" y="55474"/>
                  </a:cubicBezTo>
                  <a:cubicBezTo>
                    <a:pt x="275133" y="70409"/>
                    <a:pt x="272161" y="81585"/>
                    <a:pt x="269367" y="89002"/>
                  </a:cubicBezTo>
                  <a:cubicBezTo>
                    <a:pt x="266573" y="96419"/>
                    <a:pt x="263042" y="102870"/>
                    <a:pt x="258775" y="108357"/>
                  </a:cubicBezTo>
                  <a:cubicBezTo>
                    <a:pt x="263347" y="113437"/>
                    <a:pt x="267716" y="117475"/>
                    <a:pt x="271881" y="120472"/>
                  </a:cubicBezTo>
                  <a:cubicBezTo>
                    <a:pt x="276047" y="123470"/>
                    <a:pt x="281889" y="126594"/>
                    <a:pt x="289407" y="129845"/>
                  </a:cubicBezTo>
                  <a:cubicBezTo>
                    <a:pt x="286156" y="131979"/>
                    <a:pt x="283667" y="134874"/>
                    <a:pt x="281940" y="138532"/>
                  </a:cubicBezTo>
                  <a:cubicBezTo>
                    <a:pt x="271780" y="132944"/>
                    <a:pt x="262280" y="125070"/>
                    <a:pt x="253441" y="114910"/>
                  </a:cubicBezTo>
                  <a:cubicBezTo>
                    <a:pt x="243281" y="125070"/>
                    <a:pt x="229717" y="133503"/>
                    <a:pt x="212750" y="140208"/>
                  </a:cubicBezTo>
                  <a:cubicBezTo>
                    <a:pt x="211226" y="136144"/>
                    <a:pt x="208686" y="133096"/>
                    <a:pt x="205130" y="131064"/>
                  </a:cubicBezTo>
                  <a:cubicBezTo>
                    <a:pt x="215189" y="128423"/>
                    <a:pt x="223342" y="125425"/>
                    <a:pt x="229590" y="122073"/>
                  </a:cubicBezTo>
                  <a:cubicBezTo>
                    <a:pt x="235839" y="118720"/>
                    <a:pt x="241859" y="114097"/>
                    <a:pt x="247650" y="108204"/>
                  </a:cubicBezTo>
                  <a:cubicBezTo>
                    <a:pt x="240233" y="99467"/>
                    <a:pt x="232816" y="88290"/>
                    <a:pt x="225399" y="74676"/>
                  </a:cubicBezTo>
                  <a:lnTo>
                    <a:pt x="234086" y="70561"/>
                  </a:lnTo>
                  <a:cubicBezTo>
                    <a:pt x="238455" y="81432"/>
                    <a:pt x="244805" y="91897"/>
                    <a:pt x="253136" y="101956"/>
                  </a:cubicBezTo>
                  <a:cubicBezTo>
                    <a:pt x="260350" y="92202"/>
                    <a:pt x="265023" y="79451"/>
                    <a:pt x="267157" y="63703"/>
                  </a:cubicBezTo>
                  <a:lnTo>
                    <a:pt x="252527" y="63703"/>
                  </a:lnTo>
                  <a:cubicBezTo>
                    <a:pt x="249783" y="63703"/>
                    <a:pt x="246634" y="64008"/>
                    <a:pt x="243078" y="64618"/>
                  </a:cubicBezTo>
                  <a:lnTo>
                    <a:pt x="258927" y="20117"/>
                  </a:lnTo>
                  <a:lnTo>
                    <a:pt x="225704" y="20117"/>
                  </a:lnTo>
                  <a:cubicBezTo>
                    <a:pt x="225501" y="48971"/>
                    <a:pt x="224434" y="69215"/>
                    <a:pt x="222504" y="80848"/>
                  </a:cubicBezTo>
                  <a:cubicBezTo>
                    <a:pt x="220573" y="92481"/>
                    <a:pt x="217576" y="101778"/>
                    <a:pt x="213512" y="108738"/>
                  </a:cubicBezTo>
                  <a:cubicBezTo>
                    <a:pt x="209448" y="115697"/>
                    <a:pt x="203301" y="123292"/>
                    <a:pt x="195072" y="131521"/>
                  </a:cubicBezTo>
                  <a:cubicBezTo>
                    <a:pt x="193040" y="128677"/>
                    <a:pt x="189839" y="126543"/>
                    <a:pt x="185471" y="125121"/>
                  </a:cubicBezTo>
                  <a:cubicBezTo>
                    <a:pt x="199288" y="115367"/>
                    <a:pt x="208127" y="103581"/>
                    <a:pt x="211988" y="89764"/>
                  </a:cubicBezTo>
                  <a:cubicBezTo>
                    <a:pt x="215849" y="75946"/>
                    <a:pt x="217475" y="52730"/>
                    <a:pt x="216865" y="20117"/>
                  </a:cubicBezTo>
                  <a:cubicBezTo>
                    <a:pt x="208635" y="20117"/>
                    <a:pt x="203251" y="20320"/>
                    <a:pt x="200711" y="20726"/>
                  </a:cubicBezTo>
                  <a:lnTo>
                    <a:pt x="200711" y="11735"/>
                  </a:lnTo>
                  <a:cubicBezTo>
                    <a:pt x="207924" y="12344"/>
                    <a:pt x="218795" y="12649"/>
                    <a:pt x="233324" y="12649"/>
                  </a:cubicBezTo>
                  <a:cubicBezTo>
                    <a:pt x="247853" y="12649"/>
                    <a:pt x="260655" y="11887"/>
                    <a:pt x="271729" y="10363"/>
                  </a:cubicBezTo>
                  <a:close/>
                  <a:moveTo>
                    <a:pt x="622706" y="2743"/>
                  </a:moveTo>
                  <a:cubicBezTo>
                    <a:pt x="629615" y="9957"/>
                    <a:pt x="635762" y="17628"/>
                    <a:pt x="641147" y="25756"/>
                  </a:cubicBezTo>
                  <a:lnTo>
                    <a:pt x="632917" y="30785"/>
                  </a:lnTo>
                  <a:cubicBezTo>
                    <a:pt x="629463" y="23165"/>
                    <a:pt x="623925" y="15646"/>
                    <a:pt x="616305" y="8230"/>
                  </a:cubicBezTo>
                  <a:close/>
                  <a:moveTo>
                    <a:pt x="695249" y="2286"/>
                  </a:moveTo>
                  <a:cubicBezTo>
                    <a:pt x="696468" y="2591"/>
                    <a:pt x="699973" y="2743"/>
                    <a:pt x="705764" y="2743"/>
                  </a:cubicBezTo>
                  <a:cubicBezTo>
                    <a:pt x="707085" y="2743"/>
                    <a:pt x="707745" y="3175"/>
                    <a:pt x="707745" y="4039"/>
                  </a:cubicBezTo>
                  <a:cubicBezTo>
                    <a:pt x="707745" y="4902"/>
                    <a:pt x="707390" y="5588"/>
                    <a:pt x="706679" y="6096"/>
                  </a:cubicBezTo>
                  <a:cubicBezTo>
                    <a:pt x="705358" y="7010"/>
                    <a:pt x="704697" y="9957"/>
                    <a:pt x="704697" y="14935"/>
                  </a:cubicBezTo>
                  <a:lnTo>
                    <a:pt x="704697" y="37643"/>
                  </a:lnTo>
                  <a:lnTo>
                    <a:pt x="726338" y="37643"/>
                  </a:lnTo>
                  <a:lnTo>
                    <a:pt x="726338" y="22860"/>
                  </a:lnTo>
                  <a:cubicBezTo>
                    <a:pt x="726338" y="17882"/>
                    <a:pt x="726084" y="14173"/>
                    <a:pt x="725576" y="11735"/>
                  </a:cubicBezTo>
                  <a:cubicBezTo>
                    <a:pt x="729843" y="12243"/>
                    <a:pt x="732866" y="12497"/>
                    <a:pt x="734644" y="12497"/>
                  </a:cubicBezTo>
                  <a:cubicBezTo>
                    <a:pt x="736422" y="12497"/>
                    <a:pt x="737311" y="12675"/>
                    <a:pt x="737311" y="13030"/>
                  </a:cubicBezTo>
                  <a:cubicBezTo>
                    <a:pt x="737311" y="13386"/>
                    <a:pt x="736930" y="13995"/>
                    <a:pt x="736168" y="14859"/>
                  </a:cubicBezTo>
                  <a:cubicBezTo>
                    <a:pt x="735406" y="15723"/>
                    <a:pt x="735025" y="19101"/>
                    <a:pt x="735025" y="24994"/>
                  </a:cubicBezTo>
                  <a:cubicBezTo>
                    <a:pt x="735025" y="30886"/>
                    <a:pt x="735076" y="37694"/>
                    <a:pt x="735177" y="45415"/>
                  </a:cubicBezTo>
                  <a:cubicBezTo>
                    <a:pt x="726948" y="44907"/>
                    <a:pt x="715213" y="44653"/>
                    <a:pt x="699973" y="44653"/>
                  </a:cubicBezTo>
                  <a:cubicBezTo>
                    <a:pt x="684733" y="44653"/>
                    <a:pt x="673100" y="44907"/>
                    <a:pt x="665073" y="45415"/>
                  </a:cubicBezTo>
                  <a:cubicBezTo>
                    <a:pt x="665683" y="41961"/>
                    <a:pt x="665988" y="38202"/>
                    <a:pt x="665988" y="34138"/>
                  </a:cubicBezTo>
                  <a:lnTo>
                    <a:pt x="665988" y="20879"/>
                  </a:lnTo>
                  <a:cubicBezTo>
                    <a:pt x="665988" y="16916"/>
                    <a:pt x="665683" y="13868"/>
                    <a:pt x="665073" y="11735"/>
                  </a:cubicBezTo>
                  <a:cubicBezTo>
                    <a:pt x="667105" y="12040"/>
                    <a:pt x="670865" y="12192"/>
                    <a:pt x="676351" y="12192"/>
                  </a:cubicBezTo>
                  <a:cubicBezTo>
                    <a:pt x="677469" y="12192"/>
                    <a:pt x="678027" y="12497"/>
                    <a:pt x="678027" y="13106"/>
                  </a:cubicBezTo>
                  <a:cubicBezTo>
                    <a:pt x="678027" y="13716"/>
                    <a:pt x="677545" y="14529"/>
                    <a:pt x="676580" y="15545"/>
                  </a:cubicBezTo>
                  <a:cubicBezTo>
                    <a:pt x="675614" y="16561"/>
                    <a:pt x="675030" y="18339"/>
                    <a:pt x="674827" y="20879"/>
                  </a:cubicBezTo>
                  <a:cubicBezTo>
                    <a:pt x="674624" y="23419"/>
                    <a:pt x="674522" y="29007"/>
                    <a:pt x="674522" y="37643"/>
                  </a:cubicBezTo>
                  <a:lnTo>
                    <a:pt x="696315" y="37643"/>
                  </a:lnTo>
                  <a:lnTo>
                    <a:pt x="696315" y="16154"/>
                  </a:lnTo>
                  <a:cubicBezTo>
                    <a:pt x="696315" y="10160"/>
                    <a:pt x="695960" y="5537"/>
                    <a:pt x="695249" y="2286"/>
                  </a:cubicBezTo>
                  <a:close/>
                  <a:moveTo>
                    <a:pt x="817931" y="1067"/>
                  </a:moveTo>
                  <a:cubicBezTo>
                    <a:pt x="822503" y="1676"/>
                    <a:pt x="826973" y="1981"/>
                    <a:pt x="831342" y="1981"/>
                  </a:cubicBezTo>
                  <a:cubicBezTo>
                    <a:pt x="833171" y="1981"/>
                    <a:pt x="834085" y="2413"/>
                    <a:pt x="834085" y="3277"/>
                  </a:cubicBezTo>
                  <a:cubicBezTo>
                    <a:pt x="834085" y="4140"/>
                    <a:pt x="833577" y="4775"/>
                    <a:pt x="832561" y="5182"/>
                  </a:cubicBezTo>
                  <a:cubicBezTo>
                    <a:pt x="831545" y="5588"/>
                    <a:pt x="830732" y="6350"/>
                    <a:pt x="830123" y="7468"/>
                  </a:cubicBezTo>
                  <a:cubicBezTo>
                    <a:pt x="829513" y="8585"/>
                    <a:pt x="829208" y="9601"/>
                    <a:pt x="829208" y="10516"/>
                  </a:cubicBezTo>
                  <a:lnTo>
                    <a:pt x="829208" y="25908"/>
                  </a:lnTo>
                  <a:cubicBezTo>
                    <a:pt x="851154" y="25806"/>
                    <a:pt x="867054" y="25197"/>
                    <a:pt x="876909" y="24079"/>
                  </a:cubicBezTo>
                  <a:cubicBezTo>
                    <a:pt x="876198" y="28245"/>
                    <a:pt x="875843" y="33985"/>
                    <a:pt x="875843" y="41300"/>
                  </a:cubicBezTo>
                  <a:lnTo>
                    <a:pt x="875843" y="86258"/>
                  </a:lnTo>
                  <a:cubicBezTo>
                    <a:pt x="875843" y="93472"/>
                    <a:pt x="876351" y="100737"/>
                    <a:pt x="877367" y="108052"/>
                  </a:cubicBezTo>
                  <a:lnTo>
                    <a:pt x="866241" y="108052"/>
                  </a:lnTo>
                  <a:lnTo>
                    <a:pt x="866241" y="97079"/>
                  </a:lnTo>
                  <a:lnTo>
                    <a:pt x="829208" y="97079"/>
                  </a:lnTo>
                  <a:lnTo>
                    <a:pt x="829208" y="118415"/>
                  </a:lnTo>
                  <a:cubicBezTo>
                    <a:pt x="829208" y="121768"/>
                    <a:pt x="829538" y="124206"/>
                    <a:pt x="830199" y="125730"/>
                  </a:cubicBezTo>
                  <a:cubicBezTo>
                    <a:pt x="830859" y="127254"/>
                    <a:pt x="832307" y="128346"/>
                    <a:pt x="834542" y="129007"/>
                  </a:cubicBezTo>
                  <a:cubicBezTo>
                    <a:pt x="836777" y="129667"/>
                    <a:pt x="840384" y="129997"/>
                    <a:pt x="845363" y="129997"/>
                  </a:cubicBezTo>
                  <a:lnTo>
                    <a:pt x="869442" y="129845"/>
                  </a:lnTo>
                  <a:cubicBezTo>
                    <a:pt x="875538" y="129845"/>
                    <a:pt x="879627" y="128016"/>
                    <a:pt x="881710" y="124359"/>
                  </a:cubicBezTo>
                  <a:cubicBezTo>
                    <a:pt x="883793" y="120701"/>
                    <a:pt x="885291" y="115164"/>
                    <a:pt x="886206" y="107747"/>
                  </a:cubicBezTo>
                  <a:cubicBezTo>
                    <a:pt x="888543" y="110490"/>
                    <a:pt x="891997" y="112573"/>
                    <a:pt x="896569" y="113995"/>
                  </a:cubicBezTo>
                  <a:cubicBezTo>
                    <a:pt x="894131" y="123444"/>
                    <a:pt x="891108" y="129947"/>
                    <a:pt x="887501" y="133503"/>
                  </a:cubicBezTo>
                  <a:cubicBezTo>
                    <a:pt x="883894" y="137059"/>
                    <a:pt x="877925" y="138837"/>
                    <a:pt x="869594" y="138837"/>
                  </a:cubicBezTo>
                  <a:lnTo>
                    <a:pt x="845515" y="138684"/>
                  </a:lnTo>
                  <a:cubicBezTo>
                    <a:pt x="837489" y="138684"/>
                    <a:pt x="831697" y="138125"/>
                    <a:pt x="828141" y="137008"/>
                  </a:cubicBezTo>
                  <a:cubicBezTo>
                    <a:pt x="824585" y="135890"/>
                    <a:pt x="822274" y="133934"/>
                    <a:pt x="821207" y="131140"/>
                  </a:cubicBezTo>
                  <a:cubicBezTo>
                    <a:pt x="820140" y="128346"/>
                    <a:pt x="819607" y="123800"/>
                    <a:pt x="819607" y="117501"/>
                  </a:cubicBezTo>
                  <a:lnTo>
                    <a:pt x="819607" y="97079"/>
                  </a:lnTo>
                  <a:lnTo>
                    <a:pt x="781659" y="97079"/>
                  </a:lnTo>
                  <a:lnTo>
                    <a:pt x="781659" y="111100"/>
                  </a:lnTo>
                  <a:lnTo>
                    <a:pt x="770991" y="111100"/>
                  </a:lnTo>
                  <a:cubicBezTo>
                    <a:pt x="772109" y="103785"/>
                    <a:pt x="772668" y="96012"/>
                    <a:pt x="772668" y="87782"/>
                  </a:cubicBezTo>
                  <a:lnTo>
                    <a:pt x="772668" y="41300"/>
                  </a:lnTo>
                  <a:cubicBezTo>
                    <a:pt x="772668" y="34595"/>
                    <a:pt x="772312" y="28854"/>
                    <a:pt x="771601" y="24079"/>
                  </a:cubicBezTo>
                  <a:cubicBezTo>
                    <a:pt x="781964" y="25197"/>
                    <a:pt x="797966" y="25806"/>
                    <a:pt x="819607" y="25908"/>
                  </a:cubicBezTo>
                  <a:cubicBezTo>
                    <a:pt x="819607" y="14630"/>
                    <a:pt x="819048" y="6350"/>
                    <a:pt x="817931" y="1067"/>
                  </a:cubicBezTo>
                  <a:close/>
                  <a:moveTo>
                    <a:pt x="172821" y="610"/>
                  </a:moveTo>
                  <a:cubicBezTo>
                    <a:pt x="175260" y="1321"/>
                    <a:pt x="177063" y="1753"/>
                    <a:pt x="178232" y="1905"/>
                  </a:cubicBezTo>
                  <a:cubicBezTo>
                    <a:pt x="179400" y="2057"/>
                    <a:pt x="181102" y="2134"/>
                    <a:pt x="183337" y="2134"/>
                  </a:cubicBezTo>
                  <a:cubicBezTo>
                    <a:pt x="185572" y="2134"/>
                    <a:pt x="186690" y="2464"/>
                    <a:pt x="186690" y="3124"/>
                  </a:cubicBezTo>
                  <a:cubicBezTo>
                    <a:pt x="186690" y="3785"/>
                    <a:pt x="186182" y="4572"/>
                    <a:pt x="185166" y="5486"/>
                  </a:cubicBezTo>
                  <a:cubicBezTo>
                    <a:pt x="184150" y="6401"/>
                    <a:pt x="183388" y="7391"/>
                    <a:pt x="182880" y="8458"/>
                  </a:cubicBezTo>
                  <a:cubicBezTo>
                    <a:pt x="182372" y="9525"/>
                    <a:pt x="182118" y="10414"/>
                    <a:pt x="182118" y="11125"/>
                  </a:cubicBezTo>
                  <a:lnTo>
                    <a:pt x="182118" y="33680"/>
                  </a:lnTo>
                  <a:cubicBezTo>
                    <a:pt x="191871" y="33579"/>
                    <a:pt x="198983" y="33172"/>
                    <a:pt x="203454" y="32461"/>
                  </a:cubicBezTo>
                  <a:lnTo>
                    <a:pt x="203454" y="42672"/>
                  </a:lnTo>
                  <a:cubicBezTo>
                    <a:pt x="197561" y="41961"/>
                    <a:pt x="190449" y="41554"/>
                    <a:pt x="182118" y="41453"/>
                  </a:cubicBezTo>
                  <a:lnTo>
                    <a:pt x="182118" y="50597"/>
                  </a:lnTo>
                  <a:cubicBezTo>
                    <a:pt x="190246" y="59944"/>
                    <a:pt x="197815" y="69545"/>
                    <a:pt x="204825" y="79400"/>
                  </a:cubicBezTo>
                  <a:lnTo>
                    <a:pt x="196139" y="85192"/>
                  </a:lnTo>
                  <a:cubicBezTo>
                    <a:pt x="192481" y="77673"/>
                    <a:pt x="187807" y="69647"/>
                    <a:pt x="182118" y="61112"/>
                  </a:cubicBezTo>
                  <a:lnTo>
                    <a:pt x="182118" y="112319"/>
                  </a:lnTo>
                  <a:cubicBezTo>
                    <a:pt x="182118" y="120041"/>
                    <a:pt x="182626" y="129286"/>
                    <a:pt x="183642" y="140056"/>
                  </a:cubicBezTo>
                  <a:lnTo>
                    <a:pt x="172059" y="140056"/>
                  </a:lnTo>
                  <a:cubicBezTo>
                    <a:pt x="173075" y="129286"/>
                    <a:pt x="173583" y="120041"/>
                    <a:pt x="173583" y="112319"/>
                  </a:cubicBezTo>
                  <a:lnTo>
                    <a:pt x="173583" y="63703"/>
                  </a:lnTo>
                  <a:cubicBezTo>
                    <a:pt x="169316" y="78334"/>
                    <a:pt x="162814" y="92304"/>
                    <a:pt x="154076" y="105613"/>
                  </a:cubicBezTo>
                  <a:cubicBezTo>
                    <a:pt x="152247" y="102464"/>
                    <a:pt x="149504" y="100229"/>
                    <a:pt x="145847" y="98908"/>
                  </a:cubicBezTo>
                  <a:cubicBezTo>
                    <a:pt x="156616" y="86512"/>
                    <a:pt x="165862" y="67564"/>
                    <a:pt x="173583" y="42062"/>
                  </a:cubicBezTo>
                  <a:lnTo>
                    <a:pt x="173583" y="41453"/>
                  </a:lnTo>
                  <a:cubicBezTo>
                    <a:pt x="163627" y="41656"/>
                    <a:pt x="155651" y="42062"/>
                    <a:pt x="149657" y="42672"/>
                  </a:cubicBezTo>
                  <a:lnTo>
                    <a:pt x="149657" y="32461"/>
                  </a:lnTo>
                  <a:cubicBezTo>
                    <a:pt x="155753" y="33274"/>
                    <a:pt x="163728" y="33680"/>
                    <a:pt x="173583" y="33680"/>
                  </a:cubicBezTo>
                  <a:cubicBezTo>
                    <a:pt x="173583" y="13259"/>
                    <a:pt x="173329" y="2235"/>
                    <a:pt x="172821" y="610"/>
                  </a:cubicBezTo>
                  <a:close/>
                  <a:moveTo>
                    <a:pt x="328879" y="457"/>
                  </a:moveTo>
                  <a:cubicBezTo>
                    <a:pt x="332333" y="2997"/>
                    <a:pt x="334924" y="4496"/>
                    <a:pt x="336651" y="4953"/>
                  </a:cubicBezTo>
                  <a:cubicBezTo>
                    <a:pt x="338379" y="5410"/>
                    <a:pt x="339242" y="5969"/>
                    <a:pt x="339242" y="6629"/>
                  </a:cubicBezTo>
                  <a:cubicBezTo>
                    <a:pt x="339242" y="7290"/>
                    <a:pt x="338760" y="7823"/>
                    <a:pt x="337794" y="8230"/>
                  </a:cubicBezTo>
                  <a:cubicBezTo>
                    <a:pt x="336829" y="8636"/>
                    <a:pt x="334619" y="10871"/>
                    <a:pt x="331165" y="14935"/>
                  </a:cubicBezTo>
                  <a:cubicBezTo>
                    <a:pt x="353822" y="14834"/>
                    <a:pt x="366471" y="14224"/>
                    <a:pt x="369113" y="13106"/>
                  </a:cubicBezTo>
                  <a:lnTo>
                    <a:pt x="369113" y="22860"/>
                  </a:lnTo>
                  <a:cubicBezTo>
                    <a:pt x="365861" y="22149"/>
                    <a:pt x="357886" y="21793"/>
                    <a:pt x="345186" y="21793"/>
                  </a:cubicBezTo>
                  <a:cubicBezTo>
                    <a:pt x="347421" y="26162"/>
                    <a:pt x="349910" y="31547"/>
                    <a:pt x="352653" y="37948"/>
                  </a:cubicBezTo>
                  <a:lnTo>
                    <a:pt x="342290" y="40691"/>
                  </a:lnTo>
                  <a:cubicBezTo>
                    <a:pt x="341477" y="34392"/>
                    <a:pt x="339801" y="28092"/>
                    <a:pt x="337261" y="21793"/>
                  </a:cubicBezTo>
                  <a:lnTo>
                    <a:pt x="325526" y="21793"/>
                  </a:lnTo>
                  <a:cubicBezTo>
                    <a:pt x="321056" y="27178"/>
                    <a:pt x="315773" y="32715"/>
                    <a:pt x="309677" y="38405"/>
                  </a:cubicBezTo>
                  <a:cubicBezTo>
                    <a:pt x="307543" y="35560"/>
                    <a:pt x="304952" y="33579"/>
                    <a:pt x="301904" y="32461"/>
                  </a:cubicBezTo>
                  <a:cubicBezTo>
                    <a:pt x="313690" y="24841"/>
                    <a:pt x="322681" y="14173"/>
                    <a:pt x="328879" y="457"/>
                  </a:cubicBezTo>
                  <a:close/>
                  <a:moveTo>
                    <a:pt x="391211" y="0"/>
                  </a:moveTo>
                  <a:cubicBezTo>
                    <a:pt x="394665" y="1930"/>
                    <a:pt x="397332" y="3277"/>
                    <a:pt x="399212" y="4039"/>
                  </a:cubicBezTo>
                  <a:cubicBezTo>
                    <a:pt x="401091" y="4801"/>
                    <a:pt x="402031" y="5486"/>
                    <a:pt x="402031" y="6096"/>
                  </a:cubicBezTo>
                  <a:cubicBezTo>
                    <a:pt x="402031" y="6706"/>
                    <a:pt x="401320" y="7315"/>
                    <a:pt x="399897" y="7925"/>
                  </a:cubicBezTo>
                  <a:cubicBezTo>
                    <a:pt x="398475" y="8534"/>
                    <a:pt x="396291" y="11074"/>
                    <a:pt x="393344" y="15545"/>
                  </a:cubicBezTo>
                  <a:cubicBezTo>
                    <a:pt x="418033" y="15443"/>
                    <a:pt x="432460" y="14681"/>
                    <a:pt x="436626" y="13259"/>
                  </a:cubicBezTo>
                  <a:lnTo>
                    <a:pt x="436626" y="23012"/>
                  </a:lnTo>
                  <a:cubicBezTo>
                    <a:pt x="433679" y="22403"/>
                    <a:pt x="424332" y="22098"/>
                    <a:pt x="408584" y="22098"/>
                  </a:cubicBezTo>
                  <a:cubicBezTo>
                    <a:pt x="412140" y="29210"/>
                    <a:pt x="414579" y="34188"/>
                    <a:pt x="415899" y="37033"/>
                  </a:cubicBezTo>
                  <a:lnTo>
                    <a:pt x="405841" y="40081"/>
                  </a:lnTo>
                  <a:cubicBezTo>
                    <a:pt x="405130" y="35611"/>
                    <a:pt x="403301" y="29616"/>
                    <a:pt x="400355" y="22098"/>
                  </a:cubicBezTo>
                  <a:lnTo>
                    <a:pt x="389229" y="22098"/>
                  </a:lnTo>
                  <a:cubicBezTo>
                    <a:pt x="386080" y="27178"/>
                    <a:pt x="382981" y="31750"/>
                    <a:pt x="379933" y="35814"/>
                  </a:cubicBezTo>
                  <a:cubicBezTo>
                    <a:pt x="377698" y="33071"/>
                    <a:pt x="375005" y="31344"/>
                    <a:pt x="371856" y="30632"/>
                  </a:cubicBezTo>
                  <a:cubicBezTo>
                    <a:pt x="381711" y="20676"/>
                    <a:pt x="388163" y="10465"/>
                    <a:pt x="391211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AEF63DFE-A72A-4270-8D8E-9BC2B22DBD09}"/>
                </a:ext>
              </a:extLst>
            </p:cNvPr>
            <p:cNvSpPr txBox="1"/>
            <p:nvPr/>
          </p:nvSpPr>
          <p:spPr>
            <a:xfrm>
              <a:off x="6864564" y="1536202"/>
              <a:ext cx="223649" cy="214166"/>
            </a:xfrm>
            <a:custGeom>
              <a:avLst/>
              <a:gdLst/>
              <a:ahLst/>
              <a:cxnLst/>
              <a:rect l="l" t="t" r="r" b="b"/>
              <a:pathLst>
                <a:path w="208843" h="199988">
                  <a:moveTo>
                    <a:pt x="129899" y="91409"/>
                  </a:moveTo>
                  <a:lnTo>
                    <a:pt x="208843" y="91409"/>
                  </a:lnTo>
                  <a:lnTo>
                    <a:pt x="202899" y="117528"/>
                  </a:lnTo>
                  <a:lnTo>
                    <a:pt x="193942" y="117528"/>
                  </a:lnTo>
                  <a:cubicBezTo>
                    <a:pt x="193663" y="114459"/>
                    <a:pt x="193384" y="111835"/>
                    <a:pt x="193105" y="109659"/>
                  </a:cubicBezTo>
                  <a:cubicBezTo>
                    <a:pt x="192826" y="107482"/>
                    <a:pt x="192323" y="105696"/>
                    <a:pt x="191598" y="104301"/>
                  </a:cubicBezTo>
                  <a:cubicBezTo>
                    <a:pt x="190872" y="102906"/>
                    <a:pt x="189840" y="101901"/>
                    <a:pt x="188500" y="101287"/>
                  </a:cubicBezTo>
                  <a:cubicBezTo>
                    <a:pt x="187161" y="100673"/>
                    <a:pt x="185319" y="100339"/>
                    <a:pt x="182975" y="100283"/>
                  </a:cubicBezTo>
                  <a:lnTo>
                    <a:pt x="155600" y="100283"/>
                  </a:lnTo>
                  <a:lnTo>
                    <a:pt x="146391" y="141052"/>
                  </a:lnTo>
                  <a:lnTo>
                    <a:pt x="162883" y="141052"/>
                  </a:lnTo>
                  <a:cubicBezTo>
                    <a:pt x="164837" y="141052"/>
                    <a:pt x="166455" y="140927"/>
                    <a:pt x="167739" y="140676"/>
                  </a:cubicBezTo>
                  <a:cubicBezTo>
                    <a:pt x="169022" y="140424"/>
                    <a:pt x="170194" y="139838"/>
                    <a:pt x="171255" y="138918"/>
                  </a:cubicBezTo>
                  <a:cubicBezTo>
                    <a:pt x="172315" y="137997"/>
                    <a:pt x="173362" y="136685"/>
                    <a:pt x="174394" y="134983"/>
                  </a:cubicBezTo>
                  <a:cubicBezTo>
                    <a:pt x="175427" y="133281"/>
                    <a:pt x="176696" y="131006"/>
                    <a:pt x="178203" y="128160"/>
                  </a:cubicBezTo>
                  <a:lnTo>
                    <a:pt x="186575" y="128160"/>
                  </a:lnTo>
                  <a:lnTo>
                    <a:pt x="178538" y="162902"/>
                  </a:lnTo>
                  <a:lnTo>
                    <a:pt x="170418" y="162902"/>
                  </a:lnTo>
                  <a:cubicBezTo>
                    <a:pt x="170418" y="159888"/>
                    <a:pt x="170334" y="157502"/>
                    <a:pt x="170166" y="155744"/>
                  </a:cubicBezTo>
                  <a:cubicBezTo>
                    <a:pt x="169999" y="153986"/>
                    <a:pt x="169636" y="152661"/>
                    <a:pt x="169078" y="151768"/>
                  </a:cubicBezTo>
                  <a:cubicBezTo>
                    <a:pt x="168520" y="150875"/>
                    <a:pt x="167683" y="150317"/>
                    <a:pt x="166567" y="150094"/>
                  </a:cubicBezTo>
                  <a:cubicBezTo>
                    <a:pt x="165451" y="149870"/>
                    <a:pt x="163944" y="149759"/>
                    <a:pt x="162046" y="149759"/>
                  </a:cubicBezTo>
                  <a:lnTo>
                    <a:pt x="144466" y="149759"/>
                  </a:lnTo>
                  <a:cubicBezTo>
                    <a:pt x="143740" y="152996"/>
                    <a:pt x="142931" y="156526"/>
                    <a:pt x="142038" y="160349"/>
                  </a:cubicBezTo>
                  <a:cubicBezTo>
                    <a:pt x="141145" y="164172"/>
                    <a:pt x="140308" y="167897"/>
                    <a:pt x="139527" y="171525"/>
                  </a:cubicBezTo>
                  <a:cubicBezTo>
                    <a:pt x="138745" y="175153"/>
                    <a:pt x="138089" y="178459"/>
                    <a:pt x="137559" y="181445"/>
                  </a:cubicBezTo>
                  <a:cubicBezTo>
                    <a:pt x="137029" y="184431"/>
                    <a:pt x="136764" y="186650"/>
                    <a:pt x="136764" y="188101"/>
                  </a:cubicBezTo>
                  <a:cubicBezTo>
                    <a:pt x="136764" y="189217"/>
                    <a:pt x="136917" y="190180"/>
                    <a:pt x="137224" y="190989"/>
                  </a:cubicBezTo>
                  <a:cubicBezTo>
                    <a:pt x="137531" y="191798"/>
                    <a:pt x="138034" y="192482"/>
                    <a:pt x="138731" y="193040"/>
                  </a:cubicBezTo>
                  <a:cubicBezTo>
                    <a:pt x="139429" y="193598"/>
                    <a:pt x="140419" y="194017"/>
                    <a:pt x="141703" y="194296"/>
                  </a:cubicBezTo>
                  <a:cubicBezTo>
                    <a:pt x="142987" y="194575"/>
                    <a:pt x="144633" y="194770"/>
                    <a:pt x="146642" y="194882"/>
                  </a:cubicBezTo>
                  <a:lnTo>
                    <a:pt x="145470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96" y="194254"/>
                    <a:pt x="114412" y="193835"/>
                  </a:cubicBezTo>
                  <a:cubicBezTo>
                    <a:pt x="115528" y="193417"/>
                    <a:pt x="116519" y="192607"/>
                    <a:pt x="117384" y="191407"/>
                  </a:cubicBezTo>
                  <a:cubicBezTo>
                    <a:pt x="118249" y="190207"/>
                    <a:pt x="119030" y="188408"/>
                    <a:pt x="119728" y="186008"/>
                  </a:cubicBezTo>
                  <a:cubicBezTo>
                    <a:pt x="120425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3" y="110301"/>
                    <a:pt x="137182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7" y="98357"/>
                  </a:cubicBezTo>
                  <a:cubicBezTo>
                    <a:pt x="134462" y="97297"/>
                    <a:pt x="132104" y="96739"/>
                    <a:pt x="128643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8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6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5" y="0"/>
                  </a:lnTo>
                  <a:lnTo>
                    <a:pt x="130708" y="0"/>
                  </a:lnTo>
                  <a:lnTo>
                    <a:pt x="129481" y="5470"/>
                  </a:lnTo>
                  <a:cubicBezTo>
                    <a:pt x="127471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235114FF-8E16-4274-83FF-79BEF7314268}"/>
                </a:ext>
              </a:extLst>
            </p:cNvPr>
            <p:cNvSpPr txBox="1"/>
            <p:nvPr/>
          </p:nvSpPr>
          <p:spPr>
            <a:xfrm>
              <a:off x="6882694" y="2133952"/>
              <a:ext cx="187388" cy="214165"/>
            </a:xfrm>
            <a:custGeom>
              <a:avLst/>
              <a:gdLst/>
              <a:ahLst/>
              <a:cxnLst/>
              <a:rect l="l" t="t" r="r" b="b"/>
              <a:pathLst>
                <a:path w="174984" h="199988">
                  <a:moveTo>
                    <a:pt x="96040" y="91409"/>
                  </a:moveTo>
                  <a:lnTo>
                    <a:pt x="174984" y="91409"/>
                  </a:lnTo>
                  <a:lnTo>
                    <a:pt x="169040" y="117528"/>
                  </a:lnTo>
                  <a:lnTo>
                    <a:pt x="160083" y="117528"/>
                  </a:lnTo>
                  <a:cubicBezTo>
                    <a:pt x="159804" y="114459"/>
                    <a:pt x="159525" y="111835"/>
                    <a:pt x="159246" y="109659"/>
                  </a:cubicBezTo>
                  <a:cubicBezTo>
                    <a:pt x="158967" y="107482"/>
                    <a:pt x="158464" y="105696"/>
                    <a:pt x="157739" y="104301"/>
                  </a:cubicBezTo>
                  <a:cubicBezTo>
                    <a:pt x="157013" y="102906"/>
                    <a:pt x="155981" y="101901"/>
                    <a:pt x="154641" y="101287"/>
                  </a:cubicBezTo>
                  <a:cubicBezTo>
                    <a:pt x="153302" y="100673"/>
                    <a:pt x="151460" y="100339"/>
                    <a:pt x="149116" y="100283"/>
                  </a:cubicBezTo>
                  <a:lnTo>
                    <a:pt x="121741" y="100283"/>
                  </a:lnTo>
                  <a:lnTo>
                    <a:pt x="112532" y="141052"/>
                  </a:lnTo>
                  <a:lnTo>
                    <a:pt x="129024" y="141052"/>
                  </a:lnTo>
                  <a:cubicBezTo>
                    <a:pt x="130978" y="141052"/>
                    <a:pt x="132596" y="140927"/>
                    <a:pt x="133880" y="140676"/>
                  </a:cubicBezTo>
                  <a:cubicBezTo>
                    <a:pt x="135163" y="140424"/>
                    <a:pt x="136335" y="139838"/>
                    <a:pt x="137396" y="138918"/>
                  </a:cubicBezTo>
                  <a:cubicBezTo>
                    <a:pt x="138456" y="137997"/>
                    <a:pt x="139503" y="136685"/>
                    <a:pt x="140535" y="134983"/>
                  </a:cubicBezTo>
                  <a:cubicBezTo>
                    <a:pt x="141568" y="133281"/>
                    <a:pt x="142837" y="131006"/>
                    <a:pt x="144344" y="128160"/>
                  </a:cubicBezTo>
                  <a:lnTo>
                    <a:pt x="152716" y="128160"/>
                  </a:lnTo>
                  <a:lnTo>
                    <a:pt x="144679" y="162902"/>
                  </a:lnTo>
                  <a:lnTo>
                    <a:pt x="136559" y="162902"/>
                  </a:lnTo>
                  <a:cubicBezTo>
                    <a:pt x="136559" y="159888"/>
                    <a:pt x="136475" y="157502"/>
                    <a:pt x="136307" y="155744"/>
                  </a:cubicBezTo>
                  <a:cubicBezTo>
                    <a:pt x="136140" y="153986"/>
                    <a:pt x="135777" y="152661"/>
                    <a:pt x="135219" y="151768"/>
                  </a:cubicBezTo>
                  <a:cubicBezTo>
                    <a:pt x="134661" y="150875"/>
                    <a:pt x="133824" y="150317"/>
                    <a:pt x="132708" y="150094"/>
                  </a:cubicBezTo>
                  <a:cubicBezTo>
                    <a:pt x="131592" y="149870"/>
                    <a:pt x="130085" y="149759"/>
                    <a:pt x="128187" y="149759"/>
                  </a:cubicBezTo>
                  <a:lnTo>
                    <a:pt x="110607" y="149759"/>
                  </a:lnTo>
                  <a:cubicBezTo>
                    <a:pt x="109881" y="152996"/>
                    <a:pt x="109072" y="156526"/>
                    <a:pt x="108179" y="160349"/>
                  </a:cubicBezTo>
                  <a:cubicBezTo>
                    <a:pt x="107286" y="164172"/>
                    <a:pt x="106449" y="167897"/>
                    <a:pt x="105668" y="171525"/>
                  </a:cubicBezTo>
                  <a:cubicBezTo>
                    <a:pt x="104886" y="175153"/>
                    <a:pt x="104230" y="178459"/>
                    <a:pt x="103700" y="181445"/>
                  </a:cubicBezTo>
                  <a:cubicBezTo>
                    <a:pt x="103170" y="184431"/>
                    <a:pt x="102905" y="186650"/>
                    <a:pt x="102905" y="188101"/>
                  </a:cubicBezTo>
                  <a:cubicBezTo>
                    <a:pt x="102905" y="189217"/>
                    <a:pt x="103058" y="190180"/>
                    <a:pt x="103365" y="190989"/>
                  </a:cubicBezTo>
                  <a:cubicBezTo>
                    <a:pt x="103672" y="191798"/>
                    <a:pt x="104175" y="192482"/>
                    <a:pt x="104872" y="193040"/>
                  </a:cubicBezTo>
                  <a:cubicBezTo>
                    <a:pt x="105570" y="193598"/>
                    <a:pt x="106560" y="194017"/>
                    <a:pt x="107844" y="194296"/>
                  </a:cubicBezTo>
                  <a:cubicBezTo>
                    <a:pt x="109128" y="194575"/>
                    <a:pt x="110774" y="194770"/>
                    <a:pt x="112783" y="194882"/>
                  </a:cubicBezTo>
                  <a:lnTo>
                    <a:pt x="111611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37" y="194254"/>
                    <a:pt x="80553" y="193835"/>
                  </a:cubicBezTo>
                  <a:cubicBezTo>
                    <a:pt x="81669" y="193417"/>
                    <a:pt x="82660" y="192607"/>
                    <a:pt x="83525" y="191407"/>
                  </a:cubicBezTo>
                  <a:cubicBezTo>
                    <a:pt x="84390" y="190207"/>
                    <a:pt x="85171" y="188408"/>
                    <a:pt x="85869" y="186008"/>
                  </a:cubicBezTo>
                  <a:cubicBezTo>
                    <a:pt x="86566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4" y="110301"/>
                    <a:pt x="103323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8" y="98357"/>
                  </a:cubicBezTo>
                  <a:cubicBezTo>
                    <a:pt x="100603" y="97297"/>
                    <a:pt x="98245" y="96739"/>
                    <a:pt x="94784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3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8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3" y="6493"/>
                    <a:pt x="31812" y="5693"/>
                    <a:pt x="28016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85FCAF9-D909-4BB6-87A3-EB5730880E21}"/>
                </a:ext>
              </a:extLst>
            </p:cNvPr>
            <p:cNvSpPr txBox="1"/>
            <p:nvPr/>
          </p:nvSpPr>
          <p:spPr>
            <a:xfrm>
              <a:off x="6864643" y="2650142"/>
              <a:ext cx="223367" cy="246910"/>
            </a:xfrm>
            <a:custGeom>
              <a:avLst/>
              <a:gdLst/>
              <a:ahLst/>
              <a:cxnLst/>
              <a:rect l="l" t="t" r="r" b="b"/>
              <a:pathLst>
                <a:path w="208280" h="230232">
                  <a:moveTo>
                    <a:pt x="158423" y="142796"/>
                  </a:moveTo>
                  <a:cubicBezTo>
                    <a:pt x="154764" y="142796"/>
                    <a:pt x="151353" y="143602"/>
                    <a:pt x="148191" y="145214"/>
                  </a:cubicBezTo>
                  <a:cubicBezTo>
                    <a:pt x="145028" y="146827"/>
                    <a:pt x="142145" y="149028"/>
                    <a:pt x="139540" y="151819"/>
                  </a:cubicBezTo>
                  <a:cubicBezTo>
                    <a:pt x="136936" y="154609"/>
                    <a:pt x="134626" y="157834"/>
                    <a:pt x="132610" y="161492"/>
                  </a:cubicBezTo>
                  <a:cubicBezTo>
                    <a:pt x="130595" y="165151"/>
                    <a:pt x="128890" y="169027"/>
                    <a:pt x="127494" y="173120"/>
                  </a:cubicBezTo>
                  <a:cubicBezTo>
                    <a:pt x="126099" y="177212"/>
                    <a:pt x="125045" y="181414"/>
                    <a:pt x="124332" y="185724"/>
                  </a:cubicBezTo>
                  <a:cubicBezTo>
                    <a:pt x="123619" y="190033"/>
                    <a:pt x="123262" y="194173"/>
                    <a:pt x="123262" y="198141"/>
                  </a:cubicBezTo>
                  <a:cubicBezTo>
                    <a:pt x="123262" y="204839"/>
                    <a:pt x="124208" y="209815"/>
                    <a:pt x="126099" y="213071"/>
                  </a:cubicBezTo>
                  <a:cubicBezTo>
                    <a:pt x="127990" y="216326"/>
                    <a:pt x="131044" y="217954"/>
                    <a:pt x="135261" y="217954"/>
                  </a:cubicBezTo>
                  <a:cubicBezTo>
                    <a:pt x="137370" y="217954"/>
                    <a:pt x="139401" y="217582"/>
                    <a:pt x="141354" y="216838"/>
                  </a:cubicBezTo>
                  <a:cubicBezTo>
                    <a:pt x="143307" y="216094"/>
                    <a:pt x="145369" y="214916"/>
                    <a:pt x="147540" y="213303"/>
                  </a:cubicBezTo>
                  <a:cubicBezTo>
                    <a:pt x="152997" y="209024"/>
                    <a:pt x="157647" y="203815"/>
                    <a:pt x="161492" y="197676"/>
                  </a:cubicBezTo>
                  <a:cubicBezTo>
                    <a:pt x="165337" y="191537"/>
                    <a:pt x="168220" y="184282"/>
                    <a:pt x="170143" y="175910"/>
                  </a:cubicBezTo>
                  <a:cubicBezTo>
                    <a:pt x="171011" y="172065"/>
                    <a:pt x="171693" y="168593"/>
                    <a:pt x="172189" y="165492"/>
                  </a:cubicBezTo>
                  <a:cubicBezTo>
                    <a:pt x="172685" y="162392"/>
                    <a:pt x="172933" y="159446"/>
                    <a:pt x="172933" y="156656"/>
                  </a:cubicBezTo>
                  <a:cubicBezTo>
                    <a:pt x="172933" y="151695"/>
                    <a:pt x="171771" y="148144"/>
                    <a:pt x="169445" y="146005"/>
                  </a:cubicBezTo>
                  <a:cubicBezTo>
                    <a:pt x="167120" y="143866"/>
                    <a:pt x="163446" y="142796"/>
                    <a:pt x="158423" y="142796"/>
                  </a:cubicBezTo>
                  <a:close/>
                  <a:moveTo>
                    <a:pt x="156748" y="133587"/>
                  </a:moveTo>
                  <a:cubicBezTo>
                    <a:pt x="161647" y="133587"/>
                    <a:pt x="165973" y="134161"/>
                    <a:pt x="169724" y="135308"/>
                  </a:cubicBezTo>
                  <a:cubicBezTo>
                    <a:pt x="173476" y="136455"/>
                    <a:pt x="176902" y="138021"/>
                    <a:pt x="180003" y="140005"/>
                  </a:cubicBezTo>
                  <a:lnTo>
                    <a:pt x="189025" y="133587"/>
                  </a:lnTo>
                  <a:lnTo>
                    <a:pt x="196560" y="135541"/>
                  </a:lnTo>
                  <a:lnTo>
                    <a:pt x="182514" y="196467"/>
                  </a:lnTo>
                  <a:cubicBezTo>
                    <a:pt x="181708" y="199940"/>
                    <a:pt x="181150" y="202808"/>
                    <a:pt x="180840" y="205071"/>
                  </a:cubicBezTo>
                  <a:cubicBezTo>
                    <a:pt x="180530" y="207335"/>
                    <a:pt x="180375" y="209335"/>
                    <a:pt x="180375" y="211071"/>
                  </a:cubicBezTo>
                  <a:cubicBezTo>
                    <a:pt x="180375" y="213427"/>
                    <a:pt x="180855" y="215133"/>
                    <a:pt x="181817" y="216187"/>
                  </a:cubicBezTo>
                  <a:cubicBezTo>
                    <a:pt x="182778" y="217241"/>
                    <a:pt x="184157" y="217768"/>
                    <a:pt x="185956" y="217768"/>
                  </a:cubicBezTo>
                  <a:cubicBezTo>
                    <a:pt x="187072" y="217768"/>
                    <a:pt x="188173" y="217551"/>
                    <a:pt x="189258" y="217117"/>
                  </a:cubicBezTo>
                  <a:cubicBezTo>
                    <a:pt x="190343" y="216683"/>
                    <a:pt x="191521" y="216001"/>
                    <a:pt x="192793" y="215071"/>
                  </a:cubicBezTo>
                  <a:cubicBezTo>
                    <a:pt x="194064" y="214140"/>
                    <a:pt x="195459" y="212947"/>
                    <a:pt x="196978" y="211489"/>
                  </a:cubicBezTo>
                  <a:cubicBezTo>
                    <a:pt x="198498" y="210032"/>
                    <a:pt x="200219" y="208280"/>
                    <a:pt x="202141" y="206234"/>
                  </a:cubicBezTo>
                  <a:cubicBezTo>
                    <a:pt x="203133" y="207288"/>
                    <a:pt x="204156" y="208327"/>
                    <a:pt x="205210" y="209350"/>
                  </a:cubicBezTo>
                  <a:cubicBezTo>
                    <a:pt x="206265" y="210373"/>
                    <a:pt x="207288" y="211381"/>
                    <a:pt x="208280" y="212373"/>
                  </a:cubicBezTo>
                  <a:cubicBezTo>
                    <a:pt x="205179" y="215536"/>
                    <a:pt x="202358" y="218249"/>
                    <a:pt x="199815" y="220512"/>
                  </a:cubicBezTo>
                  <a:cubicBezTo>
                    <a:pt x="197273" y="222776"/>
                    <a:pt x="194808" y="224636"/>
                    <a:pt x="192421" y="226093"/>
                  </a:cubicBezTo>
                  <a:cubicBezTo>
                    <a:pt x="190033" y="227550"/>
                    <a:pt x="187692" y="228605"/>
                    <a:pt x="185398" y="229256"/>
                  </a:cubicBezTo>
                  <a:cubicBezTo>
                    <a:pt x="183103" y="229907"/>
                    <a:pt x="180716" y="230232"/>
                    <a:pt x="178235" y="230232"/>
                  </a:cubicBezTo>
                  <a:cubicBezTo>
                    <a:pt x="173771" y="230232"/>
                    <a:pt x="170298" y="228791"/>
                    <a:pt x="167817" y="225907"/>
                  </a:cubicBezTo>
                  <a:cubicBezTo>
                    <a:pt x="165337" y="223024"/>
                    <a:pt x="164097" y="219070"/>
                    <a:pt x="164097" y="214047"/>
                  </a:cubicBezTo>
                  <a:cubicBezTo>
                    <a:pt x="164097" y="211257"/>
                    <a:pt x="164531" y="208590"/>
                    <a:pt x="165399" y="206048"/>
                  </a:cubicBezTo>
                  <a:lnTo>
                    <a:pt x="164097" y="205490"/>
                  </a:lnTo>
                  <a:cubicBezTo>
                    <a:pt x="160934" y="209893"/>
                    <a:pt x="157865" y="213644"/>
                    <a:pt x="154888" y="216745"/>
                  </a:cubicBezTo>
                  <a:cubicBezTo>
                    <a:pt x="151911" y="219846"/>
                    <a:pt x="148966" y="222403"/>
                    <a:pt x="146051" y="224419"/>
                  </a:cubicBezTo>
                  <a:cubicBezTo>
                    <a:pt x="143137" y="226434"/>
                    <a:pt x="140191" y="227907"/>
                    <a:pt x="137215" y="228837"/>
                  </a:cubicBezTo>
                  <a:cubicBezTo>
                    <a:pt x="134238" y="229767"/>
                    <a:pt x="131137" y="230232"/>
                    <a:pt x="127913" y="230232"/>
                  </a:cubicBezTo>
                  <a:cubicBezTo>
                    <a:pt x="120533" y="230232"/>
                    <a:pt x="114828" y="227581"/>
                    <a:pt x="110798" y="222279"/>
                  </a:cubicBezTo>
                  <a:cubicBezTo>
                    <a:pt x="106767" y="216977"/>
                    <a:pt x="104751" y="209273"/>
                    <a:pt x="104751" y="199165"/>
                  </a:cubicBezTo>
                  <a:cubicBezTo>
                    <a:pt x="104751" y="193149"/>
                    <a:pt x="105387" y="187367"/>
                    <a:pt x="106658" y="181817"/>
                  </a:cubicBezTo>
                  <a:cubicBezTo>
                    <a:pt x="107930" y="176267"/>
                    <a:pt x="109728" y="171058"/>
                    <a:pt x="112053" y="166190"/>
                  </a:cubicBezTo>
                  <a:cubicBezTo>
                    <a:pt x="114379" y="161322"/>
                    <a:pt x="117154" y="156888"/>
                    <a:pt x="120378" y="152888"/>
                  </a:cubicBezTo>
                  <a:cubicBezTo>
                    <a:pt x="123603" y="148889"/>
                    <a:pt x="127138" y="145462"/>
                    <a:pt x="130982" y="142610"/>
                  </a:cubicBezTo>
                  <a:cubicBezTo>
                    <a:pt x="134827" y="139757"/>
                    <a:pt x="138920" y="137540"/>
                    <a:pt x="143261" y="135959"/>
                  </a:cubicBezTo>
                  <a:cubicBezTo>
                    <a:pt x="147602" y="134378"/>
                    <a:pt x="152097" y="133587"/>
                    <a:pt x="156748" y="133587"/>
                  </a:cubicBezTo>
                  <a:close/>
                  <a:moveTo>
                    <a:pt x="1381" y="0"/>
                  </a:moveTo>
                  <a:lnTo>
                    <a:pt x="53369" y="0"/>
                  </a:lnTo>
                  <a:lnTo>
                    <a:pt x="51987" y="6153"/>
                  </a:lnTo>
                  <a:cubicBezTo>
                    <a:pt x="48304" y="6572"/>
                    <a:pt x="45437" y="7660"/>
                    <a:pt x="43385" y="9418"/>
                  </a:cubicBezTo>
                  <a:cubicBezTo>
                    <a:pt x="41334" y="11176"/>
                    <a:pt x="39890" y="13625"/>
                    <a:pt x="39053" y="16764"/>
                  </a:cubicBezTo>
                  <a:cubicBezTo>
                    <a:pt x="38216" y="19903"/>
                    <a:pt x="37797" y="24110"/>
                    <a:pt x="37797" y="29384"/>
                  </a:cubicBezTo>
                  <a:cubicBezTo>
                    <a:pt x="37797" y="30640"/>
                    <a:pt x="37923" y="34407"/>
                    <a:pt x="38174" y="40686"/>
                  </a:cubicBezTo>
                  <a:lnTo>
                    <a:pt x="41690" y="132606"/>
                  </a:lnTo>
                  <a:lnTo>
                    <a:pt x="41690" y="142652"/>
                  </a:lnTo>
                  <a:lnTo>
                    <a:pt x="42946" y="142652"/>
                  </a:lnTo>
                  <a:lnTo>
                    <a:pt x="97319" y="44579"/>
                  </a:lnTo>
                  <a:cubicBezTo>
                    <a:pt x="100501" y="38802"/>
                    <a:pt x="102886" y="33842"/>
                    <a:pt x="104477" y="29698"/>
                  </a:cubicBezTo>
                  <a:cubicBezTo>
                    <a:pt x="106068" y="25554"/>
                    <a:pt x="106863" y="21892"/>
                    <a:pt x="106863" y="18710"/>
                  </a:cubicBezTo>
                  <a:cubicBezTo>
                    <a:pt x="106863" y="11678"/>
                    <a:pt x="102677" y="7493"/>
                    <a:pt x="94306" y="6153"/>
                  </a:cubicBezTo>
                  <a:lnTo>
                    <a:pt x="95687" y="0"/>
                  </a:lnTo>
                  <a:lnTo>
                    <a:pt x="147047" y="0"/>
                  </a:lnTo>
                  <a:lnTo>
                    <a:pt x="145665" y="6153"/>
                  </a:lnTo>
                  <a:cubicBezTo>
                    <a:pt x="143405" y="6488"/>
                    <a:pt x="141249" y="7346"/>
                    <a:pt x="139198" y="8727"/>
                  </a:cubicBezTo>
                  <a:cubicBezTo>
                    <a:pt x="137147" y="10109"/>
                    <a:pt x="134845" y="12411"/>
                    <a:pt x="132292" y="15634"/>
                  </a:cubicBezTo>
                  <a:cubicBezTo>
                    <a:pt x="129738" y="18857"/>
                    <a:pt x="125783" y="25073"/>
                    <a:pt x="120425" y="34282"/>
                  </a:cubicBezTo>
                  <a:lnTo>
                    <a:pt x="40058" y="173417"/>
                  </a:lnTo>
                  <a:lnTo>
                    <a:pt x="23356" y="173417"/>
                  </a:lnTo>
                  <a:lnTo>
                    <a:pt x="14943" y="33403"/>
                  </a:lnTo>
                  <a:cubicBezTo>
                    <a:pt x="14608" y="27961"/>
                    <a:pt x="14001" y="23294"/>
                    <a:pt x="13122" y="19401"/>
                  </a:cubicBezTo>
                  <a:cubicBezTo>
                    <a:pt x="12243" y="15508"/>
                    <a:pt x="10862" y="12474"/>
                    <a:pt x="8978" y="10297"/>
                  </a:cubicBezTo>
                  <a:cubicBezTo>
                    <a:pt x="7095" y="8120"/>
                    <a:pt x="4102" y="6739"/>
                    <a:pt x="0" y="615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E6B74C0F-FFA9-472B-BEF2-9CA01E5C122C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724252"/>
              <a:ext cx="1109054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AC5EBD93-F069-47E2-B56B-F49A14014456}"/>
              </a:ext>
            </a:extLst>
          </p:cNvPr>
          <p:cNvGrpSpPr/>
          <p:nvPr/>
        </p:nvGrpSpPr>
        <p:grpSpPr>
          <a:xfrm>
            <a:off x="3801675" y="2034553"/>
            <a:ext cx="1127800" cy="755580"/>
            <a:chOff x="4853307" y="5378309"/>
            <a:chExt cx="990577" cy="663646"/>
          </a:xfrm>
        </p:grpSpPr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D0187F3A-ADFC-49FF-A130-ABC9B78AA38E}"/>
                </a:ext>
              </a:extLst>
            </p:cNvPr>
            <p:cNvGrpSpPr/>
            <p:nvPr/>
          </p:nvGrpSpPr>
          <p:grpSpPr>
            <a:xfrm flipH="1">
              <a:off x="5256272" y="5378310"/>
              <a:ext cx="587612" cy="663645"/>
              <a:chOff x="3862974" y="5176267"/>
              <a:chExt cx="1149904" cy="1529098"/>
            </a:xfrm>
          </p:grpSpPr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5F2C0164-3611-4DC5-A02A-5FC0B2CC8D6B}"/>
                  </a:ext>
                </a:extLst>
              </p:cNvPr>
              <p:cNvSpPr/>
              <p:nvPr/>
            </p:nvSpPr>
            <p:spPr>
              <a:xfrm>
                <a:off x="4937080" y="549922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0382188-4200-4DF9-9689-146A954579EA}"/>
                  </a:ext>
                </a:extLst>
              </p:cNvPr>
              <p:cNvSpPr/>
              <p:nvPr/>
            </p:nvSpPr>
            <p:spPr>
              <a:xfrm>
                <a:off x="4937080" y="5822180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E81A7FA9-C5C8-4431-BDA5-F1798A1C126A}"/>
                  </a:ext>
                </a:extLst>
              </p:cNvPr>
              <p:cNvSpPr/>
              <p:nvPr/>
            </p:nvSpPr>
            <p:spPr>
              <a:xfrm>
                <a:off x="4937080" y="6306614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BE1688F2-FDAC-4E81-99DD-CE1C20466334}"/>
                  </a:ext>
                </a:extLst>
              </p:cNvPr>
              <p:cNvSpPr/>
              <p:nvPr/>
            </p:nvSpPr>
            <p:spPr>
              <a:xfrm>
                <a:off x="4937080" y="533774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CD66E8CB-6996-42C0-886E-13EDACBE56DC}"/>
                  </a:ext>
                </a:extLst>
              </p:cNvPr>
              <p:cNvSpPr/>
              <p:nvPr/>
            </p:nvSpPr>
            <p:spPr>
              <a:xfrm>
                <a:off x="4937080" y="646809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B67EA6D9-83E6-4EB1-A1F3-37FB61DE2F08}"/>
                  </a:ext>
                </a:extLst>
              </p:cNvPr>
              <p:cNvSpPr/>
              <p:nvPr/>
            </p:nvSpPr>
            <p:spPr>
              <a:xfrm>
                <a:off x="4937080" y="517626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EB2B908E-535A-4002-A9F7-28C597AE0713}"/>
                  </a:ext>
                </a:extLst>
              </p:cNvPr>
              <p:cNvSpPr/>
              <p:nvPr/>
            </p:nvSpPr>
            <p:spPr>
              <a:xfrm>
                <a:off x="4937080" y="5660701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3D38612D-48FC-43A9-AF0B-ACC9490F8E6F}"/>
                  </a:ext>
                </a:extLst>
              </p:cNvPr>
              <p:cNvSpPr/>
              <p:nvPr/>
            </p:nvSpPr>
            <p:spPr>
              <a:xfrm>
                <a:off x="4937080" y="598365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C4494427-AC86-43F0-98AD-B10B765A2D39}"/>
                  </a:ext>
                </a:extLst>
              </p:cNvPr>
              <p:cNvSpPr/>
              <p:nvPr/>
            </p:nvSpPr>
            <p:spPr>
              <a:xfrm>
                <a:off x="4937080" y="662956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794424A0-0FE2-4748-96E0-89232F45328B}"/>
                  </a:ext>
                </a:extLst>
              </p:cNvPr>
              <p:cNvSpPr/>
              <p:nvPr/>
            </p:nvSpPr>
            <p:spPr>
              <a:xfrm>
                <a:off x="4937080" y="6145136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23EF4DC3-5DFB-4321-AFEC-7149AC6778E5}"/>
                  </a:ext>
                </a:extLst>
              </p:cNvPr>
              <p:cNvSpPr/>
              <p:nvPr/>
            </p:nvSpPr>
            <p:spPr>
              <a:xfrm>
                <a:off x="4752552" y="586268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43ED4247-0C21-45BB-BF74-4221B8DC7E27}"/>
                  </a:ext>
                </a:extLst>
              </p:cNvPr>
              <p:cNvSpPr/>
              <p:nvPr/>
            </p:nvSpPr>
            <p:spPr>
              <a:xfrm>
                <a:off x="4752552" y="6198761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454968C4-504E-4A3B-B05A-9F706AAD79B6}"/>
                  </a:ext>
                </a:extLst>
              </p:cNvPr>
              <p:cNvSpPr/>
              <p:nvPr/>
            </p:nvSpPr>
            <p:spPr>
              <a:xfrm>
                <a:off x="4752552" y="519054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2DB6749-97D1-4494-9245-F41B96CFB91E}"/>
                  </a:ext>
                </a:extLst>
              </p:cNvPr>
              <p:cNvSpPr/>
              <p:nvPr/>
            </p:nvSpPr>
            <p:spPr>
              <a:xfrm>
                <a:off x="4752552" y="653483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96B36E06-A786-4905-9D26-2D5373CE1C44}"/>
                  </a:ext>
                </a:extLst>
              </p:cNvPr>
              <p:cNvSpPr/>
              <p:nvPr/>
            </p:nvSpPr>
            <p:spPr>
              <a:xfrm>
                <a:off x="4752552" y="552661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4AB5EF2A-B9B1-4315-9CB1-9324D9E109AB}"/>
                  </a:ext>
                </a:extLst>
              </p:cNvPr>
              <p:cNvSpPr/>
              <p:nvPr/>
            </p:nvSpPr>
            <p:spPr>
              <a:xfrm>
                <a:off x="4474734" y="651093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23E8213-3A45-471C-BE2D-5A0FD5BB8BD6}"/>
                  </a:ext>
                </a:extLst>
              </p:cNvPr>
              <p:cNvSpPr/>
              <p:nvPr/>
            </p:nvSpPr>
            <p:spPr>
              <a:xfrm>
                <a:off x="4474734" y="5256692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3ED8D0E-3F2B-4939-9FB7-36744C36D14A}"/>
                  </a:ext>
                </a:extLst>
              </p:cNvPr>
              <p:cNvSpPr/>
              <p:nvPr/>
            </p:nvSpPr>
            <p:spPr>
              <a:xfrm>
                <a:off x="4474734" y="5883814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94697D99-466F-4767-9471-BCAC34A3B250}"/>
                  </a:ext>
                </a:extLst>
              </p:cNvPr>
              <p:cNvSpPr/>
              <p:nvPr/>
            </p:nvSpPr>
            <p:spPr>
              <a:xfrm>
                <a:off x="4186448" y="620224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B4CD665B-1C50-4639-93BD-2B008031FD74}"/>
                  </a:ext>
                </a:extLst>
              </p:cNvPr>
              <p:cNvSpPr/>
              <p:nvPr/>
            </p:nvSpPr>
            <p:spPr>
              <a:xfrm>
                <a:off x="4186448" y="557512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ECAE54AB-4C17-4631-8D79-390CC55CBFB6}"/>
                  </a:ext>
                </a:extLst>
              </p:cNvPr>
              <p:cNvSpPr/>
              <p:nvPr/>
            </p:nvSpPr>
            <p:spPr>
              <a:xfrm>
                <a:off x="3862974" y="589170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1D965C5B-A964-4617-A803-3FFADA428910}"/>
                </a:ext>
              </a:extLst>
            </p:cNvPr>
            <p:cNvGrpSpPr/>
            <p:nvPr/>
          </p:nvGrpSpPr>
          <p:grpSpPr>
            <a:xfrm rot="10800000" flipH="1">
              <a:off x="4853307" y="5378309"/>
              <a:ext cx="587612" cy="663646"/>
              <a:chOff x="5855305" y="3755556"/>
              <a:chExt cx="1281928" cy="1704659"/>
            </a:xfrm>
            <a:solidFill>
              <a:schemeClr val="tx1"/>
            </a:solidFill>
          </p:grpSpPr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7162E7A8-9948-49FC-A593-35B989FBE141}"/>
                  </a:ext>
                </a:extLst>
              </p:cNvPr>
              <p:cNvSpPr/>
              <p:nvPr/>
            </p:nvSpPr>
            <p:spPr>
              <a:xfrm>
                <a:off x="7052732" y="411559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C1842E40-EAC1-4508-AC78-DD6CF89DCEF5}"/>
                  </a:ext>
                </a:extLst>
              </p:cNvPr>
              <p:cNvSpPr/>
              <p:nvPr/>
            </p:nvSpPr>
            <p:spPr>
              <a:xfrm>
                <a:off x="7052732" y="447562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A62F8159-EB11-4299-A552-AB9DCE7F52B4}"/>
                  </a:ext>
                </a:extLst>
              </p:cNvPr>
              <p:cNvSpPr/>
              <p:nvPr/>
            </p:nvSpPr>
            <p:spPr>
              <a:xfrm>
                <a:off x="7052732" y="501568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947796E8-C563-4687-98AA-F4971102926F}"/>
                  </a:ext>
                </a:extLst>
              </p:cNvPr>
              <p:cNvSpPr/>
              <p:nvPr/>
            </p:nvSpPr>
            <p:spPr>
              <a:xfrm>
                <a:off x="7052732" y="393557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AAFA33E7-715D-4A8B-B0AD-C600C2D6FEB1}"/>
                  </a:ext>
                </a:extLst>
              </p:cNvPr>
              <p:cNvSpPr/>
              <p:nvPr/>
            </p:nvSpPr>
            <p:spPr>
              <a:xfrm>
                <a:off x="7052732" y="519570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B08E8E93-085F-4191-98C0-E94971030360}"/>
                  </a:ext>
                </a:extLst>
              </p:cNvPr>
              <p:cNvSpPr/>
              <p:nvPr/>
            </p:nvSpPr>
            <p:spPr>
              <a:xfrm>
                <a:off x="7052732" y="375555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1B92F760-F52F-46C6-A996-7CF7F20B2AB2}"/>
                  </a:ext>
                </a:extLst>
              </p:cNvPr>
              <p:cNvSpPr/>
              <p:nvPr/>
            </p:nvSpPr>
            <p:spPr>
              <a:xfrm>
                <a:off x="7052732" y="42956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961CD590-48E3-485F-AAE5-36EA1BE45901}"/>
                  </a:ext>
                </a:extLst>
              </p:cNvPr>
              <p:cNvSpPr/>
              <p:nvPr/>
            </p:nvSpPr>
            <p:spPr>
              <a:xfrm>
                <a:off x="7052732" y="46556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1B0EDDAD-6553-4412-B3C7-8A288E697A57}"/>
                  </a:ext>
                </a:extLst>
              </p:cNvPr>
              <p:cNvSpPr/>
              <p:nvPr/>
            </p:nvSpPr>
            <p:spPr>
              <a:xfrm>
                <a:off x="7052732" y="53757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8C738DD3-CFAF-480B-AF70-2B15E511110D}"/>
                  </a:ext>
                </a:extLst>
              </p:cNvPr>
              <p:cNvSpPr/>
              <p:nvPr/>
            </p:nvSpPr>
            <p:spPr>
              <a:xfrm>
                <a:off x="7052732" y="483566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70A074D-DC93-49F4-AE1D-71F9885474AA}"/>
                  </a:ext>
                </a:extLst>
              </p:cNvPr>
              <p:cNvSpPr/>
              <p:nvPr/>
            </p:nvSpPr>
            <p:spPr>
              <a:xfrm>
                <a:off x="6847018" y="4520787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A9B0863-7C6F-4A60-B034-0FED1D759B0F}"/>
                  </a:ext>
                </a:extLst>
              </p:cNvPr>
              <p:cNvSpPr/>
              <p:nvPr/>
            </p:nvSpPr>
            <p:spPr>
              <a:xfrm>
                <a:off x="6847018" y="489544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44B0F6B-B23B-47A8-BD48-D8F9A93CE899}"/>
                  </a:ext>
                </a:extLst>
              </p:cNvPr>
              <p:cNvSpPr/>
              <p:nvPr/>
            </p:nvSpPr>
            <p:spPr>
              <a:xfrm>
                <a:off x="6847018" y="377147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08EEA330-973E-4F33-BCD0-33237358DFD6}"/>
                  </a:ext>
                </a:extLst>
              </p:cNvPr>
              <p:cNvSpPr/>
              <p:nvPr/>
            </p:nvSpPr>
            <p:spPr>
              <a:xfrm>
                <a:off x="6847018" y="527010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AAE55AAA-7758-4107-9595-15D277CAF87D}"/>
                  </a:ext>
                </a:extLst>
              </p:cNvPr>
              <p:cNvSpPr/>
              <p:nvPr/>
            </p:nvSpPr>
            <p:spPr>
              <a:xfrm>
                <a:off x="6847018" y="4146129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9E7B8443-7503-4D17-B534-83EEF4674358}"/>
                  </a:ext>
                </a:extLst>
              </p:cNvPr>
              <p:cNvSpPr/>
              <p:nvPr/>
            </p:nvSpPr>
            <p:spPr>
              <a:xfrm>
                <a:off x="6537302" y="524346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8A7BFEEA-2C14-42AE-B82C-3BADF0F33C47}"/>
                  </a:ext>
                </a:extLst>
              </p:cNvPr>
              <p:cNvSpPr/>
              <p:nvPr/>
            </p:nvSpPr>
            <p:spPr>
              <a:xfrm>
                <a:off x="6537302" y="384521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ADD955D5-BDD4-45FC-914D-EE40D2159ED1}"/>
                  </a:ext>
                </a:extLst>
              </p:cNvPr>
              <p:cNvSpPr/>
              <p:nvPr/>
            </p:nvSpPr>
            <p:spPr>
              <a:xfrm>
                <a:off x="6537302" y="454433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436FC9C8-2287-4DFE-AF30-A32C530ADA27}"/>
                  </a:ext>
                </a:extLst>
              </p:cNvPr>
              <p:cNvSpPr/>
              <p:nvPr/>
            </p:nvSpPr>
            <p:spPr>
              <a:xfrm>
                <a:off x="6215918" y="489933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B2A37BF4-D923-4A8F-BDE4-BAA87052D2C6}"/>
                  </a:ext>
                </a:extLst>
              </p:cNvPr>
              <p:cNvSpPr/>
              <p:nvPr/>
            </p:nvSpPr>
            <p:spPr>
              <a:xfrm>
                <a:off x="6215918" y="42002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F3C60B9E-4AB5-4BC9-889F-0AD3AF6B7129}"/>
                  </a:ext>
                </a:extLst>
              </p:cNvPr>
              <p:cNvSpPr/>
              <p:nvPr/>
            </p:nvSpPr>
            <p:spPr>
              <a:xfrm>
                <a:off x="5855305" y="455313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59" name="文本框 258">
            <a:extLst>
              <a:ext uri="{FF2B5EF4-FFF2-40B4-BE49-F238E27FC236}">
                <a16:creationId xmlns:a16="http://schemas.microsoft.com/office/drawing/2014/main" id="{9F998F15-57F9-4B4E-ACC0-0C3D3634E9FB}"/>
              </a:ext>
            </a:extLst>
          </p:cNvPr>
          <p:cNvSpPr txBox="1"/>
          <p:nvPr/>
        </p:nvSpPr>
        <p:spPr>
          <a:xfrm>
            <a:off x="8114466" y="2973867"/>
            <a:ext cx="171479" cy="196967"/>
          </a:xfrm>
          <a:custGeom>
            <a:avLst/>
            <a:gdLst/>
            <a:ahLst/>
            <a:cxnLst/>
            <a:rect l="l" t="t" r="r" b="b"/>
            <a:pathLst>
              <a:path w="159897" h="183663">
                <a:moveTo>
                  <a:pt x="122309" y="81614"/>
                </a:moveTo>
                <a:cubicBezTo>
                  <a:pt x="118402" y="81614"/>
                  <a:pt x="115137" y="82632"/>
                  <a:pt x="112514" y="84669"/>
                </a:cubicBezTo>
                <a:cubicBezTo>
                  <a:pt x="109891" y="86706"/>
                  <a:pt x="107812" y="89692"/>
                  <a:pt x="106277" y="93627"/>
                </a:cubicBezTo>
                <a:cubicBezTo>
                  <a:pt x="104742" y="97561"/>
                  <a:pt x="103654" y="102361"/>
                  <a:pt x="103012" y="108026"/>
                </a:cubicBezTo>
                <a:cubicBezTo>
                  <a:pt x="102370" y="113691"/>
                  <a:pt x="102049" y="120123"/>
                  <a:pt x="102049" y="127322"/>
                </a:cubicBezTo>
                <a:cubicBezTo>
                  <a:pt x="102049" y="135638"/>
                  <a:pt x="102454" y="142824"/>
                  <a:pt x="103263" y="148879"/>
                </a:cubicBezTo>
                <a:cubicBezTo>
                  <a:pt x="104073" y="154935"/>
                  <a:pt x="105328" y="159916"/>
                  <a:pt x="107031" y="163823"/>
                </a:cubicBezTo>
                <a:cubicBezTo>
                  <a:pt x="108733" y="167729"/>
                  <a:pt x="110868" y="170603"/>
                  <a:pt x="113435" y="172445"/>
                </a:cubicBezTo>
                <a:cubicBezTo>
                  <a:pt x="116002" y="174287"/>
                  <a:pt x="119072" y="175208"/>
                  <a:pt x="122644" y="175208"/>
                </a:cubicBezTo>
                <a:cubicBezTo>
                  <a:pt x="125992" y="175208"/>
                  <a:pt x="128922" y="174343"/>
                  <a:pt x="131434" y="172613"/>
                </a:cubicBezTo>
                <a:cubicBezTo>
                  <a:pt x="133945" y="170883"/>
                  <a:pt x="136024" y="168190"/>
                  <a:pt x="137671" y="164534"/>
                </a:cubicBezTo>
                <a:cubicBezTo>
                  <a:pt x="139317" y="160879"/>
                  <a:pt x="140559" y="156246"/>
                  <a:pt x="141396" y="150637"/>
                </a:cubicBezTo>
                <a:cubicBezTo>
                  <a:pt x="142233" y="145028"/>
                  <a:pt x="142652" y="138401"/>
                  <a:pt x="142652" y="130755"/>
                </a:cubicBezTo>
                <a:cubicBezTo>
                  <a:pt x="142652" y="122160"/>
                  <a:pt x="142191" y="114765"/>
                  <a:pt x="141270" y="108570"/>
                </a:cubicBezTo>
                <a:cubicBezTo>
                  <a:pt x="140349" y="102375"/>
                  <a:pt x="139052" y="97282"/>
                  <a:pt x="137378" y="93292"/>
                </a:cubicBezTo>
                <a:cubicBezTo>
                  <a:pt x="135703" y="89301"/>
                  <a:pt x="133596" y="86357"/>
                  <a:pt x="131057" y="84460"/>
                </a:cubicBezTo>
                <a:cubicBezTo>
                  <a:pt x="128518" y="82562"/>
                  <a:pt x="125602" y="81614"/>
                  <a:pt x="122309" y="81614"/>
                </a:cubicBezTo>
                <a:close/>
                <a:moveTo>
                  <a:pt x="122644" y="73493"/>
                </a:moveTo>
                <a:cubicBezTo>
                  <a:pt x="129285" y="73493"/>
                  <a:pt x="134964" y="74735"/>
                  <a:pt x="139680" y="77218"/>
                </a:cubicBezTo>
                <a:cubicBezTo>
                  <a:pt x="144396" y="79702"/>
                  <a:pt x="148247" y="83246"/>
                  <a:pt x="151233" y="87850"/>
                </a:cubicBezTo>
                <a:cubicBezTo>
                  <a:pt x="154218" y="92455"/>
                  <a:pt x="156409" y="98078"/>
                  <a:pt x="157804" y="104719"/>
                </a:cubicBezTo>
                <a:cubicBezTo>
                  <a:pt x="159199" y="111361"/>
                  <a:pt x="159897" y="118867"/>
                  <a:pt x="159897" y="127239"/>
                </a:cubicBezTo>
                <a:cubicBezTo>
                  <a:pt x="159897" y="145824"/>
                  <a:pt x="156604" y="159874"/>
                  <a:pt x="150019" y="169390"/>
                </a:cubicBezTo>
                <a:cubicBezTo>
                  <a:pt x="143433" y="178905"/>
                  <a:pt x="133889" y="183663"/>
                  <a:pt x="121388" y="183663"/>
                </a:cubicBezTo>
                <a:cubicBezTo>
                  <a:pt x="108998" y="183663"/>
                  <a:pt x="99789" y="179170"/>
                  <a:pt x="93762" y="170185"/>
                </a:cubicBezTo>
                <a:cubicBezTo>
                  <a:pt x="87734" y="161199"/>
                  <a:pt x="84720" y="147582"/>
                  <a:pt x="84720" y="129332"/>
                </a:cubicBezTo>
                <a:cubicBezTo>
                  <a:pt x="84720" y="119788"/>
                  <a:pt x="85655" y="111528"/>
                  <a:pt x="87525" y="104552"/>
                </a:cubicBezTo>
                <a:cubicBezTo>
                  <a:pt x="89394" y="97575"/>
                  <a:pt x="92018" y="91785"/>
                  <a:pt x="95394" y="87181"/>
                </a:cubicBezTo>
                <a:cubicBezTo>
                  <a:pt x="98771" y="82576"/>
                  <a:pt x="102775" y="79144"/>
                  <a:pt x="107407" y="76884"/>
                </a:cubicBezTo>
                <a:cubicBezTo>
                  <a:pt x="112040" y="74623"/>
                  <a:pt x="117118" y="73493"/>
                  <a:pt x="122644" y="73493"/>
                </a:cubicBezTo>
                <a:close/>
                <a:moveTo>
                  <a:pt x="30584" y="0"/>
                </a:moveTo>
                <a:lnTo>
                  <a:pt x="45988" y="0"/>
                </a:lnTo>
                <a:lnTo>
                  <a:pt x="39849" y="27570"/>
                </a:lnTo>
                <a:lnTo>
                  <a:pt x="73781" y="27570"/>
                </a:lnTo>
                <a:lnTo>
                  <a:pt x="71326" y="38844"/>
                </a:lnTo>
                <a:lnTo>
                  <a:pt x="37393" y="38844"/>
                </a:lnTo>
                <a:lnTo>
                  <a:pt x="27459" y="82153"/>
                </a:lnTo>
                <a:cubicBezTo>
                  <a:pt x="25524" y="90562"/>
                  <a:pt x="24296" y="96608"/>
                  <a:pt x="23775" y="100292"/>
                </a:cubicBezTo>
                <a:cubicBezTo>
                  <a:pt x="23254" y="103975"/>
                  <a:pt x="22994" y="106933"/>
                  <a:pt x="22994" y="109165"/>
                </a:cubicBezTo>
                <a:cubicBezTo>
                  <a:pt x="22994" y="118393"/>
                  <a:pt x="26826" y="123006"/>
                  <a:pt x="34491" y="123006"/>
                </a:cubicBezTo>
                <a:cubicBezTo>
                  <a:pt x="37765" y="123006"/>
                  <a:pt x="41244" y="121760"/>
                  <a:pt x="44927" y="119267"/>
                </a:cubicBezTo>
                <a:cubicBezTo>
                  <a:pt x="48611" y="116774"/>
                  <a:pt x="52983" y="112514"/>
                  <a:pt x="58043" y="106486"/>
                </a:cubicBezTo>
                <a:lnTo>
                  <a:pt x="64517" y="113184"/>
                </a:lnTo>
                <a:cubicBezTo>
                  <a:pt x="58043" y="120997"/>
                  <a:pt x="51811" y="126764"/>
                  <a:pt x="45820" y="130485"/>
                </a:cubicBezTo>
                <a:cubicBezTo>
                  <a:pt x="39830" y="134206"/>
                  <a:pt x="33561" y="136066"/>
                  <a:pt x="27012" y="136066"/>
                </a:cubicBezTo>
                <a:cubicBezTo>
                  <a:pt x="11460" y="136066"/>
                  <a:pt x="3683" y="128215"/>
                  <a:pt x="3683" y="112514"/>
                </a:cubicBezTo>
                <a:cubicBezTo>
                  <a:pt x="3683" y="107528"/>
                  <a:pt x="4316" y="102282"/>
                  <a:pt x="5581" y="96775"/>
                </a:cubicBezTo>
                <a:lnTo>
                  <a:pt x="18752" y="38844"/>
                </a:lnTo>
                <a:lnTo>
                  <a:pt x="0" y="38844"/>
                </a:lnTo>
                <a:lnTo>
                  <a:pt x="1674" y="31142"/>
                </a:lnTo>
                <a:cubicBezTo>
                  <a:pt x="6065" y="31068"/>
                  <a:pt x="9395" y="30733"/>
                  <a:pt x="11664" y="30138"/>
                </a:cubicBezTo>
                <a:cubicBezTo>
                  <a:pt x="13934" y="29542"/>
                  <a:pt x="15832" y="28724"/>
                  <a:pt x="17357" y="27682"/>
                </a:cubicBezTo>
                <a:cubicBezTo>
                  <a:pt x="18882" y="26640"/>
                  <a:pt x="20278" y="25152"/>
                  <a:pt x="21543" y="23217"/>
                </a:cubicBezTo>
                <a:cubicBezTo>
                  <a:pt x="22808" y="21282"/>
                  <a:pt x="24036" y="18808"/>
                  <a:pt x="25226" y="15794"/>
                </a:cubicBezTo>
                <a:cubicBezTo>
                  <a:pt x="26417" y="12781"/>
                  <a:pt x="28203" y="7516"/>
                  <a:pt x="305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477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25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BC811-A799-4120-819A-351E15AC0A63}"/>
              </a:ext>
            </a:extLst>
          </p:cNvPr>
          <p:cNvSpPr/>
          <p:nvPr/>
        </p:nvSpPr>
        <p:spPr>
          <a:xfrm>
            <a:off x="2880240" y="1991230"/>
            <a:ext cx="1481822" cy="851621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75C99-F60F-4770-9D43-119232E11F2C}"/>
              </a:ext>
            </a:extLst>
          </p:cNvPr>
          <p:cNvSpPr/>
          <p:nvPr/>
        </p:nvSpPr>
        <p:spPr>
          <a:xfrm>
            <a:off x="4362062" y="1991230"/>
            <a:ext cx="1481822" cy="851621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53FD8E-8C5F-4B8C-BC65-1EB568A68E38}"/>
              </a:ext>
            </a:extLst>
          </p:cNvPr>
          <p:cNvGrpSpPr/>
          <p:nvPr/>
        </p:nvGrpSpPr>
        <p:grpSpPr>
          <a:xfrm>
            <a:off x="1085070" y="2888827"/>
            <a:ext cx="431784" cy="1264708"/>
            <a:chOff x="2443264" y="3753637"/>
            <a:chExt cx="230183" cy="100272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C185CC4-A68A-427A-A59E-C8A32708A6F7}"/>
                </a:ext>
              </a:extLst>
            </p:cNvPr>
            <p:cNvGrpSpPr/>
            <p:nvPr/>
          </p:nvGrpSpPr>
          <p:grpSpPr>
            <a:xfrm rot="5400000">
              <a:off x="2288485" y="3946203"/>
              <a:ext cx="498875" cy="113743"/>
              <a:chOff x="3691527" y="2073335"/>
              <a:chExt cx="498875" cy="113743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4BF54AD-7DCE-4D50-95DA-B773A2597938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262CCEC-317A-4219-B76D-A0A2976424B5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F18784-3D88-40CE-9505-C59517692671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E77677-5E99-4871-B13A-C5BAE960E45C}"/>
                </a:ext>
              </a:extLst>
            </p:cNvPr>
            <p:cNvGrpSpPr/>
            <p:nvPr/>
          </p:nvGrpSpPr>
          <p:grpSpPr>
            <a:xfrm rot="5400000">
              <a:off x="2303391" y="4386308"/>
              <a:ext cx="509929" cy="230183"/>
              <a:chOff x="2915443" y="4344145"/>
              <a:chExt cx="509929" cy="23018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FFE73CE-96E8-4BDF-BA17-2BB5C4D429A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0" name="直接连接符 9">
                  <a:extLst>
                    <a:ext uri="{FF2B5EF4-FFF2-40B4-BE49-F238E27FC236}">
                      <a16:creationId xmlns:a16="http://schemas.microsoft.com/office/drawing/2014/main" id="{155B650A-5CEE-4767-97D2-FB35D1AA7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9D0EC8-D1E7-41EF-98E6-60F37BD44B57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997C06A2-D98C-4E41-8B82-3755B1DF8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1FF439E1-20AE-4A7D-B8F6-0D08696E177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C6CB0DE-7F6B-4E6B-A4BD-9841C125A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DF168463-DDD9-4B3B-9F04-966349053649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280486-1619-4A35-9F61-5B5F8B81F83A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C7AAFB-3FE2-4F82-B517-E553C567B0FA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9ACCB5-DA2E-4C0D-900F-B3983FCB958D}"/>
              </a:ext>
            </a:extLst>
          </p:cNvPr>
          <p:cNvGrpSpPr/>
          <p:nvPr/>
        </p:nvGrpSpPr>
        <p:grpSpPr>
          <a:xfrm>
            <a:off x="2354933" y="2887677"/>
            <a:ext cx="431784" cy="1265858"/>
            <a:chOff x="3098796" y="3732000"/>
            <a:chExt cx="230183" cy="100363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CE1B93A-D1AE-4A66-B6A9-5F8020AC6A81}"/>
                </a:ext>
              </a:extLst>
            </p:cNvPr>
            <p:cNvGrpSpPr/>
            <p:nvPr/>
          </p:nvGrpSpPr>
          <p:grpSpPr>
            <a:xfrm rot="5400000">
              <a:off x="2943297" y="3924566"/>
              <a:ext cx="498875" cy="113743"/>
              <a:chOff x="3691527" y="2073335"/>
              <a:chExt cx="498875" cy="113743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364028D-E4C4-4D43-A44F-1112933F8CC5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CCF37D8-1744-44BB-A781-25D389FAD427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EE230F0-25B4-42A3-AEAD-1158740DBE74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7DB314E-2A84-407D-B4D2-1F68B18F79F6}"/>
                </a:ext>
              </a:extLst>
            </p:cNvPr>
            <p:cNvGrpSpPr/>
            <p:nvPr/>
          </p:nvGrpSpPr>
          <p:grpSpPr>
            <a:xfrm rot="16200000" flipV="1">
              <a:off x="2958923" y="4365583"/>
              <a:ext cx="509929" cy="230183"/>
              <a:chOff x="2915443" y="4344145"/>
              <a:chExt cx="509929" cy="230183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4852C65-38FA-4F4A-9EC9-025DAAF34089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952E265F-B7AF-46D3-8F9C-D03B4480C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CBC7C743-FE2D-4F04-853B-38C4465D7D12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9B8D32C-3828-4872-90A3-EC4B7C9949E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1F97CD35-DD5D-4D2C-AF06-A15A9B12DB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FFD6D220-1C82-4EA8-9F04-B1A3271DB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0CF29C2D-F2BA-4A9E-8209-63D4FCD06952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CD11D8-9172-4332-97FC-35D5F8BA8EAF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C7557E-50FA-4DC0-A11E-A86B1D0AD2A0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2C4167-AA75-4716-ADB2-41F84BE157A1}"/>
              </a:ext>
            </a:extLst>
          </p:cNvPr>
          <p:cNvCxnSpPr/>
          <p:nvPr/>
        </p:nvCxnSpPr>
        <p:spPr>
          <a:xfrm rot="16200000" flipH="1">
            <a:off x="1825550" y="2493290"/>
            <a:ext cx="152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B486E1FC-8AE5-472D-A206-CA7EB7AF1AD7}"/>
              </a:ext>
            </a:extLst>
          </p:cNvPr>
          <p:cNvSpPr/>
          <p:nvPr/>
        </p:nvSpPr>
        <p:spPr>
          <a:xfrm rot="16200000" flipH="1">
            <a:off x="1860155" y="2559872"/>
            <a:ext cx="73461" cy="10005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745F0E-6EA1-4837-A40F-B76D1090F8A5}"/>
              </a:ext>
            </a:extLst>
          </p:cNvPr>
          <p:cNvCxnSpPr>
            <a:cxnSpLocks/>
          </p:cNvCxnSpPr>
          <p:nvPr/>
        </p:nvCxnSpPr>
        <p:spPr>
          <a:xfrm>
            <a:off x="1898570" y="2607048"/>
            <a:ext cx="809893" cy="37358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12F4075-E9D4-40AE-A7DD-D609DCC0FA99}"/>
              </a:ext>
            </a:extLst>
          </p:cNvPr>
          <p:cNvCxnSpPr>
            <a:cxnSpLocks/>
          </p:cNvCxnSpPr>
          <p:nvPr/>
        </p:nvCxnSpPr>
        <p:spPr>
          <a:xfrm>
            <a:off x="1256069" y="4153537"/>
            <a:ext cx="48686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422D794-CDA2-45BF-8E3D-D5B9327B41F9}"/>
              </a:ext>
            </a:extLst>
          </p:cNvPr>
          <p:cNvCxnSpPr>
            <a:cxnSpLocks/>
          </p:cNvCxnSpPr>
          <p:nvPr/>
        </p:nvCxnSpPr>
        <p:spPr>
          <a:xfrm>
            <a:off x="1891222" y="2417039"/>
            <a:ext cx="9890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7B5CAB-6F61-47D7-9974-05272FFD3207}"/>
              </a:ext>
            </a:extLst>
          </p:cNvPr>
          <p:cNvGrpSpPr/>
          <p:nvPr/>
        </p:nvGrpSpPr>
        <p:grpSpPr>
          <a:xfrm>
            <a:off x="4052171" y="4159206"/>
            <a:ext cx="298486" cy="283222"/>
            <a:chOff x="4276725" y="3573463"/>
            <a:chExt cx="279400" cy="26511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592ED13-2B51-48DA-82BD-7F0CB677E93D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707B38B-280E-4799-88F7-82588992C516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AE7B67E-D09A-4766-A27A-97BD5A020CE5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DDABC80-7168-459E-92B4-17559FC99978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8A58189-8F47-4A73-8B12-B4DCF950F4D6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D942407-BB5F-43B3-A461-E80876D73D54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椭圆 47">
            <a:extLst>
              <a:ext uri="{FF2B5EF4-FFF2-40B4-BE49-F238E27FC236}">
                <a16:creationId xmlns:a16="http://schemas.microsoft.com/office/drawing/2014/main" id="{58A5B414-58FF-4576-8CAC-65A072E410FD}"/>
              </a:ext>
            </a:extLst>
          </p:cNvPr>
          <p:cNvSpPr/>
          <p:nvPr/>
        </p:nvSpPr>
        <p:spPr>
          <a:xfrm rot="16200000" flipH="1">
            <a:off x="2483046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A9B0C4A-6ABD-4E9C-8D34-9ADF8EB7370C}"/>
              </a:ext>
            </a:extLst>
          </p:cNvPr>
          <p:cNvSpPr/>
          <p:nvPr/>
        </p:nvSpPr>
        <p:spPr>
          <a:xfrm rot="16200000" flipH="1">
            <a:off x="4153440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3BB0C07-88D7-4DDF-A75A-1058A7EFA223}"/>
              </a:ext>
            </a:extLst>
          </p:cNvPr>
          <p:cNvCxnSpPr>
            <a:cxnSpLocks/>
          </p:cNvCxnSpPr>
          <p:nvPr/>
        </p:nvCxnSpPr>
        <p:spPr>
          <a:xfrm>
            <a:off x="6124731" y="2454547"/>
            <a:ext cx="0" cy="16989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A42A242-70B7-426E-9C3D-68DC0D813176}"/>
              </a:ext>
            </a:extLst>
          </p:cNvPr>
          <p:cNvCxnSpPr>
            <a:cxnSpLocks/>
          </p:cNvCxnSpPr>
          <p:nvPr/>
        </p:nvCxnSpPr>
        <p:spPr>
          <a:xfrm>
            <a:off x="5843884" y="2454547"/>
            <a:ext cx="2808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FDB4FC0-97D2-427F-865F-ADDC74EBDFF3}"/>
              </a:ext>
            </a:extLst>
          </p:cNvPr>
          <p:cNvSpPr txBox="1"/>
          <p:nvPr/>
        </p:nvSpPr>
        <p:spPr>
          <a:xfrm>
            <a:off x="3603792" y="2285505"/>
            <a:ext cx="173053" cy="276730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2D81685-ED03-4BD4-9C44-F99504CD4558}"/>
              </a:ext>
            </a:extLst>
          </p:cNvPr>
          <p:cNvSpPr txBox="1"/>
          <p:nvPr/>
        </p:nvSpPr>
        <p:spPr>
          <a:xfrm>
            <a:off x="4967100" y="2285505"/>
            <a:ext cx="217375" cy="276730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C0F010-7B2C-4403-A612-790A31D27A04}"/>
              </a:ext>
            </a:extLst>
          </p:cNvPr>
          <p:cNvSpPr txBox="1"/>
          <p:nvPr/>
        </p:nvSpPr>
        <p:spPr>
          <a:xfrm rot="5400000">
            <a:off x="3617193" y="1698782"/>
            <a:ext cx="139343" cy="140079"/>
          </a:xfrm>
          <a:custGeom>
            <a:avLst/>
            <a:gdLst/>
            <a:ahLst/>
            <a:cxnLst/>
            <a:rect l="l" t="t" r="r" b="b"/>
            <a:pathLst>
              <a:path w="75285" h="74676">
                <a:moveTo>
                  <a:pt x="32613" y="0"/>
                </a:moveTo>
                <a:lnTo>
                  <a:pt x="42672" y="0"/>
                </a:lnTo>
                <a:lnTo>
                  <a:pt x="42672" y="32156"/>
                </a:lnTo>
                <a:lnTo>
                  <a:pt x="75285" y="32156"/>
                </a:lnTo>
                <a:lnTo>
                  <a:pt x="75285" y="42367"/>
                </a:lnTo>
                <a:lnTo>
                  <a:pt x="42672" y="42367"/>
                </a:lnTo>
                <a:lnTo>
                  <a:pt x="42672" y="74676"/>
                </a:lnTo>
                <a:lnTo>
                  <a:pt x="32613" y="74676"/>
                </a:lnTo>
                <a:lnTo>
                  <a:pt x="32613" y="42367"/>
                </a:lnTo>
                <a:lnTo>
                  <a:pt x="0" y="42367"/>
                </a:lnTo>
                <a:lnTo>
                  <a:pt x="0" y="32156"/>
                </a:lnTo>
                <a:lnTo>
                  <a:pt x="32613" y="3215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BFA4866-F109-4EF7-AD20-61A9F96CEF60}"/>
              </a:ext>
            </a:extLst>
          </p:cNvPr>
          <p:cNvSpPr txBox="1"/>
          <p:nvPr/>
        </p:nvSpPr>
        <p:spPr>
          <a:xfrm flipV="1">
            <a:off x="5046276" y="1755957"/>
            <a:ext cx="113394" cy="25728"/>
          </a:xfrm>
          <a:custGeom>
            <a:avLst/>
            <a:gdLst/>
            <a:ahLst/>
            <a:cxnLst/>
            <a:rect l="l" t="t" r="r" b="b"/>
            <a:pathLst>
              <a:path w="61265" h="13716">
                <a:moveTo>
                  <a:pt x="0" y="0"/>
                </a:moveTo>
                <a:lnTo>
                  <a:pt x="61265" y="0"/>
                </a:lnTo>
                <a:lnTo>
                  <a:pt x="61265" y="13716"/>
                </a:lnTo>
                <a:lnTo>
                  <a:pt x="0" y="137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4524323-3D5D-48CF-B4F0-58A5BF9698C8}"/>
              </a:ext>
            </a:extLst>
          </p:cNvPr>
          <p:cNvSpPr txBox="1"/>
          <p:nvPr/>
        </p:nvSpPr>
        <p:spPr>
          <a:xfrm>
            <a:off x="4308514" y="1730768"/>
            <a:ext cx="290035" cy="23404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948578-B534-4E80-B788-F14873B3AC16}"/>
              </a:ext>
            </a:extLst>
          </p:cNvPr>
          <p:cNvSpPr txBox="1"/>
          <p:nvPr/>
        </p:nvSpPr>
        <p:spPr>
          <a:xfrm>
            <a:off x="1449976" y="3114865"/>
            <a:ext cx="247365" cy="254306"/>
          </a:xfrm>
          <a:custGeom>
            <a:avLst/>
            <a:gdLst/>
            <a:ahLst/>
            <a:cxnLst/>
            <a:rect l="l" t="t" r="r" b="b"/>
            <a:pathLst>
              <a:path w="226190" h="232537">
                <a:moveTo>
                  <a:pt x="211289" y="82954"/>
                </a:moveTo>
                <a:cubicBezTo>
                  <a:pt x="214359" y="82954"/>
                  <a:pt x="217065" y="83107"/>
                  <a:pt x="219409" y="83414"/>
                </a:cubicBezTo>
                <a:cubicBezTo>
                  <a:pt x="221753" y="83721"/>
                  <a:pt x="224014" y="84098"/>
                  <a:pt x="226190" y="84544"/>
                </a:cubicBezTo>
                <a:lnTo>
                  <a:pt x="222758" y="100115"/>
                </a:lnTo>
                <a:lnTo>
                  <a:pt x="214470" y="100115"/>
                </a:lnTo>
                <a:cubicBezTo>
                  <a:pt x="214079" y="96934"/>
                  <a:pt x="213131" y="94604"/>
                  <a:pt x="211624" y="93125"/>
                </a:cubicBezTo>
                <a:cubicBezTo>
                  <a:pt x="210117" y="91646"/>
                  <a:pt x="208108" y="90907"/>
                  <a:pt x="205596" y="90907"/>
                </a:cubicBezTo>
                <a:cubicBezTo>
                  <a:pt x="202694" y="90907"/>
                  <a:pt x="200252" y="91534"/>
                  <a:pt x="198271" y="92790"/>
                </a:cubicBezTo>
                <a:cubicBezTo>
                  <a:pt x="196290" y="94046"/>
                  <a:pt x="194560" y="95943"/>
                  <a:pt x="193081" y="98483"/>
                </a:cubicBezTo>
                <a:cubicBezTo>
                  <a:pt x="191602" y="101022"/>
                  <a:pt x="190332" y="103994"/>
                  <a:pt x="189272" y="107399"/>
                </a:cubicBezTo>
                <a:cubicBezTo>
                  <a:pt x="188211" y="110803"/>
                  <a:pt x="187486" y="113761"/>
                  <a:pt x="187095" y="116272"/>
                </a:cubicBezTo>
                <a:lnTo>
                  <a:pt x="210284" y="116272"/>
                </a:lnTo>
                <a:lnTo>
                  <a:pt x="208443" y="125565"/>
                </a:lnTo>
                <a:lnTo>
                  <a:pt x="185170" y="125565"/>
                </a:lnTo>
                <a:lnTo>
                  <a:pt x="170017" y="197309"/>
                </a:lnTo>
                <a:cubicBezTo>
                  <a:pt x="167394" y="209532"/>
                  <a:pt x="163138" y="218587"/>
                  <a:pt x="157250" y="224475"/>
                </a:cubicBezTo>
                <a:lnTo>
                  <a:pt x="135739" y="232537"/>
                </a:lnTo>
                <a:lnTo>
                  <a:pt x="128133" y="232537"/>
                </a:lnTo>
                <a:lnTo>
                  <a:pt x="128996" y="228493"/>
                </a:lnTo>
                <a:cubicBezTo>
                  <a:pt x="129275" y="227014"/>
                  <a:pt x="129610" y="225577"/>
                  <a:pt x="130001" y="224182"/>
                </a:cubicBezTo>
                <a:cubicBezTo>
                  <a:pt x="130336" y="224294"/>
                  <a:pt x="130810" y="224350"/>
                  <a:pt x="131424" y="224350"/>
                </a:cubicBezTo>
                <a:cubicBezTo>
                  <a:pt x="132038" y="224350"/>
                  <a:pt x="132903" y="224350"/>
                  <a:pt x="134019" y="224350"/>
                </a:cubicBezTo>
                <a:cubicBezTo>
                  <a:pt x="136196" y="224350"/>
                  <a:pt x="138191" y="224001"/>
                  <a:pt x="140005" y="223303"/>
                </a:cubicBezTo>
                <a:cubicBezTo>
                  <a:pt x="141819" y="222605"/>
                  <a:pt x="143479" y="221350"/>
                  <a:pt x="144986" y="219536"/>
                </a:cubicBezTo>
                <a:cubicBezTo>
                  <a:pt x="146493" y="217722"/>
                  <a:pt x="147874" y="215238"/>
                  <a:pt x="149130" y="212085"/>
                </a:cubicBezTo>
                <a:cubicBezTo>
                  <a:pt x="150386" y="208932"/>
                  <a:pt x="151572" y="204872"/>
                  <a:pt x="152688" y="199905"/>
                </a:cubicBezTo>
                <a:lnTo>
                  <a:pt x="169431" y="125565"/>
                </a:lnTo>
                <a:lnTo>
                  <a:pt x="155032" y="125565"/>
                </a:lnTo>
                <a:lnTo>
                  <a:pt x="156539" y="119119"/>
                </a:lnTo>
                <a:cubicBezTo>
                  <a:pt x="159608" y="118951"/>
                  <a:pt x="162050" y="118756"/>
                  <a:pt x="163864" y="118533"/>
                </a:cubicBezTo>
                <a:cubicBezTo>
                  <a:pt x="165678" y="118310"/>
                  <a:pt x="167213" y="117821"/>
                  <a:pt x="168468" y="117068"/>
                </a:cubicBezTo>
                <a:cubicBezTo>
                  <a:pt x="169724" y="116314"/>
                  <a:pt x="170659" y="115045"/>
                  <a:pt x="171273" y="113259"/>
                </a:cubicBezTo>
                <a:cubicBezTo>
                  <a:pt x="174510" y="103045"/>
                  <a:pt x="179379" y="95441"/>
                  <a:pt x="185881" y="90446"/>
                </a:cubicBezTo>
                <a:cubicBezTo>
                  <a:pt x="192383" y="85451"/>
                  <a:pt x="200852" y="82954"/>
                  <a:pt x="211289" y="82954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6177269-82FF-4FB4-B901-3F12E8D25434}"/>
              </a:ext>
            </a:extLst>
          </p:cNvPr>
          <p:cNvSpPr txBox="1"/>
          <p:nvPr/>
        </p:nvSpPr>
        <p:spPr>
          <a:xfrm>
            <a:off x="2093743" y="3124984"/>
            <a:ext cx="261903" cy="218710"/>
          </a:xfrm>
          <a:custGeom>
            <a:avLst/>
            <a:gdLst/>
            <a:ahLst/>
            <a:cxnLst/>
            <a:rect l="l" t="t" r="r" b="b"/>
            <a:pathLst>
              <a:path w="239483" h="199988">
                <a:moveTo>
                  <a:pt x="198043" y="100283"/>
                </a:moveTo>
                <a:cubicBezTo>
                  <a:pt x="196704" y="100283"/>
                  <a:pt x="195169" y="100311"/>
                  <a:pt x="193439" y="100366"/>
                </a:cubicBezTo>
                <a:cubicBezTo>
                  <a:pt x="191709" y="100422"/>
                  <a:pt x="190034" y="100450"/>
                  <a:pt x="188416" y="100450"/>
                </a:cubicBezTo>
                <a:lnTo>
                  <a:pt x="178454" y="144234"/>
                </a:lnTo>
                <a:lnTo>
                  <a:pt x="188416" y="144234"/>
                </a:lnTo>
                <a:cubicBezTo>
                  <a:pt x="199466" y="144234"/>
                  <a:pt x="207950" y="141987"/>
                  <a:pt x="213866" y="137494"/>
                </a:cubicBezTo>
                <a:cubicBezTo>
                  <a:pt x="219781" y="133002"/>
                  <a:pt x="222739" y="126179"/>
                  <a:pt x="222739" y="117026"/>
                </a:cubicBezTo>
                <a:cubicBezTo>
                  <a:pt x="222739" y="113956"/>
                  <a:pt x="222279" y="111347"/>
                  <a:pt x="221358" y="109198"/>
                </a:cubicBezTo>
                <a:cubicBezTo>
                  <a:pt x="220437" y="107050"/>
                  <a:pt x="218972" y="105320"/>
                  <a:pt x="216963" y="104008"/>
                </a:cubicBezTo>
                <a:cubicBezTo>
                  <a:pt x="214954" y="102697"/>
                  <a:pt x="212401" y="101748"/>
                  <a:pt x="209303" y="101162"/>
                </a:cubicBezTo>
                <a:cubicBezTo>
                  <a:pt x="206206" y="100576"/>
                  <a:pt x="202452" y="100283"/>
                  <a:pt x="198043" y="100283"/>
                </a:cubicBezTo>
                <a:close/>
                <a:moveTo>
                  <a:pt x="162715" y="91409"/>
                </a:moveTo>
                <a:lnTo>
                  <a:pt x="201141" y="91409"/>
                </a:lnTo>
                <a:cubicBezTo>
                  <a:pt x="208508" y="91409"/>
                  <a:pt x="214647" y="92051"/>
                  <a:pt x="219558" y="93334"/>
                </a:cubicBezTo>
                <a:cubicBezTo>
                  <a:pt x="224470" y="94618"/>
                  <a:pt x="228404" y="96390"/>
                  <a:pt x="231362" y="98650"/>
                </a:cubicBezTo>
                <a:cubicBezTo>
                  <a:pt x="234320" y="100911"/>
                  <a:pt x="236413" y="103576"/>
                  <a:pt x="237641" y="106645"/>
                </a:cubicBezTo>
                <a:cubicBezTo>
                  <a:pt x="238869" y="109715"/>
                  <a:pt x="239483" y="113035"/>
                  <a:pt x="239483" y="116607"/>
                </a:cubicBezTo>
                <a:cubicBezTo>
                  <a:pt x="239483" y="124867"/>
                  <a:pt x="236957" y="131760"/>
                  <a:pt x="231906" y="137285"/>
                </a:cubicBezTo>
                <a:cubicBezTo>
                  <a:pt x="226855" y="142810"/>
                  <a:pt x="219195" y="147024"/>
                  <a:pt x="208926" y="149926"/>
                </a:cubicBezTo>
                <a:cubicBezTo>
                  <a:pt x="208815" y="150149"/>
                  <a:pt x="208759" y="150345"/>
                  <a:pt x="208759" y="150512"/>
                </a:cubicBezTo>
                <a:cubicBezTo>
                  <a:pt x="208759" y="150680"/>
                  <a:pt x="208759" y="150875"/>
                  <a:pt x="208759" y="151098"/>
                </a:cubicBezTo>
                <a:cubicBezTo>
                  <a:pt x="211382" y="152884"/>
                  <a:pt x="213489" y="155117"/>
                  <a:pt x="215079" y="157795"/>
                </a:cubicBezTo>
                <a:cubicBezTo>
                  <a:pt x="216670" y="160474"/>
                  <a:pt x="218051" y="164018"/>
                  <a:pt x="219223" y="168427"/>
                </a:cubicBezTo>
                <a:cubicBezTo>
                  <a:pt x="220563" y="173674"/>
                  <a:pt x="221665" y="177915"/>
                  <a:pt x="222530" y="181152"/>
                </a:cubicBezTo>
                <a:cubicBezTo>
                  <a:pt x="223395" y="184389"/>
                  <a:pt x="224400" y="186943"/>
                  <a:pt x="225544" y="188812"/>
                </a:cubicBezTo>
                <a:cubicBezTo>
                  <a:pt x="226688" y="190682"/>
                  <a:pt x="228139" y="192049"/>
                  <a:pt x="229897" y="192914"/>
                </a:cubicBezTo>
                <a:cubicBezTo>
                  <a:pt x="231655" y="193779"/>
                  <a:pt x="234041" y="194435"/>
                  <a:pt x="237055" y="194882"/>
                </a:cubicBezTo>
                <a:lnTo>
                  <a:pt x="235883" y="199988"/>
                </a:lnTo>
                <a:lnTo>
                  <a:pt x="211522" y="199988"/>
                </a:lnTo>
                <a:cubicBezTo>
                  <a:pt x="210517" y="197812"/>
                  <a:pt x="209540" y="195147"/>
                  <a:pt x="208591" y="191993"/>
                </a:cubicBezTo>
                <a:cubicBezTo>
                  <a:pt x="207643" y="188840"/>
                  <a:pt x="206806" y="185757"/>
                  <a:pt x="206080" y="182743"/>
                </a:cubicBezTo>
                <a:cubicBezTo>
                  <a:pt x="204964" y="178334"/>
                  <a:pt x="204029" y="174525"/>
                  <a:pt x="203275" y="171316"/>
                </a:cubicBezTo>
                <a:cubicBezTo>
                  <a:pt x="202522" y="168106"/>
                  <a:pt x="201783" y="165400"/>
                  <a:pt x="201057" y="163195"/>
                </a:cubicBezTo>
                <a:cubicBezTo>
                  <a:pt x="200331" y="160991"/>
                  <a:pt x="199578" y="159233"/>
                  <a:pt x="198797" y="157921"/>
                </a:cubicBezTo>
                <a:cubicBezTo>
                  <a:pt x="198015" y="156609"/>
                  <a:pt x="197094" y="155563"/>
                  <a:pt x="196034" y="154782"/>
                </a:cubicBezTo>
                <a:cubicBezTo>
                  <a:pt x="194974" y="154000"/>
                  <a:pt x="193690" y="153484"/>
                  <a:pt x="192183" y="153233"/>
                </a:cubicBezTo>
                <a:cubicBezTo>
                  <a:pt x="190676" y="152982"/>
                  <a:pt x="188835" y="152800"/>
                  <a:pt x="186658" y="152689"/>
                </a:cubicBezTo>
                <a:lnTo>
                  <a:pt x="176696" y="152689"/>
                </a:lnTo>
                <a:cubicBezTo>
                  <a:pt x="176026" y="155647"/>
                  <a:pt x="175300" y="158828"/>
                  <a:pt x="174519" y="162232"/>
                </a:cubicBezTo>
                <a:cubicBezTo>
                  <a:pt x="173738" y="165637"/>
                  <a:pt x="172970" y="168958"/>
                  <a:pt x="172217" y="172195"/>
                </a:cubicBezTo>
                <a:cubicBezTo>
                  <a:pt x="171463" y="175432"/>
                  <a:pt x="170836" y="178459"/>
                  <a:pt x="170333" y="181278"/>
                </a:cubicBezTo>
                <a:cubicBezTo>
                  <a:pt x="169831" y="184096"/>
                  <a:pt x="169580" y="186370"/>
                  <a:pt x="169580" y="188101"/>
                </a:cubicBezTo>
                <a:cubicBezTo>
                  <a:pt x="169580" y="189273"/>
                  <a:pt x="169719" y="190263"/>
                  <a:pt x="169998" y="191073"/>
                </a:cubicBezTo>
                <a:cubicBezTo>
                  <a:pt x="170278" y="191882"/>
                  <a:pt x="170766" y="192538"/>
                  <a:pt x="171463" y="193040"/>
                </a:cubicBezTo>
                <a:cubicBezTo>
                  <a:pt x="172161" y="193542"/>
                  <a:pt x="173110" y="193933"/>
                  <a:pt x="174310" y="194212"/>
                </a:cubicBezTo>
                <a:cubicBezTo>
                  <a:pt x="175510" y="194491"/>
                  <a:pt x="177031" y="194714"/>
                  <a:pt x="178872" y="194882"/>
                </a:cubicBezTo>
                <a:lnTo>
                  <a:pt x="177784" y="199988"/>
                </a:lnTo>
                <a:lnTo>
                  <a:pt x="142037" y="199988"/>
                </a:lnTo>
                <a:lnTo>
                  <a:pt x="142958" y="194882"/>
                </a:lnTo>
                <a:cubicBezTo>
                  <a:pt x="144688" y="194603"/>
                  <a:pt x="146098" y="194254"/>
                  <a:pt x="147186" y="193835"/>
                </a:cubicBezTo>
                <a:cubicBezTo>
                  <a:pt x="148274" y="193417"/>
                  <a:pt x="149251" y="192607"/>
                  <a:pt x="150116" y="191407"/>
                </a:cubicBezTo>
                <a:cubicBezTo>
                  <a:pt x="150981" y="190207"/>
                  <a:pt x="151776" y="188408"/>
                  <a:pt x="152502" y="186008"/>
                </a:cubicBezTo>
                <a:cubicBezTo>
                  <a:pt x="153227" y="183608"/>
                  <a:pt x="154065" y="180259"/>
                  <a:pt x="155013" y="175962"/>
                </a:cubicBezTo>
                <a:lnTo>
                  <a:pt x="168743" y="114933"/>
                </a:lnTo>
                <a:cubicBezTo>
                  <a:pt x="169301" y="112477"/>
                  <a:pt x="169719" y="110301"/>
                  <a:pt x="169998" y="108403"/>
                </a:cubicBezTo>
                <a:cubicBezTo>
                  <a:pt x="170278" y="106506"/>
                  <a:pt x="170417" y="104943"/>
                  <a:pt x="170417" y="103715"/>
                </a:cubicBezTo>
                <a:cubicBezTo>
                  <a:pt x="170417" y="101204"/>
                  <a:pt x="169789" y="99418"/>
                  <a:pt x="168533" y="98357"/>
                </a:cubicBezTo>
                <a:cubicBezTo>
                  <a:pt x="167278" y="97297"/>
                  <a:pt x="164920" y="96739"/>
                  <a:pt x="161459" y="96683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1973FF3-D477-4AD6-A149-10EB171B71D0}"/>
              </a:ext>
            </a:extLst>
          </p:cNvPr>
          <p:cNvSpPr txBox="1"/>
          <p:nvPr/>
        </p:nvSpPr>
        <p:spPr>
          <a:xfrm>
            <a:off x="730186" y="3727020"/>
            <a:ext cx="228394" cy="218710"/>
          </a:xfrm>
          <a:custGeom>
            <a:avLst/>
            <a:gdLst/>
            <a:ahLst/>
            <a:cxnLst/>
            <a:rect l="l" t="t" r="r" b="b"/>
            <a:pathLst>
              <a:path w="208843" h="199988">
                <a:moveTo>
                  <a:pt x="129899" y="91409"/>
                </a:moveTo>
                <a:lnTo>
                  <a:pt x="208843" y="91409"/>
                </a:lnTo>
                <a:lnTo>
                  <a:pt x="202899" y="117528"/>
                </a:lnTo>
                <a:lnTo>
                  <a:pt x="193942" y="117528"/>
                </a:lnTo>
                <a:cubicBezTo>
                  <a:pt x="193663" y="114459"/>
                  <a:pt x="193384" y="111835"/>
                  <a:pt x="193105" y="109659"/>
                </a:cubicBezTo>
                <a:cubicBezTo>
                  <a:pt x="192826" y="107482"/>
                  <a:pt x="192323" y="105696"/>
                  <a:pt x="191598" y="104301"/>
                </a:cubicBezTo>
                <a:cubicBezTo>
                  <a:pt x="190872" y="102906"/>
                  <a:pt x="189840" y="101901"/>
                  <a:pt x="188500" y="101287"/>
                </a:cubicBezTo>
                <a:cubicBezTo>
                  <a:pt x="187161" y="100673"/>
                  <a:pt x="185319" y="100339"/>
                  <a:pt x="182975" y="100283"/>
                </a:cubicBezTo>
                <a:lnTo>
                  <a:pt x="155600" y="100283"/>
                </a:lnTo>
                <a:lnTo>
                  <a:pt x="146391" y="141052"/>
                </a:lnTo>
                <a:lnTo>
                  <a:pt x="162883" y="141052"/>
                </a:lnTo>
                <a:cubicBezTo>
                  <a:pt x="164837" y="141052"/>
                  <a:pt x="166455" y="140927"/>
                  <a:pt x="167739" y="140676"/>
                </a:cubicBezTo>
                <a:cubicBezTo>
                  <a:pt x="169022" y="140424"/>
                  <a:pt x="170194" y="139838"/>
                  <a:pt x="171255" y="138918"/>
                </a:cubicBezTo>
                <a:cubicBezTo>
                  <a:pt x="172315" y="137997"/>
                  <a:pt x="173362" y="136685"/>
                  <a:pt x="174394" y="134983"/>
                </a:cubicBezTo>
                <a:cubicBezTo>
                  <a:pt x="175427" y="133281"/>
                  <a:pt x="176696" y="131006"/>
                  <a:pt x="178203" y="128160"/>
                </a:cubicBezTo>
                <a:lnTo>
                  <a:pt x="186575" y="128160"/>
                </a:lnTo>
                <a:lnTo>
                  <a:pt x="178538" y="162902"/>
                </a:lnTo>
                <a:lnTo>
                  <a:pt x="170418" y="162902"/>
                </a:lnTo>
                <a:cubicBezTo>
                  <a:pt x="170418" y="159888"/>
                  <a:pt x="170334" y="157502"/>
                  <a:pt x="170166" y="155744"/>
                </a:cubicBezTo>
                <a:cubicBezTo>
                  <a:pt x="169999" y="153986"/>
                  <a:pt x="169636" y="152661"/>
                  <a:pt x="169078" y="151768"/>
                </a:cubicBezTo>
                <a:cubicBezTo>
                  <a:pt x="168520" y="150875"/>
                  <a:pt x="167683" y="150317"/>
                  <a:pt x="166567" y="150094"/>
                </a:cubicBezTo>
                <a:cubicBezTo>
                  <a:pt x="165451" y="149870"/>
                  <a:pt x="163944" y="149759"/>
                  <a:pt x="162046" y="149759"/>
                </a:cubicBezTo>
                <a:lnTo>
                  <a:pt x="144466" y="149759"/>
                </a:lnTo>
                <a:cubicBezTo>
                  <a:pt x="143740" y="152996"/>
                  <a:pt x="142931" y="156526"/>
                  <a:pt x="142038" y="160349"/>
                </a:cubicBezTo>
                <a:cubicBezTo>
                  <a:pt x="141145" y="164172"/>
                  <a:pt x="140308" y="167897"/>
                  <a:pt x="139527" y="171525"/>
                </a:cubicBezTo>
                <a:cubicBezTo>
                  <a:pt x="138745" y="175153"/>
                  <a:pt x="138089" y="178459"/>
                  <a:pt x="137559" y="181445"/>
                </a:cubicBezTo>
                <a:cubicBezTo>
                  <a:pt x="137029" y="184431"/>
                  <a:pt x="136764" y="186650"/>
                  <a:pt x="136764" y="188101"/>
                </a:cubicBezTo>
                <a:cubicBezTo>
                  <a:pt x="136764" y="189217"/>
                  <a:pt x="136917" y="190180"/>
                  <a:pt x="137224" y="190989"/>
                </a:cubicBezTo>
                <a:cubicBezTo>
                  <a:pt x="137531" y="191798"/>
                  <a:pt x="138034" y="192482"/>
                  <a:pt x="138731" y="193040"/>
                </a:cubicBezTo>
                <a:cubicBezTo>
                  <a:pt x="139429" y="193598"/>
                  <a:pt x="140419" y="194017"/>
                  <a:pt x="141703" y="194296"/>
                </a:cubicBezTo>
                <a:cubicBezTo>
                  <a:pt x="142987" y="194575"/>
                  <a:pt x="144633" y="194770"/>
                  <a:pt x="146642" y="194882"/>
                </a:cubicBezTo>
                <a:lnTo>
                  <a:pt x="145470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96" y="194254"/>
                  <a:pt x="114412" y="193835"/>
                </a:cubicBezTo>
                <a:cubicBezTo>
                  <a:pt x="115528" y="193417"/>
                  <a:pt x="116519" y="192607"/>
                  <a:pt x="117384" y="191407"/>
                </a:cubicBezTo>
                <a:cubicBezTo>
                  <a:pt x="118249" y="190207"/>
                  <a:pt x="119030" y="188408"/>
                  <a:pt x="119728" y="186008"/>
                </a:cubicBezTo>
                <a:cubicBezTo>
                  <a:pt x="120425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3" y="110301"/>
                  <a:pt x="137182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7" y="98357"/>
                </a:cubicBezTo>
                <a:cubicBezTo>
                  <a:pt x="134462" y="97297"/>
                  <a:pt x="132104" y="96739"/>
                  <a:pt x="128643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8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6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5" y="0"/>
                </a:lnTo>
                <a:lnTo>
                  <a:pt x="130708" y="0"/>
                </a:lnTo>
                <a:lnTo>
                  <a:pt x="129481" y="5470"/>
                </a:lnTo>
                <a:cubicBezTo>
                  <a:pt x="127471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62A02D-D111-4AFD-A3B8-650F7049F9D5}"/>
              </a:ext>
            </a:extLst>
          </p:cNvPr>
          <p:cNvSpPr txBox="1"/>
          <p:nvPr/>
        </p:nvSpPr>
        <p:spPr>
          <a:xfrm>
            <a:off x="2860675" y="3709717"/>
            <a:ext cx="226015" cy="218710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F2DAB53-35B8-4F7F-BFAA-AC01ECA7CF86}"/>
              </a:ext>
            </a:extLst>
          </p:cNvPr>
          <p:cNvCxnSpPr>
            <a:cxnSpLocks/>
          </p:cNvCxnSpPr>
          <p:nvPr/>
        </p:nvCxnSpPr>
        <p:spPr>
          <a:xfrm flipH="1">
            <a:off x="2176884" y="2285505"/>
            <a:ext cx="46094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7F1253C7-A4E3-4B29-A446-92F793958A8B}"/>
              </a:ext>
            </a:extLst>
          </p:cNvPr>
          <p:cNvSpPr txBox="1"/>
          <p:nvPr/>
        </p:nvSpPr>
        <p:spPr>
          <a:xfrm>
            <a:off x="685284" y="3125363"/>
            <a:ext cx="191365" cy="218710"/>
          </a:xfrm>
          <a:custGeom>
            <a:avLst/>
            <a:gdLst/>
            <a:ahLst/>
            <a:cxnLst/>
            <a:rect l="l" t="t" r="r" b="b"/>
            <a:pathLst>
              <a:path w="174984" h="199988">
                <a:moveTo>
                  <a:pt x="96040" y="91409"/>
                </a:moveTo>
                <a:lnTo>
                  <a:pt x="174984" y="91409"/>
                </a:lnTo>
                <a:lnTo>
                  <a:pt x="169040" y="117528"/>
                </a:lnTo>
                <a:lnTo>
                  <a:pt x="160083" y="117528"/>
                </a:lnTo>
                <a:cubicBezTo>
                  <a:pt x="159804" y="114459"/>
                  <a:pt x="159525" y="111835"/>
                  <a:pt x="159246" y="109659"/>
                </a:cubicBezTo>
                <a:cubicBezTo>
                  <a:pt x="158967" y="107482"/>
                  <a:pt x="158464" y="105696"/>
                  <a:pt x="157739" y="104301"/>
                </a:cubicBezTo>
                <a:cubicBezTo>
                  <a:pt x="157013" y="102906"/>
                  <a:pt x="155981" y="101901"/>
                  <a:pt x="154641" y="101287"/>
                </a:cubicBezTo>
                <a:cubicBezTo>
                  <a:pt x="153302" y="100673"/>
                  <a:pt x="151460" y="100339"/>
                  <a:pt x="149116" y="100283"/>
                </a:cubicBezTo>
                <a:lnTo>
                  <a:pt x="121741" y="100283"/>
                </a:lnTo>
                <a:lnTo>
                  <a:pt x="112532" y="141052"/>
                </a:lnTo>
                <a:lnTo>
                  <a:pt x="129024" y="141052"/>
                </a:lnTo>
                <a:cubicBezTo>
                  <a:pt x="130978" y="141052"/>
                  <a:pt x="132596" y="140927"/>
                  <a:pt x="133880" y="140676"/>
                </a:cubicBezTo>
                <a:cubicBezTo>
                  <a:pt x="135163" y="140424"/>
                  <a:pt x="136335" y="139838"/>
                  <a:pt x="137396" y="138918"/>
                </a:cubicBezTo>
                <a:cubicBezTo>
                  <a:pt x="138456" y="137997"/>
                  <a:pt x="139503" y="136685"/>
                  <a:pt x="140535" y="134983"/>
                </a:cubicBezTo>
                <a:cubicBezTo>
                  <a:pt x="141568" y="133281"/>
                  <a:pt x="142837" y="131006"/>
                  <a:pt x="144344" y="128160"/>
                </a:cubicBezTo>
                <a:lnTo>
                  <a:pt x="152716" y="128160"/>
                </a:lnTo>
                <a:lnTo>
                  <a:pt x="144679" y="162902"/>
                </a:lnTo>
                <a:lnTo>
                  <a:pt x="136559" y="162902"/>
                </a:lnTo>
                <a:cubicBezTo>
                  <a:pt x="136559" y="159888"/>
                  <a:pt x="136475" y="157502"/>
                  <a:pt x="136307" y="155744"/>
                </a:cubicBezTo>
                <a:cubicBezTo>
                  <a:pt x="136140" y="153986"/>
                  <a:pt x="135777" y="152661"/>
                  <a:pt x="135219" y="151768"/>
                </a:cubicBezTo>
                <a:cubicBezTo>
                  <a:pt x="134661" y="150875"/>
                  <a:pt x="133824" y="150317"/>
                  <a:pt x="132708" y="150094"/>
                </a:cubicBezTo>
                <a:cubicBezTo>
                  <a:pt x="131592" y="149870"/>
                  <a:pt x="130085" y="149759"/>
                  <a:pt x="128187" y="149759"/>
                </a:cubicBezTo>
                <a:lnTo>
                  <a:pt x="110607" y="149759"/>
                </a:lnTo>
                <a:cubicBezTo>
                  <a:pt x="109881" y="152996"/>
                  <a:pt x="109072" y="156526"/>
                  <a:pt x="108179" y="160349"/>
                </a:cubicBezTo>
                <a:cubicBezTo>
                  <a:pt x="107286" y="164172"/>
                  <a:pt x="106449" y="167897"/>
                  <a:pt x="105668" y="171525"/>
                </a:cubicBezTo>
                <a:cubicBezTo>
                  <a:pt x="104886" y="175153"/>
                  <a:pt x="104230" y="178459"/>
                  <a:pt x="103700" y="181445"/>
                </a:cubicBezTo>
                <a:cubicBezTo>
                  <a:pt x="103170" y="184431"/>
                  <a:pt x="102905" y="186650"/>
                  <a:pt x="102905" y="188101"/>
                </a:cubicBezTo>
                <a:cubicBezTo>
                  <a:pt x="102905" y="189217"/>
                  <a:pt x="103058" y="190180"/>
                  <a:pt x="103365" y="190989"/>
                </a:cubicBezTo>
                <a:cubicBezTo>
                  <a:pt x="103672" y="191798"/>
                  <a:pt x="104175" y="192482"/>
                  <a:pt x="104872" y="193040"/>
                </a:cubicBezTo>
                <a:cubicBezTo>
                  <a:pt x="105570" y="193598"/>
                  <a:pt x="106560" y="194017"/>
                  <a:pt x="107844" y="194296"/>
                </a:cubicBezTo>
                <a:cubicBezTo>
                  <a:pt x="109128" y="194575"/>
                  <a:pt x="110774" y="194770"/>
                  <a:pt x="112783" y="194882"/>
                </a:cubicBezTo>
                <a:lnTo>
                  <a:pt x="111611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37" y="194254"/>
                  <a:pt x="80553" y="193835"/>
                </a:cubicBezTo>
                <a:cubicBezTo>
                  <a:pt x="81669" y="193417"/>
                  <a:pt x="82660" y="192607"/>
                  <a:pt x="83525" y="191407"/>
                </a:cubicBezTo>
                <a:cubicBezTo>
                  <a:pt x="84390" y="190207"/>
                  <a:pt x="85171" y="188408"/>
                  <a:pt x="85869" y="186008"/>
                </a:cubicBezTo>
                <a:cubicBezTo>
                  <a:pt x="86566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4" y="110301"/>
                  <a:pt x="103323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8" y="98357"/>
                </a:cubicBezTo>
                <a:cubicBezTo>
                  <a:pt x="100603" y="97297"/>
                  <a:pt x="98245" y="96739"/>
                  <a:pt x="94784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7"/>
                  <a:pt x="57931" y="26120"/>
                  <a:pt x="56368" y="33264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3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8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23FAE25-2C39-4909-8E13-3998F92FB683}"/>
              </a:ext>
            </a:extLst>
          </p:cNvPr>
          <p:cNvSpPr txBox="1"/>
          <p:nvPr/>
        </p:nvSpPr>
        <p:spPr>
          <a:xfrm>
            <a:off x="3032319" y="3091686"/>
            <a:ext cx="188986" cy="218710"/>
          </a:xfrm>
          <a:custGeom>
            <a:avLst/>
            <a:gdLst/>
            <a:ahLst/>
            <a:cxnLst/>
            <a:rect l="l" t="t" r="r" b="b"/>
            <a:pathLst>
              <a:path w="172808" h="199988">
                <a:moveTo>
                  <a:pt x="131368" y="100283"/>
                </a:moveTo>
                <a:cubicBezTo>
                  <a:pt x="130029" y="100283"/>
                  <a:pt x="128494" y="100311"/>
                  <a:pt x="126764" y="100366"/>
                </a:cubicBezTo>
                <a:cubicBezTo>
                  <a:pt x="125034" y="100422"/>
                  <a:pt x="123360" y="100450"/>
                  <a:pt x="121741" y="100450"/>
                </a:cubicBezTo>
                <a:lnTo>
                  <a:pt x="111779" y="144234"/>
                </a:lnTo>
                <a:lnTo>
                  <a:pt x="121741" y="144234"/>
                </a:lnTo>
                <a:cubicBezTo>
                  <a:pt x="132792" y="144234"/>
                  <a:pt x="141275" y="141987"/>
                  <a:pt x="147191" y="137494"/>
                </a:cubicBezTo>
                <a:cubicBezTo>
                  <a:pt x="153107" y="133002"/>
                  <a:pt x="156065" y="126179"/>
                  <a:pt x="156065" y="117026"/>
                </a:cubicBezTo>
                <a:cubicBezTo>
                  <a:pt x="156065" y="113956"/>
                  <a:pt x="155604" y="111347"/>
                  <a:pt x="154683" y="109198"/>
                </a:cubicBezTo>
                <a:cubicBezTo>
                  <a:pt x="153762" y="107050"/>
                  <a:pt x="152297" y="105320"/>
                  <a:pt x="150288" y="104008"/>
                </a:cubicBezTo>
                <a:cubicBezTo>
                  <a:pt x="148279" y="102697"/>
                  <a:pt x="145726" y="101748"/>
                  <a:pt x="142628" y="101162"/>
                </a:cubicBezTo>
                <a:cubicBezTo>
                  <a:pt x="139531" y="100576"/>
                  <a:pt x="135777" y="100283"/>
                  <a:pt x="131368" y="100283"/>
                </a:cubicBezTo>
                <a:close/>
                <a:moveTo>
                  <a:pt x="96040" y="91409"/>
                </a:moveTo>
                <a:lnTo>
                  <a:pt x="134466" y="91409"/>
                </a:lnTo>
                <a:cubicBezTo>
                  <a:pt x="141833" y="91409"/>
                  <a:pt x="147972" y="92051"/>
                  <a:pt x="152883" y="93334"/>
                </a:cubicBezTo>
                <a:cubicBezTo>
                  <a:pt x="157795" y="94618"/>
                  <a:pt x="161729" y="96390"/>
                  <a:pt x="164687" y="98650"/>
                </a:cubicBezTo>
                <a:cubicBezTo>
                  <a:pt x="167645" y="100911"/>
                  <a:pt x="169738" y="103576"/>
                  <a:pt x="170966" y="106645"/>
                </a:cubicBezTo>
                <a:cubicBezTo>
                  <a:pt x="172194" y="109715"/>
                  <a:pt x="172808" y="113035"/>
                  <a:pt x="172808" y="116607"/>
                </a:cubicBezTo>
                <a:cubicBezTo>
                  <a:pt x="172808" y="124867"/>
                  <a:pt x="170282" y="131760"/>
                  <a:pt x="165231" y="137285"/>
                </a:cubicBezTo>
                <a:cubicBezTo>
                  <a:pt x="160181" y="142810"/>
                  <a:pt x="152521" y="147024"/>
                  <a:pt x="142251" y="149926"/>
                </a:cubicBezTo>
                <a:cubicBezTo>
                  <a:pt x="142140" y="150149"/>
                  <a:pt x="142084" y="150345"/>
                  <a:pt x="142084" y="150512"/>
                </a:cubicBezTo>
                <a:cubicBezTo>
                  <a:pt x="142084" y="150680"/>
                  <a:pt x="142084" y="150875"/>
                  <a:pt x="142084" y="151098"/>
                </a:cubicBezTo>
                <a:cubicBezTo>
                  <a:pt x="144707" y="152884"/>
                  <a:pt x="146814" y="155117"/>
                  <a:pt x="148405" y="157795"/>
                </a:cubicBezTo>
                <a:cubicBezTo>
                  <a:pt x="149995" y="160474"/>
                  <a:pt x="151376" y="164018"/>
                  <a:pt x="152548" y="168427"/>
                </a:cubicBezTo>
                <a:cubicBezTo>
                  <a:pt x="153888" y="173674"/>
                  <a:pt x="154990" y="177915"/>
                  <a:pt x="155855" y="181152"/>
                </a:cubicBezTo>
                <a:cubicBezTo>
                  <a:pt x="156720" y="184389"/>
                  <a:pt x="157725" y="186943"/>
                  <a:pt x="158869" y="188812"/>
                </a:cubicBezTo>
                <a:cubicBezTo>
                  <a:pt x="160013" y="190682"/>
                  <a:pt x="161464" y="192049"/>
                  <a:pt x="163222" y="192914"/>
                </a:cubicBezTo>
                <a:cubicBezTo>
                  <a:pt x="164980" y="193779"/>
                  <a:pt x="167366" y="194435"/>
                  <a:pt x="170380" y="194882"/>
                </a:cubicBezTo>
                <a:lnTo>
                  <a:pt x="169208" y="199988"/>
                </a:lnTo>
                <a:lnTo>
                  <a:pt x="144847" y="199988"/>
                </a:lnTo>
                <a:cubicBezTo>
                  <a:pt x="143842" y="197812"/>
                  <a:pt x="142865" y="195147"/>
                  <a:pt x="141917" y="191993"/>
                </a:cubicBezTo>
                <a:cubicBezTo>
                  <a:pt x="140968" y="188840"/>
                  <a:pt x="140131" y="185757"/>
                  <a:pt x="139405" y="182743"/>
                </a:cubicBezTo>
                <a:cubicBezTo>
                  <a:pt x="138289" y="178334"/>
                  <a:pt x="137354" y="174525"/>
                  <a:pt x="136601" y="171316"/>
                </a:cubicBezTo>
                <a:cubicBezTo>
                  <a:pt x="135847" y="168106"/>
                  <a:pt x="135108" y="165400"/>
                  <a:pt x="134382" y="163195"/>
                </a:cubicBezTo>
                <a:cubicBezTo>
                  <a:pt x="133657" y="160991"/>
                  <a:pt x="132903" y="159233"/>
                  <a:pt x="132122" y="157921"/>
                </a:cubicBezTo>
                <a:cubicBezTo>
                  <a:pt x="131340" y="156609"/>
                  <a:pt x="130420" y="155563"/>
                  <a:pt x="129359" y="154782"/>
                </a:cubicBezTo>
                <a:cubicBezTo>
                  <a:pt x="128299" y="154000"/>
                  <a:pt x="127015" y="153484"/>
                  <a:pt x="125508" y="153233"/>
                </a:cubicBezTo>
                <a:cubicBezTo>
                  <a:pt x="124001" y="152982"/>
                  <a:pt x="122160" y="152800"/>
                  <a:pt x="119983" y="152689"/>
                </a:cubicBezTo>
                <a:lnTo>
                  <a:pt x="110021" y="152689"/>
                </a:lnTo>
                <a:cubicBezTo>
                  <a:pt x="109351" y="155647"/>
                  <a:pt x="108626" y="158828"/>
                  <a:pt x="107844" y="162232"/>
                </a:cubicBezTo>
                <a:cubicBezTo>
                  <a:pt x="107063" y="165637"/>
                  <a:pt x="106295" y="168958"/>
                  <a:pt x="105542" y="172195"/>
                </a:cubicBezTo>
                <a:cubicBezTo>
                  <a:pt x="104789" y="175432"/>
                  <a:pt x="104161" y="178459"/>
                  <a:pt x="103658" y="181278"/>
                </a:cubicBezTo>
                <a:cubicBezTo>
                  <a:pt x="103156" y="184096"/>
                  <a:pt x="102905" y="186370"/>
                  <a:pt x="102905" y="188101"/>
                </a:cubicBezTo>
                <a:cubicBezTo>
                  <a:pt x="102905" y="189273"/>
                  <a:pt x="103045" y="190263"/>
                  <a:pt x="103324" y="191073"/>
                </a:cubicBezTo>
                <a:cubicBezTo>
                  <a:pt x="103603" y="191882"/>
                  <a:pt x="104091" y="192538"/>
                  <a:pt x="104789" y="193040"/>
                </a:cubicBezTo>
                <a:cubicBezTo>
                  <a:pt x="105486" y="193542"/>
                  <a:pt x="106435" y="193933"/>
                  <a:pt x="107635" y="194212"/>
                </a:cubicBezTo>
                <a:cubicBezTo>
                  <a:pt x="108835" y="194491"/>
                  <a:pt x="110356" y="194714"/>
                  <a:pt x="112197" y="194882"/>
                </a:cubicBezTo>
                <a:lnTo>
                  <a:pt x="111109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23" y="194254"/>
                  <a:pt x="80511" y="193835"/>
                </a:cubicBezTo>
                <a:cubicBezTo>
                  <a:pt x="81599" y="193417"/>
                  <a:pt x="82576" y="192607"/>
                  <a:pt x="83441" y="191407"/>
                </a:cubicBezTo>
                <a:cubicBezTo>
                  <a:pt x="84306" y="190207"/>
                  <a:pt x="85101" y="188408"/>
                  <a:pt x="85827" y="186008"/>
                </a:cubicBezTo>
                <a:cubicBezTo>
                  <a:pt x="86553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5" y="110301"/>
                  <a:pt x="103324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9" y="98357"/>
                </a:cubicBezTo>
                <a:cubicBezTo>
                  <a:pt x="100603" y="97297"/>
                  <a:pt x="98245" y="96739"/>
                  <a:pt x="94785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4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9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4" y="6493"/>
                  <a:pt x="31812" y="5693"/>
                  <a:pt x="28017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CEC77C-CA9E-4912-8FD5-C3156170548D}"/>
              </a:ext>
            </a:extLst>
          </p:cNvPr>
          <p:cNvCxnSpPr>
            <a:cxnSpLocks/>
          </p:cNvCxnSpPr>
          <p:nvPr/>
        </p:nvCxnSpPr>
        <p:spPr>
          <a:xfrm>
            <a:off x="2817219" y="3027334"/>
            <a:ext cx="0" cy="3885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7F35E60-FD22-4987-8D74-0BBDB9F8CA59}"/>
              </a:ext>
            </a:extLst>
          </p:cNvPr>
          <p:cNvGrpSpPr/>
          <p:nvPr/>
        </p:nvGrpSpPr>
        <p:grpSpPr>
          <a:xfrm>
            <a:off x="6864564" y="925376"/>
            <a:ext cx="4847065" cy="3564023"/>
            <a:chOff x="6864564" y="925376"/>
            <a:chExt cx="4847065" cy="3564023"/>
          </a:xfrm>
        </p:grpSpPr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3FA4368B-F526-476A-BEC6-048BB99611D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866289"/>
              <a:ext cx="449932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6290B303-4644-4D3F-A5E5-93BDBAD08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303" y="991793"/>
              <a:ext cx="0" cy="349760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77D9196F-00A9-40C5-A5AF-A26948C2C6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4131" y="1641466"/>
              <a:ext cx="1081814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1C3D7F09-8C76-4408-BBE8-D8B44E90447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217589"/>
              <a:ext cx="108142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2E32C14-C22B-45F1-BA87-7443AADFA533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985323"/>
              <a:ext cx="452475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74339B0-A505-413C-A246-A444D3D0B041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1264669"/>
              <a:ext cx="45247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F3E07892-4C7C-422B-BD85-E4720B3D782E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1544016"/>
              <a:ext cx="452475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63D951D8-D6B6-4939-A1E7-F5BAD714E827}"/>
                </a:ext>
              </a:extLst>
            </p:cNvPr>
            <p:cNvSpPr txBox="1"/>
            <p:nvPr/>
          </p:nvSpPr>
          <p:spPr>
            <a:xfrm>
              <a:off x="10485983" y="925376"/>
              <a:ext cx="620580" cy="149942"/>
            </a:xfrm>
            <a:custGeom>
              <a:avLst/>
              <a:gdLst/>
              <a:ahLst/>
              <a:cxnLst/>
              <a:rect l="l" t="t" r="r" b="b"/>
              <a:pathLst>
                <a:path w="578663" h="139814">
                  <a:moveTo>
                    <a:pt x="255118" y="96012"/>
                  </a:moveTo>
                  <a:cubicBezTo>
                    <a:pt x="264465" y="105562"/>
                    <a:pt x="272136" y="113893"/>
                    <a:pt x="278130" y="121005"/>
                  </a:cubicBezTo>
                  <a:lnTo>
                    <a:pt x="270358" y="126949"/>
                  </a:lnTo>
                  <a:cubicBezTo>
                    <a:pt x="263144" y="116586"/>
                    <a:pt x="255931" y="108102"/>
                    <a:pt x="248717" y="101498"/>
                  </a:cubicBezTo>
                  <a:close/>
                  <a:moveTo>
                    <a:pt x="213360" y="94183"/>
                  </a:moveTo>
                  <a:cubicBezTo>
                    <a:pt x="215697" y="95910"/>
                    <a:pt x="218694" y="97231"/>
                    <a:pt x="222352" y="98145"/>
                  </a:cubicBezTo>
                  <a:cubicBezTo>
                    <a:pt x="223876" y="98552"/>
                    <a:pt x="224638" y="99339"/>
                    <a:pt x="224638" y="100508"/>
                  </a:cubicBezTo>
                  <a:cubicBezTo>
                    <a:pt x="224638" y="101676"/>
                    <a:pt x="223774" y="102565"/>
                    <a:pt x="222047" y="103175"/>
                  </a:cubicBezTo>
                  <a:cubicBezTo>
                    <a:pt x="219914" y="103987"/>
                    <a:pt x="217196" y="106858"/>
                    <a:pt x="213894" y="111785"/>
                  </a:cubicBezTo>
                  <a:cubicBezTo>
                    <a:pt x="210592" y="116713"/>
                    <a:pt x="206655" y="121971"/>
                    <a:pt x="202083" y="127559"/>
                  </a:cubicBezTo>
                  <a:cubicBezTo>
                    <a:pt x="199746" y="125323"/>
                    <a:pt x="196444" y="123545"/>
                    <a:pt x="192177" y="122225"/>
                  </a:cubicBezTo>
                  <a:cubicBezTo>
                    <a:pt x="202438" y="115113"/>
                    <a:pt x="209500" y="105765"/>
                    <a:pt x="213360" y="94183"/>
                  </a:cubicBezTo>
                  <a:close/>
                  <a:moveTo>
                    <a:pt x="544526" y="80467"/>
                  </a:moveTo>
                  <a:cubicBezTo>
                    <a:pt x="553466" y="90017"/>
                    <a:pt x="560731" y="99009"/>
                    <a:pt x="566319" y="107442"/>
                  </a:cubicBezTo>
                  <a:lnTo>
                    <a:pt x="558546" y="112776"/>
                  </a:lnTo>
                  <a:cubicBezTo>
                    <a:pt x="552958" y="103429"/>
                    <a:pt x="545948" y="94437"/>
                    <a:pt x="537515" y="85801"/>
                  </a:cubicBezTo>
                  <a:close/>
                  <a:moveTo>
                    <a:pt x="164592" y="76962"/>
                  </a:moveTo>
                  <a:cubicBezTo>
                    <a:pt x="167336" y="80010"/>
                    <a:pt x="170180" y="82143"/>
                    <a:pt x="173127" y="83363"/>
                  </a:cubicBezTo>
                  <a:cubicBezTo>
                    <a:pt x="162357" y="107645"/>
                    <a:pt x="154534" y="125933"/>
                    <a:pt x="149657" y="138227"/>
                  </a:cubicBezTo>
                  <a:cubicBezTo>
                    <a:pt x="146203" y="135788"/>
                    <a:pt x="142342" y="134010"/>
                    <a:pt x="138075" y="132893"/>
                  </a:cubicBezTo>
                  <a:cubicBezTo>
                    <a:pt x="146609" y="122428"/>
                    <a:pt x="155448" y="103784"/>
                    <a:pt x="164592" y="76962"/>
                  </a:cubicBezTo>
                  <a:close/>
                  <a:moveTo>
                    <a:pt x="363017" y="64922"/>
                  </a:moveTo>
                  <a:lnTo>
                    <a:pt x="363017" y="88239"/>
                  </a:lnTo>
                  <a:lnTo>
                    <a:pt x="400050" y="88239"/>
                  </a:lnTo>
                  <a:lnTo>
                    <a:pt x="400050" y="64922"/>
                  </a:lnTo>
                  <a:close/>
                  <a:moveTo>
                    <a:pt x="315468" y="64922"/>
                  </a:moveTo>
                  <a:lnTo>
                    <a:pt x="315468" y="88239"/>
                  </a:lnTo>
                  <a:lnTo>
                    <a:pt x="353416" y="88239"/>
                  </a:lnTo>
                  <a:lnTo>
                    <a:pt x="353416" y="64922"/>
                  </a:lnTo>
                  <a:close/>
                  <a:moveTo>
                    <a:pt x="58217" y="64922"/>
                  </a:moveTo>
                  <a:lnTo>
                    <a:pt x="58217" y="88239"/>
                  </a:lnTo>
                  <a:lnTo>
                    <a:pt x="95250" y="88239"/>
                  </a:lnTo>
                  <a:lnTo>
                    <a:pt x="95250" y="64922"/>
                  </a:lnTo>
                  <a:close/>
                  <a:moveTo>
                    <a:pt x="10668" y="64922"/>
                  </a:moveTo>
                  <a:lnTo>
                    <a:pt x="10668" y="88239"/>
                  </a:lnTo>
                  <a:lnTo>
                    <a:pt x="48616" y="88239"/>
                  </a:lnTo>
                  <a:lnTo>
                    <a:pt x="48616" y="64922"/>
                  </a:lnTo>
                  <a:close/>
                  <a:moveTo>
                    <a:pt x="215799" y="64465"/>
                  </a:moveTo>
                  <a:lnTo>
                    <a:pt x="215799" y="79705"/>
                  </a:lnTo>
                  <a:lnTo>
                    <a:pt x="257709" y="79705"/>
                  </a:lnTo>
                  <a:lnTo>
                    <a:pt x="257709" y="64465"/>
                  </a:lnTo>
                  <a:close/>
                  <a:moveTo>
                    <a:pt x="215799" y="42672"/>
                  </a:moveTo>
                  <a:lnTo>
                    <a:pt x="215799" y="57912"/>
                  </a:lnTo>
                  <a:lnTo>
                    <a:pt x="257709" y="57912"/>
                  </a:lnTo>
                  <a:lnTo>
                    <a:pt x="257709" y="42672"/>
                  </a:lnTo>
                  <a:close/>
                  <a:moveTo>
                    <a:pt x="142799" y="41148"/>
                  </a:moveTo>
                  <a:cubicBezTo>
                    <a:pt x="153569" y="47244"/>
                    <a:pt x="162510" y="53289"/>
                    <a:pt x="169622" y="59283"/>
                  </a:cubicBezTo>
                  <a:lnTo>
                    <a:pt x="163983" y="66599"/>
                  </a:lnTo>
                  <a:cubicBezTo>
                    <a:pt x="155550" y="59080"/>
                    <a:pt x="146914" y="53086"/>
                    <a:pt x="138075" y="48615"/>
                  </a:cubicBezTo>
                  <a:close/>
                  <a:moveTo>
                    <a:pt x="363017" y="32461"/>
                  </a:moveTo>
                  <a:lnTo>
                    <a:pt x="363017" y="57455"/>
                  </a:lnTo>
                  <a:lnTo>
                    <a:pt x="400050" y="57455"/>
                  </a:lnTo>
                  <a:lnTo>
                    <a:pt x="400050" y="32461"/>
                  </a:lnTo>
                  <a:close/>
                  <a:moveTo>
                    <a:pt x="315468" y="32461"/>
                  </a:moveTo>
                  <a:lnTo>
                    <a:pt x="315468" y="57455"/>
                  </a:lnTo>
                  <a:lnTo>
                    <a:pt x="353416" y="57455"/>
                  </a:lnTo>
                  <a:lnTo>
                    <a:pt x="353416" y="32461"/>
                  </a:lnTo>
                  <a:close/>
                  <a:moveTo>
                    <a:pt x="58217" y="32461"/>
                  </a:moveTo>
                  <a:lnTo>
                    <a:pt x="58217" y="57455"/>
                  </a:lnTo>
                  <a:lnTo>
                    <a:pt x="95250" y="57455"/>
                  </a:lnTo>
                  <a:lnTo>
                    <a:pt x="95250" y="32461"/>
                  </a:lnTo>
                  <a:close/>
                  <a:moveTo>
                    <a:pt x="10668" y="32461"/>
                  </a:moveTo>
                  <a:lnTo>
                    <a:pt x="10668" y="57455"/>
                  </a:lnTo>
                  <a:lnTo>
                    <a:pt x="48616" y="57455"/>
                  </a:lnTo>
                  <a:lnTo>
                    <a:pt x="48616" y="32461"/>
                  </a:lnTo>
                  <a:close/>
                  <a:moveTo>
                    <a:pt x="515722" y="28041"/>
                  </a:moveTo>
                  <a:cubicBezTo>
                    <a:pt x="519176" y="28651"/>
                    <a:pt x="523139" y="28956"/>
                    <a:pt x="527609" y="28956"/>
                  </a:cubicBezTo>
                  <a:cubicBezTo>
                    <a:pt x="529336" y="28956"/>
                    <a:pt x="530200" y="29311"/>
                    <a:pt x="530200" y="30023"/>
                  </a:cubicBezTo>
                  <a:cubicBezTo>
                    <a:pt x="530200" y="30734"/>
                    <a:pt x="529540" y="31597"/>
                    <a:pt x="528219" y="32613"/>
                  </a:cubicBezTo>
                  <a:cubicBezTo>
                    <a:pt x="526898" y="33629"/>
                    <a:pt x="526238" y="35407"/>
                    <a:pt x="526238" y="37947"/>
                  </a:cubicBezTo>
                  <a:lnTo>
                    <a:pt x="526238" y="64160"/>
                  </a:lnTo>
                  <a:cubicBezTo>
                    <a:pt x="540563" y="64059"/>
                    <a:pt x="553162" y="63500"/>
                    <a:pt x="564033" y="62484"/>
                  </a:cubicBezTo>
                  <a:lnTo>
                    <a:pt x="564033" y="72999"/>
                  </a:lnTo>
                  <a:cubicBezTo>
                    <a:pt x="553162" y="71983"/>
                    <a:pt x="540563" y="71425"/>
                    <a:pt x="526238" y="71323"/>
                  </a:cubicBezTo>
                  <a:lnTo>
                    <a:pt x="526238" y="121615"/>
                  </a:lnTo>
                  <a:cubicBezTo>
                    <a:pt x="546558" y="121513"/>
                    <a:pt x="564033" y="120853"/>
                    <a:pt x="578663" y="119634"/>
                  </a:cubicBezTo>
                  <a:lnTo>
                    <a:pt x="578663" y="130911"/>
                  </a:lnTo>
                  <a:cubicBezTo>
                    <a:pt x="563626" y="129591"/>
                    <a:pt x="545643" y="128930"/>
                    <a:pt x="524714" y="128930"/>
                  </a:cubicBezTo>
                  <a:cubicBezTo>
                    <a:pt x="503784" y="128930"/>
                    <a:pt x="484886" y="129591"/>
                    <a:pt x="468021" y="130911"/>
                  </a:cubicBezTo>
                  <a:lnTo>
                    <a:pt x="468021" y="119634"/>
                  </a:lnTo>
                  <a:cubicBezTo>
                    <a:pt x="482550" y="120853"/>
                    <a:pt x="498806" y="121513"/>
                    <a:pt x="516789" y="121615"/>
                  </a:cubicBezTo>
                  <a:lnTo>
                    <a:pt x="516789" y="71323"/>
                  </a:lnTo>
                  <a:cubicBezTo>
                    <a:pt x="501752" y="71425"/>
                    <a:pt x="489560" y="71983"/>
                    <a:pt x="480213" y="72999"/>
                  </a:cubicBezTo>
                  <a:lnTo>
                    <a:pt x="480213" y="62484"/>
                  </a:lnTo>
                  <a:cubicBezTo>
                    <a:pt x="489560" y="63500"/>
                    <a:pt x="501752" y="64059"/>
                    <a:pt x="516789" y="64160"/>
                  </a:cubicBezTo>
                  <a:lnTo>
                    <a:pt x="516789" y="50292"/>
                  </a:lnTo>
                  <a:cubicBezTo>
                    <a:pt x="516789" y="39014"/>
                    <a:pt x="516433" y="31597"/>
                    <a:pt x="515722" y="28041"/>
                  </a:cubicBezTo>
                  <a:close/>
                  <a:moveTo>
                    <a:pt x="230277" y="18288"/>
                  </a:moveTo>
                  <a:cubicBezTo>
                    <a:pt x="232410" y="20523"/>
                    <a:pt x="235662" y="22199"/>
                    <a:pt x="240030" y="23317"/>
                  </a:cubicBezTo>
                  <a:cubicBezTo>
                    <a:pt x="241046" y="23520"/>
                    <a:pt x="241554" y="24130"/>
                    <a:pt x="241554" y="25146"/>
                  </a:cubicBezTo>
                  <a:cubicBezTo>
                    <a:pt x="241554" y="26162"/>
                    <a:pt x="240894" y="26924"/>
                    <a:pt x="239573" y="27432"/>
                  </a:cubicBezTo>
                  <a:cubicBezTo>
                    <a:pt x="238252" y="27940"/>
                    <a:pt x="237059" y="28753"/>
                    <a:pt x="235992" y="29870"/>
                  </a:cubicBezTo>
                  <a:cubicBezTo>
                    <a:pt x="234925" y="30988"/>
                    <a:pt x="233579" y="32969"/>
                    <a:pt x="231953" y="35814"/>
                  </a:cubicBezTo>
                  <a:lnTo>
                    <a:pt x="245517" y="35814"/>
                  </a:lnTo>
                  <a:cubicBezTo>
                    <a:pt x="256388" y="35814"/>
                    <a:pt x="263957" y="35509"/>
                    <a:pt x="268224" y="34899"/>
                  </a:cubicBezTo>
                  <a:cubicBezTo>
                    <a:pt x="267412" y="40386"/>
                    <a:pt x="267005" y="46736"/>
                    <a:pt x="267005" y="53949"/>
                  </a:cubicBezTo>
                  <a:lnTo>
                    <a:pt x="267005" y="68123"/>
                  </a:lnTo>
                  <a:cubicBezTo>
                    <a:pt x="267005" y="75438"/>
                    <a:pt x="267412" y="82042"/>
                    <a:pt x="268224" y="87935"/>
                  </a:cubicBezTo>
                  <a:cubicBezTo>
                    <a:pt x="263957" y="87122"/>
                    <a:pt x="255524" y="86665"/>
                    <a:pt x="242926" y="86563"/>
                  </a:cubicBezTo>
                  <a:lnTo>
                    <a:pt x="242926" y="126797"/>
                  </a:lnTo>
                  <a:cubicBezTo>
                    <a:pt x="242926" y="130556"/>
                    <a:pt x="242342" y="133324"/>
                    <a:pt x="241173" y="135102"/>
                  </a:cubicBezTo>
                  <a:cubicBezTo>
                    <a:pt x="240005" y="136880"/>
                    <a:pt x="237694" y="138150"/>
                    <a:pt x="234239" y="138912"/>
                  </a:cubicBezTo>
                  <a:cubicBezTo>
                    <a:pt x="230785" y="139674"/>
                    <a:pt x="225298" y="139954"/>
                    <a:pt x="217780" y="139751"/>
                  </a:cubicBezTo>
                  <a:cubicBezTo>
                    <a:pt x="217983" y="135687"/>
                    <a:pt x="216662" y="132181"/>
                    <a:pt x="213818" y="129235"/>
                  </a:cubicBezTo>
                  <a:cubicBezTo>
                    <a:pt x="219101" y="130251"/>
                    <a:pt x="223063" y="130759"/>
                    <a:pt x="225705" y="130759"/>
                  </a:cubicBezTo>
                  <a:cubicBezTo>
                    <a:pt x="228346" y="130759"/>
                    <a:pt x="230251" y="130429"/>
                    <a:pt x="231420" y="129768"/>
                  </a:cubicBezTo>
                  <a:cubicBezTo>
                    <a:pt x="232588" y="129108"/>
                    <a:pt x="233172" y="127914"/>
                    <a:pt x="233172" y="126187"/>
                  </a:cubicBezTo>
                  <a:lnTo>
                    <a:pt x="233172" y="86563"/>
                  </a:lnTo>
                  <a:cubicBezTo>
                    <a:pt x="218948" y="86563"/>
                    <a:pt x="209804" y="87020"/>
                    <a:pt x="205740" y="87935"/>
                  </a:cubicBezTo>
                  <a:cubicBezTo>
                    <a:pt x="206452" y="83058"/>
                    <a:pt x="206807" y="76454"/>
                    <a:pt x="206807" y="68123"/>
                  </a:cubicBezTo>
                  <a:lnTo>
                    <a:pt x="206807" y="53949"/>
                  </a:lnTo>
                  <a:cubicBezTo>
                    <a:pt x="206807" y="45923"/>
                    <a:pt x="206452" y="39573"/>
                    <a:pt x="205740" y="34899"/>
                  </a:cubicBezTo>
                  <a:cubicBezTo>
                    <a:pt x="210312" y="35509"/>
                    <a:pt x="216408" y="35814"/>
                    <a:pt x="224028" y="35814"/>
                  </a:cubicBezTo>
                  <a:cubicBezTo>
                    <a:pt x="226975" y="30937"/>
                    <a:pt x="229058" y="25095"/>
                    <a:pt x="230277" y="18288"/>
                  </a:cubicBezTo>
                  <a:close/>
                  <a:moveTo>
                    <a:pt x="459029" y="11582"/>
                  </a:moveTo>
                  <a:cubicBezTo>
                    <a:pt x="461874" y="12293"/>
                    <a:pt x="481635" y="12649"/>
                    <a:pt x="518313" y="12649"/>
                  </a:cubicBezTo>
                  <a:cubicBezTo>
                    <a:pt x="554990" y="12649"/>
                    <a:pt x="574599" y="12293"/>
                    <a:pt x="577139" y="11582"/>
                  </a:cubicBezTo>
                  <a:lnTo>
                    <a:pt x="577139" y="21488"/>
                  </a:lnTo>
                  <a:cubicBezTo>
                    <a:pt x="570942" y="20777"/>
                    <a:pt x="556819" y="20421"/>
                    <a:pt x="534772" y="20421"/>
                  </a:cubicBezTo>
                  <a:lnTo>
                    <a:pt x="468630" y="20421"/>
                  </a:lnTo>
                  <a:cubicBezTo>
                    <a:pt x="468732" y="29464"/>
                    <a:pt x="468783" y="37389"/>
                    <a:pt x="468783" y="44196"/>
                  </a:cubicBezTo>
                  <a:cubicBezTo>
                    <a:pt x="468783" y="69291"/>
                    <a:pt x="467640" y="87731"/>
                    <a:pt x="465354" y="99517"/>
                  </a:cubicBezTo>
                  <a:cubicBezTo>
                    <a:pt x="463068" y="111303"/>
                    <a:pt x="458877" y="123190"/>
                    <a:pt x="452781" y="135179"/>
                  </a:cubicBezTo>
                  <a:cubicBezTo>
                    <a:pt x="448209" y="133959"/>
                    <a:pt x="444704" y="133147"/>
                    <a:pt x="442265" y="132740"/>
                  </a:cubicBezTo>
                  <a:cubicBezTo>
                    <a:pt x="449072" y="123393"/>
                    <a:pt x="453644" y="112801"/>
                    <a:pt x="455981" y="100965"/>
                  </a:cubicBezTo>
                  <a:cubicBezTo>
                    <a:pt x="458318" y="89128"/>
                    <a:pt x="459486" y="70866"/>
                    <a:pt x="459486" y="46177"/>
                  </a:cubicBezTo>
                  <a:cubicBezTo>
                    <a:pt x="459486" y="36525"/>
                    <a:pt x="459334" y="24993"/>
                    <a:pt x="459029" y="11582"/>
                  </a:cubicBezTo>
                  <a:close/>
                  <a:moveTo>
                    <a:pt x="185166" y="9601"/>
                  </a:moveTo>
                  <a:cubicBezTo>
                    <a:pt x="186690" y="10312"/>
                    <a:pt x="201753" y="10668"/>
                    <a:pt x="230353" y="10668"/>
                  </a:cubicBezTo>
                  <a:cubicBezTo>
                    <a:pt x="258953" y="10668"/>
                    <a:pt x="273965" y="10312"/>
                    <a:pt x="275387" y="9601"/>
                  </a:cubicBezTo>
                  <a:lnTo>
                    <a:pt x="275387" y="18897"/>
                  </a:lnTo>
                  <a:cubicBezTo>
                    <a:pt x="270714" y="18186"/>
                    <a:pt x="256388" y="17831"/>
                    <a:pt x="232410" y="17831"/>
                  </a:cubicBezTo>
                  <a:lnTo>
                    <a:pt x="195377" y="17831"/>
                  </a:lnTo>
                  <a:cubicBezTo>
                    <a:pt x="196088" y="39268"/>
                    <a:pt x="196444" y="54864"/>
                    <a:pt x="196444" y="64617"/>
                  </a:cubicBezTo>
                  <a:cubicBezTo>
                    <a:pt x="196444" y="83109"/>
                    <a:pt x="195174" y="96774"/>
                    <a:pt x="192634" y="105613"/>
                  </a:cubicBezTo>
                  <a:cubicBezTo>
                    <a:pt x="190094" y="114452"/>
                    <a:pt x="184760" y="125069"/>
                    <a:pt x="176632" y="137465"/>
                  </a:cubicBezTo>
                  <a:cubicBezTo>
                    <a:pt x="174905" y="135636"/>
                    <a:pt x="173203" y="134340"/>
                    <a:pt x="171527" y="133578"/>
                  </a:cubicBezTo>
                  <a:cubicBezTo>
                    <a:pt x="169850" y="132816"/>
                    <a:pt x="167590" y="132537"/>
                    <a:pt x="164745" y="132740"/>
                  </a:cubicBezTo>
                  <a:cubicBezTo>
                    <a:pt x="174092" y="122987"/>
                    <a:pt x="180137" y="113309"/>
                    <a:pt x="182880" y="103708"/>
                  </a:cubicBezTo>
                  <a:cubicBezTo>
                    <a:pt x="185624" y="94107"/>
                    <a:pt x="186995" y="81458"/>
                    <a:pt x="186995" y="65760"/>
                  </a:cubicBezTo>
                  <a:cubicBezTo>
                    <a:pt x="186995" y="50063"/>
                    <a:pt x="186386" y="31343"/>
                    <a:pt x="185166" y="9601"/>
                  </a:cubicBezTo>
                  <a:close/>
                  <a:moveTo>
                    <a:pt x="152705" y="2743"/>
                  </a:moveTo>
                  <a:cubicBezTo>
                    <a:pt x="163475" y="9042"/>
                    <a:pt x="172416" y="15291"/>
                    <a:pt x="179528" y="21488"/>
                  </a:cubicBezTo>
                  <a:lnTo>
                    <a:pt x="172822" y="28194"/>
                  </a:lnTo>
                  <a:cubicBezTo>
                    <a:pt x="167437" y="22911"/>
                    <a:pt x="159055" y="16967"/>
                    <a:pt x="147676" y="10363"/>
                  </a:cubicBezTo>
                  <a:close/>
                  <a:moveTo>
                    <a:pt x="351740" y="0"/>
                  </a:moveTo>
                  <a:cubicBezTo>
                    <a:pt x="356312" y="609"/>
                    <a:pt x="360782" y="914"/>
                    <a:pt x="365151" y="914"/>
                  </a:cubicBezTo>
                  <a:cubicBezTo>
                    <a:pt x="366980" y="914"/>
                    <a:pt x="367894" y="1346"/>
                    <a:pt x="367894" y="2210"/>
                  </a:cubicBezTo>
                  <a:cubicBezTo>
                    <a:pt x="367894" y="3073"/>
                    <a:pt x="367386" y="3708"/>
                    <a:pt x="366370" y="4115"/>
                  </a:cubicBezTo>
                  <a:cubicBezTo>
                    <a:pt x="365354" y="4521"/>
                    <a:pt x="364541" y="5283"/>
                    <a:pt x="363932" y="6401"/>
                  </a:cubicBezTo>
                  <a:cubicBezTo>
                    <a:pt x="363322" y="7518"/>
                    <a:pt x="363017" y="8534"/>
                    <a:pt x="363017" y="9449"/>
                  </a:cubicBezTo>
                  <a:lnTo>
                    <a:pt x="363017" y="24841"/>
                  </a:lnTo>
                  <a:cubicBezTo>
                    <a:pt x="384963" y="24739"/>
                    <a:pt x="400863" y="24130"/>
                    <a:pt x="410718" y="23012"/>
                  </a:cubicBezTo>
                  <a:cubicBezTo>
                    <a:pt x="410007" y="27178"/>
                    <a:pt x="409652" y="32918"/>
                    <a:pt x="409652" y="40233"/>
                  </a:cubicBezTo>
                  <a:lnTo>
                    <a:pt x="409652" y="85191"/>
                  </a:lnTo>
                  <a:cubicBezTo>
                    <a:pt x="409652" y="92405"/>
                    <a:pt x="410160" y="99669"/>
                    <a:pt x="411176" y="106985"/>
                  </a:cubicBezTo>
                  <a:lnTo>
                    <a:pt x="400050" y="106985"/>
                  </a:lnTo>
                  <a:lnTo>
                    <a:pt x="400050" y="96012"/>
                  </a:lnTo>
                  <a:lnTo>
                    <a:pt x="363017" y="96012"/>
                  </a:lnTo>
                  <a:lnTo>
                    <a:pt x="363017" y="117348"/>
                  </a:lnTo>
                  <a:cubicBezTo>
                    <a:pt x="363017" y="120701"/>
                    <a:pt x="363347" y="123139"/>
                    <a:pt x="364008" y="124663"/>
                  </a:cubicBezTo>
                  <a:cubicBezTo>
                    <a:pt x="364668" y="126187"/>
                    <a:pt x="366116" y="127279"/>
                    <a:pt x="368351" y="127940"/>
                  </a:cubicBezTo>
                  <a:cubicBezTo>
                    <a:pt x="370586" y="128600"/>
                    <a:pt x="374193" y="128930"/>
                    <a:pt x="379172" y="128930"/>
                  </a:cubicBezTo>
                  <a:lnTo>
                    <a:pt x="403251" y="128778"/>
                  </a:lnTo>
                  <a:cubicBezTo>
                    <a:pt x="409347" y="128778"/>
                    <a:pt x="413436" y="126949"/>
                    <a:pt x="415519" y="123291"/>
                  </a:cubicBezTo>
                  <a:cubicBezTo>
                    <a:pt x="417602" y="119634"/>
                    <a:pt x="419100" y="114097"/>
                    <a:pt x="420015" y="106680"/>
                  </a:cubicBezTo>
                  <a:cubicBezTo>
                    <a:pt x="422352" y="109423"/>
                    <a:pt x="425806" y="111506"/>
                    <a:pt x="430378" y="112928"/>
                  </a:cubicBezTo>
                  <a:cubicBezTo>
                    <a:pt x="427940" y="122377"/>
                    <a:pt x="424917" y="128879"/>
                    <a:pt x="421310" y="132435"/>
                  </a:cubicBezTo>
                  <a:cubicBezTo>
                    <a:pt x="417703" y="135991"/>
                    <a:pt x="411734" y="137769"/>
                    <a:pt x="403403" y="137769"/>
                  </a:cubicBezTo>
                  <a:lnTo>
                    <a:pt x="379324" y="137617"/>
                  </a:lnTo>
                  <a:cubicBezTo>
                    <a:pt x="371298" y="137617"/>
                    <a:pt x="365506" y="137058"/>
                    <a:pt x="361950" y="135941"/>
                  </a:cubicBezTo>
                  <a:cubicBezTo>
                    <a:pt x="358394" y="134823"/>
                    <a:pt x="356083" y="132867"/>
                    <a:pt x="355016" y="130073"/>
                  </a:cubicBezTo>
                  <a:cubicBezTo>
                    <a:pt x="353949" y="127279"/>
                    <a:pt x="353416" y="122733"/>
                    <a:pt x="353416" y="116433"/>
                  </a:cubicBezTo>
                  <a:lnTo>
                    <a:pt x="353416" y="96012"/>
                  </a:lnTo>
                  <a:lnTo>
                    <a:pt x="315468" y="96012"/>
                  </a:lnTo>
                  <a:lnTo>
                    <a:pt x="315468" y="110033"/>
                  </a:lnTo>
                  <a:lnTo>
                    <a:pt x="304800" y="110033"/>
                  </a:lnTo>
                  <a:cubicBezTo>
                    <a:pt x="305918" y="102717"/>
                    <a:pt x="306477" y="94945"/>
                    <a:pt x="306477" y="86715"/>
                  </a:cubicBezTo>
                  <a:lnTo>
                    <a:pt x="306477" y="40233"/>
                  </a:lnTo>
                  <a:cubicBezTo>
                    <a:pt x="306477" y="33528"/>
                    <a:pt x="306121" y="27787"/>
                    <a:pt x="305410" y="23012"/>
                  </a:cubicBezTo>
                  <a:cubicBezTo>
                    <a:pt x="315773" y="24130"/>
                    <a:pt x="331775" y="24739"/>
                    <a:pt x="353416" y="24841"/>
                  </a:cubicBezTo>
                  <a:cubicBezTo>
                    <a:pt x="353416" y="13563"/>
                    <a:pt x="352857" y="5283"/>
                    <a:pt x="351740" y="0"/>
                  </a:cubicBezTo>
                  <a:close/>
                  <a:moveTo>
                    <a:pt x="46940" y="0"/>
                  </a:moveTo>
                  <a:cubicBezTo>
                    <a:pt x="51512" y="609"/>
                    <a:pt x="55982" y="914"/>
                    <a:pt x="60351" y="914"/>
                  </a:cubicBezTo>
                  <a:cubicBezTo>
                    <a:pt x="62180" y="914"/>
                    <a:pt x="63094" y="1346"/>
                    <a:pt x="63094" y="2210"/>
                  </a:cubicBezTo>
                  <a:cubicBezTo>
                    <a:pt x="63094" y="3073"/>
                    <a:pt x="62586" y="3708"/>
                    <a:pt x="61570" y="4115"/>
                  </a:cubicBezTo>
                  <a:cubicBezTo>
                    <a:pt x="60554" y="4521"/>
                    <a:pt x="59741" y="5283"/>
                    <a:pt x="59132" y="6401"/>
                  </a:cubicBezTo>
                  <a:cubicBezTo>
                    <a:pt x="58522" y="7518"/>
                    <a:pt x="58217" y="8534"/>
                    <a:pt x="58217" y="9449"/>
                  </a:cubicBezTo>
                  <a:lnTo>
                    <a:pt x="58217" y="24841"/>
                  </a:lnTo>
                  <a:cubicBezTo>
                    <a:pt x="80163" y="24739"/>
                    <a:pt x="96063" y="24130"/>
                    <a:pt x="105918" y="23012"/>
                  </a:cubicBezTo>
                  <a:cubicBezTo>
                    <a:pt x="105207" y="27178"/>
                    <a:pt x="104852" y="32918"/>
                    <a:pt x="104852" y="40233"/>
                  </a:cubicBezTo>
                  <a:lnTo>
                    <a:pt x="104852" y="85191"/>
                  </a:lnTo>
                  <a:cubicBezTo>
                    <a:pt x="104852" y="92405"/>
                    <a:pt x="105360" y="99669"/>
                    <a:pt x="106376" y="106985"/>
                  </a:cubicBezTo>
                  <a:lnTo>
                    <a:pt x="95250" y="106985"/>
                  </a:lnTo>
                  <a:lnTo>
                    <a:pt x="95250" y="96012"/>
                  </a:lnTo>
                  <a:lnTo>
                    <a:pt x="58217" y="96012"/>
                  </a:lnTo>
                  <a:lnTo>
                    <a:pt x="58217" y="117348"/>
                  </a:lnTo>
                  <a:cubicBezTo>
                    <a:pt x="58217" y="120701"/>
                    <a:pt x="58547" y="123139"/>
                    <a:pt x="59208" y="124663"/>
                  </a:cubicBezTo>
                  <a:cubicBezTo>
                    <a:pt x="59868" y="126187"/>
                    <a:pt x="61316" y="127279"/>
                    <a:pt x="63551" y="127940"/>
                  </a:cubicBezTo>
                  <a:cubicBezTo>
                    <a:pt x="65786" y="128600"/>
                    <a:pt x="69393" y="128930"/>
                    <a:pt x="74372" y="128930"/>
                  </a:cubicBezTo>
                  <a:lnTo>
                    <a:pt x="98451" y="128778"/>
                  </a:lnTo>
                  <a:cubicBezTo>
                    <a:pt x="104547" y="128778"/>
                    <a:pt x="108636" y="126949"/>
                    <a:pt x="110719" y="123291"/>
                  </a:cubicBezTo>
                  <a:cubicBezTo>
                    <a:pt x="112802" y="119634"/>
                    <a:pt x="114300" y="114097"/>
                    <a:pt x="115215" y="106680"/>
                  </a:cubicBezTo>
                  <a:cubicBezTo>
                    <a:pt x="117552" y="109423"/>
                    <a:pt x="121006" y="111506"/>
                    <a:pt x="125578" y="112928"/>
                  </a:cubicBezTo>
                  <a:cubicBezTo>
                    <a:pt x="123140" y="122377"/>
                    <a:pt x="120117" y="128879"/>
                    <a:pt x="116510" y="132435"/>
                  </a:cubicBezTo>
                  <a:cubicBezTo>
                    <a:pt x="112903" y="135991"/>
                    <a:pt x="106934" y="137769"/>
                    <a:pt x="98603" y="137769"/>
                  </a:cubicBezTo>
                  <a:lnTo>
                    <a:pt x="74524" y="137617"/>
                  </a:lnTo>
                  <a:cubicBezTo>
                    <a:pt x="66498" y="137617"/>
                    <a:pt x="60706" y="137058"/>
                    <a:pt x="57150" y="135941"/>
                  </a:cubicBezTo>
                  <a:cubicBezTo>
                    <a:pt x="53594" y="134823"/>
                    <a:pt x="51283" y="132867"/>
                    <a:pt x="50216" y="130073"/>
                  </a:cubicBezTo>
                  <a:cubicBezTo>
                    <a:pt x="49149" y="127279"/>
                    <a:pt x="48616" y="122733"/>
                    <a:pt x="48616" y="116433"/>
                  </a:cubicBezTo>
                  <a:lnTo>
                    <a:pt x="48616" y="96012"/>
                  </a:lnTo>
                  <a:lnTo>
                    <a:pt x="10668" y="96012"/>
                  </a:lnTo>
                  <a:lnTo>
                    <a:pt x="10668" y="110033"/>
                  </a:lnTo>
                  <a:lnTo>
                    <a:pt x="0" y="110033"/>
                  </a:lnTo>
                  <a:cubicBezTo>
                    <a:pt x="1118" y="102717"/>
                    <a:pt x="1677" y="94945"/>
                    <a:pt x="1677" y="86715"/>
                  </a:cubicBezTo>
                  <a:lnTo>
                    <a:pt x="1677" y="40233"/>
                  </a:lnTo>
                  <a:cubicBezTo>
                    <a:pt x="1677" y="33528"/>
                    <a:pt x="1321" y="27787"/>
                    <a:pt x="610" y="23012"/>
                  </a:cubicBezTo>
                  <a:cubicBezTo>
                    <a:pt x="10973" y="24130"/>
                    <a:pt x="26975" y="24739"/>
                    <a:pt x="48616" y="24841"/>
                  </a:cubicBezTo>
                  <a:cubicBezTo>
                    <a:pt x="48616" y="13563"/>
                    <a:pt x="48057" y="5283"/>
                    <a:pt x="46940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990B2EF2-6AA2-4867-830A-683BF8B28FFF}"/>
                </a:ext>
              </a:extLst>
            </p:cNvPr>
            <p:cNvSpPr txBox="1"/>
            <p:nvPr/>
          </p:nvSpPr>
          <p:spPr>
            <a:xfrm>
              <a:off x="10476340" y="1202597"/>
              <a:ext cx="798402" cy="152325"/>
            </a:xfrm>
            <a:custGeom>
              <a:avLst/>
              <a:gdLst/>
              <a:ahLst/>
              <a:cxnLst/>
              <a:rect l="l" t="t" r="r" b="b"/>
              <a:pathLst>
                <a:path w="744474" h="142036">
                  <a:moveTo>
                    <a:pt x="0" y="114147"/>
                  </a:moveTo>
                  <a:cubicBezTo>
                    <a:pt x="13513" y="114960"/>
                    <a:pt x="34747" y="115366"/>
                    <a:pt x="63703" y="115366"/>
                  </a:cubicBezTo>
                  <a:cubicBezTo>
                    <a:pt x="92659" y="115366"/>
                    <a:pt x="115621" y="114960"/>
                    <a:pt x="132588" y="114147"/>
                  </a:cubicBezTo>
                  <a:lnTo>
                    <a:pt x="132588" y="125120"/>
                  </a:lnTo>
                  <a:cubicBezTo>
                    <a:pt x="117551" y="124104"/>
                    <a:pt x="95402" y="123596"/>
                    <a:pt x="66141" y="123596"/>
                  </a:cubicBezTo>
                  <a:cubicBezTo>
                    <a:pt x="36881" y="123596"/>
                    <a:pt x="14833" y="124104"/>
                    <a:pt x="0" y="125120"/>
                  </a:cubicBezTo>
                  <a:close/>
                  <a:moveTo>
                    <a:pt x="337871" y="108508"/>
                  </a:moveTo>
                  <a:lnTo>
                    <a:pt x="337871" y="124206"/>
                  </a:lnTo>
                  <a:lnTo>
                    <a:pt x="409499" y="124206"/>
                  </a:lnTo>
                  <a:lnTo>
                    <a:pt x="409499" y="108508"/>
                  </a:lnTo>
                  <a:close/>
                  <a:moveTo>
                    <a:pt x="635660" y="79400"/>
                  </a:moveTo>
                  <a:cubicBezTo>
                    <a:pt x="637895" y="82143"/>
                    <a:pt x="640689" y="84074"/>
                    <a:pt x="644042" y="85191"/>
                  </a:cubicBezTo>
                  <a:cubicBezTo>
                    <a:pt x="636422" y="98196"/>
                    <a:pt x="627481" y="116078"/>
                    <a:pt x="617220" y="138836"/>
                  </a:cubicBezTo>
                  <a:cubicBezTo>
                    <a:pt x="613867" y="135686"/>
                    <a:pt x="610413" y="133400"/>
                    <a:pt x="606857" y="131978"/>
                  </a:cubicBezTo>
                  <a:cubicBezTo>
                    <a:pt x="619252" y="115011"/>
                    <a:pt x="628853" y="97485"/>
                    <a:pt x="635660" y="79400"/>
                  </a:cubicBezTo>
                  <a:close/>
                  <a:moveTo>
                    <a:pt x="660959" y="76657"/>
                  </a:moveTo>
                  <a:cubicBezTo>
                    <a:pt x="662787" y="77063"/>
                    <a:pt x="666242" y="77266"/>
                    <a:pt x="671322" y="77266"/>
                  </a:cubicBezTo>
                  <a:cubicBezTo>
                    <a:pt x="672846" y="77266"/>
                    <a:pt x="673608" y="77647"/>
                    <a:pt x="673608" y="78409"/>
                  </a:cubicBezTo>
                  <a:cubicBezTo>
                    <a:pt x="673608" y="79171"/>
                    <a:pt x="673151" y="79984"/>
                    <a:pt x="672236" y="80848"/>
                  </a:cubicBezTo>
                  <a:cubicBezTo>
                    <a:pt x="671322" y="81711"/>
                    <a:pt x="670661" y="86283"/>
                    <a:pt x="670255" y="94564"/>
                  </a:cubicBezTo>
                  <a:cubicBezTo>
                    <a:pt x="669849" y="102844"/>
                    <a:pt x="668883" y="109601"/>
                    <a:pt x="667359" y="114833"/>
                  </a:cubicBezTo>
                  <a:cubicBezTo>
                    <a:pt x="665835" y="120065"/>
                    <a:pt x="663245" y="124739"/>
                    <a:pt x="659587" y="128854"/>
                  </a:cubicBezTo>
                  <a:cubicBezTo>
                    <a:pt x="655929" y="132969"/>
                    <a:pt x="650443" y="137363"/>
                    <a:pt x="643128" y="142036"/>
                  </a:cubicBezTo>
                  <a:cubicBezTo>
                    <a:pt x="640791" y="138785"/>
                    <a:pt x="637489" y="136448"/>
                    <a:pt x="633222" y="135026"/>
                  </a:cubicBezTo>
                  <a:cubicBezTo>
                    <a:pt x="642975" y="131165"/>
                    <a:pt x="650138" y="126187"/>
                    <a:pt x="654710" y="120091"/>
                  </a:cubicBezTo>
                  <a:cubicBezTo>
                    <a:pt x="659282" y="113995"/>
                    <a:pt x="661568" y="104394"/>
                    <a:pt x="661568" y="91287"/>
                  </a:cubicBezTo>
                  <a:cubicBezTo>
                    <a:pt x="661568" y="87122"/>
                    <a:pt x="661365" y="82245"/>
                    <a:pt x="660959" y="76657"/>
                  </a:cubicBezTo>
                  <a:close/>
                  <a:moveTo>
                    <a:pt x="683819" y="75895"/>
                  </a:moveTo>
                  <a:cubicBezTo>
                    <a:pt x="686663" y="76504"/>
                    <a:pt x="689051" y="76809"/>
                    <a:pt x="690981" y="76809"/>
                  </a:cubicBezTo>
                  <a:lnTo>
                    <a:pt x="693725" y="76657"/>
                  </a:lnTo>
                  <a:cubicBezTo>
                    <a:pt x="694842" y="76657"/>
                    <a:pt x="695401" y="77165"/>
                    <a:pt x="695401" y="78181"/>
                  </a:cubicBezTo>
                  <a:cubicBezTo>
                    <a:pt x="695401" y="78892"/>
                    <a:pt x="695147" y="79451"/>
                    <a:pt x="694639" y="79857"/>
                  </a:cubicBezTo>
                  <a:cubicBezTo>
                    <a:pt x="694131" y="80264"/>
                    <a:pt x="693826" y="80924"/>
                    <a:pt x="693725" y="81838"/>
                  </a:cubicBezTo>
                  <a:cubicBezTo>
                    <a:pt x="693623" y="82753"/>
                    <a:pt x="693572" y="84531"/>
                    <a:pt x="693572" y="87172"/>
                  </a:cubicBezTo>
                  <a:lnTo>
                    <a:pt x="693572" y="121767"/>
                  </a:lnTo>
                  <a:cubicBezTo>
                    <a:pt x="693572" y="126339"/>
                    <a:pt x="694029" y="131521"/>
                    <a:pt x="694944" y="137312"/>
                  </a:cubicBezTo>
                  <a:lnTo>
                    <a:pt x="684123" y="137312"/>
                  </a:lnTo>
                  <a:cubicBezTo>
                    <a:pt x="684733" y="131622"/>
                    <a:pt x="685038" y="126441"/>
                    <a:pt x="685038" y="121767"/>
                  </a:cubicBezTo>
                  <a:lnTo>
                    <a:pt x="685038" y="89154"/>
                  </a:lnTo>
                  <a:cubicBezTo>
                    <a:pt x="685038" y="82651"/>
                    <a:pt x="684631" y="78232"/>
                    <a:pt x="683819" y="75895"/>
                  </a:cubicBezTo>
                  <a:close/>
                  <a:moveTo>
                    <a:pt x="707745" y="75590"/>
                  </a:moveTo>
                  <a:cubicBezTo>
                    <a:pt x="710082" y="76301"/>
                    <a:pt x="712419" y="76657"/>
                    <a:pt x="714756" y="76657"/>
                  </a:cubicBezTo>
                  <a:lnTo>
                    <a:pt x="718566" y="76504"/>
                  </a:lnTo>
                  <a:cubicBezTo>
                    <a:pt x="720090" y="76504"/>
                    <a:pt x="720852" y="76885"/>
                    <a:pt x="720852" y="77647"/>
                  </a:cubicBezTo>
                  <a:cubicBezTo>
                    <a:pt x="720852" y="78409"/>
                    <a:pt x="720395" y="79146"/>
                    <a:pt x="719480" y="79857"/>
                  </a:cubicBezTo>
                  <a:cubicBezTo>
                    <a:pt x="718058" y="81178"/>
                    <a:pt x="717347" y="84734"/>
                    <a:pt x="717347" y="90525"/>
                  </a:cubicBezTo>
                  <a:lnTo>
                    <a:pt x="717347" y="123748"/>
                  </a:lnTo>
                  <a:cubicBezTo>
                    <a:pt x="717347" y="128117"/>
                    <a:pt x="719633" y="130302"/>
                    <a:pt x="724205" y="130302"/>
                  </a:cubicBezTo>
                  <a:cubicBezTo>
                    <a:pt x="728777" y="130302"/>
                    <a:pt x="731621" y="128955"/>
                    <a:pt x="732739" y="126263"/>
                  </a:cubicBezTo>
                  <a:cubicBezTo>
                    <a:pt x="733857" y="123571"/>
                    <a:pt x="734466" y="119075"/>
                    <a:pt x="734568" y="112776"/>
                  </a:cubicBezTo>
                  <a:cubicBezTo>
                    <a:pt x="736498" y="115417"/>
                    <a:pt x="739800" y="116890"/>
                    <a:pt x="744474" y="117195"/>
                  </a:cubicBezTo>
                  <a:cubicBezTo>
                    <a:pt x="743559" y="123596"/>
                    <a:pt x="742366" y="128270"/>
                    <a:pt x="740892" y="131216"/>
                  </a:cubicBezTo>
                  <a:cubicBezTo>
                    <a:pt x="739419" y="134162"/>
                    <a:pt x="737413" y="136093"/>
                    <a:pt x="734873" y="137007"/>
                  </a:cubicBezTo>
                  <a:cubicBezTo>
                    <a:pt x="732333" y="137922"/>
                    <a:pt x="728396" y="138379"/>
                    <a:pt x="723062" y="138379"/>
                  </a:cubicBezTo>
                  <a:cubicBezTo>
                    <a:pt x="717728" y="138379"/>
                    <a:pt x="714070" y="137490"/>
                    <a:pt x="712089" y="135712"/>
                  </a:cubicBezTo>
                  <a:cubicBezTo>
                    <a:pt x="710108" y="133934"/>
                    <a:pt x="709117" y="129692"/>
                    <a:pt x="709117" y="122986"/>
                  </a:cubicBezTo>
                  <a:lnTo>
                    <a:pt x="709117" y="88392"/>
                  </a:lnTo>
                  <a:cubicBezTo>
                    <a:pt x="709117" y="82804"/>
                    <a:pt x="708660" y="78536"/>
                    <a:pt x="707745" y="75590"/>
                  </a:cubicBezTo>
                  <a:close/>
                  <a:moveTo>
                    <a:pt x="337871" y="69951"/>
                  </a:moveTo>
                  <a:lnTo>
                    <a:pt x="337871" y="83058"/>
                  </a:lnTo>
                  <a:lnTo>
                    <a:pt x="401726" y="83058"/>
                  </a:lnTo>
                  <a:lnTo>
                    <a:pt x="401726" y="69951"/>
                  </a:lnTo>
                  <a:close/>
                  <a:moveTo>
                    <a:pt x="524408" y="66903"/>
                  </a:moveTo>
                  <a:lnTo>
                    <a:pt x="524408" y="90220"/>
                  </a:lnTo>
                  <a:lnTo>
                    <a:pt x="561441" y="90220"/>
                  </a:lnTo>
                  <a:lnTo>
                    <a:pt x="561441" y="66903"/>
                  </a:lnTo>
                  <a:close/>
                  <a:moveTo>
                    <a:pt x="476859" y="66903"/>
                  </a:moveTo>
                  <a:lnTo>
                    <a:pt x="476859" y="90220"/>
                  </a:lnTo>
                  <a:lnTo>
                    <a:pt x="514807" y="90220"/>
                  </a:lnTo>
                  <a:lnTo>
                    <a:pt x="514807" y="66903"/>
                  </a:lnTo>
                  <a:close/>
                  <a:moveTo>
                    <a:pt x="327660" y="62026"/>
                  </a:moveTo>
                  <a:cubicBezTo>
                    <a:pt x="340766" y="62433"/>
                    <a:pt x="355193" y="62636"/>
                    <a:pt x="370941" y="62636"/>
                  </a:cubicBezTo>
                  <a:cubicBezTo>
                    <a:pt x="386689" y="62636"/>
                    <a:pt x="400151" y="62433"/>
                    <a:pt x="411327" y="62026"/>
                  </a:cubicBezTo>
                  <a:cubicBezTo>
                    <a:pt x="410718" y="65887"/>
                    <a:pt x="410413" y="70942"/>
                    <a:pt x="410413" y="77190"/>
                  </a:cubicBezTo>
                  <a:cubicBezTo>
                    <a:pt x="410413" y="83439"/>
                    <a:pt x="410718" y="88036"/>
                    <a:pt x="411327" y="90982"/>
                  </a:cubicBezTo>
                  <a:cubicBezTo>
                    <a:pt x="402183" y="90474"/>
                    <a:pt x="389636" y="90220"/>
                    <a:pt x="373685" y="90220"/>
                  </a:cubicBezTo>
                  <a:lnTo>
                    <a:pt x="337871" y="90220"/>
                  </a:lnTo>
                  <a:lnTo>
                    <a:pt x="337871" y="101346"/>
                  </a:lnTo>
                  <a:lnTo>
                    <a:pt x="374599" y="101346"/>
                  </a:lnTo>
                  <a:cubicBezTo>
                    <a:pt x="389128" y="101346"/>
                    <a:pt x="404114" y="101142"/>
                    <a:pt x="419557" y="100736"/>
                  </a:cubicBezTo>
                  <a:cubicBezTo>
                    <a:pt x="419049" y="102362"/>
                    <a:pt x="418795" y="105816"/>
                    <a:pt x="418795" y="111099"/>
                  </a:cubicBezTo>
                  <a:lnTo>
                    <a:pt x="418795" y="127711"/>
                  </a:lnTo>
                  <a:cubicBezTo>
                    <a:pt x="418795" y="131572"/>
                    <a:pt x="419151" y="135534"/>
                    <a:pt x="419862" y="139598"/>
                  </a:cubicBezTo>
                  <a:lnTo>
                    <a:pt x="409499" y="139598"/>
                  </a:lnTo>
                  <a:lnTo>
                    <a:pt x="409499" y="131673"/>
                  </a:lnTo>
                  <a:lnTo>
                    <a:pt x="337871" y="131673"/>
                  </a:lnTo>
                  <a:cubicBezTo>
                    <a:pt x="338074" y="136347"/>
                    <a:pt x="338328" y="139801"/>
                    <a:pt x="338633" y="142036"/>
                  </a:cubicBezTo>
                  <a:lnTo>
                    <a:pt x="327355" y="142036"/>
                  </a:lnTo>
                  <a:cubicBezTo>
                    <a:pt x="328168" y="136956"/>
                    <a:pt x="328574" y="132435"/>
                    <a:pt x="328574" y="128473"/>
                  </a:cubicBezTo>
                  <a:lnTo>
                    <a:pt x="328574" y="76962"/>
                  </a:lnTo>
                  <a:cubicBezTo>
                    <a:pt x="328574" y="69443"/>
                    <a:pt x="328269" y="64465"/>
                    <a:pt x="327660" y="62026"/>
                  </a:cubicBezTo>
                  <a:close/>
                  <a:moveTo>
                    <a:pt x="612648" y="45415"/>
                  </a:moveTo>
                  <a:cubicBezTo>
                    <a:pt x="622605" y="50495"/>
                    <a:pt x="631901" y="56388"/>
                    <a:pt x="640537" y="63093"/>
                  </a:cubicBezTo>
                  <a:lnTo>
                    <a:pt x="634289" y="70713"/>
                  </a:lnTo>
                  <a:cubicBezTo>
                    <a:pt x="626161" y="63093"/>
                    <a:pt x="617271" y="57251"/>
                    <a:pt x="607619" y="53187"/>
                  </a:cubicBezTo>
                  <a:close/>
                  <a:moveTo>
                    <a:pt x="524408" y="34442"/>
                  </a:moveTo>
                  <a:lnTo>
                    <a:pt x="524408" y="59436"/>
                  </a:lnTo>
                  <a:lnTo>
                    <a:pt x="561441" y="59436"/>
                  </a:lnTo>
                  <a:lnTo>
                    <a:pt x="561441" y="34442"/>
                  </a:lnTo>
                  <a:close/>
                  <a:moveTo>
                    <a:pt x="476859" y="34442"/>
                  </a:moveTo>
                  <a:lnTo>
                    <a:pt x="476859" y="59436"/>
                  </a:lnTo>
                  <a:lnTo>
                    <a:pt x="514807" y="59436"/>
                  </a:lnTo>
                  <a:lnTo>
                    <a:pt x="514807" y="34442"/>
                  </a:lnTo>
                  <a:close/>
                  <a:moveTo>
                    <a:pt x="368198" y="30937"/>
                  </a:moveTo>
                  <a:cubicBezTo>
                    <a:pt x="372161" y="35712"/>
                    <a:pt x="375920" y="40640"/>
                    <a:pt x="379476" y="45720"/>
                  </a:cubicBezTo>
                  <a:cubicBezTo>
                    <a:pt x="405689" y="45720"/>
                    <a:pt x="424129" y="45364"/>
                    <a:pt x="434797" y="44653"/>
                  </a:cubicBezTo>
                  <a:cubicBezTo>
                    <a:pt x="434086" y="48209"/>
                    <a:pt x="433730" y="52197"/>
                    <a:pt x="433730" y="56616"/>
                  </a:cubicBezTo>
                  <a:cubicBezTo>
                    <a:pt x="433730" y="61036"/>
                    <a:pt x="433984" y="65176"/>
                    <a:pt x="434492" y="69037"/>
                  </a:cubicBezTo>
                  <a:lnTo>
                    <a:pt x="424281" y="69037"/>
                  </a:lnTo>
                  <a:lnTo>
                    <a:pt x="424281" y="52578"/>
                  </a:lnTo>
                  <a:lnTo>
                    <a:pt x="316839" y="52578"/>
                  </a:lnTo>
                  <a:lnTo>
                    <a:pt x="316839" y="69494"/>
                  </a:lnTo>
                  <a:lnTo>
                    <a:pt x="306629" y="69494"/>
                  </a:lnTo>
                  <a:cubicBezTo>
                    <a:pt x="307035" y="65938"/>
                    <a:pt x="307238" y="61493"/>
                    <a:pt x="307238" y="56159"/>
                  </a:cubicBezTo>
                  <a:cubicBezTo>
                    <a:pt x="307238" y="50825"/>
                    <a:pt x="307035" y="46990"/>
                    <a:pt x="306629" y="44653"/>
                  </a:cubicBezTo>
                  <a:cubicBezTo>
                    <a:pt x="318008" y="45364"/>
                    <a:pt x="339090" y="45720"/>
                    <a:pt x="369875" y="45720"/>
                  </a:cubicBezTo>
                  <a:cubicBezTo>
                    <a:pt x="367741" y="42164"/>
                    <a:pt x="365099" y="39065"/>
                    <a:pt x="361950" y="36423"/>
                  </a:cubicBezTo>
                  <a:close/>
                  <a:moveTo>
                    <a:pt x="10363" y="23622"/>
                  </a:moveTo>
                  <a:cubicBezTo>
                    <a:pt x="23469" y="24434"/>
                    <a:pt x="41554" y="24841"/>
                    <a:pt x="64617" y="24841"/>
                  </a:cubicBezTo>
                  <a:cubicBezTo>
                    <a:pt x="87681" y="24841"/>
                    <a:pt x="105664" y="24434"/>
                    <a:pt x="118567" y="23622"/>
                  </a:cubicBezTo>
                  <a:lnTo>
                    <a:pt x="118567" y="33832"/>
                  </a:lnTo>
                  <a:cubicBezTo>
                    <a:pt x="106578" y="33223"/>
                    <a:pt x="89611" y="32918"/>
                    <a:pt x="67665" y="32918"/>
                  </a:cubicBezTo>
                  <a:cubicBezTo>
                    <a:pt x="45720" y="32918"/>
                    <a:pt x="26619" y="33223"/>
                    <a:pt x="10363" y="33832"/>
                  </a:cubicBezTo>
                  <a:close/>
                  <a:moveTo>
                    <a:pt x="271729" y="11277"/>
                  </a:moveTo>
                  <a:lnTo>
                    <a:pt x="254965" y="57302"/>
                  </a:lnTo>
                  <a:lnTo>
                    <a:pt x="268376" y="57302"/>
                  </a:lnTo>
                  <a:cubicBezTo>
                    <a:pt x="271119" y="57302"/>
                    <a:pt x="274421" y="56997"/>
                    <a:pt x="278282" y="56388"/>
                  </a:cubicBezTo>
                  <a:cubicBezTo>
                    <a:pt x="275133" y="71323"/>
                    <a:pt x="272161" y="82499"/>
                    <a:pt x="269367" y="89916"/>
                  </a:cubicBezTo>
                  <a:cubicBezTo>
                    <a:pt x="266573" y="97332"/>
                    <a:pt x="263042" y="103784"/>
                    <a:pt x="258775" y="109270"/>
                  </a:cubicBezTo>
                  <a:cubicBezTo>
                    <a:pt x="263347" y="114350"/>
                    <a:pt x="267716" y="118389"/>
                    <a:pt x="271881" y="121386"/>
                  </a:cubicBezTo>
                  <a:cubicBezTo>
                    <a:pt x="276047" y="124383"/>
                    <a:pt x="281889" y="127508"/>
                    <a:pt x="289407" y="130759"/>
                  </a:cubicBezTo>
                  <a:cubicBezTo>
                    <a:pt x="286156" y="132892"/>
                    <a:pt x="283667" y="135788"/>
                    <a:pt x="281940" y="139446"/>
                  </a:cubicBezTo>
                  <a:cubicBezTo>
                    <a:pt x="271780" y="133858"/>
                    <a:pt x="262280" y="125984"/>
                    <a:pt x="253441" y="115824"/>
                  </a:cubicBezTo>
                  <a:cubicBezTo>
                    <a:pt x="243281" y="125984"/>
                    <a:pt x="229717" y="134416"/>
                    <a:pt x="212750" y="141122"/>
                  </a:cubicBezTo>
                  <a:cubicBezTo>
                    <a:pt x="211226" y="137058"/>
                    <a:pt x="208686" y="134010"/>
                    <a:pt x="205130" y="131978"/>
                  </a:cubicBezTo>
                  <a:cubicBezTo>
                    <a:pt x="215189" y="129336"/>
                    <a:pt x="223342" y="126339"/>
                    <a:pt x="229590" y="122986"/>
                  </a:cubicBezTo>
                  <a:cubicBezTo>
                    <a:pt x="235839" y="119634"/>
                    <a:pt x="241859" y="115011"/>
                    <a:pt x="247650" y="109118"/>
                  </a:cubicBezTo>
                  <a:cubicBezTo>
                    <a:pt x="240233" y="100380"/>
                    <a:pt x="232816" y="89204"/>
                    <a:pt x="225399" y="75590"/>
                  </a:cubicBezTo>
                  <a:lnTo>
                    <a:pt x="234086" y="71475"/>
                  </a:lnTo>
                  <a:cubicBezTo>
                    <a:pt x="238455" y="82346"/>
                    <a:pt x="244805" y="92811"/>
                    <a:pt x="253136" y="102870"/>
                  </a:cubicBezTo>
                  <a:cubicBezTo>
                    <a:pt x="260350" y="93116"/>
                    <a:pt x="265023" y="80365"/>
                    <a:pt x="267157" y="64617"/>
                  </a:cubicBezTo>
                  <a:lnTo>
                    <a:pt x="252527" y="64617"/>
                  </a:lnTo>
                  <a:cubicBezTo>
                    <a:pt x="249783" y="64617"/>
                    <a:pt x="246634" y="64922"/>
                    <a:pt x="243078" y="65532"/>
                  </a:cubicBezTo>
                  <a:lnTo>
                    <a:pt x="258927" y="21031"/>
                  </a:lnTo>
                  <a:lnTo>
                    <a:pt x="225704" y="21031"/>
                  </a:lnTo>
                  <a:cubicBezTo>
                    <a:pt x="225501" y="49885"/>
                    <a:pt x="224434" y="70129"/>
                    <a:pt x="222504" y="81762"/>
                  </a:cubicBezTo>
                  <a:cubicBezTo>
                    <a:pt x="220573" y="93395"/>
                    <a:pt x="217576" y="102692"/>
                    <a:pt x="213512" y="109651"/>
                  </a:cubicBezTo>
                  <a:cubicBezTo>
                    <a:pt x="209448" y="116611"/>
                    <a:pt x="203301" y="124206"/>
                    <a:pt x="195072" y="132435"/>
                  </a:cubicBezTo>
                  <a:cubicBezTo>
                    <a:pt x="193040" y="129590"/>
                    <a:pt x="189839" y="127457"/>
                    <a:pt x="185471" y="126034"/>
                  </a:cubicBezTo>
                  <a:cubicBezTo>
                    <a:pt x="199288" y="116281"/>
                    <a:pt x="208127" y="104495"/>
                    <a:pt x="211988" y="90678"/>
                  </a:cubicBezTo>
                  <a:cubicBezTo>
                    <a:pt x="215849" y="76860"/>
                    <a:pt x="217475" y="53644"/>
                    <a:pt x="216865" y="21031"/>
                  </a:cubicBezTo>
                  <a:cubicBezTo>
                    <a:pt x="208635" y="21031"/>
                    <a:pt x="203251" y="21234"/>
                    <a:pt x="200711" y="21640"/>
                  </a:cubicBezTo>
                  <a:lnTo>
                    <a:pt x="200711" y="12649"/>
                  </a:lnTo>
                  <a:cubicBezTo>
                    <a:pt x="207924" y="13258"/>
                    <a:pt x="218795" y="13563"/>
                    <a:pt x="233324" y="13563"/>
                  </a:cubicBezTo>
                  <a:cubicBezTo>
                    <a:pt x="247853" y="13563"/>
                    <a:pt x="260655" y="12801"/>
                    <a:pt x="271729" y="11277"/>
                  </a:cubicBezTo>
                  <a:close/>
                  <a:moveTo>
                    <a:pt x="618287" y="8077"/>
                  </a:moveTo>
                  <a:cubicBezTo>
                    <a:pt x="631088" y="15290"/>
                    <a:pt x="640385" y="21082"/>
                    <a:pt x="646176" y="25450"/>
                  </a:cubicBezTo>
                  <a:lnTo>
                    <a:pt x="640232" y="33070"/>
                  </a:lnTo>
                  <a:cubicBezTo>
                    <a:pt x="635051" y="28295"/>
                    <a:pt x="626059" y="22453"/>
                    <a:pt x="613257" y="15544"/>
                  </a:cubicBezTo>
                  <a:close/>
                  <a:moveTo>
                    <a:pt x="513131" y="1981"/>
                  </a:moveTo>
                  <a:cubicBezTo>
                    <a:pt x="517703" y="2590"/>
                    <a:pt x="522173" y="2895"/>
                    <a:pt x="526542" y="2895"/>
                  </a:cubicBezTo>
                  <a:cubicBezTo>
                    <a:pt x="528371" y="2895"/>
                    <a:pt x="529285" y="3327"/>
                    <a:pt x="529285" y="4191"/>
                  </a:cubicBezTo>
                  <a:cubicBezTo>
                    <a:pt x="529285" y="5054"/>
                    <a:pt x="528777" y="5689"/>
                    <a:pt x="527761" y="6096"/>
                  </a:cubicBezTo>
                  <a:cubicBezTo>
                    <a:pt x="526745" y="6502"/>
                    <a:pt x="525932" y="7264"/>
                    <a:pt x="525323" y="8382"/>
                  </a:cubicBezTo>
                  <a:cubicBezTo>
                    <a:pt x="524713" y="9499"/>
                    <a:pt x="524408" y="10515"/>
                    <a:pt x="524408" y="11430"/>
                  </a:cubicBezTo>
                  <a:lnTo>
                    <a:pt x="524408" y="26822"/>
                  </a:lnTo>
                  <a:cubicBezTo>
                    <a:pt x="546354" y="26720"/>
                    <a:pt x="562254" y="26111"/>
                    <a:pt x="572109" y="24993"/>
                  </a:cubicBezTo>
                  <a:cubicBezTo>
                    <a:pt x="571398" y="29159"/>
                    <a:pt x="571043" y="34899"/>
                    <a:pt x="571043" y="42214"/>
                  </a:cubicBezTo>
                  <a:lnTo>
                    <a:pt x="571043" y="87172"/>
                  </a:lnTo>
                  <a:cubicBezTo>
                    <a:pt x="571043" y="94386"/>
                    <a:pt x="571551" y="101650"/>
                    <a:pt x="572567" y="108966"/>
                  </a:cubicBezTo>
                  <a:lnTo>
                    <a:pt x="561441" y="108966"/>
                  </a:lnTo>
                  <a:lnTo>
                    <a:pt x="561441" y="97993"/>
                  </a:lnTo>
                  <a:lnTo>
                    <a:pt x="524408" y="97993"/>
                  </a:lnTo>
                  <a:lnTo>
                    <a:pt x="524408" y="119329"/>
                  </a:lnTo>
                  <a:cubicBezTo>
                    <a:pt x="524408" y="122682"/>
                    <a:pt x="524738" y="125120"/>
                    <a:pt x="525399" y="126644"/>
                  </a:cubicBezTo>
                  <a:cubicBezTo>
                    <a:pt x="526059" y="128168"/>
                    <a:pt x="527507" y="129260"/>
                    <a:pt x="529742" y="129921"/>
                  </a:cubicBezTo>
                  <a:cubicBezTo>
                    <a:pt x="531977" y="130581"/>
                    <a:pt x="535584" y="130911"/>
                    <a:pt x="540563" y="130911"/>
                  </a:cubicBezTo>
                  <a:lnTo>
                    <a:pt x="564642" y="130759"/>
                  </a:lnTo>
                  <a:cubicBezTo>
                    <a:pt x="570738" y="130759"/>
                    <a:pt x="574827" y="128930"/>
                    <a:pt x="576910" y="125272"/>
                  </a:cubicBezTo>
                  <a:cubicBezTo>
                    <a:pt x="578993" y="121615"/>
                    <a:pt x="580491" y="116078"/>
                    <a:pt x="581406" y="108661"/>
                  </a:cubicBezTo>
                  <a:cubicBezTo>
                    <a:pt x="583743" y="111404"/>
                    <a:pt x="587197" y="113487"/>
                    <a:pt x="591769" y="114909"/>
                  </a:cubicBezTo>
                  <a:cubicBezTo>
                    <a:pt x="589331" y="124358"/>
                    <a:pt x="586308" y="130860"/>
                    <a:pt x="582701" y="134416"/>
                  </a:cubicBezTo>
                  <a:cubicBezTo>
                    <a:pt x="579094" y="137972"/>
                    <a:pt x="573125" y="139750"/>
                    <a:pt x="564794" y="139750"/>
                  </a:cubicBezTo>
                  <a:lnTo>
                    <a:pt x="540715" y="139598"/>
                  </a:lnTo>
                  <a:cubicBezTo>
                    <a:pt x="532689" y="139598"/>
                    <a:pt x="526897" y="139039"/>
                    <a:pt x="523341" y="137922"/>
                  </a:cubicBezTo>
                  <a:cubicBezTo>
                    <a:pt x="519785" y="136804"/>
                    <a:pt x="517474" y="134848"/>
                    <a:pt x="516407" y="132054"/>
                  </a:cubicBezTo>
                  <a:cubicBezTo>
                    <a:pt x="515340" y="129260"/>
                    <a:pt x="514807" y="124714"/>
                    <a:pt x="514807" y="118414"/>
                  </a:cubicBezTo>
                  <a:lnTo>
                    <a:pt x="514807" y="97993"/>
                  </a:lnTo>
                  <a:lnTo>
                    <a:pt x="476859" y="97993"/>
                  </a:lnTo>
                  <a:lnTo>
                    <a:pt x="476859" y="112014"/>
                  </a:lnTo>
                  <a:lnTo>
                    <a:pt x="466191" y="112014"/>
                  </a:lnTo>
                  <a:cubicBezTo>
                    <a:pt x="467309" y="104698"/>
                    <a:pt x="467868" y="96926"/>
                    <a:pt x="467868" y="88696"/>
                  </a:cubicBezTo>
                  <a:lnTo>
                    <a:pt x="467868" y="42214"/>
                  </a:lnTo>
                  <a:cubicBezTo>
                    <a:pt x="467868" y="35509"/>
                    <a:pt x="467512" y="29768"/>
                    <a:pt x="466801" y="24993"/>
                  </a:cubicBezTo>
                  <a:cubicBezTo>
                    <a:pt x="477164" y="26111"/>
                    <a:pt x="493166" y="26720"/>
                    <a:pt x="514807" y="26822"/>
                  </a:cubicBezTo>
                  <a:cubicBezTo>
                    <a:pt x="514807" y="15544"/>
                    <a:pt x="514248" y="7264"/>
                    <a:pt x="513131" y="1981"/>
                  </a:cubicBezTo>
                  <a:close/>
                  <a:moveTo>
                    <a:pt x="172821" y="1524"/>
                  </a:moveTo>
                  <a:cubicBezTo>
                    <a:pt x="175260" y="2235"/>
                    <a:pt x="177063" y="2667"/>
                    <a:pt x="178232" y="2819"/>
                  </a:cubicBezTo>
                  <a:cubicBezTo>
                    <a:pt x="179400" y="2971"/>
                    <a:pt x="181102" y="3048"/>
                    <a:pt x="183337" y="3048"/>
                  </a:cubicBezTo>
                  <a:cubicBezTo>
                    <a:pt x="185572" y="3048"/>
                    <a:pt x="186690" y="3378"/>
                    <a:pt x="186690" y="4038"/>
                  </a:cubicBezTo>
                  <a:cubicBezTo>
                    <a:pt x="186690" y="4699"/>
                    <a:pt x="186182" y="5486"/>
                    <a:pt x="185166" y="6400"/>
                  </a:cubicBezTo>
                  <a:cubicBezTo>
                    <a:pt x="184150" y="7315"/>
                    <a:pt x="183388" y="8305"/>
                    <a:pt x="182880" y="9372"/>
                  </a:cubicBezTo>
                  <a:cubicBezTo>
                    <a:pt x="182372" y="10439"/>
                    <a:pt x="182118" y="11328"/>
                    <a:pt x="182118" y="12039"/>
                  </a:cubicBezTo>
                  <a:lnTo>
                    <a:pt x="182118" y="34594"/>
                  </a:lnTo>
                  <a:cubicBezTo>
                    <a:pt x="191871" y="34493"/>
                    <a:pt x="198983" y="34086"/>
                    <a:pt x="203454" y="33375"/>
                  </a:cubicBezTo>
                  <a:lnTo>
                    <a:pt x="203454" y="43586"/>
                  </a:lnTo>
                  <a:cubicBezTo>
                    <a:pt x="197561" y="42875"/>
                    <a:pt x="190449" y="42468"/>
                    <a:pt x="182118" y="42367"/>
                  </a:cubicBezTo>
                  <a:lnTo>
                    <a:pt x="182118" y="51511"/>
                  </a:lnTo>
                  <a:cubicBezTo>
                    <a:pt x="190246" y="60858"/>
                    <a:pt x="197815" y="70459"/>
                    <a:pt x="204825" y="80314"/>
                  </a:cubicBezTo>
                  <a:lnTo>
                    <a:pt x="196139" y="86106"/>
                  </a:lnTo>
                  <a:cubicBezTo>
                    <a:pt x="192481" y="78587"/>
                    <a:pt x="187807" y="70561"/>
                    <a:pt x="182118" y="62026"/>
                  </a:cubicBezTo>
                  <a:lnTo>
                    <a:pt x="182118" y="113233"/>
                  </a:lnTo>
                  <a:cubicBezTo>
                    <a:pt x="182118" y="120954"/>
                    <a:pt x="182626" y="130200"/>
                    <a:pt x="183642" y="140970"/>
                  </a:cubicBezTo>
                  <a:lnTo>
                    <a:pt x="172059" y="140970"/>
                  </a:lnTo>
                  <a:cubicBezTo>
                    <a:pt x="173075" y="130200"/>
                    <a:pt x="173583" y="120954"/>
                    <a:pt x="173583" y="113233"/>
                  </a:cubicBezTo>
                  <a:lnTo>
                    <a:pt x="173583" y="64617"/>
                  </a:lnTo>
                  <a:cubicBezTo>
                    <a:pt x="169316" y="79248"/>
                    <a:pt x="162814" y="93218"/>
                    <a:pt x="154076" y="106527"/>
                  </a:cubicBezTo>
                  <a:cubicBezTo>
                    <a:pt x="152247" y="103378"/>
                    <a:pt x="149504" y="101142"/>
                    <a:pt x="145847" y="99822"/>
                  </a:cubicBezTo>
                  <a:cubicBezTo>
                    <a:pt x="156616" y="87426"/>
                    <a:pt x="165862" y="68478"/>
                    <a:pt x="173583" y="42976"/>
                  </a:cubicBezTo>
                  <a:lnTo>
                    <a:pt x="173583" y="42367"/>
                  </a:lnTo>
                  <a:cubicBezTo>
                    <a:pt x="163627" y="42570"/>
                    <a:pt x="155651" y="42976"/>
                    <a:pt x="149657" y="43586"/>
                  </a:cubicBezTo>
                  <a:lnTo>
                    <a:pt x="149657" y="33375"/>
                  </a:lnTo>
                  <a:cubicBezTo>
                    <a:pt x="155753" y="34188"/>
                    <a:pt x="163728" y="34594"/>
                    <a:pt x="173583" y="34594"/>
                  </a:cubicBezTo>
                  <a:cubicBezTo>
                    <a:pt x="173583" y="14173"/>
                    <a:pt x="173329" y="3149"/>
                    <a:pt x="172821" y="1524"/>
                  </a:cubicBezTo>
                  <a:close/>
                  <a:moveTo>
                    <a:pt x="328879" y="1371"/>
                  </a:moveTo>
                  <a:cubicBezTo>
                    <a:pt x="332333" y="3911"/>
                    <a:pt x="334924" y="5410"/>
                    <a:pt x="336651" y="5867"/>
                  </a:cubicBezTo>
                  <a:cubicBezTo>
                    <a:pt x="338379" y="6324"/>
                    <a:pt x="339242" y="6883"/>
                    <a:pt x="339242" y="7543"/>
                  </a:cubicBezTo>
                  <a:cubicBezTo>
                    <a:pt x="339242" y="8204"/>
                    <a:pt x="338760" y="8737"/>
                    <a:pt x="337794" y="9144"/>
                  </a:cubicBezTo>
                  <a:cubicBezTo>
                    <a:pt x="336829" y="9550"/>
                    <a:pt x="334619" y="11785"/>
                    <a:pt x="331165" y="15849"/>
                  </a:cubicBezTo>
                  <a:cubicBezTo>
                    <a:pt x="353822" y="15748"/>
                    <a:pt x="366471" y="15138"/>
                    <a:pt x="369113" y="14020"/>
                  </a:cubicBezTo>
                  <a:lnTo>
                    <a:pt x="369113" y="23774"/>
                  </a:lnTo>
                  <a:cubicBezTo>
                    <a:pt x="365861" y="23063"/>
                    <a:pt x="357886" y="22707"/>
                    <a:pt x="345186" y="22707"/>
                  </a:cubicBezTo>
                  <a:cubicBezTo>
                    <a:pt x="347421" y="27076"/>
                    <a:pt x="349910" y="32461"/>
                    <a:pt x="352653" y="38862"/>
                  </a:cubicBezTo>
                  <a:lnTo>
                    <a:pt x="342290" y="41605"/>
                  </a:lnTo>
                  <a:cubicBezTo>
                    <a:pt x="341477" y="35306"/>
                    <a:pt x="339801" y="29006"/>
                    <a:pt x="337261" y="22707"/>
                  </a:cubicBezTo>
                  <a:lnTo>
                    <a:pt x="325526" y="22707"/>
                  </a:lnTo>
                  <a:cubicBezTo>
                    <a:pt x="321056" y="28092"/>
                    <a:pt x="315773" y="33629"/>
                    <a:pt x="309677" y="39319"/>
                  </a:cubicBezTo>
                  <a:cubicBezTo>
                    <a:pt x="307543" y="36474"/>
                    <a:pt x="304952" y="34493"/>
                    <a:pt x="301904" y="33375"/>
                  </a:cubicBezTo>
                  <a:cubicBezTo>
                    <a:pt x="313690" y="25755"/>
                    <a:pt x="322681" y="15087"/>
                    <a:pt x="328879" y="1371"/>
                  </a:cubicBezTo>
                  <a:close/>
                  <a:moveTo>
                    <a:pt x="391211" y="914"/>
                  </a:moveTo>
                  <a:cubicBezTo>
                    <a:pt x="394665" y="2844"/>
                    <a:pt x="397332" y="4191"/>
                    <a:pt x="399212" y="4953"/>
                  </a:cubicBezTo>
                  <a:cubicBezTo>
                    <a:pt x="401091" y="5715"/>
                    <a:pt x="402031" y="6400"/>
                    <a:pt x="402031" y="7010"/>
                  </a:cubicBezTo>
                  <a:cubicBezTo>
                    <a:pt x="402031" y="7620"/>
                    <a:pt x="401320" y="8229"/>
                    <a:pt x="399897" y="8839"/>
                  </a:cubicBezTo>
                  <a:cubicBezTo>
                    <a:pt x="398475" y="9448"/>
                    <a:pt x="396291" y="11988"/>
                    <a:pt x="393344" y="16459"/>
                  </a:cubicBezTo>
                  <a:cubicBezTo>
                    <a:pt x="418033" y="16357"/>
                    <a:pt x="432460" y="15595"/>
                    <a:pt x="436626" y="14173"/>
                  </a:cubicBezTo>
                  <a:lnTo>
                    <a:pt x="436626" y="23926"/>
                  </a:lnTo>
                  <a:cubicBezTo>
                    <a:pt x="433679" y="23317"/>
                    <a:pt x="424332" y="23012"/>
                    <a:pt x="408584" y="23012"/>
                  </a:cubicBezTo>
                  <a:cubicBezTo>
                    <a:pt x="412140" y="30124"/>
                    <a:pt x="414579" y="35102"/>
                    <a:pt x="415899" y="37947"/>
                  </a:cubicBezTo>
                  <a:lnTo>
                    <a:pt x="405841" y="40995"/>
                  </a:lnTo>
                  <a:cubicBezTo>
                    <a:pt x="405130" y="36525"/>
                    <a:pt x="403301" y="30530"/>
                    <a:pt x="400355" y="23012"/>
                  </a:cubicBezTo>
                  <a:lnTo>
                    <a:pt x="389229" y="23012"/>
                  </a:lnTo>
                  <a:cubicBezTo>
                    <a:pt x="386080" y="28092"/>
                    <a:pt x="382981" y="32664"/>
                    <a:pt x="379933" y="36728"/>
                  </a:cubicBezTo>
                  <a:cubicBezTo>
                    <a:pt x="377698" y="33985"/>
                    <a:pt x="375005" y="32258"/>
                    <a:pt x="371856" y="31546"/>
                  </a:cubicBezTo>
                  <a:cubicBezTo>
                    <a:pt x="381711" y="21590"/>
                    <a:pt x="388163" y="11379"/>
                    <a:pt x="391211" y="914"/>
                  </a:cubicBezTo>
                  <a:close/>
                  <a:moveTo>
                    <a:pt x="683514" y="0"/>
                  </a:moveTo>
                  <a:cubicBezTo>
                    <a:pt x="689102" y="7721"/>
                    <a:pt x="693674" y="14782"/>
                    <a:pt x="697230" y="21183"/>
                  </a:cubicBezTo>
                  <a:cubicBezTo>
                    <a:pt x="715924" y="21183"/>
                    <a:pt x="730250" y="20777"/>
                    <a:pt x="740207" y="19964"/>
                  </a:cubicBezTo>
                  <a:lnTo>
                    <a:pt x="740207" y="29413"/>
                  </a:lnTo>
                  <a:cubicBezTo>
                    <a:pt x="731875" y="28600"/>
                    <a:pt x="713841" y="28194"/>
                    <a:pt x="686105" y="28194"/>
                  </a:cubicBezTo>
                  <a:cubicBezTo>
                    <a:pt x="683565" y="31038"/>
                    <a:pt x="676249" y="41656"/>
                    <a:pt x="664159" y="60045"/>
                  </a:cubicBezTo>
                  <a:lnTo>
                    <a:pt x="715213" y="58064"/>
                  </a:lnTo>
                  <a:cubicBezTo>
                    <a:pt x="710946" y="52882"/>
                    <a:pt x="706425" y="48209"/>
                    <a:pt x="701649" y="44043"/>
                  </a:cubicBezTo>
                  <a:lnTo>
                    <a:pt x="708355" y="38709"/>
                  </a:lnTo>
                  <a:cubicBezTo>
                    <a:pt x="717397" y="46939"/>
                    <a:pt x="726643" y="57556"/>
                    <a:pt x="736092" y="70561"/>
                  </a:cubicBezTo>
                  <a:lnTo>
                    <a:pt x="728167" y="76200"/>
                  </a:lnTo>
                  <a:cubicBezTo>
                    <a:pt x="726033" y="72745"/>
                    <a:pt x="723493" y="68935"/>
                    <a:pt x="720547" y="64770"/>
                  </a:cubicBezTo>
                  <a:cubicBezTo>
                    <a:pt x="676757" y="67208"/>
                    <a:pt x="653999" y="69189"/>
                    <a:pt x="652272" y="70713"/>
                  </a:cubicBezTo>
                  <a:cubicBezTo>
                    <a:pt x="651459" y="67665"/>
                    <a:pt x="650341" y="64617"/>
                    <a:pt x="648919" y="61569"/>
                  </a:cubicBezTo>
                  <a:cubicBezTo>
                    <a:pt x="651256" y="60756"/>
                    <a:pt x="653618" y="59182"/>
                    <a:pt x="656006" y="56845"/>
                  </a:cubicBezTo>
                  <a:cubicBezTo>
                    <a:pt x="658393" y="54508"/>
                    <a:pt x="661746" y="50292"/>
                    <a:pt x="666064" y="44196"/>
                  </a:cubicBezTo>
                  <a:cubicBezTo>
                    <a:pt x="670382" y="38100"/>
                    <a:pt x="673608" y="32816"/>
                    <a:pt x="675741" y="28346"/>
                  </a:cubicBezTo>
                  <a:cubicBezTo>
                    <a:pt x="664870" y="28346"/>
                    <a:pt x="655726" y="28702"/>
                    <a:pt x="648309" y="29413"/>
                  </a:cubicBezTo>
                  <a:lnTo>
                    <a:pt x="648309" y="19964"/>
                  </a:lnTo>
                  <a:cubicBezTo>
                    <a:pt x="657758" y="20777"/>
                    <a:pt x="670814" y="21183"/>
                    <a:pt x="687476" y="21183"/>
                  </a:cubicBezTo>
                  <a:cubicBezTo>
                    <a:pt x="684530" y="16306"/>
                    <a:pt x="680618" y="11023"/>
                    <a:pt x="675741" y="5334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404AFE6C-9907-475E-BEC4-A90DF2791414}"/>
                </a:ext>
              </a:extLst>
            </p:cNvPr>
            <p:cNvSpPr txBox="1"/>
            <p:nvPr/>
          </p:nvSpPr>
          <p:spPr>
            <a:xfrm>
              <a:off x="10468168" y="1482924"/>
              <a:ext cx="1120541" cy="151346"/>
            </a:xfrm>
            <a:custGeom>
              <a:avLst/>
              <a:gdLst/>
              <a:ahLst/>
              <a:cxnLst/>
              <a:rect l="l" t="t" r="r" b="b"/>
              <a:pathLst>
                <a:path w="1044854" h="141123">
                  <a:moveTo>
                    <a:pt x="0" y="113233"/>
                  </a:moveTo>
                  <a:cubicBezTo>
                    <a:pt x="13513" y="114046"/>
                    <a:pt x="34747" y="114453"/>
                    <a:pt x="63703" y="114453"/>
                  </a:cubicBezTo>
                  <a:cubicBezTo>
                    <a:pt x="92659" y="114453"/>
                    <a:pt x="115621" y="114046"/>
                    <a:pt x="132588" y="113233"/>
                  </a:cubicBezTo>
                  <a:lnTo>
                    <a:pt x="132588" y="124206"/>
                  </a:lnTo>
                  <a:cubicBezTo>
                    <a:pt x="117551" y="123190"/>
                    <a:pt x="95402" y="122682"/>
                    <a:pt x="66141" y="122682"/>
                  </a:cubicBezTo>
                  <a:cubicBezTo>
                    <a:pt x="36881" y="122682"/>
                    <a:pt x="14833" y="123190"/>
                    <a:pt x="0" y="124206"/>
                  </a:cubicBezTo>
                  <a:close/>
                  <a:moveTo>
                    <a:pt x="337871" y="107595"/>
                  </a:moveTo>
                  <a:lnTo>
                    <a:pt x="337871" y="123292"/>
                  </a:lnTo>
                  <a:lnTo>
                    <a:pt x="409499" y="123292"/>
                  </a:lnTo>
                  <a:lnTo>
                    <a:pt x="409499" y="107595"/>
                  </a:lnTo>
                  <a:close/>
                  <a:moveTo>
                    <a:pt x="1010717" y="81534"/>
                  </a:moveTo>
                  <a:cubicBezTo>
                    <a:pt x="1019657" y="91084"/>
                    <a:pt x="1026922" y="100076"/>
                    <a:pt x="1032510" y="108509"/>
                  </a:cubicBezTo>
                  <a:lnTo>
                    <a:pt x="1024737" y="113843"/>
                  </a:lnTo>
                  <a:cubicBezTo>
                    <a:pt x="1019149" y="104496"/>
                    <a:pt x="1012139" y="95504"/>
                    <a:pt x="1003706" y="86868"/>
                  </a:cubicBezTo>
                  <a:close/>
                  <a:moveTo>
                    <a:pt x="337871" y="69037"/>
                  </a:moveTo>
                  <a:lnTo>
                    <a:pt x="337871" y="82144"/>
                  </a:lnTo>
                  <a:lnTo>
                    <a:pt x="401726" y="82144"/>
                  </a:lnTo>
                  <a:lnTo>
                    <a:pt x="401726" y="69037"/>
                  </a:lnTo>
                  <a:close/>
                  <a:moveTo>
                    <a:pt x="829208" y="65989"/>
                  </a:moveTo>
                  <a:lnTo>
                    <a:pt x="829208" y="89306"/>
                  </a:lnTo>
                  <a:lnTo>
                    <a:pt x="866241" y="89306"/>
                  </a:lnTo>
                  <a:lnTo>
                    <a:pt x="866241" y="65989"/>
                  </a:lnTo>
                  <a:close/>
                  <a:moveTo>
                    <a:pt x="781659" y="65989"/>
                  </a:moveTo>
                  <a:lnTo>
                    <a:pt x="781659" y="89306"/>
                  </a:lnTo>
                  <a:lnTo>
                    <a:pt x="819607" y="89306"/>
                  </a:lnTo>
                  <a:lnTo>
                    <a:pt x="819607" y="65989"/>
                  </a:lnTo>
                  <a:close/>
                  <a:moveTo>
                    <a:pt x="327660" y="61112"/>
                  </a:moveTo>
                  <a:cubicBezTo>
                    <a:pt x="340766" y="61519"/>
                    <a:pt x="355193" y="61722"/>
                    <a:pt x="370941" y="61722"/>
                  </a:cubicBezTo>
                  <a:cubicBezTo>
                    <a:pt x="386689" y="61722"/>
                    <a:pt x="400151" y="61519"/>
                    <a:pt x="411327" y="61112"/>
                  </a:cubicBezTo>
                  <a:cubicBezTo>
                    <a:pt x="410718" y="64973"/>
                    <a:pt x="410413" y="70028"/>
                    <a:pt x="410413" y="76276"/>
                  </a:cubicBezTo>
                  <a:cubicBezTo>
                    <a:pt x="410413" y="82525"/>
                    <a:pt x="410718" y="87122"/>
                    <a:pt x="411327" y="90068"/>
                  </a:cubicBezTo>
                  <a:cubicBezTo>
                    <a:pt x="402183" y="89560"/>
                    <a:pt x="389636" y="89306"/>
                    <a:pt x="373685" y="89306"/>
                  </a:cubicBezTo>
                  <a:lnTo>
                    <a:pt x="337871" y="89306"/>
                  </a:lnTo>
                  <a:lnTo>
                    <a:pt x="337871" y="100432"/>
                  </a:lnTo>
                  <a:lnTo>
                    <a:pt x="374599" y="100432"/>
                  </a:lnTo>
                  <a:cubicBezTo>
                    <a:pt x="389128" y="100432"/>
                    <a:pt x="404114" y="100229"/>
                    <a:pt x="419557" y="99822"/>
                  </a:cubicBezTo>
                  <a:cubicBezTo>
                    <a:pt x="419049" y="101448"/>
                    <a:pt x="418795" y="104902"/>
                    <a:pt x="418795" y="110185"/>
                  </a:cubicBezTo>
                  <a:lnTo>
                    <a:pt x="418795" y="126797"/>
                  </a:lnTo>
                  <a:cubicBezTo>
                    <a:pt x="418795" y="130658"/>
                    <a:pt x="419151" y="134620"/>
                    <a:pt x="419862" y="138684"/>
                  </a:cubicBezTo>
                  <a:lnTo>
                    <a:pt x="409499" y="138684"/>
                  </a:lnTo>
                  <a:lnTo>
                    <a:pt x="409499" y="130759"/>
                  </a:lnTo>
                  <a:lnTo>
                    <a:pt x="337871" y="130759"/>
                  </a:lnTo>
                  <a:cubicBezTo>
                    <a:pt x="338074" y="135433"/>
                    <a:pt x="338328" y="138887"/>
                    <a:pt x="338633" y="141123"/>
                  </a:cubicBezTo>
                  <a:lnTo>
                    <a:pt x="327355" y="141123"/>
                  </a:lnTo>
                  <a:cubicBezTo>
                    <a:pt x="328168" y="136043"/>
                    <a:pt x="328574" y="131521"/>
                    <a:pt x="328574" y="127559"/>
                  </a:cubicBezTo>
                  <a:lnTo>
                    <a:pt x="328574" y="76048"/>
                  </a:lnTo>
                  <a:cubicBezTo>
                    <a:pt x="328574" y="68529"/>
                    <a:pt x="328269" y="63551"/>
                    <a:pt x="327660" y="61112"/>
                  </a:cubicBezTo>
                  <a:close/>
                  <a:moveTo>
                    <a:pt x="618439" y="56693"/>
                  </a:moveTo>
                  <a:cubicBezTo>
                    <a:pt x="623214" y="70409"/>
                    <a:pt x="626872" y="83718"/>
                    <a:pt x="629412" y="96622"/>
                  </a:cubicBezTo>
                  <a:lnTo>
                    <a:pt x="620268" y="99060"/>
                  </a:lnTo>
                  <a:cubicBezTo>
                    <a:pt x="617829" y="83414"/>
                    <a:pt x="614477" y="70206"/>
                    <a:pt x="610209" y="59436"/>
                  </a:cubicBezTo>
                  <a:close/>
                  <a:moveTo>
                    <a:pt x="658977" y="55778"/>
                  </a:moveTo>
                  <a:cubicBezTo>
                    <a:pt x="667410" y="56591"/>
                    <a:pt x="681329" y="56998"/>
                    <a:pt x="700735" y="56998"/>
                  </a:cubicBezTo>
                  <a:cubicBezTo>
                    <a:pt x="720141" y="56998"/>
                    <a:pt x="734161" y="56591"/>
                    <a:pt x="742797" y="55778"/>
                  </a:cubicBezTo>
                  <a:lnTo>
                    <a:pt x="742797" y="65075"/>
                  </a:lnTo>
                  <a:cubicBezTo>
                    <a:pt x="734568" y="64262"/>
                    <a:pt x="721157" y="63856"/>
                    <a:pt x="702564" y="63856"/>
                  </a:cubicBezTo>
                  <a:cubicBezTo>
                    <a:pt x="699821" y="69545"/>
                    <a:pt x="697535" y="74778"/>
                    <a:pt x="695706" y="79553"/>
                  </a:cubicBezTo>
                  <a:cubicBezTo>
                    <a:pt x="713181" y="79553"/>
                    <a:pt x="727354" y="78994"/>
                    <a:pt x="738225" y="77876"/>
                  </a:cubicBezTo>
                  <a:cubicBezTo>
                    <a:pt x="737717" y="83464"/>
                    <a:pt x="737463" y="89510"/>
                    <a:pt x="737463" y="96012"/>
                  </a:cubicBezTo>
                  <a:lnTo>
                    <a:pt x="737463" y="125883"/>
                  </a:lnTo>
                  <a:cubicBezTo>
                    <a:pt x="737463" y="130251"/>
                    <a:pt x="737006" y="133376"/>
                    <a:pt x="736092" y="135255"/>
                  </a:cubicBezTo>
                  <a:cubicBezTo>
                    <a:pt x="735177" y="137135"/>
                    <a:pt x="733374" y="138430"/>
                    <a:pt x="730682" y="139141"/>
                  </a:cubicBezTo>
                  <a:cubicBezTo>
                    <a:pt x="727989" y="139853"/>
                    <a:pt x="723493" y="140310"/>
                    <a:pt x="717194" y="140513"/>
                  </a:cubicBezTo>
                  <a:cubicBezTo>
                    <a:pt x="717397" y="135941"/>
                    <a:pt x="716229" y="132334"/>
                    <a:pt x="713689" y="129693"/>
                  </a:cubicBezTo>
                  <a:cubicBezTo>
                    <a:pt x="717042" y="130404"/>
                    <a:pt x="719760" y="130759"/>
                    <a:pt x="721842" y="130759"/>
                  </a:cubicBezTo>
                  <a:cubicBezTo>
                    <a:pt x="723925" y="130759"/>
                    <a:pt x="725475" y="130328"/>
                    <a:pt x="726491" y="129464"/>
                  </a:cubicBezTo>
                  <a:cubicBezTo>
                    <a:pt x="727507" y="128600"/>
                    <a:pt x="728015" y="127051"/>
                    <a:pt x="728015" y="124816"/>
                  </a:cubicBezTo>
                  <a:lnTo>
                    <a:pt x="728015" y="86258"/>
                  </a:lnTo>
                  <a:lnTo>
                    <a:pt x="714451" y="86258"/>
                  </a:lnTo>
                  <a:lnTo>
                    <a:pt x="714451" y="112776"/>
                  </a:lnTo>
                  <a:cubicBezTo>
                    <a:pt x="714451" y="117653"/>
                    <a:pt x="714705" y="122581"/>
                    <a:pt x="715213" y="127559"/>
                  </a:cubicBezTo>
                  <a:lnTo>
                    <a:pt x="705764" y="127559"/>
                  </a:lnTo>
                  <a:cubicBezTo>
                    <a:pt x="706171" y="123901"/>
                    <a:pt x="706374" y="118974"/>
                    <a:pt x="706374" y="112776"/>
                  </a:cubicBezTo>
                  <a:lnTo>
                    <a:pt x="706374" y="86258"/>
                  </a:lnTo>
                  <a:lnTo>
                    <a:pt x="692658" y="86258"/>
                  </a:lnTo>
                  <a:lnTo>
                    <a:pt x="692658" y="113538"/>
                  </a:lnTo>
                  <a:cubicBezTo>
                    <a:pt x="692658" y="118720"/>
                    <a:pt x="692912" y="123647"/>
                    <a:pt x="693420" y="128321"/>
                  </a:cubicBezTo>
                  <a:lnTo>
                    <a:pt x="683971" y="128321"/>
                  </a:lnTo>
                  <a:cubicBezTo>
                    <a:pt x="684377" y="124359"/>
                    <a:pt x="684581" y="119431"/>
                    <a:pt x="684581" y="113538"/>
                  </a:cubicBezTo>
                  <a:lnTo>
                    <a:pt x="684581" y="86258"/>
                  </a:lnTo>
                  <a:lnTo>
                    <a:pt x="671169" y="86258"/>
                  </a:lnTo>
                  <a:lnTo>
                    <a:pt x="671169" y="140361"/>
                  </a:lnTo>
                  <a:lnTo>
                    <a:pt x="661721" y="140361"/>
                  </a:lnTo>
                  <a:cubicBezTo>
                    <a:pt x="662330" y="135585"/>
                    <a:pt x="662635" y="130709"/>
                    <a:pt x="662635" y="125730"/>
                  </a:cubicBezTo>
                  <a:lnTo>
                    <a:pt x="662635" y="96012"/>
                  </a:lnTo>
                  <a:cubicBezTo>
                    <a:pt x="662635" y="89205"/>
                    <a:pt x="662330" y="83210"/>
                    <a:pt x="661721" y="78029"/>
                  </a:cubicBezTo>
                  <a:cubicBezTo>
                    <a:pt x="668833" y="78740"/>
                    <a:pt x="677164" y="79197"/>
                    <a:pt x="686714" y="79400"/>
                  </a:cubicBezTo>
                  <a:cubicBezTo>
                    <a:pt x="689965" y="73508"/>
                    <a:pt x="692150" y="68326"/>
                    <a:pt x="693267" y="63856"/>
                  </a:cubicBezTo>
                  <a:cubicBezTo>
                    <a:pt x="677824" y="63957"/>
                    <a:pt x="666394" y="64364"/>
                    <a:pt x="658977" y="65075"/>
                  </a:cubicBezTo>
                  <a:close/>
                  <a:moveTo>
                    <a:pt x="476097" y="51359"/>
                  </a:moveTo>
                  <a:lnTo>
                    <a:pt x="476097" y="101346"/>
                  </a:lnTo>
                  <a:cubicBezTo>
                    <a:pt x="484225" y="93421"/>
                    <a:pt x="490093" y="85674"/>
                    <a:pt x="493700" y="78105"/>
                  </a:cubicBezTo>
                  <a:cubicBezTo>
                    <a:pt x="497306" y="70536"/>
                    <a:pt x="499669" y="61620"/>
                    <a:pt x="500786" y="51359"/>
                  </a:cubicBezTo>
                  <a:close/>
                  <a:moveTo>
                    <a:pt x="642518" y="51206"/>
                  </a:moveTo>
                  <a:cubicBezTo>
                    <a:pt x="645973" y="52934"/>
                    <a:pt x="649529" y="54153"/>
                    <a:pt x="653186" y="54864"/>
                  </a:cubicBezTo>
                  <a:cubicBezTo>
                    <a:pt x="654812" y="55169"/>
                    <a:pt x="655625" y="55905"/>
                    <a:pt x="655625" y="57074"/>
                  </a:cubicBezTo>
                  <a:cubicBezTo>
                    <a:pt x="655625" y="58242"/>
                    <a:pt x="655066" y="59106"/>
                    <a:pt x="653948" y="59665"/>
                  </a:cubicBezTo>
                  <a:cubicBezTo>
                    <a:pt x="652831" y="60223"/>
                    <a:pt x="651942" y="61239"/>
                    <a:pt x="651281" y="62713"/>
                  </a:cubicBezTo>
                  <a:cubicBezTo>
                    <a:pt x="650621" y="64186"/>
                    <a:pt x="649021" y="69037"/>
                    <a:pt x="646481" y="77267"/>
                  </a:cubicBezTo>
                  <a:lnTo>
                    <a:pt x="637641" y="105918"/>
                  </a:lnTo>
                  <a:cubicBezTo>
                    <a:pt x="645261" y="104089"/>
                    <a:pt x="651916" y="102108"/>
                    <a:pt x="657606" y="99975"/>
                  </a:cubicBezTo>
                  <a:cubicBezTo>
                    <a:pt x="657098" y="101905"/>
                    <a:pt x="656844" y="103581"/>
                    <a:pt x="656844" y="105004"/>
                  </a:cubicBezTo>
                  <a:cubicBezTo>
                    <a:pt x="656844" y="106426"/>
                    <a:pt x="656996" y="107747"/>
                    <a:pt x="657301" y="108966"/>
                  </a:cubicBezTo>
                  <a:cubicBezTo>
                    <a:pt x="639216" y="112624"/>
                    <a:pt x="622503" y="116993"/>
                    <a:pt x="607161" y="122073"/>
                  </a:cubicBezTo>
                  <a:cubicBezTo>
                    <a:pt x="606857" y="118313"/>
                    <a:pt x="605637" y="114707"/>
                    <a:pt x="603504" y="111252"/>
                  </a:cubicBezTo>
                  <a:cubicBezTo>
                    <a:pt x="611022" y="110846"/>
                    <a:pt x="619607" y="109677"/>
                    <a:pt x="629259" y="107747"/>
                  </a:cubicBezTo>
                  <a:cubicBezTo>
                    <a:pt x="636676" y="87224"/>
                    <a:pt x="641096" y="68377"/>
                    <a:pt x="642518" y="51206"/>
                  </a:cubicBezTo>
                  <a:close/>
                  <a:moveTo>
                    <a:pt x="606552" y="34138"/>
                  </a:moveTo>
                  <a:cubicBezTo>
                    <a:pt x="612038" y="34950"/>
                    <a:pt x="620522" y="35357"/>
                    <a:pt x="632003" y="35357"/>
                  </a:cubicBezTo>
                  <a:cubicBezTo>
                    <a:pt x="643483" y="35357"/>
                    <a:pt x="651967" y="34950"/>
                    <a:pt x="657453" y="34138"/>
                  </a:cubicBezTo>
                  <a:lnTo>
                    <a:pt x="657453" y="43739"/>
                  </a:lnTo>
                  <a:cubicBezTo>
                    <a:pt x="651967" y="42926"/>
                    <a:pt x="643483" y="42520"/>
                    <a:pt x="632003" y="42520"/>
                  </a:cubicBezTo>
                  <a:cubicBezTo>
                    <a:pt x="620522" y="42520"/>
                    <a:pt x="612038" y="42926"/>
                    <a:pt x="606552" y="43739"/>
                  </a:cubicBezTo>
                  <a:close/>
                  <a:moveTo>
                    <a:pt x="829208" y="33528"/>
                  </a:moveTo>
                  <a:lnTo>
                    <a:pt x="829208" y="58522"/>
                  </a:lnTo>
                  <a:lnTo>
                    <a:pt x="866241" y="58522"/>
                  </a:lnTo>
                  <a:lnTo>
                    <a:pt x="866241" y="33528"/>
                  </a:lnTo>
                  <a:close/>
                  <a:moveTo>
                    <a:pt x="781659" y="33528"/>
                  </a:moveTo>
                  <a:lnTo>
                    <a:pt x="781659" y="58522"/>
                  </a:lnTo>
                  <a:lnTo>
                    <a:pt x="819607" y="58522"/>
                  </a:lnTo>
                  <a:lnTo>
                    <a:pt x="819607" y="33528"/>
                  </a:lnTo>
                  <a:close/>
                  <a:moveTo>
                    <a:pt x="368198" y="30023"/>
                  </a:moveTo>
                  <a:cubicBezTo>
                    <a:pt x="372161" y="34798"/>
                    <a:pt x="375920" y="39726"/>
                    <a:pt x="379476" y="44806"/>
                  </a:cubicBezTo>
                  <a:cubicBezTo>
                    <a:pt x="405689" y="44806"/>
                    <a:pt x="424129" y="44450"/>
                    <a:pt x="434797" y="43739"/>
                  </a:cubicBezTo>
                  <a:cubicBezTo>
                    <a:pt x="434086" y="47295"/>
                    <a:pt x="433730" y="51283"/>
                    <a:pt x="433730" y="55702"/>
                  </a:cubicBezTo>
                  <a:cubicBezTo>
                    <a:pt x="433730" y="60122"/>
                    <a:pt x="433984" y="64262"/>
                    <a:pt x="434492" y="68123"/>
                  </a:cubicBezTo>
                  <a:lnTo>
                    <a:pt x="424281" y="68123"/>
                  </a:lnTo>
                  <a:lnTo>
                    <a:pt x="424281" y="51664"/>
                  </a:lnTo>
                  <a:lnTo>
                    <a:pt x="316839" y="51664"/>
                  </a:lnTo>
                  <a:lnTo>
                    <a:pt x="316839" y="68580"/>
                  </a:lnTo>
                  <a:lnTo>
                    <a:pt x="306629" y="68580"/>
                  </a:lnTo>
                  <a:cubicBezTo>
                    <a:pt x="307035" y="65024"/>
                    <a:pt x="307238" y="60579"/>
                    <a:pt x="307238" y="55245"/>
                  </a:cubicBezTo>
                  <a:cubicBezTo>
                    <a:pt x="307238" y="49911"/>
                    <a:pt x="307035" y="46076"/>
                    <a:pt x="306629" y="43739"/>
                  </a:cubicBezTo>
                  <a:cubicBezTo>
                    <a:pt x="318008" y="44450"/>
                    <a:pt x="339090" y="44806"/>
                    <a:pt x="369875" y="44806"/>
                  </a:cubicBezTo>
                  <a:cubicBezTo>
                    <a:pt x="367741" y="41250"/>
                    <a:pt x="365099" y="38151"/>
                    <a:pt x="361950" y="35509"/>
                  </a:cubicBezTo>
                  <a:close/>
                  <a:moveTo>
                    <a:pt x="981913" y="29108"/>
                  </a:moveTo>
                  <a:cubicBezTo>
                    <a:pt x="985367" y="29718"/>
                    <a:pt x="989330" y="30023"/>
                    <a:pt x="993800" y="30023"/>
                  </a:cubicBezTo>
                  <a:cubicBezTo>
                    <a:pt x="995527" y="30023"/>
                    <a:pt x="996391" y="30378"/>
                    <a:pt x="996391" y="31090"/>
                  </a:cubicBezTo>
                  <a:cubicBezTo>
                    <a:pt x="996391" y="31801"/>
                    <a:pt x="995731" y="32664"/>
                    <a:pt x="994410" y="33680"/>
                  </a:cubicBezTo>
                  <a:cubicBezTo>
                    <a:pt x="993089" y="34696"/>
                    <a:pt x="992429" y="36474"/>
                    <a:pt x="992429" y="39014"/>
                  </a:cubicBezTo>
                  <a:lnTo>
                    <a:pt x="992429" y="65227"/>
                  </a:lnTo>
                  <a:cubicBezTo>
                    <a:pt x="1006754" y="65126"/>
                    <a:pt x="1019352" y="64567"/>
                    <a:pt x="1030224" y="63551"/>
                  </a:cubicBezTo>
                  <a:lnTo>
                    <a:pt x="1030224" y="74066"/>
                  </a:lnTo>
                  <a:cubicBezTo>
                    <a:pt x="1019352" y="73050"/>
                    <a:pt x="1006754" y="72492"/>
                    <a:pt x="992429" y="72390"/>
                  </a:cubicBezTo>
                  <a:lnTo>
                    <a:pt x="992429" y="122682"/>
                  </a:lnTo>
                  <a:cubicBezTo>
                    <a:pt x="1012749" y="122581"/>
                    <a:pt x="1030224" y="121920"/>
                    <a:pt x="1044854" y="120701"/>
                  </a:cubicBezTo>
                  <a:lnTo>
                    <a:pt x="1044854" y="131979"/>
                  </a:lnTo>
                  <a:cubicBezTo>
                    <a:pt x="1029817" y="130658"/>
                    <a:pt x="1011834" y="129997"/>
                    <a:pt x="990905" y="129997"/>
                  </a:cubicBezTo>
                  <a:cubicBezTo>
                    <a:pt x="969975" y="129997"/>
                    <a:pt x="951077" y="130658"/>
                    <a:pt x="934212" y="131979"/>
                  </a:cubicBezTo>
                  <a:lnTo>
                    <a:pt x="934212" y="120701"/>
                  </a:lnTo>
                  <a:cubicBezTo>
                    <a:pt x="948741" y="121920"/>
                    <a:pt x="964996" y="122581"/>
                    <a:pt x="982980" y="122682"/>
                  </a:cubicBezTo>
                  <a:lnTo>
                    <a:pt x="982980" y="72390"/>
                  </a:lnTo>
                  <a:cubicBezTo>
                    <a:pt x="967943" y="72492"/>
                    <a:pt x="955751" y="73050"/>
                    <a:pt x="946404" y="74066"/>
                  </a:cubicBezTo>
                  <a:lnTo>
                    <a:pt x="946404" y="63551"/>
                  </a:lnTo>
                  <a:cubicBezTo>
                    <a:pt x="955751" y="64567"/>
                    <a:pt x="967943" y="65126"/>
                    <a:pt x="982980" y="65227"/>
                  </a:cubicBezTo>
                  <a:lnTo>
                    <a:pt x="982980" y="51359"/>
                  </a:lnTo>
                  <a:cubicBezTo>
                    <a:pt x="982980" y="40081"/>
                    <a:pt x="982624" y="32664"/>
                    <a:pt x="981913" y="29108"/>
                  </a:cubicBezTo>
                  <a:close/>
                  <a:moveTo>
                    <a:pt x="10363" y="22708"/>
                  </a:moveTo>
                  <a:cubicBezTo>
                    <a:pt x="23469" y="23520"/>
                    <a:pt x="41554" y="23927"/>
                    <a:pt x="64617" y="23927"/>
                  </a:cubicBezTo>
                  <a:cubicBezTo>
                    <a:pt x="87681" y="23927"/>
                    <a:pt x="105664" y="23520"/>
                    <a:pt x="118567" y="22708"/>
                  </a:cubicBezTo>
                  <a:lnTo>
                    <a:pt x="118567" y="32918"/>
                  </a:lnTo>
                  <a:cubicBezTo>
                    <a:pt x="106578" y="32309"/>
                    <a:pt x="89611" y="32004"/>
                    <a:pt x="67665" y="32004"/>
                  </a:cubicBezTo>
                  <a:cubicBezTo>
                    <a:pt x="45720" y="32004"/>
                    <a:pt x="26619" y="32309"/>
                    <a:pt x="10363" y="32918"/>
                  </a:cubicBezTo>
                  <a:close/>
                  <a:moveTo>
                    <a:pt x="511150" y="20269"/>
                  </a:moveTo>
                  <a:cubicBezTo>
                    <a:pt x="511150" y="27483"/>
                    <a:pt x="510794" y="35255"/>
                    <a:pt x="510083" y="43586"/>
                  </a:cubicBezTo>
                  <a:lnTo>
                    <a:pt x="537819" y="43586"/>
                  </a:lnTo>
                  <a:cubicBezTo>
                    <a:pt x="538226" y="37795"/>
                    <a:pt x="538327" y="30023"/>
                    <a:pt x="538124" y="20269"/>
                  </a:cubicBezTo>
                  <a:close/>
                  <a:moveTo>
                    <a:pt x="925220" y="12649"/>
                  </a:moveTo>
                  <a:cubicBezTo>
                    <a:pt x="928065" y="13360"/>
                    <a:pt x="947826" y="13716"/>
                    <a:pt x="984504" y="13716"/>
                  </a:cubicBezTo>
                  <a:cubicBezTo>
                    <a:pt x="1021181" y="13716"/>
                    <a:pt x="1040790" y="13360"/>
                    <a:pt x="1043330" y="12649"/>
                  </a:cubicBezTo>
                  <a:lnTo>
                    <a:pt x="1043330" y="22555"/>
                  </a:lnTo>
                  <a:cubicBezTo>
                    <a:pt x="1037133" y="21844"/>
                    <a:pt x="1023010" y="21488"/>
                    <a:pt x="1000963" y="21488"/>
                  </a:cubicBezTo>
                  <a:lnTo>
                    <a:pt x="934821" y="21488"/>
                  </a:lnTo>
                  <a:cubicBezTo>
                    <a:pt x="934923" y="30531"/>
                    <a:pt x="934974" y="38456"/>
                    <a:pt x="934974" y="45263"/>
                  </a:cubicBezTo>
                  <a:cubicBezTo>
                    <a:pt x="934974" y="70358"/>
                    <a:pt x="933831" y="88798"/>
                    <a:pt x="931545" y="100584"/>
                  </a:cubicBezTo>
                  <a:cubicBezTo>
                    <a:pt x="929259" y="112370"/>
                    <a:pt x="925068" y="124257"/>
                    <a:pt x="918972" y="136246"/>
                  </a:cubicBezTo>
                  <a:cubicBezTo>
                    <a:pt x="914400" y="135027"/>
                    <a:pt x="910895" y="134214"/>
                    <a:pt x="908456" y="133807"/>
                  </a:cubicBezTo>
                  <a:cubicBezTo>
                    <a:pt x="915263" y="124460"/>
                    <a:pt x="919835" y="113868"/>
                    <a:pt x="922172" y="102032"/>
                  </a:cubicBezTo>
                  <a:cubicBezTo>
                    <a:pt x="924509" y="90195"/>
                    <a:pt x="925677" y="71933"/>
                    <a:pt x="925677" y="47244"/>
                  </a:cubicBezTo>
                  <a:cubicBezTo>
                    <a:pt x="925677" y="37592"/>
                    <a:pt x="925525" y="26060"/>
                    <a:pt x="925220" y="12649"/>
                  </a:cubicBezTo>
                  <a:close/>
                  <a:moveTo>
                    <a:pt x="457352" y="11278"/>
                  </a:moveTo>
                  <a:cubicBezTo>
                    <a:pt x="465887" y="12192"/>
                    <a:pt x="488696" y="12649"/>
                    <a:pt x="525780" y="12649"/>
                  </a:cubicBezTo>
                  <a:cubicBezTo>
                    <a:pt x="562864" y="12649"/>
                    <a:pt x="583692" y="12192"/>
                    <a:pt x="588264" y="11278"/>
                  </a:cubicBezTo>
                  <a:lnTo>
                    <a:pt x="588264" y="21641"/>
                  </a:lnTo>
                  <a:cubicBezTo>
                    <a:pt x="585521" y="20726"/>
                    <a:pt x="571652" y="20269"/>
                    <a:pt x="546659" y="20269"/>
                  </a:cubicBezTo>
                  <a:cubicBezTo>
                    <a:pt x="546659" y="28702"/>
                    <a:pt x="546506" y="36474"/>
                    <a:pt x="546201" y="43586"/>
                  </a:cubicBezTo>
                  <a:cubicBezTo>
                    <a:pt x="565302" y="43586"/>
                    <a:pt x="576021" y="43282"/>
                    <a:pt x="578358" y="42672"/>
                  </a:cubicBezTo>
                  <a:cubicBezTo>
                    <a:pt x="578053" y="49479"/>
                    <a:pt x="577901" y="54864"/>
                    <a:pt x="577901" y="58826"/>
                  </a:cubicBezTo>
                  <a:lnTo>
                    <a:pt x="577901" y="120549"/>
                  </a:lnTo>
                  <a:cubicBezTo>
                    <a:pt x="577901" y="124308"/>
                    <a:pt x="577240" y="127229"/>
                    <a:pt x="575919" y="129312"/>
                  </a:cubicBezTo>
                  <a:cubicBezTo>
                    <a:pt x="574599" y="131394"/>
                    <a:pt x="571754" y="133096"/>
                    <a:pt x="567385" y="134417"/>
                  </a:cubicBezTo>
                  <a:cubicBezTo>
                    <a:pt x="563016" y="135738"/>
                    <a:pt x="556260" y="136703"/>
                    <a:pt x="547116" y="137313"/>
                  </a:cubicBezTo>
                  <a:cubicBezTo>
                    <a:pt x="547319" y="133045"/>
                    <a:pt x="545846" y="129235"/>
                    <a:pt x="542696" y="125883"/>
                  </a:cubicBezTo>
                  <a:cubicBezTo>
                    <a:pt x="547471" y="126492"/>
                    <a:pt x="551866" y="126797"/>
                    <a:pt x="555879" y="126797"/>
                  </a:cubicBezTo>
                  <a:cubicBezTo>
                    <a:pt x="559892" y="126797"/>
                    <a:pt x="562991" y="126111"/>
                    <a:pt x="565175" y="124740"/>
                  </a:cubicBezTo>
                  <a:cubicBezTo>
                    <a:pt x="567360" y="123368"/>
                    <a:pt x="568452" y="120650"/>
                    <a:pt x="568452" y="116586"/>
                  </a:cubicBezTo>
                  <a:lnTo>
                    <a:pt x="568452" y="51359"/>
                  </a:lnTo>
                  <a:lnTo>
                    <a:pt x="545592" y="51359"/>
                  </a:lnTo>
                  <a:cubicBezTo>
                    <a:pt x="544982" y="59995"/>
                    <a:pt x="543814" y="67564"/>
                    <a:pt x="542087" y="74066"/>
                  </a:cubicBezTo>
                  <a:cubicBezTo>
                    <a:pt x="550824" y="81280"/>
                    <a:pt x="558698" y="88443"/>
                    <a:pt x="565709" y="95555"/>
                  </a:cubicBezTo>
                  <a:lnTo>
                    <a:pt x="557631" y="102413"/>
                  </a:lnTo>
                  <a:cubicBezTo>
                    <a:pt x="552551" y="94387"/>
                    <a:pt x="546659" y="87528"/>
                    <a:pt x="539953" y="81839"/>
                  </a:cubicBezTo>
                  <a:cubicBezTo>
                    <a:pt x="536905" y="91389"/>
                    <a:pt x="532028" y="101245"/>
                    <a:pt x="525323" y="111405"/>
                  </a:cubicBezTo>
                  <a:cubicBezTo>
                    <a:pt x="522173" y="108661"/>
                    <a:pt x="518515" y="107188"/>
                    <a:pt x="514350" y="106985"/>
                  </a:cubicBezTo>
                  <a:cubicBezTo>
                    <a:pt x="527355" y="94488"/>
                    <a:pt x="534975" y="75946"/>
                    <a:pt x="537210" y="51359"/>
                  </a:cubicBezTo>
                  <a:lnTo>
                    <a:pt x="509168" y="51359"/>
                  </a:lnTo>
                  <a:cubicBezTo>
                    <a:pt x="508660" y="55931"/>
                    <a:pt x="507797" y="60757"/>
                    <a:pt x="506577" y="65837"/>
                  </a:cubicBezTo>
                  <a:cubicBezTo>
                    <a:pt x="513385" y="71120"/>
                    <a:pt x="519989" y="76606"/>
                    <a:pt x="526389" y="82296"/>
                  </a:cubicBezTo>
                  <a:lnTo>
                    <a:pt x="518769" y="89154"/>
                  </a:lnTo>
                  <a:cubicBezTo>
                    <a:pt x="514807" y="83769"/>
                    <a:pt x="510083" y="78384"/>
                    <a:pt x="504596" y="73000"/>
                  </a:cubicBezTo>
                  <a:cubicBezTo>
                    <a:pt x="500939" y="84988"/>
                    <a:pt x="494792" y="96368"/>
                    <a:pt x="486156" y="107137"/>
                  </a:cubicBezTo>
                  <a:cubicBezTo>
                    <a:pt x="483616" y="104394"/>
                    <a:pt x="480263" y="102769"/>
                    <a:pt x="476097" y="102261"/>
                  </a:cubicBezTo>
                  <a:lnTo>
                    <a:pt x="476097" y="138227"/>
                  </a:lnTo>
                  <a:lnTo>
                    <a:pt x="465887" y="138227"/>
                  </a:lnTo>
                  <a:cubicBezTo>
                    <a:pt x="466598" y="133045"/>
                    <a:pt x="466953" y="127965"/>
                    <a:pt x="466953" y="122987"/>
                  </a:cubicBezTo>
                  <a:lnTo>
                    <a:pt x="466953" y="58979"/>
                  </a:lnTo>
                  <a:cubicBezTo>
                    <a:pt x="466953" y="51359"/>
                    <a:pt x="466699" y="45974"/>
                    <a:pt x="466191" y="42824"/>
                  </a:cubicBezTo>
                  <a:cubicBezTo>
                    <a:pt x="470459" y="43332"/>
                    <a:pt x="482295" y="43586"/>
                    <a:pt x="501701" y="43586"/>
                  </a:cubicBezTo>
                  <a:cubicBezTo>
                    <a:pt x="502107" y="36779"/>
                    <a:pt x="502259" y="29007"/>
                    <a:pt x="502158" y="20269"/>
                  </a:cubicBezTo>
                  <a:cubicBezTo>
                    <a:pt x="481127" y="20269"/>
                    <a:pt x="466191" y="20726"/>
                    <a:pt x="457352" y="21641"/>
                  </a:cubicBezTo>
                  <a:close/>
                  <a:moveTo>
                    <a:pt x="271729" y="10363"/>
                  </a:moveTo>
                  <a:lnTo>
                    <a:pt x="254965" y="56388"/>
                  </a:lnTo>
                  <a:lnTo>
                    <a:pt x="268376" y="56388"/>
                  </a:lnTo>
                  <a:cubicBezTo>
                    <a:pt x="271119" y="56388"/>
                    <a:pt x="274421" y="56083"/>
                    <a:pt x="278282" y="55474"/>
                  </a:cubicBezTo>
                  <a:cubicBezTo>
                    <a:pt x="275133" y="70409"/>
                    <a:pt x="272161" y="81585"/>
                    <a:pt x="269367" y="89002"/>
                  </a:cubicBezTo>
                  <a:cubicBezTo>
                    <a:pt x="266573" y="96419"/>
                    <a:pt x="263042" y="102870"/>
                    <a:pt x="258775" y="108357"/>
                  </a:cubicBezTo>
                  <a:cubicBezTo>
                    <a:pt x="263347" y="113437"/>
                    <a:pt x="267716" y="117475"/>
                    <a:pt x="271881" y="120472"/>
                  </a:cubicBezTo>
                  <a:cubicBezTo>
                    <a:pt x="276047" y="123470"/>
                    <a:pt x="281889" y="126594"/>
                    <a:pt x="289407" y="129845"/>
                  </a:cubicBezTo>
                  <a:cubicBezTo>
                    <a:pt x="286156" y="131979"/>
                    <a:pt x="283667" y="134874"/>
                    <a:pt x="281940" y="138532"/>
                  </a:cubicBezTo>
                  <a:cubicBezTo>
                    <a:pt x="271780" y="132944"/>
                    <a:pt x="262280" y="125070"/>
                    <a:pt x="253441" y="114910"/>
                  </a:cubicBezTo>
                  <a:cubicBezTo>
                    <a:pt x="243281" y="125070"/>
                    <a:pt x="229717" y="133503"/>
                    <a:pt x="212750" y="140208"/>
                  </a:cubicBezTo>
                  <a:cubicBezTo>
                    <a:pt x="211226" y="136144"/>
                    <a:pt x="208686" y="133096"/>
                    <a:pt x="205130" y="131064"/>
                  </a:cubicBezTo>
                  <a:cubicBezTo>
                    <a:pt x="215189" y="128423"/>
                    <a:pt x="223342" y="125425"/>
                    <a:pt x="229590" y="122073"/>
                  </a:cubicBezTo>
                  <a:cubicBezTo>
                    <a:pt x="235839" y="118720"/>
                    <a:pt x="241859" y="114097"/>
                    <a:pt x="247650" y="108204"/>
                  </a:cubicBezTo>
                  <a:cubicBezTo>
                    <a:pt x="240233" y="99467"/>
                    <a:pt x="232816" y="88290"/>
                    <a:pt x="225399" y="74676"/>
                  </a:cubicBezTo>
                  <a:lnTo>
                    <a:pt x="234086" y="70561"/>
                  </a:lnTo>
                  <a:cubicBezTo>
                    <a:pt x="238455" y="81432"/>
                    <a:pt x="244805" y="91897"/>
                    <a:pt x="253136" y="101956"/>
                  </a:cubicBezTo>
                  <a:cubicBezTo>
                    <a:pt x="260350" y="92202"/>
                    <a:pt x="265023" y="79451"/>
                    <a:pt x="267157" y="63703"/>
                  </a:cubicBezTo>
                  <a:lnTo>
                    <a:pt x="252527" y="63703"/>
                  </a:lnTo>
                  <a:cubicBezTo>
                    <a:pt x="249783" y="63703"/>
                    <a:pt x="246634" y="64008"/>
                    <a:pt x="243078" y="64618"/>
                  </a:cubicBezTo>
                  <a:lnTo>
                    <a:pt x="258927" y="20117"/>
                  </a:lnTo>
                  <a:lnTo>
                    <a:pt x="225704" y="20117"/>
                  </a:lnTo>
                  <a:cubicBezTo>
                    <a:pt x="225501" y="48971"/>
                    <a:pt x="224434" y="69215"/>
                    <a:pt x="222504" y="80848"/>
                  </a:cubicBezTo>
                  <a:cubicBezTo>
                    <a:pt x="220573" y="92481"/>
                    <a:pt x="217576" y="101778"/>
                    <a:pt x="213512" y="108738"/>
                  </a:cubicBezTo>
                  <a:cubicBezTo>
                    <a:pt x="209448" y="115697"/>
                    <a:pt x="203301" y="123292"/>
                    <a:pt x="195072" y="131521"/>
                  </a:cubicBezTo>
                  <a:cubicBezTo>
                    <a:pt x="193040" y="128677"/>
                    <a:pt x="189839" y="126543"/>
                    <a:pt x="185471" y="125121"/>
                  </a:cubicBezTo>
                  <a:cubicBezTo>
                    <a:pt x="199288" y="115367"/>
                    <a:pt x="208127" y="103581"/>
                    <a:pt x="211988" y="89764"/>
                  </a:cubicBezTo>
                  <a:cubicBezTo>
                    <a:pt x="215849" y="75946"/>
                    <a:pt x="217475" y="52730"/>
                    <a:pt x="216865" y="20117"/>
                  </a:cubicBezTo>
                  <a:cubicBezTo>
                    <a:pt x="208635" y="20117"/>
                    <a:pt x="203251" y="20320"/>
                    <a:pt x="200711" y="20726"/>
                  </a:cubicBezTo>
                  <a:lnTo>
                    <a:pt x="200711" y="11735"/>
                  </a:lnTo>
                  <a:cubicBezTo>
                    <a:pt x="207924" y="12344"/>
                    <a:pt x="218795" y="12649"/>
                    <a:pt x="233324" y="12649"/>
                  </a:cubicBezTo>
                  <a:cubicBezTo>
                    <a:pt x="247853" y="12649"/>
                    <a:pt x="260655" y="11887"/>
                    <a:pt x="271729" y="10363"/>
                  </a:cubicBezTo>
                  <a:close/>
                  <a:moveTo>
                    <a:pt x="622706" y="2743"/>
                  </a:moveTo>
                  <a:cubicBezTo>
                    <a:pt x="629615" y="9957"/>
                    <a:pt x="635762" y="17628"/>
                    <a:pt x="641147" y="25756"/>
                  </a:cubicBezTo>
                  <a:lnTo>
                    <a:pt x="632917" y="30785"/>
                  </a:lnTo>
                  <a:cubicBezTo>
                    <a:pt x="629463" y="23165"/>
                    <a:pt x="623925" y="15646"/>
                    <a:pt x="616305" y="8230"/>
                  </a:cubicBezTo>
                  <a:close/>
                  <a:moveTo>
                    <a:pt x="695249" y="2286"/>
                  </a:moveTo>
                  <a:cubicBezTo>
                    <a:pt x="696468" y="2591"/>
                    <a:pt x="699973" y="2743"/>
                    <a:pt x="705764" y="2743"/>
                  </a:cubicBezTo>
                  <a:cubicBezTo>
                    <a:pt x="707085" y="2743"/>
                    <a:pt x="707745" y="3175"/>
                    <a:pt x="707745" y="4039"/>
                  </a:cubicBezTo>
                  <a:cubicBezTo>
                    <a:pt x="707745" y="4902"/>
                    <a:pt x="707390" y="5588"/>
                    <a:pt x="706679" y="6096"/>
                  </a:cubicBezTo>
                  <a:cubicBezTo>
                    <a:pt x="705358" y="7010"/>
                    <a:pt x="704697" y="9957"/>
                    <a:pt x="704697" y="14935"/>
                  </a:cubicBezTo>
                  <a:lnTo>
                    <a:pt x="704697" y="37643"/>
                  </a:lnTo>
                  <a:lnTo>
                    <a:pt x="726338" y="37643"/>
                  </a:lnTo>
                  <a:lnTo>
                    <a:pt x="726338" y="22860"/>
                  </a:lnTo>
                  <a:cubicBezTo>
                    <a:pt x="726338" y="17882"/>
                    <a:pt x="726084" y="14173"/>
                    <a:pt x="725576" y="11735"/>
                  </a:cubicBezTo>
                  <a:cubicBezTo>
                    <a:pt x="729843" y="12243"/>
                    <a:pt x="732866" y="12497"/>
                    <a:pt x="734644" y="12497"/>
                  </a:cubicBezTo>
                  <a:cubicBezTo>
                    <a:pt x="736422" y="12497"/>
                    <a:pt x="737311" y="12675"/>
                    <a:pt x="737311" y="13030"/>
                  </a:cubicBezTo>
                  <a:cubicBezTo>
                    <a:pt x="737311" y="13386"/>
                    <a:pt x="736930" y="13995"/>
                    <a:pt x="736168" y="14859"/>
                  </a:cubicBezTo>
                  <a:cubicBezTo>
                    <a:pt x="735406" y="15723"/>
                    <a:pt x="735025" y="19101"/>
                    <a:pt x="735025" y="24994"/>
                  </a:cubicBezTo>
                  <a:cubicBezTo>
                    <a:pt x="735025" y="30886"/>
                    <a:pt x="735076" y="37694"/>
                    <a:pt x="735177" y="45415"/>
                  </a:cubicBezTo>
                  <a:cubicBezTo>
                    <a:pt x="726948" y="44907"/>
                    <a:pt x="715213" y="44653"/>
                    <a:pt x="699973" y="44653"/>
                  </a:cubicBezTo>
                  <a:cubicBezTo>
                    <a:pt x="684733" y="44653"/>
                    <a:pt x="673100" y="44907"/>
                    <a:pt x="665073" y="45415"/>
                  </a:cubicBezTo>
                  <a:cubicBezTo>
                    <a:pt x="665683" y="41961"/>
                    <a:pt x="665988" y="38202"/>
                    <a:pt x="665988" y="34138"/>
                  </a:cubicBezTo>
                  <a:lnTo>
                    <a:pt x="665988" y="20879"/>
                  </a:lnTo>
                  <a:cubicBezTo>
                    <a:pt x="665988" y="16916"/>
                    <a:pt x="665683" y="13868"/>
                    <a:pt x="665073" y="11735"/>
                  </a:cubicBezTo>
                  <a:cubicBezTo>
                    <a:pt x="667105" y="12040"/>
                    <a:pt x="670865" y="12192"/>
                    <a:pt x="676351" y="12192"/>
                  </a:cubicBezTo>
                  <a:cubicBezTo>
                    <a:pt x="677469" y="12192"/>
                    <a:pt x="678027" y="12497"/>
                    <a:pt x="678027" y="13106"/>
                  </a:cubicBezTo>
                  <a:cubicBezTo>
                    <a:pt x="678027" y="13716"/>
                    <a:pt x="677545" y="14529"/>
                    <a:pt x="676580" y="15545"/>
                  </a:cubicBezTo>
                  <a:cubicBezTo>
                    <a:pt x="675614" y="16561"/>
                    <a:pt x="675030" y="18339"/>
                    <a:pt x="674827" y="20879"/>
                  </a:cubicBezTo>
                  <a:cubicBezTo>
                    <a:pt x="674624" y="23419"/>
                    <a:pt x="674522" y="29007"/>
                    <a:pt x="674522" y="37643"/>
                  </a:cubicBezTo>
                  <a:lnTo>
                    <a:pt x="696315" y="37643"/>
                  </a:lnTo>
                  <a:lnTo>
                    <a:pt x="696315" y="16154"/>
                  </a:lnTo>
                  <a:cubicBezTo>
                    <a:pt x="696315" y="10160"/>
                    <a:pt x="695960" y="5537"/>
                    <a:pt x="695249" y="2286"/>
                  </a:cubicBezTo>
                  <a:close/>
                  <a:moveTo>
                    <a:pt x="817931" y="1067"/>
                  </a:moveTo>
                  <a:cubicBezTo>
                    <a:pt x="822503" y="1676"/>
                    <a:pt x="826973" y="1981"/>
                    <a:pt x="831342" y="1981"/>
                  </a:cubicBezTo>
                  <a:cubicBezTo>
                    <a:pt x="833171" y="1981"/>
                    <a:pt x="834085" y="2413"/>
                    <a:pt x="834085" y="3277"/>
                  </a:cubicBezTo>
                  <a:cubicBezTo>
                    <a:pt x="834085" y="4140"/>
                    <a:pt x="833577" y="4775"/>
                    <a:pt x="832561" y="5182"/>
                  </a:cubicBezTo>
                  <a:cubicBezTo>
                    <a:pt x="831545" y="5588"/>
                    <a:pt x="830732" y="6350"/>
                    <a:pt x="830123" y="7468"/>
                  </a:cubicBezTo>
                  <a:cubicBezTo>
                    <a:pt x="829513" y="8585"/>
                    <a:pt x="829208" y="9601"/>
                    <a:pt x="829208" y="10516"/>
                  </a:cubicBezTo>
                  <a:lnTo>
                    <a:pt x="829208" y="25908"/>
                  </a:lnTo>
                  <a:cubicBezTo>
                    <a:pt x="851154" y="25806"/>
                    <a:pt x="867054" y="25197"/>
                    <a:pt x="876909" y="24079"/>
                  </a:cubicBezTo>
                  <a:cubicBezTo>
                    <a:pt x="876198" y="28245"/>
                    <a:pt x="875843" y="33985"/>
                    <a:pt x="875843" y="41300"/>
                  </a:cubicBezTo>
                  <a:lnTo>
                    <a:pt x="875843" y="86258"/>
                  </a:lnTo>
                  <a:cubicBezTo>
                    <a:pt x="875843" y="93472"/>
                    <a:pt x="876351" y="100737"/>
                    <a:pt x="877367" y="108052"/>
                  </a:cubicBezTo>
                  <a:lnTo>
                    <a:pt x="866241" y="108052"/>
                  </a:lnTo>
                  <a:lnTo>
                    <a:pt x="866241" y="97079"/>
                  </a:lnTo>
                  <a:lnTo>
                    <a:pt x="829208" y="97079"/>
                  </a:lnTo>
                  <a:lnTo>
                    <a:pt x="829208" y="118415"/>
                  </a:lnTo>
                  <a:cubicBezTo>
                    <a:pt x="829208" y="121768"/>
                    <a:pt x="829538" y="124206"/>
                    <a:pt x="830199" y="125730"/>
                  </a:cubicBezTo>
                  <a:cubicBezTo>
                    <a:pt x="830859" y="127254"/>
                    <a:pt x="832307" y="128346"/>
                    <a:pt x="834542" y="129007"/>
                  </a:cubicBezTo>
                  <a:cubicBezTo>
                    <a:pt x="836777" y="129667"/>
                    <a:pt x="840384" y="129997"/>
                    <a:pt x="845363" y="129997"/>
                  </a:cubicBezTo>
                  <a:lnTo>
                    <a:pt x="869442" y="129845"/>
                  </a:lnTo>
                  <a:cubicBezTo>
                    <a:pt x="875538" y="129845"/>
                    <a:pt x="879627" y="128016"/>
                    <a:pt x="881710" y="124359"/>
                  </a:cubicBezTo>
                  <a:cubicBezTo>
                    <a:pt x="883793" y="120701"/>
                    <a:pt x="885291" y="115164"/>
                    <a:pt x="886206" y="107747"/>
                  </a:cubicBezTo>
                  <a:cubicBezTo>
                    <a:pt x="888543" y="110490"/>
                    <a:pt x="891997" y="112573"/>
                    <a:pt x="896569" y="113995"/>
                  </a:cubicBezTo>
                  <a:cubicBezTo>
                    <a:pt x="894131" y="123444"/>
                    <a:pt x="891108" y="129947"/>
                    <a:pt x="887501" y="133503"/>
                  </a:cubicBezTo>
                  <a:cubicBezTo>
                    <a:pt x="883894" y="137059"/>
                    <a:pt x="877925" y="138837"/>
                    <a:pt x="869594" y="138837"/>
                  </a:cubicBezTo>
                  <a:lnTo>
                    <a:pt x="845515" y="138684"/>
                  </a:lnTo>
                  <a:cubicBezTo>
                    <a:pt x="837489" y="138684"/>
                    <a:pt x="831697" y="138125"/>
                    <a:pt x="828141" y="137008"/>
                  </a:cubicBezTo>
                  <a:cubicBezTo>
                    <a:pt x="824585" y="135890"/>
                    <a:pt x="822274" y="133934"/>
                    <a:pt x="821207" y="131140"/>
                  </a:cubicBezTo>
                  <a:cubicBezTo>
                    <a:pt x="820140" y="128346"/>
                    <a:pt x="819607" y="123800"/>
                    <a:pt x="819607" y="117501"/>
                  </a:cubicBezTo>
                  <a:lnTo>
                    <a:pt x="819607" y="97079"/>
                  </a:lnTo>
                  <a:lnTo>
                    <a:pt x="781659" y="97079"/>
                  </a:lnTo>
                  <a:lnTo>
                    <a:pt x="781659" y="111100"/>
                  </a:lnTo>
                  <a:lnTo>
                    <a:pt x="770991" y="111100"/>
                  </a:lnTo>
                  <a:cubicBezTo>
                    <a:pt x="772109" y="103785"/>
                    <a:pt x="772668" y="96012"/>
                    <a:pt x="772668" y="87782"/>
                  </a:cubicBezTo>
                  <a:lnTo>
                    <a:pt x="772668" y="41300"/>
                  </a:lnTo>
                  <a:cubicBezTo>
                    <a:pt x="772668" y="34595"/>
                    <a:pt x="772312" y="28854"/>
                    <a:pt x="771601" y="24079"/>
                  </a:cubicBezTo>
                  <a:cubicBezTo>
                    <a:pt x="781964" y="25197"/>
                    <a:pt x="797966" y="25806"/>
                    <a:pt x="819607" y="25908"/>
                  </a:cubicBezTo>
                  <a:cubicBezTo>
                    <a:pt x="819607" y="14630"/>
                    <a:pt x="819048" y="6350"/>
                    <a:pt x="817931" y="1067"/>
                  </a:cubicBezTo>
                  <a:close/>
                  <a:moveTo>
                    <a:pt x="172821" y="610"/>
                  </a:moveTo>
                  <a:cubicBezTo>
                    <a:pt x="175260" y="1321"/>
                    <a:pt x="177063" y="1753"/>
                    <a:pt x="178232" y="1905"/>
                  </a:cubicBezTo>
                  <a:cubicBezTo>
                    <a:pt x="179400" y="2057"/>
                    <a:pt x="181102" y="2134"/>
                    <a:pt x="183337" y="2134"/>
                  </a:cubicBezTo>
                  <a:cubicBezTo>
                    <a:pt x="185572" y="2134"/>
                    <a:pt x="186690" y="2464"/>
                    <a:pt x="186690" y="3124"/>
                  </a:cubicBezTo>
                  <a:cubicBezTo>
                    <a:pt x="186690" y="3785"/>
                    <a:pt x="186182" y="4572"/>
                    <a:pt x="185166" y="5486"/>
                  </a:cubicBezTo>
                  <a:cubicBezTo>
                    <a:pt x="184150" y="6401"/>
                    <a:pt x="183388" y="7391"/>
                    <a:pt x="182880" y="8458"/>
                  </a:cubicBezTo>
                  <a:cubicBezTo>
                    <a:pt x="182372" y="9525"/>
                    <a:pt x="182118" y="10414"/>
                    <a:pt x="182118" y="11125"/>
                  </a:cubicBezTo>
                  <a:lnTo>
                    <a:pt x="182118" y="33680"/>
                  </a:lnTo>
                  <a:cubicBezTo>
                    <a:pt x="191871" y="33579"/>
                    <a:pt x="198983" y="33172"/>
                    <a:pt x="203454" y="32461"/>
                  </a:cubicBezTo>
                  <a:lnTo>
                    <a:pt x="203454" y="42672"/>
                  </a:lnTo>
                  <a:cubicBezTo>
                    <a:pt x="197561" y="41961"/>
                    <a:pt x="190449" y="41554"/>
                    <a:pt x="182118" y="41453"/>
                  </a:cubicBezTo>
                  <a:lnTo>
                    <a:pt x="182118" y="50597"/>
                  </a:lnTo>
                  <a:cubicBezTo>
                    <a:pt x="190246" y="59944"/>
                    <a:pt x="197815" y="69545"/>
                    <a:pt x="204825" y="79400"/>
                  </a:cubicBezTo>
                  <a:lnTo>
                    <a:pt x="196139" y="85192"/>
                  </a:lnTo>
                  <a:cubicBezTo>
                    <a:pt x="192481" y="77673"/>
                    <a:pt x="187807" y="69647"/>
                    <a:pt x="182118" y="61112"/>
                  </a:cubicBezTo>
                  <a:lnTo>
                    <a:pt x="182118" y="112319"/>
                  </a:lnTo>
                  <a:cubicBezTo>
                    <a:pt x="182118" y="120041"/>
                    <a:pt x="182626" y="129286"/>
                    <a:pt x="183642" y="140056"/>
                  </a:cubicBezTo>
                  <a:lnTo>
                    <a:pt x="172059" y="140056"/>
                  </a:lnTo>
                  <a:cubicBezTo>
                    <a:pt x="173075" y="129286"/>
                    <a:pt x="173583" y="120041"/>
                    <a:pt x="173583" y="112319"/>
                  </a:cubicBezTo>
                  <a:lnTo>
                    <a:pt x="173583" y="63703"/>
                  </a:lnTo>
                  <a:cubicBezTo>
                    <a:pt x="169316" y="78334"/>
                    <a:pt x="162814" y="92304"/>
                    <a:pt x="154076" y="105613"/>
                  </a:cubicBezTo>
                  <a:cubicBezTo>
                    <a:pt x="152247" y="102464"/>
                    <a:pt x="149504" y="100229"/>
                    <a:pt x="145847" y="98908"/>
                  </a:cubicBezTo>
                  <a:cubicBezTo>
                    <a:pt x="156616" y="86512"/>
                    <a:pt x="165862" y="67564"/>
                    <a:pt x="173583" y="42062"/>
                  </a:cubicBezTo>
                  <a:lnTo>
                    <a:pt x="173583" y="41453"/>
                  </a:lnTo>
                  <a:cubicBezTo>
                    <a:pt x="163627" y="41656"/>
                    <a:pt x="155651" y="42062"/>
                    <a:pt x="149657" y="42672"/>
                  </a:cubicBezTo>
                  <a:lnTo>
                    <a:pt x="149657" y="32461"/>
                  </a:lnTo>
                  <a:cubicBezTo>
                    <a:pt x="155753" y="33274"/>
                    <a:pt x="163728" y="33680"/>
                    <a:pt x="173583" y="33680"/>
                  </a:cubicBezTo>
                  <a:cubicBezTo>
                    <a:pt x="173583" y="13259"/>
                    <a:pt x="173329" y="2235"/>
                    <a:pt x="172821" y="610"/>
                  </a:cubicBezTo>
                  <a:close/>
                  <a:moveTo>
                    <a:pt x="328879" y="457"/>
                  </a:moveTo>
                  <a:cubicBezTo>
                    <a:pt x="332333" y="2997"/>
                    <a:pt x="334924" y="4496"/>
                    <a:pt x="336651" y="4953"/>
                  </a:cubicBezTo>
                  <a:cubicBezTo>
                    <a:pt x="338379" y="5410"/>
                    <a:pt x="339242" y="5969"/>
                    <a:pt x="339242" y="6629"/>
                  </a:cubicBezTo>
                  <a:cubicBezTo>
                    <a:pt x="339242" y="7290"/>
                    <a:pt x="338760" y="7823"/>
                    <a:pt x="337794" y="8230"/>
                  </a:cubicBezTo>
                  <a:cubicBezTo>
                    <a:pt x="336829" y="8636"/>
                    <a:pt x="334619" y="10871"/>
                    <a:pt x="331165" y="14935"/>
                  </a:cubicBezTo>
                  <a:cubicBezTo>
                    <a:pt x="353822" y="14834"/>
                    <a:pt x="366471" y="14224"/>
                    <a:pt x="369113" y="13106"/>
                  </a:cubicBezTo>
                  <a:lnTo>
                    <a:pt x="369113" y="22860"/>
                  </a:lnTo>
                  <a:cubicBezTo>
                    <a:pt x="365861" y="22149"/>
                    <a:pt x="357886" y="21793"/>
                    <a:pt x="345186" y="21793"/>
                  </a:cubicBezTo>
                  <a:cubicBezTo>
                    <a:pt x="347421" y="26162"/>
                    <a:pt x="349910" y="31547"/>
                    <a:pt x="352653" y="37948"/>
                  </a:cubicBezTo>
                  <a:lnTo>
                    <a:pt x="342290" y="40691"/>
                  </a:lnTo>
                  <a:cubicBezTo>
                    <a:pt x="341477" y="34392"/>
                    <a:pt x="339801" y="28092"/>
                    <a:pt x="337261" y="21793"/>
                  </a:cubicBezTo>
                  <a:lnTo>
                    <a:pt x="325526" y="21793"/>
                  </a:lnTo>
                  <a:cubicBezTo>
                    <a:pt x="321056" y="27178"/>
                    <a:pt x="315773" y="32715"/>
                    <a:pt x="309677" y="38405"/>
                  </a:cubicBezTo>
                  <a:cubicBezTo>
                    <a:pt x="307543" y="35560"/>
                    <a:pt x="304952" y="33579"/>
                    <a:pt x="301904" y="32461"/>
                  </a:cubicBezTo>
                  <a:cubicBezTo>
                    <a:pt x="313690" y="24841"/>
                    <a:pt x="322681" y="14173"/>
                    <a:pt x="328879" y="457"/>
                  </a:cubicBezTo>
                  <a:close/>
                  <a:moveTo>
                    <a:pt x="391211" y="0"/>
                  </a:moveTo>
                  <a:cubicBezTo>
                    <a:pt x="394665" y="1930"/>
                    <a:pt x="397332" y="3277"/>
                    <a:pt x="399212" y="4039"/>
                  </a:cubicBezTo>
                  <a:cubicBezTo>
                    <a:pt x="401091" y="4801"/>
                    <a:pt x="402031" y="5486"/>
                    <a:pt x="402031" y="6096"/>
                  </a:cubicBezTo>
                  <a:cubicBezTo>
                    <a:pt x="402031" y="6706"/>
                    <a:pt x="401320" y="7315"/>
                    <a:pt x="399897" y="7925"/>
                  </a:cubicBezTo>
                  <a:cubicBezTo>
                    <a:pt x="398475" y="8534"/>
                    <a:pt x="396291" y="11074"/>
                    <a:pt x="393344" y="15545"/>
                  </a:cubicBezTo>
                  <a:cubicBezTo>
                    <a:pt x="418033" y="15443"/>
                    <a:pt x="432460" y="14681"/>
                    <a:pt x="436626" y="13259"/>
                  </a:cubicBezTo>
                  <a:lnTo>
                    <a:pt x="436626" y="23012"/>
                  </a:lnTo>
                  <a:cubicBezTo>
                    <a:pt x="433679" y="22403"/>
                    <a:pt x="424332" y="22098"/>
                    <a:pt x="408584" y="22098"/>
                  </a:cubicBezTo>
                  <a:cubicBezTo>
                    <a:pt x="412140" y="29210"/>
                    <a:pt x="414579" y="34188"/>
                    <a:pt x="415899" y="37033"/>
                  </a:cubicBezTo>
                  <a:lnTo>
                    <a:pt x="405841" y="40081"/>
                  </a:lnTo>
                  <a:cubicBezTo>
                    <a:pt x="405130" y="35611"/>
                    <a:pt x="403301" y="29616"/>
                    <a:pt x="400355" y="22098"/>
                  </a:cubicBezTo>
                  <a:lnTo>
                    <a:pt x="389229" y="22098"/>
                  </a:lnTo>
                  <a:cubicBezTo>
                    <a:pt x="386080" y="27178"/>
                    <a:pt x="382981" y="31750"/>
                    <a:pt x="379933" y="35814"/>
                  </a:cubicBezTo>
                  <a:cubicBezTo>
                    <a:pt x="377698" y="33071"/>
                    <a:pt x="375005" y="31344"/>
                    <a:pt x="371856" y="30632"/>
                  </a:cubicBezTo>
                  <a:cubicBezTo>
                    <a:pt x="381711" y="20676"/>
                    <a:pt x="388163" y="10465"/>
                    <a:pt x="391211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AEF63DFE-A72A-4270-8D8E-9BC2B22DBD09}"/>
                </a:ext>
              </a:extLst>
            </p:cNvPr>
            <p:cNvSpPr txBox="1"/>
            <p:nvPr/>
          </p:nvSpPr>
          <p:spPr>
            <a:xfrm>
              <a:off x="6864564" y="1536202"/>
              <a:ext cx="223649" cy="214166"/>
            </a:xfrm>
            <a:custGeom>
              <a:avLst/>
              <a:gdLst/>
              <a:ahLst/>
              <a:cxnLst/>
              <a:rect l="l" t="t" r="r" b="b"/>
              <a:pathLst>
                <a:path w="208843" h="199988">
                  <a:moveTo>
                    <a:pt x="129899" y="91409"/>
                  </a:moveTo>
                  <a:lnTo>
                    <a:pt x="208843" y="91409"/>
                  </a:lnTo>
                  <a:lnTo>
                    <a:pt x="202899" y="117528"/>
                  </a:lnTo>
                  <a:lnTo>
                    <a:pt x="193942" y="117528"/>
                  </a:lnTo>
                  <a:cubicBezTo>
                    <a:pt x="193663" y="114459"/>
                    <a:pt x="193384" y="111835"/>
                    <a:pt x="193105" y="109659"/>
                  </a:cubicBezTo>
                  <a:cubicBezTo>
                    <a:pt x="192826" y="107482"/>
                    <a:pt x="192323" y="105696"/>
                    <a:pt x="191598" y="104301"/>
                  </a:cubicBezTo>
                  <a:cubicBezTo>
                    <a:pt x="190872" y="102906"/>
                    <a:pt x="189840" y="101901"/>
                    <a:pt x="188500" y="101287"/>
                  </a:cubicBezTo>
                  <a:cubicBezTo>
                    <a:pt x="187161" y="100673"/>
                    <a:pt x="185319" y="100339"/>
                    <a:pt x="182975" y="100283"/>
                  </a:cubicBezTo>
                  <a:lnTo>
                    <a:pt x="155600" y="100283"/>
                  </a:lnTo>
                  <a:lnTo>
                    <a:pt x="146391" y="141052"/>
                  </a:lnTo>
                  <a:lnTo>
                    <a:pt x="162883" y="141052"/>
                  </a:lnTo>
                  <a:cubicBezTo>
                    <a:pt x="164837" y="141052"/>
                    <a:pt x="166455" y="140927"/>
                    <a:pt x="167739" y="140676"/>
                  </a:cubicBezTo>
                  <a:cubicBezTo>
                    <a:pt x="169022" y="140424"/>
                    <a:pt x="170194" y="139838"/>
                    <a:pt x="171255" y="138918"/>
                  </a:cubicBezTo>
                  <a:cubicBezTo>
                    <a:pt x="172315" y="137997"/>
                    <a:pt x="173362" y="136685"/>
                    <a:pt x="174394" y="134983"/>
                  </a:cubicBezTo>
                  <a:cubicBezTo>
                    <a:pt x="175427" y="133281"/>
                    <a:pt x="176696" y="131006"/>
                    <a:pt x="178203" y="128160"/>
                  </a:cubicBezTo>
                  <a:lnTo>
                    <a:pt x="186575" y="128160"/>
                  </a:lnTo>
                  <a:lnTo>
                    <a:pt x="178538" y="162902"/>
                  </a:lnTo>
                  <a:lnTo>
                    <a:pt x="170418" y="162902"/>
                  </a:lnTo>
                  <a:cubicBezTo>
                    <a:pt x="170418" y="159888"/>
                    <a:pt x="170334" y="157502"/>
                    <a:pt x="170166" y="155744"/>
                  </a:cubicBezTo>
                  <a:cubicBezTo>
                    <a:pt x="169999" y="153986"/>
                    <a:pt x="169636" y="152661"/>
                    <a:pt x="169078" y="151768"/>
                  </a:cubicBezTo>
                  <a:cubicBezTo>
                    <a:pt x="168520" y="150875"/>
                    <a:pt x="167683" y="150317"/>
                    <a:pt x="166567" y="150094"/>
                  </a:cubicBezTo>
                  <a:cubicBezTo>
                    <a:pt x="165451" y="149870"/>
                    <a:pt x="163944" y="149759"/>
                    <a:pt x="162046" y="149759"/>
                  </a:cubicBezTo>
                  <a:lnTo>
                    <a:pt x="144466" y="149759"/>
                  </a:lnTo>
                  <a:cubicBezTo>
                    <a:pt x="143740" y="152996"/>
                    <a:pt x="142931" y="156526"/>
                    <a:pt x="142038" y="160349"/>
                  </a:cubicBezTo>
                  <a:cubicBezTo>
                    <a:pt x="141145" y="164172"/>
                    <a:pt x="140308" y="167897"/>
                    <a:pt x="139527" y="171525"/>
                  </a:cubicBezTo>
                  <a:cubicBezTo>
                    <a:pt x="138745" y="175153"/>
                    <a:pt x="138089" y="178459"/>
                    <a:pt x="137559" y="181445"/>
                  </a:cubicBezTo>
                  <a:cubicBezTo>
                    <a:pt x="137029" y="184431"/>
                    <a:pt x="136764" y="186650"/>
                    <a:pt x="136764" y="188101"/>
                  </a:cubicBezTo>
                  <a:cubicBezTo>
                    <a:pt x="136764" y="189217"/>
                    <a:pt x="136917" y="190180"/>
                    <a:pt x="137224" y="190989"/>
                  </a:cubicBezTo>
                  <a:cubicBezTo>
                    <a:pt x="137531" y="191798"/>
                    <a:pt x="138034" y="192482"/>
                    <a:pt x="138731" y="193040"/>
                  </a:cubicBezTo>
                  <a:cubicBezTo>
                    <a:pt x="139429" y="193598"/>
                    <a:pt x="140419" y="194017"/>
                    <a:pt x="141703" y="194296"/>
                  </a:cubicBezTo>
                  <a:cubicBezTo>
                    <a:pt x="142987" y="194575"/>
                    <a:pt x="144633" y="194770"/>
                    <a:pt x="146642" y="194882"/>
                  </a:cubicBezTo>
                  <a:lnTo>
                    <a:pt x="145470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96" y="194254"/>
                    <a:pt x="114412" y="193835"/>
                  </a:cubicBezTo>
                  <a:cubicBezTo>
                    <a:pt x="115528" y="193417"/>
                    <a:pt x="116519" y="192607"/>
                    <a:pt x="117384" y="191407"/>
                  </a:cubicBezTo>
                  <a:cubicBezTo>
                    <a:pt x="118249" y="190207"/>
                    <a:pt x="119030" y="188408"/>
                    <a:pt x="119728" y="186008"/>
                  </a:cubicBezTo>
                  <a:cubicBezTo>
                    <a:pt x="120425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3" y="110301"/>
                    <a:pt x="137182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7" y="98357"/>
                  </a:cubicBezTo>
                  <a:cubicBezTo>
                    <a:pt x="134462" y="97297"/>
                    <a:pt x="132104" y="96739"/>
                    <a:pt x="128643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8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6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5" y="0"/>
                  </a:lnTo>
                  <a:lnTo>
                    <a:pt x="130708" y="0"/>
                  </a:lnTo>
                  <a:lnTo>
                    <a:pt x="129481" y="5470"/>
                  </a:lnTo>
                  <a:cubicBezTo>
                    <a:pt x="127471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235114FF-8E16-4274-83FF-79BEF7314268}"/>
                </a:ext>
              </a:extLst>
            </p:cNvPr>
            <p:cNvSpPr txBox="1"/>
            <p:nvPr/>
          </p:nvSpPr>
          <p:spPr>
            <a:xfrm>
              <a:off x="6882694" y="2133952"/>
              <a:ext cx="187388" cy="214165"/>
            </a:xfrm>
            <a:custGeom>
              <a:avLst/>
              <a:gdLst/>
              <a:ahLst/>
              <a:cxnLst/>
              <a:rect l="l" t="t" r="r" b="b"/>
              <a:pathLst>
                <a:path w="174984" h="199988">
                  <a:moveTo>
                    <a:pt x="96040" y="91409"/>
                  </a:moveTo>
                  <a:lnTo>
                    <a:pt x="174984" y="91409"/>
                  </a:lnTo>
                  <a:lnTo>
                    <a:pt x="169040" y="117528"/>
                  </a:lnTo>
                  <a:lnTo>
                    <a:pt x="160083" y="117528"/>
                  </a:lnTo>
                  <a:cubicBezTo>
                    <a:pt x="159804" y="114459"/>
                    <a:pt x="159525" y="111835"/>
                    <a:pt x="159246" y="109659"/>
                  </a:cubicBezTo>
                  <a:cubicBezTo>
                    <a:pt x="158967" y="107482"/>
                    <a:pt x="158464" y="105696"/>
                    <a:pt x="157739" y="104301"/>
                  </a:cubicBezTo>
                  <a:cubicBezTo>
                    <a:pt x="157013" y="102906"/>
                    <a:pt x="155981" y="101901"/>
                    <a:pt x="154641" y="101287"/>
                  </a:cubicBezTo>
                  <a:cubicBezTo>
                    <a:pt x="153302" y="100673"/>
                    <a:pt x="151460" y="100339"/>
                    <a:pt x="149116" y="100283"/>
                  </a:cubicBezTo>
                  <a:lnTo>
                    <a:pt x="121741" y="100283"/>
                  </a:lnTo>
                  <a:lnTo>
                    <a:pt x="112532" y="141052"/>
                  </a:lnTo>
                  <a:lnTo>
                    <a:pt x="129024" y="141052"/>
                  </a:lnTo>
                  <a:cubicBezTo>
                    <a:pt x="130978" y="141052"/>
                    <a:pt x="132596" y="140927"/>
                    <a:pt x="133880" y="140676"/>
                  </a:cubicBezTo>
                  <a:cubicBezTo>
                    <a:pt x="135163" y="140424"/>
                    <a:pt x="136335" y="139838"/>
                    <a:pt x="137396" y="138918"/>
                  </a:cubicBezTo>
                  <a:cubicBezTo>
                    <a:pt x="138456" y="137997"/>
                    <a:pt x="139503" y="136685"/>
                    <a:pt x="140535" y="134983"/>
                  </a:cubicBezTo>
                  <a:cubicBezTo>
                    <a:pt x="141568" y="133281"/>
                    <a:pt x="142837" y="131006"/>
                    <a:pt x="144344" y="128160"/>
                  </a:cubicBezTo>
                  <a:lnTo>
                    <a:pt x="152716" y="128160"/>
                  </a:lnTo>
                  <a:lnTo>
                    <a:pt x="144679" y="162902"/>
                  </a:lnTo>
                  <a:lnTo>
                    <a:pt x="136559" y="162902"/>
                  </a:lnTo>
                  <a:cubicBezTo>
                    <a:pt x="136559" y="159888"/>
                    <a:pt x="136475" y="157502"/>
                    <a:pt x="136307" y="155744"/>
                  </a:cubicBezTo>
                  <a:cubicBezTo>
                    <a:pt x="136140" y="153986"/>
                    <a:pt x="135777" y="152661"/>
                    <a:pt x="135219" y="151768"/>
                  </a:cubicBezTo>
                  <a:cubicBezTo>
                    <a:pt x="134661" y="150875"/>
                    <a:pt x="133824" y="150317"/>
                    <a:pt x="132708" y="150094"/>
                  </a:cubicBezTo>
                  <a:cubicBezTo>
                    <a:pt x="131592" y="149870"/>
                    <a:pt x="130085" y="149759"/>
                    <a:pt x="128187" y="149759"/>
                  </a:cubicBezTo>
                  <a:lnTo>
                    <a:pt x="110607" y="149759"/>
                  </a:lnTo>
                  <a:cubicBezTo>
                    <a:pt x="109881" y="152996"/>
                    <a:pt x="109072" y="156526"/>
                    <a:pt x="108179" y="160349"/>
                  </a:cubicBezTo>
                  <a:cubicBezTo>
                    <a:pt x="107286" y="164172"/>
                    <a:pt x="106449" y="167897"/>
                    <a:pt x="105668" y="171525"/>
                  </a:cubicBezTo>
                  <a:cubicBezTo>
                    <a:pt x="104886" y="175153"/>
                    <a:pt x="104230" y="178459"/>
                    <a:pt x="103700" y="181445"/>
                  </a:cubicBezTo>
                  <a:cubicBezTo>
                    <a:pt x="103170" y="184431"/>
                    <a:pt x="102905" y="186650"/>
                    <a:pt x="102905" y="188101"/>
                  </a:cubicBezTo>
                  <a:cubicBezTo>
                    <a:pt x="102905" y="189217"/>
                    <a:pt x="103058" y="190180"/>
                    <a:pt x="103365" y="190989"/>
                  </a:cubicBezTo>
                  <a:cubicBezTo>
                    <a:pt x="103672" y="191798"/>
                    <a:pt x="104175" y="192482"/>
                    <a:pt x="104872" y="193040"/>
                  </a:cubicBezTo>
                  <a:cubicBezTo>
                    <a:pt x="105570" y="193598"/>
                    <a:pt x="106560" y="194017"/>
                    <a:pt x="107844" y="194296"/>
                  </a:cubicBezTo>
                  <a:cubicBezTo>
                    <a:pt x="109128" y="194575"/>
                    <a:pt x="110774" y="194770"/>
                    <a:pt x="112783" y="194882"/>
                  </a:cubicBezTo>
                  <a:lnTo>
                    <a:pt x="111611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37" y="194254"/>
                    <a:pt x="80553" y="193835"/>
                  </a:cubicBezTo>
                  <a:cubicBezTo>
                    <a:pt x="81669" y="193417"/>
                    <a:pt x="82660" y="192607"/>
                    <a:pt x="83525" y="191407"/>
                  </a:cubicBezTo>
                  <a:cubicBezTo>
                    <a:pt x="84390" y="190207"/>
                    <a:pt x="85171" y="188408"/>
                    <a:pt x="85869" y="186008"/>
                  </a:cubicBezTo>
                  <a:cubicBezTo>
                    <a:pt x="86566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4" y="110301"/>
                    <a:pt x="103323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8" y="98357"/>
                  </a:cubicBezTo>
                  <a:cubicBezTo>
                    <a:pt x="100603" y="97297"/>
                    <a:pt x="98245" y="96739"/>
                    <a:pt x="94784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3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8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3" y="6493"/>
                    <a:pt x="31812" y="5693"/>
                    <a:pt x="28016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85FCAF9-D909-4BB6-87A3-EB5730880E21}"/>
                </a:ext>
              </a:extLst>
            </p:cNvPr>
            <p:cNvSpPr txBox="1"/>
            <p:nvPr/>
          </p:nvSpPr>
          <p:spPr>
            <a:xfrm>
              <a:off x="6864643" y="2650142"/>
              <a:ext cx="223367" cy="246910"/>
            </a:xfrm>
            <a:custGeom>
              <a:avLst/>
              <a:gdLst/>
              <a:ahLst/>
              <a:cxnLst/>
              <a:rect l="l" t="t" r="r" b="b"/>
              <a:pathLst>
                <a:path w="208280" h="230232">
                  <a:moveTo>
                    <a:pt x="158423" y="142796"/>
                  </a:moveTo>
                  <a:cubicBezTo>
                    <a:pt x="154764" y="142796"/>
                    <a:pt x="151353" y="143602"/>
                    <a:pt x="148191" y="145214"/>
                  </a:cubicBezTo>
                  <a:cubicBezTo>
                    <a:pt x="145028" y="146827"/>
                    <a:pt x="142145" y="149028"/>
                    <a:pt x="139540" y="151819"/>
                  </a:cubicBezTo>
                  <a:cubicBezTo>
                    <a:pt x="136936" y="154609"/>
                    <a:pt x="134626" y="157834"/>
                    <a:pt x="132610" y="161492"/>
                  </a:cubicBezTo>
                  <a:cubicBezTo>
                    <a:pt x="130595" y="165151"/>
                    <a:pt x="128890" y="169027"/>
                    <a:pt x="127494" y="173120"/>
                  </a:cubicBezTo>
                  <a:cubicBezTo>
                    <a:pt x="126099" y="177212"/>
                    <a:pt x="125045" y="181414"/>
                    <a:pt x="124332" y="185724"/>
                  </a:cubicBezTo>
                  <a:cubicBezTo>
                    <a:pt x="123619" y="190033"/>
                    <a:pt x="123262" y="194173"/>
                    <a:pt x="123262" y="198141"/>
                  </a:cubicBezTo>
                  <a:cubicBezTo>
                    <a:pt x="123262" y="204839"/>
                    <a:pt x="124208" y="209815"/>
                    <a:pt x="126099" y="213071"/>
                  </a:cubicBezTo>
                  <a:cubicBezTo>
                    <a:pt x="127990" y="216326"/>
                    <a:pt x="131044" y="217954"/>
                    <a:pt x="135261" y="217954"/>
                  </a:cubicBezTo>
                  <a:cubicBezTo>
                    <a:pt x="137370" y="217954"/>
                    <a:pt x="139401" y="217582"/>
                    <a:pt x="141354" y="216838"/>
                  </a:cubicBezTo>
                  <a:cubicBezTo>
                    <a:pt x="143307" y="216094"/>
                    <a:pt x="145369" y="214916"/>
                    <a:pt x="147540" y="213303"/>
                  </a:cubicBezTo>
                  <a:cubicBezTo>
                    <a:pt x="152997" y="209024"/>
                    <a:pt x="157647" y="203815"/>
                    <a:pt x="161492" y="197676"/>
                  </a:cubicBezTo>
                  <a:cubicBezTo>
                    <a:pt x="165337" y="191537"/>
                    <a:pt x="168220" y="184282"/>
                    <a:pt x="170143" y="175910"/>
                  </a:cubicBezTo>
                  <a:cubicBezTo>
                    <a:pt x="171011" y="172065"/>
                    <a:pt x="171693" y="168593"/>
                    <a:pt x="172189" y="165492"/>
                  </a:cubicBezTo>
                  <a:cubicBezTo>
                    <a:pt x="172685" y="162392"/>
                    <a:pt x="172933" y="159446"/>
                    <a:pt x="172933" y="156656"/>
                  </a:cubicBezTo>
                  <a:cubicBezTo>
                    <a:pt x="172933" y="151695"/>
                    <a:pt x="171771" y="148144"/>
                    <a:pt x="169445" y="146005"/>
                  </a:cubicBezTo>
                  <a:cubicBezTo>
                    <a:pt x="167120" y="143866"/>
                    <a:pt x="163446" y="142796"/>
                    <a:pt x="158423" y="142796"/>
                  </a:cubicBezTo>
                  <a:close/>
                  <a:moveTo>
                    <a:pt x="156748" y="133587"/>
                  </a:moveTo>
                  <a:cubicBezTo>
                    <a:pt x="161647" y="133587"/>
                    <a:pt x="165973" y="134161"/>
                    <a:pt x="169724" y="135308"/>
                  </a:cubicBezTo>
                  <a:cubicBezTo>
                    <a:pt x="173476" y="136455"/>
                    <a:pt x="176902" y="138021"/>
                    <a:pt x="180003" y="140005"/>
                  </a:cubicBezTo>
                  <a:lnTo>
                    <a:pt x="189025" y="133587"/>
                  </a:lnTo>
                  <a:lnTo>
                    <a:pt x="196560" y="135541"/>
                  </a:lnTo>
                  <a:lnTo>
                    <a:pt x="182514" y="196467"/>
                  </a:lnTo>
                  <a:cubicBezTo>
                    <a:pt x="181708" y="199940"/>
                    <a:pt x="181150" y="202808"/>
                    <a:pt x="180840" y="205071"/>
                  </a:cubicBezTo>
                  <a:cubicBezTo>
                    <a:pt x="180530" y="207335"/>
                    <a:pt x="180375" y="209335"/>
                    <a:pt x="180375" y="211071"/>
                  </a:cubicBezTo>
                  <a:cubicBezTo>
                    <a:pt x="180375" y="213427"/>
                    <a:pt x="180855" y="215133"/>
                    <a:pt x="181817" y="216187"/>
                  </a:cubicBezTo>
                  <a:cubicBezTo>
                    <a:pt x="182778" y="217241"/>
                    <a:pt x="184157" y="217768"/>
                    <a:pt x="185956" y="217768"/>
                  </a:cubicBezTo>
                  <a:cubicBezTo>
                    <a:pt x="187072" y="217768"/>
                    <a:pt x="188173" y="217551"/>
                    <a:pt x="189258" y="217117"/>
                  </a:cubicBezTo>
                  <a:cubicBezTo>
                    <a:pt x="190343" y="216683"/>
                    <a:pt x="191521" y="216001"/>
                    <a:pt x="192793" y="215071"/>
                  </a:cubicBezTo>
                  <a:cubicBezTo>
                    <a:pt x="194064" y="214140"/>
                    <a:pt x="195459" y="212947"/>
                    <a:pt x="196978" y="211489"/>
                  </a:cubicBezTo>
                  <a:cubicBezTo>
                    <a:pt x="198498" y="210032"/>
                    <a:pt x="200219" y="208280"/>
                    <a:pt x="202141" y="206234"/>
                  </a:cubicBezTo>
                  <a:cubicBezTo>
                    <a:pt x="203133" y="207288"/>
                    <a:pt x="204156" y="208327"/>
                    <a:pt x="205210" y="209350"/>
                  </a:cubicBezTo>
                  <a:cubicBezTo>
                    <a:pt x="206265" y="210373"/>
                    <a:pt x="207288" y="211381"/>
                    <a:pt x="208280" y="212373"/>
                  </a:cubicBezTo>
                  <a:cubicBezTo>
                    <a:pt x="205179" y="215536"/>
                    <a:pt x="202358" y="218249"/>
                    <a:pt x="199815" y="220512"/>
                  </a:cubicBezTo>
                  <a:cubicBezTo>
                    <a:pt x="197273" y="222776"/>
                    <a:pt x="194808" y="224636"/>
                    <a:pt x="192421" y="226093"/>
                  </a:cubicBezTo>
                  <a:cubicBezTo>
                    <a:pt x="190033" y="227550"/>
                    <a:pt x="187692" y="228605"/>
                    <a:pt x="185398" y="229256"/>
                  </a:cubicBezTo>
                  <a:cubicBezTo>
                    <a:pt x="183103" y="229907"/>
                    <a:pt x="180716" y="230232"/>
                    <a:pt x="178235" y="230232"/>
                  </a:cubicBezTo>
                  <a:cubicBezTo>
                    <a:pt x="173771" y="230232"/>
                    <a:pt x="170298" y="228791"/>
                    <a:pt x="167817" y="225907"/>
                  </a:cubicBezTo>
                  <a:cubicBezTo>
                    <a:pt x="165337" y="223024"/>
                    <a:pt x="164097" y="219070"/>
                    <a:pt x="164097" y="214047"/>
                  </a:cubicBezTo>
                  <a:cubicBezTo>
                    <a:pt x="164097" y="211257"/>
                    <a:pt x="164531" y="208590"/>
                    <a:pt x="165399" y="206048"/>
                  </a:cubicBezTo>
                  <a:lnTo>
                    <a:pt x="164097" y="205490"/>
                  </a:lnTo>
                  <a:cubicBezTo>
                    <a:pt x="160934" y="209893"/>
                    <a:pt x="157865" y="213644"/>
                    <a:pt x="154888" y="216745"/>
                  </a:cubicBezTo>
                  <a:cubicBezTo>
                    <a:pt x="151911" y="219846"/>
                    <a:pt x="148966" y="222403"/>
                    <a:pt x="146051" y="224419"/>
                  </a:cubicBezTo>
                  <a:cubicBezTo>
                    <a:pt x="143137" y="226434"/>
                    <a:pt x="140191" y="227907"/>
                    <a:pt x="137215" y="228837"/>
                  </a:cubicBezTo>
                  <a:cubicBezTo>
                    <a:pt x="134238" y="229767"/>
                    <a:pt x="131137" y="230232"/>
                    <a:pt x="127913" y="230232"/>
                  </a:cubicBezTo>
                  <a:cubicBezTo>
                    <a:pt x="120533" y="230232"/>
                    <a:pt x="114828" y="227581"/>
                    <a:pt x="110798" y="222279"/>
                  </a:cubicBezTo>
                  <a:cubicBezTo>
                    <a:pt x="106767" y="216977"/>
                    <a:pt x="104751" y="209273"/>
                    <a:pt x="104751" y="199165"/>
                  </a:cubicBezTo>
                  <a:cubicBezTo>
                    <a:pt x="104751" y="193149"/>
                    <a:pt x="105387" y="187367"/>
                    <a:pt x="106658" y="181817"/>
                  </a:cubicBezTo>
                  <a:cubicBezTo>
                    <a:pt x="107930" y="176267"/>
                    <a:pt x="109728" y="171058"/>
                    <a:pt x="112053" y="166190"/>
                  </a:cubicBezTo>
                  <a:cubicBezTo>
                    <a:pt x="114379" y="161322"/>
                    <a:pt x="117154" y="156888"/>
                    <a:pt x="120378" y="152888"/>
                  </a:cubicBezTo>
                  <a:cubicBezTo>
                    <a:pt x="123603" y="148889"/>
                    <a:pt x="127138" y="145462"/>
                    <a:pt x="130982" y="142610"/>
                  </a:cubicBezTo>
                  <a:cubicBezTo>
                    <a:pt x="134827" y="139757"/>
                    <a:pt x="138920" y="137540"/>
                    <a:pt x="143261" y="135959"/>
                  </a:cubicBezTo>
                  <a:cubicBezTo>
                    <a:pt x="147602" y="134378"/>
                    <a:pt x="152097" y="133587"/>
                    <a:pt x="156748" y="133587"/>
                  </a:cubicBezTo>
                  <a:close/>
                  <a:moveTo>
                    <a:pt x="1381" y="0"/>
                  </a:moveTo>
                  <a:lnTo>
                    <a:pt x="53369" y="0"/>
                  </a:lnTo>
                  <a:lnTo>
                    <a:pt x="51987" y="6153"/>
                  </a:lnTo>
                  <a:cubicBezTo>
                    <a:pt x="48304" y="6572"/>
                    <a:pt x="45437" y="7660"/>
                    <a:pt x="43385" y="9418"/>
                  </a:cubicBezTo>
                  <a:cubicBezTo>
                    <a:pt x="41334" y="11176"/>
                    <a:pt x="39890" y="13625"/>
                    <a:pt x="39053" y="16764"/>
                  </a:cubicBezTo>
                  <a:cubicBezTo>
                    <a:pt x="38216" y="19903"/>
                    <a:pt x="37797" y="24110"/>
                    <a:pt x="37797" y="29384"/>
                  </a:cubicBezTo>
                  <a:cubicBezTo>
                    <a:pt x="37797" y="30640"/>
                    <a:pt x="37923" y="34407"/>
                    <a:pt x="38174" y="40686"/>
                  </a:cubicBezTo>
                  <a:lnTo>
                    <a:pt x="41690" y="132606"/>
                  </a:lnTo>
                  <a:lnTo>
                    <a:pt x="41690" y="142652"/>
                  </a:lnTo>
                  <a:lnTo>
                    <a:pt x="42946" y="142652"/>
                  </a:lnTo>
                  <a:lnTo>
                    <a:pt x="97319" y="44579"/>
                  </a:lnTo>
                  <a:cubicBezTo>
                    <a:pt x="100501" y="38802"/>
                    <a:pt x="102886" y="33842"/>
                    <a:pt x="104477" y="29698"/>
                  </a:cubicBezTo>
                  <a:cubicBezTo>
                    <a:pt x="106068" y="25554"/>
                    <a:pt x="106863" y="21892"/>
                    <a:pt x="106863" y="18710"/>
                  </a:cubicBezTo>
                  <a:cubicBezTo>
                    <a:pt x="106863" y="11678"/>
                    <a:pt x="102677" y="7493"/>
                    <a:pt x="94306" y="6153"/>
                  </a:cubicBezTo>
                  <a:lnTo>
                    <a:pt x="95687" y="0"/>
                  </a:lnTo>
                  <a:lnTo>
                    <a:pt x="147047" y="0"/>
                  </a:lnTo>
                  <a:lnTo>
                    <a:pt x="145665" y="6153"/>
                  </a:lnTo>
                  <a:cubicBezTo>
                    <a:pt x="143405" y="6488"/>
                    <a:pt x="141249" y="7346"/>
                    <a:pt x="139198" y="8727"/>
                  </a:cubicBezTo>
                  <a:cubicBezTo>
                    <a:pt x="137147" y="10109"/>
                    <a:pt x="134845" y="12411"/>
                    <a:pt x="132292" y="15634"/>
                  </a:cubicBezTo>
                  <a:cubicBezTo>
                    <a:pt x="129738" y="18857"/>
                    <a:pt x="125783" y="25073"/>
                    <a:pt x="120425" y="34282"/>
                  </a:cubicBezTo>
                  <a:lnTo>
                    <a:pt x="40058" y="173417"/>
                  </a:lnTo>
                  <a:lnTo>
                    <a:pt x="23356" y="173417"/>
                  </a:lnTo>
                  <a:lnTo>
                    <a:pt x="14943" y="33403"/>
                  </a:lnTo>
                  <a:cubicBezTo>
                    <a:pt x="14608" y="27961"/>
                    <a:pt x="14001" y="23294"/>
                    <a:pt x="13122" y="19401"/>
                  </a:cubicBezTo>
                  <a:cubicBezTo>
                    <a:pt x="12243" y="15508"/>
                    <a:pt x="10862" y="12474"/>
                    <a:pt x="8978" y="10297"/>
                  </a:cubicBezTo>
                  <a:cubicBezTo>
                    <a:pt x="7095" y="8120"/>
                    <a:pt x="4102" y="6739"/>
                    <a:pt x="0" y="615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E6B74C0F-FFA9-472B-BEF2-9CA01E5C122C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724252"/>
              <a:ext cx="1109054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AC5EBD93-F069-47E2-B56B-F49A14014456}"/>
              </a:ext>
            </a:extLst>
          </p:cNvPr>
          <p:cNvGrpSpPr/>
          <p:nvPr/>
        </p:nvGrpSpPr>
        <p:grpSpPr>
          <a:xfrm>
            <a:off x="3801675" y="2034553"/>
            <a:ext cx="1127800" cy="755580"/>
            <a:chOff x="4853307" y="5378309"/>
            <a:chExt cx="990577" cy="663646"/>
          </a:xfrm>
        </p:grpSpPr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D0187F3A-ADFC-49FF-A130-ABC9B78AA38E}"/>
                </a:ext>
              </a:extLst>
            </p:cNvPr>
            <p:cNvGrpSpPr/>
            <p:nvPr/>
          </p:nvGrpSpPr>
          <p:grpSpPr>
            <a:xfrm flipH="1">
              <a:off x="5256272" y="5378310"/>
              <a:ext cx="587612" cy="663645"/>
              <a:chOff x="3862974" y="5176267"/>
              <a:chExt cx="1149904" cy="1529098"/>
            </a:xfrm>
          </p:grpSpPr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5F2C0164-3611-4DC5-A02A-5FC0B2CC8D6B}"/>
                  </a:ext>
                </a:extLst>
              </p:cNvPr>
              <p:cNvSpPr/>
              <p:nvPr/>
            </p:nvSpPr>
            <p:spPr>
              <a:xfrm>
                <a:off x="4937080" y="549922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0382188-4200-4DF9-9689-146A954579EA}"/>
                  </a:ext>
                </a:extLst>
              </p:cNvPr>
              <p:cNvSpPr/>
              <p:nvPr/>
            </p:nvSpPr>
            <p:spPr>
              <a:xfrm>
                <a:off x="4937080" y="5822180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E81A7FA9-C5C8-4431-BDA5-F1798A1C126A}"/>
                  </a:ext>
                </a:extLst>
              </p:cNvPr>
              <p:cNvSpPr/>
              <p:nvPr/>
            </p:nvSpPr>
            <p:spPr>
              <a:xfrm>
                <a:off x="4937080" y="6306614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BE1688F2-FDAC-4E81-99DD-CE1C20466334}"/>
                  </a:ext>
                </a:extLst>
              </p:cNvPr>
              <p:cNvSpPr/>
              <p:nvPr/>
            </p:nvSpPr>
            <p:spPr>
              <a:xfrm>
                <a:off x="4937080" y="533774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CD66E8CB-6996-42C0-886E-13EDACBE56DC}"/>
                  </a:ext>
                </a:extLst>
              </p:cNvPr>
              <p:cNvSpPr/>
              <p:nvPr/>
            </p:nvSpPr>
            <p:spPr>
              <a:xfrm>
                <a:off x="4937080" y="646809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B67EA6D9-83E6-4EB1-A1F3-37FB61DE2F08}"/>
                  </a:ext>
                </a:extLst>
              </p:cNvPr>
              <p:cNvSpPr/>
              <p:nvPr/>
            </p:nvSpPr>
            <p:spPr>
              <a:xfrm>
                <a:off x="4937080" y="517626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EB2B908E-535A-4002-A9F7-28C597AE0713}"/>
                  </a:ext>
                </a:extLst>
              </p:cNvPr>
              <p:cNvSpPr/>
              <p:nvPr/>
            </p:nvSpPr>
            <p:spPr>
              <a:xfrm>
                <a:off x="4937080" y="5660701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3D38612D-48FC-43A9-AF0B-ACC9490F8E6F}"/>
                  </a:ext>
                </a:extLst>
              </p:cNvPr>
              <p:cNvSpPr/>
              <p:nvPr/>
            </p:nvSpPr>
            <p:spPr>
              <a:xfrm>
                <a:off x="4937080" y="598365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C4494427-AC86-43F0-98AD-B10B765A2D39}"/>
                  </a:ext>
                </a:extLst>
              </p:cNvPr>
              <p:cNvSpPr/>
              <p:nvPr/>
            </p:nvSpPr>
            <p:spPr>
              <a:xfrm>
                <a:off x="4937080" y="662956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794424A0-0FE2-4748-96E0-89232F45328B}"/>
                  </a:ext>
                </a:extLst>
              </p:cNvPr>
              <p:cNvSpPr/>
              <p:nvPr/>
            </p:nvSpPr>
            <p:spPr>
              <a:xfrm>
                <a:off x="4937080" y="6145136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23EF4DC3-5DFB-4321-AFEC-7149AC6778E5}"/>
                  </a:ext>
                </a:extLst>
              </p:cNvPr>
              <p:cNvSpPr/>
              <p:nvPr/>
            </p:nvSpPr>
            <p:spPr>
              <a:xfrm>
                <a:off x="4752552" y="586268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43ED4247-0C21-45BB-BF74-4221B8DC7E27}"/>
                  </a:ext>
                </a:extLst>
              </p:cNvPr>
              <p:cNvSpPr/>
              <p:nvPr/>
            </p:nvSpPr>
            <p:spPr>
              <a:xfrm>
                <a:off x="4752552" y="6198761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454968C4-504E-4A3B-B05A-9F706AAD79B6}"/>
                  </a:ext>
                </a:extLst>
              </p:cNvPr>
              <p:cNvSpPr/>
              <p:nvPr/>
            </p:nvSpPr>
            <p:spPr>
              <a:xfrm>
                <a:off x="4752552" y="519054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2DB6749-97D1-4494-9245-F41B96CFB91E}"/>
                  </a:ext>
                </a:extLst>
              </p:cNvPr>
              <p:cNvSpPr/>
              <p:nvPr/>
            </p:nvSpPr>
            <p:spPr>
              <a:xfrm>
                <a:off x="4752552" y="653483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96B36E06-A786-4905-9D26-2D5373CE1C44}"/>
                  </a:ext>
                </a:extLst>
              </p:cNvPr>
              <p:cNvSpPr/>
              <p:nvPr/>
            </p:nvSpPr>
            <p:spPr>
              <a:xfrm>
                <a:off x="4752552" y="552661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4AB5EF2A-B9B1-4315-9CB1-9324D9E109AB}"/>
                  </a:ext>
                </a:extLst>
              </p:cNvPr>
              <p:cNvSpPr/>
              <p:nvPr/>
            </p:nvSpPr>
            <p:spPr>
              <a:xfrm>
                <a:off x="4474734" y="651093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23E8213-3A45-471C-BE2D-5A0FD5BB8BD6}"/>
                  </a:ext>
                </a:extLst>
              </p:cNvPr>
              <p:cNvSpPr/>
              <p:nvPr/>
            </p:nvSpPr>
            <p:spPr>
              <a:xfrm>
                <a:off x="4474734" y="5256692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3ED8D0E-3F2B-4939-9FB7-36744C36D14A}"/>
                  </a:ext>
                </a:extLst>
              </p:cNvPr>
              <p:cNvSpPr/>
              <p:nvPr/>
            </p:nvSpPr>
            <p:spPr>
              <a:xfrm>
                <a:off x="4474734" y="5883814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94697D99-466F-4767-9471-BCAC34A3B250}"/>
                  </a:ext>
                </a:extLst>
              </p:cNvPr>
              <p:cNvSpPr/>
              <p:nvPr/>
            </p:nvSpPr>
            <p:spPr>
              <a:xfrm>
                <a:off x="4186448" y="620224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B4CD665B-1C50-4639-93BD-2B008031FD74}"/>
                  </a:ext>
                </a:extLst>
              </p:cNvPr>
              <p:cNvSpPr/>
              <p:nvPr/>
            </p:nvSpPr>
            <p:spPr>
              <a:xfrm>
                <a:off x="4186448" y="557512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ECAE54AB-4C17-4631-8D79-390CC55CBFB6}"/>
                  </a:ext>
                </a:extLst>
              </p:cNvPr>
              <p:cNvSpPr/>
              <p:nvPr/>
            </p:nvSpPr>
            <p:spPr>
              <a:xfrm>
                <a:off x="3862974" y="589170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1D965C5B-A964-4617-A803-3FFADA428910}"/>
                </a:ext>
              </a:extLst>
            </p:cNvPr>
            <p:cNvGrpSpPr/>
            <p:nvPr/>
          </p:nvGrpSpPr>
          <p:grpSpPr>
            <a:xfrm rot="10800000" flipH="1">
              <a:off x="4853307" y="5378309"/>
              <a:ext cx="587612" cy="663646"/>
              <a:chOff x="5855305" y="3755556"/>
              <a:chExt cx="1281928" cy="1704659"/>
            </a:xfrm>
            <a:solidFill>
              <a:schemeClr val="tx1"/>
            </a:solidFill>
          </p:grpSpPr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7162E7A8-9948-49FC-A593-35B989FBE141}"/>
                  </a:ext>
                </a:extLst>
              </p:cNvPr>
              <p:cNvSpPr/>
              <p:nvPr/>
            </p:nvSpPr>
            <p:spPr>
              <a:xfrm>
                <a:off x="7052732" y="411559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C1842E40-EAC1-4508-AC78-DD6CF89DCEF5}"/>
                  </a:ext>
                </a:extLst>
              </p:cNvPr>
              <p:cNvSpPr/>
              <p:nvPr/>
            </p:nvSpPr>
            <p:spPr>
              <a:xfrm>
                <a:off x="7052732" y="447562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A62F8159-EB11-4299-A552-AB9DCE7F52B4}"/>
                  </a:ext>
                </a:extLst>
              </p:cNvPr>
              <p:cNvSpPr/>
              <p:nvPr/>
            </p:nvSpPr>
            <p:spPr>
              <a:xfrm>
                <a:off x="7052732" y="501568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947796E8-C563-4687-98AA-F4971102926F}"/>
                  </a:ext>
                </a:extLst>
              </p:cNvPr>
              <p:cNvSpPr/>
              <p:nvPr/>
            </p:nvSpPr>
            <p:spPr>
              <a:xfrm>
                <a:off x="7052732" y="393557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AAFA33E7-715D-4A8B-B0AD-C600C2D6FEB1}"/>
                  </a:ext>
                </a:extLst>
              </p:cNvPr>
              <p:cNvSpPr/>
              <p:nvPr/>
            </p:nvSpPr>
            <p:spPr>
              <a:xfrm>
                <a:off x="7052732" y="519570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B08E8E93-085F-4191-98C0-E94971030360}"/>
                  </a:ext>
                </a:extLst>
              </p:cNvPr>
              <p:cNvSpPr/>
              <p:nvPr/>
            </p:nvSpPr>
            <p:spPr>
              <a:xfrm>
                <a:off x="7052732" y="375555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1B92F760-F52F-46C6-A996-7CF7F20B2AB2}"/>
                  </a:ext>
                </a:extLst>
              </p:cNvPr>
              <p:cNvSpPr/>
              <p:nvPr/>
            </p:nvSpPr>
            <p:spPr>
              <a:xfrm>
                <a:off x="7052732" y="42956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961CD590-48E3-485F-AAE5-36EA1BE45901}"/>
                  </a:ext>
                </a:extLst>
              </p:cNvPr>
              <p:cNvSpPr/>
              <p:nvPr/>
            </p:nvSpPr>
            <p:spPr>
              <a:xfrm>
                <a:off x="7052732" y="46556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1B0EDDAD-6553-4412-B3C7-8A288E697A57}"/>
                  </a:ext>
                </a:extLst>
              </p:cNvPr>
              <p:cNvSpPr/>
              <p:nvPr/>
            </p:nvSpPr>
            <p:spPr>
              <a:xfrm>
                <a:off x="7052732" y="53757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8C738DD3-CFAF-480B-AF70-2B15E511110D}"/>
                  </a:ext>
                </a:extLst>
              </p:cNvPr>
              <p:cNvSpPr/>
              <p:nvPr/>
            </p:nvSpPr>
            <p:spPr>
              <a:xfrm>
                <a:off x="7052732" y="483566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70A074D-DC93-49F4-AE1D-71F9885474AA}"/>
                  </a:ext>
                </a:extLst>
              </p:cNvPr>
              <p:cNvSpPr/>
              <p:nvPr/>
            </p:nvSpPr>
            <p:spPr>
              <a:xfrm>
                <a:off x="6847018" y="4520787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A9B0863-7C6F-4A60-B034-0FED1D759B0F}"/>
                  </a:ext>
                </a:extLst>
              </p:cNvPr>
              <p:cNvSpPr/>
              <p:nvPr/>
            </p:nvSpPr>
            <p:spPr>
              <a:xfrm>
                <a:off x="6847018" y="489544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44B0F6B-B23B-47A8-BD48-D8F9A93CE899}"/>
                  </a:ext>
                </a:extLst>
              </p:cNvPr>
              <p:cNvSpPr/>
              <p:nvPr/>
            </p:nvSpPr>
            <p:spPr>
              <a:xfrm>
                <a:off x="6847018" y="377147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08EEA330-973E-4F33-BCD0-33237358DFD6}"/>
                  </a:ext>
                </a:extLst>
              </p:cNvPr>
              <p:cNvSpPr/>
              <p:nvPr/>
            </p:nvSpPr>
            <p:spPr>
              <a:xfrm>
                <a:off x="6847018" y="527010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AAE55AAA-7758-4107-9595-15D277CAF87D}"/>
                  </a:ext>
                </a:extLst>
              </p:cNvPr>
              <p:cNvSpPr/>
              <p:nvPr/>
            </p:nvSpPr>
            <p:spPr>
              <a:xfrm>
                <a:off x="6847018" y="4146129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9E7B8443-7503-4D17-B534-83EEF4674358}"/>
                  </a:ext>
                </a:extLst>
              </p:cNvPr>
              <p:cNvSpPr/>
              <p:nvPr/>
            </p:nvSpPr>
            <p:spPr>
              <a:xfrm>
                <a:off x="6537302" y="524346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8A7BFEEA-2C14-42AE-B82C-3BADF0F33C47}"/>
                  </a:ext>
                </a:extLst>
              </p:cNvPr>
              <p:cNvSpPr/>
              <p:nvPr/>
            </p:nvSpPr>
            <p:spPr>
              <a:xfrm>
                <a:off x="6537302" y="384521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ADD955D5-BDD4-45FC-914D-EE40D2159ED1}"/>
                  </a:ext>
                </a:extLst>
              </p:cNvPr>
              <p:cNvSpPr/>
              <p:nvPr/>
            </p:nvSpPr>
            <p:spPr>
              <a:xfrm>
                <a:off x="6537302" y="454433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436FC9C8-2287-4DFE-AF30-A32C530ADA27}"/>
                  </a:ext>
                </a:extLst>
              </p:cNvPr>
              <p:cNvSpPr/>
              <p:nvPr/>
            </p:nvSpPr>
            <p:spPr>
              <a:xfrm>
                <a:off x="6215918" y="489933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B2A37BF4-D923-4A8F-BDE4-BAA87052D2C6}"/>
                  </a:ext>
                </a:extLst>
              </p:cNvPr>
              <p:cNvSpPr/>
              <p:nvPr/>
            </p:nvSpPr>
            <p:spPr>
              <a:xfrm>
                <a:off x="6215918" y="42002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F3C60B9E-4AB5-4BC9-889F-0AD3AF6B7129}"/>
                  </a:ext>
                </a:extLst>
              </p:cNvPr>
              <p:cNvSpPr/>
              <p:nvPr/>
            </p:nvSpPr>
            <p:spPr>
              <a:xfrm>
                <a:off x="5855305" y="455313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F055D00-D16F-4DF6-BED2-53E2646131F5}"/>
              </a:ext>
            </a:extLst>
          </p:cNvPr>
          <p:cNvSpPr txBox="1"/>
          <p:nvPr/>
        </p:nvSpPr>
        <p:spPr>
          <a:xfrm>
            <a:off x="1089517" y="1081142"/>
            <a:ext cx="698166" cy="222341"/>
          </a:xfrm>
          <a:custGeom>
            <a:avLst/>
            <a:gdLst/>
            <a:ahLst/>
            <a:cxnLst/>
            <a:rect l="l" t="t" r="r" b="b"/>
            <a:pathLst>
              <a:path w="979290" h="311869">
                <a:moveTo>
                  <a:pt x="321469" y="209178"/>
                </a:moveTo>
                <a:lnTo>
                  <a:pt x="596504" y="209178"/>
                </a:lnTo>
                <a:lnTo>
                  <a:pt x="596504" y="238869"/>
                </a:lnTo>
                <a:lnTo>
                  <a:pt x="321469" y="238869"/>
                </a:lnTo>
                <a:close/>
                <a:moveTo>
                  <a:pt x="321469" y="116532"/>
                </a:moveTo>
                <a:lnTo>
                  <a:pt x="596504" y="116532"/>
                </a:lnTo>
                <a:lnTo>
                  <a:pt x="596504" y="146223"/>
                </a:lnTo>
                <a:lnTo>
                  <a:pt x="321469" y="146223"/>
                </a:lnTo>
                <a:close/>
                <a:moveTo>
                  <a:pt x="61169" y="39737"/>
                </a:moveTo>
                <a:lnTo>
                  <a:pt x="91976" y="39737"/>
                </a:lnTo>
                <a:lnTo>
                  <a:pt x="79698" y="94878"/>
                </a:lnTo>
                <a:lnTo>
                  <a:pt x="147563" y="94878"/>
                </a:lnTo>
                <a:lnTo>
                  <a:pt x="142652" y="117425"/>
                </a:lnTo>
                <a:lnTo>
                  <a:pt x="74787" y="117425"/>
                </a:lnTo>
                <a:lnTo>
                  <a:pt x="54918" y="204043"/>
                </a:lnTo>
                <a:cubicBezTo>
                  <a:pt x="51048" y="220861"/>
                  <a:pt x="48593" y="232953"/>
                  <a:pt x="47551" y="240320"/>
                </a:cubicBezTo>
                <a:cubicBezTo>
                  <a:pt x="46509" y="247687"/>
                  <a:pt x="45988" y="253603"/>
                  <a:pt x="45988" y="258068"/>
                </a:cubicBezTo>
                <a:cubicBezTo>
                  <a:pt x="45988" y="276522"/>
                  <a:pt x="53653" y="285750"/>
                  <a:pt x="68982" y="285750"/>
                </a:cubicBezTo>
                <a:cubicBezTo>
                  <a:pt x="75531" y="285750"/>
                  <a:pt x="82488" y="283257"/>
                  <a:pt x="89855" y="278271"/>
                </a:cubicBezTo>
                <a:cubicBezTo>
                  <a:pt x="97222" y="273285"/>
                  <a:pt x="105966" y="264765"/>
                  <a:pt x="116086" y="252710"/>
                </a:cubicBezTo>
                <a:lnTo>
                  <a:pt x="129034" y="266104"/>
                </a:lnTo>
                <a:cubicBezTo>
                  <a:pt x="116086" y="281731"/>
                  <a:pt x="103622" y="293265"/>
                  <a:pt x="91641" y="300707"/>
                </a:cubicBezTo>
                <a:cubicBezTo>
                  <a:pt x="79661" y="308148"/>
                  <a:pt x="67122" y="311869"/>
                  <a:pt x="54025" y="311869"/>
                </a:cubicBezTo>
                <a:cubicBezTo>
                  <a:pt x="22920" y="311869"/>
                  <a:pt x="7367" y="296168"/>
                  <a:pt x="7367" y="264765"/>
                </a:cubicBezTo>
                <a:cubicBezTo>
                  <a:pt x="7367" y="254793"/>
                  <a:pt x="8632" y="244301"/>
                  <a:pt x="11163" y="233288"/>
                </a:cubicBezTo>
                <a:lnTo>
                  <a:pt x="37505" y="117425"/>
                </a:lnTo>
                <a:lnTo>
                  <a:pt x="0" y="117425"/>
                </a:lnTo>
                <a:lnTo>
                  <a:pt x="3349" y="102021"/>
                </a:lnTo>
                <a:cubicBezTo>
                  <a:pt x="12130" y="101872"/>
                  <a:pt x="18790" y="101203"/>
                  <a:pt x="23329" y="100012"/>
                </a:cubicBezTo>
                <a:cubicBezTo>
                  <a:pt x="27868" y="98821"/>
                  <a:pt x="31664" y="97184"/>
                  <a:pt x="34715" y="95101"/>
                </a:cubicBezTo>
                <a:cubicBezTo>
                  <a:pt x="37766" y="93017"/>
                  <a:pt x="40556" y="90041"/>
                  <a:pt x="43086" y="86171"/>
                </a:cubicBezTo>
                <a:cubicBezTo>
                  <a:pt x="45616" y="82302"/>
                  <a:pt x="48072" y="77353"/>
                  <a:pt x="50453" y="71325"/>
                </a:cubicBezTo>
                <a:cubicBezTo>
                  <a:pt x="52834" y="65298"/>
                  <a:pt x="56406" y="54768"/>
                  <a:pt x="61169" y="39737"/>
                </a:cubicBezTo>
                <a:close/>
                <a:moveTo>
                  <a:pt x="881509" y="18975"/>
                </a:moveTo>
                <a:cubicBezTo>
                  <a:pt x="871240" y="18975"/>
                  <a:pt x="862646" y="22026"/>
                  <a:pt x="855725" y="28128"/>
                </a:cubicBezTo>
                <a:cubicBezTo>
                  <a:pt x="848804" y="34230"/>
                  <a:pt x="843223" y="43011"/>
                  <a:pt x="838982" y="54471"/>
                </a:cubicBezTo>
                <a:cubicBezTo>
                  <a:pt x="834740" y="65930"/>
                  <a:pt x="831726" y="79883"/>
                  <a:pt x="829940" y="96329"/>
                </a:cubicBezTo>
                <a:cubicBezTo>
                  <a:pt x="828155" y="112774"/>
                  <a:pt x="827262" y="131340"/>
                  <a:pt x="827262" y="152028"/>
                </a:cubicBezTo>
                <a:cubicBezTo>
                  <a:pt x="827262" y="200545"/>
                  <a:pt x="831764" y="236153"/>
                  <a:pt x="840768" y="258849"/>
                </a:cubicBezTo>
                <a:cubicBezTo>
                  <a:pt x="849772" y="281545"/>
                  <a:pt x="863725" y="292893"/>
                  <a:pt x="882626" y="292893"/>
                </a:cubicBezTo>
                <a:cubicBezTo>
                  <a:pt x="900634" y="292893"/>
                  <a:pt x="913991" y="282215"/>
                  <a:pt x="922698" y="260858"/>
                </a:cubicBezTo>
                <a:cubicBezTo>
                  <a:pt x="931404" y="239501"/>
                  <a:pt x="935757" y="206424"/>
                  <a:pt x="935757" y="161627"/>
                </a:cubicBezTo>
                <a:cubicBezTo>
                  <a:pt x="935757" y="127396"/>
                  <a:pt x="933525" y="99677"/>
                  <a:pt x="929060" y="78469"/>
                </a:cubicBezTo>
                <a:cubicBezTo>
                  <a:pt x="924595" y="57261"/>
                  <a:pt x="918382" y="42044"/>
                  <a:pt x="910419" y="32816"/>
                </a:cubicBezTo>
                <a:cubicBezTo>
                  <a:pt x="902457" y="23589"/>
                  <a:pt x="892820" y="18975"/>
                  <a:pt x="881509" y="18975"/>
                </a:cubicBezTo>
                <a:close/>
                <a:moveTo>
                  <a:pt x="882626" y="0"/>
                </a:moveTo>
                <a:cubicBezTo>
                  <a:pt x="915219" y="0"/>
                  <a:pt x="939478" y="12576"/>
                  <a:pt x="955403" y="37727"/>
                </a:cubicBezTo>
                <a:cubicBezTo>
                  <a:pt x="971327" y="62879"/>
                  <a:pt x="979290" y="100905"/>
                  <a:pt x="979290" y="151804"/>
                </a:cubicBezTo>
                <a:cubicBezTo>
                  <a:pt x="979290" y="204489"/>
                  <a:pt x="970769" y="244338"/>
                  <a:pt x="953728" y="271350"/>
                </a:cubicBezTo>
                <a:cubicBezTo>
                  <a:pt x="936688" y="298363"/>
                  <a:pt x="911796" y="311869"/>
                  <a:pt x="879054" y="311869"/>
                </a:cubicBezTo>
                <a:cubicBezTo>
                  <a:pt x="846907" y="311869"/>
                  <a:pt x="822983" y="299219"/>
                  <a:pt x="807281" y="273918"/>
                </a:cubicBezTo>
                <a:cubicBezTo>
                  <a:pt x="791580" y="248617"/>
                  <a:pt x="783729" y="210219"/>
                  <a:pt x="783729" y="158725"/>
                </a:cubicBezTo>
                <a:cubicBezTo>
                  <a:pt x="783729" y="131340"/>
                  <a:pt x="786148" y="107677"/>
                  <a:pt x="790985" y="87734"/>
                </a:cubicBezTo>
                <a:cubicBezTo>
                  <a:pt x="795822" y="67791"/>
                  <a:pt x="802593" y="51308"/>
                  <a:pt x="811300" y="38286"/>
                </a:cubicBezTo>
                <a:cubicBezTo>
                  <a:pt x="820006" y="25263"/>
                  <a:pt x="830461" y="15627"/>
                  <a:pt x="842665" y="9376"/>
                </a:cubicBezTo>
                <a:cubicBezTo>
                  <a:pt x="854869" y="3125"/>
                  <a:pt x="868189" y="0"/>
                  <a:pt x="88262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EB0E9791-13A1-47DA-8463-10690812C6C9}"/>
              </a:ext>
            </a:extLst>
          </p:cNvPr>
          <p:cNvCxnSpPr>
            <a:cxnSpLocks/>
          </p:cNvCxnSpPr>
          <p:nvPr/>
        </p:nvCxnSpPr>
        <p:spPr>
          <a:xfrm>
            <a:off x="8285945" y="1641466"/>
            <a:ext cx="0" cy="24924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BF34EC87-331E-4383-8421-9BE338868A7B}"/>
              </a:ext>
            </a:extLst>
          </p:cNvPr>
          <p:cNvCxnSpPr>
            <a:cxnSpLocks/>
          </p:cNvCxnSpPr>
          <p:nvPr/>
        </p:nvCxnSpPr>
        <p:spPr>
          <a:xfrm>
            <a:off x="8293728" y="2213185"/>
            <a:ext cx="0" cy="160170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BF98B58-9A77-4677-9E90-070B6F2AE2D5}"/>
              </a:ext>
            </a:extLst>
          </p:cNvPr>
          <p:cNvGrpSpPr/>
          <p:nvPr/>
        </p:nvGrpSpPr>
        <p:grpSpPr>
          <a:xfrm>
            <a:off x="6886081" y="3995956"/>
            <a:ext cx="1411102" cy="207824"/>
            <a:chOff x="6886081" y="3995956"/>
            <a:chExt cx="1411102" cy="207824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2B15F7-E297-465A-A6BD-544E0B1D02DB}"/>
                </a:ext>
              </a:extLst>
            </p:cNvPr>
            <p:cNvSpPr txBox="1"/>
            <p:nvPr/>
          </p:nvSpPr>
          <p:spPr>
            <a:xfrm>
              <a:off x="6886081" y="3995956"/>
              <a:ext cx="214765" cy="207824"/>
            </a:xfrm>
            <a:custGeom>
              <a:avLst/>
              <a:gdLst/>
              <a:ahLst/>
              <a:cxnLst/>
              <a:rect l="l" t="t" r="r" b="b"/>
              <a:pathLst>
                <a:path w="206667" h="199988">
                  <a:moveTo>
                    <a:pt x="165227" y="100283"/>
                  </a:moveTo>
                  <a:cubicBezTo>
                    <a:pt x="163888" y="100283"/>
                    <a:pt x="162353" y="100311"/>
                    <a:pt x="160623" y="100366"/>
                  </a:cubicBezTo>
                  <a:cubicBezTo>
                    <a:pt x="158893" y="100422"/>
                    <a:pt x="157219" y="100450"/>
                    <a:pt x="155600" y="100450"/>
                  </a:cubicBezTo>
                  <a:lnTo>
                    <a:pt x="145638" y="144234"/>
                  </a:lnTo>
                  <a:lnTo>
                    <a:pt x="155600" y="144234"/>
                  </a:lnTo>
                  <a:cubicBezTo>
                    <a:pt x="166651" y="144234"/>
                    <a:pt x="175134" y="141987"/>
                    <a:pt x="181050" y="137494"/>
                  </a:cubicBezTo>
                  <a:cubicBezTo>
                    <a:pt x="186966" y="133002"/>
                    <a:pt x="189924" y="126179"/>
                    <a:pt x="189924" y="117026"/>
                  </a:cubicBezTo>
                  <a:cubicBezTo>
                    <a:pt x="189924" y="113956"/>
                    <a:pt x="189463" y="111347"/>
                    <a:pt x="188542" y="109198"/>
                  </a:cubicBezTo>
                  <a:cubicBezTo>
                    <a:pt x="187621" y="107050"/>
                    <a:pt x="186156" y="105320"/>
                    <a:pt x="184147" y="104008"/>
                  </a:cubicBezTo>
                  <a:cubicBezTo>
                    <a:pt x="182138" y="102697"/>
                    <a:pt x="179585" y="101748"/>
                    <a:pt x="176487" y="101162"/>
                  </a:cubicBezTo>
                  <a:cubicBezTo>
                    <a:pt x="173390" y="100576"/>
                    <a:pt x="169636" y="100283"/>
                    <a:pt x="165227" y="100283"/>
                  </a:cubicBezTo>
                  <a:close/>
                  <a:moveTo>
                    <a:pt x="129899" y="91409"/>
                  </a:moveTo>
                  <a:lnTo>
                    <a:pt x="168325" y="91409"/>
                  </a:lnTo>
                  <a:cubicBezTo>
                    <a:pt x="175692" y="91409"/>
                    <a:pt x="181831" y="92051"/>
                    <a:pt x="186742" y="93334"/>
                  </a:cubicBezTo>
                  <a:cubicBezTo>
                    <a:pt x="191654" y="94618"/>
                    <a:pt x="195588" y="96390"/>
                    <a:pt x="198546" y="98650"/>
                  </a:cubicBezTo>
                  <a:cubicBezTo>
                    <a:pt x="201504" y="100911"/>
                    <a:pt x="203597" y="103576"/>
                    <a:pt x="204825" y="106645"/>
                  </a:cubicBezTo>
                  <a:cubicBezTo>
                    <a:pt x="206053" y="109715"/>
                    <a:pt x="206667" y="113035"/>
                    <a:pt x="206667" y="116607"/>
                  </a:cubicBezTo>
                  <a:cubicBezTo>
                    <a:pt x="206667" y="124867"/>
                    <a:pt x="204141" y="131760"/>
                    <a:pt x="199090" y="137285"/>
                  </a:cubicBezTo>
                  <a:cubicBezTo>
                    <a:pt x="194040" y="142810"/>
                    <a:pt x="186380" y="147024"/>
                    <a:pt x="176110" y="149926"/>
                  </a:cubicBezTo>
                  <a:cubicBezTo>
                    <a:pt x="175999" y="150149"/>
                    <a:pt x="175943" y="150345"/>
                    <a:pt x="175943" y="150512"/>
                  </a:cubicBezTo>
                  <a:cubicBezTo>
                    <a:pt x="175943" y="150680"/>
                    <a:pt x="175943" y="150875"/>
                    <a:pt x="175943" y="151098"/>
                  </a:cubicBezTo>
                  <a:cubicBezTo>
                    <a:pt x="178566" y="152884"/>
                    <a:pt x="180673" y="155117"/>
                    <a:pt x="182264" y="157795"/>
                  </a:cubicBezTo>
                  <a:cubicBezTo>
                    <a:pt x="183854" y="160474"/>
                    <a:pt x="185235" y="164018"/>
                    <a:pt x="186407" y="168427"/>
                  </a:cubicBezTo>
                  <a:cubicBezTo>
                    <a:pt x="187747" y="173674"/>
                    <a:pt x="188849" y="177915"/>
                    <a:pt x="189714" y="181152"/>
                  </a:cubicBezTo>
                  <a:cubicBezTo>
                    <a:pt x="190579" y="184389"/>
                    <a:pt x="191584" y="186943"/>
                    <a:pt x="192728" y="188812"/>
                  </a:cubicBezTo>
                  <a:cubicBezTo>
                    <a:pt x="193872" y="190682"/>
                    <a:pt x="195323" y="192049"/>
                    <a:pt x="197081" y="192914"/>
                  </a:cubicBezTo>
                  <a:cubicBezTo>
                    <a:pt x="198839" y="193779"/>
                    <a:pt x="201225" y="194435"/>
                    <a:pt x="204239" y="194882"/>
                  </a:cubicBezTo>
                  <a:lnTo>
                    <a:pt x="203067" y="199988"/>
                  </a:lnTo>
                  <a:lnTo>
                    <a:pt x="178706" y="199988"/>
                  </a:lnTo>
                  <a:cubicBezTo>
                    <a:pt x="177701" y="197812"/>
                    <a:pt x="176724" y="195147"/>
                    <a:pt x="175776" y="191993"/>
                  </a:cubicBezTo>
                  <a:cubicBezTo>
                    <a:pt x="174827" y="188840"/>
                    <a:pt x="173990" y="185757"/>
                    <a:pt x="173264" y="182743"/>
                  </a:cubicBezTo>
                  <a:cubicBezTo>
                    <a:pt x="172148" y="178334"/>
                    <a:pt x="171213" y="174525"/>
                    <a:pt x="170460" y="171316"/>
                  </a:cubicBezTo>
                  <a:cubicBezTo>
                    <a:pt x="169706" y="168106"/>
                    <a:pt x="168967" y="165400"/>
                    <a:pt x="168241" y="163195"/>
                  </a:cubicBezTo>
                  <a:cubicBezTo>
                    <a:pt x="167516" y="160991"/>
                    <a:pt x="166762" y="159233"/>
                    <a:pt x="165981" y="157921"/>
                  </a:cubicBezTo>
                  <a:cubicBezTo>
                    <a:pt x="165199" y="156609"/>
                    <a:pt x="164279" y="155563"/>
                    <a:pt x="163218" y="154782"/>
                  </a:cubicBezTo>
                  <a:cubicBezTo>
                    <a:pt x="162158" y="154000"/>
                    <a:pt x="160874" y="153484"/>
                    <a:pt x="159367" y="153233"/>
                  </a:cubicBezTo>
                  <a:cubicBezTo>
                    <a:pt x="157860" y="152982"/>
                    <a:pt x="156019" y="152800"/>
                    <a:pt x="153842" y="152689"/>
                  </a:cubicBezTo>
                  <a:lnTo>
                    <a:pt x="143880" y="152689"/>
                  </a:lnTo>
                  <a:cubicBezTo>
                    <a:pt x="143210" y="155647"/>
                    <a:pt x="142485" y="158828"/>
                    <a:pt x="141703" y="162232"/>
                  </a:cubicBezTo>
                  <a:cubicBezTo>
                    <a:pt x="140922" y="165637"/>
                    <a:pt x="140154" y="168958"/>
                    <a:pt x="139401" y="172195"/>
                  </a:cubicBezTo>
                  <a:cubicBezTo>
                    <a:pt x="138648" y="175432"/>
                    <a:pt x="138020" y="178459"/>
                    <a:pt x="137517" y="181278"/>
                  </a:cubicBezTo>
                  <a:cubicBezTo>
                    <a:pt x="137015" y="184096"/>
                    <a:pt x="136764" y="186370"/>
                    <a:pt x="136764" y="188101"/>
                  </a:cubicBezTo>
                  <a:cubicBezTo>
                    <a:pt x="136764" y="189273"/>
                    <a:pt x="136904" y="190263"/>
                    <a:pt x="137183" y="191073"/>
                  </a:cubicBezTo>
                  <a:cubicBezTo>
                    <a:pt x="137462" y="191882"/>
                    <a:pt x="137950" y="192538"/>
                    <a:pt x="138648" y="193040"/>
                  </a:cubicBezTo>
                  <a:cubicBezTo>
                    <a:pt x="139345" y="193542"/>
                    <a:pt x="140294" y="193933"/>
                    <a:pt x="141494" y="194212"/>
                  </a:cubicBezTo>
                  <a:cubicBezTo>
                    <a:pt x="142694" y="194491"/>
                    <a:pt x="144215" y="194714"/>
                    <a:pt x="146056" y="194882"/>
                  </a:cubicBezTo>
                  <a:lnTo>
                    <a:pt x="144968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82" y="194254"/>
                    <a:pt x="114370" y="193835"/>
                  </a:cubicBezTo>
                  <a:cubicBezTo>
                    <a:pt x="115458" y="193417"/>
                    <a:pt x="116435" y="192607"/>
                    <a:pt x="117300" y="191407"/>
                  </a:cubicBezTo>
                  <a:cubicBezTo>
                    <a:pt x="118165" y="190207"/>
                    <a:pt x="118960" y="188408"/>
                    <a:pt x="119686" y="186008"/>
                  </a:cubicBezTo>
                  <a:cubicBezTo>
                    <a:pt x="120412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4" y="110301"/>
                    <a:pt x="137183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8" y="98357"/>
                  </a:cubicBezTo>
                  <a:cubicBezTo>
                    <a:pt x="134462" y="97297"/>
                    <a:pt x="132104" y="96739"/>
                    <a:pt x="128644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9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7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6" y="0"/>
                  </a:lnTo>
                  <a:lnTo>
                    <a:pt x="130709" y="0"/>
                  </a:lnTo>
                  <a:lnTo>
                    <a:pt x="129481" y="5470"/>
                  </a:lnTo>
                  <a:cubicBezTo>
                    <a:pt x="127472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0D6692F3-996B-4A09-8689-908B9341D440}"/>
                </a:ext>
              </a:extLst>
            </p:cNvPr>
            <p:cNvCxnSpPr>
              <a:cxnSpLocks/>
            </p:cNvCxnSpPr>
            <p:nvPr/>
          </p:nvCxnSpPr>
          <p:spPr>
            <a:xfrm>
              <a:off x="7241078" y="4100090"/>
              <a:ext cx="105610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96B80B81-49C2-4B74-8156-DC05D7CB7F8A}"/>
              </a:ext>
            </a:extLst>
          </p:cNvPr>
          <p:cNvGrpSpPr/>
          <p:nvPr/>
        </p:nvGrpSpPr>
        <p:grpSpPr>
          <a:xfrm>
            <a:off x="6903674" y="3646944"/>
            <a:ext cx="1373637" cy="207824"/>
            <a:chOff x="6903674" y="3646944"/>
            <a:chExt cx="1373637" cy="207824"/>
          </a:xfrm>
        </p:grpSpPr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80CFA601-F161-492A-BF24-489233A2A583}"/>
                </a:ext>
              </a:extLst>
            </p:cNvPr>
            <p:cNvSpPr txBox="1"/>
            <p:nvPr/>
          </p:nvSpPr>
          <p:spPr>
            <a:xfrm>
              <a:off x="6903674" y="3646944"/>
              <a:ext cx="179580" cy="207824"/>
            </a:xfrm>
            <a:custGeom>
              <a:avLst/>
              <a:gdLst/>
              <a:ahLst/>
              <a:cxnLst/>
              <a:rect l="l" t="t" r="r" b="b"/>
              <a:pathLst>
                <a:path w="172808" h="199988">
                  <a:moveTo>
                    <a:pt x="131368" y="100283"/>
                  </a:moveTo>
                  <a:cubicBezTo>
                    <a:pt x="130029" y="100283"/>
                    <a:pt x="128494" y="100311"/>
                    <a:pt x="126764" y="100366"/>
                  </a:cubicBezTo>
                  <a:cubicBezTo>
                    <a:pt x="125034" y="100422"/>
                    <a:pt x="123360" y="100450"/>
                    <a:pt x="121741" y="100450"/>
                  </a:cubicBezTo>
                  <a:lnTo>
                    <a:pt x="111779" y="144234"/>
                  </a:lnTo>
                  <a:lnTo>
                    <a:pt x="121741" y="144234"/>
                  </a:lnTo>
                  <a:cubicBezTo>
                    <a:pt x="132792" y="144234"/>
                    <a:pt x="141275" y="141987"/>
                    <a:pt x="147191" y="137494"/>
                  </a:cubicBezTo>
                  <a:cubicBezTo>
                    <a:pt x="153107" y="133002"/>
                    <a:pt x="156065" y="126179"/>
                    <a:pt x="156065" y="117026"/>
                  </a:cubicBezTo>
                  <a:cubicBezTo>
                    <a:pt x="156065" y="113956"/>
                    <a:pt x="155604" y="111347"/>
                    <a:pt x="154683" y="109198"/>
                  </a:cubicBezTo>
                  <a:cubicBezTo>
                    <a:pt x="153762" y="107050"/>
                    <a:pt x="152297" y="105320"/>
                    <a:pt x="150288" y="104008"/>
                  </a:cubicBezTo>
                  <a:cubicBezTo>
                    <a:pt x="148279" y="102697"/>
                    <a:pt x="145726" y="101748"/>
                    <a:pt x="142628" y="101162"/>
                  </a:cubicBezTo>
                  <a:cubicBezTo>
                    <a:pt x="139531" y="100576"/>
                    <a:pt x="135777" y="100283"/>
                    <a:pt x="131368" y="100283"/>
                  </a:cubicBezTo>
                  <a:close/>
                  <a:moveTo>
                    <a:pt x="96040" y="91409"/>
                  </a:moveTo>
                  <a:lnTo>
                    <a:pt x="134466" y="91409"/>
                  </a:lnTo>
                  <a:cubicBezTo>
                    <a:pt x="141833" y="91409"/>
                    <a:pt x="147972" y="92051"/>
                    <a:pt x="152883" y="93334"/>
                  </a:cubicBezTo>
                  <a:cubicBezTo>
                    <a:pt x="157795" y="94618"/>
                    <a:pt x="161729" y="96390"/>
                    <a:pt x="164687" y="98650"/>
                  </a:cubicBezTo>
                  <a:cubicBezTo>
                    <a:pt x="167645" y="100911"/>
                    <a:pt x="169738" y="103576"/>
                    <a:pt x="170966" y="106645"/>
                  </a:cubicBezTo>
                  <a:cubicBezTo>
                    <a:pt x="172194" y="109715"/>
                    <a:pt x="172808" y="113035"/>
                    <a:pt x="172808" y="116607"/>
                  </a:cubicBezTo>
                  <a:cubicBezTo>
                    <a:pt x="172808" y="124867"/>
                    <a:pt x="170282" y="131760"/>
                    <a:pt x="165231" y="137285"/>
                  </a:cubicBezTo>
                  <a:cubicBezTo>
                    <a:pt x="160181" y="142810"/>
                    <a:pt x="152521" y="147024"/>
                    <a:pt x="142251" y="149926"/>
                  </a:cubicBezTo>
                  <a:cubicBezTo>
                    <a:pt x="142140" y="150149"/>
                    <a:pt x="142084" y="150345"/>
                    <a:pt x="142084" y="150512"/>
                  </a:cubicBezTo>
                  <a:cubicBezTo>
                    <a:pt x="142084" y="150680"/>
                    <a:pt x="142084" y="150875"/>
                    <a:pt x="142084" y="151098"/>
                  </a:cubicBezTo>
                  <a:cubicBezTo>
                    <a:pt x="144707" y="152884"/>
                    <a:pt x="146814" y="155117"/>
                    <a:pt x="148405" y="157795"/>
                  </a:cubicBezTo>
                  <a:cubicBezTo>
                    <a:pt x="149995" y="160474"/>
                    <a:pt x="151376" y="164018"/>
                    <a:pt x="152548" y="168427"/>
                  </a:cubicBezTo>
                  <a:cubicBezTo>
                    <a:pt x="153888" y="173674"/>
                    <a:pt x="154990" y="177915"/>
                    <a:pt x="155855" y="181152"/>
                  </a:cubicBezTo>
                  <a:cubicBezTo>
                    <a:pt x="156720" y="184389"/>
                    <a:pt x="157725" y="186943"/>
                    <a:pt x="158869" y="188812"/>
                  </a:cubicBezTo>
                  <a:cubicBezTo>
                    <a:pt x="160013" y="190682"/>
                    <a:pt x="161464" y="192049"/>
                    <a:pt x="163222" y="192914"/>
                  </a:cubicBezTo>
                  <a:cubicBezTo>
                    <a:pt x="164980" y="193779"/>
                    <a:pt x="167366" y="194435"/>
                    <a:pt x="170380" y="194882"/>
                  </a:cubicBezTo>
                  <a:lnTo>
                    <a:pt x="169208" y="199988"/>
                  </a:lnTo>
                  <a:lnTo>
                    <a:pt x="144847" y="199988"/>
                  </a:lnTo>
                  <a:cubicBezTo>
                    <a:pt x="143842" y="197812"/>
                    <a:pt x="142865" y="195147"/>
                    <a:pt x="141917" y="191993"/>
                  </a:cubicBezTo>
                  <a:cubicBezTo>
                    <a:pt x="140968" y="188840"/>
                    <a:pt x="140131" y="185757"/>
                    <a:pt x="139405" y="182743"/>
                  </a:cubicBezTo>
                  <a:cubicBezTo>
                    <a:pt x="138289" y="178334"/>
                    <a:pt x="137354" y="174525"/>
                    <a:pt x="136601" y="171316"/>
                  </a:cubicBezTo>
                  <a:cubicBezTo>
                    <a:pt x="135847" y="168106"/>
                    <a:pt x="135108" y="165400"/>
                    <a:pt x="134382" y="163195"/>
                  </a:cubicBezTo>
                  <a:cubicBezTo>
                    <a:pt x="133657" y="160991"/>
                    <a:pt x="132903" y="159233"/>
                    <a:pt x="132122" y="157921"/>
                  </a:cubicBezTo>
                  <a:cubicBezTo>
                    <a:pt x="131340" y="156609"/>
                    <a:pt x="130420" y="155563"/>
                    <a:pt x="129359" y="154782"/>
                  </a:cubicBezTo>
                  <a:cubicBezTo>
                    <a:pt x="128299" y="154000"/>
                    <a:pt x="127015" y="153484"/>
                    <a:pt x="125508" y="153233"/>
                  </a:cubicBezTo>
                  <a:cubicBezTo>
                    <a:pt x="124001" y="152982"/>
                    <a:pt x="122160" y="152800"/>
                    <a:pt x="119983" y="152689"/>
                  </a:cubicBezTo>
                  <a:lnTo>
                    <a:pt x="110021" y="152689"/>
                  </a:lnTo>
                  <a:cubicBezTo>
                    <a:pt x="109351" y="155647"/>
                    <a:pt x="108626" y="158828"/>
                    <a:pt x="107844" y="162232"/>
                  </a:cubicBezTo>
                  <a:cubicBezTo>
                    <a:pt x="107063" y="165637"/>
                    <a:pt x="106295" y="168958"/>
                    <a:pt x="105542" y="172195"/>
                  </a:cubicBezTo>
                  <a:cubicBezTo>
                    <a:pt x="104789" y="175432"/>
                    <a:pt x="104161" y="178459"/>
                    <a:pt x="103658" y="181278"/>
                  </a:cubicBezTo>
                  <a:cubicBezTo>
                    <a:pt x="103156" y="184096"/>
                    <a:pt x="102905" y="186370"/>
                    <a:pt x="102905" y="188101"/>
                  </a:cubicBezTo>
                  <a:cubicBezTo>
                    <a:pt x="102905" y="189273"/>
                    <a:pt x="103045" y="190263"/>
                    <a:pt x="103324" y="191073"/>
                  </a:cubicBezTo>
                  <a:cubicBezTo>
                    <a:pt x="103603" y="191882"/>
                    <a:pt x="104091" y="192538"/>
                    <a:pt x="104789" y="193040"/>
                  </a:cubicBezTo>
                  <a:cubicBezTo>
                    <a:pt x="105486" y="193542"/>
                    <a:pt x="106435" y="193933"/>
                    <a:pt x="107635" y="194212"/>
                  </a:cubicBezTo>
                  <a:cubicBezTo>
                    <a:pt x="108835" y="194491"/>
                    <a:pt x="110356" y="194714"/>
                    <a:pt x="112197" y="194882"/>
                  </a:cubicBezTo>
                  <a:lnTo>
                    <a:pt x="111109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23" y="194254"/>
                    <a:pt x="80511" y="193835"/>
                  </a:cubicBezTo>
                  <a:cubicBezTo>
                    <a:pt x="81599" y="193417"/>
                    <a:pt x="82576" y="192607"/>
                    <a:pt x="83441" y="191407"/>
                  </a:cubicBezTo>
                  <a:cubicBezTo>
                    <a:pt x="84306" y="190207"/>
                    <a:pt x="85101" y="188408"/>
                    <a:pt x="85827" y="186008"/>
                  </a:cubicBezTo>
                  <a:cubicBezTo>
                    <a:pt x="86553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5" y="110301"/>
                    <a:pt x="103324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9" y="98357"/>
                  </a:cubicBezTo>
                  <a:cubicBezTo>
                    <a:pt x="100603" y="97297"/>
                    <a:pt x="98245" y="96739"/>
                    <a:pt x="94785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6"/>
                    <a:pt x="57931" y="26120"/>
                    <a:pt x="56368" y="33263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0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467AE757-E252-414E-A95A-EDC173A90C5C}"/>
                </a:ext>
              </a:extLst>
            </p:cNvPr>
            <p:cNvCxnSpPr>
              <a:cxnSpLocks/>
            </p:cNvCxnSpPr>
            <p:nvPr/>
          </p:nvCxnSpPr>
          <p:spPr>
            <a:xfrm>
              <a:off x="7221206" y="3783427"/>
              <a:ext cx="105610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7D404F2-C2C2-4F03-832E-41C4292EA634}"/>
              </a:ext>
            </a:extLst>
          </p:cNvPr>
          <p:cNvSpPr txBox="1"/>
          <p:nvPr/>
        </p:nvSpPr>
        <p:spPr>
          <a:xfrm>
            <a:off x="1059541" y="1509507"/>
            <a:ext cx="1515207" cy="561784"/>
          </a:xfrm>
          <a:custGeom>
            <a:avLst/>
            <a:gdLst/>
            <a:ahLst/>
            <a:cxnLst/>
            <a:rect l="l" t="t" r="r" b="b"/>
            <a:pathLst>
              <a:path w="1412862" h="523838">
                <a:moveTo>
                  <a:pt x="1131493" y="424133"/>
                </a:moveTo>
                <a:cubicBezTo>
                  <a:pt x="1130154" y="424133"/>
                  <a:pt x="1128619" y="424161"/>
                  <a:pt x="1126889" y="424216"/>
                </a:cubicBezTo>
                <a:cubicBezTo>
                  <a:pt x="1125159" y="424272"/>
                  <a:pt x="1123485" y="424300"/>
                  <a:pt x="1121866" y="424300"/>
                </a:cubicBezTo>
                <a:lnTo>
                  <a:pt x="1111904" y="468083"/>
                </a:lnTo>
                <a:lnTo>
                  <a:pt x="1121866" y="468083"/>
                </a:lnTo>
                <a:cubicBezTo>
                  <a:pt x="1132916" y="468083"/>
                  <a:pt x="1141400" y="465837"/>
                  <a:pt x="1147316" y="461344"/>
                </a:cubicBezTo>
                <a:cubicBezTo>
                  <a:pt x="1153232" y="456852"/>
                  <a:pt x="1156189" y="450029"/>
                  <a:pt x="1156189" y="440876"/>
                </a:cubicBezTo>
                <a:cubicBezTo>
                  <a:pt x="1156189" y="437806"/>
                  <a:pt x="1155729" y="435197"/>
                  <a:pt x="1154808" y="433048"/>
                </a:cubicBezTo>
                <a:cubicBezTo>
                  <a:pt x="1153887" y="430900"/>
                  <a:pt x="1152422" y="429170"/>
                  <a:pt x="1150413" y="427858"/>
                </a:cubicBezTo>
                <a:cubicBezTo>
                  <a:pt x="1148404" y="426546"/>
                  <a:pt x="1145851" y="425598"/>
                  <a:pt x="1142753" y="425012"/>
                </a:cubicBezTo>
                <a:cubicBezTo>
                  <a:pt x="1139656" y="424426"/>
                  <a:pt x="1135902" y="424133"/>
                  <a:pt x="1131493" y="424133"/>
                </a:cubicBezTo>
                <a:close/>
                <a:moveTo>
                  <a:pt x="1096165" y="415259"/>
                </a:moveTo>
                <a:lnTo>
                  <a:pt x="1134591" y="415259"/>
                </a:lnTo>
                <a:cubicBezTo>
                  <a:pt x="1141958" y="415259"/>
                  <a:pt x="1148097" y="415901"/>
                  <a:pt x="1153008" y="417184"/>
                </a:cubicBezTo>
                <a:cubicBezTo>
                  <a:pt x="1157920" y="418468"/>
                  <a:pt x="1161854" y="420240"/>
                  <a:pt x="1164812" y="422500"/>
                </a:cubicBezTo>
                <a:cubicBezTo>
                  <a:pt x="1167770" y="424761"/>
                  <a:pt x="1169863" y="427426"/>
                  <a:pt x="1171091" y="430495"/>
                </a:cubicBezTo>
                <a:cubicBezTo>
                  <a:pt x="1172319" y="433565"/>
                  <a:pt x="1172933" y="436885"/>
                  <a:pt x="1172933" y="440457"/>
                </a:cubicBezTo>
                <a:cubicBezTo>
                  <a:pt x="1172933" y="448717"/>
                  <a:pt x="1170407" y="455610"/>
                  <a:pt x="1165356" y="461135"/>
                </a:cubicBezTo>
                <a:cubicBezTo>
                  <a:pt x="1160306" y="466660"/>
                  <a:pt x="1152646" y="470874"/>
                  <a:pt x="1142376" y="473776"/>
                </a:cubicBezTo>
                <a:cubicBezTo>
                  <a:pt x="1142265" y="473999"/>
                  <a:pt x="1142209" y="474195"/>
                  <a:pt x="1142209" y="474362"/>
                </a:cubicBezTo>
                <a:cubicBezTo>
                  <a:pt x="1142209" y="474530"/>
                  <a:pt x="1142209" y="474725"/>
                  <a:pt x="1142209" y="474948"/>
                </a:cubicBezTo>
                <a:cubicBezTo>
                  <a:pt x="1144832" y="476734"/>
                  <a:pt x="1146939" y="478967"/>
                  <a:pt x="1148529" y="481645"/>
                </a:cubicBezTo>
                <a:cubicBezTo>
                  <a:pt x="1150120" y="484324"/>
                  <a:pt x="1151501" y="487868"/>
                  <a:pt x="1152673" y="492277"/>
                </a:cubicBezTo>
                <a:cubicBezTo>
                  <a:pt x="1154013" y="497524"/>
                  <a:pt x="1155115" y="501765"/>
                  <a:pt x="1155980" y="505002"/>
                </a:cubicBezTo>
                <a:cubicBezTo>
                  <a:pt x="1156845" y="508239"/>
                  <a:pt x="1157850" y="510793"/>
                  <a:pt x="1158994" y="512662"/>
                </a:cubicBezTo>
                <a:cubicBezTo>
                  <a:pt x="1160138" y="514532"/>
                  <a:pt x="1161589" y="515899"/>
                  <a:pt x="1163347" y="516764"/>
                </a:cubicBezTo>
                <a:cubicBezTo>
                  <a:pt x="1165105" y="517629"/>
                  <a:pt x="1167491" y="518285"/>
                  <a:pt x="1170505" y="518732"/>
                </a:cubicBezTo>
                <a:lnTo>
                  <a:pt x="1169333" y="523838"/>
                </a:lnTo>
                <a:lnTo>
                  <a:pt x="1144972" y="523838"/>
                </a:lnTo>
                <a:cubicBezTo>
                  <a:pt x="1143967" y="521662"/>
                  <a:pt x="1142990" y="518997"/>
                  <a:pt x="1142042" y="515843"/>
                </a:cubicBezTo>
                <a:cubicBezTo>
                  <a:pt x="1141093" y="512690"/>
                  <a:pt x="1140256" y="509607"/>
                  <a:pt x="1139530" y="506593"/>
                </a:cubicBezTo>
                <a:cubicBezTo>
                  <a:pt x="1138414" y="502184"/>
                  <a:pt x="1137479" y="498375"/>
                  <a:pt x="1136726" y="495166"/>
                </a:cubicBezTo>
                <a:cubicBezTo>
                  <a:pt x="1135972" y="491956"/>
                  <a:pt x="1135233" y="489250"/>
                  <a:pt x="1134507" y="487045"/>
                </a:cubicBezTo>
                <a:cubicBezTo>
                  <a:pt x="1133782" y="484841"/>
                  <a:pt x="1133028" y="483083"/>
                  <a:pt x="1132247" y="481771"/>
                </a:cubicBezTo>
                <a:cubicBezTo>
                  <a:pt x="1131465" y="480459"/>
                  <a:pt x="1130545" y="479413"/>
                  <a:pt x="1129484" y="478632"/>
                </a:cubicBezTo>
                <a:cubicBezTo>
                  <a:pt x="1128424" y="477850"/>
                  <a:pt x="1127140" y="477334"/>
                  <a:pt x="1125633" y="477083"/>
                </a:cubicBezTo>
                <a:cubicBezTo>
                  <a:pt x="1124126" y="476832"/>
                  <a:pt x="1122285" y="476650"/>
                  <a:pt x="1120108" y="476539"/>
                </a:cubicBezTo>
                <a:lnTo>
                  <a:pt x="1110146" y="476539"/>
                </a:lnTo>
                <a:cubicBezTo>
                  <a:pt x="1109476" y="479497"/>
                  <a:pt x="1108751" y="482678"/>
                  <a:pt x="1107969" y="486082"/>
                </a:cubicBezTo>
                <a:cubicBezTo>
                  <a:pt x="1107188" y="489487"/>
                  <a:pt x="1106420" y="492808"/>
                  <a:pt x="1105667" y="496045"/>
                </a:cubicBezTo>
                <a:cubicBezTo>
                  <a:pt x="1104914" y="499282"/>
                  <a:pt x="1104286" y="502309"/>
                  <a:pt x="1103783" y="505128"/>
                </a:cubicBezTo>
                <a:cubicBezTo>
                  <a:pt x="1103281" y="507946"/>
                  <a:pt x="1103030" y="510220"/>
                  <a:pt x="1103030" y="511951"/>
                </a:cubicBezTo>
                <a:cubicBezTo>
                  <a:pt x="1103030" y="513123"/>
                  <a:pt x="1103169" y="514113"/>
                  <a:pt x="1103449" y="514922"/>
                </a:cubicBezTo>
                <a:cubicBezTo>
                  <a:pt x="1103728" y="515732"/>
                  <a:pt x="1104216" y="516388"/>
                  <a:pt x="1104914" y="516890"/>
                </a:cubicBezTo>
                <a:cubicBezTo>
                  <a:pt x="1105611" y="517392"/>
                  <a:pt x="1106560" y="517783"/>
                  <a:pt x="1107760" y="518062"/>
                </a:cubicBezTo>
                <a:cubicBezTo>
                  <a:pt x="1108960" y="518341"/>
                  <a:pt x="1110481" y="518564"/>
                  <a:pt x="1112322" y="518732"/>
                </a:cubicBezTo>
                <a:lnTo>
                  <a:pt x="1111234" y="523838"/>
                </a:lnTo>
                <a:lnTo>
                  <a:pt x="1075487" y="523838"/>
                </a:lnTo>
                <a:lnTo>
                  <a:pt x="1076408" y="518732"/>
                </a:lnTo>
                <a:cubicBezTo>
                  <a:pt x="1078138" y="518453"/>
                  <a:pt x="1079548" y="518104"/>
                  <a:pt x="1080636" y="517685"/>
                </a:cubicBezTo>
                <a:cubicBezTo>
                  <a:pt x="1081724" y="517267"/>
                  <a:pt x="1082701" y="516457"/>
                  <a:pt x="1083566" y="515257"/>
                </a:cubicBezTo>
                <a:cubicBezTo>
                  <a:pt x="1084431" y="514057"/>
                  <a:pt x="1085226" y="512258"/>
                  <a:pt x="1085952" y="509858"/>
                </a:cubicBezTo>
                <a:cubicBezTo>
                  <a:pt x="1086677" y="507458"/>
                  <a:pt x="1087515" y="504109"/>
                  <a:pt x="1088463" y="499812"/>
                </a:cubicBezTo>
                <a:lnTo>
                  <a:pt x="1102193" y="438783"/>
                </a:lnTo>
                <a:cubicBezTo>
                  <a:pt x="1102751" y="436327"/>
                  <a:pt x="1103169" y="434151"/>
                  <a:pt x="1103449" y="432253"/>
                </a:cubicBezTo>
                <a:cubicBezTo>
                  <a:pt x="1103728" y="430356"/>
                  <a:pt x="1103867" y="428793"/>
                  <a:pt x="1103867" y="427565"/>
                </a:cubicBezTo>
                <a:cubicBezTo>
                  <a:pt x="1103867" y="425054"/>
                  <a:pt x="1103239" y="423268"/>
                  <a:pt x="1101983" y="422207"/>
                </a:cubicBezTo>
                <a:cubicBezTo>
                  <a:pt x="1100728" y="421147"/>
                  <a:pt x="1098370" y="420589"/>
                  <a:pt x="1094910" y="420533"/>
                </a:cubicBezTo>
                <a:close/>
                <a:moveTo>
                  <a:pt x="1007454" y="333673"/>
                </a:moveTo>
                <a:cubicBezTo>
                  <a:pt x="1003510" y="333673"/>
                  <a:pt x="999343" y="333822"/>
                  <a:pt x="994953" y="334120"/>
                </a:cubicBezTo>
                <a:lnTo>
                  <a:pt x="980665" y="398748"/>
                </a:lnTo>
                <a:lnTo>
                  <a:pt x="993837" y="398748"/>
                </a:lnTo>
                <a:cubicBezTo>
                  <a:pt x="1004627" y="398748"/>
                  <a:pt x="1013147" y="397297"/>
                  <a:pt x="1019398" y="394395"/>
                </a:cubicBezTo>
                <a:cubicBezTo>
                  <a:pt x="1025649" y="391493"/>
                  <a:pt x="1030597" y="386730"/>
                  <a:pt x="1034243" y="380107"/>
                </a:cubicBezTo>
                <a:cubicBezTo>
                  <a:pt x="1037890" y="373485"/>
                  <a:pt x="1039713" y="366341"/>
                  <a:pt x="1039713" y="358676"/>
                </a:cubicBezTo>
                <a:cubicBezTo>
                  <a:pt x="1039713" y="355476"/>
                  <a:pt x="1039415" y="352630"/>
                  <a:pt x="1038820" y="350137"/>
                </a:cubicBezTo>
                <a:cubicBezTo>
                  <a:pt x="1038225" y="347644"/>
                  <a:pt x="1037443" y="345579"/>
                  <a:pt x="1036476" y="343942"/>
                </a:cubicBezTo>
                <a:cubicBezTo>
                  <a:pt x="1035508" y="342305"/>
                  <a:pt x="1034281" y="340854"/>
                  <a:pt x="1032792" y="339589"/>
                </a:cubicBezTo>
                <a:cubicBezTo>
                  <a:pt x="1031304" y="338324"/>
                  <a:pt x="1029444" y="337226"/>
                  <a:pt x="1027211" y="336296"/>
                </a:cubicBezTo>
                <a:cubicBezTo>
                  <a:pt x="1024979" y="335366"/>
                  <a:pt x="1022393" y="334696"/>
                  <a:pt x="1019454" y="334287"/>
                </a:cubicBezTo>
                <a:cubicBezTo>
                  <a:pt x="1016514" y="333878"/>
                  <a:pt x="1012515" y="333673"/>
                  <a:pt x="1007454" y="333673"/>
                </a:cubicBezTo>
                <a:close/>
                <a:moveTo>
                  <a:pt x="962694" y="323850"/>
                </a:moveTo>
                <a:lnTo>
                  <a:pt x="1012366" y="323850"/>
                </a:lnTo>
                <a:cubicBezTo>
                  <a:pt x="1020254" y="323850"/>
                  <a:pt x="1026690" y="324316"/>
                  <a:pt x="1031676" y="325246"/>
                </a:cubicBezTo>
                <a:cubicBezTo>
                  <a:pt x="1036662" y="326176"/>
                  <a:pt x="1040922" y="327571"/>
                  <a:pt x="1044457" y="329431"/>
                </a:cubicBezTo>
                <a:cubicBezTo>
                  <a:pt x="1047991" y="331292"/>
                  <a:pt x="1050949" y="333692"/>
                  <a:pt x="1053331" y="336631"/>
                </a:cubicBezTo>
                <a:cubicBezTo>
                  <a:pt x="1055712" y="339570"/>
                  <a:pt x="1057498" y="342882"/>
                  <a:pt x="1058688" y="346565"/>
                </a:cubicBezTo>
                <a:cubicBezTo>
                  <a:pt x="1059879" y="350249"/>
                  <a:pt x="1060474" y="354174"/>
                  <a:pt x="1060474" y="358341"/>
                </a:cubicBezTo>
                <a:cubicBezTo>
                  <a:pt x="1060474" y="369801"/>
                  <a:pt x="1056977" y="379549"/>
                  <a:pt x="1049982" y="387586"/>
                </a:cubicBezTo>
                <a:cubicBezTo>
                  <a:pt x="1042987" y="395623"/>
                  <a:pt x="1032681" y="401725"/>
                  <a:pt x="1019063" y="405892"/>
                </a:cubicBezTo>
                <a:lnTo>
                  <a:pt x="1019063" y="407120"/>
                </a:lnTo>
                <a:cubicBezTo>
                  <a:pt x="1022635" y="409799"/>
                  <a:pt x="1025518" y="412998"/>
                  <a:pt x="1027714" y="416719"/>
                </a:cubicBezTo>
                <a:cubicBezTo>
                  <a:pt x="1029909" y="420440"/>
                  <a:pt x="1031676" y="425612"/>
                  <a:pt x="1033016" y="432235"/>
                </a:cubicBezTo>
                <a:lnTo>
                  <a:pt x="1035583" y="445183"/>
                </a:lnTo>
                <a:cubicBezTo>
                  <a:pt x="1036401" y="449275"/>
                  <a:pt x="1037332" y="452959"/>
                  <a:pt x="1038373" y="456233"/>
                </a:cubicBezTo>
                <a:cubicBezTo>
                  <a:pt x="1039415" y="459507"/>
                  <a:pt x="1040662" y="462112"/>
                  <a:pt x="1042113" y="464047"/>
                </a:cubicBezTo>
                <a:cubicBezTo>
                  <a:pt x="1043564" y="465981"/>
                  <a:pt x="1045201" y="467432"/>
                  <a:pt x="1047024" y="468400"/>
                </a:cubicBezTo>
                <a:cubicBezTo>
                  <a:pt x="1048847" y="469367"/>
                  <a:pt x="1051507" y="470148"/>
                  <a:pt x="1055005" y="470744"/>
                </a:cubicBezTo>
                <a:lnTo>
                  <a:pt x="1053889" y="476213"/>
                </a:lnTo>
                <a:lnTo>
                  <a:pt x="1022970" y="476213"/>
                </a:lnTo>
                <a:cubicBezTo>
                  <a:pt x="1020588" y="469590"/>
                  <a:pt x="1018468" y="461702"/>
                  <a:pt x="1016607" y="452550"/>
                </a:cubicBezTo>
                <a:lnTo>
                  <a:pt x="1011696" y="428886"/>
                </a:lnTo>
                <a:cubicBezTo>
                  <a:pt x="1010877" y="424793"/>
                  <a:pt x="1009891" y="421351"/>
                  <a:pt x="1008738" y="418561"/>
                </a:cubicBezTo>
                <a:cubicBezTo>
                  <a:pt x="1007585" y="415770"/>
                  <a:pt x="1006208" y="413612"/>
                  <a:pt x="1004608" y="412087"/>
                </a:cubicBezTo>
                <a:cubicBezTo>
                  <a:pt x="1003008" y="410561"/>
                  <a:pt x="1001148" y="409557"/>
                  <a:pt x="999027" y="409073"/>
                </a:cubicBezTo>
                <a:cubicBezTo>
                  <a:pt x="996906" y="408589"/>
                  <a:pt x="994320" y="408348"/>
                  <a:pt x="991269" y="408348"/>
                </a:cubicBezTo>
                <a:lnTo>
                  <a:pt x="978545" y="408348"/>
                </a:lnTo>
                <a:lnTo>
                  <a:pt x="970731" y="443731"/>
                </a:lnTo>
                <a:cubicBezTo>
                  <a:pt x="970061" y="446634"/>
                  <a:pt x="969596" y="448940"/>
                  <a:pt x="969336" y="450652"/>
                </a:cubicBezTo>
                <a:cubicBezTo>
                  <a:pt x="969075" y="452364"/>
                  <a:pt x="968852" y="454168"/>
                  <a:pt x="968666" y="456066"/>
                </a:cubicBezTo>
                <a:cubicBezTo>
                  <a:pt x="968480" y="457963"/>
                  <a:pt x="968387" y="459656"/>
                  <a:pt x="968387" y="461144"/>
                </a:cubicBezTo>
                <a:cubicBezTo>
                  <a:pt x="968387" y="463451"/>
                  <a:pt x="968759" y="465256"/>
                  <a:pt x="969503" y="466558"/>
                </a:cubicBezTo>
                <a:cubicBezTo>
                  <a:pt x="970247" y="467860"/>
                  <a:pt x="971364" y="468809"/>
                  <a:pt x="972852" y="469404"/>
                </a:cubicBezTo>
                <a:cubicBezTo>
                  <a:pt x="974340" y="470000"/>
                  <a:pt x="976907" y="470446"/>
                  <a:pt x="980554" y="470744"/>
                </a:cubicBezTo>
                <a:lnTo>
                  <a:pt x="979326" y="476213"/>
                </a:lnTo>
                <a:lnTo>
                  <a:pt x="933450" y="476213"/>
                </a:lnTo>
                <a:lnTo>
                  <a:pt x="934677" y="470744"/>
                </a:lnTo>
                <a:cubicBezTo>
                  <a:pt x="937505" y="470297"/>
                  <a:pt x="939626" y="469572"/>
                  <a:pt x="941040" y="468567"/>
                </a:cubicBezTo>
                <a:cubicBezTo>
                  <a:pt x="942454" y="467563"/>
                  <a:pt x="943644" y="466167"/>
                  <a:pt x="944612" y="464381"/>
                </a:cubicBezTo>
                <a:cubicBezTo>
                  <a:pt x="945579" y="462595"/>
                  <a:pt x="946472" y="460419"/>
                  <a:pt x="947291" y="457852"/>
                </a:cubicBezTo>
                <a:cubicBezTo>
                  <a:pt x="948109" y="455284"/>
                  <a:pt x="949337" y="450317"/>
                  <a:pt x="950974" y="442950"/>
                </a:cubicBezTo>
                <a:lnTo>
                  <a:pt x="969950" y="357002"/>
                </a:lnTo>
                <a:cubicBezTo>
                  <a:pt x="971587" y="349560"/>
                  <a:pt x="972405" y="343682"/>
                  <a:pt x="972405" y="339366"/>
                </a:cubicBezTo>
                <a:cubicBezTo>
                  <a:pt x="972405" y="335719"/>
                  <a:pt x="971550" y="333189"/>
                  <a:pt x="969838" y="331776"/>
                </a:cubicBezTo>
                <a:cubicBezTo>
                  <a:pt x="968127" y="330362"/>
                  <a:pt x="965336" y="329543"/>
                  <a:pt x="961467" y="329320"/>
                </a:cubicBezTo>
                <a:close/>
                <a:moveTo>
                  <a:pt x="131368" y="271733"/>
                </a:moveTo>
                <a:cubicBezTo>
                  <a:pt x="130029" y="271733"/>
                  <a:pt x="128494" y="271761"/>
                  <a:pt x="126764" y="271816"/>
                </a:cubicBezTo>
                <a:cubicBezTo>
                  <a:pt x="125034" y="271872"/>
                  <a:pt x="123360" y="271900"/>
                  <a:pt x="121741" y="271900"/>
                </a:cubicBezTo>
                <a:lnTo>
                  <a:pt x="111779" y="315683"/>
                </a:lnTo>
                <a:lnTo>
                  <a:pt x="121741" y="315683"/>
                </a:lnTo>
                <a:cubicBezTo>
                  <a:pt x="132792" y="315683"/>
                  <a:pt x="141275" y="313437"/>
                  <a:pt x="147191" y="308944"/>
                </a:cubicBezTo>
                <a:cubicBezTo>
                  <a:pt x="153107" y="304452"/>
                  <a:pt x="156065" y="297629"/>
                  <a:pt x="156065" y="288476"/>
                </a:cubicBezTo>
                <a:cubicBezTo>
                  <a:pt x="156065" y="285406"/>
                  <a:pt x="155604" y="282797"/>
                  <a:pt x="154683" y="280648"/>
                </a:cubicBezTo>
                <a:cubicBezTo>
                  <a:pt x="153762" y="278500"/>
                  <a:pt x="152297" y="276770"/>
                  <a:pt x="150288" y="275458"/>
                </a:cubicBezTo>
                <a:cubicBezTo>
                  <a:pt x="148279" y="274146"/>
                  <a:pt x="145726" y="273198"/>
                  <a:pt x="142628" y="272612"/>
                </a:cubicBezTo>
                <a:cubicBezTo>
                  <a:pt x="139531" y="272026"/>
                  <a:pt x="135777" y="271733"/>
                  <a:pt x="131368" y="271733"/>
                </a:cubicBezTo>
                <a:close/>
                <a:moveTo>
                  <a:pt x="96040" y="262859"/>
                </a:moveTo>
                <a:lnTo>
                  <a:pt x="134466" y="262859"/>
                </a:lnTo>
                <a:cubicBezTo>
                  <a:pt x="141833" y="262859"/>
                  <a:pt x="147972" y="263501"/>
                  <a:pt x="152883" y="264784"/>
                </a:cubicBezTo>
                <a:cubicBezTo>
                  <a:pt x="157795" y="266068"/>
                  <a:pt x="161729" y="267840"/>
                  <a:pt x="164687" y="270100"/>
                </a:cubicBezTo>
                <a:cubicBezTo>
                  <a:pt x="167645" y="272361"/>
                  <a:pt x="169738" y="275026"/>
                  <a:pt x="170966" y="278095"/>
                </a:cubicBezTo>
                <a:cubicBezTo>
                  <a:pt x="172194" y="281165"/>
                  <a:pt x="172808" y="284485"/>
                  <a:pt x="172808" y="288057"/>
                </a:cubicBezTo>
                <a:cubicBezTo>
                  <a:pt x="172808" y="296317"/>
                  <a:pt x="170282" y="303210"/>
                  <a:pt x="165231" y="308735"/>
                </a:cubicBezTo>
                <a:cubicBezTo>
                  <a:pt x="160181" y="314260"/>
                  <a:pt x="152521" y="318474"/>
                  <a:pt x="142251" y="321376"/>
                </a:cubicBezTo>
                <a:cubicBezTo>
                  <a:pt x="142140" y="321599"/>
                  <a:pt x="142084" y="321795"/>
                  <a:pt x="142084" y="321962"/>
                </a:cubicBezTo>
                <a:cubicBezTo>
                  <a:pt x="142084" y="322130"/>
                  <a:pt x="142084" y="322325"/>
                  <a:pt x="142084" y="322548"/>
                </a:cubicBezTo>
                <a:cubicBezTo>
                  <a:pt x="144707" y="324334"/>
                  <a:pt x="146814" y="326567"/>
                  <a:pt x="148405" y="329245"/>
                </a:cubicBezTo>
                <a:cubicBezTo>
                  <a:pt x="149995" y="331924"/>
                  <a:pt x="151376" y="335468"/>
                  <a:pt x="152548" y="339877"/>
                </a:cubicBezTo>
                <a:cubicBezTo>
                  <a:pt x="153888" y="345124"/>
                  <a:pt x="154990" y="349365"/>
                  <a:pt x="155855" y="352602"/>
                </a:cubicBezTo>
                <a:cubicBezTo>
                  <a:pt x="156720" y="355839"/>
                  <a:pt x="157725" y="358393"/>
                  <a:pt x="158869" y="360262"/>
                </a:cubicBezTo>
                <a:cubicBezTo>
                  <a:pt x="160013" y="362132"/>
                  <a:pt x="161464" y="363499"/>
                  <a:pt x="163222" y="364364"/>
                </a:cubicBezTo>
                <a:cubicBezTo>
                  <a:pt x="164980" y="365229"/>
                  <a:pt x="167366" y="365885"/>
                  <a:pt x="170380" y="366332"/>
                </a:cubicBezTo>
                <a:lnTo>
                  <a:pt x="169208" y="371438"/>
                </a:lnTo>
                <a:lnTo>
                  <a:pt x="144847" y="371438"/>
                </a:lnTo>
                <a:cubicBezTo>
                  <a:pt x="143842" y="369262"/>
                  <a:pt x="142865" y="366597"/>
                  <a:pt x="141917" y="363443"/>
                </a:cubicBezTo>
                <a:cubicBezTo>
                  <a:pt x="140968" y="360290"/>
                  <a:pt x="140131" y="357207"/>
                  <a:pt x="139405" y="354193"/>
                </a:cubicBezTo>
                <a:cubicBezTo>
                  <a:pt x="138289" y="349784"/>
                  <a:pt x="137354" y="345975"/>
                  <a:pt x="136601" y="342766"/>
                </a:cubicBezTo>
                <a:cubicBezTo>
                  <a:pt x="135847" y="339556"/>
                  <a:pt x="135108" y="336850"/>
                  <a:pt x="134382" y="334645"/>
                </a:cubicBezTo>
                <a:cubicBezTo>
                  <a:pt x="133657" y="332441"/>
                  <a:pt x="132903" y="330683"/>
                  <a:pt x="132122" y="329371"/>
                </a:cubicBezTo>
                <a:cubicBezTo>
                  <a:pt x="131340" y="328059"/>
                  <a:pt x="130420" y="327013"/>
                  <a:pt x="129359" y="326232"/>
                </a:cubicBezTo>
                <a:cubicBezTo>
                  <a:pt x="128299" y="325450"/>
                  <a:pt x="127015" y="324934"/>
                  <a:pt x="125508" y="324683"/>
                </a:cubicBezTo>
                <a:cubicBezTo>
                  <a:pt x="124001" y="324432"/>
                  <a:pt x="122160" y="324250"/>
                  <a:pt x="119983" y="324139"/>
                </a:cubicBezTo>
                <a:lnTo>
                  <a:pt x="110021" y="324139"/>
                </a:lnTo>
                <a:cubicBezTo>
                  <a:pt x="109351" y="327097"/>
                  <a:pt x="108626" y="330278"/>
                  <a:pt x="107844" y="333682"/>
                </a:cubicBezTo>
                <a:cubicBezTo>
                  <a:pt x="107063" y="337087"/>
                  <a:pt x="106295" y="340408"/>
                  <a:pt x="105542" y="343645"/>
                </a:cubicBezTo>
                <a:cubicBezTo>
                  <a:pt x="104789" y="346882"/>
                  <a:pt x="104161" y="349909"/>
                  <a:pt x="103658" y="352728"/>
                </a:cubicBezTo>
                <a:cubicBezTo>
                  <a:pt x="103156" y="355546"/>
                  <a:pt x="102905" y="357820"/>
                  <a:pt x="102905" y="359551"/>
                </a:cubicBezTo>
                <a:cubicBezTo>
                  <a:pt x="102905" y="360723"/>
                  <a:pt x="103045" y="361713"/>
                  <a:pt x="103324" y="362522"/>
                </a:cubicBezTo>
                <a:cubicBezTo>
                  <a:pt x="103603" y="363332"/>
                  <a:pt x="104091" y="363988"/>
                  <a:pt x="104789" y="364490"/>
                </a:cubicBezTo>
                <a:cubicBezTo>
                  <a:pt x="105486" y="364992"/>
                  <a:pt x="106435" y="365383"/>
                  <a:pt x="107635" y="365662"/>
                </a:cubicBezTo>
                <a:cubicBezTo>
                  <a:pt x="108835" y="365941"/>
                  <a:pt x="110356" y="366164"/>
                  <a:pt x="112197" y="366332"/>
                </a:cubicBezTo>
                <a:lnTo>
                  <a:pt x="111109" y="371438"/>
                </a:lnTo>
                <a:lnTo>
                  <a:pt x="75362" y="371438"/>
                </a:lnTo>
                <a:lnTo>
                  <a:pt x="76283" y="366332"/>
                </a:lnTo>
                <a:cubicBezTo>
                  <a:pt x="78013" y="366053"/>
                  <a:pt x="79423" y="365704"/>
                  <a:pt x="80511" y="365285"/>
                </a:cubicBezTo>
                <a:cubicBezTo>
                  <a:pt x="81599" y="364867"/>
                  <a:pt x="82576" y="364057"/>
                  <a:pt x="83441" y="362857"/>
                </a:cubicBezTo>
                <a:cubicBezTo>
                  <a:pt x="84306" y="361657"/>
                  <a:pt x="85101" y="359858"/>
                  <a:pt x="85827" y="357458"/>
                </a:cubicBezTo>
                <a:cubicBezTo>
                  <a:pt x="86553" y="355058"/>
                  <a:pt x="87390" y="351709"/>
                  <a:pt x="88338" y="347412"/>
                </a:cubicBezTo>
                <a:lnTo>
                  <a:pt x="102068" y="286383"/>
                </a:lnTo>
                <a:cubicBezTo>
                  <a:pt x="102626" y="283927"/>
                  <a:pt x="103045" y="281751"/>
                  <a:pt x="103324" y="279853"/>
                </a:cubicBezTo>
                <a:cubicBezTo>
                  <a:pt x="103603" y="277956"/>
                  <a:pt x="103742" y="276393"/>
                  <a:pt x="103742" y="275165"/>
                </a:cubicBezTo>
                <a:cubicBezTo>
                  <a:pt x="103742" y="272654"/>
                  <a:pt x="103114" y="270868"/>
                  <a:pt x="101859" y="269807"/>
                </a:cubicBezTo>
                <a:cubicBezTo>
                  <a:pt x="100603" y="268747"/>
                  <a:pt x="98245" y="268189"/>
                  <a:pt x="94785" y="268133"/>
                </a:cubicBezTo>
                <a:close/>
                <a:moveTo>
                  <a:pt x="314250" y="261529"/>
                </a:moveTo>
                <a:cubicBezTo>
                  <a:pt x="323180" y="261529"/>
                  <a:pt x="333821" y="265435"/>
                  <a:pt x="346174" y="273249"/>
                </a:cubicBezTo>
                <a:cubicBezTo>
                  <a:pt x="358527" y="281062"/>
                  <a:pt x="367903" y="284969"/>
                  <a:pt x="374302" y="284969"/>
                </a:cubicBezTo>
                <a:cubicBezTo>
                  <a:pt x="380628" y="284969"/>
                  <a:pt x="385911" y="283295"/>
                  <a:pt x="390153" y="279946"/>
                </a:cubicBezTo>
                <a:cubicBezTo>
                  <a:pt x="394394" y="276598"/>
                  <a:pt x="398673" y="271389"/>
                  <a:pt x="402989" y="264319"/>
                </a:cubicBezTo>
                <a:lnTo>
                  <a:pt x="411919" y="270347"/>
                </a:lnTo>
                <a:cubicBezTo>
                  <a:pt x="408719" y="276970"/>
                  <a:pt x="403659" y="283648"/>
                  <a:pt x="396738" y="290383"/>
                </a:cubicBezTo>
                <a:cubicBezTo>
                  <a:pt x="389818" y="297117"/>
                  <a:pt x="381409" y="300484"/>
                  <a:pt x="371512" y="300484"/>
                </a:cubicBezTo>
                <a:cubicBezTo>
                  <a:pt x="361987" y="300484"/>
                  <a:pt x="351104" y="296578"/>
                  <a:pt x="338863" y="288764"/>
                </a:cubicBezTo>
                <a:cubicBezTo>
                  <a:pt x="326622" y="280951"/>
                  <a:pt x="317264" y="277044"/>
                  <a:pt x="310790" y="277044"/>
                </a:cubicBezTo>
                <a:cubicBezTo>
                  <a:pt x="305358" y="277044"/>
                  <a:pt x="300595" y="278756"/>
                  <a:pt x="296502" y="282179"/>
                </a:cubicBezTo>
                <a:cubicBezTo>
                  <a:pt x="292410" y="285602"/>
                  <a:pt x="288801" y="290587"/>
                  <a:pt x="285675" y="297136"/>
                </a:cubicBezTo>
                <a:lnTo>
                  <a:pt x="276969" y="292224"/>
                </a:lnTo>
                <a:cubicBezTo>
                  <a:pt x="280764" y="283444"/>
                  <a:pt x="285787" y="276132"/>
                  <a:pt x="292038" y="270291"/>
                </a:cubicBezTo>
                <a:cubicBezTo>
                  <a:pt x="298288" y="264449"/>
                  <a:pt x="305693" y="261529"/>
                  <a:pt x="314250" y="261529"/>
                </a:cubicBezTo>
                <a:close/>
                <a:moveTo>
                  <a:pt x="698487" y="257138"/>
                </a:moveTo>
                <a:lnTo>
                  <a:pt x="1055675" y="257138"/>
                </a:lnTo>
                <a:lnTo>
                  <a:pt x="1412862" y="257138"/>
                </a:lnTo>
                <a:lnTo>
                  <a:pt x="1412862" y="266663"/>
                </a:lnTo>
                <a:lnTo>
                  <a:pt x="1055675" y="266663"/>
                </a:lnTo>
                <a:lnTo>
                  <a:pt x="698487" y="266663"/>
                </a:lnTo>
                <a:close/>
                <a:moveTo>
                  <a:pt x="505569" y="251036"/>
                </a:moveTo>
                <a:lnTo>
                  <a:pt x="643086" y="251036"/>
                </a:lnTo>
                <a:lnTo>
                  <a:pt x="643086" y="265882"/>
                </a:lnTo>
                <a:lnTo>
                  <a:pt x="505569" y="265882"/>
                </a:lnTo>
                <a:close/>
                <a:moveTo>
                  <a:pt x="314250" y="217215"/>
                </a:moveTo>
                <a:cubicBezTo>
                  <a:pt x="323180" y="217215"/>
                  <a:pt x="333821" y="221122"/>
                  <a:pt x="346174" y="228935"/>
                </a:cubicBezTo>
                <a:cubicBezTo>
                  <a:pt x="358527" y="236749"/>
                  <a:pt x="367903" y="240656"/>
                  <a:pt x="374302" y="240656"/>
                </a:cubicBezTo>
                <a:cubicBezTo>
                  <a:pt x="380628" y="240656"/>
                  <a:pt x="385911" y="238981"/>
                  <a:pt x="390153" y="235633"/>
                </a:cubicBezTo>
                <a:cubicBezTo>
                  <a:pt x="394394" y="232284"/>
                  <a:pt x="398673" y="227075"/>
                  <a:pt x="402989" y="220006"/>
                </a:cubicBezTo>
                <a:lnTo>
                  <a:pt x="411919" y="226033"/>
                </a:lnTo>
                <a:cubicBezTo>
                  <a:pt x="408719" y="232656"/>
                  <a:pt x="403659" y="239335"/>
                  <a:pt x="396738" y="246069"/>
                </a:cubicBezTo>
                <a:cubicBezTo>
                  <a:pt x="389818" y="252804"/>
                  <a:pt x="381409" y="256171"/>
                  <a:pt x="371512" y="256171"/>
                </a:cubicBezTo>
                <a:cubicBezTo>
                  <a:pt x="361987" y="256171"/>
                  <a:pt x="351104" y="252264"/>
                  <a:pt x="338863" y="244451"/>
                </a:cubicBezTo>
                <a:cubicBezTo>
                  <a:pt x="326622" y="236637"/>
                  <a:pt x="317264" y="232730"/>
                  <a:pt x="310790" y="232730"/>
                </a:cubicBezTo>
                <a:cubicBezTo>
                  <a:pt x="305358" y="232730"/>
                  <a:pt x="300595" y="234442"/>
                  <a:pt x="296502" y="237865"/>
                </a:cubicBezTo>
                <a:cubicBezTo>
                  <a:pt x="292410" y="241288"/>
                  <a:pt x="288801" y="246274"/>
                  <a:pt x="285675" y="252822"/>
                </a:cubicBezTo>
                <a:lnTo>
                  <a:pt x="276969" y="247911"/>
                </a:lnTo>
                <a:cubicBezTo>
                  <a:pt x="280764" y="239130"/>
                  <a:pt x="285787" y="231819"/>
                  <a:pt x="292038" y="225977"/>
                </a:cubicBezTo>
                <a:cubicBezTo>
                  <a:pt x="298288" y="220136"/>
                  <a:pt x="305693" y="217215"/>
                  <a:pt x="314250" y="217215"/>
                </a:cubicBezTo>
                <a:close/>
                <a:moveTo>
                  <a:pt x="29244" y="171450"/>
                </a:moveTo>
                <a:lnTo>
                  <a:pt x="73893" y="171450"/>
                </a:lnTo>
                <a:lnTo>
                  <a:pt x="72665" y="176920"/>
                </a:lnTo>
                <a:cubicBezTo>
                  <a:pt x="69837" y="177515"/>
                  <a:pt x="67809" y="178185"/>
                  <a:pt x="66582" y="178929"/>
                </a:cubicBezTo>
                <a:cubicBezTo>
                  <a:pt x="65354" y="179673"/>
                  <a:pt x="64256" y="180789"/>
                  <a:pt x="63289" y="182278"/>
                </a:cubicBezTo>
                <a:cubicBezTo>
                  <a:pt x="62321" y="183766"/>
                  <a:pt x="61317" y="186091"/>
                  <a:pt x="60275" y="189254"/>
                </a:cubicBezTo>
                <a:cubicBezTo>
                  <a:pt x="59233" y="192417"/>
                  <a:pt x="57931" y="197570"/>
                  <a:pt x="56368" y="204714"/>
                </a:cubicBezTo>
                <a:lnTo>
                  <a:pt x="37281" y="291331"/>
                </a:lnTo>
                <a:cubicBezTo>
                  <a:pt x="36314" y="295722"/>
                  <a:pt x="35681" y="299201"/>
                  <a:pt x="35384" y="301768"/>
                </a:cubicBezTo>
                <a:cubicBezTo>
                  <a:pt x="35086" y="304335"/>
                  <a:pt x="34937" y="306661"/>
                  <a:pt x="34937" y="308744"/>
                </a:cubicBezTo>
                <a:cubicBezTo>
                  <a:pt x="34937" y="312093"/>
                  <a:pt x="35774" y="314456"/>
                  <a:pt x="37449" y="315832"/>
                </a:cubicBezTo>
                <a:cubicBezTo>
                  <a:pt x="39123" y="317209"/>
                  <a:pt x="41932" y="318046"/>
                  <a:pt x="45876" y="318344"/>
                </a:cubicBezTo>
                <a:lnTo>
                  <a:pt x="44648" y="323813"/>
                </a:lnTo>
                <a:lnTo>
                  <a:pt x="0" y="323813"/>
                </a:lnTo>
                <a:lnTo>
                  <a:pt x="1227" y="318344"/>
                </a:lnTo>
                <a:cubicBezTo>
                  <a:pt x="4055" y="317897"/>
                  <a:pt x="6176" y="317172"/>
                  <a:pt x="7590" y="316167"/>
                </a:cubicBezTo>
                <a:cubicBezTo>
                  <a:pt x="9004" y="315163"/>
                  <a:pt x="10194" y="313767"/>
                  <a:pt x="11162" y="311981"/>
                </a:cubicBezTo>
                <a:cubicBezTo>
                  <a:pt x="12129" y="310195"/>
                  <a:pt x="13022" y="308019"/>
                  <a:pt x="13841" y="305452"/>
                </a:cubicBezTo>
                <a:cubicBezTo>
                  <a:pt x="14659" y="302884"/>
                  <a:pt x="15887" y="297917"/>
                  <a:pt x="17524" y="290550"/>
                </a:cubicBezTo>
                <a:lnTo>
                  <a:pt x="36500" y="204602"/>
                </a:lnTo>
                <a:cubicBezTo>
                  <a:pt x="38137" y="197161"/>
                  <a:pt x="38955" y="191170"/>
                  <a:pt x="38955" y="186631"/>
                </a:cubicBezTo>
                <a:cubicBezTo>
                  <a:pt x="38955" y="183133"/>
                  <a:pt x="38081" y="180696"/>
                  <a:pt x="36332" y="179320"/>
                </a:cubicBezTo>
                <a:cubicBezTo>
                  <a:pt x="34584" y="177943"/>
                  <a:pt x="31812" y="177143"/>
                  <a:pt x="28017" y="176920"/>
                </a:cubicBezTo>
                <a:close/>
                <a:moveTo>
                  <a:pt x="1357582" y="122802"/>
                </a:moveTo>
                <a:cubicBezTo>
                  <a:pt x="1354289" y="122802"/>
                  <a:pt x="1351219" y="123528"/>
                  <a:pt x="1348373" y="124979"/>
                </a:cubicBezTo>
                <a:cubicBezTo>
                  <a:pt x="1345527" y="126430"/>
                  <a:pt x="1342932" y="128411"/>
                  <a:pt x="1340588" y="130923"/>
                </a:cubicBezTo>
                <a:cubicBezTo>
                  <a:pt x="1338243" y="133434"/>
                  <a:pt x="1336165" y="136336"/>
                  <a:pt x="1334351" y="139629"/>
                </a:cubicBezTo>
                <a:cubicBezTo>
                  <a:pt x="1332537" y="142922"/>
                  <a:pt x="1331002" y="146410"/>
                  <a:pt x="1329746" y="150094"/>
                </a:cubicBezTo>
                <a:cubicBezTo>
                  <a:pt x="1328491" y="153777"/>
                  <a:pt x="1327542" y="157558"/>
                  <a:pt x="1326900" y="161437"/>
                </a:cubicBezTo>
                <a:cubicBezTo>
                  <a:pt x="1326258" y="165316"/>
                  <a:pt x="1325937" y="169041"/>
                  <a:pt x="1325937" y="172613"/>
                </a:cubicBezTo>
                <a:cubicBezTo>
                  <a:pt x="1325937" y="178641"/>
                  <a:pt x="1326788" y="183120"/>
                  <a:pt x="1328491" y="186050"/>
                </a:cubicBezTo>
                <a:cubicBezTo>
                  <a:pt x="1330193" y="188980"/>
                  <a:pt x="1332941" y="190445"/>
                  <a:pt x="1336737" y="190445"/>
                </a:cubicBezTo>
                <a:cubicBezTo>
                  <a:pt x="1338634" y="190445"/>
                  <a:pt x="1340462" y="190110"/>
                  <a:pt x="1342220" y="189440"/>
                </a:cubicBezTo>
                <a:cubicBezTo>
                  <a:pt x="1343978" y="188770"/>
                  <a:pt x="1345834" y="187710"/>
                  <a:pt x="1347787" y="186259"/>
                </a:cubicBezTo>
                <a:cubicBezTo>
                  <a:pt x="1352698" y="182408"/>
                  <a:pt x="1356884" y="177720"/>
                  <a:pt x="1360344" y="172195"/>
                </a:cubicBezTo>
                <a:cubicBezTo>
                  <a:pt x="1363805" y="166669"/>
                  <a:pt x="1366400" y="160140"/>
                  <a:pt x="1368130" y="152605"/>
                </a:cubicBezTo>
                <a:cubicBezTo>
                  <a:pt x="1368911" y="149145"/>
                  <a:pt x="1369525" y="146019"/>
                  <a:pt x="1369972" y="143229"/>
                </a:cubicBezTo>
                <a:cubicBezTo>
                  <a:pt x="1370418" y="140438"/>
                  <a:pt x="1370642" y="137787"/>
                  <a:pt x="1370642" y="135276"/>
                </a:cubicBezTo>
                <a:cubicBezTo>
                  <a:pt x="1370642" y="130811"/>
                  <a:pt x="1369595" y="127616"/>
                  <a:pt x="1367502" y="125690"/>
                </a:cubicBezTo>
                <a:cubicBezTo>
                  <a:pt x="1365409" y="123765"/>
                  <a:pt x="1362102" y="122802"/>
                  <a:pt x="1357582" y="122802"/>
                </a:cubicBezTo>
                <a:close/>
                <a:moveTo>
                  <a:pt x="1356075" y="114514"/>
                </a:moveTo>
                <a:cubicBezTo>
                  <a:pt x="1360484" y="114514"/>
                  <a:pt x="1364377" y="115031"/>
                  <a:pt x="1367753" y="116063"/>
                </a:cubicBezTo>
                <a:cubicBezTo>
                  <a:pt x="1371130" y="117096"/>
                  <a:pt x="1374213" y="118505"/>
                  <a:pt x="1377004" y="120291"/>
                </a:cubicBezTo>
                <a:lnTo>
                  <a:pt x="1385124" y="114514"/>
                </a:lnTo>
                <a:lnTo>
                  <a:pt x="1391905" y="116272"/>
                </a:lnTo>
                <a:lnTo>
                  <a:pt x="1379264" y="171106"/>
                </a:lnTo>
                <a:cubicBezTo>
                  <a:pt x="1378539" y="174232"/>
                  <a:pt x="1378036" y="176813"/>
                  <a:pt x="1377757" y="178850"/>
                </a:cubicBezTo>
                <a:cubicBezTo>
                  <a:pt x="1377478" y="180887"/>
                  <a:pt x="1377339" y="182687"/>
                  <a:pt x="1377339" y="184250"/>
                </a:cubicBezTo>
                <a:cubicBezTo>
                  <a:pt x="1377339" y="186370"/>
                  <a:pt x="1377771" y="187905"/>
                  <a:pt x="1378636" y="188854"/>
                </a:cubicBezTo>
                <a:cubicBezTo>
                  <a:pt x="1379501" y="189803"/>
                  <a:pt x="1380743" y="190277"/>
                  <a:pt x="1382362" y="190277"/>
                </a:cubicBezTo>
                <a:cubicBezTo>
                  <a:pt x="1383366" y="190277"/>
                  <a:pt x="1384357" y="190082"/>
                  <a:pt x="1385334" y="189691"/>
                </a:cubicBezTo>
                <a:cubicBezTo>
                  <a:pt x="1386310" y="189301"/>
                  <a:pt x="1387371" y="188687"/>
                  <a:pt x="1388515" y="187849"/>
                </a:cubicBezTo>
                <a:cubicBezTo>
                  <a:pt x="1389659" y="187012"/>
                  <a:pt x="1390915" y="185938"/>
                  <a:pt x="1392282" y="184626"/>
                </a:cubicBezTo>
                <a:cubicBezTo>
                  <a:pt x="1393649" y="183315"/>
                  <a:pt x="1395198" y="181738"/>
                  <a:pt x="1396928" y="179896"/>
                </a:cubicBezTo>
                <a:cubicBezTo>
                  <a:pt x="1397821" y="180845"/>
                  <a:pt x="1398742" y="181780"/>
                  <a:pt x="1399691" y="182701"/>
                </a:cubicBezTo>
                <a:cubicBezTo>
                  <a:pt x="1400640" y="183622"/>
                  <a:pt x="1401561" y="184529"/>
                  <a:pt x="1402454" y="185422"/>
                </a:cubicBezTo>
                <a:cubicBezTo>
                  <a:pt x="1399663" y="188268"/>
                  <a:pt x="1397124" y="190710"/>
                  <a:pt x="1394835" y="192747"/>
                </a:cubicBezTo>
                <a:cubicBezTo>
                  <a:pt x="1392547" y="194784"/>
                  <a:pt x="1390329" y="196458"/>
                  <a:pt x="1388180" y="197770"/>
                </a:cubicBezTo>
                <a:cubicBezTo>
                  <a:pt x="1386031" y="199081"/>
                  <a:pt x="1383924" y="200030"/>
                  <a:pt x="1381859" y="200616"/>
                </a:cubicBezTo>
                <a:cubicBezTo>
                  <a:pt x="1379794" y="201202"/>
                  <a:pt x="1377646" y="201495"/>
                  <a:pt x="1375413" y="201495"/>
                </a:cubicBezTo>
                <a:cubicBezTo>
                  <a:pt x="1371395" y="201495"/>
                  <a:pt x="1368270" y="200198"/>
                  <a:pt x="1366037" y="197602"/>
                </a:cubicBezTo>
                <a:cubicBezTo>
                  <a:pt x="1363805" y="195007"/>
                  <a:pt x="1362689" y="191449"/>
                  <a:pt x="1362689" y="186929"/>
                </a:cubicBezTo>
                <a:cubicBezTo>
                  <a:pt x="1362689" y="184417"/>
                  <a:pt x="1363079" y="182017"/>
                  <a:pt x="1363861" y="179729"/>
                </a:cubicBezTo>
                <a:lnTo>
                  <a:pt x="1362689" y="179227"/>
                </a:lnTo>
                <a:cubicBezTo>
                  <a:pt x="1359842" y="183189"/>
                  <a:pt x="1357080" y="186566"/>
                  <a:pt x="1354401" y="189356"/>
                </a:cubicBezTo>
                <a:cubicBezTo>
                  <a:pt x="1351722" y="192147"/>
                  <a:pt x="1349071" y="194449"/>
                  <a:pt x="1346448" y="196263"/>
                </a:cubicBezTo>
                <a:cubicBezTo>
                  <a:pt x="1343825" y="198077"/>
                  <a:pt x="1341174" y="199402"/>
                  <a:pt x="1338495" y="200239"/>
                </a:cubicBezTo>
                <a:cubicBezTo>
                  <a:pt x="1335816" y="201077"/>
                  <a:pt x="1333025" y="201495"/>
                  <a:pt x="1330123" y="201495"/>
                </a:cubicBezTo>
                <a:cubicBezTo>
                  <a:pt x="1323482" y="201495"/>
                  <a:pt x="1318347" y="199109"/>
                  <a:pt x="1314719" y="194337"/>
                </a:cubicBezTo>
                <a:cubicBezTo>
                  <a:pt x="1311092" y="189566"/>
                  <a:pt x="1309278" y="182631"/>
                  <a:pt x="1309278" y="173534"/>
                </a:cubicBezTo>
                <a:cubicBezTo>
                  <a:pt x="1309278" y="168120"/>
                  <a:pt x="1309850" y="162916"/>
                  <a:pt x="1310994" y="157921"/>
                </a:cubicBezTo>
                <a:cubicBezTo>
                  <a:pt x="1312138" y="152926"/>
                  <a:pt x="1313757" y="148238"/>
                  <a:pt x="1315850" y="143857"/>
                </a:cubicBezTo>
                <a:cubicBezTo>
                  <a:pt x="1317942" y="139476"/>
                  <a:pt x="1320440" y="135485"/>
                  <a:pt x="1323342" y="131885"/>
                </a:cubicBezTo>
                <a:cubicBezTo>
                  <a:pt x="1326244" y="128286"/>
                  <a:pt x="1329425" y="125202"/>
                  <a:pt x="1332886" y="122635"/>
                </a:cubicBezTo>
                <a:cubicBezTo>
                  <a:pt x="1336346" y="120068"/>
                  <a:pt x="1340029" y="118072"/>
                  <a:pt x="1343936" y="116649"/>
                </a:cubicBezTo>
                <a:cubicBezTo>
                  <a:pt x="1347843" y="115226"/>
                  <a:pt x="1351889" y="114514"/>
                  <a:pt x="1356075" y="114514"/>
                </a:cubicBezTo>
                <a:close/>
                <a:moveTo>
                  <a:pt x="874318" y="100283"/>
                </a:moveTo>
                <a:cubicBezTo>
                  <a:pt x="872979" y="100283"/>
                  <a:pt x="871444" y="100311"/>
                  <a:pt x="869714" y="100366"/>
                </a:cubicBezTo>
                <a:cubicBezTo>
                  <a:pt x="867984" y="100422"/>
                  <a:pt x="866310" y="100450"/>
                  <a:pt x="864691" y="100450"/>
                </a:cubicBezTo>
                <a:lnTo>
                  <a:pt x="854729" y="144234"/>
                </a:lnTo>
                <a:lnTo>
                  <a:pt x="864691" y="144234"/>
                </a:lnTo>
                <a:cubicBezTo>
                  <a:pt x="875742" y="144234"/>
                  <a:pt x="884225" y="141987"/>
                  <a:pt x="890141" y="137494"/>
                </a:cubicBezTo>
                <a:cubicBezTo>
                  <a:pt x="896057" y="133002"/>
                  <a:pt x="899015" y="126179"/>
                  <a:pt x="899015" y="117026"/>
                </a:cubicBezTo>
                <a:cubicBezTo>
                  <a:pt x="899015" y="113956"/>
                  <a:pt x="898554" y="111347"/>
                  <a:pt x="897633" y="109198"/>
                </a:cubicBezTo>
                <a:cubicBezTo>
                  <a:pt x="896712" y="107050"/>
                  <a:pt x="895247" y="105320"/>
                  <a:pt x="893238" y="104008"/>
                </a:cubicBezTo>
                <a:cubicBezTo>
                  <a:pt x="891229" y="102697"/>
                  <a:pt x="888676" y="101748"/>
                  <a:pt x="885578" y="101162"/>
                </a:cubicBezTo>
                <a:cubicBezTo>
                  <a:pt x="882481" y="100576"/>
                  <a:pt x="878727" y="100283"/>
                  <a:pt x="874318" y="100283"/>
                </a:cubicBezTo>
                <a:close/>
                <a:moveTo>
                  <a:pt x="838990" y="91409"/>
                </a:moveTo>
                <a:lnTo>
                  <a:pt x="877416" y="91409"/>
                </a:lnTo>
                <a:cubicBezTo>
                  <a:pt x="884783" y="91409"/>
                  <a:pt x="890922" y="92051"/>
                  <a:pt x="895833" y="93334"/>
                </a:cubicBezTo>
                <a:cubicBezTo>
                  <a:pt x="900745" y="94618"/>
                  <a:pt x="904679" y="96390"/>
                  <a:pt x="907637" y="98650"/>
                </a:cubicBezTo>
                <a:cubicBezTo>
                  <a:pt x="910595" y="100911"/>
                  <a:pt x="912688" y="103576"/>
                  <a:pt x="913916" y="106645"/>
                </a:cubicBezTo>
                <a:cubicBezTo>
                  <a:pt x="915144" y="109715"/>
                  <a:pt x="915758" y="113035"/>
                  <a:pt x="915758" y="116607"/>
                </a:cubicBezTo>
                <a:cubicBezTo>
                  <a:pt x="915758" y="124867"/>
                  <a:pt x="913232" y="131760"/>
                  <a:pt x="908181" y="137285"/>
                </a:cubicBezTo>
                <a:cubicBezTo>
                  <a:pt x="903131" y="142810"/>
                  <a:pt x="895471" y="147024"/>
                  <a:pt x="885201" y="149926"/>
                </a:cubicBezTo>
                <a:cubicBezTo>
                  <a:pt x="885090" y="150149"/>
                  <a:pt x="885034" y="150345"/>
                  <a:pt x="885034" y="150512"/>
                </a:cubicBezTo>
                <a:cubicBezTo>
                  <a:pt x="885034" y="150680"/>
                  <a:pt x="885034" y="150875"/>
                  <a:pt x="885034" y="151098"/>
                </a:cubicBezTo>
                <a:cubicBezTo>
                  <a:pt x="887657" y="152884"/>
                  <a:pt x="889764" y="155117"/>
                  <a:pt x="891355" y="157795"/>
                </a:cubicBezTo>
                <a:cubicBezTo>
                  <a:pt x="892945" y="160474"/>
                  <a:pt x="894326" y="164018"/>
                  <a:pt x="895498" y="168427"/>
                </a:cubicBezTo>
                <a:cubicBezTo>
                  <a:pt x="896838" y="173674"/>
                  <a:pt x="897940" y="177915"/>
                  <a:pt x="898805" y="181152"/>
                </a:cubicBezTo>
                <a:cubicBezTo>
                  <a:pt x="899670" y="184389"/>
                  <a:pt x="900675" y="186943"/>
                  <a:pt x="901819" y="188812"/>
                </a:cubicBezTo>
                <a:cubicBezTo>
                  <a:pt x="902963" y="190682"/>
                  <a:pt x="904414" y="192049"/>
                  <a:pt x="906172" y="192914"/>
                </a:cubicBezTo>
                <a:cubicBezTo>
                  <a:pt x="907930" y="193779"/>
                  <a:pt x="910316" y="194435"/>
                  <a:pt x="913330" y="194882"/>
                </a:cubicBezTo>
                <a:lnTo>
                  <a:pt x="912158" y="199988"/>
                </a:lnTo>
                <a:lnTo>
                  <a:pt x="887797" y="199988"/>
                </a:lnTo>
                <a:cubicBezTo>
                  <a:pt x="886792" y="197812"/>
                  <a:pt x="885815" y="195147"/>
                  <a:pt x="884867" y="191993"/>
                </a:cubicBezTo>
                <a:cubicBezTo>
                  <a:pt x="883918" y="188840"/>
                  <a:pt x="883081" y="185757"/>
                  <a:pt x="882355" y="182743"/>
                </a:cubicBezTo>
                <a:cubicBezTo>
                  <a:pt x="881239" y="178334"/>
                  <a:pt x="880304" y="174525"/>
                  <a:pt x="879551" y="171316"/>
                </a:cubicBezTo>
                <a:cubicBezTo>
                  <a:pt x="878797" y="168106"/>
                  <a:pt x="878058" y="165400"/>
                  <a:pt x="877332" y="163195"/>
                </a:cubicBezTo>
                <a:cubicBezTo>
                  <a:pt x="876607" y="160991"/>
                  <a:pt x="875853" y="159233"/>
                  <a:pt x="875072" y="157921"/>
                </a:cubicBezTo>
                <a:cubicBezTo>
                  <a:pt x="874290" y="156609"/>
                  <a:pt x="873370" y="155563"/>
                  <a:pt x="872309" y="154782"/>
                </a:cubicBezTo>
                <a:cubicBezTo>
                  <a:pt x="871249" y="154000"/>
                  <a:pt x="869965" y="153484"/>
                  <a:pt x="868458" y="153233"/>
                </a:cubicBezTo>
                <a:cubicBezTo>
                  <a:pt x="866951" y="152982"/>
                  <a:pt x="865110" y="152800"/>
                  <a:pt x="862933" y="152689"/>
                </a:cubicBezTo>
                <a:lnTo>
                  <a:pt x="852971" y="152689"/>
                </a:lnTo>
                <a:cubicBezTo>
                  <a:pt x="852301" y="155647"/>
                  <a:pt x="851576" y="158828"/>
                  <a:pt x="850794" y="162232"/>
                </a:cubicBezTo>
                <a:cubicBezTo>
                  <a:pt x="850013" y="165637"/>
                  <a:pt x="849245" y="168958"/>
                  <a:pt x="848492" y="172195"/>
                </a:cubicBezTo>
                <a:cubicBezTo>
                  <a:pt x="847739" y="175432"/>
                  <a:pt x="847111" y="178459"/>
                  <a:pt x="846608" y="181278"/>
                </a:cubicBezTo>
                <a:cubicBezTo>
                  <a:pt x="846106" y="184096"/>
                  <a:pt x="845855" y="186370"/>
                  <a:pt x="845855" y="188101"/>
                </a:cubicBezTo>
                <a:cubicBezTo>
                  <a:pt x="845855" y="189273"/>
                  <a:pt x="845994" y="190263"/>
                  <a:pt x="846274" y="191073"/>
                </a:cubicBezTo>
                <a:cubicBezTo>
                  <a:pt x="846553" y="191882"/>
                  <a:pt x="847041" y="192538"/>
                  <a:pt x="847739" y="193040"/>
                </a:cubicBezTo>
                <a:cubicBezTo>
                  <a:pt x="848436" y="193542"/>
                  <a:pt x="849385" y="193933"/>
                  <a:pt x="850585" y="194212"/>
                </a:cubicBezTo>
                <a:cubicBezTo>
                  <a:pt x="851785" y="194491"/>
                  <a:pt x="853306" y="194714"/>
                  <a:pt x="855147" y="194882"/>
                </a:cubicBezTo>
                <a:lnTo>
                  <a:pt x="854059" y="199988"/>
                </a:lnTo>
                <a:lnTo>
                  <a:pt x="818312" y="199988"/>
                </a:lnTo>
                <a:lnTo>
                  <a:pt x="819233" y="194882"/>
                </a:lnTo>
                <a:cubicBezTo>
                  <a:pt x="820963" y="194603"/>
                  <a:pt x="822373" y="194254"/>
                  <a:pt x="823461" y="193835"/>
                </a:cubicBezTo>
                <a:cubicBezTo>
                  <a:pt x="824549" y="193417"/>
                  <a:pt x="825526" y="192607"/>
                  <a:pt x="826391" y="191407"/>
                </a:cubicBezTo>
                <a:cubicBezTo>
                  <a:pt x="827256" y="190207"/>
                  <a:pt x="828051" y="188408"/>
                  <a:pt x="828777" y="186008"/>
                </a:cubicBezTo>
                <a:cubicBezTo>
                  <a:pt x="829502" y="183608"/>
                  <a:pt x="830340" y="180259"/>
                  <a:pt x="831288" y="175962"/>
                </a:cubicBezTo>
                <a:lnTo>
                  <a:pt x="845018" y="114933"/>
                </a:lnTo>
                <a:cubicBezTo>
                  <a:pt x="845576" y="112477"/>
                  <a:pt x="845994" y="110301"/>
                  <a:pt x="846274" y="108403"/>
                </a:cubicBezTo>
                <a:cubicBezTo>
                  <a:pt x="846553" y="106506"/>
                  <a:pt x="846692" y="104943"/>
                  <a:pt x="846692" y="103715"/>
                </a:cubicBezTo>
                <a:cubicBezTo>
                  <a:pt x="846692" y="101204"/>
                  <a:pt x="846064" y="99418"/>
                  <a:pt x="844809" y="98357"/>
                </a:cubicBezTo>
                <a:cubicBezTo>
                  <a:pt x="843553" y="97297"/>
                  <a:pt x="841195" y="96739"/>
                  <a:pt x="837735" y="96683"/>
                </a:cubicBezTo>
                <a:close/>
                <a:moveTo>
                  <a:pt x="1061702" y="15293"/>
                </a:moveTo>
                <a:lnTo>
                  <a:pt x="1077552" y="15293"/>
                </a:lnTo>
                <a:lnTo>
                  <a:pt x="1077552" y="79586"/>
                </a:lnTo>
                <a:lnTo>
                  <a:pt x="1138386" y="79586"/>
                </a:lnTo>
                <a:lnTo>
                  <a:pt x="1138386" y="94432"/>
                </a:lnTo>
                <a:lnTo>
                  <a:pt x="1077552" y="94432"/>
                </a:lnTo>
                <a:lnTo>
                  <a:pt x="1077552" y="158726"/>
                </a:lnTo>
                <a:lnTo>
                  <a:pt x="1061702" y="158726"/>
                </a:lnTo>
                <a:lnTo>
                  <a:pt x="1061702" y="94432"/>
                </a:lnTo>
                <a:lnTo>
                  <a:pt x="1000869" y="94432"/>
                </a:lnTo>
                <a:lnTo>
                  <a:pt x="1000869" y="79586"/>
                </a:lnTo>
                <a:lnTo>
                  <a:pt x="1061702" y="79586"/>
                </a:lnTo>
                <a:close/>
                <a:moveTo>
                  <a:pt x="1224669" y="0"/>
                </a:moveTo>
                <a:lnTo>
                  <a:pt x="1270880" y="0"/>
                </a:lnTo>
                <a:lnTo>
                  <a:pt x="1269652" y="5470"/>
                </a:lnTo>
                <a:cubicBezTo>
                  <a:pt x="1266378" y="5842"/>
                  <a:pt x="1263829" y="6809"/>
                  <a:pt x="1262006" y="8372"/>
                </a:cubicBezTo>
                <a:cubicBezTo>
                  <a:pt x="1260183" y="9935"/>
                  <a:pt x="1258899" y="12111"/>
                  <a:pt x="1258155" y="14902"/>
                </a:cubicBezTo>
                <a:cubicBezTo>
                  <a:pt x="1257411" y="17692"/>
                  <a:pt x="1257039" y="21432"/>
                  <a:pt x="1257039" y="26120"/>
                </a:cubicBezTo>
                <a:cubicBezTo>
                  <a:pt x="1257039" y="27236"/>
                  <a:pt x="1257151" y="30585"/>
                  <a:pt x="1257374" y="36166"/>
                </a:cubicBezTo>
                <a:lnTo>
                  <a:pt x="1260499" y="117872"/>
                </a:lnTo>
                <a:lnTo>
                  <a:pt x="1260499" y="126802"/>
                </a:lnTo>
                <a:lnTo>
                  <a:pt x="1261616" y="126802"/>
                </a:lnTo>
                <a:lnTo>
                  <a:pt x="1309948" y="39626"/>
                </a:lnTo>
                <a:cubicBezTo>
                  <a:pt x="1312775" y="34491"/>
                  <a:pt x="1314896" y="30082"/>
                  <a:pt x="1316310" y="26399"/>
                </a:cubicBezTo>
                <a:cubicBezTo>
                  <a:pt x="1317724" y="22715"/>
                  <a:pt x="1318431" y="19460"/>
                  <a:pt x="1318431" y="16632"/>
                </a:cubicBezTo>
                <a:cubicBezTo>
                  <a:pt x="1318431" y="10381"/>
                  <a:pt x="1314710" y="6661"/>
                  <a:pt x="1307269" y="5470"/>
                </a:cubicBezTo>
                <a:lnTo>
                  <a:pt x="1308496" y="0"/>
                </a:lnTo>
                <a:lnTo>
                  <a:pt x="1354149" y="0"/>
                </a:lnTo>
                <a:lnTo>
                  <a:pt x="1352922" y="5470"/>
                </a:lnTo>
                <a:cubicBezTo>
                  <a:pt x="1350912" y="5768"/>
                  <a:pt x="1348996" y="6530"/>
                  <a:pt x="1347173" y="7758"/>
                </a:cubicBezTo>
                <a:cubicBezTo>
                  <a:pt x="1345350" y="8986"/>
                  <a:pt x="1343304" y="11032"/>
                  <a:pt x="1341034" y="13897"/>
                </a:cubicBezTo>
                <a:cubicBezTo>
                  <a:pt x="1338764" y="16762"/>
                  <a:pt x="1335248" y="22287"/>
                  <a:pt x="1330486" y="30473"/>
                </a:cubicBezTo>
                <a:lnTo>
                  <a:pt x="1259048" y="154149"/>
                </a:lnTo>
                <a:lnTo>
                  <a:pt x="1244203" y="154149"/>
                </a:lnTo>
                <a:lnTo>
                  <a:pt x="1236724" y="29692"/>
                </a:lnTo>
                <a:cubicBezTo>
                  <a:pt x="1236426" y="24855"/>
                  <a:pt x="1235887" y="20706"/>
                  <a:pt x="1235106" y="17246"/>
                </a:cubicBezTo>
                <a:cubicBezTo>
                  <a:pt x="1234324" y="13786"/>
                  <a:pt x="1233096" y="11088"/>
                  <a:pt x="1231422" y="9153"/>
                </a:cubicBezTo>
                <a:cubicBezTo>
                  <a:pt x="1229748" y="7219"/>
                  <a:pt x="1227087" y="5991"/>
                  <a:pt x="1223441" y="5470"/>
                </a:cubicBezTo>
                <a:close/>
                <a:moveTo>
                  <a:pt x="710319" y="0"/>
                </a:moveTo>
                <a:lnTo>
                  <a:pt x="756530" y="0"/>
                </a:lnTo>
                <a:lnTo>
                  <a:pt x="755302" y="5470"/>
                </a:lnTo>
                <a:cubicBezTo>
                  <a:pt x="752028" y="5842"/>
                  <a:pt x="749479" y="6809"/>
                  <a:pt x="747656" y="8372"/>
                </a:cubicBezTo>
                <a:cubicBezTo>
                  <a:pt x="745833" y="9935"/>
                  <a:pt x="744550" y="12111"/>
                  <a:pt x="743805" y="14902"/>
                </a:cubicBezTo>
                <a:cubicBezTo>
                  <a:pt x="743061" y="17692"/>
                  <a:pt x="742689" y="21432"/>
                  <a:pt x="742689" y="26120"/>
                </a:cubicBezTo>
                <a:cubicBezTo>
                  <a:pt x="742689" y="27236"/>
                  <a:pt x="742801" y="30585"/>
                  <a:pt x="743024" y="36166"/>
                </a:cubicBezTo>
                <a:lnTo>
                  <a:pt x="746149" y="117872"/>
                </a:lnTo>
                <a:lnTo>
                  <a:pt x="746149" y="126802"/>
                </a:lnTo>
                <a:lnTo>
                  <a:pt x="747266" y="126802"/>
                </a:lnTo>
                <a:lnTo>
                  <a:pt x="795598" y="39626"/>
                </a:lnTo>
                <a:cubicBezTo>
                  <a:pt x="798425" y="34491"/>
                  <a:pt x="800546" y="30082"/>
                  <a:pt x="801960" y="26399"/>
                </a:cubicBezTo>
                <a:cubicBezTo>
                  <a:pt x="803374" y="22715"/>
                  <a:pt x="804081" y="19460"/>
                  <a:pt x="804081" y="16632"/>
                </a:cubicBezTo>
                <a:cubicBezTo>
                  <a:pt x="804081" y="10381"/>
                  <a:pt x="800360" y="6661"/>
                  <a:pt x="792919" y="5470"/>
                </a:cubicBezTo>
                <a:lnTo>
                  <a:pt x="794146" y="0"/>
                </a:lnTo>
                <a:lnTo>
                  <a:pt x="839800" y="0"/>
                </a:lnTo>
                <a:lnTo>
                  <a:pt x="838572" y="5470"/>
                </a:lnTo>
                <a:cubicBezTo>
                  <a:pt x="836563" y="5768"/>
                  <a:pt x="834646" y="6530"/>
                  <a:pt x="832823" y="7758"/>
                </a:cubicBezTo>
                <a:cubicBezTo>
                  <a:pt x="831000" y="8986"/>
                  <a:pt x="828954" y="11032"/>
                  <a:pt x="826684" y="13897"/>
                </a:cubicBezTo>
                <a:cubicBezTo>
                  <a:pt x="824414" y="16762"/>
                  <a:pt x="820898" y="22287"/>
                  <a:pt x="816136" y="30473"/>
                </a:cubicBezTo>
                <a:lnTo>
                  <a:pt x="744698" y="154149"/>
                </a:lnTo>
                <a:lnTo>
                  <a:pt x="729853" y="154149"/>
                </a:lnTo>
                <a:lnTo>
                  <a:pt x="722374" y="29692"/>
                </a:lnTo>
                <a:cubicBezTo>
                  <a:pt x="722076" y="24855"/>
                  <a:pt x="721537" y="20706"/>
                  <a:pt x="720756" y="17246"/>
                </a:cubicBezTo>
                <a:cubicBezTo>
                  <a:pt x="719974" y="13786"/>
                  <a:pt x="718746" y="11088"/>
                  <a:pt x="717072" y="9153"/>
                </a:cubicBezTo>
                <a:cubicBezTo>
                  <a:pt x="715398" y="7219"/>
                  <a:pt x="712738" y="5991"/>
                  <a:pt x="709091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DEE71BC-A367-4B96-B384-15DFF0CE354E}"/>
              </a:ext>
            </a:extLst>
          </p:cNvPr>
          <p:cNvSpPr txBox="1"/>
          <p:nvPr/>
        </p:nvSpPr>
        <p:spPr>
          <a:xfrm>
            <a:off x="1100694" y="1074986"/>
            <a:ext cx="677049" cy="218703"/>
          </a:xfrm>
          <a:custGeom>
            <a:avLst/>
            <a:gdLst/>
            <a:ahLst/>
            <a:cxnLst/>
            <a:rect l="l" t="t" r="r" b="b"/>
            <a:pathLst>
              <a:path w="979290" h="316334">
                <a:moveTo>
                  <a:pt x="61169" y="39737"/>
                </a:moveTo>
                <a:lnTo>
                  <a:pt x="91976" y="39737"/>
                </a:lnTo>
                <a:lnTo>
                  <a:pt x="79698" y="94878"/>
                </a:lnTo>
                <a:lnTo>
                  <a:pt x="147564" y="94878"/>
                </a:lnTo>
                <a:lnTo>
                  <a:pt x="142652" y="117425"/>
                </a:lnTo>
                <a:lnTo>
                  <a:pt x="74787" y="117425"/>
                </a:lnTo>
                <a:lnTo>
                  <a:pt x="54918" y="204043"/>
                </a:lnTo>
                <a:cubicBezTo>
                  <a:pt x="51049" y="220861"/>
                  <a:pt x="48593" y="232953"/>
                  <a:pt x="47551" y="240320"/>
                </a:cubicBezTo>
                <a:cubicBezTo>
                  <a:pt x="46509" y="247687"/>
                  <a:pt x="45988" y="253603"/>
                  <a:pt x="45988" y="258068"/>
                </a:cubicBezTo>
                <a:cubicBezTo>
                  <a:pt x="45988" y="276522"/>
                  <a:pt x="53653" y="285750"/>
                  <a:pt x="68982" y="285750"/>
                </a:cubicBezTo>
                <a:cubicBezTo>
                  <a:pt x="75531" y="285750"/>
                  <a:pt x="82488" y="283257"/>
                  <a:pt x="89855" y="278271"/>
                </a:cubicBezTo>
                <a:cubicBezTo>
                  <a:pt x="97222" y="273285"/>
                  <a:pt x="105966" y="264765"/>
                  <a:pt x="116086" y="252710"/>
                </a:cubicBezTo>
                <a:lnTo>
                  <a:pt x="129034" y="266104"/>
                </a:lnTo>
                <a:cubicBezTo>
                  <a:pt x="116086" y="281731"/>
                  <a:pt x="103622" y="293265"/>
                  <a:pt x="91641" y="300707"/>
                </a:cubicBezTo>
                <a:cubicBezTo>
                  <a:pt x="79661" y="308148"/>
                  <a:pt x="67122" y="311869"/>
                  <a:pt x="54025" y="311869"/>
                </a:cubicBezTo>
                <a:cubicBezTo>
                  <a:pt x="22920" y="311869"/>
                  <a:pt x="7367" y="296168"/>
                  <a:pt x="7367" y="264765"/>
                </a:cubicBezTo>
                <a:cubicBezTo>
                  <a:pt x="7367" y="254793"/>
                  <a:pt x="8632" y="244301"/>
                  <a:pt x="11163" y="233288"/>
                </a:cubicBezTo>
                <a:lnTo>
                  <a:pt x="37505" y="117425"/>
                </a:lnTo>
                <a:lnTo>
                  <a:pt x="0" y="117425"/>
                </a:lnTo>
                <a:lnTo>
                  <a:pt x="3349" y="102021"/>
                </a:lnTo>
                <a:cubicBezTo>
                  <a:pt x="12130" y="101872"/>
                  <a:pt x="18790" y="101203"/>
                  <a:pt x="23329" y="100012"/>
                </a:cubicBezTo>
                <a:cubicBezTo>
                  <a:pt x="27869" y="98821"/>
                  <a:pt x="31664" y="97184"/>
                  <a:pt x="34715" y="95101"/>
                </a:cubicBezTo>
                <a:cubicBezTo>
                  <a:pt x="37766" y="93017"/>
                  <a:pt x="40556" y="90041"/>
                  <a:pt x="43086" y="86171"/>
                </a:cubicBezTo>
                <a:cubicBezTo>
                  <a:pt x="45616" y="82302"/>
                  <a:pt x="48072" y="77353"/>
                  <a:pt x="50453" y="71325"/>
                </a:cubicBezTo>
                <a:cubicBezTo>
                  <a:pt x="52834" y="65298"/>
                  <a:pt x="56406" y="54768"/>
                  <a:pt x="61169" y="39737"/>
                </a:cubicBezTo>
                <a:close/>
                <a:moveTo>
                  <a:pt x="321469" y="39067"/>
                </a:moveTo>
                <a:lnTo>
                  <a:pt x="597397" y="162073"/>
                </a:lnTo>
                <a:lnTo>
                  <a:pt x="597397" y="193327"/>
                </a:lnTo>
                <a:lnTo>
                  <a:pt x="321469" y="316334"/>
                </a:lnTo>
                <a:lnTo>
                  <a:pt x="321469" y="282847"/>
                </a:lnTo>
                <a:lnTo>
                  <a:pt x="563910" y="177700"/>
                </a:lnTo>
                <a:lnTo>
                  <a:pt x="321469" y="72553"/>
                </a:lnTo>
                <a:close/>
                <a:moveTo>
                  <a:pt x="881509" y="18975"/>
                </a:moveTo>
                <a:cubicBezTo>
                  <a:pt x="871240" y="18975"/>
                  <a:pt x="862646" y="22026"/>
                  <a:pt x="855725" y="28128"/>
                </a:cubicBezTo>
                <a:cubicBezTo>
                  <a:pt x="848804" y="34230"/>
                  <a:pt x="843223" y="43011"/>
                  <a:pt x="838982" y="54471"/>
                </a:cubicBezTo>
                <a:cubicBezTo>
                  <a:pt x="834740" y="65930"/>
                  <a:pt x="831726" y="79883"/>
                  <a:pt x="829941" y="96329"/>
                </a:cubicBezTo>
                <a:cubicBezTo>
                  <a:pt x="828155" y="112774"/>
                  <a:pt x="827262" y="131340"/>
                  <a:pt x="827262" y="152028"/>
                </a:cubicBezTo>
                <a:cubicBezTo>
                  <a:pt x="827262" y="200545"/>
                  <a:pt x="831764" y="236153"/>
                  <a:pt x="840768" y="258849"/>
                </a:cubicBezTo>
                <a:cubicBezTo>
                  <a:pt x="849772" y="281545"/>
                  <a:pt x="863725" y="292893"/>
                  <a:pt x="882626" y="292893"/>
                </a:cubicBezTo>
                <a:cubicBezTo>
                  <a:pt x="900634" y="292893"/>
                  <a:pt x="913991" y="282215"/>
                  <a:pt x="922698" y="260858"/>
                </a:cubicBezTo>
                <a:cubicBezTo>
                  <a:pt x="931404" y="239501"/>
                  <a:pt x="935757" y="206424"/>
                  <a:pt x="935757" y="161627"/>
                </a:cubicBezTo>
                <a:cubicBezTo>
                  <a:pt x="935757" y="127396"/>
                  <a:pt x="933525" y="99677"/>
                  <a:pt x="929060" y="78469"/>
                </a:cubicBezTo>
                <a:cubicBezTo>
                  <a:pt x="924595" y="57261"/>
                  <a:pt x="918382" y="42044"/>
                  <a:pt x="910419" y="32816"/>
                </a:cubicBezTo>
                <a:cubicBezTo>
                  <a:pt x="902457" y="23589"/>
                  <a:pt x="892820" y="18975"/>
                  <a:pt x="881509" y="18975"/>
                </a:cubicBezTo>
                <a:close/>
                <a:moveTo>
                  <a:pt x="882626" y="0"/>
                </a:moveTo>
                <a:cubicBezTo>
                  <a:pt x="915219" y="0"/>
                  <a:pt x="939478" y="12576"/>
                  <a:pt x="955403" y="37728"/>
                </a:cubicBezTo>
                <a:cubicBezTo>
                  <a:pt x="971327" y="62879"/>
                  <a:pt x="979290" y="100905"/>
                  <a:pt x="979290" y="151804"/>
                </a:cubicBezTo>
                <a:cubicBezTo>
                  <a:pt x="979290" y="204489"/>
                  <a:pt x="970769" y="244338"/>
                  <a:pt x="953728" y="271350"/>
                </a:cubicBezTo>
                <a:cubicBezTo>
                  <a:pt x="936688" y="298363"/>
                  <a:pt x="911796" y="311869"/>
                  <a:pt x="879054" y="311869"/>
                </a:cubicBezTo>
                <a:cubicBezTo>
                  <a:pt x="846907" y="311869"/>
                  <a:pt x="822983" y="299219"/>
                  <a:pt x="807281" y="273918"/>
                </a:cubicBezTo>
                <a:cubicBezTo>
                  <a:pt x="791580" y="248617"/>
                  <a:pt x="783729" y="210219"/>
                  <a:pt x="783729" y="158725"/>
                </a:cubicBezTo>
                <a:cubicBezTo>
                  <a:pt x="783729" y="131340"/>
                  <a:pt x="786148" y="107677"/>
                  <a:pt x="790985" y="87734"/>
                </a:cubicBezTo>
                <a:cubicBezTo>
                  <a:pt x="795822" y="67791"/>
                  <a:pt x="802593" y="51308"/>
                  <a:pt x="811300" y="38286"/>
                </a:cubicBezTo>
                <a:cubicBezTo>
                  <a:pt x="820006" y="25263"/>
                  <a:pt x="830461" y="15627"/>
                  <a:pt x="842665" y="9376"/>
                </a:cubicBezTo>
                <a:cubicBezTo>
                  <a:pt x="854869" y="3125"/>
                  <a:pt x="868189" y="0"/>
                  <a:pt x="88262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FE4F291-2968-4B48-9768-BA0CC915D18B}"/>
              </a:ext>
            </a:extLst>
          </p:cNvPr>
          <p:cNvCxnSpPr>
            <a:cxnSpLocks/>
          </p:cNvCxnSpPr>
          <p:nvPr/>
        </p:nvCxnSpPr>
        <p:spPr>
          <a:xfrm>
            <a:off x="8285945" y="4113488"/>
            <a:ext cx="474907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D0C6EA5D-8ADF-4D90-88D2-642F90E57DC8}"/>
              </a:ext>
            </a:extLst>
          </p:cNvPr>
          <p:cNvCxnSpPr/>
          <p:nvPr/>
        </p:nvCxnSpPr>
        <p:spPr>
          <a:xfrm>
            <a:off x="8285945" y="3810490"/>
            <a:ext cx="4770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E7BE509A-D3B4-4C65-9669-689BC23DBE6B}"/>
              </a:ext>
            </a:extLst>
          </p:cNvPr>
          <p:cNvSpPr/>
          <p:nvPr/>
        </p:nvSpPr>
        <p:spPr>
          <a:xfrm>
            <a:off x="8307137" y="2724252"/>
            <a:ext cx="453715" cy="86920"/>
          </a:xfrm>
          <a:custGeom>
            <a:avLst/>
            <a:gdLst>
              <a:gd name="connsiteX0" fmla="*/ 0 w 430856"/>
              <a:gd name="connsiteY0" fmla="*/ 3456 h 62014"/>
              <a:gd name="connsiteX1" fmla="*/ 190500 w 430856"/>
              <a:gd name="connsiteY1" fmla="*/ 281 h 62014"/>
              <a:gd name="connsiteX2" fmla="*/ 298450 w 430856"/>
              <a:gd name="connsiteY2" fmla="*/ 9806 h 62014"/>
              <a:gd name="connsiteX3" fmla="*/ 415925 w 430856"/>
              <a:gd name="connsiteY3" fmla="*/ 57431 h 62014"/>
              <a:gd name="connsiteX4" fmla="*/ 425450 w 430856"/>
              <a:gd name="connsiteY4" fmla="*/ 57431 h 62014"/>
              <a:gd name="connsiteX0" fmla="*/ 0 w 430856"/>
              <a:gd name="connsiteY0" fmla="*/ 4770 h 63328"/>
              <a:gd name="connsiteX1" fmla="*/ 190500 w 430856"/>
              <a:gd name="connsiteY1" fmla="*/ 1595 h 63328"/>
              <a:gd name="connsiteX2" fmla="*/ 298450 w 430856"/>
              <a:gd name="connsiteY2" fmla="*/ 30170 h 63328"/>
              <a:gd name="connsiteX3" fmla="*/ 415925 w 430856"/>
              <a:gd name="connsiteY3" fmla="*/ 58745 h 63328"/>
              <a:gd name="connsiteX4" fmla="*/ 425450 w 430856"/>
              <a:gd name="connsiteY4" fmla="*/ 58745 h 63328"/>
              <a:gd name="connsiteX0" fmla="*/ 0 w 430856"/>
              <a:gd name="connsiteY0" fmla="*/ 1605 h 60163"/>
              <a:gd name="connsiteX1" fmla="*/ 190500 w 430856"/>
              <a:gd name="connsiteY1" fmla="*/ 3193 h 60163"/>
              <a:gd name="connsiteX2" fmla="*/ 298450 w 430856"/>
              <a:gd name="connsiteY2" fmla="*/ 27005 h 60163"/>
              <a:gd name="connsiteX3" fmla="*/ 415925 w 430856"/>
              <a:gd name="connsiteY3" fmla="*/ 55580 h 60163"/>
              <a:gd name="connsiteX4" fmla="*/ 425450 w 430856"/>
              <a:gd name="connsiteY4" fmla="*/ 55580 h 60163"/>
              <a:gd name="connsiteX0" fmla="*/ 0 w 430856"/>
              <a:gd name="connsiteY0" fmla="*/ 1605 h 60163"/>
              <a:gd name="connsiteX1" fmla="*/ 190500 w 430856"/>
              <a:gd name="connsiteY1" fmla="*/ 3193 h 60163"/>
              <a:gd name="connsiteX2" fmla="*/ 322262 w 430856"/>
              <a:gd name="connsiteY2" fmla="*/ 27005 h 60163"/>
              <a:gd name="connsiteX3" fmla="*/ 415925 w 430856"/>
              <a:gd name="connsiteY3" fmla="*/ 55580 h 60163"/>
              <a:gd name="connsiteX4" fmla="*/ 425450 w 430856"/>
              <a:gd name="connsiteY4" fmla="*/ 55580 h 60163"/>
              <a:gd name="connsiteX0" fmla="*/ 0 w 434737"/>
              <a:gd name="connsiteY0" fmla="*/ 1605 h 78538"/>
              <a:gd name="connsiteX1" fmla="*/ 190500 w 434737"/>
              <a:gd name="connsiteY1" fmla="*/ 3193 h 78538"/>
              <a:gd name="connsiteX2" fmla="*/ 322262 w 434737"/>
              <a:gd name="connsiteY2" fmla="*/ 27005 h 78538"/>
              <a:gd name="connsiteX3" fmla="*/ 423069 w 434737"/>
              <a:gd name="connsiteY3" fmla="*/ 77011 h 78538"/>
              <a:gd name="connsiteX4" fmla="*/ 425450 w 434737"/>
              <a:gd name="connsiteY4" fmla="*/ 55580 h 78538"/>
              <a:gd name="connsiteX0" fmla="*/ 0 w 423069"/>
              <a:gd name="connsiteY0" fmla="*/ 1605 h 77011"/>
              <a:gd name="connsiteX1" fmla="*/ 190500 w 423069"/>
              <a:gd name="connsiteY1" fmla="*/ 3193 h 77011"/>
              <a:gd name="connsiteX2" fmla="*/ 322262 w 423069"/>
              <a:gd name="connsiteY2" fmla="*/ 27005 h 77011"/>
              <a:gd name="connsiteX3" fmla="*/ 423069 w 423069"/>
              <a:gd name="connsiteY3" fmla="*/ 77011 h 77011"/>
              <a:gd name="connsiteX0" fmla="*/ 0 w 423069"/>
              <a:gd name="connsiteY0" fmla="*/ 880 h 76286"/>
              <a:gd name="connsiteX1" fmla="*/ 188119 w 423069"/>
              <a:gd name="connsiteY1" fmla="*/ 4849 h 76286"/>
              <a:gd name="connsiteX2" fmla="*/ 322262 w 423069"/>
              <a:gd name="connsiteY2" fmla="*/ 26280 h 76286"/>
              <a:gd name="connsiteX3" fmla="*/ 423069 w 423069"/>
              <a:gd name="connsiteY3" fmla="*/ 76286 h 76286"/>
              <a:gd name="connsiteX0" fmla="*/ 0 w 423069"/>
              <a:gd name="connsiteY0" fmla="*/ 880 h 81049"/>
              <a:gd name="connsiteX1" fmla="*/ 188119 w 423069"/>
              <a:gd name="connsiteY1" fmla="*/ 4849 h 81049"/>
              <a:gd name="connsiteX2" fmla="*/ 322262 w 423069"/>
              <a:gd name="connsiteY2" fmla="*/ 26280 h 81049"/>
              <a:gd name="connsiteX3" fmla="*/ 423069 w 423069"/>
              <a:gd name="connsiteY3" fmla="*/ 81049 h 81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069" h="81049">
                <a:moveTo>
                  <a:pt x="0" y="880"/>
                </a:moveTo>
                <a:cubicBezTo>
                  <a:pt x="70379" y="-1237"/>
                  <a:pt x="134409" y="616"/>
                  <a:pt x="188119" y="4849"/>
                </a:cubicBezTo>
                <a:cubicBezTo>
                  <a:pt x="241829" y="9082"/>
                  <a:pt x="283104" y="13580"/>
                  <a:pt x="322262" y="26280"/>
                </a:cubicBezTo>
                <a:cubicBezTo>
                  <a:pt x="361420" y="38980"/>
                  <a:pt x="423069" y="81049"/>
                  <a:pt x="423069" y="81049"/>
                </a:cubicBezTo>
              </a:path>
            </a:pathLst>
          </a:custGeo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250BECD-FE99-4B5E-95F0-B77DB9B19F1E}"/>
              </a:ext>
            </a:extLst>
          </p:cNvPr>
          <p:cNvGrpSpPr/>
          <p:nvPr/>
        </p:nvGrpSpPr>
        <p:grpSpPr>
          <a:xfrm>
            <a:off x="653873" y="4846989"/>
            <a:ext cx="6065981" cy="1584038"/>
            <a:chOff x="653873" y="4846989"/>
            <a:chExt cx="6065981" cy="1584038"/>
          </a:xfrm>
        </p:grpSpPr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E773680A-304E-49D1-B276-BA1D6626F569}"/>
                </a:ext>
              </a:extLst>
            </p:cNvPr>
            <p:cNvSpPr/>
            <p:nvPr/>
          </p:nvSpPr>
          <p:spPr>
            <a:xfrm>
              <a:off x="703527" y="4963098"/>
              <a:ext cx="2590066" cy="1150744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1B79C74B-6F9B-4FC8-B2D4-B2A848FF19B9}"/>
                </a:ext>
              </a:extLst>
            </p:cNvPr>
            <p:cNvCxnSpPr>
              <a:cxnSpLocks/>
            </p:cNvCxnSpPr>
            <p:nvPr/>
          </p:nvCxnSpPr>
          <p:spPr>
            <a:xfrm>
              <a:off x="653873" y="6192795"/>
              <a:ext cx="606598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969DDA57-05D1-4EA9-B815-0487DC03FFB7}"/>
                </a:ext>
              </a:extLst>
            </p:cNvPr>
            <p:cNvCxnSpPr>
              <a:cxnSpLocks/>
            </p:cNvCxnSpPr>
            <p:nvPr/>
          </p:nvCxnSpPr>
          <p:spPr>
            <a:xfrm>
              <a:off x="3293410" y="4846989"/>
              <a:ext cx="0" cy="13379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1C233772-B168-464E-BEFC-EB29AAFC96A9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93" y="4846989"/>
              <a:ext cx="0" cy="13379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AFCC5AB1-415A-4CBB-9690-FC1241005CA7}"/>
                </a:ext>
              </a:extLst>
            </p:cNvPr>
            <p:cNvCxnSpPr>
              <a:cxnSpLocks/>
            </p:cNvCxnSpPr>
            <p:nvPr/>
          </p:nvCxnSpPr>
          <p:spPr>
            <a:xfrm>
              <a:off x="3673276" y="4846989"/>
              <a:ext cx="0" cy="133791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9033CB07-D651-4112-8206-A350F3DA76FA}"/>
                </a:ext>
              </a:extLst>
            </p:cNvPr>
            <p:cNvCxnSpPr>
              <a:cxnSpLocks/>
            </p:cNvCxnSpPr>
            <p:nvPr/>
          </p:nvCxnSpPr>
          <p:spPr>
            <a:xfrm>
              <a:off x="653873" y="6114135"/>
              <a:ext cx="2645673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04CD4054-3752-4D0C-808B-E485EFECEAC0}"/>
                </a:ext>
              </a:extLst>
            </p:cNvPr>
            <p:cNvCxnSpPr>
              <a:cxnSpLocks/>
            </p:cNvCxnSpPr>
            <p:nvPr/>
          </p:nvCxnSpPr>
          <p:spPr>
            <a:xfrm>
              <a:off x="4055100" y="6123159"/>
              <a:ext cx="266475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3C7F25FE-B509-48C0-B7BD-DA4731AC6991}"/>
                </a:ext>
              </a:extLst>
            </p:cNvPr>
            <p:cNvSpPr txBox="1"/>
            <p:nvPr/>
          </p:nvSpPr>
          <p:spPr>
            <a:xfrm>
              <a:off x="1342941" y="6226466"/>
              <a:ext cx="127041" cy="121760"/>
            </a:xfrm>
            <a:custGeom>
              <a:avLst/>
              <a:gdLst/>
              <a:ahLst/>
              <a:cxnLst/>
              <a:rect l="l" t="t" r="r" b="b"/>
              <a:pathLst>
                <a:path w="204351" h="195857">
                  <a:moveTo>
                    <a:pt x="45835" y="71665"/>
                  </a:moveTo>
                  <a:cubicBezTo>
                    <a:pt x="48430" y="71665"/>
                    <a:pt x="50711" y="71958"/>
                    <a:pt x="52679" y="72544"/>
                  </a:cubicBezTo>
                  <a:cubicBezTo>
                    <a:pt x="54646" y="73130"/>
                    <a:pt x="56383" y="74030"/>
                    <a:pt x="57890" y="75244"/>
                  </a:cubicBezTo>
                  <a:cubicBezTo>
                    <a:pt x="59397" y="76458"/>
                    <a:pt x="60736" y="78027"/>
                    <a:pt x="61908" y="79953"/>
                  </a:cubicBezTo>
                  <a:cubicBezTo>
                    <a:pt x="63080" y="81878"/>
                    <a:pt x="64210" y="84494"/>
                    <a:pt x="65299" y="87801"/>
                  </a:cubicBezTo>
                  <a:cubicBezTo>
                    <a:pt x="66387" y="91108"/>
                    <a:pt x="67413" y="95210"/>
                    <a:pt x="68375" y="100107"/>
                  </a:cubicBezTo>
                  <a:cubicBezTo>
                    <a:pt x="69338" y="105005"/>
                    <a:pt x="70196" y="110091"/>
                    <a:pt x="70950" y="115365"/>
                  </a:cubicBezTo>
                  <a:lnTo>
                    <a:pt x="72205" y="115365"/>
                  </a:lnTo>
                  <a:cubicBezTo>
                    <a:pt x="80242" y="104063"/>
                    <a:pt x="86332" y="95796"/>
                    <a:pt x="90476" y="90564"/>
                  </a:cubicBezTo>
                  <a:cubicBezTo>
                    <a:pt x="94620" y="85332"/>
                    <a:pt x="98115" y="81439"/>
                    <a:pt x="100962" y="78885"/>
                  </a:cubicBezTo>
                  <a:cubicBezTo>
                    <a:pt x="103808" y="76332"/>
                    <a:pt x="106550" y="74532"/>
                    <a:pt x="109187" y="73486"/>
                  </a:cubicBezTo>
                  <a:cubicBezTo>
                    <a:pt x="111824" y="72439"/>
                    <a:pt x="115319" y="71916"/>
                    <a:pt x="119672" y="71916"/>
                  </a:cubicBezTo>
                  <a:cubicBezTo>
                    <a:pt x="123607" y="71916"/>
                    <a:pt x="126830" y="72418"/>
                    <a:pt x="129341" y="73423"/>
                  </a:cubicBezTo>
                  <a:lnTo>
                    <a:pt x="124318" y="96152"/>
                  </a:lnTo>
                  <a:lnTo>
                    <a:pt x="115528" y="96152"/>
                  </a:lnTo>
                  <a:cubicBezTo>
                    <a:pt x="115026" y="92636"/>
                    <a:pt x="113561" y="90878"/>
                    <a:pt x="111133" y="90878"/>
                  </a:cubicBezTo>
                  <a:cubicBezTo>
                    <a:pt x="110380" y="90878"/>
                    <a:pt x="109584" y="91003"/>
                    <a:pt x="108747" y="91254"/>
                  </a:cubicBezTo>
                  <a:cubicBezTo>
                    <a:pt x="107910" y="91506"/>
                    <a:pt x="106885" y="92050"/>
                    <a:pt x="105671" y="92887"/>
                  </a:cubicBezTo>
                  <a:cubicBezTo>
                    <a:pt x="104457" y="93724"/>
                    <a:pt x="102678" y="95357"/>
                    <a:pt x="100334" y="97784"/>
                  </a:cubicBezTo>
                  <a:cubicBezTo>
                    <a:pt x="97990" y="100212"/>
                    <a:pt x="95353" y="103184"/>
                    <a:pt x="92423" y="106700"/>
                  </a:cubicBezTo>
                  <a:cubicBezTo>
                    <a:pt x="89493" y="110216"/>
                    <a:pt x="86479" y="113900"/>
                    <a:pt x="83381" y="117751"/>
                  </a:cubicBezTo>
                  <a:lnTo>
                    <a:pt x="74842" y="128424"/>
                  </a:lnTo>
                  <a:cubicBezTo>
                    <a:pt x="76349" y="136461"/>
                    <a:pt x="77772" y="143409"/>
                    <a:pt x="79112" y="149270"/>
                  </a:cubicBezTo>
                  <a:cubicBezTo>
                    <a:pt x="80451" y="155130"/>
                    <a:pt x="81644" y="160006"/>
                    <a:pt x="82691" y="163899"/>
                  </a:cubicBezTo>
                  <a:cubicBezTo>
                    <a:pt x="83737" y="167792"/>
                    <a:pt x="84658" y="170868"/>
                    <a:pt x="85453" y="173129"/>
                  </a:cubicBezTo>
                  <a:cubicBezTo>
                    <a:pt x="86249" y="175389"/>
                    <a:pt x="87107" y="177084"/>
                    <a:pt x="88028" y="178214"/>
                  </a:cubicBezTo>
                  <a:cubicBezTo>
                    <a:pt x="88948" y="179344"/>
                    <a:pt x="89890" y="180140"/>
                    <a:pt x="90853" y="180600"/>
                  </a:cubicBezTo>
                  <a:cubicBezTo>
                    <a:pt x="91816" y="181061"/>
                    <a:pt x="92925" y="181291"/>
                    <a:pt x="94181" y="181291"/>
                  </a:cubicBezTo>
                  <a:cubicBezTo>
                    <a:pt x="96441" y="181291"/>
                    <a:pt x="98639" y="180412"/>
                    <a:pt x="100773" y="178654"/>
                  </a:cubicBezTo>
                  <a:cubicBezTo>
                    <a:pt x="102908" y="176896"/>
                    <a:pt x="105985" y="172919"/>
                    <a:pt x="110003" y="166724"/>
                  </a:cubicBezTo>
                  <a:lnTo>
                    <a:pt x="118165" y="172124"/>
                  </a:lnTo>
                  <a:cubicBezTo>
                    <a:pt x="112305" y="180830"/>
                    <a:pt x="107010" y="186963"/>
                    <a:pt x="102280" y="190521"/>
                  </a:cubicBezTo>
                  <a:cubicBezTo>
                    <a:pt x="97550" y="194078"/>
                    <a:pt x="91920" y="195857"/>
                    <a:pt x="85390" y="195857"/>
                  </a:cubicBezTo>
                  <a:cubicBezTo>
                    <a:pt x="81791" y="195857"/>
                    <a:pt x="78735" y="195209"/>
                    <a:pt x="76224" y="193911"/>
                  </a:cubicBezTo>
                  <a:cubicBezTo>
                    <a:pt x="73712" y="192613"/>
                    <a:pt x="71536" y="190541"/>
                    <a:pt x="69694" y="187695"/>
                  </a:cubicBezTo>
                  <a:cubicBezTo>
                    <a:pt x="67852" y="184849"/>
                    <a:pt x="66220" y="180412"/>
                    <a:pt x="64796" y="174384"/>
                  </a:cubicBezTo>
                  <a:cubicBezTo>
                    <a:pt x="62201" y="163669"/>
                    <a:pt x="60611" y="155465"/>
                    <a:pt x="60025" y="149772"/>
                  </a:cubicBezTo>
                  <a:lnTo>
                    <a:pt x="58769" y="149772"/>
                  </a:lnTo>
                  <a:cubicBezTo>
                    <a:pt x="49895" y="162246"/>
                    <a:pt x="43302" y="171203"/>
                    <a:pt x="38991" y="176645"/>
                  </a:cubicBezTo>
                  <a:cubicBezTo>
                    <a:pt x="34680" y="182086"/>
                    <a:pt x="31122" y="186105"/>
                    <a:pt x="28317" y="188700"/>
                  </a:cubicBezTo>
                  <a:cubicBezTo>
                    <a:pt x="25513" y="191295"/>
                    <a:pt x="22792" y="193116"/>
                    <a:pt x="20155" y="194162"/>
                  </a:cubicBezTo>
                  <a:cubicBezTo>
                    <a:pt x="17518" y="195209"/>
                    <a:pt x="14023" y="195732"/>
                    <a:pt x="9670" y="195732"/>
                  </a:cubicBezTo>
                  <a:cubicBezTo>
                    <a:pt x="5735" y="195732"/>
                    <a:pt x="2512" y="195230"/>
                    <a:pt x="0" y="194225"/>
                  </a:cubicBezTo>
                  <a:lnTo>
                    <a:pt x="5023" y="171496"/>
                  </a:lnTo>
                  <a:lnTo>
                    <a:pt x="13813" y="171496"/>
                  </a:lnTo>
                  <a:cubicBezTo>
                    <a:pt x="14316" y="175012"/>
                    <a:pt x="15781" y="176770"/>
                    <a:pt x="18209" y="176770"/>
                  </a:cubicBezTo>
                  <a:cubicBezTo>
                    <a:pt x="19381" y="176770"/>
                    <a:pt x="20615" y="176456"/>
                    <a:pt x="21913" y="175828"/>
                  </a:cubicBezTo>
                  <a:cubicBezTo>
                    <a:pt x="23211" y="175201"/>
                    <a:pt x="25073" y="173694"/>
                    <a:pt x="27501" y="171308"/>
                  </a:cubicBezTo>
                  <a:cubicBezTo>
                    <a:pt x="29929" y="168922"/>
                    <a:pt x="33277" y="165176"/>
                    <a:pt x="37547" y="160069"/>
                  </a:cubicBezTo>
                  <a:cubicBezTo>
                    <a:pt x="41816" y="154962"/>
                    <a:pt x="48011" y="147302"/>
                    <a:pt x="56132" y="137089"/>
                  </a:cubicBezTo>
                  <a:cubicBezTo>
                    <a:pt x="54876" y="130475"/>
                    <a:pt x="53578" y="124113"/>
                    <a:pt x="52239" y="118002"/>
                  </a:cubicBezTo>
                  <a:cubicBezTo>
                    <a:pt x="50900" y="111890"/>
                    <a:pt x="49518" y="106198"/>
                    <a:pt x="48095" y="100924"/>
                  </a:cubicBezTo>
                  <a:cubicBezTo>
                    <a:pt x="46672" y="95650"/>
                    <a:pt x="45500" y="92196"/>
                    <a:pt x="44579" y="90564"/>
                  </a:cubicBezTo>
                  <a:cubicBezTo>
                    <a:pt x="43658" y="88931"/>
                    <a:pt x="42674" y="87801"/>
                    <a:pt x="41628" y="87173"/>
                  </a:cubicBezTo>
                  <a:cubicBezTo>
                    <a:pt x="40582" y="86545"/>
                    <a:pt x="39263" y="86232"/>
                    <a:pt x="37672" y="86232"/>
                  </a:cubicBezTo>
                  <a:cubicBezTo>
                    <a:pt x="35914" y="86232"/>
                    <a:pt x="34324" y="86629"/>
                    <a:pt x="32901" y="87424"/>
                  </a:cubicBezTo>
                  <a:cubicBezTo>
                    <a:pt x="31477" y="88220"/>
                    <a:pt x="29929" y="89601"/>
                    <a:pt x="28254" y="91568"/>
                  </a:cubicBezTo>
                  <a:cubicBezTo>
                    <a:pt x="26580" y="93536"/>
                    <a:pt x="24362" y="96612"/>
                    <a:pt x="21599" y="100798"/>
                  </a:cubicBezTo>
                  <a:lnTo>
                    <a:pt x="13437" y="95398"/>
                  </a:lnTo>
                  <a:cubicBezTo>
                    <a:pt x="18711" y="87445"/>
                    <a:pt x="23776" y="81502"/>
                    <a:pt x="28631" y="77567"/>
                  </a:cubicBezTo>
                  <a:cubicBezTo>
                    <a:pt x="33487" y="73632"/>
                    <a:pt x="39221" y="71665"/>
                    <a:pt x="45835" y="71665"/>
                  </a:cubicBezTo>
                  <a:close/>
                  <a:moveTo>
                    <a:pt x="180352" y="0"/>
                  </a:moveTo>
                  <a:lnTo>
                    <a:pt x="204351" y="0"/>
                  </a:lnTo>
                  <a:lnTo>
                    <a:pt x="204351" y="7255"/>
                  </a:lnTo>
                  <a:lnTo>
                    <a:pt x="173376" y="81762"/>
                  </a:lnTo>
                  <a:lnTo>
                    <a:pt x="162493" y="785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/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E3387FE6-4996-4F13-AA73-A984110DD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874" y="6294886"/>
              <a:ext cx="55298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9752E8A6-5F41-4F12-A01B-AE21744C98DF}"/>
                </a:ext>
              </a:extLst>
            </p:cNvPr>
            <p:cNvCxnSpPr>
              <a:cxnSpLocks/>
            </p:cNvCxnSpPr>
            <p:nvPr/>
          </p:nvCxnSpPr>
          <p:spPr>
            <a:xfrm>
              <a:off x="6118603" y="6294886"/>
              <a:ext cx="559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6A952CC9-2CC5-45D3-98DE-299A7EBED33D}"/>
                </a:ext>
              </a:extLst>
            </p:cNvPr>
            <p:cNvSpPr txBox="1"/>
            <p:nvPr/>
          </p:nvSpPr>
          <p:spPr>
            <a:xfrm>
              <a:off x="5889097" y="6277217"/>
              <a:ext cx="80409" cy="77208"/>
            </a:xfrm>
            <a:custGeom>
              <a:avLst/>
              <a:gdLst/>
              <a:ahLst/>
              <a:cxnLst/>
              <a:rect l="l" t="t" r="r" b="b"/>
              <a:pathLst>
                <a:path w="129341" h="124192">
                  <a:moveTo>
                    <a:pt x="45835" y="0"/>
                  </a:moveTo>
                  <a:cubicBezTo>
                    <a:pt x="48430" y="0"/>
                    <a:pt x="50711" y="293"/>
                    <a:pt x="52678" y="879"/>
                  </a:cubicBezTo>
                  <a:cubicBezTo>
                    <a:pt x="54646" y="1465"/>
                    <a:pt x="56383" y="2365"/>
                    <a:pt x="57890" y="3579"/>
                  </a:cubicBezTo>
                  <a:cubicBezTo>
                    <a:pt x="59397" y="4793"/>
                    <a:pt x="60736" y="6362"/>
                    <a:pt x="61908" y="8288"/>
                  </a:cubicBezTo>
                  <a:cubicBezTo>
                    <a:pt x="63080" y="10213"/>
                    <a:pt x="64210" y="12829"/>
                    <a:pt x="65299" y="16136"/>
                  </a:cubicBezTo>
                  <a:cubicBezTo>
                    <a:pt x="66387" y="19443"/>
                    <a:pt x="67412" y="23545"/>
                    <a:pt x="68375" y="28442"/>
                  </a:cubicBezTo>
                  <a:cubicBezTo>
                    <a:pt x="69338" y="33340"/>
                    <a:pt x="70196" y="38426"/>
                    <a:pt x="70949" y="43700"/>
                  </a:cubicBezTo>
                  <a:lnTo>
                    <a:pt x="72205" y="43700"/>
                  </a:lnTo>
                  <a:cubicBezTo>
                    <a:pt x="80242" y="32398"/>
                    <a:pt x="86332" y="24131"/>
                    <a:pt x="90476" y="18899"/>
                  </a:cubicBezTo>
                  <a:cubicBezTo>
                    <a:pt x="94620" y="13667"/>
                    <a:pt x="98115" y="9774"/>
                    <a:pt x="100961" y="7220"/>
                  </a:cubicBezTo>
                  <a:cubicBezTo>
                    <a:pt x="103808" y="4667"/>
                    <a:pt x="106550" y="2867"/>
                    <a:pt x="109187" y="1821"/>
                  </a:cubicBezTo>
                  <a:cubicBezTo>
                    <a:pt x="111824" y="774"/>
                    <a:pt x="115319" y="251"/>
                    <a:pt x="119672" y="251"/>
                  </a:cubicBezTo>
                  <a:cubicBezTo>
                    <a:pt x="123607" y="251"/>
                    <a:pt x="126830" y="753"/>
                    <a:pt x="129341" y="1758"/>
                  </a:cubicBezTo>
                  <a:lnTo>
                    <a:pt x="124318" y="24487"/>
                  </a:lnTo>
                  <a:lnTo>
                    <a:pt x="115528" y="24487"/>
                  </a:lnTo>
                  <a:cubicBezTo>
                    <a:pt x="115026" y="20971"/>
                    <a:pt x="113561" y="19213"/>
                    <a:pt x="111133" y="19213"/>
                  </a:cubicBezTo>
                  <a:cubicBezTo>
                    <a:pt x="110380" y="19213"/>
                    <a:pt x="109584" y="19338"/>
                    <a:pt x="108747" y="19590"/>
                  </a:cubicBezTo>
                  <a:cubicBezTo>
                    <a:pt x="107910" y="19841"/>
                    <a:pt x="106884" y="20385"/>
                    <a:pt x="105670" y="21222"/>
                  </a:cubicBezTo>
                  <a:cubicBezTo>
                    <a:pt x="104457" y="22059"/>
                    <a:pt x="102678" y="23692"/>
                    <a:pt x="100334" y="26119"/>
                  </a:cubicBezTo>
                  <a:cubicBezTo>
                    <a:pt x="97990" y="28547"/>
                    <a:pt x="95353" y="31519"/>
                    <a:pt x="92422" y="35035"/>
                  </a:cubicBezTo>
                  <a:cubicBezTo>
                    <a:pt x="89492" y="38551"/>
                    <a:pt x="86479" y="42235"/>
                    <a:pt x="83381" y="46086"/>
                  </a:cubicBezTo>
                  <a:lnTo>
                    <a:pt x="74842" y="56759"/>
                  </a:lnTo>
                  <a:cubicBezTo>
                    <a:pt x="76349" y="64796"/>
                    <a:pt x="77772" y="71744"/>
                    <a:pt x="79112" y="77605"/>
                  </a:cubicBezTo>
                  <a:cubicBezTo>
                    <a:pt x="80451" y="83465"/>
                    <a:pt x="81644" y="88341"/>
                    <a:pt x="82691" y="92234"/>
                  </a:cubicBezTo>
                  <a:cubicBezTo>
                    <a:pt x="83737" y="96127"/>
                    <a:pt x="84658" y="99203"/>
                    <a:pt x="85453" y="101464"/>
                  </a:cubicBezTo>
                  <a:cubicBezTo>
                    <a:pt x="86248" y="103724"/>
                    <a:pt x="87107" y="105419"/>
                    <a:pt x="88027" y="106549"/>
                  </a:cubicBezTo>
                  <a:cubicBezTo>
                    <a:pt x="88948" y="107679"/>
                    <a:pt x="89890" y="108475"/>
                    <a:pt x="90853" y="108935"/>
                  </a:cubicBezTo>
                  <a:cubicBezTo>
                    <a:pt x="91816" y="109396"/>
                    <a:pt x="92925" y="109626"/>
                    <a:pt x="94181" y="109626"/>
                  </a:cubicBezTo>
                  <a:cubicBezTo>
                    <a:pt x="96441" y="109626"/>
                    <a:pt x="98638" y="108747"/>
                    <a:pt x="100773" y="106989"/>
                  </a:cubicBezTo>
                  <a:cubicBezTo>
                    <a:pt x="102908" y="105231"/>
                    <a:pt x="105984" y="101254"/>
                    <a:pt x="110003" y="95059"/>
                  </a:cubicBezTo>
                  <a:lnTo>
                    <a:pt x="118165" y="100459"/>
                  </a:lnTo>
                  <a:cubicBezTo>
                    <a:pt x="112305" y="109165"/>
                    <a:pt x="107010" y="115298"/>
                    <a:pt x="102280" y="118856"/>
                  </a:cubicBezTo>
                  <a:cubicBezTo>
                    <a:pt x="97550" y="122413"/>
                    <a:pt x="91920" y="124192"/>
                    <a:pt x="85390" y="124192"/>
                  </a:cubicBezTo>
                  <a:cubicBezTo>
                    <a:pt x="81791" y="124192"/>
                    <a:pt x="78735" y="123544"/>
                    <a:pt x="76223" y="122246"/>
                  </a:cubicBezTo>
                  <a:cubicBezTo>
                    <a:pt x="73712" y="120948"/>
                    <a:pt x="71535" y="118876"/>
                    <a:pt x="69694" y="116030"/>
                  </a:cubicBezTo>
                  <a:cubicBezTo>
                    <a:pt x="67852" y="113184"/>
                    <a:pt x="66219" y="108747"/>
                    <a:pt x="64796" y="102719"/>
                  </a:cubicBezTo>
                  <a:cubicBezTo>
                    <a:pt x="62201" y="92004"/>
                    <a:pt x="60610" y="83800"/>
                    <a:pt x="60024" y="78107"/>
                  </a:cubicBezTo>
                  <a:lnTo>
                    <a:pt x="58769" y="78107"/>
                  </a:lnTo>
                  <a:cubicBezTo>
                    <a:pt x="49895" y="90581"/>
                    <a:pt x="43302" y="99538"/>
                    <a:pt x="38991" y="104980"/>
                  </a:cubicBezTo>
                  <a:cubicBezTo>
                    <a:pt x="34679" y="110421"/>
                    <a:pt x="31122" y="114440"/>
                    <a:pt x="28317" y="117035"/>
                  </a:cubicBezTo>
                  <a:cubicBezTo>
                    <a:pt x="25513" y="119630"/>
                    <a:pt x="22792" y="121451"/>
                    <a:pt x="20155" y="122497"/>
                  </a:cubicBezTo>
                  <a:cubicBezTo>
                    <a:pt x="17518" y="123544"/>
                    <a:pt x="14023" y="124067"/>
                    <a:pt x="9669" y="124067"/>
                  </a:cubicBezTo>
                  <a:cubicBezTo>
                    <a:pt x="5735" y="124067"/>
                    <a:pt x="2512" y="123565"/>
                    <a:pt x="0" y="122560"/>
                  </a:cubicBezTo>
                  <a:lnTo>
                    <a:pt x="5023" y="99831"/>
                  </a:lnTo>
                  <a:lnTo>
                    <a:pt x="13813" y="99831"/>
                  </a:lnTo>
                  <a:cubicBezTo>
                    <a:pt x="14316" y="103347"/>
                    <a:pt x="15781" y="105105"/>
                    <a:pt x="18208" y="105105"/>
                  </a:cubicBezTo>
                  <a:cubicBezTo>
                    <a:pt x="19380" y="105105"/>
                    <a:pt x="20615" y="104791"/>
                    <a:pt x="21913" y="104163"/>
                  </a:cubicBezTo>
                  <a:cubicBezTo>
                    <a:pt x="23210" y="103536"/>
                    <a:pt x="25073" y="102029"/>
                    <a:pt x="27501" y="99643"/>
                  </a:cubicBezTo>
                  <a:cubicBezTo>
                    <a:pt x="29929" y="97257"/>
                    <a:pt x="33277" y="93511"/>
                    <a:pt x="37547" y="88404"/>
                  </a:cubicBezTo>
                  <a:cubicBezTo>
                    <a:pt x="41816" y="83297"/>
                    <a:pt x="48011" y="75637"/>
                    <a:pt x="56132" y="65424"/>
                  </a:cubicBezTo>
                  <a:cubicBezTo>
                    <a:pt x="54876" y="58810"/>
                    <a:pt x="53578" y="52448"/>
                    <a:pt x="52239" y="46337"/>
                  </a:cubicBezTo>
                  <a:cubicBezTo>
                    <a:pt x="50899" y="40225"/>
                    <a:pt x="49518" y="34533"/>
                    <a:pt x="48095" y="29259"/>
                  </a:cubicBezTo>
                  <a:cubicBezTo>
                    <a:pt x="46672" y="23985"/>
                    <a:pt x="45500" y="20531"/>
                    <a:pt x="44579" y="18899"/>
                  </a:cubicBezTo>
                  <a:cubicBezTo>
                    <a:pt x="43658" y="17266"/>
                    <a:pt x="42674" y="16136"/>
                    <a:pt x="41628" y="15508"/>
                  </a:cubicBezTo>
                  <a:cubicBezTo>
                    <a:pt x="40581" y="14880"/>
                    <a:pt x="39263" y="14567"/>
                    <a:pt x="37672" y="14567"/>
                  </a:cubicBezTo>
                  <a:cubicBezTo>
                    <a:pt x="35914" y="14567"/>
                    <a:pt x="34324" y="14964"/>
                    <a:pt x="32901" y="15760"/>
                  </a:cubicBezTo>
                  <a:cubicBezTo>
                    <a:pt x="31477" y="16555"/>
                    <a:pt x="29929" y="17936"/>
                    <a:pt x="28254" y="19903"/>
                  </a:cubicBezTo>
                  <a:cubicBezTo>
                    <a:pt x="26580" y="21871"/>
                    <a:pt x="24362" y="24947"/>
                    <a:pt x="21599" y="29133"/>
                  </a:cubicBezTo>
                  <a:lnTo>
                    <a:pt x="13437" y="23733"/>
                  </a:lnTo>
                  <a:cubicBezTo>
                    <a:pt x="18711" y="15780"/>
                    <a:pt x="23776" y="9837"/>
                    <a:pt x="28631" y="5902"/>
                  </a:cubicBezTo>
                  <a:cubicBezTo>
                    <a:pt x="33487" y="1967"/>
                    <a:pt x="39221" y="0"/>
                    <a:pt x="4583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0999AA07-4ABE-430A-85FA-B2E05C8958C3}"/>
                </a:ext>
              </a:extLst>
            </p:cNvPr>
            <p:cNvGrpSpPr/>
            <p:nvPr/>
          </p:nvGrpSpPr>
          <p:grpSpPr>
            <a:xfrm>
              <a:off x="829624" y="4951860"/>
              <a:ext cx="1872760" cy="175198"/>
              <a:chOff x="-977360" y="9816143"/>
              <a:chExt cx="4142038" cy="387491"/>
            </a:xfrm>
          </p:grpSpPr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54F712C4-A2A9-4BF5-AC02-2043CE5B6ABC}"/>
                  </a:ext>
                </a:extLst>
              </p:cNvPr>
              <p:cNvSpPr txBox="1"/>
              <p:nvPr/>
            </p:nvSpPr>
            <p:spPr>
              <a:xfrm>
                <a:off x="-977360" y="9856131"/>
                <a:ext cx="639474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400355" h="213199">
                    <a:moveTo>
                      <a:pt x="358436" y="34205"/>
                    </a:moveTo>
                    <a:cubicBezTo>
                      <a:pt x="363579" y="39520"/>
                      <a:pt x="368637" y="43034"/>
                      <a:pt x="373609" y="44749"/>
                    </a:cubicBezTo>
                    <a:cubicBezTo>
                      <a:pt x="375667" y="45606"/>
                      <a:pt x="376695" y="46463"/>
                      <a:pt x="376695" y="47321"/>
                    </a:cubicBezTo>
                    <a:cubicBezTo>
                      <a:pt x="376695" y="48178"/>
                      <a:pt x="375024" y="49378"/>
                      <a:pt x="371680" y="50921"/>
                    </a:cubicBezTo>
                    <a:cubicBezTo>
                      <a:pt x="368337" y="52464"/>
                      <a:pt x="363236" y="57865"/>
                      <a:pt x="356378" y="67123"/>
                    </a:cubicBezTo>
                    <a:cubicBezTo>
                      <a:pt x="344034" y="83754"/>
                      <a:pt x="332033" y="98498"/>
                      <a:pt x="320374" y="111357"/>
                    </a:cubicBezTo>
                    <a:lnTo>
                      <a:pt x="376695" y="171022"/>
                    </a:lnTo>
                    <a:lnTo>
                      <a:pt x="363579" y="182080"/>
                    </a:lnTo>
                    <a:cubicBezTo>
                      <a:pt x="344891" y="159963"/>
                      <a:pt x="327232" y="139989"/>
                      <a:pt x="310601" y="122159"/>
                    </a:cubicBezTo>
                    <a:cubicBezTo>
                      <a:pt x="290199" y="143761"/>
                      <a:pt x="267739" y="163650"/>
                      <a:pt x="243221" y="181823"/>
                    </a:cubicBezTo>
                    <a:cubicBezTo>
                      <a:pt x="242021" y="175994"/>
                      <a:pt x="237735" y="171365"/>
                      <a:pt x="230363" y="167936"/>
                    </a:cubicBezTo>
                    <a:cubicBezTo>
                      <a:pt x="253508" y="154906"/>
                      <a:pt x="276997" y="136218"/>
                      <a:pt x="300829" y="111872"/>
                    </a:cubicBezTo>
                    <a:cubicBezTo>
                      <a:pt x="280083" y="89926"/>
                      <a:pt x="260195" y="70209"/>
                      <a:pt x="241164" y="52721"/>
                    </a:cubicBezTo>
                    <a:lnTo>
                      <a:pt x="251708" y="43720"/>
                    </a:lnTo>
                    <a:cubicBezTo>
                      <a:pt x="276226" y="67037"/>
                      <a:pt x="295942" y="86240"/>
                      <a:pt x="310858" y="101327"/>
                    </a:cubicBezTo>
                    <a:cubicBezTo>
                      <a:pt x="332290" y="77324"/>
                      <a:pt x="348149" y="54950"/>
                      <a:pt x="358436" y="34205"/>
                    </a:cubicBezTo>
                    <a:close/>
                    <a:moveTo>
                      <a:pt x="201559" y="9773"/>
                    </a:moveTo>
                    <a:cubicBezTo>
                      <a:pt x="210817" y="11488"/>
                      <a:pt x="242964" y="12345"/>
                      <a:pt x="298000" y="12345"/>
                    </a:cubicBezTo>
                    <a:cubicBezTo>
                      <a:pt x="353035" y="12345"/>
                      <a:pt x="384153" y="11488"/>
                      <a:pt x="391354" y="9773"/>
                    </a:cubicBezTo>
                    <a:lnTo>
                      <a:pt x="391354" y="28547"/>
                    </a:lnTo>
                    <a:cubicBezTo>
                      <a:pt x="379010" y="26661"/>
                      <a:pt x="348577" y="25718"/>
                      <a:pt x="300057" y="25718"/>
                    </a:cubicBezTo>
                    <a:lnTo>
                      <a:pt x="218275" y="25718"/>
                    </a:lnTo>
                    <a:lnTo>
                      <a:pt x="218275" y="197254"/>
                    </a:lnTo>
                    <a:lnTo>
                      <a:pt x="311116" y="197254"/>
                    </a:lnTo>
                    <a:cubicBezTo>
                      <a:pt x="357921" y="197254"/>
                      <a:pt x="387668" y="196311"/>
                      <a:pt x="400355" y="194425"/>
                    </a:cubicBezTo>
                    <a:lnTo>
                      <a:pt x="400355" y="213199"/>
                    </a:lnTo>
                    <a:cubicBezTo>
                      <a:pt x="390926" y="211313"/>
                      <a:pt x="357750" y="210370"/>
                      <a:pt x="300829" y="210370"/>
                    </a:cubicBezTo>
                    <a:cubicBezTo>
                      <a:pt x="243907" y="210370"/>
                      <a:pt x="210817" y="211313"/>
                      <a:pt x="201559" y="213199"/>
                    </a:cubicBezTo>
                    <a:cubicBezTo>
                      <a:pt x="202416" y="199654"/>
                      <a:pt x="202845" y="185852"/>
                      <a:pt x="202845" y="171793"/>
                    </a:cubicBezTo>
                    <a:lnTo>
                      <a:pt x="202845" y="51435"/>
                    </a:lnTo>
                    <a:cubicBezTo>
                      <a:pt x="202845" y="34805"/>
                      <a:pt x="202416" y="20917"/>
                      <a:pt x="201559" y="9773"/>
                    </a:cubicBezTo>
                    <a:close/>
                    <a:moveTo>
                      <a:pt x="0" y="0"/>
                    </a:moveTo>
                    <a:lnTo>
                      <a:pt x="4115" y="0"/>
                    </a:lnTo>
                    <a:lnTo>
                      <a:pt x="126788" y="141447"/>
                    </a:lnTo>
                    <a:lnTo>
                      <a:pt x="126788" y="0"/>
                    </a:lnTo>
                    <a:lnTo>
                      <a:pt x="145047" y="0"/>
                    </a:lnTo>
                    <a:lnTo>
                      <a:pt x="145047" y="184652"/>
                    </a:lnTo>
                    <a:lnTo>
                      <a:pt x="140932" y="184652"/>
                    </a:lnTo>
                    <a:lnTo>
                      <a:pt x="19031" y="45006"/>
                    </a:lnTo>
                    <a:lnTo>
                      <a:pt x="19031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A1E878A-9FB9-4C99-BC79-83C2224F0C73}"/>
                  </a:ext>
                </a:extLst>
              </p:cNvPr>
              <p:cNvSpPr txBox="1"/>
              <p:nvPr/>
            </p:nvSpPr>
            <p:spPr>
              <a:xfrm>
                <a:off x="-260355" y="9816143"/>
                <a:ext cx="1775413" cy="380963"/>
              </a:xfrm>
              <a:custGeom>
                <a:avLst/>
                <a:gdLst/>
                <a:ahLst/>
                <a:cxnLst/>
                <a:rect l="l" t="t" r="r" b="b"/>
                <a:pathLst>
                  <a:path w="1111531" h="238509">
                    <a:moveTo>
                      <a:pt x="660502" y="126397"/>
                    </a:moveTo>
                    <a:cubicBezTo>
                      <a:pt x="683444" y="127913"/>
                      <a:pt x="710668" y="128672"/>
                      <a:pt x="742173" y="128672"/>
                    </a:cubicBezTo>
                    <a:cubicBezTo>
                      <a:pt x="773679" y="128672"/>
                      <a:pt x="798627" y="127913"/>
                      <a:pt x="817017" y="126397"/>
                    </a:cubicBezTo>
                    <a:lnTo>
                      <a:pt x="817017" y="148189"/>
                    </a:lnTo>
                    <a:cubicBezTo>
                      <a:pt x="800186" y="146844"/>
                      <a:pt x="777481" y="146171"/>
                      <a:pt x="748902" y="146171"/>
                    </a:cubicBezTo>
                    <a:lnTo>
                      <a:pt x="748902" y="208898"/>
                    </a:lnTo>
                    <a:cubicBezTo>
                      <a:pt x="795338" y="208898"/>
                      <a:pt x="829060" y="208140"/>
                      <a:pt x="850068" y="206624"/>
                    </a:cubicBezTo>
                    <a:lnTo>
                      <a:pt x="850068" y="228419"/>
                    </a:lnTo>
                    <a:cubicBezTo>
                      <a:pt x="828219" y="227074"/>
                      <a:pt x="794380" y="226402"/>
                      <a:pt x="748551" y="226402"/>
                    </a:cubicBezTo>
                    <a:cubicBezTo>
                      <a:pt x="702721" y="226402"/>
                      <a:pt x="662691" y="227074"/>
                      <a:pt x="628460" y="228419"/>
                    </a:cubicBezTo>
                    <a:lnTo>
                      <a:pt x="628460" y="206624"/>
                    </a:lnTo>
                    <a:cubicBezTo>
                      <a:pt x="654885" y="208140"/>
                      <a:pt x="688019" y="208898"/>
                      <a:pt x="727862" y="208898"/>
                    </a:cubicBezTo>
                    <a:lnTo>
                      <a:pt x="727862" y="146171"/>
                    </a:lnTo>
                    <a:cubicBezTo>
                      <a:pt x="697727" y="146509"/>
                      <a:pt x="675274" y="147181"/>
                      <a:pt x="660502" y="148189"/>
                    </a:cubicBezTo>
                    <a:close/>
                    <a:moveTo>
                      <a:pt x="531383" y="119590"/>
                    </a:moveTo>
                    <a:lnTo>
                      <a:pt x="604139" y="119590"/>
                    </a:lnTo>
                    <a:lnTo>
                      <a:pt x="604139" y="139613"/>
                    </a:lnTo>
                    <a:lnTo>
                      <a:pt x="531383" y="139613"/>
                    </a:lnTo>
                    <a:close/>
                    <a:moveTo>
                      <a:pt x="183816" y="116303"/>
                    </a:moveTo>
                    <a:cubicBezTo>
                      <a:pt x="191170" y="121366"/>
                      <a:pt x="197607" y="124768"/>
                      <a:pt x="203128" y="126510"/>
                    </a:cubicBezTo>
                    <a:cubicBezTo>
                      <a:pt x="206533" y="127560"/>
                      <a:pt x="208236" y="129270"/>
                      <a:pt x="208236" y="131639"/>
                    </a:cubicBezTo>
                    <a:cubicBezTo>
                      <a:pt x="208236" y="134009"/>
                      <a:pt x="207210" y="135655"/>
                      <a:pt x="205158" y="136578"/>
                    </a:cubicBezTo>
                    <a:cubicBezTo>
                      <a:pt x="203106" y="137501"/>
                      <a:pt x="201102" y="138902"/>
                      <a:pt x="199146" y="140781"/>
                    </a:cubicBezTo>
                    <a:cubicBezTo>
                      <a:pt x="197191" y="142660"/>
                      <a:pt x="195471" y="144753"/>
                      <a:pt x="193987" y="147060"/>
                    </a:cubicBezTo>
                    <a:cubicBezTo>
                      <a:pt x="186017" y="158421"/>
                      <a:pt x="173392" y="170783"/>
                      <a:pt x="156111" y="184147"/>
                    </a:cubicBezTo>
                    <a:cubicBezTo>
                      <a:pt x="138831" y="197511"/>
                      <a:pt x="116970" y="208939"/>
                      <a:pt x="90528" y="218432"/>
                    </a:cubicBezTo>
                    <a:cubicBezTo>
                      <a:pt x="64086" y="227924"/>
                      <a:pt x="36771" y="234617"/>
                      <a:pt x="8583" y="238509"/>
                    </a:cubicBezTo>
                    <a:cubicBezTo>
                      <a:pt x="7785" y="230416"/>
                      <a:pt x="4924" y="222202"/>
                      <a:pt x="0" y="213865"/>
                    </a:cubicBezTo>
                    <a:cubicBezTo>
                      <a:pt x="25763" y="213109"/>
                      <a:pt x="49062" y="209690"/>
                      <a:pt x="69898" y="203606"/>
                    </a:cubicBezTo>
                    <a:cubicBezTo>
                      <a:pt x="90733" y="197522"/>
                      <a:pt x="108657" y="190001"/>
                      <a:pt x="123671" y="181043"/>
                    </a:cubicBezTo>
                    <a:cubicBezTo>
                      <a:pt x="138685" y="172085"/>
                      <a:pt x="151298" y="162787"/>
                      <a:pt x="161510" y="153151"/>
                    </a:cubicBezTo>
                    <a:cubicBezTo>
                      <a:pt x="171722" y="143515"/>
                      <a:pt x="179157" y="131233"/>
                      <a:pt x="183816" y="116303"/>
                    </a:cubicBezTo>
                    <a:close/>
                    <a:moveTo>
                      <a:pt x="950998" y="91582"/>
                    </a:moveTo>
                    <a:cubicBezTo>
                      <a:pt x="959720" y="94818"/>
                      <a:pt x="966712" y="96515"/>
                      <a:pt x="971973" y="96673"/>
                    </a:cubicBezTo>
                    <a:cubicBezTo>
                      <a:pt x="975871" y="96952"/>
                      <a:pt x="977820" y="98180"/>
                      <a:pt x="977820" y="100356"/>
                    </a:cubicBezTo>
                    <a:cubicBezTo>
                      <a:pt x="977820" y="102533"/>
                      <a:pt x="976675" y="104383"/>
                      <a:pt x="974384" y="105908"/>
                    </a:cubicBezTo>
                    <a:cubicBezTo>
                      <a:pt x="971430" y="107876"/>
                      <a:pt x="968964" y="113557"/>
                      <a:pt x="966987" y="122949"/>
                    </a:cubicBezTo>
                    <a:cubicBezTo>
                      <a:pt x="961648" y="149653"/>
                      <a:pt x="954109" y="171034"/>
                      <a:pt x="944371" y="187092"/>
                    </a:cubicBezTo>
                    <a:cubicBezTo>
                      <a:pt x="934633" y="203151"/>
                      <a:pt x="919532" y="219113"/>
                      <a:pt x="899068" y="234977"/>
                    </a:cubicBezTo>
                    <a:cubicBezTo>
                      <a:pt x="894289" y="229172"/>
                      <a:pt x="888213" y="224733"/>
                      <a:pt x="880841" y="221660"/>
                    </a:cubicBezTo>
                    <a:cubicBezTo>
                      <a:pt x="905069" y="204617"/>
                      <a:pt x="922191" y="186535"/>
                      <a:pt x="932206" y="167415"/>
                    </a:cubicBezTo>
                    <a:cubicBezTo>
                      <a:pt x="942221" y="148294"/>
                      <a:pt x="948485" y="123016"/>
                      <a:pt x="950998" y="91582"/>
                    </a:cubicBezTo>
                    <a:close/>
                    <a:moveTo>
                      <a:pt x="1039144" y="88805"/>
                    </a:moveTo>
                    <a:cubicBezTo>
                      <a:pt x="1043586" y="154122"/>
                      <a:pt x="1067715" y="196955"/>
                      <a:pt x="1111531" y="217304"/>
                    </a:cubicBezTo>
                    <a:cubicBezTo>
                      <a:pt x="1103143" y="223587"/>
                      <a:pt x="1096906" y="229646"/>
                      <a:pt x="1092818" y="235484"/>
                    </a:cubicBezTo>
                    <a:cubicBezTo>
                      <a:pt x="1071306" y="222025"/>
                      <a:pt x="1054703" y="204284"/>
                      <a:pt x="1043010" y="182262"/>
                    </a:cubicBezTo>
                    <a:cubicBezTo>
                      <a:pt x="1031317" y="160240"/>
                      <a:pt x="1023094" y="130729"/>
                      <a:pt x="1018341" y="93728"/>
                    </a:cubicBezTo>
                    <a:close/>
                    <a:moveTo>
                      <a:pt x="766499" y="65595"/>
                    </a:moveTo>
                    <a:cubicBezTo>
                      <a:pt x="796197" y="83362"/>
                      <a:pt x="820690" y="99887"/>
                      <a:pt x="839978" y="115170"/>
                    </a:cubicBezTo>
                    <a:lnTo>
                      <a:pt x="826368" y="130026"/>
                    </a:lnTo>
                    <a:cubicBezTo>
                      <a:pt x="819103" y="123553"/>
                      <a:pt x="808482" y="115451"/>
                      <a:pt x="794507" y="105719"/>
                    </a:cubicBezTo>
                    <a:cubicBezTo>
                      <a:pt x="780531" y="95986"/>
                      <a:pt x="767651" y="87920"/>
                      <a:pt x="755866" y="81520"/>
                    </a:cubicBezTo>
                    <a:close/>
                    <a:moveTo>
                      <a:pt x="704535" y="63578"/>
                    </a:moveTo>
                    <a:cubicBezTo>
                      <a:pt x="708902" y="68732"/>
                      <a:pt x="713337" y="72735"/>
                      <a:pt x="717840" y="75585"/>
                    </a:cubicBezTo>
                    <a:cubicBezTo>
                      <a:pt x="720383" y="77278"/>
                      <a:pt x="721654" y="79003"/>
                      <a:pt x="721654" y="80761"/>
                    </a:cubicBezTo>
                    <a:cubicBezTo>
                      <a:pt x="721654" y="82518"/>
                      <a:pt x="719616" y="84054"/>
                      <a:pt x="715542" y="85370"/>
                    </a:cubicBezTo>
                    <a:cubicBezTo>
                      <a:pt x="711915" y="86532"/>
                      <a:pt x="708682" y="88532"/>
                      <a:pt x="705846" y="91369"/>
                    </a:cubicBezTo>
                    <a:cubicBezTo>
                      <a:pt x="687428" y="106773"/>
                      <a:pt x="667154" y="121256"/>
                      <a:pt x="645024" y="134820"/>
                    </a:cubicBezTo>
                    <a:cubicBezTo>
                      <a:pt x="641777" y="128331"/>
                      <a:pt x="637265" y="123077"/>
                      <a:pt x="631490" y="119056"/>
                    </a:cubicBezTo>
                    <a:cubicBezTo>
                      <a:pt x="645222" y="112409"/>
                      <a:pt x="658436" y="104315"/>
                      <a:pt x="671131" y="94773"/>
                    </a:cubicBezTo>
                    <a:cubicBezTo>
                      <a:pt x="683826" y="85230"/>
                      <a:pt x="694961" y="74832"/>
                      <a:pt x="704535" y="63578"/>
                    </a:cubicBezTo>
                    <a:close/>
                    <a:moveTo>
                      <a:pt x="59183" y="43141"/>
                    </a:moveTo>
                    <a:cubicBezTo>
                      <a:pt x="66274" y="47598"/>
                      <a:pt x="72246" y="50738"/>
                      <a:pt x="77101" y="52560"/>
                    </a:cubicBezTo>
                    <a:cubicBezTo>
                      <a:pt x="80428" y="53669"/>
                      <a:pt x="82091" y="55218"/>
                      <a:pt x="82091" y="57207"/>
                    </a:cubicBezTo>
                    <a:cubicBezTo>
                      <a:pt x="82091" y="59196"/>
                      <a:pt x="80388" y="61356"/>
                      <a:pt x="76982" y="63687"/>
                    </a:cubicBezTo>
                    <a:cubicBezTo>
                      <a:pt x="73576" y="66017"/>
                      <a:pt x="69640" y="71024"/>
                      <a:pt x="65174" y="78707"/>
                    </a:cubicBezTo>
                    <a:cubicBezTo>
                      <a:pt x="52420" y="101435"/>
                      <a:pt x="38187" y="121401"/>
                      <a:pt x="22475" y="138605"/>
                    </a:cubicBezTo>
                    <a:cubicBezTo>
                      <a:pt x="19094" y="133427"/>
                      <a:pt x="13537" y="129293"/>
                      <a:pt x="5803" y="126204"/>
                    </a:cubicBezTo>
                    <a:cubicBezTo>
                      <a:pt x="17263" y="115794"/>
                      <a:pt x="27635" y="103543"/>
                      <a:pt x="36919" y="89452"/>
                    </a:cubicBezTo>
                    <a:cubicBezTo>
                      <a:pt x="46203" y="75361"/>
                      <a:pt x="53624" y="59924"/>
                      <a:pt x="59183" y="43141"/>
                    </a:cubicBezTo>
                    <a:close/>
                    <a:moveTo>
                      <a:pt x="164219" y="41879"/>
                    </a:moveTo>
                    <a:cubicBezTo>
                      <a:pt x="190710" y="61711"/>
                      <a:pt x="214634" y="83253"/>
                      <a:pt x="235990" y="106506"/>
                    </a:cubicBezTo>
                    <a:lnTo>
                      <a:pt x="220166" y="120691"/>
                    </a:lnTo>
                    <a:cubicBezTo>
                      <a:pt x="204602" y="100090"/>
                      <a:pt x="181587" y="78617"/>
                      <a:pt x="151123" y="56273"/>
                    </a:cubicBezTo>
                    <a:close/>
                    <a:moveTo>
                      <a:pt x="299498" y="21192"/>
                    </a:moveTo>
                    <a:cubicBezTo>
                      <a:pt x="310241" y="22036"/>
                      <a:pt x="339457" y="22458"/>
                      <a:pt x="387147" y="22458"/>
                    </a:cubicBezTo>
                    <a:cubicBezTo>
                      <a:pt x="434836" y="22458"/>
                      <a:pt x="463511" y="22036"/>
                      <a:pt x="473172" y="21192"/>
                    </a:cubicBezTo>
                    <a:lnTo>
                      <a:pt x="473172" y="41598"/>
                    </a:lnTo>
                    <a:cubicBezTo>
                      <a:pt x="466426" y="42792"/>
                      <a:pt x="460120" y="45688"/>
                      <a:pt x="454253" y="50285"/>
                    </a:cubicBezTo>
                    <a:lnTo>
                      <a:pt x="398997" y="93398"/>
                    </a:lnTo>
                    <a:lnTo>
                      <a:pt x="398997" y="107226"/>
                    </a:lnTo>
                    <a:cubicBezTo>
                      <a:pt x="445532" y="107226"/>
                      <a:pt x="480264" y="106300"/>
                      <a:pt x="503193" y="104449"/>
                    </a:cubicBezTo>
                    <a:lnTo>
                      <a:pt x="503193" y="128511"/>
                    </a:lnTo>
                    <a:cubicBezTo>
                      <a:pt x="479948" y="126831"/>
                      <a:pt x="445216" y="125991"/>
                      <a:pt x="398997" y="125991"/>
                    </a:cubicBezTo>
                    <a:lnTo>
                      <a:pt x="398997" y="213736"/>
                    </a:lnTo>
                    <a:cubicBezTo>
                      <a:pt x="398997" y="219383"/>
                      <a:pt x="397673" y="223873"/>
                      <a:pt x="395024" y="227206"/>
                    </a:cubicBezTo>
                    <a:cubicBezTo>
                      <a:pt x="392376" y="230538"/>
                      <a:pt x="387349" y="233087"/>
                      <a:pt x="379942" y="234851"/>
                    </a:cubicBezTo>
                    <a:cubicBezTo>
                      <a:pt x="372534" y="236615"/>
                      <a:pt x="360774" y="237582"/>
                      <a:pt x="344660" y="237754"/>
                    </a:cubicBezTo>
                    <a:cubicBezTo>
                      <a:pt x="345333" y="228096"/>
                      <a:pt x="342809" y="219066"/>
                      <a:pt x="337090" y="210662"/>
                    </a:cubicBezTo>
                    <a:cubicBezTo>
                      <a:pt x="350190" y="212682"/>
                      <a:pt x="359291" y="213692"/>
                      <a:pt x="364393" y="213692"/>
                    </a:cubicBezTo>
                    <a:cubicBezTo>
                      <a:pt x="369495" y="213692"/>
                      <a:pt x="372948" y="213048"/>
                      <a:pt x="374752" y="211761"/>
                    </a:cubicBezTo>
                    <a:cubicBezTo>
                      <a:pt x="376556" y="210474"/>
                      <a:pt x="377458" y="207348"/>
                      <a:pt x="377458" y="202384"/>
                    </a:cubicBezTo>
                    <a:lnTo>
                      <a:pt x="377458" y="125991"/>
                    </a:lnTo>
                    <a:cubicBezTo>
                      <a:pt x="324978" y="125991"/>
                      <a:pt x="288649" y="126831"/>
                      <a:pt x="268468" y="128511"/>
                    </a:cubicBezTo>
                    <a:lnTo>
                      <a:pt x="268468" y="104449"/>
                    </a:lnTo>
                    <a:cubicBezTo>
                      <a:pt x="288397" y="106300"/>
                      <a:pt x="324727" y="107226"/>
                      <a:pt x="377458" y="107226"/>
                    </a:cubicBezTo>
                    <a:lnTo>
                      <a:pt x="377458" y="84763"/>
                    </a:lnTo>
                    <a:lnTo>
                      <a:pt x="439016" y="40967"/>
                    </a:lnTo>
                    <a:lnTo>
                      <a:pt x="356314" y="40967"/>
                    </a:lnTo>
                    <a:cubicBezTo>
                      <a:pt x="331863" y="40967"/>
                      <a:pt x="312925" y="41387"/>
                      <a:pt x="299498" y="42229"/>
                    </a:cubicBezTo>
                    <a:close/>
                    <a:moveTo>
                      <a:pt x="979898" y="5296"/>
                    </a:moveTo>
                    <a:cubicBezTo>
                      <a:pt x="992847" y="15221"/>
                      <a:pt x="1004517" y="26924"/>
                      <a:pt x="1014906" y="40404"/>
                    </a:cubicBezTo>
                    <a:lnTo>
                      <a:pt x="1001757" y="50176"/>
                    </a:lnTo>
                    <a:lnTo>
                      <a:pt x="1027585" y="50098"/>
                    </a:lnTo>
                    <a:cubicBezTo>
                      <a:pt x="1061003" y="49877"/>
                      <a:pt x="1084192" y="49323"/>
                      <a:pt x="1097153" y="48437"/>
                    </a:cubicBezTo>
                    <a:lnTo>
                      <a:pt x="1097153" y="106309"/>
                    </a:lnTo>
                    <a:lnTo>
                      <a:pt x="1076366" y="106309"/>
                    </a:lnTo>
                    <a:lnTo>
                      <a:pt x="1076366" y="67460"/>
                    </a:lnTo>
                    <a:lnTo>
                      <a:pt x="911971" y="67460"/>
                    </a:lnTo>
                    <a:lnTo>
                      <a:pt x="911971" y="109841"/>
                    </a:lnTo>
                    <a:lnTo>
                      <a:pt x="891944" y="109841"/>
                    </a:lnTo>
                    <a:lnTo>
                      <a:pt x="891944" y="48437"/>
                    </a:lnTo>
                    <a:cubicBezTo>
                      <a:pt x="904170" y="49618"/>
                      <a:pt x="937108" y="50209"/>
                      <a:pt x="990757" y="50209"/>
                    </a:cubicBezTo>
                    <a:lnTo>
                      <a:pt x="996785" y="50191"/>
                    </a:lnTo>
                    <a:lnTo>
                      <a:pt x="966115" y="18810"/>
                    </a:lnTo>
                    <a:close/>
                    <a:moveTo>
                      <a:pt x="106214" y="3532"/>
                    </a:moveTo>
                    <a:cubicBezTo>
                      <a:pt x="114189" y="5217"/>
                      <a:pt x="119979" y="6059"/>
                      <a:pt x="123585" y="6059"/>
                    </a:cubicBezTo>
                    <a:lnTo>
                      <a:pt x="129162" y="5806"/>
                    </a:lnTo>
                    <a:cubicBezTo>
                      <a:pt x="132093" y="5806"/>
                      <a:pt x="133558" y="6779"/>
                      <a:pt x="133558" y="8725"/>
                    </a:cubicBezTo>
                    <a:cubicBezTo>
                      <a:pt x="133558" y="10672"/>
                      <a:pt x="132844" y="12402"/>
                      <a:pt x="131415" y="13915"/>
                    </a:cubicBezTo>
                    <a:cubicBezTo>
                      <a:pt x="129985" y="15429"/>
                      <a:pt x="129271" y="17955"/>
                      <a:pt x="129271" y="21494"/>
                    </a:cubicBezTo>
                    <a:lnTo>
                      <a:pt x="129271" y="129977"/>
                    </a:lnTo>
                    <a:cubicBezTo>
                      <a:pt x="129271" y="140838"/>
                      <a:pt x="129860" y="150861"/>
                      <a:pt x="131039" y="160047"/>
                    </a:cubicBezTo>
                    <a:lnTo>
                      <a:pt x="105964" y="160047"/>
                    </a:lnTo>
                    <a:cubicBezTo>
                      <a:pt x="107140" y="151201"/>
                      <a:pt x="107728" y="141262"/>
                      <a:pt x="107728" y="130231"/>
                    </a:cubicBezTo>
                    <a:lnTo>
                      <a:pt x="107728" y="30069"/>
                    </a:lnTo>
                    <a:cubicBezTo>
                      <a:pt x="107728" y="19653"/>
                      <a:pt x="107223" y="10808"/>
                      <a:pt x="106214" y="3532"/>
                    </a:cubicBezTo>
                    <a:close/>
                    <a:moveTo>
                      <a:pt x="727906" y="0"/>
                    </a:moveTo>
                    <a:cubicBezTo>
                      <a:pt x="736806" y="12599"/>
                      <a:pt x="743997" y="24542"/>
                      <a:pt x="749481" y="35831"/>
                    </a:cubicBezTo>
                    <a:cubicBezTo>
                      <a:pt x="792847" y="35831"/>
                      <a:pt x="823013" y="34987"/>
                      <a:pt x="839978" y="33300"/>
                    </a:cubicBezTo>
                    <a:cubicBezTo>
                      <a:pt x="838631" y="41824"/>
                      <a:pt x="837957" y="50974"/>
                      <a:pt x="837957" y="60749"/>
                    </a:cubicBezTo>
                    <a:cubicBezTo>
                      <a:pt x="837957" y="70524"/>
                      <a:pt x="838462" y="79488"/>
                      <a:pt x="839472" y="87640"/>
                    </a:cubicBezTo>
                    <a:lnTo>
                      <a:pt x="817676" y="87640"/>
                    </a:lnTo>
                    <a:lnTo>
                      <a:pt x="817676" y="53078"/>
                    </a:lnTo>
                    <a:lnTo>
                      <a:pt x="658835" y="53078"/>
                    </a:lnTo>
                    <a:lnTo>
                      <a:pt x="658835" y="90417"/>
                    </a:lnTo>
                    <a:lnTo>
                      <a:pt x="637292" y="90417"/>
                    </a:lnTo>
                    <a:cubicBezTo>
                      <a:pt x="638302" y="81105"/>
                      <a:pt x="638807" y="71800"/>
                      <a:pt x="638807" y="62503"/>
                    </a:cubicBezTo>
                    <a:cubicBezTo>
                      <a:pt x="638807" y="53206"/>
                      <a:pt x="638302" y="43472"/>
                      <a:pt x="637292" y="33300"/>
                    </a:cubicBezTo>
                    <a:cubicBezTo>
                      <a:pt x="654153" y="34819"/>
                      <a:pt x="685017" y="35577"/>
                      <a:pt x="729883" y="35574"/>
                    </a:cubicBezTo>
                    <a:cubicBezTo>
                      <a:pt x="723676" y="26948"/>
                      <a:pt x="717284" y="18688"/>
                      <a:pt x="710708" y="1079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b="1" dirty="0"/>
              </a:p>
            </p:txBody>
          </p:sp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1F6220EF-67CA-407E-9A1F-D8A9516E79C1}"/>
                  </a:ext>
                </a:extLst>
              </p:cNvPr>
              <p:cNvSpPr txBox="1"/>
              <p:nvPr/>
            </p:nvSpPr>
            <p:spPr>
              <a:xfrm>
                <a:off x="1555663" y="9825719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4" y="177965"/>
                    </a:lnTo>
                    <a:lnTo>
                      <a:pt x="705174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4" y="146590"/>
                    </a:lnTo>
                    <a:lnTo>
                      <a:pt x="705174" y="125759"/>
                    </a:lnTo>
                    <a:close/>
                    <a:moveTo>
                      <a:pt x="825789" y="113671"/>
                    </a:moveTo>
                    <a:cubicBezTo>
                      <a:pt x="829732" y="119158"/>
                      <a:pt x="834533" y="123444"/>
                      <a:pt x="840191" y="126530"/>
                    </a:cubicBezTo>
                    <a:cubicBezTo>
                      <a:pt x="816702" y="156705"/>
                      <a:pt x="798100" y="181737"/>
                      <a:pt x="784384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400" y="156234"/>
                    </a:cubicBezTo>
                    <a:cubicBezTo>
                      <a:pt x="810144" y="140546"/>
                      <a:pt x="819274" y="126359"/>
                      <a:pt x="825789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9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6" y="219327"/>
                      <a:pt x="718418" y="222328"/>
                    </a:cubicBezTo>
                    <a:cubicBezTo>
                      <a:pt x="716961" y="225328"/>
                      <a:pt x="713789" y="227643"/>
                      <a:pt x="708903" y="229272"/>
                    </a:cubicBezTo>
                    <a:cubicBezTo>
                      <a:pt x="704016" y="230900"/>
                      <a:pt x="696344" y="232229"/>
                      <a:pt x="685886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4" y="213241"/>
                      <a:pt x="705174" y="210455"/>
                      <a:pt x="705174" y="205997"/>
                    </a:cubicBezTo>
                    <a:lnTo>
                      <a:pt x="705174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9" y="211055"/>
                      <a:pt x="608219" y="200597"/>
                    </a:cubicBezTo>
                    <a:lnTo>
                      <a:pt x="608219" y="141961"/>
                    </a:lnTo>
                    <a:cubicBezTo>
                      <a:pt x="608219" y="129102"/>
                      <a:pt x="607619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10" y="105442"/>
                      <a:pt x="113543" y="105442"/>
                    </a:cubicBezTo>
                    <a:cubicBezTo>
                      <a:pt x="148776" y="105442"/>
                      <a:pt x="173421" y="104756"/>
                      <a:pt x="187480" y="103384"/>
                    </a:cubicBezTo>
                    <a:lnTo>
                      <a:pt x="178994" y="197253"/>
                    </a:lnTo>
                    <a:cubicBezTo>
                      <a:pt x="178479" y="203254"/>
                      <a:pt x="176808" y="207926"/>
                      <a:pt x="173979" y="211269"/>
                    </a:cubicBezTo>
                    <a:cubicBezTo>
                      <a:pt x="171150" y="214613"/>
                      <a:pt x="165749" y="217313"/>
                      <a:pt x="157777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900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7" y="202011"/>
                      <a:pt x="159877" y="200082"/>
                      <a:pt x="161249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7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7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6" y="77667"/>
                    </a:cubicBezTo>
                    <a:lnTo>
                      <a:pt x="581730" y="83839"/>
                    </a:lnTo>
                    <a:cubicBezTo>
                      <a:pt x="577615" y="70123"/>
                      <a:pt x="572214" y="57950"/>
                      <a:pt x="565528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7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9" y="38662"/>
                      <a:pt x="973922" y="57307"/>
                      <a:pt x="973922" y="69051"/>
                    </a:cubicBezTo>
                    <a:cubicBezTo>
                      <a:pt x="973922" y="80796"/>
                      <a:pt x="974179" y="96526"/>
                      <a:pt x="974693" y="116243"/>
                    </a:cubicBezTo>
                    <a:lnTo>
                      <a:pt x="941775" y="115472"/>
                    </a:lnTo>
                    <a:lnTo>
                      <a:pt x="941775" y="198539"/>
                    </a:lnTo>
                    <a:cubicBezTo>
                      <a:pt x="941775" y="204368"/>
                      <a:pt x="942975" y="208355"/>
                      <a:pt x="945375" y="210498"/>
                    </a:cubicBezTo>
                    <a:cubicBezTo>
                      <a:pt x="947775" y="212641"/>
                      <a:pt x="952405" y="213712"/>
                      <a:pt x="959263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4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1" y="226100"/>
                      <a:pt x="979451" y="228629"/>
                      <a:pt x="963249" y="228629"/>
                    </a:cubicBezTo>
                    <a:cubicBezTo>
                      <a:pt x="947047" y="228629"/>
                      <a:pt x="936803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5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3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2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9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1" y="37548"/>
                    </a:cubicBezTo>
                    <a:cubicBezTo>
                      <a:pt x="66351" y="73552"/>
                      <a:pt x="43377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9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2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6" y="78824"/>
                    </a:cubicBezTo>
                    <a:cubicBezTo>
                      <a:pt x="160520" y="61936"/>
                      <a:pt x="148475" y="38662"/>
                      <a:pt x="136303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7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9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6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6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2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8" y="86411"/>
                    </a:cubicBezTo>
                    <a:lnTo>
                      <a:pt x="656568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8" y="55550"/>
                    </a:cubicBezTo>
                    <a:lnTo>
                      <a:pt x="656568" y="36519"/>
                    </a:lnTo>
                    <a:cubicBezTo>
                      <a:pt x="631193" y="36519"/>
                      <a:pt x="611648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8" y="24603"/>
                      <a:pt x="631193" y="25203"/>
                      <a:pt x="656568" y="25203"/>
                    </a:cubicBezTo>
                    <a:cubicBezTo>
                      <a:pt x="656568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1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5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7" y="70466"/>
                      <a:pt x="398107" y="71495"/>
                    </a:cubicBezTo>
                    <a:cubicBezTo>
                      <a:pt x="398107" y="72523"/>
                      <a:pt x="396992" y="74066"/>
                      <a:pt x="394763" y="76124"/>
                    </a:cubicBezTo>
                    <a:cubicBezTo>
                      <a:pt x="392535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30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4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9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7" y="56321"/>
                    </a:cubicBezTo>
                    <a:cubicBezTo>
                      <a:pt x="301837" y="56493"/>
                      <a:pt x="274406" y="57264"/>
                      <a:pt x="258461" y="58636"/>
                    </a:cubicBezTo>
                    <a:lnTo>
                      <a:pt x="258461" y="40891"/>
                    </a:lnTo>
                    <a:cubicBezTo>
                      <a:pt x="272520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A02C3EE3-23EF-49FF-9269-2E86173C317D}"/>
                </a:ext>
              </a:extLst>
            </p:cNvPr>
            <p:cNvGrpSpPr/>
            <p:nvPr/>
          </p:nvGrpSpPr>
          <p:grpSpPr>
            <a:xfrm>
              <a:off x="4721112" y="4954593"/>
              <a:ext cx="1893333" cy="183725"/>
              <a:chOff x="9448769" y="10265395"/>
              <a:chExt cx="3894511" cy="377915"/>
            </a:xfrm>
          </p:grpSpPr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A582F520-686C-4486-B410-38F4F1949818}"/>
                  </a:ext>
                </a:extLst>
              </p:cNvPr>
              <p:cNvSpPr txBox="1"/>
              <p:nvPr/>
            </p:nvSpPr>
            <p:spPr>
              <a:xfrm>
                <a:off x="9448769" y="10284084"/>
                <a:ext cx="579029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362512" h="213199">
                    <a:moveTo>
                      <a:pt x="320593" y="34205"/>
                    </a:moveTo>
                    <a:cubicBezTo>
                      <a:pt x="325736" y="39520"/>
                      <a:pt x="330794" y="43034"/>
                      <a:pt x="335766" y="44749"/>
                    </a:cubicBezTo>
                    <a:cubicBezTo>
                      <a:pt x="337824" y="45606"/>
                      <a:pt x="338852" y="46463"/>
                      <a:pt x="338852" y="47321"/>
                    </a:cubicBezTo>
                    <a:cubicBezTo>
                      <a:pt x="338852" y="48178"/>
                      <a:pt x="337181" y="49378"/>
                      <a:pt x="333837" y="50921"/>
                    </a:cubicBezTo>
                    <a:cubicBezTo>
                      <a:pt x="330494" y="52464"/>
                      <a:pt x="325394" y="57865"/>
                      <a:pt x="318535" y="67123"/>
                    </a:cubicBezTo>
                    <a:cubicBezTo>
                      <a:pt x="306191" y="83754"/>
                      <a:pt x="294190" y="98498"/>
                      <a:pt x="282531" y="111357"/>
                    </a:cubicBezTo>
                    <a:lnTo>
                      <a:pt x="338852" y="171022"/>
                    </a:lnTo>
                    <a:lnTo>
                      <a:pt x="325736" y="182080"/>
                    </a:lnTo>
                    <a:cubicBezTo>
                      <a:pt x="307048" y="159963"/>
                      <a:pt x="289389" y="139989"/>
                      <a:pt x="272758" y="122159"/>
                    </a:cubicBezTo>
                    <a:cubicBezTo>
                      <a:pt x="252356" y="143761"/>
                      <a:pt x="229896" y="163650"/>
                      <a:pt x="205379" y="181823"/>
                    </a:cubicBezTo>
                    <a:cubicBezTo>
                      <a:pt x="204178" y="175994"/>
                      <a:pt x="199892" y="171365"/>
                      <a:pt x="192520" y="167936"/>
                    </a:cubicBezTo>
                    <a:cubicBezTo>
                      <a:pt x="215666" y="154906"/>
                      <a:pt x="239154" y="136218"/>
                      <a:pt x="262986" y="111872"/>
                    </a:cubicBezTo>
                    <a:cubicBezTo>
                      <a:pt x="242240" y="89926"/>
                      <a:pt x="222352" y="70209"/>
                      <a:pt x="203321" y="52721"/>
                    </a:cubicBezTo>
                    <a:lnTo>
                      <a:pt x="213865" y="43720"/>
                    </a:lnTo>
                    <a:cubicBezTo>
                      <a:pt x="238383" y="67037"/>
                      <a:pt x="258099" y="86240"/>
                      <a:pt x="273016" y="101327"/>
                    </a:cubicBezTo>
                    <a:cubicBezTo>
                      <a:pt x="294447" y="77324"/>
                      <a:pt x="310306" y="54950"/>
                      <a:pt x="320593" y="34205"/>
                    </a:cubicBezTo>
                    <a:close/>
                    <a:moveTo>
                      <a:pt x="18517" y="18003"/>
                    </a:moveTo>
                    <a:lnTo>
                      <a:pt x="18517" y="81011"/>
                    </a:lnTo>
                    <a:lnTo>
                      <a:pt x="49635" y="81011"/>
                    </a:lnTo>
                    <a:cubicBezTo>
                      <a:pt x="68323" y="81354"/>
                      <a:pt x="80753" y="78310"/>
                      <a:pt x="86926" y="71881"/>
                    </a:cubicBezTo>
                    <a:cubicBezTo>
                      <a:pt x="93098" y="65452"/>
                      <a:pt x="96184" y="57865"/>
                      <a:pt x="96184" y="49121"/>
                    </a:cubicBezTo>
                    <a:cubicBezTo>
                      <a:pt x="96184" y="28375"/>
                      <a:pt x="81182" y="18003"/>
                      <a:pt x="51178" y="18003"/>
                    </a:cubicBezTo>
                    <a:close/>
                    <a:moveTo>
                      <a:pt x="163716" y="9773"/>
                    </a:moveTo>
                    <a:cubicBezTo>
                      <a:pt x="172974" y="11488"/>
                      <a:pt x="205121" y="12345"/>
                      <a:pt x="260157" y="12345"/>
                    </a:cubicBezTo>
                    <a:cubicBezTo>
                      <a:pt x="315192" y="12345"/>
                      <a:pt x="346310" y="11488"/>
                      <a:pt x="353511" y="9773"/>
                    </a:cubicBezTo>
                    <a:lnTo>
                      <a:pt x="353511" y="28547"/>
                    </a:lnTo>
                    <a:cubicBezTo>
                      <a:pt x="341167" y="26661"/>
                      <a:pt x="310735" y="25718"/>
                      <a:pt x="262214" y="25718"/>
                    </a:cubicBezTo>
                    <a:lnTo>
                      <a:pt x="180433" y="25718"/>
                    </a:lnTo>
                    <a:lnTo>
                      <a:pt x="180433" y="197254"/>
                    </a:lnTo>
                    <a:lnTo>
                      <a:pt x="273273" y="197254"/>
                    </a:lnTo>
                    <a:cubicBezTo>
                      <a:pt x="320079" y="197254"/>
                      <a:pt x="349825" y="196311"/>
                      <a:pt x="362512" y="194425"/>
                    </a:cubicBezTo>
                    <a:lnTo>
                      <a:pt x="362512" y="213199"/>
                    </a:lnTo>
                    <a:cubicBezTo>
                      <a:pt x="353083" y="211313"/>
                      <a:pt x="319907" y="210370"/>
                      <a:pt x="262986" y="210370"/>
                    </a:cubicBezTo>
                    <a:cubicBezTo>
                      <a:pt x="206064" y="210370"/>
                      <a:pt x="172974" y="211313"/>
                      <a:pt x="163716" y="213199"/>
                    </a:cubicBezTo>
                    <a:cubicBezTo>
                      <a:pt x="164573" y="199654"/>
                      <a:pt x="165002" y="185852"/>
                      <a:pt x="165002" y="171793"/>
                    </a:cubicBezTo>
                    <a:lnTo>
                      <a:pt x="165002" y="51435"/>
                    </a:lnTo>
                    <a:cubicBezTo>
                      <a:pt x="165002" y="34805"/>
                      <a:pt x="164573" y="20917"/>
                      <a:pt x="163716" y="9773"/>
                    </a:cubicBezTo>
                    <a:close/>
                    <a:moveTo>
                      <a:pt x="0" y="0"/>
                    </a:moveTo>
                    <a:lnTo>
                      <a:pt x="36776" y="0"/>
                    </a:lnTo>
                    <a:cubicBezTo>
                      <a:pt x="58551" y="0"/>
                      <a:pt x="72781" y="858"/>
                      <a:pt x="79468" y="2572"/>
                    </a:cubicBezTo>
                    <a:cubicBezTo>
                      <a:pt x="86154" y="4287"/>
                      <a:pt x="92283" y="7287"/>
                      <a:pt x="97856" y="11573"/>
                    </a:cubicBezTo>
                    <a:cubicBezTo>
                      <a:pt x="103428" y="15860"/>
                      <a:pt x="107757" y="21217"/>
                      <a:pt x="110843" y="27647"/>
                    </a:cubicBezTo>
                    <a:cubicBezTo>
                      <a:pt x="113929" y="34076"/>
                      <a:pt x="115472" y="41234"/>
                      <a:pt x="115472" y="49121"/>
                    </a:cubicBezTo>
                    <a:cubicBezTo>
                      <a:pt x="115472" y="61808"/>
                      <a:pt x="112043" y="72181"/>
                      <a:pt x="105185" y="80239"/>
                    </a:cubicBezTo>
                    <a:cubicBezTo>
                      <a:pt x="98327" y="88297"/>
                      <a:pt x="89712" y="93398"/>
                      <a:pt x="79339" y="95541"/>
                    </a:cubicBezTo>
                    <a:cubicBezTo>
                      <a:pt x="68966" y="97684"/>
                      <a:pt x="53064" y="98756"/>
                      <a:pt x="31633" y="98756"/>
                    </a:cubicBezTo>
                    <a:lnTo>
                      <a:pt x="18517" y="98756"/>
                    </a:lnTo>
                    <a:lnTo>
                      <a:pt x="18517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E46446F4-11CD-4F5A-94FB-A231B005FADC}"/>
                  </a:ext>
                </a:extLst>
              </p:cNvPr>
              <p:cNvSpPr txBox="1"/>
              <p:nvPr/>
            </p:nvSpPr>
            <p:spPr>
              <a:xfrm>
                <a:off x="10102272" y="10287542"/>
                <a:ext cx="1598532" cy="333620"/>
              </a:xfrm>
              <a:custGeom>
                <a:avLst/>
                <a:gdLst/>
                <a:ahLst/>
                <a:cxnLst/>
                <a:rect l="l" t="t" r="r" b="b"/>
                <a:pathLst>
                  <a:path w="1000791" h="208869">
                    <a:moveTo>
                      <a:pt x="474457" y="103162"/>
                    </a:moveTo>
                    <a:lnTo>
                      <a:pt x="539129" y="103162"/>
                    </a:lnTo>
                    <a:lnTo>
                      <a:pt x="539129" y="120961"/>
                    </a:lnTo>
                    <a:lnTo>
                      <a:pt x="474457" y="120961"/>
                    </a:lnTo>
                    <a:close/>
                    <a:moveTo>
                      <a:pt x="672621" y="100330"/>
                    </a:moveTo>
                    <a:lnTo>
                      <a:pt x="672621" y="130298"/>
                    </a:lnTo>
                    <a:lnTo>
                      <a:pt x="722545" y="130298"/>
                    </a:lnTo>
                    <a:lnTo>
                      <a:pt x="722545" y="100330"/>
                    </a:lnTo>
                    <a:close/>
                    <a:moveTo>
                      <a:pt x="602655" y="100330"/>
                    </a:moveTo>
                    <a:lnTo>
                      <a:pt x="602655" y="130298"/>
                    </a:lnTo>
                    <a:lnTo>
                      <a:pt x="653922" y="130298"/>
                    </a:lnTo>
                    <a:lnTo>
                      <a:pt x="653922" y="100330"/>
                    </a:lnTo>
                    <a:close/>
                    <a:moveTo>
                      <a:pt x="163392" y="100241"/>
                    </a:moveTo>
                    <a:cubicBezTo>
                      <a:pt x="169928" y="104741"/>
                      <a:pt x="175651" y="107765"/>
                      <a:pt x="180558" y="109313"/>
                    </a:cubicBezTo>
                    <a:cubicBezTo>
                      <a:pt x="183585" y="110247"/>
                      <a:pt x="185098" y="111767"/>
                      <a:pt x="185098" y="113873"/>
                    </a:cubicBezTo>
                    <a:cubicBezTo>
                      <a:pt x="185098" y="115979"/>
                      <a:pt x="184186" y="117442"/>
                      <a:pt x="182362" y="118263"/>
                    </a:cubicBezTo>
                    <a:cubicBezTo>
                      <a:pt x="180538" y="119083"/>
                      <a:pt x="178757" y="120328"/>
                      <a:pt x="177019" y="121999"/>
                    </a:cubicBezTo>
                    <a:cubicBezTo>
                      <a:pt x="175280" y="123669"/>
                      <a:pt x="173751" y="125530"/>
                      <a:pt x="172432" y="127580"/>
                    </a:cubicBezTo>
                    <a:cubicBezTo>
                      <a:pt x="165348" y="137679"/>
                      <a:pt x="154126" y="148668"/>
                      <a:pt x="138766" y="160546"/>
                    </a:cubicBezTo>
                    <a:cubicBezTo>
                      <a:pt x="123406" y="172425"/>
                      <a:pt x="103973" y="182584"/>
                      <a:pt x="80469" y="191022"/>
                    </a:cubicBezTo>
                    <a:cubicBezTo>
                      <a:pt x="56965" y="199460"/>
                      <a:pt x="32685" y="205409"/>
                      <a:pt x="7630" y="208869"/>
                    </a:cubicBezTo>
                    <a:cubicBezTo>
                      <a:pt x="6920" y="201675"/>
                      <a:pt x="4377" y="194373"/>
                      <a:pt x="0" y="186962"/>
                    </a:cubicBezTo>
                    <a:cubicBezTo>
                      <a:pt x="22901" y="186291"/>
                      <a:pt x="43611" y="183251"/>
                      <a:pt x="62131" y="177843"/>
                    </a:cubicBezTo>
                    <a:cubicBezTo>
                      <a:pt x="80651" y="172435"/>
                      <a:pt x="96584" y="165750"/>
                      <a:pt x="109930" y="157787"/>
                    </a:cubicBezTo>
                    <a:cubicBezTo>
                      <a:pt x="123276" y="149824"/>
                      <a:pt x="134487" y="141560"/>
                      <a:pt x="143564" y="132995"/>
                    </a:cubicBezTo>
                    <a:cubicBezTo>
                      <a:pt x="152642" y="124429"/>
                      <a:pt x="159251" y="113511"/>
                      <a:pt x="163392" y="100241"/>
                    </a:cubicBezTo>
                    <a:close/>
                    <a:moveTo>
                      <a:pt x="672621" y="52563"/>
                    </a:moveTo>
                    <a:lnTo>
                      <a:pt x="672621" y="84996"/>
                    </a:lnTo>
                    <a:lnTo>
                      <a:pt x="722545" y="84996"/>
                    </a:lnTo>
                    <a:lnTo>
                      <a:pt x="722545" y="52563"/>
                    </a:lnTo>
                    <a:close/>
                    <a:moveTo>
                      <a:pt x="602655" y="52563"/>
                    </a:moveTo>
                    <a:lnTo>
                      <a:pt x="602655" y="84996"/>
                    </a:lnTo>
                    <a:lnTo>
                      <a:pt x="653922" y="84996"/>
                    </a:lnTo>
                    <a:lnTo>
                      <a:pt x="653922" y="52563"/>
                    </a:lnTo>
                    <a:close/>
                    <a:moveTo>
                      <a:pt x="52607" y="35208"/>
                    </a:moveTo>
                    <a:cubicBezTo>
                      <a:pt x="58910" y="39170"/>
                      <a:pt x="64219" y="41961"/>
                      <a:pt x="68534" y="43580"/>
                    </a:cubicBezTo>
                    <a:cubicBezTo>
                      <a:pt x="71491" y="44566"/>
                      <a:pt x="72970" y="45943"/>
                      <a:pt x="72970" y="47711"/>
                    </a:cubicBezTo>
                    <a:cubicBezTo>
                      <a:pt x="72970" y="49479"/>
                      <a:pt x="71456" y="51399"/>
                      <a:pt x="68428" y="53471"/>
                    </a:cubicBezTo>
                    <a:cubicBezTo>
                      <a:pt x="65401" y="55542"/>
                      <a:pt x="61902" y="59993"/>
                      <a:pt x="57932" y="66822"/>
                    </a:cubicBezTo>
                    <a:cubicBezTo>
                      <a:pt x="46595" y="87025"/>
                      <a:pt x="33944" y="104772"/>
                      <a:pt x="19978" y="120065"/>
                    </a:cubicBezTo>
                    <a:cubicBezTo>
                      <a:pt x="16973" y="115462"/>
                      <a:pt x="12033" y="111787"/>
                      <a:pt x="5158" y="109042"/>
                    </a:cubicBezTo>
                    <a:cubicBezTo>
                      <a:pt x="15345" y="99788"/>
                      <a:pt x="24565" y="88899"/>
                      <a:pt x="32817" y="76373"/>
                    </a:cubicBezTo>
                    <a:cubicBezTo>
                      <a:pt x="41069" y="63848"/>
                      <a:pt x="47666" y="50126"/>
                      <a:pt x="52607" y="35208"/>
                    </a:cubicBezTo>
                    <a:close/>
                    <a:moveTo>
                      <a:pt x="145972" y="34086"/>
                    </a:moveTo>
                    <a:cubicBezTo>
                      <a:pt x="169520" y="51714"/>
                      <a:pt x="190786" y="70863"/>
                      <a:pt x="209769" y="91532"/>
                    </a:cubicBezTo>
                    <a:lnTo>
                      <a:pt x="195703" y="104141"/>
                    </a:lnTo>
                    <a:cubicBezTo>
                      <a:pt x="181868" y="85829"/>
                      <a:pt x="161411" y="66742"/>
                      <a:pt x="134331" y="46880"/>
                    </a:cubicBezTo>
                    <a:close/>
                    <a:moveTo>
                      <a:pt x="819729" y="15698"/>
                    </a:moveTo>
                    <a:cubicBezTo>
                      <a:pt x="829277" y="16448"/>
                      <a:pt x="855247" y="16823"/>
                      <a:pt x="897638" y="16823"/>
                    </a:cubicBezTo>
                    <a:cubicBezTo>
                      <a:pt x="940029" y="16823"/>
                      <a:pt x="965518" y="16448"/>
                      <a:pt x="974105" y="15698"/>
                    </a:cubicBezTo>
                    <a:lnTo>
                      <a:pt x="974105" y="33836"/>
                    </a:lnTo>
                    <a:cubicBezTo>
                      <a:pt x="968109" y="34898"/>
                      <a:pt x="962504" y="37472"/>
                      <a:pt x="957289" y="41558"/>
                    </a:cubicBezTo>
                    <a:lnTo>
                      <a:pt x="908172" y="79881"/>
                    </a:lnTo>
                    <a:lnTo>
                      <a:pt x="908172" y="92172"/>
                    </a:lnTo>
                    <a:cubicBezTo>
                      <a:pt x="949537" y="92172"/>
                      <a:pt x="980409" y="91349"/>
                      <a:pt x="1000791" y="89704"/>
                    </a:cubicBezTo>
                    <a:lnTo>
                      <a:pt x="1000791" y="111092"/>
                    </a:lnTo>
                    <a:cubicBezTo>
                      <a:pt x="980128" y="109599"/>
                      <a:pt x="949256" y="108852"/>
                      <a:pt x="908172" y="108852"/>
                    </a:cubicBezTo>
                    <a:lnTo>
                      <a:pt x="908172" y="186848"/>
                    </a:lnTo>
                    <a:cubicBezTo>
                      <a:pt x="908172" y="191868"/>
                      <a:pt x="906995" y="195859"/>
                      <a:pt x="904641" y="198821"/>
                    </a:cubicBezTo>
                    <a:cubicBezTo>
                      <a:pt x="902287" y="201783"/>
                      <a:pt x="897818" y="204048"/>
                      <a:pt x="891234" y="205616"/>
                    </a:cubicBezTo>
                    <a:cubicBezTo>
                      <a:pt x="884650" y="207184"/>
                      <a:pt x="874196" y="208045"/>
                      <a:pt x="859873" y="208197"/>
                    </a:cubicBezTo>
                    <a:cubicBezTo>
                      <a:pt x="860471" y="199613"/>
                      <a:pt x="858227" y="191585"/>
                      <a:pt x="853143" y="184115"/>
                    </a:cubicBezTo>
                    <a:cubicBezTo>
                      <a:pt x="864788" y="185911"/>
                      <a:pt x="872877" y="186809"/>
                      <a:pt x="877413" y="186809"/>
                    </a:cubicBezTo>
                    <a:cubicBezTo>
                      <a:pt x="881948" y="186809"/>
                      <a:pt x="885017" y="186237"/>
                      <a:pt x="886621" y="185092"/>
                    </a:cubicBezTo>
                    <a:cubicBezTo>
                      <a:pt x="888225" y="183948"/>
                      <a:pt x="889027" y="181170"/>
                      <a:pt x="889027" y="176757"/>
                    </a:cubicBezTo>
                    <a:lnTo>
                      <a:pt x="889027" y="108852"/>
                    </a:lnTo>
                    <a:cubicBezTo>
                      <a:pt x="842378" y="108852"/>
                      <a:pt x="810085" y="109599"/>
                      <a:pt x="792147" y="111092"/>
                    </a:cubicBezTo>
                    <a:lnTo>
                      <a:pt x="792147" y="89704"/>
                    </a:lnTo>
                    <a:cubicBezTo>
                      <a:pt x="809861" y="91349"/>
                      <a:pt x="842154" y="92172"/>
                      <a:pt x="889027" y="92172"/>
                    </a:cubicBezTo>
                    <a:lnTo>
                      <a:pt x="889027" y="72205"/>
                    </a:lnTo>
                    <a:lnTo>
                      <a:pt x="943744" y="33275"/>
                    </a:lnTo>
                    <a:lnTo>
                      <a:pt x="870231" y="33275"/>
                    </a:lnTo>
                    <a:cubicBezTo>
                      <a:pt x="848498" y="33275"/>
                      <a:pt x="831663" y="33649"/>
                      <a:pt x="819729" y="34397"/>
                    </a:cubicBezTo>
                    <a:close/>
                    <a:moveTo>
                      <a:pt x="267279" y="15698"/>
                    </a:moveTo>
                    <a:cubicBezTo>
                      <a:pt x="276827" y="16448"/>
                      <a:pt x="302797" y="16823"/>
                      <a:pt x="345188" y="16823"/>
                    </a:cubicBezTo>
                    <a:cubicBezTo>
                      <a:pt x="387579" y="16823"/>
                      <a:pt x="413068" y="16448"/>
                      <a:pt x="421655" y="15698"/>
                    </a:cubicBezTo>
                    <a:lnTo>
                      <a:pt x="421655" y="33836"/>
                    </a:lnTo>
                    <a:cubicBezTo>
                      <a:pt x="415659" y="34898"/>
                      <a:pt x="410054" y="37472"/>
                      <a:pt x="404839" y="41558"/>
                    </a:cubicBezTo>
                    <a:lnTo>
                      <a:pt x="355722" y="79881"/>
                    </a:lnTo>
                    <a:lnTo>
                      <a:pt x="355722" y="92172"/>
                    </a:lnTo>
                    <a:cubicBezTo>
                      <a:pt x="397087" y="92172"/>
                      <a:pt x="427959" y="91349"/>
                      <a:pt x="448341" y="89704"/>
                    </a:cubicBezTo>
                    <a:lnTo>
                      <a:pt x="448341" y="111092"/>
                    </a:lnTo>
                    <a:cubicBezTo>
                      <a:pt x="427678" y="109599"/>
                      <a:pt x="396805" y="108852"/>
                      <a:pt x="355722" y="108852"/>
                    </a:cubicBezTo>
                    <a:lnTo>
                      <a:pt x="355722" y="186848"/>
                    </a:lnTo>
                    <a:cubicBezTo>
                      <a:pt x="355722" y="191868"/>
                      <a:pt x="354545" y="195859"/>
                      <a:pt x="352191" y="198821"/>
                    </a:cubicBezTo>
                    <a:cubicBezTo>
                      <a:pt x="349837" y="201783"/>
                      <a:pt x="345368" y="204048"/>
                      <a:pt x="338784" y="205616"/>
                    </a:cubicBezTo>
                    <a:cubicBezTo>
                      <a:pt x="332200" y="207184"/>
                      <a:pt x="321746" y="208045"/>
                      <a:pt x="307423" y="208197"/>
                    </a:cubicBezTo>
                    <a:cubicBezTo>
                      <a:pt x="308021" y="199613"/>
                      <a:pt x="305777" y="191585"/>
                      <a:pt x="300693" y="184115"/>
                    </a:cubicBezTo>
                    <a:cubicBezTo>
                      <a:pt x="312338" y="185911"/>
                      <a:pt x="320428" y="186809"/>
                      <a:pt x="324963" y="186809"/>
                    </a:cubicBezTo>
                    <a:cubicBezTo>
                      <a:pt x="329498" y="186809"/>
                      <a:pt x="332567" y="186237"/>
                      <a:pt x="334171" y="185092"/>
                    </a:cubicBezTo>
                    <a:cubicBezTo>
                      <a:pt x="335775" y="183948"/>
                      <a:pt x="336577" y="181170"/>
                      <a:pt x="336577" y="176757"/>
                    </a:cubicBezTo>
                    <a:lnTo>
                      <a:pt x="336577" y="108852"/>
                    </a:lnTo>
                    <a:cubicBezTo>
                      <a:pt x="289928" y="108852"/>
                      <a:pt x="257635" y="109599"/>
                      <a:pt x="239697" y="111092"/>
                    </a:cubicBezTo>
                    <a:lnTo>
                      <a:pt x="239697" y="89704"/>
                    </a:lnTo>
                    <a:cubicBezTo>
                      <a:pt x="257411" y="91349"/>
                      <a:pt x="289704" y="92172"/>
                      <a:pt x="336577" y="92172"/>
                    </a:cubicBezTo>
                    <a:lnTo>
                      <a:pt x="336577" y="72205"/>
                    </a:lnTo>
                    <a:lnTo>
                      <a:pt x="391294" y="33275"/>
                    </a:lnTo>
                    <a:lnTo>
                      <a:pt x="317781" y="33275"/>
                    </a:lnTo>
                    <a:cubicBezTo>
                      <a:pt x="296048" y="33275"/>
                      <a:pt x="279213" y="33649"/>
                      <a:pt x="267279" y="34397"/>
                    </a:cubicBezTo>
                    <a:close/>
                    <a:moveTo>
                      <a:pt x="651454" y="225"/>
                    </a:moveTo>
                    <a:cubicBezTo>
                      <a:pt x="659741" y="1272"/>
                      <a:pt x="667081" y="1796"/>
                      <a:pt x="673475" y="1796"/>
                    </a:cubicBezTo>
                    <a:cubicBezTo>
                      <a:pt x="677689" y="1796"/>
                      <a:pt x="679797" y="3034"/>
                      <a:pt x="679797" y="5511"/>
                    </a:cubicBezTo>
                    <a:cubicBezTo>
                      <a:pt x="679797" y="7987"/>
                      <a:pt x="678937" y="9570"/>
                      <a:pt x="677216" y="10258"/>
                    </a:cubicBezTo>
                    <a:cubicBezTo>
                      <a:pt x="675496" y="10946"/>
                      <a:pt x="674300" y="11905"/>
                      <a:pt x="673628" y="13133"/>
                    </a:cubicBezTo>
                    <a:cubicBezTo>
                      <a:pt x="672957" y="14362"/>
                      <a:pt x="672621" y="15455"/>
                      <a:pt x="672621" y="16412"/>
                    </a:cubicBezTo>
                    <a:lnTo>
                      <a:pt x="672621" y="36779"/>
                    </a:lnTo>
                    <a:cubicBezTo>
                      <a:pt x="703399" y="36782"/>
                      <a:pt x="726797" y="35884"/>
                      <a:pt x="742815" y="34086"/>
                    </a:cubicBezTo>
                    <a:cubicBezTo>
                      <a:pt x="741768" y="41866"/>
                      <a:pt x="741244" y="51075"/>
                      <a:pt x="741244" y="61714"/>
                    </a:cubicBezTo>
                    <a:lnTo>
                      <a:pt x="741244" y="127869"/>
                    </a:lnTo>
                    <a:cubicBezTo>
                      <a:pt x="741244" y="138485"/>
                      <a:pt x="741992" y="149936"/>
                      <a:pt x="743487" y="162223"/>
                    </a:cubicBezTo>
                    <a:lnTo>
                      <a:pt x="722545" y="162223"/>
                    </a:lnTo>
                    <a:lnTo>
                      <a:pt x="722545" y="146079"/>
                    </a:lnTo>
                    <a:lnTo>
                      <a:pt x="672621" y="146079"/>
                    </a:lnTo>
                    <a:lnTo>
                      <a:pt x="672621" y="175186"/>
                    </a:lnTo>
                    <a:cubicBezTo>
                      <a:pt x="672621" y="179915"/>
                      <a:pt x="673010" y="183178"/>
                      <a:pt x="673789" y="184974"/>
                    </a:cubicBezTo>
                    <a:cubicBezTo>
                      <a:pt x="674568" y="186771"/>
                      <a:pt x="676370" y="188087"/>
                      <a:pt x="679195" y="188921"/>
                    </a:cubicBezTo>
                    <a:cubicBezTo>
                      <a:pt x="682020" y="189756"/>
                      <a:pt x="686979" y="190173"/>
                      <a:pt x="694070" y="190173"/>
                    </a:cubicBezTo>
                    <a:lnTo>
                      <a:pt x="729539" y="189948"/>
                    </a:lnTo>
                    <a:cubicBezTo>
                      <a:pt x="737578" y="189948"/>
                      <a:pt x="742989" y="187506"/>
                      <a:pt x="745771" y="182621"/>
                    </a:cubicBezTo>
                    <a:cubicBezTo>
                      <a:pt x="748554" y="177735"/>
                      <a:pt x="750812" y="169264"/>
                      <a:pt x="752545" y="157205"/>
                    </a:cubicBezTo>
                    <a:cubicBezTo>
                      <a:pt x="757986" y="161596"/>
                      <a:pt x="764386" y="164976"/>
                      <a:pt x="771744" y="167345"/>
                    </a:cubicBezTo>
                    <a:cubicBezTo>
                      <a:pt x="767977" y="182945"/>
                      <a:pt x="763257" y="193541"/>
                      <a:pt x="757583" y="199133"/>
                    </a:cubicBezTo>
                    <a:cubicBezTo>
                      <a:pt x="751910" y="204726"/>
                      <a:pt x="742625" y="207522"/>
                      <a:pt x="729728" y="207522"/>
                    </a:cubicBezTo>
                    <a:lnTo>
                      <a:pt x="694331" y="207300"/>
                    </a:lnTo>
                    <a:cubicBezTo>
                      <a:pt x="682196" y="207300"/>
                      <a:pt x="673304" y="206412"/>
                      <a:pt x="667654" y="204636"/>
                    </a:cubicBezTo>
                    <a:cubicBezTo>
                      <a:pt x="662005" y="202859"/>
                      <a:pt x="658304" y="199675"/>
                      <a:pt x="656551" y="195083"/>
                    </a:cubicBezTo>
                    <a:cubicBezTo>
                      <a:pt x="654798" y="190491"/>
                      <a:pt x="653922" y="183411"/>
                      <a:pt x="653922" y="173843"/>
                    </a:cubicBezTo>
                    <a:lnTo>
                      <a:pt x="653922" y="146079"/>
                    </a:lnTo>
                    <a:lnTo>
                      <a:pt x="602655" y="146079"/>
                    </a:lnTo>
                    <a:lnTo>
                      <a:pt x="602655" y="166710"/>
                    </a:lnTo>
                    <a:lnTo>
                      <a:pt x="582385" y="166710"/>
                    </a:lnTo>
                    <a:cubicBezTo>
                      <a:pt x="584028" y="154232"/>
                      <a:pt x="584849" y="142033"/>
                      <a:pt x="584849" y="130112"/>
                    </a:cubicBezTo>
                    <a:lnTo>
                      <a:pt x="584849" y="61714"/>
                    </a:lnTo>
                    <a:cubicBezTo>
                      <a:pt x="584849" y="52085"/>
                      <a:pt x="584327" y="42875"/>
                      <a:pt x="583281" y="34086"/>
                    </a:cubicBezTo>
                    <a:cubicBezTo>
                      <a:pt x="599986" y="35884"/>
                      <a:pt x="623533" y="36782"/>
                      <a:pt x="653922" y="36779"/>
                    </a:cubicBezTo>
                    <a:cubicBezTo>
                      <a:pt x="653922" y="21927"/>
                      <a:pt x="653099" y="9742"/>
                      <a:pt x="651454" y="225"/>
                    </a:cubicBezTo>
                    <a:close/>
                    <a:moveTo>
                      <a:pt x="94412" y="0"/>
                    </a:moveTo>
                    <a:cubicBezTo>
                      <a:pt x="101501" y="1497"/>
                      <a:pt x="106648" y="2246"/>
                      <a:pt x="109853" y="2246"/>
                    </a:cubicBezTo>
                    <a:lnTo>
                      <a:pt x="114811" y="2021"/>
                    </a:lnTo>
                    <a:cubicBezTo>
                      <a:pt x="117416" y="2021"/>
                      <a:pt x="118719" y="2886"/>
                      <a:pt x="118719" y="4616"/>
                    </a:cubicBezTo>
                    <a:cubicBezTo>
                      <a:pt x="118719" y="6346"/>
                      <a:pt x="118083" y="7884"/>
                      <a:pt x="116813" y="9229"/>
                    </a:cubicBezTo>
                    <a:cubicBezTo>
                      <a:pt x="115543" y="10575"/>
                      <a:pt x="114907" y="12820"/>
                      <a:pt x="114907" y="15966"/>
                    </a:cubicBezTo>
                    <a:lnTo>
                      <a:pt x="114907" y="112396"/>
                    </a:lnTo>
                    <a:cubicBezTo>
                      <a:pt x="114907" y="122049"/>
                      <a:pt x="115431" y="130959"/>
                      <a:pt x="116479" y="139124"/>
                    </a:cubicBezTo>
                    <a:lnTo>
                      <a:pt x="94191" y="139124"/>
                    </a:lnTo>
                    <a:cubicBezTo>
                      <a:pt x="95236" y="131261"/>
                      <a:pt x="95759" y="122427"/>
                      <a:pt x="95759" y="112621"/>
                    </a:cubicBezTo>
                    <a:lnTo>
                      <a:pt x="95759" y="23588"/>
                    </a:lnTo>
                    <a:cubicBezTo>
                      <a:pt x="95759" y="14330"/>
                      <a:pt x="95310" y="6467"/>
                      <a:pt x="94412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="1" dirty="0"/>
              </a:p>
            </p:txBody>
          </p:sp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FA5CE06A-E570-41E7-A50B-85E3F6222766}"/>
                  </a:ext>
                </a:extLst>
              </p:cNvPr>
              <p:cNvSpPr txBox="1"/>
              <p:nvPr/>
            </p:nvSpPr>
            <p:spPr>
              <a:xfrm>
                <a:off x="11734265" y="10265395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3" y="177965"/>
                    </a:lnTo>
                    <a:lnTo>
                      <a:pt x="705173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3" y="146590"/>
                    </a:lnTo>
                    <a:lnTo>
                      <a:pt x="705173" y="125759"/>
                    </a:lnTo>
                    <a:close/>
                    <a:moveTo>
                      <a:pt x="825788" y="113671"/>
                    </a:moveTo>
                    <a:cubicBezTo>
                      <a:pt x="829732" y="119158"/>
                      <a:pt x="834532" y="123444"/>
                      <a:pt x="840190" y="126530"/>
                    </a:cubicBezTo>
                    <a:cubicBezTo>
                      <a:pt x="816702" y="156705"/>
                      <a:pt x="798099" y="181737"/>
                      <a:pt x="784383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399" y="156234"/>
                    </a:cubicBezTo>
                    <a:cubicBezTo>
                      <a:pt x="810144" y="140546"/>
                      <a:pt x="819273" y="126359"/>
                      <a:pt x="825788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8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5" y="219327"/>
                      <a:pt x="718418" y="222328"/>
                    </a:cubicBezTo>
                    <a:cubicBezTo>
                      <a:pt x="716961" y="225328"/>
                      <a:pt x="713789" y="227643"/>
                      <a:pt x="708902" y="229272"/>
                    </a:cubicBezTo>
                    <a:cubicBezTo>
                      <a:pt x="704016" y="230900"/>
                      <a:pt x="696344" y="232229"/>
                      <a:pt x="685885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3" y="213241"/>
                      <a:pt x="705173" y="210455"/>
                      <a:pt x="705173" y="205997"/>
                    </a:cubicBezTo>
                    <a:lnTo>
                      <a:pt x="705173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8" y="211055"/>
                      <a:pt x="608218" y="200597"/>
                    </a:cubicBezTo>
                    <a:lnTo>
                      <a:pt x="608218" y="141961"/>
                    </a:lnTo>
                    <a:cubicBezTo>
                      <a:pt x="608218" y="129102"/>
                      <a:pt x="607618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09" y="105442"/>
                      <a:pt x="113542" y="105442"/>
                    </a:cubicBezTo>
                    <a:cubicBezTo>
                      <a:pt x="148775" y="105442"/>
                      <a:pt x="173421" y="104756"/>
                      <a:pt x="187480" y="103384"/>
                    </a:cubicBezTo>
                    <a:lnTo>
                      <a:pt x="178993" y="197253"/>
                    </a:lnTo>
                    <a:cubicBezTo>
                      <a:pt x="178479" y="203254"/>
                      <a:pt x="176807" y="207926"/>
                      <a:pt x="173979" y="211269"/>
                    </a:cubicBezTo>
                    <a:cubicBezTo>
                      <a:pt x="171150" y="214613"/>
                      <a:pt x="165749" y="217313"/>
                      <a:pt x="157776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899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6" y="202011"/>
                      <a:pt x="159877" y="200082"/>
                      <a:pt x="161248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6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6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5" y="77667"/>
                    </a:cubicBezTo>
                    <a:lnTo>
                      <a:pt x="581729" y="83839"/>
                    </a:lnTo>
                    <a:cubicBezTo>
                      <a:pt x="577615" y="70123"/>
                      <a:pt x="572214" y="57950"/>
                      <a:pt x="565527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6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8" y="38662"/>
                      <a:pt x="973921" y="57307"/>
                      <a:pt x="973921" y="69051"/>
                    </a:cubicBezTo>
                    <a:cubicBezTo>
                      <a:pt x="973921" y="80796"/>
                      <a:pt x="974178" y="96526"/>
                      <a:pt x="974693" y="116243"/>
                    </a:cubicBezTo>
                    <a:lnTo>
                      <a:pt x="941774" y="115472"/>
                    </a:lnTo>
                    <a:lnTo>
                      <a:pt x="941774" y="198539"/>
                    </a:lnTo>
                    <a:cubicBezTo>
                      <a:pt x="941774" y="204368"/>
                      <a:pt x="942975" y="208355"/>
                      <a:pt x="945375" y="210498"/>
                    </a:cubicBezTo>
                    <a:cubicBezTo>
                      <a:pt x="947775" y="212641"/>
                      <a:pt x="952404" y="213712"/>
                      <a:pt x="959262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3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0" y="226100"/>
                      <a:pt x="979451" y="228629"/>
                      <a:pt x="963249" y="228629"/>
                    </a:cubicBezTo>
                    <a:cubicBezTo>
                      <a:pt x="947046" y="228629"/>
                      <a:pt x="936802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4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2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1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8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0" y="37548"/>
                    </a:cubicBezTo>
                    <a:cubicBezTo>
                      <a:pt x="66351" y="73552"/>
                      <a:pt x="43376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8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1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5" y="78824"/>
                    </a:cubicBezTo>
                    <a:cubicBezTo>
                      <a:pt x="160520" y="61936"/>
                      <a:pt x="148475" y="38662"/>
                      <a:pt x="136302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6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8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5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5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1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7" y="86411"/>
                    </a:cubicBezTo>
                    <a:lnTo>
                      <a:pt x="656567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7" y="55550"/>
                    </a:cubicBezTo>
                    <a:lnTo>
                      <a:pt x="656567" y="36519"/>
                    </a:lnTo>
                    <a:cubicBezTo>
                      <a:pt x="631193" y="36519"/>
                      <a:pt x="611647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7" y="24603"/>
                      <a:pt x="631193" y="25203"/>
                      <a:pt x="656567" y="25203"/>
                    </a:cubicBezTo>
                    <a:cubicBezTo>
                      <a:pt x="656567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0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4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6" y="70466"/>
                      <a:pt x="398106" y="71495"/>
                    </a:cubicBezTo>
                    <a:cubicBezTo>
                      <a:pt x="398106" y="72523"/>
                      <a:pt x="396992" y="74066"/>
                      <a:pt x="394763" y="76124"/>
                    </a:cubicBezTo>
                    <a:cubicBezTo>
                      <a:pt x="392534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29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3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8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6" y="56321"/>
                    </a:cubicBezTo>
                    <a:cubicBezTo>
                      <a:pt x="301837" y="56493"/>
                      <a:pt x="274405" y="57264"/>
                      <a:pt x="258460" y="58636"/>
                    </a:cubicBezTo>
                    <a:lnTo>
                      <a:pt x="258460" y="40891"/>
                    </a:lnTo>
                    <a:cubicBezTo>
                      <a:pt x="272519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8DFDD3D8-223B-45A7-A6AC-61D179B96BB7}"/>
                </a:ext>
              </a:extLst>
            </p:cNvPr>
            <p:cNvSpPr/>
            <p:nvPr/>
          </p:nvSpPr>
          <p:spPr>
            <a:xfrm>
              <a:off x="703527" y="5570721"/>
              <a:ext cx="2588654" cy="543121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618451 w 4163964"/>
                <a:gd name="connsiteY2" fmla="*/ 364265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99571 h 1431568"/>
                <a:gd name="connsiteX1" fmla="*/ 3892405 w 4163964"/>
                <a:gd name="connsiteY1" fmla="*/ 17335 h 1431568"/>
                <a:gd name="connsiteX2" fmla="*/ 3618451 w 4163964"/>
                <a:gd name="connsiteY2" fmla="*/ 394664 h 1431568"/>
                <a:gd name="connsiteX3" fmla="*/ 3058625 w 4163964"/>
                <a:gd name="connsiteY3" fmla="*/ 1024952 h 1431568"/>
                <a:gd name="connsiteX4" fmla="*/ 2514600 w 4163964"/>
                <a:gd name="connsiteY4" fmla="*/ 1336318 h 1431568"/>
                <a:gd name="connsiteX5" fmla="*/ 0 w 4163964"/>
                <a:gd name="connsiteY5" fmla="*/ 1431568 h 1431568"/>
                <a:gd name="connsiteX0" fmla="*/ 4163964 w 4163964"/>
                <a:gd name="connsiteY0" fmla="*/ 226102 h 1458099"/>
                <a:gd name="connsiteX1" fmla="*/ 3892405 w 4163964"/>
                <a:gd name="connsiteY1" fmla="*/ 43866 h 1458099"/>
                <a:gd name="connsiteX2" fmla="*/ 3618451 w 4163964"/>
                <a:gd name="connsiteY2" fmla="*/ 421195 h 1458099"/>
                <a:gd name="connsiteX3" fmla="*/ 3058625 w 4163964"/>
                <a:gd name="connsiteY3" fmla="*/ 1051483 h 1458099"/>
                <a:gd name="connsiteX4" fmla="*/ 2514600 w 4163964"/>
                <a:gd name="connsiteY4" fmla="*/ 1362849 h 1458099"/>
                <a:gd name="connsiteX5" fmla="*/ 0 w 4163964"/>
                <a:gd name="connsiteY5" fmla="*/ 1458099 h 1458099"/>
                <a:gd name="connsiteX0" fmla="*/ 4163964 w 4163964"/>
                <a:gd name="connsiteY0" fmla="*/ 201101 h 1433098"/>
                <a:gd name="connsiteX1" fmla="*/ 3892405 w 4163964"/>
                <a:gd name="connsiteY1" fmla="*/ 18865 h 1433098"/>
                <a:gd name="connsiteX2" fmla="*/ 3618451 w 4163964"/>
                <a:gd name="connsiteY2" fmla="*/ 396194 h 1433098"/>
                <a:gd name="connsiteX3" fmla="*/ 3058625 w 4163964"/>
                <a:gd name="connsiteY3" fmla="*/ 1026482 h 1433098"/>
                <a:gd name="connsiteX4" fmla="*/ 2514600 w 4163964"/>
                <a:gd name="connsiteY4" fmla="*/ 1337848 h 1433098"/>
                <a:gd name="connsiteX5" fmla="*/ 0 w 4163964"/>
                <a:gd name="connsiteY5" fmla="*/ 1433098 h 1433098"/>
                <a:gd name="connsiteX0" fmla="*/ 4163964 w 4163964"/>
                <a:gd name="connsiteY0" fmla="*/ 304082 h 1414683"/>
                <a:gd name="connsiteX1" fmla="*/ 3892405 w 4163964"/>
                <a:gd name="connsiteY1" fmla="*/ 450 h 1414683"/>
                <a:gd name="connsiteX2" fmla="*/ 3618451 w 4163964"/>
                <a:gd name="connsiteY2" fmla="*/ 377779 h 1414683"/>
                <a:gd name="connsiteX3" fmla="*/ 3058625 w 4163964"/>
                <a:gd name="connsiteY3" fmla="*/ 1008067 h 1414683"/>
                <a:gd name="connsiteX4" fmla="*/ 2514600 w 4163964"/>
                <a:gd name="connsiteY4" fmla="*/ 1319433 h 1414683"/>
                <a:gd name="connsiteX5" fmla="*/ 0 w 4163964"/>
                <a:gd name="connsiteY5" fmla="*/ 1414683 h 141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414683">
                  <a:moveTo>
                    <a:pt x="4163964" y="304082"/>
                  </a:moveTo>
                  <a:cubicBezTo>
                    <a:pt x="4110753" y="230826"/>
                    <a:pt x="3983324" y="-11833"/>
                    <a:pt x="3892405" y="450"/>
                  </a:cubicBezTo>
                  <a:cubicBezTo>
                    <a:pt x="3801486" y="12733"/>
                    <a:pt x="3757414" y="209843"/>
                    <a:pt x="3618451" y="377779"/>
                  </a:cubicBezTo>
                  <a:cubicBezTo>
                    <a:pt x="3479488" y="545715"/>
                    <a:pt x="3242600" y="851125"/>
                    <a:pt x="3058625" y="1008067"/>
                  </a:cubicBezTo>
                  <a:cubicBezTo>
                    <a:pt x="2874650" y="1165009"/>
                    <a:pt x="2665412" y="1263871"/>
                    <a:pt x="2514600" y="1319433"/>
                  </a:cubicBezTo>
                  <a:cubicBezTo>
                    <a:pt x="2363788" y="1374995"/>
                    <a:pt x="153194" y="1413889"/>
                    <a:pt x="0" y="141468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6D1E3383-CE79-4A28-BAED-EB1AB171425E}"/>
                </a:ext>
              </a:extLst>
            </p:cNvPr>
            <p:cNvSpPr/>
            <p:nvPr/>
          </p:nvSpPr>
          <p:spPr>
            <a:xfrm>
              <a:off x="703527" y="5865355"/>
              <a:ext cx="2588654" cy="248487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318542 h 1384141"/>
                <a:gd name="connsiteX1" fmla="*/ 3960557 w 4163964"/>
                <a:gd name="connsiteY1" fmla="*/ 3016 h 1384141"/>
                <a:gd name="connsiteX2" fmla="*/ 3700234 w 4163964"/>
                <a:gd name="connsiteY2" fmla="*/ 369309 h 1384141"/>
                <a:gd name="connsiteX3" fmla="*/ 3058625 w 4163964"/>
                <a:gd name="connsiteY3" fmla="*/ 1032705 h 1384141"/>
                <a:gd name="connsiteX4" fmla="*/ 2514600 w 4163964"/>
                <a:gd name="connsiteY4" fmla="*/ 1288891 h 1384141"/>
                <a:gd name="connsiteX5" fmla="*/ 0 w 4163964"/>
                <a:gd name="connsiteY5" fmla="*/ 1384141 h 1384141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700234 w 4163964"/>
                <a:gd name="connsiteY2" fmla="*/ 369775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475332 w 4163964"/>
                <a:gd name="connsiteY2" fmla="*/ 647489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987112 h 1052711"/>
                <a:gd name="connsiteX1" fmla="*/ 3790177 w 4163964"/>
                <a:gd name="connsiteY1" fmla="*/ 4842 h 1052711"/>
                <a:gd name="connsiteX2" fmla="*/ 3475332 w 4163964"/>
                <a:gd name="connsiteY2" fmla="*/ 315593 h 1052711"/>
                <a:gd name="connsiteX3" fmla="*/ 3058625 w 4163964"/>
                <a:gd name="connsiteY3" fmla="*/ 701275 h 1052711"/>
                <a:gd name="connsiteX4" fmla="*/ 2514600 w 4163964"/>
                <a:gd name="connsiteY4" fmla="*/ 957461 h 1052711"/>
                <a:gd name="connsiteX5" fmla="*/ 0 w 4163964"/>
                <a:gd name="connsiteY5" fmla="*/ 1052711 h 1052711"/>
                <a:gd name="connsiteX0" fmla="*/ 4163964 w 4163964"/>
                <a:gd name="connsiteY0" fmla="*/ 982272 h 1047871"/>
                <a:gd name="connsiteX1" fmla="*/ 3790177 w 4163964"/>
                <a:gd name="connsiteY1" fmla="*/ 2 h 1047871"/>
                <a:gd name="connsiteX2" fmla="*/ 3475332 w 4163964"/>
                <a:gd name="connsiteY2" fmla="*/ 310753 h 1047871"/>
                <a:gd name="connsiteX3" fmla="*/ 3058625 w 4163964"/>
                <a:gd name="connsiteY3" fmla="*/ 696435 h 1047871"/>
                <a:gd name="connsiteX4" fmla="*/ 2514600 w 4163964"/>
                <a:gd name="connsiteY4" fmla="*/ 952621 h 1047871"/>
                <a:gd name="connsiteX5" fmla="*/ 0 w 4163964"/>
                <a:gd name="connsiteY5" fmla="*/ 1047871 h 1047871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475332 w 4163964"/>
                <a:gd name="connsiteY2" fmla="*/ 329264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236691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19298 h 1084897"/>
                <a:gd name="connsiteX1" fmla="*/ 357209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31525 h 1097124"/>
                <a:gd name="connsiteX1" fmla="*/ 3585720 w 4163964"/>
                <a:gd name="connsiteY1" fmla="*/ 12227 h 1097124"/>
                <a:gd name="connsiteX2" fmla="*/ 3386734 w 4163964"/>
                <a:gd name="connsiteY2" fmla="*/ 267433 h 1097124"/>
                <a:gd name="connsiteX3" fmla="*/ 2990473 w 4163964"/>
                <a:gd name="connsiteY3" fmla="*/ 690145 h 1097124"/>
                <a:gd name="connsiteX4" fmla="*/ 2514600 w 4163964"/>
                <a:gd name="connsiteY4" fmla="*/ 1001874 h 1097124"/>
                <a:gd name="connsiteX5" fmla="*/ 0 w 4163964"/>
                <a:gd name="connsiteY5" fmla="*/ 1097124 h 1097124"/>
                <a:gd name="connsiteX0" fmla="*/ 4163964 w 4163964"/>
                <a:gd name="connsiteY0" fmla="*/ 1025829 h 1091428"/>
                <a:gd name="connsiteX1" fmla="*/ 3585720 w 4163964"/>
                <a:gd name="connsiteY1" fmla="*/ 6531 h 1091428"/>
                <a:gd name="connsiteX2" fmla="*/ 3386734 w 4163964"/>
                <a:gd name="connsiteY2" fmla="*/ 261737 h 1091428"/>
                <a:gd name="connsiteX3" fmla="*/ 2990473 w 4163964"/>
                <a:gd name="connsiteY3" fmla="*/ 684449 h 1091428"/>
                <a:gd name="connsiteX4" fmla="*/ 2514600 w 4163964"/>
                <a:gd name="connsiteY4" fmla="*/ 996178 h 1091428"/>
                <a:gd name="connsiteX5" fmla="*/ 0 w 4163964"/>
                <a:gd name="connsiteY5" fmla="*/ 1091428 h 1091428"/>
                <a:gd name="connsiteX0" fmla="*/ 4163964 w 4163964"/>
                <a:gd name="connsiteY0" fmla="*/ 1045308 h 1110907"/>
                <a:gd name="connsiteX1" fmla="*/ 3585720 w 4163964"/>
                <a:gd name="connsiteY1" fmla="*/ 26010 h 1110907"/>
                <a:gd name="connsiteX2" fmla="*/ 3325398 w 4163964"/>
                <a:gd name="connsiteY2" fmla="*/ 336759 h 1110907"/>
                <a:gd name="connsiteX3" fmla="*/ 2990473 w 4163964"/>
                <a:gd name="connsiteY3" fmla="*/ 703928 h 1110907"/>
                <a:gd name="connsiteX4" fmla="*/ 2514600 w 4163964"/>
                <a:gd name="connsiteY4" fmla="*/ 1015657 h 1110907"/>
                <a:gd name="connsiteX5" fmla="*/ 0 w 4163964"/>
                <a:gd name="connsiteY5" fmla="*/ 1110907 h 1110907"/>
                <a:gd name="connsiteX0" fmla="*/ 4163964 w 4163964"/>
                <a:gd name="connsiteY0" fmla="*/ 1020131 h 1085730"/>
                <a:gd name="connsiteX1" fmla="*/ 3585720 w 4163964"/>
                <a:gd name="connsiteY1" fmla="*/ 833 h 1085730"/>
                <a:gd name="connsiteX2" fmla="*/ 3325398 w 4163964"/>
                <a:gd name="connsiteY2" fmla="*/ 311582 h 1085730"/>
                <a:gd name="connsiteX3" fmla="*/ 2990473 w 4163964"/>
                <a:gd name="connsiteY3" fmla="*/ 678751 h 1085730"/>
                <a:gd name="connsiteX4" fmla="*/ 2514600 w 4163964"/>
                <a:gd name="connsiteY4" fmla="*/ 990480 h 1085730"/>
                <a:gd name="connsiteX5" fmla="*/ 0 w 4163964"/>
                <a:gd name="connsiteY5" fmla="*/ 1085730 h 1085730"/>
                <a:gd name="connsiteX0" fmla="*/ 4163964 w 4163964"/>
                <a:gd name="connsiteY0" fmla="*/ 1020235 h 1085834"/>
                <a:gd name="connsiteX1" fmla="*/ 3585720 w 4163964"/>
                <a:gd name="connsiteY1" fmla="*/ 937 h 1085834"/>
                <a:gd name="connsiteX2" fmla="*/ 3325398 w 4163964"/>
                <a:gd name="connsiteY2" fmla="*/ 311686 h 1085834"/>
                <a:gd name="connsiteX3" fmla="*/ 2990473 w 4163964"/>
                <a:gd name="connsiteY3" fmla="*/ 678855 h 1085834"/>
                <a:gd name="connsiteX4" fmla="*/ 2514600 w 4163964"/>
                <a:gd name="connsiteY4" fmla="*/ 990584 h 1085834"/>
                <a:gd name="connsiteX5" fmla="*/ 0 w 4163964"/>
                <a:gd name="connsiteY5" fmla="*/ 1085834 h 108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085834">
                  <a:moveTo>
                    <a:pt x="4163964" y="1020235"/>
                  </a:moveTo>
                  <a:cubicBezTo>
                    <a:pt x="4001711" y="669262"/>
                    <a:pt x="3745926" y="-29087"/>
                    <a:pt x="3585720" y="937"/>
                  </a:cubicBezTo>
                  <a:cubicBezTo>
                    <a:pt x="3425514" y="30961"/>
                    <a:pt x="3424606" y="198700"/>
                    <a:pt x="3325398" y="311686"/>
                  </a:cubicBezTo>
                  <a:cubicBezTo>
                    <a:pt x="3226190" y="424672"/>
                    <a:pt x="3125606" y="565705"/>
                    <a:pt x="2990473" y="678855"/>
                  </a:cubicBezTo>
                  <a:cubicBezTo>
                    <a:pt x="2855340" y="792005"/>
                    <a:pt x="2665412" y="935022"/>
                    <a:pt x="2514600" y="990584"/>
                  </a:cubicBezTo>
                  <a:cubicBezTo>
                    <a:pt x="2363788" y="1046146"/>
                    <a:pt x="153194" y="1085040"/>
                    <a:pt x="0" y="108583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B1FE14AE-8F6A-45DB-8CBB-DBD90D090A1B}"/>
                </a:ext>
              </a:extLst>
            </p:cNvPr>
            <p:cNvSpPr txBox="1"/>
            <p:nvPr/>
          </p:nvSpPr>
          <p:spPr>
            <a:xfrm>
              <a:off x="2611749" y="5197821"/>
              <a:ext cx="388594" cy="124022"/>
            </a:xfrm>
            <a:custGeom>
              <a:avLst/>
              <a:gdLst/>
              <a:ahLst/>
              <a:cxnLst/>
              <a:rect l="l" t="t" r="r" b="b"/>
              <a:pathLst>
                <a:path w="549660" h="175426">
                  <a:moveTo>
                    <a:pt x="175469" y="117663"/>
                  </a:moveTo>
                  <a:lnTo>
                    <a:pt x="330176" y="117663"/>
                  </a:lnTo>
                  <a:lnTo>
                    <a:pt x="330176" y="134364"/>
                  </a:lnTo>
                  <a:lnTo>
                    <a:pt x="175469" y="134364"/>
                  </a:lnTo>
                  <a:close/>
                  <a:moveTo>
                    <a:pt x="175469" y="65549"/>
                  </a:moveTo>
                  <a:lnTo>
                    <a:pt x="330176" y="65549"/>
                  </a:lnTo>
                  <a:lnTo>
                    <a:pt x="330176" y="82251"/>
                  </a:lnTo>
                  <a:lnTo>
                    <a:pt x="175469" y="82251"/>
                  </a:lnTo>
                  <a:close/>
                  <a:moveTo>
                    <a:pt x="34408" y="22352"/>
                  </a:moveTo>
                  <a:lnTo>
                    <a:pt x="51737" y="22352"/>
                  </a:lnTo>
                  <a:lnTo>
                    <a:pt x="44830" y="53369"/>
                  </a:lnTo>
                  <a:lnTo>
                    <a:pt x="83005" y="53369"/>
                  </a:lnTo>
                  <a:lnTo>
                    <a:pt x="80242" y="66052"/>
                  </a:lnTo>
                  <a:lnTo>
                    <a:pt x="42068" y="66052"/>
                  </a:lnTo>
                  <a:lnTo>
                    <a:pt x="30892" y="114774"/>
                  </a:lnTo>
                  <a:cubicBezTo>
                    <a:pt x="28715" y="124234"/>
                    <a:pt x="27334" y="131036"/>
                    <a:pt x="26748" y="135180"/>
                  </a:cubicBezTo>
                  <a:cubicBezTo>
                    <a:pt x="26162" y="139324"/>
                    <a:pt x="25869" y="142652"/>
                    <a:pt x="25869" y="145163"/>
                  </a:cubicBezTo>
                  <a:cubicBezTo>
                    <a:pt x="25869" y="155544"/>
                    <a:pt x="30180" y="160734"/>
                    <a:pt x="38803" y="160734"/>
                  </a:cubicBezTo>
                  <a:cubicBezTo>
                    <a:pt x="42486" y="160734"/>
                    <a:pt x="46400" y="159332"/>
                    <a:pt x="50544" y="156528"/>
                  </a:cubicBezTo>
                  <a:cubicBezTo>
                    <a:pt x="54688" y="153723"/>
                    <a:pt x="59606" y="148930"/>
                    <a:pt x="65299" y="142149"/>
                  </a:cubicBezTo>
                  <a:lnTo>
                    <a:pt x="72582" y="149684"/>
                  </a:lnTo>
                  <a:cubicBezTo>
                    <a:pt x="65299" y="158474"/>
                    <a:pt x="58288" y="164962"/>
                    <a:pt x="51548" y="169148"/>
                  </a:cubicBezTo>
                  <a:cubicBezTo>
                    <a:pt x="44809" y="173334"/>
                    <a:pt x="37756" y="175426"/>
                    <a:pt x="30389" y="175426"/>
                  </a:cubicBezTo>
                  <a:cubicBezTo>
                    <a:pt x="12893" y="175426"/>
                    <a:pt x="4144" y="166594"/>
                    <a:pt x="4144" y="148930"/>
                  </a:cubicBezTo>
                  <a:cubicBezTo>
                    <a:pt x="4144" y="143321"/>
                    <a:pt x="4856" y="137419"/>
                    <a:pt x="6279" y="131224"/>
                  </a:cubicBezTo>
                  <a:lnTo>
                    <a:pt x="21097" y="66052"/>
                  </a:lnTo>
                  <a:lnTo>
                    <a:pt x="0" y="66052"/>
                  </a:lnTo>
                  <a:lnTo>
                    <a:pt x="1884" y="57387"/>
                  </a:lnTo>
                  <a:cubicBezTo>
                    <a:pt x="6823" y="57303"/>
                    <a:pt x="10569" y="56927"/>
                    <a:pt x="13123" y="56257"/>
                  </a:cubicBezTo>
                  <a:cubicBezTo>
                    <a:pt x="15676" y="55587"/>
                    <a:pt x="17811" y="54666"/>
                    <a:pt x="19527" y="53494"/>
                  </a:cubicBezTo>
                  <a:cubicBezTo>
                    <a:pt x="21243" y="52322"/>
                    <a:pt x="22813" y="50648"/>
                    <a:pt x="24236" y="48471"/>
                  </a:cubicBezTo>
                  <a:cubicBezTo>
                    <a:pt x="25659" y="46295"/>
                    <a:pt x="27041" y="43511"/>
                    <a:pt x="28380" y="40121"/>
                  </a:cubicBezTo>
                  <a:cubicBezTo>
                    <a:pt x="29719" y="36730"/>
                    <a:pt x="31729" y="30807"/>
                    <a:pt x="34408" y="22352"/>
                  </a:cubicBezTo>
                  <a:close/>
                  <a:moveTo>
                    <a:pt x="494659" y="10674"/>
                  </a:moveTo>
                  <a:cubicBezTo>
                    <a:pt x="488882" y="10674"/>
                    <a:pt x="484048" y="12390"/>
                    <a:pt x="480155" y="15822"/>
                  </a:cubicBezTo>
                  <a:cubicBezTo>
                    <a:pt x="476262" y="19255"/>
                    <a:pt x="473123" y="24194"/>
                    <a:pt x="470737" y="30640"/>
                  </a:cubicBezTo>
                  <a:cubicBezTo>
                    <a:pt x="468351" y="37086"/>
                    <a:pt x="466656" y="44934"/>
                    <a:pt x="465651" y="54185"/>
                  </a:cubicBezTo>
                  <a:cubicBezTo>
                    <a:pt x="464646" y="63436"/>
                    <a:pt x="464144" y="73879"/>
                    <a:pt x="464144" y="85516"/>
                  </a:cubicBezTo>
                  <a:cubicBezTo>
                    <a:pt x="464144" y="112807"/>
                    <a:pt x="466677" y="132836"/>
                    <a:pt x="471741" y="145603"/>
                  </a:cubicBezTo>
                  <a:cubicBezTo>
                    <a:pt x="476806" y="158369"/>
                    <a:pt x="484654" y="164753"/>
                    <a:pt x="495286" y="164753"/>
                  </a:cubicBezTo>
                  <a:cubicBezTo>
                    <a:pt x="505416" y="164753"/>
                    <a:pt x="512930" y="158746"/>
                    <a:pt x="517827" y="146733"/>
                  </a:cubicBezTo>
                  <a:cubicBezTo>
                    <a:pt x="522724" y="134720"/>
                    <a:pt x="525173" y="116114"/>
                    <a:pt x="525173" y="90915"/>
                  </a:cubicBezTo>
                  <a:cubicBezTo>
                    <a:pt x="525173" y="71661"/>
                    <a:pt x="523917" y="56069"/>
                    <a:pt x="521406" y="44139"/>
                  </a:cubicBezTo>
                  <a:cubicBezTo>
                    <a:pt x="518894" y="32210"/>
                    <a:pt x="515399" y="23650"/>
                    <a:pt x="510920" y="18459"/>
                  </a:cubicBezTo>
                  <a:cubicBezTo>
                    <a:pt x="506442" y="13269"/>
                    <a:pt x="501021" y="10674"/>
                    <a:pt x="494659" y="10674"/>
                  </a:cubicBezTo>
                  <a:close/>
                  <a:moveTo>
                    <a:pt x="495286" y="0"/>
                  </a:moveTo>
                  <a:cubicBezTo>
                    <a:pt x="513620" y="0"/>
                    <a:pt x="527266" y="7074"/>
                    <a:pt x="536223" y="21222"/>
                  </a:cubicBezTo>
                  <a:cubicBezTo>
                    <a:pt x="545181" y="35370"/>
                    <a:pt x="549660" y="56759"/>
                    <a:pt x="549660" y="85390"/>
                  </a:cubicBezTo>
                  <a:cubicBezTo>
                    <a:pt x="549660" y="115025"/>
                    <a:pt x="544867" y="137440"/>
                    <a:pt x="535282" y="152635"/>
                  </a:cubicBezTo>
                  <a:cubicBezTo>
                    <a:pt x="525696" y="167829"/>
                    <a:pt x="511695" y="175426"/>
                    <a:pt x="493277" y="175426"/>
                  </a:cubicBezTo>
                  <a:cubicBezTo>
                    <a:pt x="475195" y="175426"/>
                    <a:pt x="461737" y="168311"/>
                    <a:pt x="452905" y="154079"/>
                  </a:cubicBezTo>
                  <a:cubicBezTo>
                    <a:pt x="444073" y="139847"/>
                    <a:pt x="439657" y="118249"/>
                    <a:pt x="439657" y="89283"/>
                  </a:cubicBezTo>
                  <a:cubicBezTo>
                    <a:pt x="439657" y="73879"/>
                    <a:pt x="441018" y="60568"/>
                    <a:pt x="443738" y="49350"/>
                  </a:cubicBezTo>
                  <a:cubicBezTo>
                    <a:pt x="446459" y="38132"/>
                    <a:pt x="450268" y="28861"/>
                    <a:pt x="455166" y="21536"/>
                  </a:cubicBezTo>
                  <a:cubicBezTo>
                    <a:pt x="460063" y="14211"/>
                    <a:pt x="465944" y="8790"/>
                    <a:pt x="472809" y="5274"/>
                  </a:cubicBezTo>
                  <a:cubicBezTo>
                    <a:pt x="479673" y="1758"/>
                    <a:pt x="487166" y="0"/>
                    <a:pt x="49528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83B47567-EAE3-43F4-AACD-F4DE1E2EBDEF}"/>
                </a:ext>
              </a:extLst>
            </p:cNvPr>
            <p:cNvSpPr txBox="1"/>
            <p:nvPr/>
          </p:nvSpPr>
          <p:spPr>
            <a:xfrm>
              <a:off x="2214107" y="5456269"/>
              <a:ext cx="603222" cy="133473"/>
            </a:xfrm>
            <a:custGeom>
              <a:avLst/>
              <a:gdLst/>
              <a:ahLst/>
              <a:cxnLst/>
              <a:rect l="l" t="t" r="r" b="b"/>
              <a:pathLst>
                <a:path w="1011009" h="223703">
                  <a:moveTo>
                    <a:pt x="979662" y="127057"/>
                  </a:moveTo>
                  <a:cubicBezTo>
                    <a:pt x="985677" y="127057"/>
                    <a:pt x="991211" y="127429"/>
                    <a:pt x="996265" y="128174"/>
                  </a:cubicBezTo>
                  <a:cubicBezTo>
                    <a:pt x="1001319" y="128918"/>
                    <a:pt x="1006234" y="130003"/>
                    <a:pt x="1011009" y="131429"/>
                  </a:cubicBezTo>
                  <a:lnTo>
                    <a:pt x="1006544" y="152451"/>
                  </a:lnTo>
                  <a:lnTo>
                    <a:pt x="998265" y="152451"/>
                  </a:lnTo>
                  <a:cubicBezTo>
                    <a:pt x="997583" y="146870"/>
                    <a:pt x="995738" y="142746"/>
                    <a:pt x="992731" y="140080"/>
                  </a:cubicBezTo>
                  <a:cubicBezTo>
                    <a:pt x="989723" y="137413"/>
                    <a:pt x="985057" y="136080"/>
                    <a:pt x="978731" y="136080"/>
                  </a:cubicBezTo>
                  <a:cubicBezTo>
                    <a:pt x="976189" y="136080"/>
                    <a:pt x="973833" y="136421"/>
                    <a:pt x="971662" y="137103"/>
                  </a:cubicBezTo>
                  <a:cubicBezTo>
                    <a:pt x="969492" y="137785"/>
                    <a:pt x="967631" y="138731"/>
                    <a:pt x="966081" y="139940"/>
                  </a:cubicBezTo>
                  <a:cubicBezTo>
                    <a:pt x="964531" y="141149"/>
                    <a:pt x="963322" y="142591"/>
                    <a:pt x="962453" y="144266"/>
                  </a:cubicBezTo>
                  <a:cubicBezTo>
                    <a:pt x="961585" y="145940"/>
                    <a:pt x="961151" y="147769"/>
                    <a:pt x="961151" y="149754"/>
                  </a:cubicBezTo>
                  <a:cubicBezTo>
                    <a:pt x="961151" y="151552"/>
                    <a:pt x="961368" y="153195"/>
                    <a:pt x="961802" y="154684"/>
                  </a:cubicBezTo>
                  <a:cubicBezTo>
                    <a:pt x="962236" y="156172"/>
                    <a:pt x="963089" y="157629"/>
                    <a:pt x="964360" y="159055"/>
                  </a:cubicBezTo>
                  <a:cubicBezTo>
                    <a:pt x="965631" y="160482"/>
                    <a:pt x="967430" y="161970"/>
                    <a:pt x="969755" y="163520"/>
                  </a:cubicBezTo>
                  <a:cubicBezTo>
                    <a:pt x="972081" y="165070"/>
                    <a:pt x="975135" y="166838"/>
                    <a:pt x="978918" y="168822"/>
                  </a:cubicBezTo>
                  <a:cubicBezTo>
                    <a:pt x="982886" y="170993"/>
                    <a:pt x="986188" y="173070"/>
                    <a:pt x="988824" y="175054"/>
                  </a:cubicBezTo>
                  <a:cubicBezTo>
                    <a:pt x="991459" y="177039"/>
                    <a:pt x="993552" y="179054"/>
                    <a:pt x="995103" y="181101"/>
                  </a:cubicBezTo>
                  <a:cubicBezTo>
                    <a:pt x="996653" y="183147"/>
                    <a:pt x="997738" y="185333"/>
                    <a:pt x="998358" y="187658"/>
                  </a:cubicBezTo>
                  <a:cubicBezTo>
                    <a:pt x="998978" y="189984"/>
                    <a:pt x="999288" y="192573"/>
                    <a:pt x="999288" y="195425"/>
                  </a:cubicBezTo>
                  <a:cubicBezTo>
                    <a:pt x="999288" y="199828"/>
                    <a:pt x="998389" y="203781"/>
                    <a:pt x="996591" y="207285"/>
                  </a:cubicBezTo>
                  <a:cubicBezTo>
                    <a:pt x="994792" y="210789"/>
                    <a:pt x="992281" y="213750"/>
                    <a:pt x="989056" y="216168"/>
                  </a:cubicBezTo>
                  <a:cubicBezTo>
                    <a:pt x="985832" y="218587"/>
                    <a:pt x="982034" y="220447"/>
                    <a:pt x="977662" y="221749"/>
                  </a:cubicBezTo>
                  <a:cubicBezTo>
                    <a:pt x="973290" y="223051"/>
                    <a:pt x="968500" y="223703"/>
                    <a:pt x="963291" y="223703"/>
                  </a:cubicBezTo>
                  <a:cubicBezTo>
                    <a:pt x="957585" y="223703"/>
                    <a:pt x="951973" y="223330"/>
                    <a:pt x="946454" y="222586"/>
                  </a:cubicBezTo>
                  <a:cubicBezTo>
                    <a:pt x="940935" y="221842"/>
                    <a:pt x="935106" y="220571"/>
                    <a:pt x="928967" y="218773"/>
                  </a:cubicBezTo>
                  <a:lnTo>
                    <a:pt x="933804" y="197565"/>
                  </a:lnTo>
                  <a:lnTo>
                    <a:pt x="941897" y="197565"/>
                  </a:lnTo>
                  <a:cubicBezTo>
                    <a:pt x="942207" y="203332"/>
                    <a:pt x="944020" y="207657"/>
                    <a:pt x="947338" y="210541"/>
                  </a:cubicBezTo>
                  <a:cubicBezTo>
                    <a:pt x="950656" y="213424"/>
                    <a:pt x="955787" y="214866"/>
                    <a:pt x="962732" y="214866"/>
                  </a:cubicBezTo>
                  <a:cubicBezTo>
                    <a:pt x="968934" y="214866"/>
                    <a:pt x="973817" y="213533"/>
                    <a:pt x="977383" y="210866"/>
                  </a:cubicBezTo>
                  <a:cubicBezTo>
                    <a:pt x="980948" y="208200"/>
                    <a:pt x="982731" y="204479"/>
                    <a:pt x="982731" y="199704"/>
                  </a:cubicBezTo>
                  <a:cubicBezTo>
                    <a:pt x="982731" y="197534"/>
                    <a:pt x="982514" y="195658"/>
                    <a:pt x="982080" y="194076"/>
                  </a:cubicBezTo>
                  <a:cubicBezTo>
                    <a:pt x="981646" y="192495"/>
                    <a:pt x="980793" y="190991"/>
                    <a:pt x="979522" y="189565"/>
                  </a:cubicBezTo>
                  <a:cubicBezTo>
                    <a:pt x="978251" y="188139"/>
                    <a:pt x="976515" y="186666"/>
                    <a:pt x="974313" y="185147"/>
                  </a:cubicBezTo>
                  <a:cubicBezTo>
                    <a:pt x="972112" y="183627"/>
                    <a:pt x="969244" y="181876"/>
                    <a:pt x="965709" y="179891"/>
                  </a:cubicBezTo>
                  <a:cubicBezTo>
                    <a:pt x="962050" y="177845"/>
                    <a:pt x="958903" y="175830"/>
                    <a:pt x="956268" y="173845"/>
                  </a:cubicBezTo>
                  <a:cubicBezTo>
                    <a:pt x="953632" y="171861"/>
                    <a:pt x="951462" y="169845"/>
                    <a:pt x="949757" y="167799"/>
                  </a:cubicBezTo>
                  <a:cubicBezTo>
                    <a:pt x="948051" y="165753"/>
                    <a:pt x="946795" y="163613"/>
                    <a:pt x="945989" y="161381"/>
                  </a:cubicBezTo>
                  <a:cubicBezTo>
                    <a:pt x="945183" y="159148"/>
                    <a:pt x="944780" y="156761"/>
                    <a:pt x="944780" y="154218"/>
                  </a:cubicBezTo>
                  <a:cubicBezTo>
                    <a:pt x="944780" y="150312"/>
                    <a:pt x="945602" y="146700"/>
                    <a:pt x="947245" y="143382"/>
                  </a:cubicBezTo>
                  <a:cubicBezTo>
                    <a:pt x="948888" y="140064"/>
                    <a:pt x="951229" y="137196"/>
                    <a:pt x="954268" y="134778"/>
                  </a:cubicBezTo>
                  <a:cubicBezTo>
                    <a:pt x="957306" y="132359"/>
                    <a:pt x="960965" y="130468"/>
                    <a:pt x="965244" y="129104"/>
                  </a:cubicBezTo>
                  <a:cubicBezTo>
                    <a:pt x="969523" y="127739"/>
                    <a:pt x="974329" y="127057"/>
                    <a:pt x="979662" y="127057"/>
                  </a:cubicBezTo>
                  <a:close/>
                  <a:moveTo>
                    <a:pt x="56509" y="17706"/>
                  </a:moveTo>
                  <a:cubicBezTo>
                    <a:pt x="49393" y="17706"/>
                    <a:pt x="43616" y="19380"/>
                    <a:pt x="39179" y="22729"/>
                  </a:cubicBezTo>
                  <a:cubicBezTo>
                    <a:pt x="34743" y="26077"/>
                    <a:pt x="31247" y="30682"/>
                    <a:pt x="28694" y="36542"/>
                  </a:cubicBezTo>
                  <a:cubicBezTo>
                    <a:pt x="26141" y="42402"/>
                    <a:pt x="24404" y="49267"/>
                    <a:pt x="23483" y="57136"/>
                  </a:cubicBezTo>
                  <a:cubicBezTo>
                    <a:pt x="22562" y="65005"/>
                    <a:pt x="22101" y="73461"/>
                    <a:pt x="22101" y="82502"/>
                  </a:cubicBezTo>
                  <a:cubicBezTo>
                    <a:pt x="22101" y="94641"/>
                    <a:pt x="22729" y="104959"/>
                    <a:pt x="23985" y="113456"/>
                  </a:cubicBezTo>
                  <a:cubicBezTo>
                    <a:pt x="25241" y="121953"/>
                    <a:pt x="27229" y="128880"/>
                    <a:pt x="29950" y="134238"/>
                  </a:cubicBezTo>
                  <a:cubicBezTo>
                    <a:pt x="32671" y="139596"/>
                    <a:pt x="36145" y="143489"/>
                    <a:pt x="40372" y="145917"/>
                  </a:cubicBezTo>
                  <a:cubicBezTo>
                    <a:pt x="44600" y="148344"/>
                    <a:pt x="49728" y="149558"/>
                    <a:pt x="55755" y="149558"/>
                  </a:cubicBezTo>
                  <a:cubicBezTo>
                    <a:pt x="60443" y="149558"/>
                    <a:pt x="64566" y="148805"/>
                    <a:pt x="68124" y="147298"/>
                  </a:cubicBezTo>
                  <a:cubicBezTo>
                    <a:pt x="71682" y="145791"/>
                    <a:pt x="74738" y="143635"/>
                    <a:pt x="77291" y="140831"/>
                  </a:cubicBezTo>
                  <a:cubicBezTo>
                    <a:pt x="79844" y="138026"/>
                    <a:pt x="81958" y="134657"/>
                    <a:pt x="83633" y="130722"/>
                  </a:cubicBezTo>
                  <a:cubicBezTo>
                    <a:pt x="85307" y="126788"/>
                    <a:pt x="86646" y="122434"/>
                    <a:pt x="87651" y="117663"/>
                  </a:cubicBezTo>
                  <a:cubicBezTo>
                    <a:pt x="88655" y="112891"/>
                    <a:pt x="89346" y="107721"/>
                    <a:pt x="89723" y="102154"/>
                  </a:cubicBezTo>
                  <a:cubicBezTo>
                    <a:pt x="90100" y="96587"/>
                    <a:pt x="90288" y="90790"/>
                    <a:pt x="90288" y="84762"/>
                  </a:cubicBezTo>
                  <a:cubicBezTo>
                    <a:pt x="90288" y="76642"/>
                    <a:pt x="89995" y="69358"/>
                    <a:pt x="89409" y="62912"/>
                  </a:cubicBezTo>
                  <a:cubicBezTo>
                    <a:pt x="88823" y="56466"/>
                    <a:pt x="87965" y="50774"/>
                    <a:pt x="86835" y="45834"/>
                  </a:cubicBezTo>
                  <a:cubicBezTo>
                    <a:pt x="85705" y="40895"/>
                    <a:pt x="84239" y="36647"/>
                    <a:pt x="82440" y="33089"/>
                  </a:cubicBezTo>
                  <a:cubicBezTo>
                    <a:pt x="80640" y="29531"/>
                    <a:pt x="78484" y="26601"/>
                    <a:pt x="75973" y="24298"/>
                  </a:cubicBezTo>
                  <a:cubicBezTo>
                    <a:pt x="73461" y="21996"/>
                    <a:pt x="70594" y="20322"/>
                    <a:pt x="67371" y="19276"/>
                  </a:cubicBezTo>
                  <a:cubicBezTo>
                    <a:pt x="64148" y="18229"/>
                    <a:pt x="60527" y="17706"/>
                    <a:pt x="56509" y="17706"/>
                  </a:cubicBezTo>
                  <a:close/>
                  <a:moveTo>
                    <a:pt x="868733" y="13813"/>
                  </a:moveTo>
                  <a:lnTo>
                    <a:pt x="886063" y="13813"/>
                  </a:lnTo>
                  <a:lnTo>
                    <a:pt x="879156" y="44830"/>
                  </a:lnTo>
                  <a:lnTo>
                    <a:pt x="917331" y="44830"/>
                  </a:lnTo>
                  <a:lnTo>
                    <a:pt x="914568" y="57513"/>
                  </a:lnTo>
                  <a:lnTo>
                    <a:pt x="876393" y="57513"/>
                  </a:lnTo>
                  <a:lnTo>
                    <a:pt x="865217" y="106235"/>
                  </a:lnTo>
                  <a:cubicBezTo>
                    <a:pt x="863041" y="115695"/>
                    <a:pt x="861659" y="122497"/>
                    <a:pt x="861073" y="126641"/>
                  </a:cubicBezTo>
                  <a:cubicBezTo>
                    <a:pt x="860487" y="130785"/>
                    <a:pt x="860194" y="134113"/>
                    <a:pt x="860194" y="136624"/>
                  </a:cubicBezTo>
                  <a:cubicBezTo>
                    <a:pt x="860194" y="147005"/>
                    <a:pt x="864506" y="152195"/>
                    <a:pt x="873129" y="152195"/>
                  </a:cubicBezTo>
                  <a:cubicBezTo>
                    <a:pt x="876812" y="152195"/>
                    <a:pt x="880726" y="150793"/>
                    <a:pt x="884870" y="147989"/>
                  </a:cubicBezTo>
                  <a:cubicBezTo>
                    <a:pt x="889014" y="145184"/>
                    <a:pt x="893932" y="140391"/>
                    <a:pt x="899625" y="133610"/>
                  </a:cubicBezTo>
                  <a:lnTo>
                    <a:pt x="906908" y="141145"/>
                  </a:lnTo>
                  <a:cubicBezTo>
                    <a:pt x="899625" y="149935"/>
                    <a:pt x="892613" y="156423"/>
                    <a:pt x="885874" y="160609"/>
                  </a:cubicBezTo>
                  <a:cubicBezTo>
                    <a:pt x="879135" y="164795"/>
                    <a:pt x="872082" y="166887"/>
                    <a:pt x="864715" y="166887"/>
                  </a:cubicBezTo>
                  <a:cubicBezTo>
                    <a:pt x="847219" y="166887"/>
                    <a:pt x="838470" y="158055"/>
                    <a:pt x="838470" y="140391"/>
                  </a:cubicBezTo>
                  <a:cubicBezTo>
                    <a:pt x="838470" y="134782"/>
                    <a:pt x="839182" y="128880"/>
                    <a:pt x="840605" y="122685"/>
                  </a:cubicBezTo>
                  <a:lnTo>
                    <a:pt x="855423" y="57513"/>
                  </a:lnTo>
                  <a:lnTo>
                    <a:pt x="834326" y="57513"/>
                  </a:lnTo>
                  <a:lnTo>
                    <a:pt x="836210" y="48848"/>
                  </a:lnTo>
                  <a:cubicBezTo>
                    <a:pt x="841149" y="48764"/>
                    <a:pt x="844895" y="48388"/>
                    <a:pt x="847449" y="47718"/>
                  </a:cubicBezTo>
                  <a:cubicBezTo>
                    <a:pt x="850002" y="47048"/>
                    <a:pt x="852137" y="46127"/>
                    <a:pt x="853853" y="44955"/>
                  </a:cubicBezTo>
                  <a:cubicBezTo>
                    <a:pt x="855569" y="43783"/>
                    <a:pt x="857139" y="42109"/>
                    <a:pt x="858562" y="39932"/>
                  </a:cubicBezTo>
                  <a:cubicBezTo>
                    <a:pt x="859985" y="37756"/>
                    <a:pt x="861366" y="34972"/>
                    <a:pt x="862706" y="31582"/>
                  </a:cubicBezTo>
                  <a:cubicBezTo>
                    <a:pt x="864045" y="28191"/>
                    <a:pt x="866055" y="22268"/>
                    <a:pt x="868733" y="13813"/>
                  </a:cubicBezTo>
                  <a:close/>
                  <a:moveTo>
                    <a:pt x="430583" y="13813"/>
                  </a:moveTo>
                  <a:lnTo>
                    <a:pt x="447913" y="13813"/>
                  </a:lnTo>
                  <a:lnTo>
                    <a:pt x="441006" y="44830"/>
                  </a:lnTo>
                  <a:lnTo>
                    <a:pt x="479181" y="44830"/>
                  </a:lnTo>
                  <a:lnTo>
                    <a:pt x="476418" y="57513"/>
                  </a:lnTo>
                  <a:lnTo>
                    <a:pt x="438243" y="57513"/>
                  </a:lnTo>
                  <a:lnTo>
                    <a:pt x="427067" y="106235"/>
                  </a:lnTo>
                  <a:cubicBezTo>
                    <a:pt x="424891" y="115695"/>
                    <a:pt x="423509" y="122497"/>
                    <a:pt x="422923" y="126641"/>
                  </a:cubicBezTo>
                  <a:cubicBezTo>
                    <a:pt x="422337" y="130785"/>
                    <a:pt x="422044" y="134113"/>
                    <a:pt x="422044" y="136624"/>
                  </a:cubicBezTo>
                  <a:cubicBezTo>
                    <a:pt x="422044" y="147005"/>
                    <a:pt x="426356" y="152195"/>
                    <a:pt x="434979" y="152195"/>
                  </a:cubicBezTo>
                  <a:cubicBezTo>
                    <a:pt x="438662" y="152195"/>
                    <a:pt x="442576" y="150793"/>
                    <a:pt x="446720" y="147989"/>
                  </a:cubicBezTo>
                  <a:cubicBezTo>
                    <a:pt x="450864" y="145184"/>
                    <a:pt x="455782" y="140391"/>
                    <a:pt x="461475" y="133610"/>
                  </a:cubicBezTo>
                  <a:lnTo>
                    <a:pt x="468758" y="141145"/>
                  </a:lnTo>
                  <a:cubicBezTo>
                    <a:pt x="461475" y="149935"/>
                    <a:pt x="454463" y="156423"/>
                    <a:pt x="447724" y="160609"/>
                  </a:cubicBezTo>
                  <a:cubicBezTo>
                    <a:pt x="440985" y="164795"/>
                    <a:pt x="433932" y="166887"/>
                    <a:pt x="426565" y="166887"/>
                  </a:cubicBezTo>
                  <a:cubicBezTo>
                    <a:pt x="409069" y="166887"/>
                    <a:pt x="400320" y="158055"/>
                    <a:pt x="400320" y="140391"/>
                  </a:cubicBezTo>
                  <a:cubicBezTo>
                    <a:pt x="400320" y="134782"/>
                    <a:pt x="401032" y="128880"/>
                    <a:pt x="402455" y="122685"/>
                  </a:cubicBezTo>
                  <a:lnTo>
                    <a:pt x="417273" y="57513"/>
                  </a:lnTo>
                  <a:lnTo>
                    <a:pt x="396176" y="57513"/>
                  </a:lnTo>
                  <a:lnTo>
                    <a:pt x="398060" y="48848"/>
                  </a:lnTo>
                  <a:cubicBezTo>
                    <a:pt x="402999" y="48764"/>
                    <a:pt x="406745" y="48388"/>
                    <a:pt x="409299" y="47718"/>
                  </a:cubicBezTo>
                  <a:cubicBezTo>
                    <a:pt x="411852" y="47048"/>
                    <a:pt x="413987" y="46127"/>
                    <a:pt x="415703" y="44955"/>
                  </a:cubicBezTo>
                  <a:cubicBezTo>
                    <a:pt x="417419" y="43783"/>
                    <a:pt x="418989" y="42109"/>
                    <a:pt x="420412" y="39932"/>
                  </a:cubicBezTo>
                  <a:cubicBezTo>
                    <a:pt x="421835" y="37756"/>
                    <a:pt x="423216" y="34972"/>
                    <a:pt x="424556" y="31582"/>
                  </a:cubicBezTo>
                  <a:cubicBezTo>
                    <a:pt x="425895" y="28191"/>
                    <a:pt x="427905" y="22268"/>
                    <a:pt x="430583" y="13813"/>
                  </a:cubicBezTo>
                  <a:close/>
                  <a:moveTo>
                    <a:pt x="726854" y="13436"/>
                  </a:moveTo>
                  <a:lnTo>
                    <a:pt x="726854" y="32272"/>
                  </a:lnTo>
                  <a:lnTo>
                    <a:pt x="590481" y="91418"/>
                  </a:lnTo>
                  <a:lnTo>
                    <a:pt x="726854" y="150563"/>
                  </a:lnTo>
                  <a:lnTo>
                    <a:pt x="726854" y="169399"/>
                  </a:lnTo>
                  <a:lnTo>
                    <a:pt x="571645" y="100208"/>
                  </a:lnTo>
                  <a:lnTo>
                    <a:pt x="571645" y="82627"/>
                  </a:lnTo>
                  <a:close/>
                  <a:moveTo>
                    <a:pt x="298229" y="13436"/>
                  </a:moveTo>
                  <a:lnTo>
                    <a:pt x="298229" y="32272"/>
                  </a:lnTo>
                  <a:lnTo>
                    <a:pt x="161856" y="91418"/>
                  </a:lnTo>
                  <a:lnTo>
                    <a:pt x="298229" y="150563"/>
                  </a:lnTo>
                  <a:lnTo>
                    <a:pt x="298229" y="169399"/>
                  </a:lnTo>
                  <a:lnTo>
                    <a:pt x="143020" y="100208"/>
                  </a:lnTo>
                  <a:lnTo>
                    <a:pt x="143020" y="82627"/>
                  </a:lnTo>
                  <a:close/>
                  <a:moveTo>
                    <a:pt x="57764" y="0"/>
                  </a:moveTo>
                  <a:cubicBezTo>
                    <a:pt x="68061" y="0"/>
                    <a:pt x="76705" y="1821"/>
                    <a:pt x="83695" y="5462"/>
                  </a:cubicBezTo>
                  <a:cubicBezTo>
                    <a:pt x="90686" y="9104"/>
                    <a:pt x="96315" y="14462"/>
                    <a:pt x="100585" y="21536"/>
                  </a:cubicBezTo>
                  <a:cubicBezTo>
                    <a:pt x="104855" y="28610"/>
                    <a:pt x="107889" y="37316"/>
                    <a:pt x="109689" y="47655"/>
                  </a:cubicBezTo>
                  <a:cubicBezTo>
                    <a:pt x="111489" y="57994"/>
                    <a:pt x="112389" y="69861"/>
                    <a:pt x="112389" y="83255"/>
                  </a:cubicBezTo>
                  <a:cubicBezTo>
                    <a:pt x="112389" y="95729"/>
                    <a:pt x="111405" y="107114"/>
                    <a:pt x="109438" y="117411"/>
                  </a:cubicBezTo>
                  <a:cubicBezTo>
                    <a:pt x="107471" y="127708"/>
                    <a:pt x="104206" y="136561"/>
                    <a:pt x="99643" y="143970"/>
                  </a:cubicBezTo>
                  <a:cubicBezTo>
                    <a:pt x="95081" y="151379"/>
                    <a:pt x="89116" y="157114"/>
                    <a:pt x="81749" y="161174"/>
                  </a:cubicBezTo>
                  <a:cubicBezTo>
                    <a:pt x="74382" y="165234"/>
                    <a:pt x="65299" y="167264"/>
                    <a:pt x="54499" y="167264"/>
                  </a:cubicBezTo>
                  <a:cubicBezTo>
                    <a:pt x="44286" y="167264"/>
                    <a:pt x="35684" y="165443"/>
                    <a:pt x="28694" y="161802"/>
                  </a:cubicBezTo>
                  <a:cubicBezTo>
                    <a:pt x="21704" y="158160"/>
                    <a:pt x="16074" y="152802"/>
                    <a:pt x="11804" y="145728"/>
                  </a:cubicBezTo>
                  <a:cubicBezTo>
                    <a:pt x="7535" y="138654"/>
                    <a:pt x="4500" y="129948"/>
                    <a:pt x="2700" y="119609"/>
                  </a:cubicBezTo>
                  <a:cubicBezTo>
                    <a:pt x="900" y="109270"/>
                    <a:pt x="0" y="97403"/>
                    <a:pt x="0" y="84009"/>
                  </a:cubicBezTo>
                  <a:cubicBezTo>
                    <a:pt x="0" y="71619"/>
                    <a:pt x="1005" y="60254"/>
                    <a:pt x="3014" y="49915"/>
                  </a:cubicBezTo>
                  <a:cubicBezTo>
                    <a:pt x="5023" y="39577"/>
                    <a:pt x="8288" y="30703"/>
                    <a:pt x="12809" y="23294"/>
                  </a:cubicBezTo>
                  <a:cubicBezTo>
                    <a:pt x="17330" y="15885"/>
                    <a:pt x="23273" y="10150"/>
                    <a:pt x="30640" y="6090"/>
                  </a:cubicBezTo>
                  <a:cubicBezTo>
                    <a:pt x="38007" y="2030"/>
                    <a:pt x="47049" y="0"/>
                    <a:pt x="5776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20165078-0CC7-428C-BAE3-4C6AD3277C15}"/>
                </a:ext>
              </a:extLst>
            </p:cNvPr>
            <p:cNvSpPr txBox="1"/>
            <p:nvPr/>
          </p:nvSpPr>
          <p:spPr>
            <a:xfrm>
              <a:off x="2140091" y="5712252"/>
              <a:ext cx="392038" cy="133832"/>
            </a:xfrm>
            <a:custGeom>
              <a:avLst/>
              <a:gdLst/>
              <a:ahLst/>
              <a:cxnLst/>
              <a:rect l="l" t="t" r="r" b="b"/>
              <a:pathLst>
                <a:path w="614833" h="209889">
                  <a:moveTo>
                    <a:pt x="583486" y="113244"/>
                  </a:moveTo>
                  <a:cubicBezTo>
                    <a:pt x="589501" y="113244"/>
                    <a:pt x="595035" y="113616"/>
                    <a:pt x="600089" y="114360"/>
                  </a:cubicBezTo>
                  <a:cubicBezTo>
                    <a:pt x="605143" y="115104"/>
                    <a:pt x="610058" y="116190"/>
                    <a:pt x="614833" y="117616"/>
                  </a:cubicBezTo>
                  <a:lnTo>
                    <a:pt x="610368" y="138638"/>
                  </a:lnTo>
                  <a:lnTo>
                    <a:pt x="602089" y="138638"/>
                  </a:lnTo>
                  <a:cubicBezTo>
                    <a:pt x="601407" y="133057"/>
                    <a:pt x="599562" y="128933"/>
                    <a:pt x="596555" y="126267"/>
                  </a:cubicBezTo>
                  <a:cubicBezTo>
                    <a:pt x="593547" y="123600"/>
                    <a:pt x="588881" y="122267"/>
                    <a:pt x="582555" y="122267"/>
                  </a:cubicBezTo>
                  <a:cubicBezTo>
                    <a:pt x="580013" y="122267"/>
                    <a:pt x="577656" y="122608"/>
                    <a:pt x="575486" y="123290"/>
                  </a:cubicBezTo>
                  <a:cubicBezTo>
                    <a:pt x="573316" y="123972"/>
                    <a:pt x="571455" y="124918"/>
                    <a:pt x="569905" y="126127"/>
                  </a:cubicBezTo>
                  <a:cubicBezTo>
                    <a:pt x="568355" y="127336"/>
                    <a:pt x="567145" y="128778"/>
                    <a:pt x="566277" y="130452"/>
                  </a:cubicBezTo>
                  <a:cubicBezTo>
                    <a:pt x="565409" y="132127"/>
                    <a:pt x="564975" y="133956"/>
                    <a:pt x="564975" y="135940"/>
                  </a:cubicBezTo>
                  <a:cubicBezTo>
                    <a:pt x="564975" y="137739"/>
                    <a:pt x="565192" y="139382"/>
                    <a:pt x="565626" y="140870"/>
                  </a:cubicBezTo>
                  <a:cubicBezTo>
                    <a:pt x="566060" y="142359"/>
                    <a:pt x="566913" y="143816"/>
                    <a:pt x="568184" y="145242"/>
                  </a:cubicBezTo>
                  <a:cubicBezTo>
                    <a:pt x="569455" y="146668"/>
                    <a:pt x="571254" y="148157"/>
                    <a:pt x="573579" y="149707"/>
                  </a:cubicBezTo>
                  <a:cubicBezTo>
                    <a:pt x="575905" y="151257"/>
                    <a:pt x="578959" y="153025"/>
                    <a:pt x="582741" y="155009"/>
                  </a:cubicBezTo>
                  <a:cubicBezTo>
                    <a:pt x="586710" y="157179"/>
                    <a:pt x="590012" y="159257"/>
                    <a:pt x="592648" y="161241"/>
                  </a:cubicBezTo>
                  <a:cubicBezTo>
                    <a:pt x="595283" y="163225"/>
                    <a:pt x="597376" y="165241"/>
                    <a:pt x="598927" y="167287"/>
                  </a:cubicBezTo>
                  <a:cubicBezTo>
                    <a:pt x="600477" y="169334"/>
                    <a:pt x="601562" y="171520"/>
                    <a:pt x="602182" y="173845"/>
                  </a:cubicBezTo>
                  <a:cubicBezTo>
                    <a:pt x="602802" y="176170"/>
                    <a:pt x="603112" y="178759"/>
                    <a:pt x="603112" y="181612"/>
                  </a:cubicBezTo>
                  <a:cubicBezTo>
                    <a:pt x="603112" y="186015"/>
                    <a:pt x="602213" y="189968"/>
                    <a:pt x="600415" y="193472"/>
                  </a:cubicBezTo>
                  <a:cubicBezTo>
                    <a:pt x="598616" y="196975"/>
                    <a:pt x="596105" y="199936"/>
                    <a:pt x="592880" y="202355"/>
                  </a:cubicBezTo>
                  <a:cubicBezTo>
                    <a:pt x="589656" y="204773"/>
                    <a:pt x="585858" y="206634"/>
                    <a:pt x="581486" y="207936"/>
                  </a:cubicBezTo>
                  <a:cubicBezTo>
                    <a:pt x="577114" y="209238"/>
                    <a:pt x="572323" y="209889"/>
                    <a:pt x="567115" y="209889"/>
                  </a:cubicBezTo>
                  <a:cubicBezTo>
                    <a:pt x="561409" y="209889"/>
                    <a:pt x="555797" y="209517"/>
                    <a:pt x="550278" y="208773"/>
                  </a:cubicBezTo>
                  <a:cubicBezTo>
                    <a:pt x="544759" y="208029"/>
                    <a:pt x="538930" y="206758"/>
                    <a:pt x="532791" y="204959"/>
                  </a:cubicBezTo>
                  <a:lnTo>
                    <a:pt x="537628" y="183751"/>
                  </a:lnTo>
                  <a:lnTo>
                    <a:pt x="545720" y="183751"/>
                  </a:lnTo>
                  <a:cubicBezTo>
                    <a:pt x="546031" y="189518"/>
                    <a:pt x="547844" y="193844"/>
                    <a:pt x="551162" y="196727"/>
                  </a:cubicBezTo>
                  <a:cubicBezTo>
                    <a:pt x="554480" y="199611"/>
                    <a:pt x="559611" y="201053"/>
                    <a:pt x="566556" y="201053"/>
                  </a:cubicBezTo>
                  <a:cubicBezTo>
                    <a:pt x="572758" y="201053"/>
                    <a:pt x="577641" y="199719"/>
                    <a:pt x="581207" y="197053"/>
                  </a:cubicBezTo>
                  <a:cubicBezTo>
                    <a:pt x="584772" y="194386"/>
                    <a:pt x="586555" y="190666"/>
                    <a:pt x="586555" y="185891"/>
                  </a:cubicBezTo>
                  <a:cubicBezTo>
                    <a:pt x="586555" y="183720"/>
                    <a:pt x="586338" y="181845"/>
                    <a:pt x="585904" y="180263"/>
                  </a:cubicBezTo>
                  <a:cubicBezTo>
                    <a:pt x="585470" y="178682"/>
                    <a:pt x="584617" y="177178"/>
                    <a:pt x="583346" y="175752"/>
                  </a:cubicBezTo>
                  <a:cubicBezTo>
                    <a:pt x="582075" y="174326"/>
                    <a:pt x="580339" y="172853"/>
                    <a:pt x="578137" y="171334"/>
                  </a:cubicBezTo>
                  <a:cubicBezTo>
                    <a:pt x="575936" y="169814"/>
                    <a:pt x="573068" y="168062"/>
                    <a:pt x="569533" y="166078"/>
                  </a:cubicBezTo>
                  <a:cubicBezTo>
                    <a:pt x="565874" y="164032"/>
                    <a:pt x="562727" y="162016"/>
                    <a:pt x="560092" y="160032"/>
                  </a:cubicBezTo>
                  <a:cubicBezTo>
                    <a:pt x="557456" y="158048"/>
                    <a:pt x="555286" y="156032"/>
                    <a:pt x="553580" y="153986"/>
                  </a:cubicBezTo>
                  <a:cubicBezTo>
                    <a:pt x="551875" y="151939"/>
                    <a:pt x="550619" y="149800"/>
                    <a:pt x="549813" y="147568"/>
                  </a:cubicBezTo>
                  <a:cubicBezTo>
                    <a:pt x="549007" y="145335"/>
                    <a:pt x="548604" y="142948"/>
                    <a:pt x="548604" y="140405"/>
                  </a:cubicBezTo>
                  <a:cubicBezTo>
                    <a:pt x="548604" y="136498"/>
                    <a:pt x="549426" y="132886"/>
                    <a:pt x="551069" y="129569"/>
                  </a:cubicBezTo>
                  <a:cubicBezTo>
                    <a:pt x="552712" y="126251"/>
                    <a:pt x="555053" y="123383"/>
                    <a:pt x="558092" y="120965"/>
                  </a:cubicBezTo>
                  <a:cubicBezTo>
                    <a:pt x="561130" y="118546"/>
                    <a:pt x="564789" y="116655"/>
                    <a:pt x="569068" y="115290"/>
                  </a:cubicBezTo>
                  <a:cubicBezTo>
                    <a:pt x="573347" y="113926"/>
                    <a:pt x="578153" y="113244"/>
                    <a:pt x="583486" y="113244"/>
                  </a:cubicBezTo>
                  <a:close/>
                  <a:moveTo>
                    <a:pt x="184994" y="95310"/>
                  </a:moveTo>
                  <a:lnTo>
                    <a:pt x="339700" y="95310"/>
                  </a:lnTo>
                  <a:lnTo>
                    <a:pt x="339700" y="112012"/>
                  </a:lnTo>
                  <a:lnTo>
                    <a:pt x="184994" y="112012"/>
                  </a:lnTo>
                  <a:close/>
                  <a:moveTo>
                    <a:pt x="184994" y="43197"/>
                  </a:moveTo>
                  <a:lnTo>
                    <a:pt x="339700" y="43197"/>
                  </a:lnTo>
                  <a:lnTo>
                    <a:pt x="339700" y="59898"/>
                  </a:lnTo>
                  <a:lnTo>
                    <a:pt x="184994" y="59898"/>
                  </a:lnTo>
                  <a:close/>
                  <a:moveTo>
                    <a:pt x="472557" y="0"/>
                  </a:moveTo>
                  <a:lnTo>
                    <a:pt x="489887" y="0"/>
                  </a:lnTo>
                  <a:lnTo>
                    <a:pt x="482980" y="31017"/>
                  </a:lnTo>
                  <a:lnTo>
                    <a:pt x="521155" y="31017"/>
                  </a:lnTo>
                  <a:lnTo>
                    <a:pt x="518392" y="43699"/>
                  </a:lnTo>
                  <a:lnTo>
                    <a:pt x="480217" y="43699"/>
                  </a:lnTo>
                  <a:lnTo>
                    <a:pt x="469041" y="92422"/>
                  </a:lnTo>
                  <a:cubicBezTo>
                    <a:pt x="466865" y="101882"/>
                    <a:pt x="465483" y="108684"/>
                    <a:pt x="464897" y="112828"/>
                  </a:cubicBezTo>
                  <a:cubicBezTo>
                    <a:pt x="464311" y="116972"/>
                    <a:pt x="464018" y="120299"/>
                    <a:pt x="464018" y="122811"/>
                  </a:cubicBezTo>
                  <a:cubicBezTo>
                    <a:pt x="464018" y="133192"/>
                    <a:pt x="468330" y="138382"/>
                    <a:pt x="476953" y="138382"/>
                  </a:cubicBezTo>
                  <a:cubicBezTo>
                    <a:pt x="480636" y="138382"/>
                    <a:pt x="484550" y="136980"/>
                    <a:pt x="488694" y="134175"/>
                  </a:cubicBezTo>
                  <a:cubicBezTo>
                    <a:pt x="492838" y="131371"/>
                    <a:pt x="497756" y="126578"/>
                    <a:pt x="503449" y="119797"/>
                  </a:cubicBezTo>
                  <a:lnTo>
                    <a:pt x="510732" y="127332"/>
                  </a:lnTo>
                  <a:cubicBezTo>
                    <a:pt x="503449" y="136122"/>
                    <a:pt x="496437" y="142610"/>
                    <a:pt x="489698" y="146795"/>
                  </a:cubicBezTo>
                  <a:cubicBezTo>
                    <a:pt x="482959" y="150981"/>
                    <a:pt x="475906" y="153074"/>
                    <a:pt x="468539" y="153074"/>
                  </a:cubicBezTo>
                  <a:cubicBezTo>
                    <a:pt x="451043" y="153074"/>
                    <a:pt x="442294" y="144242"/>
                    <a:pt x="442294" y="126578"/>
                  </a:cubicBezTo>
                  <a:cubicBezTo>
                    <a:pt x="442294" y="120969"/>
                    <a:pt x="443006" y="115067"/>
                    <a:pt x="444429" y="108872"/>
                  </a:cubicBezTo>
                  <a:lnTo>
                    <a:pt x="459247" y="43699"/>
                  </a:lnTo>
                  <a:lnTo>
                    <a:pt x="438150" y="43699"/>
                  </a:lnTo>
                  <a:lnTo>
                    <a:pt x="440034" y="35035"/>
                  </a:lnTo>
                  <a:cubicBezTo>
                    <a:pt x="444973" y="34951"/>
                    <a:pt x="448719" y="34574"/>
                    <a:pt x="451273" y="33905"/>
                  </a:cubicBezTo>
                  <a:cubicBezTo>
                    <a:pt x="453826" y="33235"/>
                    <a:pt x="455961" y="32314"/>
                    <a:pt x="457677" y="31142"/>
                  </a:cubicBezTo>
                  <a:cubicBezTo>
                    <a:pt x="459393" y="29970"/>
                    <a:pt x="460963" y="28296"/>
                    <a:pt x="462386" y="26119"/>
                  </a:cubicBezTo>
                  <a:cubicBezTo>
                    <a:pt x="463809" y="23943"/>
                    <a:pt x="465190" y="21159"/>
                    <a:pt x="466530" y="17768"/>
                  </a:cubicBezTo>
                  <a:cubicBezTo>
                    <a:pt x="467869" y="14378"/>
                    <a:pt x="469879" y="8455"/>
                    <a:pt x="472557" y="0"/>
                  </a:cubicBezTo>
                  <a:close/>
                  <a:moveTo>
                    <a:pt x="34407" y="0"/>
                  </a:moveTo>
                  <a:lnTo>
                    <a:pt x="51737" y="0"/>
                  </a:lnTo>
                  <a:lnTo>
                    <a:pt x="44830" y="31017"/>
                  </a:lnTo>
                  <a:lnTo>
                    <a:pt x="83004" y="31017"/>
                  </a:lnTo>
                  <a:lnTo>
                    <a:pt x="80242" y="43699"/>
                  </a:lnTo>
                  <a:lnTo>
                    <a:pt x="42067" y="43699"/>
                  </a:lnTo>
                  <a:lnTo>
                    <a:pt x="30891" y="92422"/>
                  </a:lnTo>
                  <a:cubicBezTo>
                    <a:pt x="28715" y="101882"/>
                    <a:pt x="27333" y="108684"/>
                    <a:pt x="26747" y="112828"/>
                  </a:cubicBezTo>
                  <a:cubicBezTo>
                    <a:pt x="26161" y="116972"/>
                    <a:pt x="25868" y="120299"/>
                    <a:pt x="25868" y="122811"/>
                  </a:cubicBezTo>
                  <a:cubicBezTo>
                    <a:pt x="25868" y="133192"/>
                    <a:pt x="30180" y="138382"/>
                    <a:pt x="38803" y="138382"/>
                  </a:cubicBezTo>
                  <a:cubicBezTo>
                    <a:pt x="42486" y="138382"/>
                    <a:pt x="46400" y="136980"/>
                    <a:pt x="50544" y="134175"/>
                  </a:cubicBezTo>
                  <a:cubicBezTo>
                    <a:pt x="54688" y="131371"/>
                    <a:pt x="59606" y="126578"/>
                    <a:pt x="65299" y="119797"/>
                  </a:cubicBezTo>
                  <a:lnTo>
                    <a:pt x="72582" y="127332"/>
                  </a:lnTo>
                  <a:cubicBezTo>
                    <a:pt x="65299" y="136122"/>
                    <a:pt x="58287" y="142610"/>
                    <a:pt x="51548" y="146795"/>
                  </a:cubicBezTo>
                  <a:cubicBezTo>
                    <a:pt x="44809" y="150981"/>
                    <a:pt x="37756" y="153074"/>
                    <a:pt x="30389" y="153074"/>
                  </a:cubicBezTo>
                  <a:cubicBezTo>
                    <a:pt x="12892" y="153074"/>
                    <a:pt x="4144" y="144242"/>
                    <a:pt x="4144" y="126578"/>
                  </a:cubicBezTo>
                  <a:cubicBezTo>
                    <a:pt x="4144" y="120969"/>
                    <a:pt x="4856" y="115067"/>
                    <a:pt x="6279" y="108872"/>
                  </a:cubicBezTo>
                  <a:lnTo>
                    <a:pt x="21097" y="43699"/>
                  </a:lnTo>
                  <a:lnTo>
                    <a:pt x="0" y="43699"/>
                  </a:lnTo>
                  <a:lnTo>
                    <a:pt x="1884" y="35035"/>
                  </a:lnTo>
                  <a:cubicBezTo>
                    <a:pt x="6823" y="34951"/>
                    <a:pt x="10569" y="34574"/>
                    <a:pt x="13123" y="33905"/>
                  </a:cubicBezTo>
                  <a:cubicBezTo>
                    <a:pt x="15676" y="33235"/>
                    <a:pt x="17811" y="32314"/>
                    <a:pt x="19527" y="31142"/>
                  </a:cubicBezTo>
                  <a:cubicBezTo>
                    <a:pt x="21243" y="29970"/>
                    <a:pt x="22813" y="28296"/>
                    <a:pt x="24236" y="26119"/>
                  </a:cubicBezTo>
                  <a:cubicBezTo>
                    <a:pt x="25659" y="23943"/>
                    <a:pt x="27040" y="21159"/>
                    <a:pt x="28380" y="17768"/>
                  </a:cubicBezTo>
                  <a:cubicBezTo>
                    <a:pt x="29719" y="14378"/>
                    <a:pt x="31729" y="8455"/>
                    <a:pt x="3440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A84C16F1-E538-49A8-8DA1-D25065C4ED1E}"/>
                </a:ext>
              </a:extLst>
            </p:cNvPr>
            <p:cNvCxnSpPr/>
            <p:nvPr/>
          </p:nvCxnSpPr>
          <p:spPr>
            <a:xfrm flipH="1" flipV="1">
              <a:off x="2997311" y="5305705"/>
              <a:ext cx="93629" cy="74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A126E6AA-BD98-4474-BC76-FC75F6BA40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42138" y="5600339"/>
              <a:ext cx="207802" cy="132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A773E08B-C7D2-49BA-886D-9A3B723CA2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9668" y="5786695"/>
              <a:ext cx="327949" cy="980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0431AA02-6932-4B8A-979F-16ADBC6AD3A1}"/>
                </a:ext>
              </a:extLst>
            </p:cNvPr>
            <p:cNvSpPr/>
            <p:nvPr/>
          </p:nvSpPr>
          <p:spPr>
            <a:xfrm flipH="1">
              <a:off x="4052959" y="4989480"/>
              <a:ext cx="2590066" cy="1150744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F033D538-D15B-4363-97A0-37F450C31CB5}"/>
                </a:ext>
              </a:extLst>
            </p:cNvPr>
            <p:cNvSpPr/>
            <p:nvPr/>
          </p:nvSpPr>
          <p:spPr>
            <a:xfrm flipH="1">
              <a:off x="4054371" y="5597103"/>
              <a:ext cx="2588654" cy="543121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618451 w 4163964"/>
                <a:gd name="connsiteY2" fmla="*/ 364265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99571 h 1431568"/>
                <a:gd name="connsiteX1" fmla="*/ 3892405 w 4163964"/>
                <a:gd name="connsiteY1" fmla="*/ 17335 h 1431568"/>
                <a:gd name="connsiteX2" fmla="*/ 3618451 w 4163964"/>
                <a:gd name="connsiteY2" fmla="*/ 394664 h 1431568"/>
                <a:gd name="connsiteX3" fmla="*/ 3058625 w 4163964"/>
                <a:gd name="connsiteY3" fmla="*/ 1024952 h 1431568"/>
                <a:gd name="connsiteX4" fmla="*/ 2514600 w 4163964"/>
                <a:gd name="connsiteY4" fmla="*/ 1336318 h 1431568"/>
                <a:gd name="connsiteX5" fmla="*/ 0 w 4163964"/>
                <a:gd name="connsiteY5" fmla="*/ 1431568 h 1431568"/>
                <a:gd name="connsiteX0" fmla="*/ 4163964 w 4163964"/>
                <a:gd name="connsiteY0" fmla="*/ 226102 h 1458099"/>
                <a:gd name="connsiteX1" fmla="*/ 3892405 w 4163964"/>
                <a:gd name="connsiteY1" fmla="*/ 43866 h 1458099"/>
                <a:gd name="connsiteX2" fmla="*/ 3618451 w 4163964"/>
                <a:gd name="connsiteY2" fmla="*/ 421195 h 1458099"/>
                <a:gd name="connsiteX3" fmla="*/ 3058625 w 4163964"/>
                <a:gd name="connsiteY3" fmla="*/ 1051483 h 1458099"/>
                <a:gd name="connsiteX4" fmla="*/ 2514600 w 4163964"/>
                <a:gd name="connsiteY4" fmla="*/ 1362849 h 1458099"/>
                <a:gd name="connsiteX5" fmla="*/ 0 w 4163964"/>
                <a:gd name="connsiteY5" fmla="*/ 1458099 h 1458099"/>
                <a:gd name="connsiteX0" fmla="*/ 4163964 w 4163964"/>
                <a:gd name="connsiteY0" fmla="*/ 201101 h 1433098"/>
                <a:gd name="connsiteX1" fmla="*/ 3892405 w 4163964"/>
                <a:gd name="connsiteY1" fmla="*/ 18865 h 1433098"/>
                <a:gd name="connsiteX2" fmla="*/ 3618451 w 4163964"/>
                <a:gd name="connsiteY2" fmla="*/ 396194 h 1433098"/>
                <a:gd name="connsiteX3" fmla="*/ 3058625 w 4163964"/>
                <a:gd name="connsiteY3" fmla="*/ 1026482 h 1433098"/>
                <a:gd name="connsiteX4" fmla="*/ 2514600 w 4163964"/>
                <a:gd name="connsiteY4" fmla="*/ 1337848 h 1433098"/>
                <a:gd name="connsiteX5" fmla="*/ 0 w 4163964"/>
                <a:gd name="connsiteY5" fmla="*/ 1433098 h 1433098"/>
                <a:gd name="connsiteX0" fmla="*/ 4163964 w 4163964"/>
                <a:gd name="connsiteY0" fmla="*/ 304082 h 1414683"/>
                <a:gd name="connsiteX1" fmla="*/ 3892405 w 4163964"/>
                <a:gd name="connsiteY1" fmla="*/ 450 h 1414683"/>
                <a:gd name="connsiteX2" fmla="*/ 3618451 w 4163964"/>
                <a:gd name="connsiteY2" fmla="*/ 377779 h 1414683"/>
                <a:gd name="connsiteX3" fmla="*/ 3058625 w 4163964"/>
                <a:gd name="connsiteY3" fmla="*/ 1008067 h 1414683"/>
                <a:gd name="connsiteX4" fmla="*/ 2514600 w 4163964"/>
                <a:gd name="connsiteY4" fmla="*/ 1319433 h 1414683"/>
                <a:gd name="connsiteX5" fmla="*/ 0 w 4163964"/>
                <a:gd name="connsiteY5" fmla="*/ 1414683 h 141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414683">
                  <a:moveTo>
                    <a:pt x="4163964" y="304082"/>
                  </a:moveTo>
                  <a:cubicBezTo>
                    <a:pt x="4110753" y="230826"/>
                    <a:pt x="3983324" y="-11833"/>
                    <a:pt x="3892405" y="450"/>
                  </a:cubicBezTo>
                  <a:cubicBezTo>
                    <a:pt x="3801486" y="12733"/>
                    <a:pt x="3757414" y="209843"/>
                    <a:pt x="3618451" y="377779"/>
                  </a:cubicBezTo>
                  <a:cubicBezTo>
                    <a:pt x="3479488" y="545715"/>
                    <a:pt x="3242600" y="851125"/>
                    <a:pt x="3058625" y="1008067"/>
                  </a:cubicBezTo>
                  <a:cubicBezTo>
                    <a:pt x="2874650" y="1165009"/>
                    <a:pt x="2665412" y="1263871"/>
                    <a:pt x="2514600" y="1319433"/>
                  </a:cubicBezTo>
                  <a:cubicBezTo>
                    <a:pt x="2363788" y="1374995"/>
                    <a:pt x="153194" y="1413889"/>
                    <a:pt x="0" y="141468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E9340FF0-438F-47BB-9A68-41453F949DDA}"/>
                </a:ext>
              </a:extLst>
            </p:cNvPr>
            <p:cNvSpPr/>
            <p:nvPr/>
          </p:nvSpPr>
          <p:spPr>
            <a:xfrm flipH="1">
              <a:off x="4054371" y="5891737"/>
              <a:ext cx="2588654" cy="248487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318542 h 1384141"/>
                <a:gd name="connsiteX1" fmla="*/ 3960557 w 4163964"/>
                <a:gd name="connsiteY1" fmla="*/ 3016 h 1384141"/>
                <a:gd name="connsiteX2" fmla="*/ 3700234 w 4163964"/>
                <a:gd name="connsiteY2" fmla="*/ 369309 h 1384141"/>
                <a:gd name="connsiteX3" fmla="*/ 3058625 w 4163964"/>
                <a:gd name="connsiteY3" fmla="*/ 1032705 h 1384141"/>
                <a:gd name="connsiteX4" fmla="*/ 2514600 w 4163964"/>
                <a:gd name="connsiteY4" fmla="*/ 1288891 h 1384141"/>
                <a:gd name="connsiteX5" fmla="*/ 0 w 4163964"/>
                <a:gd name="connsiteY5" fmla="*/ 1384141 h 1384141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700234 w 4163964"/>
                <a:gd name="connsiteY2" fmla="*/ 369775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475332 w 4163964"/>
                <a:gd name="connsiteY2" fmla="*/ 647489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987112 h 1052711"/>
                <a:gd name="connsiteX1" fmla="*/ 3790177 w 4163964"/>
                <a:gd name="connsiteY1" fmla="*/ 4842 h 1052711"/>
                <a:gd name="connsiteX2" fmla="*/ 3475332 w 4163964"/>
                <a:gd name="connsiteY2" fmla="*/ 315593 h 1052711"/>
                <a:gd name="connsiteX3" fmla="*/ 3058625 w 4163964"/>
                <a:gd name="connsiteY3" fmla="*/ 701275 h 1052711"/>
                <a:gd name="connsiteX4" fmla="*/ 2514600 w 4163964"/>
                <a:gd name="connsiteY4" fmla="*/ 957461 h 1052711"/>
                <a:gd name="connsiteX5" fmla="*/ 0 w 4163964"/>
                <a:gd name="connsiteY5" fmla="*/ 1052711 h 1052711"/>
                <a:gd name="connsiteX0" fmla="*/ 4163964 w 4163964"/>
                <a:gd name="connsiteY0" fmla="*/ 982272 h 1047871"/>
                <a:gd name="connsiteX1" fmla="*/ 3790177 w 4163964"/>
                <a:gd name="connsiteY1" fmla="*/ 2 h 1047871"/>
                <a:gd name="connsiteX2" fmla="*/ 3475332 w 4163964"/>
                <a:gd name="connsiteY2" fmla="*/ 310753 h 1047871"/>
                <a:gd name="connsiteX3" fmla="*/ 3058625 w 4163964"/>
                <a:gd name="connsiteY3" fmla="*/ 696435 h 1047871"/>
                <a:gd name="connsiteX4" fmla="*/ 2514600 w 4163964"/>
                <a:gd name="connsiteY4" fmla="*/ 952621 h 1047871"/>
                <a:gd name="connsiteX5" fmla="*/ 0 w 4163964"/>
                <a:gd name="connsiteY5" fmla="*/ 1047871 h 1047871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475332 w 4163964"/>
                <a:gd name="connsiteY2" fmla="*/ 329264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236691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19298 h 1084897"/>
                <a:gd name="connsiteX1" fmla="*/ 357209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31525 h 1097124"/>
                <a:gd name="connsiteX1" fmla="*/ 3585720 w 4163964"/>
                <a:gd name="connsiteY1" fmla="*/ 12227 h 1097124"/>
                <a:gd name="connsiteX2" fmla="*/ 3386734 w 4163964"/>
                <a:gd name="connsiteY2" fmla="*/ 267433 h 1097124"/>
                <a:gd name="connsiteX3" fmla="*/ 2990473 w 4163964"/>
                <a:gd name="connsiteY3" fmla="*/ 690145 h 1097124"/>
                <a:gd name="connsiteX4" fmla="*/ 2514600 w 4163964"/>
                <a:gd name="connsiteY4" fmla="*/ 1001874 h 1097124"/>
                <a:gd name="connsiteX5" fmla="*/ 0 w 4163964"/>
                <a:gd name="connsiteY5" fmla="*/ 1097124 h 1097124"/>
                <a:gd name="connsiteX0" fmla="*/ 4163964 w 4163964"/>
                <a:gd name="connsiteY0" fmla="*/ 1025829 h 1091428"/>
                <a:gd name="connsiteX1" fmla="*/ 3585720 w 4163964"/>
                <a:gd name="connsiteY1" fmla="*/ 6531 h 1091428"/>
                <a:gd name="connsiteX2" fmla="*/ 3386734 w 4163964"/>
                <a:gd name="connsiteY2" fmla="*/ 261737 h 1091428"/>
                <a:gd name="connsiteX3" fmla="*/ 2990473 w 4163964"/>
                <a:gd name="connsiteY3" fmla="*/ 684449 h 1091428"/>
                <a:gd name="connsiteX4" fmla="*/ 2514600 w 4163964"/>
                <a:gd name="connsiteY4" fmla="*/ 996178 h 1091428"/>
                <a:gd name="connsiteX5" fmla="*/ 0 w 4163964"/>
                <a:gd name="connsiteY5" fmla="*/ 1091428 h 1091428"/>
                <a:gd name="connsiteX0" fmla="*/ 4163964 w 4163964"/>
                <a:gd name="connsiteY0" fmla="*/ 1045308 h 1110907"/>
                <a:gd name="connsiteX1" fmla="*/ 3585720 w 4163964"/>
                <a:gd name="connsiteY1" fmla="*/ 26010 h 1110907"/>
                <a:gd name="connsiteX2" fmla="*/ 3325398 w 4163964"/>
                <a:gd name="connsiteY2" fmla="*/ 336759 h 1110907"/>
                <a:gd name="connsiteX3" fmla="*/ 2990473 w 4163964"/>
                <a:gd name="connsiteY3" fmla="*/ 703928 h 1110907"/>
                <a:gd name="connsiteX4" fmla="*/ 2514600 w 4163964"/>
                <a:gd name="connsiteY4" fmla="*/ 1015657 h 1110907"/>
                <a:gd name="connsiteX5" fmla="*/ 0 w 4163964"/>
                <a:gd name="connsiteY5" fmla="*/ 1110907 h 1110907"/>
                <a:gd name="connsiteX0" fmla="*/ 4163964 w 4163964"/>
                <a:gd name="connsiteY0" fmla="*/ 1020131 h 1085730"/>
                <a:gd name="connsiteX1" fmla="*/ 3585720 w 4163964"/>
                <a:gd name="connsiteY1" fmla="*/ 833 h 1085730"/>
                <a:gd name="connsiteX2" fmla="*/ 3325398 w 4163964"/>
                <a:gd name="connsiteY2" fmla="*/ 311582 h 1085730"/>
                <a:gd name="connsiteX3" fmla="*/ 2990473 w 4163964"/>
                <a:gd name="connsiteY3" fmla="*/ 678751 h 1085730"/>
                <a:gd name="connsiteX4" fmla="*/ 2514600 w 4163964"/>
                <a:gd name="connsiteY4" fmla="*/ 990480 h 1085730"/>
                <a:gd name="connsiteX5" fmla="*/ 0 w 4163964"/>
                <a:gd name="connsiteY5" fmla="*/ 1085730 h 1085730"/>
                <a:gd name="connsiteX0" fmla="*/ 4163964 w 4163964"/>
                <a:gd name="connsiteY0" fmla="*/ 1020235 h 1085834"/>
                <a:gd name="connsiteX1" fmla="*/ 3585720 w 4163964"/>
                <a:gd name="connsiteY1" fmla="*/ 937 h 1085834"/>
                <a:gd name="connsiteX2" fmla="*/ 3325398 w 4163964"/>
                <a:gd name="connsiteY2" fmla="*/ 311686 h 1085834"/>
                <a:gd name="connsiteX3" fmla="*/ 2990473 w 4163964"/>
                <a:gd name="connsiteY3" fmla="*/ 678855 h 1085834"/>
                <a:gd name="connsiteX4" fmla="*/ 2514600 w 4163964"/>
                <a:gd name="connsiteY4" fmla="*/ 990584 h 1085834"/>
                <a:gd name="connsiteX5" fmla="*/ 0 w 4163964"/>
                <a:gd name="connsiteY5" fmla="*/ 1085834 h 108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085834">
                  <a:moveTo>
                    <a:pt x="4163964" y="1020235"/>
                  </a:moveTo>
                  <a:cubicBezTo>
                    <a:pt x="4001711" y="669262"/>
                    <a:pt x="3745926" y="-29087"/>
                    <a:pt x="3585720" y="937"/>
                  </a:cubicBezTo>
                  <a:cubicBezTo>
                    <a:pt x="3425514" y="30961"/>
                    <a:pt x="3424606" y="198700"/>
                    <a:pt x="3325398" y="311686"/>
                  </a:cubicBezTo>
                  <a:cubicBezTo>
                    <a:pt x="3226190" y="424672"/>
                    <a:pt x="3125606" y="565705"/>
                    <a:pt x="2990473" y="678855"/>
                  </a:cubicBezTo>
                  <a:cubicBezTo>
                    <a:pt x="2855340" y="792005"/>
                    <a:pt x="2665412" y="935022"/>
                    <a:pt x="2514600" y="990584"/>
                  </a:cubicBezTo>
                  <a:cubicBezTo>
                    <a:pt x="2363788" y="1046146"/>
                    <a:pt x="153194" y="1085040"/>
                    <a:pt x="0" y="108583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E563675D-3082-45D4-AD2D-4B50AA4412EE}"/>
                </a:ext>
              </a:extLst>
            </p:cNvPr>
            <p:cNvCxnSpPr/>
            <p:nvPr/>
          </p:nvCxnSpPr>
          <p:spPr>
            <a:xfrm flipV="1">
              <a:off x="4255612" y="5332087"/>
              <a:ext cx="93629" cy="74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28D6A8E4-A09B-484D-B962-DC7D7E94B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612" y="5626721"/>
              <a:ext cx="207802" cy="132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9CF12EF7-8C5F-47D7-A4A7-0268867CC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8935" y="5813078"/>
              <a:ext cx="327949" cy="980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6B9D8AF7-9E9C-4FD2-86E3-B3AA007182E5}"/>
                </a:ext>
              </a:extLst>
            </p:cNvPr>
            <p:cNvSpPr txBox="1"/>
            <p:nvPr/>
          </p:nvSpPr>
          <p:spPr>
            <a:xfrm>
              <a:off x="4394780" y="5217681"/>
              <a:ext cx="413708" cy="132036"/>
            </a:xfrm>
            <a:custGeom>
              <a:avLst/>
              <a:gdLst/>
              <a:ahLst/>
              <a:cxnLst/>
              <a:rect l="l" t="t" r="r" b="b"/>
              <a:pathLst>
                <a:path w="549660" h="175426">
                  <a:moveTo>
                    <a:pt x="175468" y="117663"/>
                  </a:moveTo>
                  <a:lnTo>
                    <a:pt x="330175" y="117663"/>
                  </a:lnTo>
                  <a:lnTo>
                    <a:pt x="330175" y="134364"/>
                  </a:lnTo>
                  <a:lnTo>
                    <a:pt x="175468" y="134364"/>
                  </a:lnTo>
                  <a:close/>
                  <a:moveTo>
                    <a:pt x="175468" y="65549"/>
                  </a:moveTo>
                  <a:lnTo>
                    <a:pt x="330175" y="65549"/>
                  </a:lnTo>
                  <a:lnTo>
                    <a:pt x="330175" y="82251"/>
                  </a:lnTo>
                  <a:lnTo>
                    <a:pt x="175468" y="82251"/>
                  </a:lnTo>
                  <a:close/>
                  <a:moveTo>
                    <a:pt x="34407" y="22352"/>
                  </a:moveTo>
                  <a:lnTo>
                    <a:pt x="51736" y="22352"/>
                  </a:lnTo>
                  <a:lnTo>
                    <a:pt x="44830" y="53369"/>
                  </a:lnTo>
                  <a:lnTo>
                    <a:pt x="83004" y="53369"/>
                  </a:lnTo>
                  <a:lnTo>
                    <a:pt x="80242" y="66052"/>
                  </a:lnTo>
                  <a:lnTo>
                    <a:pt x="42067" y="66052"/>
                  </a:lnTo>
                  <a:lnTo>
                    <a:pt x="30891" y="114774"/>
                  </a:lnTo>
                  <a:cubicBezTo>
                    <a:pt x="28715" y="124234"/>
                    <a:pt x="27333" y="131036"/>
                    <a:pt x="26747" y="135180"/>
                  </a:cubicBezTo>
                  <a:cubicBezTo>
                    <a:pt x="26161" y="139324"/>
                    <a:pt x="25868" y="142652"/>
                    <a:pt x="25868" y="145163"/>
                  </a:cubicBezTo>
                  <a:cubicBezTo>
                    <a:pt x="25868" y="155544"/>
                    <a:pt x="30180" y="160734"/>
                    <a:pt x="38802" y="160734"/>
                  </a:cubicBezTo>
                  <a:cubicBezTo>
                    <a:pt x="42486" y="160734"/>
                    <a:pt x="46400" y="159332"/>
                    <a:pt x="50544" y="156528"/>
                  </a:cubicBezTo>
                  <a:cubicBezTo>
                    <a:pt x="54687" y="153723"/>
                    <a:pt x="59606" y="148930"/>
                    <a:pt x="65298" y="142149"/>
                  </a:cubicBezTo>
                  <a:lnTo>
                    <a:pt x="72582" y="149684"/>
                  </a:lnTo>
                  <a:cubicBezTo>
                    <a:pt x="65298" y="158474"/>
                    <a:pt x="58287" y="164962"/>
                    <a:pt x="51548" y="169148"/>
                  </a:cubicBezTo>
                  <a:cubicBezTo>
                    <a:pt x="44809" y="173334"/>
                    <a:pt x="37756" y="175426"/>
                    <a:pt x="30389" y="175426"/>
                  </a:cubicBezTo>
                  <a:cubicBezTo>
                    <a:pt x="12893" y="175426"/>
                    <a:pt x="4144" y="166594"/>
                    <a:pt x="4144" y="148930"/>
                  </a:cubicBezTo>
                  <a:cubicBezTo>
                    <a:pt x="4144" y="143321"/>
                    <a:pt x="4856" y="137419"/>
                    <a:pt x="6279" y="131224"/>
                  </a:cubicBezTo>
                  <a:lnTo>
                    <a:pt x="21097" y="66052"/>
                  </a:lnTo>
                  <a:lnTo>
                    <a:pt x="0" y="66052"/>
                  </a:lnTo>
                  <a:lnTo>
                    <a:pt x="1884" y="57387"/>
                  </a:lnTo>
                  <a:cubicBezTo>
                    <a:pt x="6823" y="57303"/>
                    <a:pt x="10569" y="56927"/>
                    <a:pt x="13123" y="56257"/>
                  </a:cubicBezTo>
                  <a:cubicBezTo>
                    <a:pt x="15676" y="55587"/>
                    <a:pt x="17811" y="54666"/>
                    <a:pt x="19527" y="53494"/>
                  </a:cubicBezTo>
                  <a:cubicBezTo>
                    <a:pt x="21243" y="52322"/>
                    <a:pt x="22813" y="50648"/>
                    <a:pt x="24236" y="48471"/>
                  </a:cubicBezTo>
                  <a:cubicBezTo>
                    <a:pt x="25659" y="46295"/>
                    <a:pt x="27040" y="43511"/>
                    <a:pt x="28380" y="40121"/>
                  </a:cubicBezTo>
                  <a:cubicBezTo>
                    <a:pt x="29719" y="36730"/>
                    <a:pt x="31728" y="30807"/>
                    <a:pt x="34407" y="22352"/>
                  </a:cubicBezTo>
                  <a:close/>
                  <a:moveTo>
                    <a:pt x="494658" y="10674"/>
                  </a:moveTo>
                  <a:cubicBezTo>
                    <a:pt x="488882" y="10674"/>
                    <a:pt x="484047" y="12390"/>
                    <a:pt x="480155" y="15822"/>
                  </a:cubicBezTo>
                  <a:cubicBezTo>
                    <a:pt x="476262" y="19255"/>
                    <a:pt x="473122" y="24194"/>
                    <a:pt x="470736" y="30640"/>
                  </a:cubicBezTo>
                  <a:cubicBezTo>
                    <a:pt x="468351" y="37086"/>
                    <a:pt x="466655" y="44934"/>
                    <a:pt x="465651" y="54185"/>
                  </a:cubicBezTo>
                  <a:cubicBezTo>
                    <a:pt x="464646" y="63436"/>
                    <a:pt x="464144" y="73879"/>
                    <a:pt x="464144" y="85516"/>
                  </a:cubicBezTo>
                  <a:cubicBezTo>
                    <a:pt x="464144" y="112807"/>
                    <a:pt x="466676" y="132836"/>
                    <a:pt x="471741" y="145603"/>
                  </a:cubicBezTo>
                  <a:cubicBezTo>
                    <a:pt x="476806" y="158369"/>
                    <a:pt x="484654" y="164753"/>
                    <a:pt x="495286" y="164753"/>
                  </a:cubicBezTo>
                  <a:cubicBezTo>
                    <a:pt x="505416" y="164753"/>
                    <a:pt x="512929" y="158746"/>
                    <a:pt x="517827" y="146733"/>
                  </a:cubicBezTo>
                  <a:cubicBezTo>
                    <a:pt x="522724" y="134720"/>
                    <a:pt x="525173" y="116114"/>
                    <a:pt x="525173" y="90915"/>
                  </a:cubicBezTo>
                  <a:cubicBezTo>
                    <a:pt x="525173" y="71661"/>
                    <a:pt x="523917" y="56069"/>
                    <a:pt x="521406" y="44139"/>
                  </a:cubicBezTo>
                  <a:cubicBezTo>
                    <a:pt x="518894" y="32210"/>
                    <a:pt x="515399" y="23650"/>
                    <a:pt x="510920" y="18459"/>
                  </a:cubicBezTo>
                  <a:cubicBezTo>
                    <a:pt x="506441" y="13269"/>
                    <a:pt x="501021" y="10674"/>
                    <a:pt x="494658" y="10674"/>
                  </a:cubicBezTo>
                  <a:close/>
                  <a:moveTo>
                    <a:pt x="495286" y="0"/>
                  </a:moveTo>
                  <a:cubicBezTo>
                    <a:pt x="513620" y="0"/>
                    <a:pt x="527266" y="7074"/>
                    <a:pt x="536223" y="21222"/>
                  </a:cubicBezTo>
                  <a:cubicBezTo>
                    <a:pt x="545181" y="35370"/>
                    <a:pt x="549660" y="56759"/>
                    <a:pt x="549660" y="85390"/>
                  </a:cubicBezTo>
                  <a:cubicBezTo>
                    <a:pt x="549660" y="115025"/>
                    <a:pt x="544867" y="137440"/>
                    <a:pt x="535281" y="152635"/>
                  </a:cubicBezTo>
                  <a:cubicBezTo>
                    <a:pt x="525696" y="167829"/>
                    <a:pt x="511694" y="175426"/>
                    <a:pt x="493277" y="175426"/>
                  </a:cubicBezTo>
                  <a:cubicBezTo>
                    <a:pt x="475194" y="175426"/>
                    <a:pt x="461737" y="168311"/>
                    <a:pt x="452905" y="154079"/>
                  </a:cubicBezTo>
                  <a:cubicBezTo>
                    <a:pt x="444073" y="139847"/>
                    <a:pt x="439657" y="118249"/>
                    <a:pt x="439657" y="89283"/>
                  </a:cubicBezTo>
                  <a:cubicBezTo>
                    <a:pt x="439657" y="73879"/>
                    <a:pt x="441017" y="60568"/>
                    <a:pt x="443738" y="49350"/>
                  </a:cubicBezTo>
                  <a:cubicBezTo>
                    <a:pt x="446459" y="38132"/>
                    <a:pt x="450268" y="28861"/>
                    <a:pt x="455165" y="21536"/>
                  </a:cubicBezTo>
                  <a:cubicBezTo>
                    <a:pt x="460063" y="14211"/>
                    <a:pt x="465944" y="8790"/>
                    <a:pt x="472808" y="5274"/>
                  </a:cubicBezTo>
                  <a:cubicBezTo>
                    <a:pt x="479673" y="1758"/>
                    <a:pt x="487166" y="0"/>
                    <a:pt x="49528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2C39D4C6-E8D7-4B43-B82B-F084DFF6D8B4}"/>
                </a:ext>
              </a:extLst>
            </p:cNvPr>
            <p:cNvSpPr txBox="1"/>
            <p:nvPr/>
          </p:nvSpPr>
          <p:spPr>
            <a:xfrm>
              <a:off x="4634032" y="5502386"/>
              <a:ext cx="773179" cy="171079"/>
            </a:xfrm>
            <a:custGeom>
              <a:avLst/>
              <a:gdLst/>
              <a:ahLst/>
              <a:cxnLst/>
              <a:rect l="l" t="t" r="r" b="b"/>
              <a:pathLst>
                <a:path w="1011008" h="223702">
                  <a:moveTo>
                    <a:pt x="979661" y="127057"/>
                  </a:moveTo>
                  <a:cubicBezTo>
                    <a:pt x="985677" y="127057"/>
                    <a:pt x="991211" y="127429"/>
                    <a:pt x="996265" y="128174"/>
                  </a:cubicBezTo>
                  <a:cubicBezTo>
                    <a:pt x="1001319" y="128918"/>
                    <a:pt x="1006233" y="130003"/>
                    <a:pt x="1011008" y="131429"/>
                  </a:cubicBezTo>
                  <a:lnTo>
                    <a:pt x="1006544" y="152451"/>
                  </a:lnTo>
                  <a:lnTo>
                    <a:pt x="998265" y="152451"/>
                  </a:lnTo>
                  <a:cubicBezTo>
                    <a:pt x="997583" y="146870"/>
                    <a:pt x="995738" y="142746"/>
                    <a:pt x="992730" y="140080"/>
                  </a:cubicBezTo>
                  <a:cubicBezTo>
                    <a:pt x="989723" y="137413"/>
                    <a:pt x="985056" y="136080"/>
                    <a:pt x="978731" y="136080"/>
                  </a:cubicBezTo>
                  <a:cubicBezTo>
                    <a:pt x="976189" y="136080"/>
                    <a:pt x="973832" y="136421"/>
                    <a:pt x="971662" y="137103"/>
                  </a:cubicBezTo>
                  <a:cubicBezTo>
                    <a:pt x="969492" y="137785"/>
                    <a:pt x="967631" y="138731"/>
                    <a:pt x="966081" y="139940"/>
                  </a:cubicBezTo>
                  <a:cubicBezTo>
                    <a:pt x="964531" y="141149"/>
                    <a:pt x="963321" y="142591"/>
                    <a:pt x="962453" y="144266"/>
                  </a:cubicBezTo>
                  <a:cubicBezTo>
                    <a:pt x="961585" y="145940"/>
                    <a:pt x="961151" y="147769"/>
                    <a:pt x="961151" y="149754"/>
                  </a:cubicBezTo>
                  <a:cubicBezTo>
                    <a:pt x="961151" y="151552"/>
                    <a:pt x="961368" y="153195"/>
                    <a:pt x="961802" y="154684"/>
                  </a:cubicBezTo>
                  <a:cubicBezTo>
                    <a:pt x="962236" y="156172"/>
                    <a:pt x="963089" y="157629"/>
                    <a:pt x="964360" y="159055"/>
                  </a:cubicBezTo>
                  <a:cubicBezTo>
                    <a:pt x="965631" y="160482"/>
                    <a:pt x="967430" y="161970"/>
                    <a:pt x="969755" y="163520"/>
                  </a:cubicBezTo>
                  <a:cubicBezTo>
                    <a:pt x="972080" y="165070"/>
                    <a:pt x="975135" y="166838"/>
                    <a:pt x="978917" y="168822"/>
                  </a:cubicBezTo>
                  <a:cubicBezTo>
                    <a:pt x="982886" y="170992"/>
                    <a:pt x="986188" y="173070"/>
                    <a:pt x="988824" y="175054"/>
                  </a:cubicBezTo>
                  <a:cubicBezTo>
                    <a:pt x="991459" y="177039"/>
                    <a:pt x="993552" y="179054"/>
                    <a:pt x="995102" y="181100"/>
                  </a:cubicBezTo>
                  <a:cubicBezTo>
                    <a:pt x="996653" y="183147"/>
                    <a:pt x="997738" y="185333"/>
                    <a:pt x="998358" y="187658"/>
                  </a:cubicBezTo>
                  <a:cubicBezTo>
                    <a:pt x="998978" y="189983"/>
                    <a:pt x="999288" y="192572"/>
                    <a:pt x="999288" y="195425"/>
                  </a:cubicBezTo>
                  <a:cubicBezTo>
                    <a:pt x="999288" y="199828"/>
                    <a:pt x="998389" y="203781"/>
                    <a:pt x="996591" y="207285"/>
                  </a:cubicBezTo>
                  <a:cubicBezTo>
                    <a:pt x="994792" y="210788"/>
                    <a:pt x="992281" y="213749"/>
                    <a:pt x="989056" y="216168"/>
                  </a:cubicBezTo>
                  <a:cubicBezTo>
                    <a:pt x="985832" y="218586"/>
                    <a:pt x="982033" y="220447"/>
                    <a:pt x="977662" y="221749"/>
                  </a:cubicBezTo>
                  <a:cubicBezTo>
                    <a:pt x="973290" y="223051"/>
                    <a:pt x="968499" y="223702"/>
                    <a:pt x="963290" y="223702"/>
                  </a:cubicBezTo>
                  <a:cubicBezTo>
                    <a:pt x="957585" y="223702"/>
                    <a:pt x="951973" y="223330"/>
                    <a:pt x="946454" y="222586"/>
                  </a:cubicBezTo>
                  <a:cubicBezTo>
                    <a:pt x="940935" y="221842"/>
                    <a:pt x="935106" y="220571"/>
                    <a:pt x="928967" y="218772"/>
                  </a:cubicBezTo>
                  <a:lnTo>
                    <a:pt x="933804" y="197564"/>
                  </a:lnTo>
                  <a:lnTo>
                    <a:pt x="941896" y="197564"/>
                  </a:lnTo>
                  <a:cubicBezTo>
                    <a:pt x="942206" y="203331"/>
                    <a:pt x="944020" y="207657"/>
                    <a:pt x="947338" y="210540"/>
                  </a:cubicBezTo>
                  <a:cubicBezTo>
                    <a:pt x="950655" y="213424"/>
                    <a:pt x="955787" y="214866"/>
                    <a:pt x="962732" y="214866"/>
                  </a:cubicBezTo>
                  <a:cubicBezTo>
                    <a:pt x="968933" y="214866"/>
                    <a:pt x="973817" y="213532"/>
                    <a:pt x="977382" y="210866"/>
                  </a:cubicBezTo>
                  <a:cubicBezTo>
                    <a:pt x="980948" y="208199"/>
                    <a:pt x="982731" y="204479"/>
                    <a:pt x="982731" y="199704"/>
                  </a:cubicBezTo>
                  <a:cubicBezTo>
                    <a:pt x="982731" y="197533"/>
                    <a:pt x="982514" y="195658"/>
                    <a:pt x="982080" y="194076"/>
                  </a:cubicBezTo>
                  <a:cubicBezTo>
                    <a:pt x="981646" y="192495"/>
                    <a:pt x="980793" y="190991"/>
                    <a:pt x="979522" y="189565"/>
                  </a:cubicBezTo>
                  <a:cubicBezTo>
                    <a:pt x="978251" y="188139"/>
                    <a:pt x="976514" y="186666"/>
                    <a:pt x="974313" y="185147"/>
                  </a:cubicBezTo>
                  <a:cubicBezTo>
                    <a:pt x="972112" y="183627"/>
                    <a:pt x="969244" y="181875"/>
                    <a:pt x="965709" y="179891"/>
                  </a:cubicBezTo>
                  <a:cubicBezTo>
                    <a:pt x="962050" y="177845"/>
                    <a:pt x="958903" y="175829"/>
                    <a:pt x="956268" y="173845"/>
                  </a:cubicBezTo>
                  <a:cubicBezTo>
                    <a:pt x="953632" y="171861"/>
                    <a:pt x="951462" y="169845"/>
                    <a:pt x="949756" y="167799"/>
                  </a:cubicBezTo>
                  <a:cubicBezTo>
                    <a:pt x="948051" y="165753"/>
                    <a:pt x="946795" y="163613"/>
                    <a:pt x="945989" y="161381"/>
                  </a:cubicBezTo>
                  <a:cubicBezTo>
                    <a:pt x="945183" y="159148"/>
                    <a:pt x="944780" y="156761"/>
                    <a:pt x="944780" y="154218"/>
                  </a:cubicBezTo>
                  <a:cubicBezTo>
                    <a:pt x="944780" y="150312"/>
                    <a:pt x="945602" y="146700"/>
                    <a:pt x="947245" y="143382"/>
                  </a:cubicBezTo>
                  <a:cubicBezTo>
                    <a:pt x="948888" y="140064"/>
                    <a:pt x="951229" y="137196"/>
                    <a:pt x="954268" y="134778"/>
                  </a:cubicBezTo>
                  <a:cubicBezTo>
                    <a:pt x="957306" y="132359"/>
                    <a:pt x="960965" y="130468"/>
                    <a:pt x="965244" y="129104"/>
                  </a:cubicBezTo>
                  <a:cubicBezTo>
                    <a:pt x="969522" y="127739"/>
                    <a:pt x="974328" y="127057"/>
                    <a:pt x="979661" y="127057"/>
                  </a:cubicBezTo>
                  <a:close/>
                  <a:moveTo>
                    <a:pt x="56508" y="17706"/>
                  </a:moveTo>
                  <a:cubicBezTo>
                    <a:pt x="49393" y="17706"/>
                    <a:pt x="43616" y="19380"/>
                    <a:pt x="39179" y="22729"/>
                  </a:cubicBezTo>
                  <a:cubicBezTo>
                    <a:pt x="34742" y="26077"/>
                    <a:pt x="31247" y="30682"/>
                    <a:pt x="28694" y="36542"/>
                  </a:cubicBezTo>
                  <a:cubicBezTo>
                    <a:pt x="26141" y="42402"/>
                    <a:pt x="24403" y="49267"/>
                    <a:pt x="23483" y="57136"/>
                  </a:cubicBezTo>
                  <a:cubicBezTo>
                    <a:pt x="22562" y="65005"/>
                    <a:pt x="22101" y="73461"/>
                    <a:pt x="22101" y="82502"/>
                  </a:cubicBezTo>
                  <a:cubicBezTo>
                    <a:pt x="22101" y="94641"/>
                    <a:pt x="22729" y="104959"/>
                    <a:pt x="23985" y="113456"/>
                  </a:cubicBezTo>
                  <a:cubicBezTo>
                    <a:pt x="25241" y="121953"/>
                    <a:pt x="27229" y="128880"/>
                    <a:pt x="29950" y="134238"/>
                  </a:cubicBezTo>
                  <a:cubicBezTo>
                    <a:pt x="32670" y="139596"/>
                    <a:pt x="36145" y="143489"/>
                    <a:pt x="40372" y="145917"/>
                  </a:cubicBezTo>
                  <a:cubicBezTo>
                    <a:pt x="44600" y="148344"/>
                    <a:pt x="49728" y="149558"/>
                    <a:pt x="55755" y="149558"/>
                  </a:cubicBezTo>
                  <a:cubicBezTo>
                    <a:pt x="60443" y="149558"/>
                    <a:pt x="64566" y="148805"/>
                    <a:pt x="68124" y="147298"/>
                  </a:cubicBezTo>
                  <a:cubicBezTo>
                    <a:pt x="71682" y="145791"/>
                    <a:pt x="74738" y="143635"/>
                    <a:pt x="77291" y="140831"/>
                  </a:cubicBezTo>
                  <a:cubicBezTo>
                    <a:pt x="79844" y="138026"/>
                    <a:pt x="81958" y="134657"/>
                    <a:pt x="83632" y="130722"/>
                  </a:cubicBezTo>
                  <a:cubicBezTo>
                    <a:pt x="85307" y="126788"/>
                    <a:pt x="86646" y="122434"/>
                    <a:pt x="87651" y="117663"/>
                  </a:cubicBezTo>
                  <a:cubicBezTo>
                    <a:pt x="88655" y="112891"/>
                    <a:pt x="89346" y="107721"/>
                    <a:pt x="89723" y="102154"/>
                  </a:cubicBezTo>
                  <a:cubicBezTo>
                    <a:pt x="90099" y="96587"/>
                    <a:pt x="90288" y="90790"/>
                    <a:pt x="90288" y="84762"/>
                  </a:cubicBezTo>
                  <a:cubicBezTo>
                    <a:pt x="90288" y="76642"/>
                    <a:pt x="89995" y="69358"/>
                    <a:pt x="89409" y="62912"/>
                  </a:cubicBezTo>
                  <a:cubicBezTo>
                    <a:pt x="88823" y="56466"/>
                    <a:pt x="87965" y="50774"/>
                    <a:pt x="86835" y="45834"/>
                  </a:cubicBezTo>
                  <a:cubicBezTo>
                    <a:pt x="85704" y="40895"/>
                    <a:pt x="84239" y="36647"/>
                    <a:pt x="82439" y="33089"/>
                  </a:cubicBezTo>
                  <a:cubicBezTo>
                    <a:pt x="80640" y="29531"/>
                    <a:pt x="78484" y="26601"/>
                    <a:pt x="75972" y="24298"/>
                  </a:cubicBezTo>
                  <a:cubicBezTo>
                    <a:pt x="73461" y="21996"/>
                    <a:pt x="70594" y="20322"/>
                    <a:pt x="67371" y="19276"/>
                  </a:cubicBezTo>
                  <a:cubicBezTo>
                    <a:pt x="64148" y="18229"/>
                    <a:pt x="60527" y="17706"/>
                    <a:pt x="56508" y="17706"/>
                  </a:cubicBezTo>
                  <a:close/>
                  <a:moveTo>
                    <a:pt x="868733" y="13813"/>
                  </a:moveTo>
                  <a:lnTo>
                    <a:pt x="886062" y="13813"/>
                  </a:lnTo>
                  <a:lnTo>
                    <a:pt x="879156" y="44830"/>
                  </a:lnTo>
                  <a:lnTo>
                    <a:pt x="917330" y="44830"/>
                  </a:lnTo>
                  <a:lnTo>
                    <a:pt x="914568" y="57513"/>
                  </a:lnTo>
                  <a:lnTo>
                    <a:pt x="876393" y="57513"/>
                  </a:lnTo>
                  <a:lnTo>
                    <a:pt x="865217" y="106235"/>
                  </a:lnTo>
                  <a:cubicBezTo>
                    <a:pt x="863041" y="115695"/>
                    <a:pt x="861659" y="122497"/>
                    <a:pt x="861073" y="126641"/>
                  </a:cubicBezTo>
                  <a:cubicBezTo>
                    <a:pt x="860487" y="130785"/>
                    <a:pt x="860194" y="134113"/>
                    <a:pt x="860194" y="136624"/>
                  </a:cubicBezTo>
                  <a:cubicBezTo>
                    <a:pt x="860194" y="147005"/>
                    <a:pt x="864506" y="152195"/>
                    <a:pt x="873128" y="152195"/>
                  </a:cubicBezTo>
                  <a:cubicBezTo>
                    <a:pt x="876812" y="152195"/>
                    <a:pt x="880726" y="150793"/>
                    <a:pt x="884870" y="147989"/>
                  </a:cubicBezTo>
                  <a:cubicBezTo>
                    <a:pt x="889014" y="145184"/>
                    <a:pt x="893932" y="140391"/>
                    <a:pt x="899624" y="133610"/>
                  </a:cubicBezTo>
                  <a:lnTo>
                    <a:pt x="906908" y="141145"/>
                  </a:lnTo>
                  <a:cubicBezTo>
                    <a:pt x="899624" y="149935"/>
                    <a:pt x="892613" y="156423"/>
                    <a:pt x="885874" y="160609"/>
                  </a:cubicBezTo>
                  <a:cubicBezTo>
                    <a:pt x="879135" y="164795"/>
                    <a:pt x="872082" y="166887"/>
                    <a:pt x="864715" y="166887"/>
                  </a:cubicBezTo>
                  <a:cubicBezTo>
                    <a:pt x="847218" y="166887"/>
                    <a:pt x="838470" y="158055"/>
                    <a:pt x="838470" y="140391"/>
                  </a:cubicBezTo>
                  <a:cubicBezTo>
                    <a:pt x="838470" y="134782"/>
                    <a:pt x="839182" y="128880"/>
                    <a:pt x="840605" y="122685"/>
                  </a:cubicBezTo>
                  <a:lnTo>
                    <a:pt x="855422" y="57513"/>
                  </a:lnTo>
                  <a:lnTo>
                    <a:pt x="834326" y="57513"/>
                  </a:lnTo>
                  <a:lnTo>
                    <a:pt x="836210" y="48848"/>
                  </a:lnTo>
                  <a:cubicBezTo>
                    <a:pt x="841149" y="48764"/>
                    <a:pt x="844895" y="48388"/>
                    <a:pt x="847449" y="47718"/>
                  </a:cubicBezTo>
                  <a:cubicBezTo>
                    <a:pt x="850002" y="47048"/>
                    <a:pt x="852137" y="46127"/>
                    <a:pt x="853853" y="44955"/>
                  </a:cubicBezTo>
                  <a:cubicBezTo>
                    <a:pt x="855569" y="43783"/>
                    <a:pt x="857139" y="42109"/>
                    <a:pt x="858562" y="39932"/>
                  </a:cubicBezTo>
                  <a:cubicBezTo>
                    <a:pt x="859985" y="37756"/>
                    <a:pt x="861366" y="34972"/>
                    <a:pt x="862706" y="31582"/>
                  </a:cubicBezTo>
                  <a:cubicBezTo>
                    <a:pt x="864045" y="28191"/>
                    <a:pt x="866054" y="22268"/>
                    <a:pt x="868733" y="13813"/>
                  </a:cubicBezTo>
                  <a:close/>
                  <a:moveTo>
                    <a:pt x="430583" y="13813"/>
                  </a:moveTo>
                  <a:lnTo>
                    <a:pt x="447912" y="13813"/>
                  </a:lnTo>
                  <a:lnTo>
                    <a:pt x="441006" y="44830"/>
                  </a:lnTo>
                  <a:lnTo>
                    <a:pt x="479180" y="44830"/>
                  </a:lnTo>
                  <a:lnTo>
                    <a:pt x="476418" y="57513"/>
                  </a:lnTo>
                  <a:lnTo>
                    <a:pt x="438243" y="57513"/>
                  </a:lnTo>
                  <a:lnTo>
                    <a:pt x="427067" y="106235"/>
                  </a:lnTo>
                  <a:cubicBezTo>
                    <a:pt x="424891" y="115695"/>
                    <a:pt x="423509" y="122497"/>
                    <a:pt x="422923" y="126641"/>
                  </a:cubicBezTo>
                  <a:cubicBezTo>
                    <a:pt x="422337" y="130785"/>
                    <a:pt x="422044" y="134113"/>
                    <a:pt x="422044" y="136624"/>
                  </a:cubicBezTo>
                  <a:cubicBezTo>
                    <a:pt x="422044" y="147005"/>
                    <a:pt x="426356" y="152195"/>
                    <a:pt x="434978" y="152195"/>
                  </a:cubicBezTo>
                  <a:cubicBezTo>
                    <a:pt x="438662" y="152195"/>
                    <a:pt x="442576" y="150793"/>
                    <a:pt x="446720" y="147989"/>
                  </a:cubicBezTo>
                  <a:cubicBezTo>
                    <a:pt x="450864" y="145184"/>
                    <a:pt x="455782" y="140391"/>
                    <a:pt x="461474" y="133610"/>
                  </a:cubicBezTo>
                  <a:lnTo>
                    <a:pt x="468758" y="141145"/>
                  </a:lnTo>
                  <a:cubicBezTo>
                    <a:pt x="461474" y="149935"/>
                    <a:pt x="454463" y="156423"/>
                    <a:pt x="447724" y="160609"/>
                  </a:cubicBezTo>
                  <a:cubicBezTo>
                    <a:pt x="440985" y="164795"/>
                    <a:pt x="433932" y="166887"/>
                    <a:pt x="426565" y="166887"/>
                  </a:cubicBezTo>
                  <a:cubicBezTo>
                    <a:pt x="409068" y="166887"/>
                    <a:pt x="400320" y="158055"/>
                    <a:pt x="400320" y="140391"/>
                  </a:cubicBezTo>
                  <a:cubicBezTo>
                    <a:pt x="400320" y="134782"/>
                    <a:pt x="401032" y="128880"/>
                    <a:pt x="402455" y="122685"/>
                  </a:cubicBezTo>
                  <a:lnTo>
                    <a:pt x="417272" y="57513"/>
                  </a:lnTo>
                  <a:lnTo>
                    <a:pt x="396176" y="57513"/>
                  </a:lnTo>
                  <a:lnTo>
                    <a:pt x="398060" y="48848"/>
                  </a:lnTo>
                  <a:cubicBezTo>
                    <a:pt x="402999" y="48764"/>
                    <a:pt x="406745" y="48388"/>
                    <a:pt x="409299" y="47718"/>
                  </a:cubicBezTo>
                  <a:cubicBezTo>
                    <a:pt x="411852" y="47048"/>
                    <a:pt x="413987" y="46127"/>
                    <a:pt x="415703" y="44955"/>
                  </a:cubicBezTo>
                  <a:cubicBezTo>
                    <a:pt x="417419" y="43783"/>
                    <a:pt x="418989" y="42109"/>
                    <a:pt x="420412" y="39932"/>
                  </a:cubicBezTo>
                  <a:cubicBezTo>
                    <a:pt x="421835" y="37756"/>
                    <a:pt x="423216" y="34972"/>
                    <a:pt x="424556" y="31582"/>
                  </a:cubicBezTo>
                  <a:cubicBezTo>
                    <a:pt x="425895" y="28191"/>
                    <a:pt x="427904" y="22268"/>
                    <a:pt x="430583" y="13813"/>
                  </a:cubicBezTo>
                  <a:close/>
                  <a:moveTo>
                    <a:pt x="726854" y="13436"/>
                  </a:moveTo>
                  <a:lnTo>
                    <a:pt x="726854" y="32272"/>
                  </a:lnTo>
                  <a:lnTo>
                    <a:pt x="590481" y="91418"/>
                  </a:lnTo>
                  <a:lnTo>
                    <a:pt x="726854" y="150563"/>
                  </a:lnTo>
                  <a:lnTo>
                    <a:pt x="726854" y="169399"/>
                  </a:lnTo>
                  <a:lnTo>
                    <a:pt x="571644" y="100208"/>
                  </a:lnTo>
                  <a:lnTo>
                    <a:pt x="571644" y="82627"/>
                  </a:lnTo>
                  <a:close/>
                  <a:moveTo>
                    <a:pt x="298229" y="13436"/>
                  </a:moveTo>
                  <a:lnTo>
                    <a:pt x="298229" y="32272"/>
                  </a:lnTo>
                  <a:lnTo>
                    <a:pt x="161856" y="91418"/>
                  </a:lnTo>
                  <a:lnTo>
                    <a:pt x="298229" y="150563"/>
                  </a:lnTo>
                  <a:lnTo>
                    <a:pt x="298229" y="169399"/>
                  </a:lnTo>
                  <a:lnTo>
                    <a:pt x="143019" y="100208"/>
                  </a:lnTo>
                  <a:lnTo>
                    <a:pt x="143019" y="82627"/>
                  </a:lnTo>
                  <a:close/>
                  <a:moveTo>
                    <a:pt x="57764" y="0"/>
                  </a:moveTo>
                  <a:cubicBezTo>
                    <a:pt x="68061" y="0"/>
                    <a:pt x="76705" y="1821"/>
                    <a:pt x="83695" y="5462"/>
                  </a:cubicBezTo>
                  <a:cubicBezTo>
                    <a:pt x="90685" y="9104"/>
                    <a:pt x="96315" y="14462"/>
                    <a:pt x="100585" y="21536"/>
                  </a:cubicBezTo>
                  <a:cubicBezTo>
                    <a:pt x="104854" y="28610"/>
                    <a:pt x="107889" y="37316"/>
                    <a:pt x="109689" y="47655"/>
                  </a:cubicBezTo>
                  <a:cubicBezTo>
                    <a:pt x="111489" y="57994"/>
                    <a:pt x="112389" y="69861"/>
                    <a:pt x="112389" y="83255"/>
                  </a:cubicBezTo>
                  <a:cubicBezTo>
                    <a:pt x="112389" y="95729"/>
                    <a:pt x="111405" y="107114"/>
                    <a:pt x="109438" y="117411"/>
                  </a:cubicBezTo>
                  <a:cubicBezTo>
                    <a:pt x="107470" y="127708"/>
                    <a:pt x="104206" y="136561"/>
                    <a:pt x="99643" y="143970"/>
                  </a:cubicBezTo>
                  <a:cubicBezTo>
                    <a:pt x="95081" y="151379"/>
                    <a:pt x="89116" y="157114"/>
                    <a:pt x="81749" y="161174"/>
                  </a:cubicBezTo>
                  <a:cubicBezTo>
                    <a:pt x="74382" y="165234"/>
                    <a:pt x="65299" y="167264"/>
                    <a:pt x="54499" y="167264"/>
                  </a:cubicBezTo>
                  <a:cubicBezTo>
                    <a:pt x="44286" y="167264"/>
                    <a:pt x="35684" y="165443"/>
                    <a:pt x="28694" y="161802"/>
                  </a:cubicBezTo>
                  <a:cubicBezTo>
                    <a:pt x="21704" y="158160"/>
                    <a:pt x="16074" y="152802"/>
                    <a:pt x="11804" y="145728"/>
                  </a:cubicBezTo>
                  <a:cubicBezTo>
                    <a:pt x="7535" y="138654"/>
                    <a:pt x="4500" y="129948"/>
                    <a:pt x="2700" y="119609"/>
                  </a:cubicBezTo>
                  <a:cubicBezTo>
                    <a:pt x="900" y="109270"/>
                    <a:pt x="0" y="97403"/>
                    <a:pt x="0" y="84009"/>
                  </a:cubicBezTo>
                  <a:cubicBezTo>
                    <a:pt x="0" y="71619"/>
                    <a:pt x="1005" y="60254"/>
                    <a:pt x="3014" y="49915"/>
                  </a:cubicBezTo>
                  <a:cubicBezTo>
                    <a:pt x="5023" y="39577"/>
                    <a:pt x="8288" y="30703"/>
                    <a:pt x="12809" y="23294"/>
                  </a:cubicBezTo>
                  <a:cubicBezTo>
                    <a:pt x="17329" y="15885"/>
                    <a:pt x="23273" y="10150"/>
                    <a:pt x="30640" y="6090"/>
                  </a:cubicBezTo>
                  <a:cubicBezTo>
                    <a:pt x="38007" y="2030"/>
                    <a:pt x="47049" y="0"/>
                    <a:pt x="5776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4A2750EF-F2F4-42D4-820A-D2199B731D71}"/>
                </a:ext>
              </a:extLst>
            </p:cNvPr>
            <p:cNvSpPr txBox="1"/>
            <p:nvPr/>
          </p:nvSpPr>
          <p:spPr>
            <a:xfrm>
              <a:off x="4852212" y="5726035"/>
              <a:ext cx="472197" cy="161197"/>
            </a:xfrm>
            <a:custGeom>
              <a:avLst/>
              <a:gdLst/>
              <a:ahLst/>
              <a:cxnLst/>
              <a:rect l="l" t="t" r="r" b="b"/>
              <a:pathLst>
                <a:path w="614832" h="209889">
                  <a:moveTo>
                    <a:pt x="583485" y="113244"/>
                  </a:moveTo>
                  <a:cubicBezTo>
                    <a:pt x="589501" y="113244"/>
                    <a:pt x="595035" y="113616"/>
                    <a:pt x="600089" y="114360"/>
                  </a:cubicBezTo>
                  <a:cubicBezTo>
                    <a:pt x="605143" y="115104"/>
                    <a:pt x="610057" y="116190"/>
                    <a:pt x="614832" y="117616"/>
                  </a:cubicBezTo>
                  <a:lnTo>
                    <a:pt x="610367" y="138638"/>
                  </a:lnTo>
                  <a:lnTo>
                    <a:pt x="602089" y="138638"/>
                  </a:lnTo>
                  <a:cubicBezTo>
                    <a:pt x="601407" y="133057"/>
                    <a:pt x="599562" y="128933"/>
                    <a:pt x="596554" y="126267"/>
                  </a:cubicBezTo>
                  <a:cubicBezTo>
                    <a:pt x="593547" y="123600"/>
                    <a:pt x="588880" y="122267"/>
                    <a:pt x="582555" y="122267"/>
                  </a:cubicBezTo>
                  <a:cubicBezTo>
                    <a:pt x="580013" y="122267"/>
                    <a:pt x="577656" y="122608"/>
                    <a:pt x="575486" y="123290"/>
                  </a:cubicBezTo>
                  <a:cubicBezTo>
                    <a:pt x="573316" y="123972"/>
                    <a:pt x="571455" y="124918"/>
                    <a:pt x="569905" y="126127"/>
                  </a:cubicBezTo>
                  <a:cubicBezTo>
                    <a:pt x="568355" y="127336"/>
                    <a:pt x="567145" y="128778"/>
                    <a:pt x="566277" y="130452"/>
                  </a:cubicBezTo>
                  <a:cubicBezTo>
                    <a:pt x="565409" y="132127"/>
                    <a:pt x="564975" y="133956"/>
                    <a:pt x="564975" y="135940"/>
                  </a:cubicBezTo>
                  <a:cubicBezTo>
                    <a:pt x="564975" y="137739"/>
                    <a:pt x="565192" y="139382"/>
                    <a:pt x="565626" y="140870"/>
                  </a:cubicBezTo>
                  <a:cubicBezTo>
                    <a:pt x="566060" y="142359"/>
                    <a:pt x="566913" y="143816"/>
                    <a:pt x="568184" y="145242"/>
                  </a:cubicBezTo>
                  <a:cubicBezTo>
                    <a:pt x="569455" y="146668"/>
                    <a:pt x="571254" y="148157"/>
                    <a:pt x="573579" y="149707"/>
                  </a:cubicBezTo>
                  <a:cubicBezTo>
                    <a:pt x="575905" y="151257"/>
                    <a:pt x="578959" y="153025"/>
                    <a:pt x="582741" y="155009"/>
                  </a:cubicBezTo>
                  <a:cubicBezTo>
                    <a:pt x="586710" y="157179"/>
                    <a:pt x="590012" y="159257"/>
                    <a:pt x="592648" y="161241"/>
                  </a:cubicBezTo>
                  <a:cubicBezTo>
                    <a:pt x="595283" y="163226"/>
                    <a:pt x="597376" y="165241"/>
                    <a:pt x="598926" y="167287"/>
                  </a:cubicBezTo>
                  <a:cubicBezTo>
                    <a:pt x="600477" y="169334"/>
                    <a:pt x="601562" y="171520"/>
                    <a:pt x="602182" y="173845"/>
                  </a:cubicBezTo>
                  <a:cubicBezTo>
                    <a:pt x="602802" y="176170"/>
                    <a:pt x="603112" y="178759"/>
                    <a:pt x="603112" y="181612"/>
                  </a:cubicBezTo>
                  <a:cubicBezTo>
                    <a:pt x="603112" y="186015"/>
                    <a:pt x="602213" y="189968"/>
                    <a:pt x="600415" y="193472"/>
                  </a:cubicBezTo>
                  <a:cubicBezTo>
                    <a:pt x="598616" y="196975"/>
                    <a:pt x="596105" y="199936"/>
                    <a:pt x="592880" y="202355"/>
                  </a:cubicBezTo>
                  <a:cubicBezTo>
                    <a:pt x="589656" y="204773"/>
                    <a:pt x="585857" y="206634"/>
                    <a:pt x="581486" y="207936"/>
                  </a:cubicBezTo>
                  <a:cubicBezTo>
                    <a:pt x="577114" y="209238"/>
                    <a:pt x="572323" y="209889"/>
                    <a:pt x="567114" y="209889"/>
                  </a:cubicBezTo>
                  <a:cubicBezTo>
                    <a:pt x="561409" y="209889"/>
                    <a:pt x="555797" y="209517"/>
                    <a:pt x="550278" y="208773"/>
                  </a:cubicBezTo>
                  <a:cubicBezTo>
                    <a:pt x="544759" y="208029"/>
                    <a:pt x="538930" y="206758"/>
                    <a:pt x="532791" y="204959"/>
                  </a:cubicBezTo>
                  <a:lnTo>
                    <a:pt x="537628" y="183751"/>
                  </a:lnTo>
                  <a:lnTo>
                    <a:pt x="545720" y="183751"/>
                  </a:lnTo>
                  <a:cubicBezTo>
                    <a:pt x="546030" y="189518"/>
                    <a:pt x="547844" y="193844"/>
                    <a:pt x="551162" y="196727"/>
                  </a:cubicBezTo>
                  <a:cubicBezTo>
                    <a:pt x="554479" y="199611"/>
                    <a:pt x="559611" y="201053"/>
                    <a:pt x="566556" y="201053"/>
                  </a:cubicBezTo>
                  <a:cubicBezTo>
                    <a:pt x="572757" y="201053"/>
                    <a:pt x="577641" y="199719"/>
                    <a:pt x="581207" y="197053"/>
                  </a:cubicBezTo>
                  <a:cubicBezTo>
                    <a:pt x="584772" y="194386"/>
                    <a:pt x="586555" y="190666"/>
                    <a:pt x="586555" y="185891"/>
                  </a:cubicBezTo>
                  <a:cubicBezTo>
                    <a:pt x="586555" y="183720"/>
                    <a:pt x="586338" y="181845"/>
                    <a:pt x="585904" y="180263"/>
                  </a:cubicBezTo>
                  <a:cubicBezTo>
                    <a:pt x="585470" y="178682"/>
                    <a:pt x="584617" y="177178"/>
                    <a:pt x="583346" y="175752"/>
                  </a:cubicBezTo>
                  <a:cubicBezTo>
                    <a:pt x="582075" y="174326"/>
                    <a:pt x="580338" y="172853"/>
                    <a:pt x="578137" y="171334"/>
                  </a:cubicBezTo>
                  <a:cubicBezTo>
                    <a:pt x="575935" y="169814"/>
                    <a:pt x="573067" y="168062"/>
                    <a:pt x="569533" y="166078"/>
                  </a:cubicBezTo>
                  <a:cubicBezTo>
                    <a:pt x="565874" y="164032"/>
                    <a:pt x="562727" y="162016"/>
                    <a:pt x="560091" y="160032"/>
                  </a:cubicBezTo>
                  <a:cubicBezTo>
                    <a:pt x="557456" y="158048"/>
                    <a:pt x="555286" y="156032"/>
                    <a:pt x="553580" y="153986"/>
                  </a:cubicBezTo>
                  <a:cubicBezTo>
                    <a:pt x="551875" y="151939"/>
                    <a:pt x="550619" y="149800"/>
                    <a:pt x="549813" y="147568"/>
                  </a:cubicBezTo>
                  <a:cubicBezTo>
                    <a:pt x="549007" y="145335"/>
                    <a:pt x="548604" y="142948"/>
                    <a:pt x="548604" y="140405"/>
                  </a:cubicBezTo>
                  <a:cubicBezTo>
                    <a:pt x="548604" y="136498"/>
                    <a:pt x="549425" y="132886"/>
                    <a:pt x="551069" y="129569"/>
                  </a:cubicBezTo>
                  <a:cubicBezTo>
                    <a:pt x="552712" y="126251"/>
                    <a:pt x="555053" y="123383"/>
                    <a:pt x="558092" y="120965"/>
                  </a:cubicBezTo>
                  <a:cubicBezTo>
                    <a:pt x="561130" y="118546"/>
                    <a:pt x="564789" y="116655"/>
                    <a:pt x="569068" y="115290"/>
                  </a:cubicBezTo>
                  <a:cubicBezTo>
                    <a:pt x="573347" y="113926"/>
                    <a:pt x="578152" y="113244"/>
                    <a:pt x="583485" y="113244"/>
                  </a:cubicBezTo>
                  <a:close/>
                  <a:moveTo>
                    <a:pt x="184993" y="95310"/>
                  </a:moveTo>
                  <a:lnTo>
                    <a:pt x="339700" y="95310"/>
                  </a:lnTo>
                  <a:lnTo>
                    <a:pt x="339700" y="112012"/>
                  </a:lnTo>
                  <a:lnTo>
                    <a:pt x="184993" y="112012"/>
                  </a:lnTo>
                  <a:close/>
                  <a:moveTo>
                    <a:pt x="184993" y="43197"/>
                  </a:moveTo>
                  <a:lnTo>
                    <a:pt x="339700" y="43197"/>
                  </a:lnTo>
                  <a:lnTo>
                    <a:pt x="339700" y="59898"/>
                  </a:lnTo>
                  <a:lnTo>
                    <a:pt x="184993" y="59898"/>
                  </a:lnTo>
                  <a:close/>
                  <a:moveTo>
                    <a:pt x="472557" y="0"/>
                  </a:moveTo>
                  <a:lnTo>
                    <a:pt x="489887" y="0"/>
                  </a:lnTo>
                  <a:lnTo>
                    <a:pt x="482980" y="31017"/>
                  </a:lnTo>
                  <a:lnTo>
                    <a:pt x="521154" y="31017"/>
                  </a:lnTo>
                  <a:lnTo>
                    <a:pt x="518392" y="43699"/>
                  </a:lnTo>
                  <a:lnTo>
                    <a:pt x="480217" y="43699"/>
                  </a:lnTo>
                  <a:lnTo>
                    <a:pt x="469041" y="92422"/>
                  </a:lnTo>
                  <a:cubicBezTo>
                    <a:pt x="466865" y="101882"/>
                    <a:pt x="465483" y="108684"/>
                    <a:pt x="464897" y="112828"/>
                  </a:cubicBezTo>
                  <a:cubicBezTo>
                    <a:pt x="464311" y="116972"/>
                    <a:pt x="464018" y="120299"/>
                    <a:pt x="464018" y="122811"/>
                  </a:cubicBezTo>
                  <a:cubicBezTo>
                    <a:pt x="464018" y="133192"/>
                    <a:pt x="468330" y="138382"/>
                    <a:pt x="476952" y="138382"/>
                  </a:cubicBezTo>
                  <a:cubicBezTo>
                    <a:pt x="480636" y="138382"/>
                    <a:pt x="484550" y="136980"/>
                    <a:pt x="488694" y="134175"/>
                  </a:cubicBezTo>
                  <a:cubicBezTo>
                    <a:pt x="492837" y="131371"/>
                    <a:pt x="497756" y="126578"/>
                    <a:pt x="503448" y="119797"/>
                  </a:cubicBezTo>
                  <a:lnTo>
                    <a:pt x="510732" y="127332"/>
                  </a:lnTo>
                  <a:cubicBezTo>
                    <a:pt x="503448" y="136122"/>
                    <a:pt x="496437" y="142610"/>
                    <a:pt x="489698" y="146796"/>
                  </a:cubicBezTo>
                  <a:cubicBezTo>
                    <a:pt x="482959" y="150981"/>
                    <a:pt x="475906" y="153074"/>
                    <a:pt x="468539" y="153074"/>
                  </a:cubicBezTo>
                  <a:cubicBezTo>
                    <a:pt x="451042" y="153074"/>
                    <a:pt x="442294" y="144242"/>
                    <a:pt x="442294" y="126578"/>
                  </a:cubicBezTo>
                  <a:cubicBezTo>
                    <a:pt x="442294" y="120969"/>
                    <a:pt x="443006" y="115067"/>
                    <a:pt x="444429" y="108872"/>
                  </a:cubicBezTo>
                  <a:lnTo>
                    <a:pt x="459247" y="43699"/>
                  </a:lnTo>
                  <a:lnTo>
                    <a:pt x="438150" y="43699"/>
                  </a:lnTo>
                  <a:lnTo>
                    <a:pt x="440034" y="35035"/>
                  </a:lnTo>
                  <a:cubicBezTo>
                    <a:pt x="444973" y="34951"/>
                    <a:pt x="448719" y="34574"/>
                    <a:pt x="451273" y="33905"/>
                  </a:cubicBezTo>
                  <a:cubicBezTo>
                    <a:pt x="453826" y="33235"/>
                    <a:pt x="455961" y="32314"/>
                    <a:pt x="457677" y="31142"/>
                  </a:cubicBezTo>
                  <a:cubicBezTo>
                    <a:pt x="459393" y="29970"/>
                    <a:pt x="460963" y="28296"/>
                    <a:pt x="462386" y="26119"/>
                  </a:cubicBezTo>
                  <a:cubicBezTo>
                    <a:pt x="463809" y="23943"/>
                    <a:pt x="465190" y="21159"/>
                    <a:pt x="466530" y="17768"/>
                  </a:cubicBezTo>
                  <a:cubicBezTo>
                    <a:pt x="467869" y="14378"/>
                    <a:pt x="469878" y="8455"/>
                    <a:pt x="472557" y="0"/>
                  </a:cubicBezTo>
                  <a:close/>
                  <a:moveTo>
                    <a:pt x="34407" y="0"/>
                  </a:moveTo>
                  <a:lnTo>
                    <a:pt x="51737" y="0"/>
                  </a:lnTo>
                  <a:lnTo>
                    <a:pt x="44830" y="31017"/>
                  </a:lnTo>
                  <a:lnTo>
                    <a:pt x="83004" y="31017"/>
                  </a:lnTo>
                  <a:lnTo>
                    <a:pt x="80242" y="43699"/>
                  </a:lnTo>
                  <a:lnTo>
                    <a:pt x="42067" y="43699"/>
                  </a:lnTo>
                  <a:lnTo>
                    <a:pt x="30891" y="92422"/>
                  </a:lnTo>
                  <a:cubicBezTo>
                    <a:pt x="28715" y="101882"/>
                    <a:pt x="27333" y="108684"/>
                    <a:pt x="26747" y="112828"/>
                  </a:cubicBezTo>
                  <a:cubicBezTo>
                    <a:pt x="26161" y="116972"/>
                    <a:pt x="25868" y="120299"/>
                    <a:pt x="25868" y="122811"/>
                  </a:cubicBezTo>
                  <a:cubicBezTo>
                    <a:pt x="25868" y="133192"/>
                    <a:pt x="30180" y="138382"/>
                    <a:pt x="38802" y="138382"/>
                  </a:cubicBezTo>
                  <a:cubicBezTo>
                    <a:pt x="42486" y="138382"/>
                    <a:pt x="46400" y="136980"/>
                    <a:pt x="50544" y="134175"/>
                  </a:cubicBezTo>
                  <a:cubicBezTo>
                    <a:pt x="54687" y="131371"/>
                    <a:pt x="59606" y="126578"/>
                    <a:pt x="65298" y="119797"/>
                  </a:cubicBezTo>
                  <a:lnTo>
                    <a:pt x="72582" y="127332"/>
                  </a:lnTo>
                  <a:cubicBezTo>
                    <a:pt x="65298" y="136122"/>
                    <a:pt x="58287" y="142610"/>
                    <a:pt x="51548" y="146796"/>
                  </a:cubicBezTo>
                  <a:cubicBezTo>
                    <a:pt x="44809" y="150981"/>
                    <a:pt x="37756" y="153074"/>
                    <a:pt x="30389" y="153074"/>
                  </a:cubicBezTo>
                  <a:cubicBezTo>
                    <a:pt x="12892" y="153074"/>
                    <a:pt x="4144" y="144242"/>
                    <a:pt x="4144" y="126578"/>
                  </a:cubicBezTo>
                  <a:cubicBezTo>
                    <a:pt x="4144" y="120969"/>
                    <a:pt x="4856" y="115067"/>
                    <a:pt x="6279" y="108872"/>
                  </a:cubicBezTo>
                  <a:lnTo>
                    <a:pt x="21097" y="43699"/>
                  </a:lnTo>
                  <a:lnTo>
                    <a:pt x="0" y="43699"/>
                  </a:lnTo>
                  <a:lnTo>
                    <a:pt x="1884" y="35035"/>
                  </a:lnTo>
                  <a:cubicBezTo>
                    <a:pt x="6823" y="34951"/>
                    <a:pt x="10569" y="34574"/>
                    <a:pt x="13123" y="33905"/>
                  </a:cubicBezTo>
                  <a:cubicBezTo>
                    <a:pt x="15676" y="33235"/>
                    <a:pt x="17811" y="32314"/>
                    <a:pt x="19527" y="31142"/>
                  </a:cubicBezTo>
                  <a:cubicBezTo>
                    <a:pt x="21243" y="29970"/>
                    <a:pt x="22813" y="28296"/>
                    <a:pt x="24236" y="26119"/>
                  </a:cubicBezTo>
                  <a:cubicBezTo>
                    <a:pt x="25659" y="23943"/>
                    <a:pt x="27040" y="21159"/>
                    <a:pt x="28380" y="17768"/>
                  </a:cubicBezTo>
                  <a:cubicBezTo>
                    <a:pt x="29719" y="14378"/>
                    <a:pt x="31728" y="8455"/>
                    <a:pt x="3440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4" name="箭头: 右 223">
              <a:extLst>
                <a:ext uri="{FF2B5EF4-FFF2-40B4-BE49-F238E27FC236}">
                  <a16:creationId xmlns:a16="http://schemas.microsoft.com/office/drawing/2014/main" id="{0DFEEB29-EA1C-4EE7-8D15-02B05F96F10B}"/>
                </a:ext>
              </a:extLst>
            </p:cNvPr>
            <p:cNvSpPr/>
            <p:nvPr/>
          </p:nvSpPr>
          <p:spPr>
            <a:xfrm>
              <a:off x="3167846" y="5741007"/>
              <a:ext cx="252559" cy="126489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5" name="箭头: 右 224">
              <a:extLst>
                <a:ext uri="{FF2B5EF4-FFF2-40B4-BE49-F238E27FC236}">
                  <a16:creationId xmlns:a16="http://schemas.microsoft.com/office/drawing/2014/main" id="{40326252-D5CF-45E0-B6BB-6AC9F2642DC4}"/>
                </a:ext>
              </a:extLst>
            </p:cNvPr>
            <p:cNvSpPr/>
            <p:nvPr/>
          </p:nvSpPr>
          <p:spPr>
            <a:xfrm flipH="1">
              <a:off x="3858476" y="5738866"/>
              <a:ext cx="252559" cy="126489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30699554-35C6-4E10-99E2-81414AEBE48F}"/>
                </a:ext>
              </a:extLst>
            </p:cNvPr>
            <p:cNvSpPr txBox="1"/>
            <p:nvPr/>
          </p:nvSpPr>
          <p:spPr>
            <a:xfrm>
              <a:off x="1886052" y="6250728"/>
              <a:ext cx="1703405" cy="176720"/>
            </a:xfrm>
            <a:custGeom>
              <a:avLst/>
              <a:gdLst/>
              <a:ahLst/>
              <a:cxnLst/>
              <a:rect l="l" t="t" r="r" b="b"/>
              <a:pathLst>
                <a:path w="2067816" h="214525">
                  <a:moveTo>
                    <a:pt x="886097" y="145543"/>
                  </a:moveTo>
                  <a:cubicBezTo>
                    <a:pt x="900972" y="160310"/>
                    <a:pt x="912982" y="173472"/>
                    <a:pt x="922126" y="185031"/>
                  </a:cubicBezTo>
                  <a:lnTo>
                    <a:pt x="907867" y="195639"/>
                  </a:lnTo>
                  <a:cubicBezTo>
                    <a:pt x="896475" y="179930"/>
                    <a:pt x="885276" y="166706"/>
                    <a:pt x="874270" y="155966"/>
                  </a:cubicBezTo>
                  <a:close/>
                  <a:moveTo>
                    <a:pt x="823314" y="142850"/>
                  </a:moveTo>
                  <a:cubicBezTo>
                    <a:pt x="828265" y="145674"/>
                    <a:pt x="833265" y="147722"/>
                    <a:pt x="838316" y="148994"/>
                  </a:cubicBezTo>
                  <a:cubicBezTo>
                    <a:pt x="841712" y="149906"/>
                    <a:pt x="843409" y="151745"/>
                    <a:pt x="843409" y="154511"/>
                  </a:cubicBezTo>
                  <a:cubicBezTo>
                    <a:pt x="843409" y="157276"/>
                    <a:pt x="841397" y="159324"/>
                    <a:pt x="837373" y="160652"/>
                  </a:cubicBezTo>
                  <a:cubicBezTo>
                    <a:pt x="835194" y="161574"/>
                    <a:pt x="831736" y="165569"/>
                    <a:pt x="827000" y="172636"/>
                  </a:cubicBezTo>
                  <a:cubicBezTo>
                    <a:pt x="822264" y="179704"/>
                    <a:pt x="815968" y="187670"/>
                    <a:pt x="808112" y="196535"/>
                  </a:cubicBezTo>
                  <a:cubicBezTo>
                    <a:pt x="803738" y="193087"/>
                    <a:pt x="798057" y="190000"/>
                    <a:pt x="791071" y="187274"/>
                  </a:cubicBezTo>
                  <a:cubicBezTo>
                    <a:pt x="806370" y="175420"/>
                    <a:pt x="817118" y="160612"/>
                    <a:pt x="823314" y="142850"/>
                  </a:cubicBezTo>
                  <a:close/>
                  <a:moveTo>
                    <a:pt x="1890429" y="140696"/>
                  </a:moveTo>
                  <a:lnTo>
                    <a:pt x="1890429" y="152498"/>
                  </a:lnTo>
                  <a:lnTo>
                    <a:pt x="1941025" y="152498"/>
                  </a:lnTo>
                  <a:lnTo>
                    <a:pt x="1941025" y="140696"/>
                  </a:lnTo>
                  <a:close/>
                  <a:moveTo>
                    <a:pt x="751819" y="117511"/>
                  </a:moveTo>
                  <a:cubicBezTo>
                    <a:pt x="757410" y="122400"/>
                    <a:pt x="762674" y="125958"/>
                    <a:pt x="767611" y="128184"/>
                  </a:cubicBezTo>
                  <a:cubicBezTo>
                    <a:pt x="751663" y="165124"/>
                    <a:pt x="739736" y="193141"/>
                    <a:pt x="731828" y="212234"/>
                  </a:cubicBezTo>
                  <a:cubicBezTo>
                    <a:pt x="725374" y="208526"/>
                    <a:pt x="718585" y="205596"/>
                    <a:pt x="711461" y="203443"/>
                  </a:cubicBezTo>
                  <a:cubicBezTo>
                    <a:pt x="724155" y="186534"/>
                    <a:pt x="737608" y="157890"/>
                    <a:pt x="751819" y="117511"/>
                  </a:cubicBezTo>
                  <a:close/>
                  <a:moveTo>
                    <a:pt x="1206112" y="113250"/>
                  </a:moveTo>
                  <a:cubicBezTo>
                    <a:pt x="1226505" y="114598"/>
                    <a:pt x="1250704" y="115272"/>
                    <a:pt x="1278708" y="115272"/>
                  </a:cubicBezTo>
                  <a:cubicBezTo>
                    <a:pt x="1306713" y="115272"/>
                    <a:pt x="1328889" y="114598"/>
                    <a:pt x="1345236" y="113250"/>
                  </a:cubicBezTo>
                  <a:lnTo>
                    <a:pt x="1345236" y="132620"/>
                  </a:lnTo>
                  <a:cubicBezTo>
                    <a:pt x="1330275" y="131425"/>
                    <a:pt x="1310093" y="130827"/>
                    <a:pt x="1284689" y="130827"/>
                  </a:cubicBezTo>
                  <a:lnTo>
                    <a:pt x="1284689" y="186584"/>
                  </a:lnTo>
                  <a:cubicBezTo>
                    <a:pt x="1325966" y="186584"/>
                    <a:pt x="1355941" y="185910"/>
                    <a:pt x="1374615" y="184563"/>
                  </a:cubicBezTo>
                  <a:lnTo>
                    <a:pt x="1374615" y="203936"/>
                  </a:lnTo>
                  <a:cubicBezTo>
                    <a:pt x="1355194" y="202741"/>
                    <a:pt x="1325114" y="202143"/>
                    <a:pt x="1284377" y="202143"/>
                  </a:cubicBezTo>
                  <a:cubicBezTo>
                    <a:pt x="1243640" y="202143"/>
                    <a:pt x="1208057" y="202741"/>
                    <a:pt x="1177630" y="203936"/>
                  </a:cubicBezTo>
                  <a:lnTo>
                    <a:pt x="1177630" y="184563"/>
                  </a:lnTo>
                  <a:cubicBezTo>
                    <a:pt x="1201118" y="185910"/>
                    <a:pt x="1230571" y="186584"/>
                    <a:pt x="1265987" y="186584"/>
                  </a:cubicBezTo>
                  <a:lnTo>
                    <a:pt x="1265987" y="130827"/>
                  </a:lnTo>
                  <a:cubicBezTo>
                    <a:pt x="1239200" y="131127"/>
                    <a:pt x="1219242" y="131725"/>
                    <a:pt x="1206112" y="132620"/>
                  </a:cubicBezTo>
                  <a:close/>
                  <a:moveTo>
                    <a:pt x="1890429" y="112889"/>
                  </a:moveTo>
                  <a:lnTo>
                    <a:pt x="1890429" y="126934"/>
                  </a:lnTo>
                  <a:lnTo>
                    <a:pt x="1941025" y="126934"/>
                  </a:lnTo>
                  <a:lnTo>
                    <a:pt x="1941025" y="112889"/>
                  </a:lnTo>
                  <a:close/>
                  <a:moveTo>
                    <a:pt x="970197" y="105710"/>
                  </a:moveTo>
                  <a:lnTo>
                    <a:pt x="970197" y="154516"/>
                  </a:lnTo>
                  <a:lnTo>
                    <a:pt x="1008683" y="154516"/>
                  </a:lnTo>
                  <a:lnTo>
                    <a:pt x="1008683" y="105710"/>
                  </a:lnTo>
                  <a:close/>
                  <a:moveTo>
                    <a:pt x="584653" y="104367"/>
                  </a:moveTo>
                  <a:lnTo>
                    <a:pt x="584653" y="134335"/>
                  </a:lnTo>
                  <a:lnTo>
                    <a:pt x="634577" y="134335"/>
                  </a:lnTo>
                  <a:lnTo>
                    <a:pt x="634577" y="104367"/>
                  </a:lnTo>
                  <a:close/>
                  <a:moveTo>
                    <a:pt x="514687" y="104367"/>
                  </a:moveTo>
                  <a:lnTo>
                    <a:pt x="514687" y="134335"/>
                  </a:lnTo>
                  <a:lnTo>
                    <a:pt x="565954" y="134335"/>
                  </a:lnTo>
                  <a:lnTo>
                    <a:pt x="565954" y="104367"/>
                  </a:lnTo>
                  <a:close/>
                  <a:moveTo>
                    <a:pt x="830404" y="103692"/>
                  </a:moveTo>
                  <a:lnTo>
                    <a:pt x="830404" y="121776"/>
                  </a:lnTo>
                  <a:lnTo>
                    <a:pt x="887500" y="121776"/>
                  </a:lnTo>
                  <a:lnTo>
                    <a:pt x="887500" y="103692"/>
                  </a:lnTo>
                  <a:close/>
                  <a:moveTo>
                    <a:pt x="318721" y="94723"/>
                  </a:moveTo>
                  <a:lnTo>
                    <a:pt x="318721" y="140836"/>
                  </a:lnTo>
                  <a:lnTo>
                    <a:pt x="367524" y="140836"/>
                  </a:lnTo>
                  <a:lnTo>
                    <a:pt x="367524" y="94723"/>
                  </a:lnTo>
                  <a:close/>
                  <a:moveTo>
                    <a:pt x="79700" y="93155"/>
                  </a:moveTo>
                  <a:cubicBezTo>
                    <a:pt x="87158" y="119632"/>
                    <a:pt x="98807" y="140308"/>
                    <a:pt x="114647" y="155184"/>
                  </a:cubicBezTo>
                  <a:cubicBezTo>
                    <a:pt x="133140" y="138087"/>
                    <a:pt x="146354" y="117410"/>
                    <a:pt x="154291" y="93155"/>
                  </a:cubicBezTo>
                  <a:close/>
                  <a:moveTo>
                    <a:pt x="1054218" y="92840"/>
                  </a:moveTo>
                  <a:cubicBezTo>
                    <a:pt x="1069267" y="110083"/>
                    <a:pt x="1080879" y="125671"/>
                    <a:pt x="1089054" y="139603"/>
                  </a:cubicBezTo>
                  <a:lnTo>
                    <a:pt x="1072824" y="149665"/>
                  </a:lnTo>
                  <a:cubicBezTo>
                    <a:pt x="1064718" y="133523"/>
                    <a:pt x="1053803" y="117798"/>
                    <a:pt x="1040080" y="102492"/>
                  </a:cubicBezTo>
                  <a:close/>
                  <a:moveTo>
                    <a:pt x="1464330" y="82303"/>
                  </a:moveTo>
                  <a:cubicBezTo>
                    <a:pt x="1472083" y="85180"/>
                    <a:pt x="1478298" y="86688"/>
                    <a:pt x="1482975" y="86829"/>
                  </a:cubicBezTo>
                  <a:cubicBezTo>
                    <a:pt x="1486440" y="87077"/>
                    <a:pt x="1488172" y="88168"/>
                    <a:pt x="1488172" y="90103"/>
                  </a:cubicBezTo>
                  <a:cubicBezTo>
                    <a:pt x="1488172" y="92037"/>
                    <a:pt x="1487154" y="93682"/>
                    <a:pt x="1485118" y="95037"/>
                  </a:cubicBezTo>
                  <a:cubicBezTo>
                    <a:pt x="1482492" y="96787"/>
                    <a:pt x="1480300" y="101837"/>
                    <a:pt x="1478542" y="110185"/>
                  </a:cubicBezTo>
                  <a:cubicBezTo>
                    <a:pt x="1473796" y="133922"/>
                    <a:pt x="1467096" y="152927"/>
                    <a:pt x="1458440" y="167201"/>
                  </a:cubicBezTo>
                  <a:cubicBezTo>
                    <a:pt x="1449784" y="181476"/>
                    <a:pt x="1436361" y="195664"/>
                    <a:pt x="1418170" y="209766"/>
                  </a:cubicBezTo>
                  <a:cubicBezTo>
                    <a:pt x="1413922" y="204606"/>
                    <a:pt x="1408522" y="200660"/>
                    <a:pt x="1401968" y="197929"/>
                  </a:cubicBezTo>
                  <a:cubicBezTo>
                    <a:pt x="1423504" y="182779"/>
                    <a:pt x="1438724" y="166706"/>
                    <a:pt x="1447626" y="149710"/>
                  </a:cubicBezTo>
                  <a:cubicBezTo>
                    <a:pt x="1456528" y="132714"/>
                    <a:pt x="1462096" y="110245"/>
                    <a:pt x="1464330" y="82303"/>
                  </a:cubicBezTo>
                  <a:close/>
                  <a:moveTo>
                    <a:pt x="1542682" y="79835"/>
                  </a:moveTo>
                  <a:cubicBezTo>
                    <a:pt x="1546631" y="137895"/>
                    <a:pt x="1568078" y="175969"/>
                    <a:pt x="1607026" y="194057"/>
                  </a:cubicBezTo>
                  <a:cubicBezTo>
                    <a:pt x="1599570" y="199641"/>
                    <a:pt x="1594026" y="205027"/>
                    <a:pt x="1590392" y="210216"/>
                  </a:cubicBezTo>
                  <a:cubicBezTo>
                    <a:pt x="1571271" y="198252"/>
                    <a:pt x="1556513" y="182483"/>
                    <a:pt x="1546118" y="162908"/>
                  </a:cubicBezTo>
                  <a:cubicBezTo>
                    <a:pt x="1535724" y="143333"/>
                    <a:pt x="1528415" y="117101"/>
                    <a:pt x="1524191" y="84211"/>
                  </a:cubicBezTo>
                  <a:close/>
                  <a:moveTo>
                    <a:pt x="300022" y="77592"/>
                  </a:moveTo>
                  <a:cubicBezTo>
                    <a:pt x="310347" y="78792"/>
                    <a:pt x="324885" y="79392"/>
                    <a:pt x="343635" y="79392"/>
                  </a:cubicBezTo>
                  <a:cubicBezTo>
                    <a:pt x="362385" y="79392"/>
                    <a:pt x="376656" y="78792"/>
                    <a:pt x="386447" y="77592"/>
                  </a:cubicBezTo>
                  <a:cubicBezTo>
                    <a:pt x="385700" y="88501"/>
                    <a:pt x="385326" y="102322"/>
                    <a:pt x="385326" y="119056"/>
                  </a:cubicBezTo>
                  <a:cubicBezTo>
                    <a:pt x="385326" y="135790"/>
                    <a:pt x="385700" y="148385"/>
                    <a:pt x="386447" y="156841"/>
                  </a:cubicBezTo>
                  <a:cubicBezTo>
                    <a:pt x="372012" y="156244"/>
                    <a:pt x="356135" y="155945"/>
                    <a:pt x="338817" y="155945"/>
                  </a:cubicBezTo>
                  <a:cubicBezTo>
                    <a:pt x="321498" y="155945"/>
                    <a:pt x="308566" y="156319"/>
                    <a:pt x="300022" y="157066"/>
                  </a:cubicBezTo>
                  <a:cubicBezTo>
                    <a:pt x="300918" y="147320"/>
                    <a:pt x="301365" y="134047"/>
                    <a:pt x="301365" y="117249"/>
                  </a:cubicBezTo>
                  <a:cubicBezTo>
                    <a:pt x="301365" y="100450"/>
                    <a:pt x="300918" y="87231"/>
                    <a:pt x="300022" y="77592"/>
                  </a:cubicBezTo>
                  <a:close/>
                  <a:moveTo>
                    <a:pt x="830404" y="71623"/>
                  </a:moveTo>
                  <a:lnTo>
                    <a:pt x="830404" y="89708"/>
                  </a:lnTo>
                  <a:lnTo>
                    <a:pt x="887500" y="89708"/>
                  </a:lnTo>
                  <a:lnTo>
                    <a:pt x="887500" y="71623"/>
                  </a:lnTo>
                  <a:close/>
                  <a:moveTo>
                    <a:pt x="719858" y="64808"/>
                  </a:moveTo>
                  <a:cubicBezTo>
                    <a:pt x="737189" y="74231"/>
                    <a:pt x="751387" y="83820"/>
                    <a:pt x="762453" y="93576"/>
                  </a:cubicBezTo>
                  <a:lnTo>
                    <a:pt x="752169" y="106831"/>
                  </a:lnTo>
                  <a:cubicBezTo>
                    <a:pt x="738715" y="95547"/>
                    <a:pt x="725146" y="86281"/>
                    <a:pt x="711461" y="79035"/>
                  </a:cubicBezTo>
                  <a:close/>
                  <a:moveTo>
                    <a:pt x="1992228" y="64001"/>
                  </a:moveTo>
                  <a:cubicBezTo>
                    <a:pt x="1990461" y="68896"/>
                    <a:pt x="1988299" y="74090"/>
                    <a:pt x="1985741" y="79584"/>
                  </a:cubicBezTo>
                  <a:lnTo>
                    <a:pt x="1982303" y="86331"/>
                  </a:lnTo>
                  <a:lnTo>
                    <a:pt x="1994617" y="84321"/>
                  </a:lnTo>
                  <a:cubicBezTo>
                    <a:pt x="1995244" y="112680"/>
                    <a:pt x="1999887" y="134955"/>
                    <a:pt x="2008548" y="151148"/>
                  </a:cubicBezTo>
                  <a:cubicBezTo>
                    <a:pt x="2018416" y="132843"/>
                    <a:pt x="2024463" y="103794"/>
                    <a:pt x="2026689" y="64001"/>
                  </a:cubicBezTo>
                  <a:close/>
                  <a:moveTo>
                    <a:pt x="1300331" y="59204"/>
                  </a:moveTo>
                  <a:cubicBezTo>
                    <a:pt x="1326729" y="74997"/>
                    <a:pt x="1348501" y="89685"/>
                    <a:pt x="1365646" y="103270"/>
                  </a:cubicBezTo>
                  <a:lnTo>
                    <a:pt x="1353548" y="116475"/>
                  </a:lnTo>
                  <a:cubicBezTo>
                    <a:pt x="1347090" y="110722"/>
                    <a:pt x="1337650" y="103520"/>
                    <a:pt x="1325227" y="94869"/>
                  </a:cubicBezTo>
                  <a:cubicBezTo>
                    <a:pt x="1312804" y="86218"/>
                    <a:pt x="1301355" y="79048"/>
                    <a:pt x="1290880" y="73359"/>
                  </a:cubicBezTo>
                  <a:close/>
                  <a:moveTo>
                    <a:pt x="1245252" y="57411"/>
                  </a:moveTo>
                  <a:cubicBezTo>
                    <a:pt x="1249134" y="61993"/>
                    <a:pt x="1253076" y="65550"/>
                    <a:pt x="1257079" y="68084"/>
                  </a:cubicBezTo>
                  <a:cubicBezTo>
                    <a:pt x="1259339" y="69589"/>
                    <a:pt x="1260469" y="71122"/>
                    <a:pt x="1260469" y="72684"/>
                  </a:cubicBezTo>
                  <a:cubicBezTo>
                    <a:pt x="1260469" y="74246"/>
                    <a:pt x="1258658" y="75612"/>
                    <a:pt x="1255036" y="76781"/>
                  </a:cubicBezTo>
                  <a:cubicBezTo>
                    <a:pt x="1251812" y="77815"/>
                    <a:pt x="1248939" y="79592"/>
                    <a:pt x="1246417" y="82114"/>
                  </a:cubicBezTo>
                  <a:cubicBezTo>
                    <a:pt x="1230046" y="95806"/>
                    <a:pt x="1212024" y="108680"/>
                    <a:pt x="1192353" y="120737"/>
                  </a:cubicBezTo>
                  <a:cubicBezTo>
                    <a:pt x="1189467" y="114969"/>
                    <a:pt x="1185457" y="110299"/>
                    <a:pt x="1180323" y="106724"/>
                  </a:cubicBezTo>
                  <a:cubicBezTo>
                    <a:pt x="1192529" y="100816"/>
                    <a:pt x="1204275" y="93621"/>
                    <a:pt x="1215559" y="85139"/>
                  </a:cubicBezTo>
                  <a:cubicBezTo>
                    <a:pt x="1226844" y="76657"/>
                    <a:pt x="1236742" y="67415"/>
                    <a:pt x="1245252" y="57411"/>
                  </a:cubicBezTo>
                  <a:close/>
                  <a:moveTo>
                    <a:pt x="584653" y="56600"/>
                  </a:moveTo>
                  <a:lnTo>
                    <a:pt x="584653" y="89033"/>
                  </a:lnTo>
                  <a:lnTo>
                    <a:pt x="634577" y="89033"/>
                  </a:lnTo>
                  <a:lnTo>
                    <a:pt x="634577" y="56600"/>
                  </a:lnTo>
                  <a:close/>
                  <a:moveTo>
                    <a:pt x="514687" y="56600"/>
                  </a:moveTo>
                  <a:lnTo>
                    <a:pt x="514687" y="89033"/>
                  </a:lnTo>
                  <a:lnTo>
                    <a:pt x="565954" y="89033"/>
                  </a:lnTo>
                  <a:lnTo>
                    <a:pt x="565954" y="56600"/>
                  </a:lnTo>
                  <a:close/>
                  <a:moveTo>
                    <a:pt x="1903210" y="51442"/>
                  </a:moveTo>
                  <a:lnTo>
                    <a:pt x="1903210" y="73559"/>
                  </a:lnTo>
                  <a:lnTo>
                    <a:pt x="1929138" y="73559"/>
                  </a:lnTo>
                  <a:lnTo>
                    <a:pt x="1929138" y="51442"/>
                  </a:lnTo>
                  <a:close/>
                  <a:moveTo>
                    <a:pt x="970197" y="40227"/>
                  </a:moveTo>
                  <a:lnTo>
                    <a:pt x="970197" y="90829"/>
                  </a:lnTo>
                  <a:lnTo>
                    <a:pt x="1008683" y="90829"/>
                  </a:lnTo>
                  <a:lnTo>
                    <a:pt x="1008683" y="40227"/>
                  </a:lnTo>
                  <a:close/>
                  <a:moveTo>
                    <a:pt x="950601" y="22424"/>
                  </a:moveTo>
                  <a:cubicBezTo>
                    <a:pt x="957100" y="23775"/>
                    <a:pt x="970079" y="24450"/>
                    <a:pt x="989538" y="24450"/>
                  </a:cubicBezTo>
                  <a:cubicBezTo>
                    <a:pt x="1008998" y="24450"/>
                    <a:pt x="1021986" y="23775"/>
                    <a:pt x="1028504" y="22424"/>
                  </a:cubicBezTo>
                  <a:cubicBezTo>
                    <a:pt x="1027609" y="27992"/>
                    <a:pt x="1027161" y="37051"/>
                    <a:pt x="1027161" y="49603"/>
                  </a:cubicBezTo>
                  <a:lnTo>
                    <a:pt x="1027161" y="158366"/>
                  </a:lnTo>
                  <a:cubicBezTo>
                    <a:pt x="1027161" y="168039"/>
                    <a:pt x="1027684" y="178669"/>
                    <a:pt x="1028729" y="190256"/>
                  </a:cubicBezTo>
                  <a:lnTo>
                    <a:pt x="1008683" y="190256"/>
                  </a:lnTo>
                  <a:lnTo>
                    <a:pt x="1008683" y="169400"/>
                  </a:lnTo>
                  <a:lnTo>
                    <a:pt x="970197" y="169400"/>
                  </a:lnTo>
                  <a:lnTo>
                    <a:pt x="970197" y="195864"/>
                  </a:lnTo>
                  <a:lnTo>
                    <a:pt x="950376" y="195864"/>
                  </a:lnTo>
                  <a:cubicBezTo>
                    <a:pt x="951424" y="185663"/>
                    <a:pt x="951948" y="174210"/>
                    <a:pt x="951948" y="161506"/>
                  </a:cubicBezTo>
                  <a:lnTo>
                    <a:pt x="951948" y="49603"/>
                  </a:lnTo>
                  <a:cubicBezTo>
                    <a:pt x="951948" y="37830"/>
                    <a:pt x="951499" y="28770"/>
                    <a:pt x="950601" y="22424"/>
                  </a:cubicBezTo>
                  <a:close/>
                  <a:moveTo>
                    <a:pt x="780755" y="18388"/>
                  </a:moveTo>
                  <a:cubicBezTo>
                    <a:pt x="784844" y="19588"/>
                    <a:pt x="807752" y="20188"/>
                    <a:pt x="849482" y="20188"/>
                  </a:cubicBezTo>
                  <a:cubicBezTo>
                    <a:pt x="891211" y="20188"/>
                    <a:pt x="914079" y="19588"/>
                    <a:pt x="918086" y="18388"/>
                  </a:cubicBezTo>
                  <a:lnTo>
                    <a:pt x="918086" y="36641"/>
                  </a:lnTo>
                  <a:cubicBezTo>
                    <a:pt x="913769" y="36117"/>
                    <a:pt x="906150" y="35724"/>
                    <a:pt x="895229" y="35462"/>
                  </a:cubicBezTo>
                  <a:lnTo>
                    <a:pt x="856403" y="35104"/>
                  </a:lnTo>
                  <a:lnTo>
                    <a:pt x="864716" y="38969"/>
                  </a:lnTo>
                  <a:cubicBezTo>
                    <a:pt x="867106" y="39446"/>
                    <a:pt x="868302" y="40962"/>
                    <a:pt x="868302" y="43520"/>
                  </a:cubicBezTo>
                  <a:cubicBezTo>
                    <a:pt x="868302" y="46077"/>
                    <a:pt x="867171" y="47792"/>
                    <a:pt x="864908" y="48663"/>
                  </a:cubicBezTo>
                  <a:cubicBezTo>
                    <a:pt x="862646" y="49535"/>
                    <a:pt x="860805" y="50714"/>
                    <a:pt x="859386" y="52200"/>
                  </a:cubicBezTo>
                  <a:cubicBezTo>
                    <a:pt x="857967" y="53685"/>
                    <a:pt x="856230" y="55349"/>
                    <a:pt x="854175" y="57190"/>
                  </a:cubicBezTo>
                  <a:lnTo>
                    <a:pt x="871849" y="57190"/>
                  </a:lnTo>
                  <a:cubicBezTo>
                    <a:pt x="887758" y="57190"/>
                    <a:pt x="899658" y="56664"/>
                    <a:pt x="907549" y="55614"/>
                  </a:cubicBezTo>
                  <a:cubicBezTo>
                    <a:pt x="906352" y="65294"/>
                    <a:pt x="905753" y="75400"/>
                    <a:pt x="905753" y="85932"/>
                  </a:cubicBezTo>
                  <a:lnTo>
                    <a:pt x="905753" y="106789"/>
                  </a:lnTo>
                  <a:cubicBezTo>
                    <a:pt x="905753" y="117554"/>
                    <a:pt x="906352" y="128034"/>
                    <a:pt x="907549" y="138228"/>
                  </a:cubicBezTo>
                  <a:cubicBezTo>
                    <a:pt x="899579" y="137033"/>
                    <a:pt x="887169" y="136360"/>
                    <a:pt x="870320" y="136210"/>
                  </a:cubicBezTo>
                  <a:lnTo>
                    <a:pt x="870320" y="193128"/>
                  </a:lnTo>
                  <a:cubicBezTo>
                    <a:pt x="870320" y="199119"/>
                    <a:pt x="869312" y="203648"/>
                    <a:pt x="867296" y="206715"/>
                  </a:cubicBezTo>
                  <a:cubicBezTo>
                    <a:pt x="865280" y="209782"/>
                    <a:pt x="861542" y="211917"/>
                    <a:pt x="856081" y="213120"/>
                  </a:cubicBezTo>
                  <a:cubicBezTo>
                    <a:pt x="850619" y="214322"/>
                    <a:pt x="841508" y="214753"/>
                    <a:pt x="828747" y="214413"/>
                  </a:cubicBezTo>
                  <a:cubicBezTo>
                    <a:pt x="829047" y="207567"/>
                    <a:pt x="827104" y="200906"/>
                    <a:pt x="822917" y="194432"/>
                  </a:cubicBezTo>
                  <a:cubicBezTo>
                    <a:pt x="832276" y="196077"/>
                    <a:pt x="838778" y="196900"/>
                    <a:pt x="842423" y="196900"/>
                  </a:cubicBezTo>
                  <a:cubicBezTo>
                    <a:pt x="846069" y="196900"/>
                    <a:pt x="848476" y="196570"/>
                    <a:pt x="849644" y="195910"/>
                  </a:cubicBezTo>
                  <a:cubicBezTo>
                    <a:pt x="850812" y="195251"/>
                    <a:pt x="851396" y="194024"/>
                    <a:pt x="851396" y="192231"/>
                  </a:cubicBezTo>
                  <a:lnTo>
                    <a:pt x="851396" y="136210"/>
                  </a:lnTo>
                  <a:cubicBezTo>
                    <a:pt x="832217" y="136210"/>
                    <a:pt x="818762" y="136883"/>
                    <a:pt x="811030" y="138228"/>
                  </a:cubicBezTo>
                  <a:cubicBezTo>
                    <a:pt x="812078" y="129332"/>
                    <a:pt x="812602" y="118852"/>
                    <a:pt x="812602" y="106789"/>
                  </a:cubicBezTo>
                  <a:lnTo>
                    <a:pt x="812602" y="85932"/>
                  </a:lnTo>
                  <a:cubicBezTo>
                    <a:pt x="812602" y="74359"/>
                    <a:pt x="812078" y="64253"/>
                    <a:pt x="811030" y="55614"/>
                  </a:cubicBezTo>
                  <a:cubicBezTo>
                    <a:pt x="819317" y="56664"/>
                    <a:pt x="828596" y="57190"/>
                    <a:pt x="838866" y="57190"/>
                  </a:cubicBezTo>
                  <a:cubicBezTo>
                    <a:pt x="840758" y="54057"/>
                    <a:pt x="842460" y="50323"/>
                    <a:pt x="843974" y="45986"/>
                  </a:cubicBezTo>
                  <a:lnTo>
                    <a:pt x="846901" y="35069"/>
                  </a:lnTo>
                  <a:lnTo>
                    <a:pt x="800354" y="35069"/>
                  </a:lnTo>
                  <a:cubicBezTo>
                    <a:pt x="801399" y="65737"/>
                    <a:pt x="801922" y="87924"/>
                    <a:pt x="801922" y="101631"/>
                  </a:cubicBezTo>
                  <a:cubicBezTo>
                    <a:pt x="801922" y="129022"/>
                    <a:pt x="800018" y="149345"/>
                    <a:pt x="796209" y="162599"/>
                  </a:cubicBezTo>
                  <a:cubicBezTo>
                    <a:pt x="792400" y="175853"/>
                    <a:pt x="783930" y="192024"/>
                    <a:pt x="770800" y="211112"/>
                  </a:cubicBezTo>
                  <a:cubicBezTo>
                    <a:pt x="767162" y="208193"/>
                    <a:pt x="764251" y="206230"/>
                    <a:pt x="762069" y="205222"/>
                  </a:cubicBezTo>
                  <a:cubicBezTo>
                    <a:pt x="759886" y="204215"/>
                    <a:pt x="756098" y="203861"/>
                    <a:pt x="750705" y="204161"/>
                  </a:cubicBezTo>
                  <a:cubicBezTo>
                    <a:pt x="764590" y="187626"/>
                    <a:pt x="773518" y="172409"/>
                    <a:pt x="777490" y="158509"/>
                  </a:cubicBezTo>
                  <a:cubicBezTo>
                    <a:pt x="781462" y="144610"/>
                    <a:pt x="783448" y="126185"/>
                    <a:pt x="783448" y="103235"/>
                  </a:cubicBezTo>
                  <a:cubicBezTo>
                    <a:pt x="783448" y="80284"/>
                    <a:pt x="782551" y="52002"/>
                    <a:pt x="780755" y="18388"/>
                  </a:cubicBezTo>
                  <a:close/>
                  <a:moveTo>
                    <a:pt x="174797" y="14127"/>
                  </a:moveTo>
                  <a:cubicBezTo>
                    <a:pt x="178002" y="20897"/>
                    <a:pt x="181809" y="26484"/>
                    <a:pt x="186216" y="30890"/>
                  </a:cubicBezTo>
                  <a:cubicBezTo>
                    <a:pt x="188014" y="32688"/>
                    <a:pt x="188913" y="34656"/>
                    <a:pt x="188913" y="36796"/>
                  </a:cubicBezTo>
                  <a:cubicBezTo>
                    <a:pt x="188913" y="38935"/>
                    <a:pt x="187900" y="40005"/>
                    <a:pt x="185874" y="40005"/>
                  </a:cubicBezTo>
                  <a:cubicBezTo>
                    <a:pt x="183847" y="40005"/>
                    <a:pt x="182314" y="39831"/>
                    <a:pt x="181273" y="39484"/>
                  </a:cubicBezTo>
                  <a:cubicBezTo>
                    <a:pt x="178754" y="38784"/>
                    <a:pt x="174704" y="38434"/>
                    <a:pt x="169125" y="38434"/>
                  </a:cubicBezTo>
                  <a:cubicBezTo>
                    <a:pt x="163546" y="38434"/>
                    <a:pt x="154427" y="38918"/>
                    <a:pt x="141770" y="39886"/>
                  </a:cubicBezTo>
                  <a:cubicBezTo>
                    <a:pt x="129112" y="40854"/>
                    <a:pt x="112640" y="41788"/>
                    <a:pt x="92353" y="42689"/>
                  </a:cubicBezTo>
                  <a:cubicBezTo>
                    <a:pt x="72066" y="43591"/>
                    <a:pt x="58429" y="43891"/>
                    <a:pt x="51442" y="43591"/>
                  </a:cubicBezTo>
                  <a:lnTo>
                    <a:pt x="51442" y="76924"/>
                  </a:lnTo>
                  <a:lnTo>
                    <a:pt x="127423" y="76924"/>
                  </a:lnTo>
                  <a:cubicBezTo>
                    <a:pt x="146904" y="76924"/>
                    <a:pt x="163887" y="76399"/>
                    <a:pt x="178373" y="75349"/>
                  </a:cubicBezTo>
                  <a:cubicBezTo>
                    <a:pt x="166521" y="115380"/>
                    <a:pt x="149327" y="145476"/>
                    <a:pt x="126791" y="165635"/>
                  </a:cubicBezTo>
                  <a:cubicBezTo>
                    <a:pt x="145743" y="178325"/>
                    <a:pt x="170113" y="186479"/>
                    <a:pt x="199900" y="190099"/>
                  </a:cubicBezTo>
                  <a:cubicBezTo>
                    <a:pt x="195162" y="195873"/>
                    <a:pt x="191202" y="202878"/>
                    <a:pt x="188020" y="211112"/>
                  </a:cubicBezTo>
                  <a:cubicBezTo>
                    <a:pt x="156014" y="202907"/>
                    <a:pt x="131174" y="191693"/>
                    <a:pt x="113500" y="177472"/>
                  </a:cubicBezTo>
                  <a:cubicBezTo>
                    <a:pt x="96481" y="191200"/>
                    <a:pt x="74563" y="203011"/>
                    <a:pt x="47746" y="212905"/>
                  </a:cubicBezTo>
                  <a:cubicBezTo>
                    <a:pt x="45195" y="205909"/>
                    <a:pt x="40642" y="200217"/>
                    <a:pt x="34087" y="195828"/>
                  </a:cubicBezTo>
                  <a:cubicBezTo>
                    <a:pt x="62688" y="187425"/>
                    <a:pt x="85039" y="177555"/>
                    <a:pt x="101141" y="166217"/>
                  </a:cubicBezTo>
                  <a:cubicBezTo>
                    <a:pt x="84873" y="148772"/>
                    <a:pt x="71625" y="124418"/>
                    <a:pt x="61397" y="93155"/>
                  </a:cubicBezTo>
                  <a:lnTo>
                    <a:pt x="51428" y="93155"/>
                  </a:lnTo>
                  <a:cubicBezTo>
                    <a:pt x="51288" y="116289"/>
                    <a:pt x="48793" y="136911"/>
                    <a:pt x="43943" y="155021"/>
                  </a:cubicBezTo>
                  <a:cubicBezTo>
                    <a:pt x="39094" y="173132"/>
                    <a:pt x="30812" y="190857"/>
                    <a:pt x="19099" y="208198"/>
                  </a:cubicBezTo>
                  <a:cubicBezTo>
                    <a:pt x="13598" y="204052"/>
                    <a:pt x="7232" y="200980"/>
                    <a:pt x="0" y="198982"/>
                  </a:cubicBezTo>
                  <a:cubicBezTo>
                    <a:pt x="21977" y="174527"/>
                    <a:pt x="32965" y="137890"/>
                    <a:pt x="32965" y="89072"/>
                  </a:cubicBezTo>
                  <a:cubicBezTo>
                    <a:pt x="32965" y="67341"/>
                    <a:pt x="32442" y="45948"/>
                    <a:pt x="31397" y="24893"/>
                  </a:cubicBezTo>
                  <a:cubicBezTo>
                    <a:pt x="45134" y="25343"/>
                    <a:pt x="58081" y="25568"/>
                    <a:pt x="70238" y="25568"/>
                  </a:cubicBezTo>
                  <a:cubicBezTo>
                    <a:pt x="122058" y="25568"/>
                    <a:pt x="156912" y="21754"/>
                    <a:pt x="174797" y="14127"/>
                  </a:cubicBezTo>
                  <a:close/>
                  <a:moveTo>
                    <a:pt x="734506" y="8298"/>
                  </a:moveTo>
                  <a:cubicBezTo>
                    <a:pt x="751825" y="18025"/>
                    <a:pt x="766000" y="27978"/>
                    <a:pt x="777030" y="38155"/>
                  </a:cubicBezTo>
                  <a:lnTo>
                    <a:pt x="764892" y="50321"/>
                  </a:lnTo>
                  <a:cubicBezTo>
                    <a:pt x="756065" y="42294"/>
                    <a:pt x="742963" y="33058"/>
                    <a:pt x="725587" y="22614"/>
                  </a:cubicBezTo>
                  <a:close/>
                  <a:moveTo>
                    <a:pt x="1666001" y="5605"/>
                  </a:moveTo>
                  <a:cubicBezTo>
                    <a:pt x="1671943" y="6655"/>
                    <a:pt x="1678610" y="7180"/>
                    <a:pt x="1686004" y="7180"/>
                  </a:cubicBezTo>
                  <a:cubicBezTo>
                    <a:pt x="1691116" y="7180"/>
                    <a:pt x="1693673" y="8224"/>
                    <a:pt x="1693673" y="10314"/>
                  </a:cubicBezTo>
                  <a:cubicBezTo>
                    <a:pt x="1693673" y="12404"/>
                    <a:pt x="1692552" y="14345"/>
                    <a:pt x="1690310" y="16140"/>
                  </a:cubicBezTo>
                  <a:cubicBezTo>
                    <a:pt x="1688068" y="17934"/>
                    <a:pt x="1686947" y="20417"/>
                    <a:pt x="1686947" y="23589"/>
                  </a:cubicBezTo>
                  <a:lnTo>
                    <a:pt x="1686947" y="52703"/>
                  </a:lnTo>
                  <a:cubicBezTo>
                    <a:pt x="1698182" y="52703"/>
                    <a:pt x="1708497" y="52029"/>
                    <a:pt x="1717894" y="50682"/>
                  </a:cubicBezTo>
                  <a:lnTo>
                    <a:pt x="1717894" y="70502"/>
                  </a:lnTo>
                  <a:cubicBezTo>
                    <a:pt x="1708361" y="69307"/>
                    <a:pt x="1698046" y="68709"/>
                    <a:pt x="1686947" y="68709"/>
                  </a:cubicBezTo>
                  <a:lnTo>
                    <a:pt x="1686947" y="106971"/>
                  </a:lnTo>
                  <a:cubicBezTo>
                    <a:pt x="1694779" y="102773"/>
                    <a:pt x="1703898" y="98213"/>
                    <a:pt x="1714304" y="93290"/>
                  </a:cubicBezTo>
                  <a:cubicBezTo>
                    <a:pt x="1713706" y="99253"/>
                    <a:pt x="1714678" y="105234"/>
                    <a:pt x="1717218" y="111232"/>
                  </a:cubicBezTo>
                  <a:cubicBezTo>
                    <a:pt x="1706281" y="115475"/>
                    <a:pt x="1696191" y="119649"/>
                    <a:pt x="1686947" y="123751"/>
                  </a:cubicBezTo>
                  <a:lnTo>
                    <a:pt x="1686947" y="185952"/>
                  </a:lnTo>
                  <a:cubicBezTo>
                    <a:pt x="1686947" y="191877"/>
                    <a:pt x="1686005" y="196550"/>
                    <a:pt x="1684122" y="199973"/>
                  </a:cubicBezTo>
                  <a:cubicBezTo>
                    <a:pt x="1682238" y="203396"/>
                    <a:pt x="1678458" y="206068"/>
                    <a:pt x="1672781" y="207987"/>
                  </a:cubicBezTo>
                  <a:cubicBezTo>
                    <a:pt x="1667104" y="209906"/>
                    <a:pt x="1657892" y="211247"/>
                    <a:pt x="1645145" y="212009"/>
                  </a:cubicBezTo>
                  <a:cubicBezTo>
                    <a:pt x="1645145" y="204217"/>
                    <a:pt x="1643576" y="196863"/>
                    <a:pt x="1640437" y="189945"/>
                  </a:cubicBezTo>
                  <a:cubicBezTo>
                    <a:pt x="1647426" y="190695"/>
                    <a:pt x="1652674" y="191071"/>
                    <a:pt x="1656179" y="191071"/>
                  </a:cubicBezTo>
                  <a:cubicBezTo>
                    <a:pt x="1661751" y="191071"/>
                    <a:pt x="1665267" y="190311"/>
                    <a:pt x="1666728" y="188793"/>
                  </a:cubicBezTo>
                  <a:cubicBezTo>
                    <a:pt x="1668189" y="187275"/>
                    <a:pt x="1668920" y="184160"/>
                    <a:pt x="1668920" y="179448"/>
                  </a:cubicBezTo>
                  <a:lnTo>
                    <a:pt x="1668920" y="130381"/>
                  </a:lnTo>
                  <a:cubicBezTo>
                    <a:pt x="1656520" y="136696"/>
                    <a:pt x="1645555" y="141779"/>
                    <a:pt x="1636023" y="145629"/>
                  </a:cubicBezTo>
                  <a:cubicBezTo>
                    <a:pt x="1634682" y="138719"/>
                    <a:pt x="1632042" y="132008"/>
                    <a:pt x="1628104" y="125498"/>
                  </a:cubicBezTo>
                  <a:cubicBezTo>
                    <a:pt x="1643870" y="121726"/>
                    <a:pt x="1657475" y="117660"/>
                    <a:pt x="1668920" y="113300"/>
                  </a:cubicBezTo>
                  <a:lnTo>
                    <a:pt x="1668920" y="68484"/>
                  </a:lnTo>
                  <a:cubicBezTo>
                    <a:pt x="1656730" y="68484"/>
                    <a:pt x="1644919" y="69156"/>
                    <a:pt x="1633487" y="70502"/>
                  </a:cubicBezTo>
                  <a:lnTo>
                    <a:pt x="1633487" y="50682"/>
                  </a:lnTo>
                  <a:cubicBezTo>
                    <a:pt x="1643564" y="52029"/>
                    <a:pt x="1655375" y="52703"/>
                    <a:pt x="1668920" y="52703"/>
                  </a:cubicBezTo>
                  <a:cubicBezTo>
                    <a:pt x="1668622" y="30693"/>
                    <a:pt x="1667649" y="14994"/>
                    <a:pt x="1666001" y="5605"/>
                  </a:cubicBezTo>
                  <a:close/>
                  <a:moveTo>
                    <a:pt x="1490019" y="5605"/>
                  </a:moveTo>
                  <a:cubicBezTo>
                    <a:pt x="1501530" y="14427"/>
                    <a:pt x="1511902" y="24830"/>
                    <a:pt x="1521137" y="36812"/>
                  </a:cubicBezTo>
                  <a:lnTo>
                    <a:pt x="1509497" y="45462"/>
                  </a:lnTo>
                  <a:lnTo>
                    <a:pt x="1559081" y="45134"/>
                  </a:lnTo>
                  <a:cubicBezTo>
                    <a:pt x="1574844" y="44871"/>
                    <a:pt x="1586565" y="44477"/>
                    <a:pt x="1594246" y="43952"/>
                  </a:cubicBezTo>
                  <a:lnTo>
                    <a:pt x="1594246" y="95394"/>
                  </a:lnTo>
                  <a:lnTo>
                    <a:pt x="1575769" y="95394"/>
                  </a:lnTo>
                  <a:lnTo>
                    <a:pt x="1575769" y="60861"/>
                  </a:lnTo>
                  <a:lnTo>
                    <a:pt x="1429640" y="60861"/>
                  </a:lnTo>
                  <a:lnTo>
                    <a:pt x="1429640" y="98534"/>
                  </a:lnTo>
                  <a:lnTo>
                    <a:pt x="1411837" y="98534"/>
                  </a:lnTo>
                  <a:lnTo>
                    <a:pt x="1411837" y="43952"/>
                  </a:lnTo>
                  <a:cubicBezTo>
                    <a:pt x="1422706" y="45002"/>
                    <a:pt x="1451984" y="45527"/>
                    <a:pt x="1499672" y="45527"/>
                  </a:cubicBezTo>
                  <a:lnTo>
                    <a:pt x="1505011" y="45492"/>
                  </a:lnTo>
                  <a:lnTo>
                    <a:pt x="1477767" y="17617"/>
                  </a:lnTo>
                  <a:close/>
                  <a:moveTo>
                    <a:pt x="1767396" y="4708"/>
                  </a:moveTo>
                  <a:cubicBezTo>
                    <a:pt x="1777498" y="15671"/>
                    <a:pt x="1786038" y="27703"/>
                    <a:pt x="1793017" y="40802"/>
                  </a:cubicBezTo>
                  <a:lnTo>
                    <a:pt x="1781323" y="47540"/>
                  </a:lnTo>
                  <a:lnTo>
                    <a:pt x="1781684" y="47545"/>
                  </a:lnTo>
                  <a:cubicBezTo>
                    <a:pt x="1809309" y="47545"/>
                    <a:pt x="1827439" y="46797"/>
                    <a:pt x="1836076" y="45299"/>
                  </a:cubicBezTo>
                  <a:lnTo>
                    <a:pt x="1836076" y="64898"/>
                  </a:lnTo>
                  <a:cubicBezTo>
                    <a:pt x="1828039" y="64000"/>
                    <a:pt x="1817336" y="63551"/>
                    <a:pt x="1803965" y="63551"/>
                  </a:cubicBezTo>
                  <a:lnTo>
                    <a:pt x="1740768" y="63551"/>
                  </a:lnTo>
                  <a:lnTo>
                    <a:pt x="1740768" y="119797"/>
                  </a:lnTo>
                  <a:cubicBezTo>
                    <a:pt x="1740768" y="142826"/>
                    <a:pt x="1738019" y="161059"/>
                    <a:pt x="1732522" y="174495"/>
                  </a:cubicBezTo>
                  <a:cubicBezTo>
                    <a:pt x="1727025" y="187931"/>
                    <a:pt x="1717464" y="200660"/>
                    <a:pt x="1703838" y="212680"/>
                  </a:cubicBezTo>
                  <a:cubicBezTo>
                    <a:pt x="1699485" y="207635"/>
                    <a:pt x="1694050" y="203497"/>
                    <a:pt x="1687533" y="200268"/>
                  </a:cubicBezTo>
                  <a:cubicBezTo>
                    <a:pt x="1700218" y="190315"/>
                    <a:pt x="1709369" y="179465"/>
                    <a:pt x="1714986" y="167719"/>
                  </a:cubicBezTo>
                  <a:cubicBezTo>
                    <a:pt x="1720603" y="155974"/>
                    <a:pt x="1723412" y="138315"/>
                    <a:pt x="1723412" y="114743"/>
                  </a:cubicBezTo>
                  <a:cubicBezTo>
                    <a:pt x="1723412" y="91171"/>
                    <a:pt x="1722664" y="68023"/>
                    <a:pt x="1721169" y="45299"/>
                  </a:cubicBezTo>
                  <a:cubicBezTo>
                    <a:pt x="1727528" y="46048"/>
                    <a:pt x="1735751" y="46609"/>
                    <a:pt x="1745836" y="46984"/>
                  </a:cubicBezTo>
                  <a:lnTo>
                    <a:pt x="1775050" y="47442"/>
                  </a:lnTo>
                  <a:lnTo>
                    <a:pt x="1752116" y="14298"/>
                  </a:lnTo>
                  <a:close/>
                  <a:moveTo>
                    <a:pt x="1988620" y="4261"/>
                  </a:moveTo>
                  <a:cubicBezTo>
                    <a:pt x="1995588" y="6697"/>
                    <a:pt x="2001767" y="8130"/>
                    <a:pt x="2007158" y="8558"/>
                  </a:cubicBezTo>
                  <a:cubicBezTo>
                    <a:pt x="2010818" y="8804"/>
                    <a:pt x="2012648" y="9993"/>
                    <a:pt x="2012648" y="12127"/>
                  </a:cubicBezTo>
                  <a:cubicBezTo>
                    <a:pt x="2012648" y="14260"/>
                    <a:pt x="2011511" y="16151"/>
                    <a:pt x="2009235" y="17799"/>
                  </a:cubicBezTo>
                  <a:cubicBezTo>
                    <a:pt x="2006960" y="19447"/>
                    <a:pt x="2004832" y="23901"/>
                    <a:pt x="2002852" y="31161"/>
                  </a:cubicBezTo>
                  <a:cubicBezTo>
                    <a:pt x="2000872" y="38422"/>
                    <a:pt x="1998830" y="44257"/>
                    <a:pt x="1996725" y="48667"/>
                  </a:cubicBezTo>
                  <a:lnTo>
                    <a:pt x="2031890" y="48667"/>
                  </a:lnTo>
                  <a:cubicBezTo>
                    <a:pt x="2048128" y="48667"/>
                    <a:pt x="2058608" y="48292"/>
                    <a:pt x="2063330" y="47542"/>
                  </a:cubicBezTo>
                  <a:lnTo>
                    <a:pt x="2063330" y="64898"/>
                  </a:lnTo>
                  <a:cubicBezTo>
                    <a:pt x="2057262" y="64300"/>
                    <a:pt x="2050842" y="64001"/>
                    <a:pt x="2044070" y="64001"/>
                  </a:cubicBezTo>
                  <a:cubicBezTo>
                    <a:pt x="2040260" y="111757"/>
                    <a:pt x="2031804" y="145367"/>
                    <a:pt x="2018703" y="164832"/>
                  </a:cubicBezTo>
                  <a:cubicBezTo>
                    <a:pt x="2029785" y="178078"/>
                    <a:pt x="2046156" y="188800"/>
                    <a:pt x="2067816" y="196996"/>
                  </a:cubicBezTo>
                  <a:cubicBezTo>
                    <a:pt x="2062665" y="201199"/>
                    <a:pt x="2058365" y="206577"/>
                    <a:pt x="2054914" y="213130"/>
                  </a:cubicBezTo>
                  <a:cubicBezTo>
                    <a:pt x="2034414" y="203722"/>
                    <a:pt x="2018978" y="192061"/>
                    <a:pt x="2008605" y="178147"/>
                  </a:cubicBezTo>
                  <a:cubicBezTo>
                    <a:pt x="2000659" y="189423"/>
                    <a:pt x="1985726" y="201234"/>
                    <a:pt x="1963807" y="213580"/>
                  </a:cubicBezTo>
                  <a:cubicBezTo>
                    <a:pt x="1962724" y="210884"/>
                    <a:pt x="1961126" y="208509"/>
                    <a:pt x="1959010" y="206457"/>
                  </a:cubicBezTo>
                  <a:lnTo>
                    <a:pt x="1951308" y="201395"/>
                  </a:lnTo>
                  <a:lnTo>
                    <a:pt x="1944149" y="205787"/>
                  </a:lnTo>
                  <a:cubicBezTo>
                    <a:pt x="1938380" y="207525"/>
                    <a:pt x="1928891" y="208851"/>
                    <a:pt x="1915683" y="209766"/>
                  </a:cubicBezTo>
                  <a:cubicBezTo>
                    <a:pt x="1915983" y="202731"/>
                    <a:pt x="1914113" y="196162"/>
                    <a:pt x="1910075" y="190056"/>
                  </a:cubicBezTo>
                  <a:cubicBezTo>
                    <a:pt x="1921381" y="189858"/>
                    <a:pt x="1928940" y="189517"/>
                    <a:pt x="1932751" y="189033"/>
                  </a:cubicBezTo>
                  <a:cubicBezTo>
                    <a:pt x="1936562" y="188548"/>
                    <a:pt x="1938894" y="187800"/>
                    <a:pt x="1939746" y="186788"/>
                  </a:cubicBezTo>
                  <a:cubicBezTo>
                    <a:pt x="1940599" y="185776"/>
                    <a:pt x="1941025" y="183778"/>
                    <a:pt x="1941025" y="180794"/>
                  </a:cubicBezTo>
                  <a:lnTo>
                    <a:pt x="1941025" y="166932"/>
                  </a:lnTo>
                  <a:lnTo>
                    <a:pt x="1890429" y="166932"/>
                  </a:lnTo>
                  <a:lnTo>
                    <a:pt x="1890429" y="209094"/>
                  </a:lnTo>
                  <a:lnTo>
                    <a:pt x="1870831" y="209094"/>
                  </a:lnTo>
                  <a:cubicBezTo>
                    <a:pt x="1871728" y="197750"/>
                    <a:pt x="1872177" y="188690"/>
                    <a:pt x="1872177" y="181916"/>
                  </a:cubicBezTo>
                  <a:lnTo>
                    <a:pt x="1872177" y="123834"/>
                  </a:lnTo>
                  <a:cubicBezTo>
                    <a:pt x="1872177" y="112763"/>
                    <a:pt x="1871953" y="103927"/>
                    <a:pt x="1871506" y="97327"/>
                  </a:cubicBezTo>
                  <a:cubicBezTo>
                    <a:pt x="1878373" y="98377"/>
                    <a:pt x="1893258" y="98902"/>
                    <a:pt x="1916159" y="98902"/>
                  </a:cubicBezTo>
                  <a:cubicBezTo>
                    <a:pt x="1939061" y="98902"/>
                    <a:pt x="1953433" y="98377"/>
                    <a:pt x="1959274" y="97327"/>
                  </a:cubicBezTo>
                  <a:cubicBezTo>
                    <a:pt x="1958826" y="105723"/>
                    <a:pt x="1958602" y="114260"/>
                    <a:pt x="1958602" y="122937"/>
                  </a:cubicBezTo>
                  <a:lnTo>
                    <a:pt x="1958602" y="186849"/>
                  </a:lnTo>
                  <a:lnTo>
                    <a:pt x="1955800" y="198298"/>
                  </a:lnTo>
                  <a:lnTo>
                    <a:pt x="1979476" y="183287"/>
                  </a:lnTo>
                  <a:cubicBezTo>
                    <a:pt x="1987400" y="177211"/>
                    <a:pt x="1993794" y="171055"/>
                    <a:pt x="1998657" y="164817"/>
                  </a:cubicBezTo>
                  <a:cubicBezTo>
                    <a:pt x="1989935" y="150876"/>
                    <a:pt x="1983718" y="132833"/>
                    <a:pt x="1980006" y="110688"/>
                  </a:cubicBezTo>
                  <a:lnTo>
                    <a:pt x="1978048" y="94681"/>
                  </a:lnTo>
                  <a:lnTo>
                    <a:pt x="1976883" y="96966"/>
                  </a:lnTo>
                  <a:cubicBezTo>
                    <a:pt x="1971475" y="94111"/>
                    <a:pt x="1965801" y="92578"/>
                    <a:pt x="1959860" y="92369"/>
                  </a:cubicBezTo>
                  <a:cubicBezTo>
                    <a:pt x="1960300" y="89726"/>
                    <a:pt x="1961048" y="88548"/>
                    <a:pt x="1962103" y="88836"/>
                  </a:cubicBezTo>
                  <a:cubicBezTo>
                    <a:pt x="1955333" y="88127"/>
                    <a:pt x="1938713" y="87772"/>
                    <a:pt x="1912245" y="87772"/>
                  </a:cubicBezTo>
                  <a:cubicBezTo>
                    <a:pt x="1885776" y="87772"/>
                    <a:pt x="1867262" y="88445"/>
                    <a:pt x="1856704" y="89790"/>
                  </a:cubicBezTo>
                  <a:lnTo>
                    <a:pt x="1856704" y="71538"/>
                  </a:lnTo>
                  <a:cubicBezTo>
                    <a:pt x="1867972" y="72759"/>
                    <a:pt x="1877690" y="73357"/>
                    <a:pt x="1885857" y="73331"/>
                  </a:cubicBezTo>
                  <a:lnTo>
                    <a:pt x="1885857" y="51664"/>
                  </a:lnTo>
                  <a:cubicBezTo>
                    <a:pt x="1878197" y="51957"/>
                    <a:pt x="1870198" y="52556"/>
                    <a:pt x="1861862" y="53460"/>
                  </a:cubicBezTo>
                  <a:lnTo>
                    <a:pt x="1861862" y="35208"/>
                  </a:lnTo>
                  <a:cubicBezTo>
                    <a:pt x="1870191" y="36285"/>
                    <a:pt x="1878190" y="36882"/>
                    <a:pt x="1885857" y="37001"/>
                  </a:cubicBezTo>
                  <a:cubicBezTo>
                    <a:pt x="1885712" y="24893"/>
                    <a:pt x="1885040" y="15400"/>
                    <a:pt x="1883839" y="8523"/>
                  </a:cubicBezTo>
                  <a:cubicBezTo>
                    <a:pt x="1889483" y="9123"/>
                    <a:pt x="1896299" y="9423"/>
                    <a:pt x="1904288" y="9423"/>
                  </a:cubicBezTo>
                  <a:cubicBezTo>
                    <a:pt x="1907308" y="9423"/>
                    <a:pt x="1908817" y="10290"/>
                    <a:pt x="1908817" y="12023"/>
                  </a:cubicBezTo>
                  <a:cubicBezTo>
                    <a:pt x="1908817" y="13757"/>
                    <a:pt x="1907786" y="15426"/>
                    <a:pt x="1905724" y="17031"/>
                  </a:cubicBezTo>
                  <a:cubicBezTo>
                    <a:pt x="1904048" y="18393"/>
                    <a:pt x="1903210" y="20131"/>
                    <a:pt x="1903210" y="22246"/>
                  </a:cubicBezTo>
                  <a:lnTo>
                    <a:pt x="1903210" y="37455"/>
                  </a:lnTo>
                  <a:lnTo>
                    <a:pt x="1929138" y="37455"/>
                  </a:lnTo>
                  <a:cubicBezTo>
                    <a:pt x="1929138" y="23713"/>
                    <a:pt x="1928465" y="13919"/>
                    <a:pt x="1927120" y="8073"/>
                  </a:cubicBezTo>
                  <a:cubicBezTo>
                    <a:pt x="1932763" y="8673"/>
                    <a:pt x="1939506" y="8973"/>
                    <a:pt x="1947347" y="8973"/>
                  </a:cubicBezTo>
                  <a:cubicBezTo>
                    <a:pt x="1950367" y="8973"/>
                    <a:pt x="1951876" y="9828"/>
                    <a:pt x="1951876" y="11539"/>
                  </a:cubicBezTo>
                  <a:cubicBezTo>
                    <a:pt x="1951876" y="13250"/>
                    <a:pt x="1950942" y="14928"/>
                    <a:pt x="1949073" y="16574"/>
                  </a:cubicBezTo>
                  <a:cubicBezTo>
                    <a:pt x="1947203" y="18219"/>
                    <a:pt x="1946269" y="19960"/>
                    <a:pt x="1946269" y="21796"/>
                  </a:cubicBezTo>
                  <a:lnTo>
                    <a:pt x="1946269" y="37226"/>
                  </a:lnTo>
                  <a:cubicBezTo>
                    <a:pt x="1951362" y="37255"/>
                    <a:pt x="1959436" y="36582"/>
                    <a:pt x="1970490" y="35208"/>
                  </a:cubicBezTo>
                  <a:lnTo>
                    <a:pt x="1970490" y="53460"/>
                  </a:lnTo>
                  <a:cubicBezTo>
                    <a:pt x="1961662" y="52406"/>
                    <a:pt x="1953589" y="51733"/>
                    <a:pt x="1946269" y="51442"/>
                  </a:cubicBezTo>
                  <a:lnTo>
                    <a:pt x="1946269" y="73331"/>
                  </a:lnTo>
                  <a:cubicBezTo>
                    <a:pt x="1951276" y="73357"/>
                    <a:pt x="1959499" y="72759"/>
                    <a:pt x="1970936" y="71538"/>
                  </a:cubicBezTo>
                  <a:lnTo>
                    <a:pt x="1970936" y="78042"/>
                  </a:lnTo>
                  <a:cubicBezTo>
                    <a:pt x="1979873" y="58261"/>
                    <a:pt x="1985768" y="33668"/>
                    <a:pt x="1988620" y="4261"/>
                  </a:cubicBezTo>
                  <a:close/>
                  <a:moveTo>
                    <a:pt x="563486" y="4261"/>
                  </a:moveTo>
                  <a:cubicBezTo>
                    <a:pt x="571773" y="5309"/>
                    <a:pt x="579113" y="5833"/>
                    <a:pt x="585507" y="5833"/>
                  </a:cubicBezTo>
                  <a:cubicBezTo>
                    <a:pt x="589722" y="5833"/>
                    <a:pt x="591829" y="7071"/>
                    <a:pt x="591829" y="9548"/>
                  </a:cubicBezTo>
                  <a:cubicBezTo>
                    <a:pt x="591829" y="12024"/>
                    <a:pt x="590969" y="13607"/>
                    <a:pt x="589248" y="14295"/>
                  </a:cubicBezTo>
                  <a:cubicBezTo>
                    <a:pt x="587528" y="14983"/>
                    <a:pt x="586332" y="15941"/>
                    <a:pt x="585660" y="17170"/>
                  </a:cubicBezTo>
                  <a:cubicBezTo>
                    <a:pt x="584989" y="18399"/>
                    <a:pt x="584653" y="19492"/>
                    <a:pt x="584653" y="20449"/>
                  </a:cubicBezTo>
                  <a:lnTo>
                    <a:pt x="584653" y="40816"/>
                  </a:lnTo>
                  <a:cubicBezTo>
                    <a:pt x="615431" y="40818"/>
                    <a:pt x="638829" y="39921"/>
                    <a:pt x="654848" y="38123"/>
                  </a:cubicBezTo>
                  <a:cubicBezTo>
                    <a:pt x="653800" y="45902"/>
                    <a:pt x="653276" y="55112"/>
                    <a:pt x="653276" y="65751"/>
                  </a:cubicBezTo>
                  <a:lnTo>
                    <a:pt x="653276" y="131906"/>
                  </a:lnTo>
                  <a:cubicBezTo>
                    <a:pt x="653276" y="142522"/>
                    <a:pt x="654024" y="153973"/>
                    <a:pt x="655519" y="166260"/>
                  </a:cubicBezTo>
                  <a:lnTo>
                    <a:pt x="634577" y="166260"/>
                  </a:lnTo>
                  <a:lnTo>
                    <a:pt x="634577" y="150115"/>
                  </a:lnTo>
                  <a:lnTo>
                    <a:pt x="584653" y="150115"/>
                  </a:lnTo>
                  <a:lnTo>
                    <a:pt x="584653" y="179223"/>
                  </a:lnTo>
                  <a:cubicBezTo>
                    <a:pt x="584653" y="183952"/>
                    <a:pt x="585043" y="187215"/>
                    <a:pt x="585821" y="189011"/>
                  </a:cubicBezTo>
                  <a:cubicBezTo>
                    <a:pt x="586600" y="190808"/>
                    <a:pt x="588402" y="192124"/>
                    <a:pt x="591227" y="192958"/>
                  </a:cubicBezTo>
                  <a:cubicBezTo>
                    <a:pt x="594053" y="193793"/>
                    <a:pt x="599011" y="194210"/>
                    <a:pt x="606102" y="194210"/>
                  </a:cubicBezTo>
                  <a:lnTo>
                    <a:pt x="641571" y="193985"/>
                  </a:lnTo>
                  <a:cubicBezTo>
                    <a:pt x="649610" y="193985"/>
                    <a:pt x="655021" y="191543"/>
                    <a:pt x="657803" y="186657"/>
                  </a:cubicBezTo>
                  <a:cubicBezTo>
                    <a:pt x="660586" y="181772"/>
                    <a:pt x="662844" y="173300"/>
                    <a:pt x="664577" y="161242"/>
                  </a:cubicBezTo>
                  <a:cubicBezTo>
                    <a:pt x="670019" y="165633"/>
                    <a:pt x="676418" y="169013"/>
                    <a:pt x="683776" y="171382"/>
                  </a:cubicBezTo>
                  <a:cubicBezTo>
                    <a:pt x="680009" y="186982"/>
                    <a:pt x="675289" y="197578"/>
                    <a:pt x="669616" y="203170"/>
                  </a:cubicBezTo>
                  <a:cubicBezTo>
                    <a:pt x="663942" y="208763"/>
                    <a:pt x="654657" y="211559"/>
                    <a:pt x="641760" y="211559"/>
                  </a:cubicBezTo>
                  <a:lnTo>
                    <a:pt x="606363" y="211337"/>
                  </a:lnTo>
                  <a:cubicBezTo>
                    <a:pt x="594228" y="211337"/>
                    <a:pt x="585336" y="210449"/>
                    <a:pt x="579686" y="208673"/>
                  </a:cubicBezTo>
                  <a:cubicBezTo>
                    <a:pt x="574037" y="206896"/>
                    <a:pt x="570336" y="203712"/>
                    <a:pt x="568583" y="199120"/>
                  </a:cubicBezTo>
                  <a:cubicBezTo>
                    <a:pt x="566831" y="194528"/>
                    <a:pt x="565954" y="187447"/>
                    <a:pt x="565954" y="177880"/>
                  </a:cubicBezTo>
                  <a:lnTo>
                    <a:pt x="565954" y="150115"/>
                  </a:lnTo>
                  <a:lnTo>
                    <a:pt x="514687" y="150115"/>
                  </a:lnTo>
                  <a:lnTo>
                    <a:pt x="514687" y="170747"/>
                  </a:lnTo>
                  <a:lnTo>
                    <a:pt x="494417" y="170747"/>
                  </a:lnTo>
                  <a:cubicBezTo>
                    <a:pt x="496060" y="158269"/>
                    <a:pt x="496881" y="146070"/>
                    <a:pt x="496881" y="134149"/>
                  </a:cubicBezTo>
                  <a:lnTo>
                    <a:pt x="496881" y="65751"/>
                  </a:lnTo>
                  <a:cubicBezTo>
                    <a:pt x="496881" y="56122"/>
                    <a:pt x="496359" y="46912"/>
                    <a:pt x="495313" y="38123"/>
                  </a:cubicBezTo>
                  <a:cubicBezTo>
                    <a:pt x="512018" y="39921"/>
                    <a:pt x="535565" y="40818"/>
                    <a:pt x="565954" y="40816"/>
                  </a:cubicBezTo>
                  <a:cubicBezTo>
                    <a:pt x="565954" y="25964"/>
                    <a:pt x="565132" y="13779"/>
                    <a:pt x="563486" y="4261"/>
                  </a:cubicBezTo>
                  <a:close/>
                  <a:moveTo>
                    <a:pt x="1096591" y="3811"/>
                  </a:moveTo>
                  <a:cubicBezTo>
                    <a:pt x="1102144" y="5012"/>
                    <a:pt x="1108737" y="5612"/>
                    <a:pt x="1116368" y="5612"/>
                  </a:cubicBezTo>
                  <a:cubicBezTo>
                    <a:pt x="1120436" y="5612"/>
                    <a:pt x="1122469" y="6775"/>
                    <a:pt x="1122469" y="9101"/>
                  </a:cubicBezTo>
                  <a:cubicBezTo>
                    <a:pt x="1122469" y="11428"/>
                    <a:pt x="1121610" y="13077"/>
                    <a:pt x="1119890" y="14048"/>
                  </a:cubicBezTo>
                  <a:cubicBezTo>
                    <a:pt x="1118171" y="15020"/>
                    <a:pt x="1117311" y="17527"/>
                    <a:pt x="1117311" y="21571"/>
                  </a:cubicBezTo>
                  <a:lnTo>
                    <a:pt x="1117311" y="59883"/>
                  </a:lnTo>
                  <a:cubicBezTo>
                    <a:pt x="1128153" y="59757"/>
                    <a:pt x="1139590" y="59081"/>
                    <a:pt x="1151623" y="57857"/>
                  </a:cubicBezTo>
                  <a:lnTo>
                    <a:pt x="1151623" y="77456"/>
                  </a:lnTo>
                  <a:cubicBezTo>
                    <a:pt x="1141802" y="76409"/>
                    <a:pt x="1130365" y="75885"/>
                    <a:pt x="1117311" y="75885"/>
                  </a:cubicBezTo>
                  <a:lnTo>
                    <a:pt x="1117311" y="184830"/>
                  </a:lnTo>
                  <a:cubicBezTo>
                    <a:pt x="1117311" y="192274"/>
                    <a:pt x="1116098" y="198088"/>
                    <a:pt x="1113672" y="202272"/>
                  </a:cubicBezTo>
                  <a:cubicBezTo>
                    <a:pt x="1111245" y="206456"/>
                    <a:pt x="1106467" y="209498"/>
                    <a:pt x="1099338" y="211400"/>
                  </a:cubicBezTo>
                  <a:cubicBezTo>
                    <a:pt x="1092208" y="213301"/>
                    <a:pt x="1080827" y="214252"/>
                    <a:pt x="1065194" y="214252"/>
                  </a:cubicBezTo>
                  <a:cubicBezTo>
                    <a:pt x="1065194" y="206346"/>
                    <a:pt x="1062503" y="198468"/>
                    <a:pt x="1057122" y="190617"/>
                  </a:cubicBezTo>
                  <a:cubicBezTo>
                    <a:pt x="1068766" y="192415"/>
                    <a:pt x="1077444" y="193314"/>
                    <a:pt x="1083155" y="193314"/>
                  </a:cubicBezTo>
                  <a:cubicBezTo>
                    <a:pt x="1088867" y="193314"/>
                    <a:pt x="1092945" y="192311"/>
                    <a:pt x="1095391" y="190304"/>
                  </a:cubicBezTo>
                  <a:cubicBezTo>
                    <a:pt x="1097836" y="188298"/>
                    <a:pt x="1099059" y="183932"/>
                    <a:pt x="1099059" y="177205"/>
                  </a:cubicBezTo>
                  <a:lnTo>
                    <a:pt x="1099059" y="75660"/>
                  </a:lnTo>
                  <a:lnTo>
                    <a:pt x="1072641" y="75660"/>
                  </a:lnTo>
                  <a:cubicBezTo>
                    <a:pt x="1056487" y="75660"/>
                    <a:pt x="1041596" y="76259"/>
                    <a:pt x="1027968" y="77456"/>
                  </a:cubicBezTo>
                  <a:lnTo>
                    <a:pt x="1027968" y="57857"/>
                  </a:lnTo>
                  <a:cubicBezTo>
                    <a:pt x="1041232" y="59205"/>
                    <a:pt x="1056123" y="59879"/>
                    <a:pt x="1072641" y="59879"/>
                  </a:cubicBezTo>
                  <a:lnTo>
                    <a:pt x="1099059" y="59879"/>
                  </a:lnTo>
                  <a:cubicBezTo>
                    <a:pt x="1099059" y="32290"/>
                    <a:pt x="1098236" y="13601"/>
                    <a:pt x="1096591" y="3811"/>
                  </a:cubicBezTo>
                  <a:close/>
                  <a:moveTo>
                    <a:pt x="1266026" y="897"/>
                  </a:moveTo>
                  <a:cubicBezTo>
                    <a:pt x="1273937" y="12096"/>
                    <a:pt x="1280329" y="22713"/>
                    <a:pt x="1285204" y="32747"/>
                  </a:cubicBezTo>
                  <a:cubicBezTo>
                    <a:pt x="1323752" y="32747"/>
                    <a:pt x="1350566" y="31997"/>
                    <a:pt x="1365646" y="30497"/>
                  </a:cubicBezTo>
                  <a:cubicBezTo>
                    <a:pt x="1364448" y="38074"/>
                    <a:pt x="1363849" y="46207"/>
                    <a:pt x="1363849" y="54896"/>
                  </a:cubicBezTo>
                  <a:cubicBezTo>
                    <a:pt x="1363849" y="63586"/>
                    <a:pt x="1364298" y="71553"/>
                    <a:pt x="1365196" y="78799"/>
                  </a:cubicBezTo>
                  <a:lnTo>
                    <a:pt x="1345822" y="78799"/>
                  </a:lnTo>
                  <a:lnTo>
                    <a:pt x="1345822" y="48078"/>
                  </a:lnTo>
                  <a:lnTo>
                    <a:pt x="1204629" y="48078"/>
                  </a:lnTo>
                  <a:lnTo>
                    <a:pt x="1204629" y="81268"/>
                  </a:lnTo>
                  <a:lnTo>
                    <a:pt x="1185481" y="81268"/>
                  </a:lnTo>
                  <a:cubicBezTo>
                    <a:pt x="1186378" y="72990"/>
                    <a:pt x="1186827" y="64720"/>
                    <a:pt x="1186827" y="56455"/>
                  </a:cubicBezTo>
                  <a:cubicBezTo>
                    <a:pt x="1186827" y="48191"/>
                    <a:pt x="1186378" y="39538"/>
                    <a:pt x="1185481" y="30497"/>
                  </a:cubicBezTo>
                  <a:cubicBezTo>
                    <a:pt x="1200468" y="31847"/>
                    <a:pt x="1227903" y="32521"/>
                    <a:pt x="1267784" y="32519"/>
                  </a:cubicBezTo>
                  <a:cubicBezTo>
                    <a:pt x="1262266" y="24851"/>
                    <a:pt x="1256585" y="17508"/>
                    <a:pt x="1250739" y="10491"/>
                  </a:cubicBezTo>
                  <a:close/>
                  <a:moveTo>
                    <a:pt x="333162" y="0"/>
                  </a:moveTo>
                  <a:cubicBezTo>
                    <a:pt x="341642" y="2882"/>
                    <a:pt x="348102" y="4681"/>
                    <a:pt x="352543" y="5397"/>
                  </a:cubicBezTo>
                  <a:cubicBezTo>
                    <a:pt x="356608" y="6300"/>
                    <a:pt x="358640" y="7848"/>
                    <a:pt x="358640" y="10043"/>
                  </a:cubicBezTo>
                  <a:cubicBezTo>
                    <a:pt x="358640" y="12237"/>
                    <a:pt x="356933" y="13944"/>
                    <a:pt x="353518" y="15165"/>
                  </a:cubicBezTo>
                  <a:cubicBezTo>
                    <a:pt x="350104" y="16385"/>
                    <a:pt x="343363" y="23516"/>
                    <a:pt x="333298" y="36558"/>
                  </a:cubicBezTo>
                  <a:lnTo>
                    <a:pt x="359941" y="36558"/>
                  </a:lnTo>
                  <a:cubicBezTo>
                    <a:pt x="395759" y="36558"/>
                    <a:pt x="418648" y="35436"/>
                    <a:pt x="428606" y="33190"/>
                  </a:cubicBezTo>
                  <a:cubicBezTo>
                    <a:pt x="427561" y="40422"/>
                    <a:pt x="427038" y="55237"/>
                    <a:pt x="427038" y="77635"/>
                  </a:cubicBezTo>
                  <a:lnTo>
                    <a:pt x="427038" y="185281"/>
                  </a:lnTo>
                  <a:cubicBezTo>
                    <a:pt x="427038" y="190874"/>
                    <a:pt x="425905" y="195196"/>
                    <a:pt x="423640" y="198246"/>
                  </a:cubicBezTo>
                  <a:cubicBezTo>
                    <a:pt x="421374" y="201297"/>
                    <a:pt x="416708" y="203568"/>
                    <a:pt x="409641" y="205060"/>
                  </a:cubicBezTo>
                  <a:cubicBezTo>
                    <a:pt x="402575" y="206552"/>
                    <a:pt x="391002" y="207373"/>
                    <a:pt x="374921" y="207523"/>
                  </a:cubicBezTo>
                  <a:cubicBezTo>
                    <a:pt x="375371" y="199891"/>
                    <a:pt x="372979" y="192387"/>
                    <a:pt x="367745" y="185013"/>
                  </a:cubicBezTo>
                  <a:cubicBezTo>
                    <a:pt x="380547" y="186808"/>
                    <a:pt x="389750" y="187706"/>
                    <a:pt x="395354" y="187706"/>
                  </a:cubicBezTo>
                  <a:cubicBezTo>
                    <a:pt x="400958" y="187706"/>
                    <a:pt x="404449" y="187018"/>
                    <a:pt x="405825" y="185641"/>
                  </a:cubicBezTo>
                  <a:cubicBezTo>
                    <a:pt x="407201" y="184265"/>
                    <a:pt x="407889" y="181678"/>
                    <a:pt x="407889" y="177880"/>
                  </a:cubicBezTo>
                  <a:lnTo>
                    <a:pt x="407889" y="51889"/>
                  </a:lnTo>
                  <a:lnTo>
                    <a:pt x="275662" y="51889"/>
                  </a:lnTo>
                  <a:lnTo>
                    <a:pt x="275662" y="207973"/>
                  </a:lnTo>
                  <a:lnTo>
                    <a:pt x="254274" y="207973"/>
                  </a:lnTo>
                  <a:cubicBezTo>
                    <a:pt x="255917" y="190763"/>
                    <a:pt x="256738" y="172061"/>
                    <a:pt x="256738" y="151866"/>
                  </a:cubicBezTo>
                  <a:lnTo>
                    <a:pt x="256738" y="77635"/>
                  </a:lnTo>
                  <a:cubicBezTo>
                    <a:pt x="256738" y="60609"/>
                    <a:pt x="256141" y="45794"/>
                    <a:pt x="254945" y="33190"/>
                  </a:cubicBezTo>
                  <a:cubicBezTo>
                    <a:pt x="262441" y="35436"/>
                    <a:pt x="274192" y="36558"/>
                    <a:pt x="290196" y="36558"/>
                  </a:cubicBezTo>
                  <a:lnTo>
                    <a:pt x="316239" y="36558"/>
                  </a:lnTo>
                  <a:cubicBezTo>
                    <a:pt x="324478" y="23988"/>
                    <a:pt x="330119" y="11802"/>
                    <a:pt x="33316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CF9508A0-CD2F-4F3C-89BF-7B2D8C30CEB5}"/>
                </a:ext>
              </a:extLst>
            </p:cNvPr>
            <p:cNvSpPr txBox="1"/>
            <p:nvPr/>
          </p:nvSpPr>
          <p:spPr>
            <a:xfrm>
              <a:off x="3756904" y="6254307"/>
              <a:ext cx="1703405" cy="176720"/>
            </a:xfrm>
            <a:custGeom>
              <a:avLst/>
              <a:gdLst/>
              <a:ahLst/>
              <a:cxnLst/>
              <a:rect l="l" t="t" r="r" b="b"/>
              <a:pathLst>
                <a:path w="2067816" h="214525">
                  <a:moveTo>
                    <a:pt x="886097" y="145543"/>
                  </a:moveTo>
                  <a:cubicBezTo>
                    <a:pt x="900972" y="160310"/>
                    <a:pt x="912982" y="173472"/>
                    <a:pt x="922126" y="185031"/>
                  </a:cubicBezTo>
                  <a:lnTo>
                    <a:pt x="907867" y="195639"/>
                  </a:lnTo>
                  <a:cubicBezTo>
                    <a:pt x="896475" y="179930"/>
                    <a:pt x="885276" y="166706"/>
                    <a:pt x="874270" y="155966"/>
                  </a:cubicBezTo>
                  <a:close/>
                  <a:moveTo>
                    <a:pt x="823314" y="142850"/>
                  </a:moveTo>
                  <a:cubicBezTo>
                    <a:pt x="828265" y="145674"/>
                    <a:pt x="833265" y="147722"/>
                    <a:pt x="838316" y="148994"/>
                  </a:cubicBezTo>
                  <a:cubicBezTo>
                    <a:pt x="841712" y="149906"/>
                    <a:pt x="843409" y="151745"/>
                    <a:pt x="843409" y="154511"/>
                  </a:cubicBezTo>
                  <a:cubicBezTo>
                    <a:pt x="843409" y="157276"/>
                    <a:pt x="841397" y="159324"/>
                    <a:pt x="837373" y="160652"/>
                  </a:cubicBezTo>
                  <a:cubicBezTo>
                    <a:pt x="835194" y="161574"/>
                    <a:pt x="831736" y="165569"/>
                    <a:pt x="827000" y="172636"/>
                  </a:cubicBezTo>
                  <a:cubicBezTo>
                    <a:pt x="822264" y="179704"/>
                    <a:pt x="815968" y="187670"/>
                    <a:pt x="808112" y="196535"/>
                  </a:cubicBezTo>
                  <a:cubicBezTo>
                    <a:pt x="803738" y="193087"/>
                    <a:pt x="798057" y="190000"/>
                    <a:pt x="791071" y="187274"/>
                  </a:cubicBezTo>
                  <a:cubicBezTo>
                    <a:pt x="806370" y="175420"/>
                    <a:pt x="817118" y="160612"/>
                    <a:pt x="823314" y="142850"/>
                  </a:cubicBezTo>
                  <a:close/>
                  <a:moveTo>
                    <a:pt x="1890429" y="140696"/>
                  </a:moveTo>
                  <a:lnTo>
                    <a:pt x="1890429" y="152498"/>
                  </a:lnTo>
                  <a:lnTo>
                    <a:pt x="1941025" y="152498"/>
                  </a:lnTo>
                  <a:lnTo>
                    <a:pt x="1941025" y="140696"/>
                  </a:lnTo>
                  <a:close/>
                  <a:moveTo>
                    <a:pt x="751819" y="117511"/>
                  </a:moveTo>
                  <a:cubicBezTo>
                    <a:pt x="757410" y="122400"/>
                    <a:pt x="762674" y="125958"/>
                    <a:pt x="767611" y="128184"/>
                  </a:cubicBezTo>
                  <a:cubicBezTo>
                    <a:pt x="751663" y="165124"/>
                    <a:pt x="739736" y="193141"/>
                    <a:pt x="731828" y="212234"/>
                  </a:cubicBezTo>
                  <a:cubicBezTo>
                    <a:pt x="725374" y="208526"/>
                    <a:pt x="718585" y="205596"/>
                    <a:pt x="711461" y="203443"/>
                  </a:cubicBezTo>
                  <a:cubicBezTo>
                    <a:pt x="724155" y="186534"/>
                    <a:pt x="737608" y="157890"/>
                    <a:pt x="751819" y="117511"/>
                  </a:cubicBezTo>
                  <a:close/>
                  <a:moveTo>
                    <a:pt x="1890429" y="112889"/>
                  </a:moveTo>
                  <a:lnTo>
                    <a:pt x="1890429" y="126934"/>
                  </a:lnTo>
                  <a:lnTo>
                    <a:pt x="1941025" y="126934"/>
                  </a:lnTo>
                  <a:lnTo>
                    <a:pt x="1941025" y="112889"/>
                  </a:lnTo>
                  <a:close/>
                  <a:moveTo>
                    <a:pt x="970197" y="105710"/>
                  </a:moveTo>
                  <a:lnTo>
                    <a:pt x="970197" y="154516"/>
                  </a:lnTo>
                  <a:lnTo>
                    <a:pt x="1008683" y="154516"/>
                  </a:lnTo>
                  <a:lnTo>
                    <a:pt x="1008683" y="105710"/>
                  </a:lnTo>
                  <a:close/>
                  <a:moveTo>
                    <a:pt x="1279978" y="104367"/>
                  </a:moveTo>
                  <a:lnTo>
                    <a:pt x="1279978" y="134335"/>
                  </a:lnTo>
                  <a:lnTo>
                    <a:pt x="1329902" y="134335"/>
                  </a:lnTo>
                  <a:lnTo>
                    <a:pt x="1329902" y="104367"/>
                  </a:lnTo>
                  <a:close/>
                  <a:moveTo>
                    <a:pt x="1210012" y="104367"/>
                  </a:moveTo>
                  <a:lnTo>
                    <a:pt x="1210012" y="134335"/>
                  </a:lnTo>
                  <a:lnTo>
                    <a:pt x="1261279" y="134335"/>
                  </a:lnTo>
                  <a:lnTo>
                    <a:pt x="1261279" y="104367"/>
                  </a:lnTo>
                  <a:close/>
                  <a:moveTo>
                    <a:pt x="584653" y="104367"/>
                  </a:moveTo>
                  <a:lnTo>
                    <a:pt x="584653" y="134335"/>
                  </a:lnTo>
                  <a:lnTo>
                    <a:pt x="634577" y="134335"/>
                  </a:lnTo>
                  <a:lnTo>
                    <a:pt x="634577" y="104367"/>
                  </a:lnTo>
                  <a:close/>
                  <a:moveTo>
                    <a:pt x="514687" y="104367"/>
                  </a:moveTo>
                  <a:lnTo>
                    <a:pt x="514687" y="134335"/>
                  </a:lnTo>
                  <a:lnTo>
                    <a:pt x="565954" y="134335"/>
                  </a:lnTo>
                  <a:lnTo>
                    <a:pt x="565954" y="104367"/>
                  </a:lnTo>
                  <a:close/>
                  <a:moveTo>
                    <a:pt x="830404" y="103692"/>
                  </a:moveTo>
                  <a:lnTo>
                    <a:pt x="830404" y="121776"/>
                  </a:lnTo>
                  <a:lnTo>
                    <a:pt x="887500" y="121776"/>
                  </a:lnTo>
                  <a:lnTo>
                    <a:pt x="887500" y="103692"/>
                  </a:lnTo>
                  <a:close/>
                  <a:moveTo>
                    <a:pt x="318721" y="94723"/>
                  </a:moveTo>
                  <a:lnTo>
                    <a:pt x="318721" y="140836"/>
                  </a:lnTo>
                  <a:lnTo>
                    <a:pt x="367524" y="140836"/>
                  </a:lnTo>
                  <a:lnTo>
                    <a:pt x="367524" y="94723"/>
                  </a:lnTo>
                  <a:close/>
                  <a:moveTo>
                    <a:pt x="79700" y="93155"/>
                  </a:moveTo>
                  <a:cubicBezTo>
                    <a:pt x="87158" y="119632"/>
                    <a:pt x="98807" y="140308"/>
                    <a:pt x="114647" y="155184"/>
                  </a:cubicBezTo>
                  <a:cubicBezTo>
                    <a:pt x="133140" y="138087"/>
                    <a:pt x="146354" y="117410"/>
                    <a:pt x="154291" y="93155"/>
                  </a:cubicBezTo>
                  <a:close/>
                  <a:moveTo>
                    <a:pt x="1054218" y="92840"/>
                  </a:moveTo>
                  <a:cubicBezTo>
                    <a:pt x="1069267" y="110083"/>
                    <a:pt x="1080879" y="125671"/>
                    <a:pt x="1089054" y="139603"/>
                  </a:cubicBezTo>
                  <a:lnTo>
                    <a:pt x="1072824" y="149665"/>
                  </a:lnTo>
                  <a:cubicBezTo>
                    <a:pt x="1064718" y="133523"/>
                    <a:pt x="1053803" y="117798"/>
                    <a:pt x="1040080" y="102492"/>
                  </a:cubicBezTo>
                  <a:close/>
                  <a:moveTo>
                    <a:pt x="300022" y="77592"/>
                  </a:moveTo>
                  <a:cubicBezTo>
                    <a:pt x="310347" y="78792"/>
                    <a:pt x="324885" y="79392"/>
                    <a:pt x="343635" y="79392"/>
                  </a:cubicBezTo>
                  <a:cubicBezTo>
                    <a:pt x="362385" y="79392"/>
                    <a:pt x="376656" y="78792"/>
                    <a:pt x="386447" y="77592"/>
                  </a:cubicBezTo>
                  <a:cubicBezTo>
                    <a:pt x="385700" y="88501"/>
                    <a:pt x="385326" y="102322"/>
                    <a:pt x="385326" y="119056"/>
                  </a:cubicBezTo>
                  <a:cubicBezTo>
                    <a:pt x="385326" y="135790"/>
                    <a:pt x="385700" y="148385"/>
                    <a:pt x="386447" y="156841"/>
                  </a:cubicBezTo>
                  <a:cubicBezTo>
                    <a:pt x="372012" y="156244"/>
                    <a:pt x="356135" y="155945"/>
                    <a:pt x="338817" y="155945"/>
                  </a:cubicBezTo>
                  <a:cubicBezTo>
                    <a:pt x="321498" y="155945"/>
                    <a:pt x="308566" y="156319"/>
                    <a:pt x="300022" y="157066"/>
                  </a:cubicBezTo>
                  <a:cubicBezTo>
                    <a:pt x="300918" y="147320"/>
                    <a:pt x="301365" y="134047"/>
                    <a:pt x="301365" y="117249"/>
                  </a:cubicBezTo>
                  <a:cubicBezTo>
                    <a:pt x="301365" y="100450"/>
                    <a:pt x="300918" y="87231"/>
                    <a:pt x="300022" y="77592"/>
                  </a:cubicBezTo>
                  <a:close/>
                  <a:moveTo>
                    <a:pt x="830404" y="71623"/>
                  </a:moveTo>
                  <a:lnTo>
                    <a:pt x="830404" y="89708"/>
                  </a:lnTo>
                  <a:lnTo>
                    <a:pt x="887500" y="89708"/>
                  </a:lnTo>
                  <a:lnTo>
                    <a:pt x="887500" y="71623"/>
                  </a:lnTo>
                  <a:close/>
                  <a:moveTo>
                    <a:pt x="719858" y="64808"/>
                  </a:moveTo>
                  <a:cubicBezTo>
                    <a:pt x="737189" y="74231"/>
                    <a:pt x="751387" y="83820"/>
                    <a:pt x="762453" y="93576"/>
                  </a:cubicBezTo>
                  <a:lnTo>
                    <a:pt x="752169" y="106831"/>
                  </a:lnTo>
                  <a:cubicBezTo>
                    <a:pt x="738715" y="95547"/>
                    <a:pt x="725146" y="86281"/>
                    <a:pt x="711461" y="79035"/>
                  </a:cubicBezTo>
                  <a:close/>
                  <a:moveTo>
                    <a:pt x="1992228" y="64001"/>
                  </a:moveTo>
                  <a:cubicBezTo>
                    <a:pt x="1990461" y="68896"/>
                    <a:pt x="1988299" y="74090"/>
                    <a:pt x="1985741" y="79584"/>
                  </a:cubicBezTo>
                  <a:lnTo>
                    <a:pt x="1982303" y="86331"/>
                  </a:lnTo>
                  <a:lnTo>
                    <a:pt x="1994617" y="84321"/>
                  </a:lnTo>
                  <a:cubicBezTo>
                    <a:pt x="1995243" y="112680"/>
                    <a:pt x="1999887" y="134955"/>
                    <a:pt x="2008547" y="151148"/>
                  </a:cubicBezTo>
                  <a:cubicBezTo>
                    <a:pt x="2018415" y="132843"/>
                    <a:pt x="2024463" y="103794"/>
                    <a:pt x="2026689" y="64001"/>
                  </a:cubicBezTo>
                  <a:close/>
                  <a:moveTo>
                    <a:pt x="1279978" y="56600"/>
                  </a:moveTo>
                  <a:lnTo>
                    <a:pt x="1279978" y="89033"/>
                  </a:lnTo>
                  <a:lnTo>
                    <a:pt x="1329902" y="89033"/>
                  </a:lnTo>
                  <a:lnTo>
                    <a:pt x="1329902" y="56600"/>
                  </a:lnTo>
                  <a:close/>
                  <a:moveTo>
                    <a:pt x="1210012" y="56600"/>
                  </a:moveTo>
                  <a:lnTo>
                    <a:pt x="1210012" y="89033"/>
                  </a:lnTo>
                  <a:lnTo>
                    <a:pt x="1261279" y="89033"/>
                  </a:lnTo>
                  <a:lnTo>
                    <a:pt x="1261279" y="56600"/>
                  </a:lnTo>
                  <a:close/>
                  <a:moveTo>
                    <a:pt x="584653" y="56600"/>
                  </a:moveTo>
                  <a:lnTo>
                    <a:pt x="584653" y="89033"/>
                  </a:lnTo>
                  <a:lnTo>
                    <a:pt x="634577" y="89033"/>
                  </a:lnTo>
                  <a:lnTo>
                    <a:pt x="634577" y="56600"/>
                  </a:lnTo>
                  <a:close/>
                  <a:moveTo>
                    <a:pt x="514687" y="56600"/>
                  </a:moveTo>
                  <a:lnTo>
                    <a:pt x="514687" y="89033"/>
                  </a:lnTo>
                  <a:lnTo>
                    <a:pt x="565954" y="89033"/>
                  </a:lnTo>
                  <a:lnTo>
                    <a:pt x="565954" y="56600"/>
                  </a:lnTo>
                  <a:close/>
                  <a:moveTo>
                    <a:pt x="1903209" y="51442"/>
                  </a:moveTo>
                  <a:lnTo>
                    <a:pt x="1903209" y="73559"/>
                  </a:lnTo>
                  <a:lnTo>
                    <a:pt x="1929138" y="73559"/>
                  </a:lnTo>
                  <a:lnTo>
                    <a:pt x="1929138" y="51442"/>
                  </a:lnTo>
                  <a:close/>
                  <a:moveTo>
                    <a:pt x="970197" y="40227"/>
                  </a:moveTo>
                  <a:lnTo>
                    <a:pt x="970197" y="90829"/>
                  </a:lnTo>
                  <a:lnTo>
                    <a:pt x="1008683" y="90829"/>
                  </a:lnTo>
                  <a:lnTo>
                    <a:pt x="1008683" y="40227"/>
                  </a:lnTo>
                  <a:close/>
                  <a:moveTo>
                    <a:pt x="950601" y="22424"/>
                  </a:moveTo>
                  <a:cubicBezTo>
                    <a:pt x="957100" y="23775"/>
                    <a:pt x="970079" y="24450"/>
                    <a:pt x="989538" y="24450"/>
                  </a:cubicBezTo>
                  <a:cubicBezTo>
                    <a:pt x="1008998" y="24450"/>
                    <a:pt x="1021986" y="23775"/>
                    <a:pt x="1028504" y="22424"/>
                  </a:cubicBezTo>
                  <a:cubicBezTo>
                    <a:pt x="1027609" y="27992"/>
                    <a:pt x="1027161" y="37051"/>
                    <a:pt x="1027161" y="49603"/>
                  </a:cubicBezTo>
                  <a:lnTo>
                    <a:pt x="1027161" y="158366"/>
                  </a:lnTo>
                  <a:cubicBezTo>
                    <a:pt x="1027161" y="168039"/>
                    <a:pt x="1027684" y="178669"/>
                    <a:pt x="1028729" y="190256"/>
                  </a:cubicBezTo>
                  <a:lnTo>
                    <a:pt x="1008683" y="190256"/>
                  </a:lnTo>
                  <a:lnTo>
                    <a:pt x="1008683" y="169400"/>
                  </a:lnTo>
                  <a:lnTo>
                    <a:pt x="970197" y="169400"/>
                  </a:lnTo>
                  <a:lnTo>
                    <a:pt x="970197" y="195864"/>
                  </a:lnTo>
                  <a:lnTo>
                    <a:pt x="950376" y="195864"/>
                  </a:lnTo>
                  <a:cubicBezTo>
                    <a:pt x="951424" y="185663"/>
                    <a:pt x="951948" y="174210"/>
                    <a:pt x="951948" y="161506"/>
                  </a:cubicBezTo>
                  <a:lnTo>
                    <a:pt x="951948" y="49603"/>
                  </a:lnTo>
                  <a:cubicBezTo>
                    <a:pt x="951948" y="37830"/>
                    <a:pt x="951499" y="28770"/>
                    <a:pt x="950601" y="22424"/>
                  </a:cubicBezTo>
                  <a:close/>
                  <a:moveTo>
                    <a:pt x="1427086" y="19735"/>
                  </a:moveTo>
                  <a:cubicBezTo>
                    <a:pt x="1436634" y="20485"/>
                    <a:pt x="1462604" y="20860"/>
                    <a:pt x="1504995" y="20860"/>
                  </a:cubicBezTo>
                  <a:cubicBezTo>
                    <a:pt x="1547386" y="20860"/>
                    <a:pt x="1572875" y="20485"/>
                    <a:pt x="1581462" y="19735"/>
                  </a:cubicBezTo>
                  <a:lnTo>
                    <a:pt x="1581462" y="37873"/>
                  </a:lnTo>
                  <a:cubicBezTo>
                    <a:pt x="1575466" y="38935"/>
                    <a:pt x="1569861" y="41509"/>
                    <a:pt x="1564646" y="45595"/>
                  </a:cubicBezTo>
                  <a:lnTo>
                    <a:pt x="1515529" y="83918"/>
                  </a:lnTo>
                  <a:lnTo>
                    <a:pt x="1515529" y="96209"/>
                  </a:lnTo>
                  <a:cubicBezTo>
                    <a:pt x="1556893" y="96209"/>
                    <a:pt x="1587767" y="95386"/>
                    <a:pt x="1608147" y="93741"/>
                  </a:cubicBezTo>
                  <a:lnTo>
                    <a:pt x="1608147" y="115129"/>
                  </a:lnTo>
                  <a:cubicBezTo>
                    <a:pt x="1587485" y="113636"/>
                    <a:pt x="1556613" y="112889"/>
                    <a:pt x="1515529" y="112889"/>
                  </a:cubicBezTo>
                  <a:lnTo>
                    <a:pt x="1515529" y="190885"/>
                  </a:lnTo>
                  <a:cubicBezTo>
                    <a:pt x="1515529" y="195904"/>
                    <a:pt x="1514352" y="199895"/>
                    <a:pt x="1511998" y="202858"/>
                  </a:cubicBezTo>
                  <a:cubicBezTo>
                    <a:pt x="1509644" y="205820"/>
                    <a:pt x="1505175" y="208085"/>
                    <a:pt x="1498591" y="209653"/>
                  </a:cubicBezTo>
                  <a:cubicBezTo>
                    <a:pt x="1492007" y="211221"/>
                    <a:pt x="1481553" y="212081"/>
                    <a:pt x="1467230" y="212234"/>
                  </a:cubicBezTo>
                  <a:cubicBezTo>
                    <a:pt x="1467828" y="203649"/>
                    <a:pt x="1465585" y="195622"/>
                    <a:pt x="1460501" y="188152"/>
                  </a:cubicBezTo>
                  <a:cubicBezTo>
                    <a:pt x="1472145" y="189948"/>
                    <a:pt x="1480235" y="190845"/>
                    <a:pt x="1484770" y="190845"/>
                  </a:cubicBezTo>
                  <a:cubicBezTo>
                    <a:pt x="1489305" y="190845"/>
                    <a:pt x="1492374" y="190273"/>
                    <a:pt x="1493978" y="189129"/>
                  </a:cubicBezTo>
                  <a:cubicBezTo>
                    <a:pt x="1495582" y="187985"/>
                    <a:pt x="1496383" y="185207"/>
                    <a:pt x="1496383" y="180794"/>
                  </a:cubicBezTo>
                  <a:lnTo>
                    <a:pt x="1496383" y="112889"/>
                  </a:lnTo>
                  <a:cubicBezTo>
                    <a:pt x="1449735" y="112889"/>
                    <a:pt x="1417441" y="113636"/>
                    <a:pt x="1399503" y="115129"/>
                  </a:cubicBezTo>
                  <a:lnTo>
                    <a:pt x="1399503" y="93741"/>
                  </a:lnTo>
                  <a:cubicBezTo>
                    <a:pt x="1417218" y="95386"/>
                    <a:pt x="1449511" y="96209"/>
                    <a:pt x="1496383" y="96209"/>
                  </a:cubicBezTo>
                  <a:lnTo>
                    <a:pt x="1496383" y="76242"/>
                  </a:lnTo>
                  <a:lnTo>
                    <a:pt x="1551101" y="37312"/>
                  </a:lnTo>
                  <a:lnTo>
                    <a:pt x="1477588" y="37312"/>
                  </a:lnTo>
                  <a:cubicBezTo>
                    <a:pt x="1455855" y="37312"/>
                    <a:pt x="1439021" y="37686"/>
                    <a:pt x="1427086" y="38434"/>
                  </a:cubicBezTo>
                  <a:close/>
                  <a:moveTo>
                    <a:pt x="780755" y="18388"/>
                  </a:moveTo>
                  <a:cubicBezTo>
                    <a:pt x="784844" y="19588"/>
                    <a:pt x="807752" y="20188"/>
                    <a:pt x="849482" y="20188"/>
                  </a:cubicBezTo>
                  <a:cubicBezTo>
                    <a:pt x="891211" y="20188"/>
                    <a:pt x="914079" y="19588"/>
                    <a:pt x="918086" y="18388"/>
                  </a:cubicBezTo>
                  <a:lnTo>
                    <a:pt x="918086" y="36641"/>
                  </a:lnTo>
                  <a:cubicBezTo>
                    <a:pt x="913769" y="36117"/>
                    <a:pt x="906150" y="35724"/>
                    <a:pt x="895229" y="35462"/>
                  </a:cubicBezTo>
                  <a:lnTo>
                    <a:pt x="856403" y="35104"/>
                  </a:lnTo>
                  <a:lnTo>
                    <a:pt x="864716" y="38969"/>
                  </a:lnTo>
                  <a:cubicBezTo>
                    <a:pt x="867106" y="39446"/>
                    <a:pt x="868302" y="40962"/>
                    <a:pt x="868302" y="43520"/>
                  </a:cubicBezTo>
                  <a:cubicBezTo>
                    <a:pt x="868302" y="46077"/>
                    <a:pt x="867171" y="47792"/>
                    <a:pt x="864908" y="48663"/>
                  </a:cubicBezTo>
                  <a:cubicBezTo>
                    <a:pt x="862646" y="49535"/>
                    <a:pt x="860805" y="50714"/>
                    <a:pt x="859386" y="52200"/>
                  </a:cubicBezTo>
                  <a:cubicBezTo>
                    <a:pt x="857967" y="53685"/>
                    <a:pt x="856230" y="55349"/>
                    <a:pt x="854175" y="57190"/>
                  </a:cubicBezTo>
                  <a:lnTo>
                    <a:pt x="871849" y="57190"/>
                  </a:lnTo>
                  <a:cubicBezTo>
                    <a:pt x="887758" y="57190"/>
                    <a:pt x="899658" y="56664"/>
                    <a:pt x="907549" y="55614"/>
                  </a:cubicBezTo>
                  <a:cubicBezTo>
                    <a:pt x="906352" y="65294"/>
                    <a:pt x="905753" y="75400"/>
                    <a:pt x="905753" y="85932"/>
                  </a:cubicBezTo>
                  <a:lnTo>
                    <a:pt x="905753" y="106789"/>
                  </a:lnTo>
                  <a:cubicBezTo>
                    <a:pt x="905753" y="117554"/>
                    <a:pt x="906352" y="128034"/>
                    <a:pt x="907549" y="138228"/>
                  </a:cubicBezTo>
                  <a:cubicBezTo>
                    <a:pt x="899579" y="137033"/>
                    <a:pt x="887169" y="136360"/>
                    <a:pt x="870320" y="136210"/>
                  </a:cubicBezTo>
                  <a:lnTo>
                    <a:pt x="870320" y="193128"/>
                  </a:lnTo>
                  <a:cubicBezTo>
                    <a:pt x="870320" y="199119"/>
                    <a:pt x="869312" y="203648"/>
                    <a:pt x="867296" y="206715"/>
                  </a:cubicBezTo>
                  <a:cubicBezTo>
                    <a:pt x="865280" y="209782"/>
                    <a:pt x="861542" y="211917"/>
                    <a:pt x="856081" y="213120"/>
                  </a:cubicBezTo>
                  <a:cubicBezTo>
                    <a:pt x="850619" y="214322"/>
                    <a:pt x="841508" y="214753"/>
                    <a:pt x="828747" y="214413"/>
                  </a:cubicBezTo>
                  <a:cubicBezTo>
                    <a:pt x="829047" y="207567"/>
                    <a:pt x="827104" y="200906"/>
                    <a:pt x="822917" y="194432"/>
                  </a:cubicBezTo>
                  <a:cubicBezTo>
                    <a:pt x="832276" y="196077"/>
                    <a:pt x="838778" y="196900"/>
                    <a:pt x="842423" y="196900"/>
                  </a:cubicBezTo>
                  <a:cubicBezTo>
                    <a:pt x="846069" y="196900"/>
                    <a:pt x="848476" y="196570"/>
                    <a:pt x="849644" y="195910"/>
                  </a:cubicBezTo>
                  <a:cubicBezTo>
                    <a:pt x="850812" y="195251"/>
                    <a:pt x="851396" y="194024"/>
                    <a:pt x="851396" y="192231"/>
                  </a:cubicBezTo>
                  <a:lnTo>
                    <a:pt x="851396" y="136210"/>
                  </a:lnTo>
                  <a:cubicBezTo>
                    <a:pt x="832217" y="136210"/>
                    <a:pt x="818762" y="136883"/>
                    <a:pt x="811030" y="138228"/>
                  </a:cubicBezTo>
                  <a:cubicBezTo>
                    <a:pt x="812078" y="129332"/>
                    <a:pt x="812602" y="118852"/>
                    <a:pt x="812602" y="106789"/>
                  </a:cubicBezTo>
                  <a:lnTo>
                    <a:pt x="812602" y="85932"/>
                  </a:lnTo>
                  <a:cubicBezTo>
                    <a:pt x="812602" y="74359"/>
                    <a:pt x="812078" y="64253"/>
                    <a:pt x="811030" y="55614"/>
                  </a:cubicBezTo>
                  <a:cubicBezTo>
                    <a:pt x="819317" y="56664"/>
                    <a:pt x="828596" y="57190"/>
                    <a:pt x="838866" y="57190"/>
                  </a:cubicBezTo>
                  <a:cubicBezTo>
                    <a:pt x="840758" y="54057"/>
                    <a:pt x="842460" y="50323"/>
                    <a:pt x="843974" y="45986"/>
                  </a:cubicBezTo>
                  <a:lnTo>
                    <a:pt x="846901" y="35069"/>
                  </a:lnTo>
                  <a:lnTo>
                    <a:pt x="800354" y="35069"/>
                  </a:lnTo>
                  <a:cubicBezTo>
                    <a:pt x="801399" y="65737"/>
                    <a:pt x="801922" y="87924"/>
                    <a:pt x="801922" y="101631"/>
                  </a:cubicBezTo>
                  <a:cubicBezTo>
                    <a:pt x="801922" y="129022"/>
                    <a:pt x="800018" y="149345"/>
                    <a:pt x="796209" y="162599"/>
                  </a:cubicBezTo>
                  <a:cubicBezTo>
                    <a:pt x="792400" y="175853"/>
                    <a:pt x="783930" y="192024"/>
                    <a:pt x="770800" y="211112"/>
                  </a:cubicBezTo>
                  <a:cubicBezTo>
                    <a:pt x="767162" y="208193"/>
                    <a:pt x="764251" y="206230"/>
                    <a:pt x="762069" y="205222"/>
                  </a:cubicBezTo>
                  <a:cubicBezTo>
                    <a:pt x="759886" y="204215"/>
                    <a:pt x="756098" y="203861"/>
                    <a:pt x="750705" y="204161"/>
                  </a:cubicBezTo>
                  <a:cubicBezTo>
                    <a:pt x="764590" y="187626"/>
                    <a:pt x="773518" y="172409"/>
                    <a:pt x="777490" y="158509"/>
                  </a:cubicBezTo>
                  <a:cubicBezTo>
                    <a:pt x="781462" y="144610"/>
                    <a:pt x="783448" y="126185"/>
                    <a:pt x="783448" y="103235"/>
                  </a:cubicBezTo>
                  <a:cubicBezTo>
                    <a:pt x="783448" y="80284"/>
                    <a:pt x="782551" y="52002"/>
                    <a:pt x="780755" y="18388"/>
                  </a:cubicBezTo>
                  <a:close/>
                  <a:moveTo>
                    <a:pt x="174797" y="14127"/>
                  </a:moveTo>
                  <a:cubicBezTo>
                    <a:pt x="178002" y="20897"/>
                    <a:pt x="181809" y="26484"/>
                    <a:pt x="186217" y="30890"/>
                  </a:cubicBezTo>
                  <a:cubicBezTo>
                    <a:pt x="188014" y="32688"/>
                    <a:pt x="188913" y="34656"/>
                    <a:pt x="188913" y="36796"/>
                  </a:cubicBezTo>
                  <a:cubicBezTo>
                    <a:pt x="188913" y="38935"/>
                    <a:pt x="187900" y="40005"/>
                    <a:pt x="185874" y="40005"/>
                  </a:cubicBezTo>
                  <a:cubicBezTo>
                    <a:pt x="183847" y="40005"/>
                    <a:pt x="182314" y="39831"/>
                    <a:pt x="181273" y="39484"/>
                  </a:cubicBezTo>
                  <a:cubicBezTo>
                    <a:pt x="178754" y="38784"/>
                    <a:pt x="174704" y="38434"/>
                    <a:pt x="169125" y="38434"/>
                  </a:cubicBezTo>
                  <a:cubicBezTo>
                    <a:pt x="163546" y="38434"/>
                    <a:pt x="154427" y="38918"/>
                    <a:pt x="141770" y="39886"/>
                  </a:cubicBezTo>
                  <a:cubicBezTo>
                    <a:pt x="129112" y="40854"/>
                    <a:pt x="112640" y="41788"/>
                    <a:pt x="92353" y="42689"/>
                  </a:cubicBezTo>
                  <a:cubicBezTo>
                    <a:pt x="72066" y="43591"/>
                    <a:pt x="58429" y="43891"/>
                    <a:pt x="51443" y="43591"/>
                  </a:cubicBezTo>
                  <a:lnTo>
                    <a:pt x="51443" y="76924"/>
                  </a:lnTo>
                  <a:lnTo>
                    <a:pt x="127423" y="76924"/>
                  </a:lnTo>
                  <a:cubicBezTo>
                    <a:pt x="146904" y="76924"/>
                    <a:pt x="163888" y="76399"/>
                    <a:pt x="178373" y="75349"/>
                  </a:cubicBezTo>
                  <a:cubicBezTo>
                    <a:pt x="166521" y="115380"/>
                    <a:pt x="149327" y="145476"/>
                    <a:pt x="126791" y="165635"/>
                  </a:cubicBezTo>
                  <a:cubicBezTo>
                    <a:pt x="145744" y="178325"/>
                    <a:pt x="170113" y="186479"/>
                    <a:pt x="199900" y="190099"/>
                  </a:cubicBezTo>
                  <a:cubicBezTo>
                    <a:pt x="195162" y="195873"/>
                    <a:pt x="191202" y="202878"/>
                    <a:pt x="188020" y="211112"/>
                  </a:cubicBezTo>
                  <a:cubicBezTo>
                    <a:pt x="156014" y="202907"/>
                    <a:pt x="131174" y="191693"/>
                    <a:pt x="113500" y="177472"/>
                  </a:cubicBezTo>
                  <a:cubicBezTo>
                    <a:pt x="96481" y="191200"/>
                    <a:pt x="74563" y="203011"/>
                    <a:pt x="47746" y="212905"/>
                  </a:cubicBezTo>
                  <a:cubicBezTo>
                    <a:pt x="45195" y="205909"/>
                    <a:pt x="40642" y="200217"/>
                    <a:pt x="34087" y="195828"/>
                  </a:cubicBezTo>
                  <a:cubicBezTo>
                    <a:pt x="62688" y="187425"/>
                    <a:pt x="85040" y="177555"/>
                    <a:pt x="101142" y="166217"/>
                  </a:cubicBezTo>
                  <a:cubicBezTo>
                    <a:pt x="84873" y="148772"/>
                    <a:pt x="71625" y="124418"/>
                    <a:pt x="61397" y="93155"/>
                  </a:cubicBezTo>
                  <a:lnTo>
                    <a:pt x="51428" y="93155"/>
                  </a:lnTo>
                  <a:cubicBezTo>
                    <a:pt x="51288" y="116289"/>
                    <a:pt x="48793" y="136911"/>
                    <a:pt x="43943" y="155021"/>
                  </a:cubicBezTo>
                  <a:cubicBezTo>
                    <a:pt x="39094" y="173132"/>
                    <a:pt x="30813" y="190857"/>
                    <a:pt x="19099" y="208198"/>
                  </a:cubicBezTo>
                  <a:cubicBezTo>
                    <a:pt x="13598" y="204052"/>
                    <a:pt x="7232" y="200980"/>
                    <a:pt x="0" y="198982"/>
                  </a:cubicBezTo>
                  <a:cubicBezTo>
                    <a:pt x="21977" y="174527"/>
                    <a:pt x="32965" y="137890"/>
                    <a:pt x="32965" y="89072"/>
                  </a:cubicBezTo>
                  <a:cubicBezTo>
                    <a:pt x="32965" y="67341"/>
                    <a:pt x="32443" y="45948"/>
                    <a:pt x="31397" y="24893"/>
                  </a:cubicBezTo>
                  <a:cubicBezTo>
                    <a:pt x="45135" y="25343"/>
                    <a:pt x="58081" y="25568"/>
                    <a:pt x="70238" y="25568"/>
                  </a:cubicBezTo>
                  <a:cubicBezTo>
                    <a:pt x="122058" y="25568"/>
                    <a:pt x="156912" y="21754"/>
                    <a:pt x="174797" y="14127"/>
                  </a:cubicBezTo>
                  <a:close/>
                  <a:moveTo>
                    <a:pt x="734506" y="8298"/>
                  </a:moveTo>
                  <a:cubicBezTo>
                    <a:pt x="751825" y="18025"/>
                    <a:pt x="766000" y="27978"/>
                    <a:pt x="777030" y="38155"/>
                  </a:cubicBezTo>
                  <a:lnTo>
                    <a:pt x="764892" y="50321"/>
                  </a:lnTo>
                  <a:cubicBezTo>
                    <a:pt x="756065" y="42294"/>
                    <a:pt x="742963" y="33058"/>
                    <a:pt x="725587" y="22614"/>
                  </a:cubicBezTo>
                  <a:close/>
                  <a:moveTo>
                    <a:pt x="1666001" y="5605"/>
                  </a:moveTo>
                  <a:cubicBezTo>
                    <a:pt x="1671943" y="6655"/>
                    <a:pt x="1678610" y="7180"/>
                    <a:pt x="1686004" y="7180"/>
                  </a:cubicBezTo>
                  <a:cubicBezTo>
                    <a:pt x="1691116" y="7180"/>
                    <a:pt x="1693673" y="8224"/>
                    <a:pt x="1693673" y="10314"/>
                  </a:cubicBezTo>
                  <a:cubicBezTo>
                    <a:pt x="1693673" y="12404"/>
                    <a:pt x="1692551" y="14345"/>
                    <a:pt x="1690310" y="16140"/>
                  </a:cubicBezTo>
                  <a:cubicBezTo>
                    <a:pt x="1688068" y="17934"/>
                    <a:pt x="1686947" y="20417"/>
                    <a:pt x="1686947" y="23589"/>
                  </a:cubicBezTo>
                  <a:lnTo>
                    <a:pt x="1686947" y="52703"/>
                  </a:lnTo>
                  <a:cubicBezTo>
                    <a:pt x="1698181" y="52703"/>
                    <a:pt x="1708497" y="52029"/>
                    <a:pt x="1717893" y="50682"/>
                  </a:cubicBezTo>
                  <a:lnTo>
                    <a:pt x="1717893" y="70502"/>
                  </a:lnTo>
                  <a:cubicBezTo>
                    <a:pt x="1708361" y="69307"/>
                    <a:pt x="1698046" y="68709"/>
                    <a:pt x="1686947" y="68709"/>
                  </a:cubicBezTo>
                  <a:lnTo>
                    <a:pt x="1686947" y="106971"/>
                  </a:lnTo>
                  <a:cubicBezTo>
                    <a:pt x="1694779" y="102773"/>
                    <a:pt x="1703898" y="98213"/>
                    <a:pt x="1714304" y="93290"/>
                  </a:cubicBezTo>
                  <a:cubicBezTo>
                    <a:pt x="1713706" y="99253"/>
                    <a:pt x="1714677" y="105234"/>
                    <a:pt x="1717218" y="111232"/>
                  </a:cubicBezTo>
                  <a:cubicBezTo>
                    <a:pt x="1706281" y="115475"/>
                    <a:pt x="1696191" y="119649"/>
                    <a:pt x="1686947" y="123751"/>
                  </a:cubicBezTo>
                  <a:lnTo>
                    <a:pt x="1686947" y="185952"/>
                  </a:lnTo>
                  <a:cubicBezTo>
                    <a:pt x="1686947" y="191877"/>
                    <a:pt x="1686005" y="196550"/>
                    <a:pt x="1684121" y="199973"/>
                  </a:cubicBezTo>
                  <a:cubicBezTo>
                    <a:pt x="1682238" y="203396"/>
                    <a:pt x="1678457" y="206068"/>
                    <a:pt x="1672781" y="207987"/>
                  </a:cubicBezTo>
                  <a:cubicBezTo>
                    <a:pt x="1667104" y="209906"/>
                    <a:pt x="1657892" y="211247"/>
                    <a:pt x="1645145" y="212009"/>
                  </a:cubicBezTo>
                  <a:cubicBezTo>
                    <a:pt x="1645145" y="204217"/>
                    <a:pt x="1643576" y="196863"/>
                    <a:pt x="1640437" y="189945"/>
                  </a:cubicBezTo>
                  <a:cubicBezTo>
                    <a:pt x="1647426" y="190695"/>
                    <a:pt x="1652673" y="191071"/>
                    <a:pt x="1656179" y="191071"/>
                  </a:cubicBezTo>
                  <a:cubicBezTo>
                    <a:pt x="1661751" y="191071"/>
                    <a:pt x="1665267" y="190311"/>
                    <a:pt x="1666728" y="188793"/>
                  </a:cubicBezTo>
                  <a:cubicBezTo>
                    <a:pt x="1668189" y="187275"/>
                    <a:pt x="1668919" y="184160"/>
                    <a:pt x="1668919" y="179448"/>
                  </a:cubicBezTo>
                  <a:lnTo>
                    <a:pt x="1668919" y="130381"/>
                  </a:lnTo>
                  <a:cubicBezTo>
                    <a:pt x="1656520" y="136696"/>
                    <a:pt x="1645555" y="141779"/>
                    <a:pt x="1636022" y="145629"/>
                  </a:cubicBezTo>
                  <a:cubicBezTo>
                    <a:pt x="1634682" y="138719"/>
                    <a:pt x="1632042" y="132008"/>
                    <a:pt x="1628103" y="125498"/>
                  </a:cubicBezTo>
                  <a:cubicBezTo>
                    <a:pt x="1643870" y="121726"/>
                    <a:pt x="1657475" y="117660"/>
                    <a:pt x="1668919" y="113300"/>
                  </a:cubicBezTo>
                  <a:lnTo>
                    <a:pt x="1668919" y="68484"/>
                  </a:lnTo>
                  <a:cubicBezTo>
                    <a:pt x="1656730" y="68484"/>
                    <a:pt x="1644919" y="69156"/>
                    <a:pt x="1633486" y="70502"/>
                  </a:cubicBezTo>
                  <a:lnTo>
                    <a:pt x="1633486" y="50682"/>
                  </a:lnTo>
                  <a:cubicBezTo>
                    <a:pt x="1643564" y="52029"/>
                    <a:pt x="1655375" y="52703"/>
                    <a:pt x="1668919" y="52703"/>
                  </a:cubicBezTo>
                  <a:cubicBezTo>
                    <a:pt x="1668622" y="30693"/>
                    <a:pt x="1667649" y="14994"/>
                    <a:pt x="1666001" y="5605"/>
                  </a:cubicBezTo>
                  <a:close/>
                  <a:moveTo>
                    <a:pt x="1767396" y="4708"/>
                  </a:moveTo>
                  <a:cubicBezTo>
                    <a:pt x="1777497" y="15671"/>
                    <a:pt x="1786038" y="27703"/>
                    <a:pt x="1793017" y="40802"/>
                  </a:cubicBezTo>
                  <a:lnTo>
                    <a:pt x="1781323" y="47540"/>
                  </a:lnTo>
                  <a:lnTo>
                    <a:pt x="1781684" y="47545"/>
                  </a:lnTo>
                  <a:cubicBezTo>
                    <a:pt x="1809309" y="47545"/>
                    <a:pt x="1827439" y="46797"/>
                    <a:pt x="1836076" y="45299"/>
                  </a:cubicBezTo>
                  <a:lnTo>
                    <a:pt x="1836076" y="64898"/>
                  </a:lnTo>
                  <a:cubicBezTo>
                    <a:pt x="1828039" y="64000"/>
                    <a:pt x="1817336" y="63551"/>
                    <a:pt x="1803965" y="63551"/>
                  </a:cubicBezTo>
                  <a:lnTo>
                    <a:pt x="1740768" y="63551"/>
                  </a:lnTo>
                  <a:lnTo>
                    <a:pt x="1740768" y="119797"/>
                  </a:lnTo>
                  <a:cubicBezTo>
                    <a:pt x="1740768" y="142826"/>
                    <a:pt x="1738019" y="161059"/>
                    <a:pt x="1732522" y="174495"/>
                  </a:cubicBezTo>
                  <a:cubicBezTo>
                    <a:pt x="1727025" y="187931"/>
                    <a:pt x="1717464" y="200660"/>
                    <a:pt x="1703838" y="212680"/>
                  </a:cubicBezTo>
                  <a:cubicBezTo>
                    <a:pt x="1699485" y="207635"/>
                    <a:pt x="1694050" y="203497"/>
                    <a:pt x="1687533" y="200268"/>
                  </a:cubicBezTo>
                  <a:cubicBezTo>
                    <a:pt x="1700217" y="190314"/>
                    <a:pt x="1709369" y="179465"/>
                    <a:pt x="1714986" y="167719"/>
                  </a:cubicBezTo>
                  <a:cubicBezTo>
                    <a:pt x="1720603" y="155974"/>
                    <a:pt x="1723412" y="138315"/>
                    <a:pt x="1723412" y="114743"/>
                  </a:cubicBezTo>
                  <a:cubicBezTo>
                    <a:pt x="1723412" y="91171"/>
                    <a:pt x="1722664" y="68023"/>
                    <a:pt x="1721169" y="45299"/>
                  </a:cubicBezTo>
                  <a:cubicBezTo>
                    <a:pt x="1727528" y="46048"/>
                    <a:pt x="1735751" y="46609"/>
                    <a:pt x="1745836" y="46984"/>
                  </a:cubicBezTo>
                  <a:lnTo>
                    <a:pt x="1775050" y="47442"/>
                  </a:lnTo>
                  <a:lnTo>
                    <a:pt x="1752116" y="14298"/>
                  </a:lnTo>
                  <a:close/>
                  <a:moveTo>
                    <a:pt x="1988620" y="4261"/>
                  </a:moveTo>
                  <a:cubicBezTo>
                    <a:pt x="1995588" y="6697"/>
                    <a:pt x="2001767" y="8130"/>
                    <a:pt x="2007158" y="8558"/>
                  </a:cubicBezTo>
                  <a:cubicBezTo>
                    <a:pt x="2010818" y="8804"/>
                    <a:pt x="2012648" y="9993"/>
                    <a:pt x="2012648" y="12127"/>
                  </a:cubicBezTo>
                  <a:cubicBezTo>
                    <a:pt x="2012648" y="14260"/>
                    <a:pt x="2011511" y="16151"/>
                    <a:pt x="2009235" y="17799"/>
                  </a:cubicBezTo>
                  <a:cubicBezTo>
                    <a:pt x="2006960" y="19447"/>
                    <a:pt x="2004832" y="23901"/>
                    <a:pt x="2002852" y="31161"/>
                  </a:cubicBezTo>
                  <a:cubicBezTo>
                    <a:pt x="2000872" y="38422"/>
                    <a:pt x="1998830" y="44257"/>
                    <a:pt x="1996725" y="48667"/>
                  </a:cubicBezTo>
                  <a:lnTo>
                    <a:pt x="2031890" y="48667"/>
                  </a:lnTo>
                  <a:cubicBezTo>
                    <a:pt x="2048127" y="48667"/>
                    <a:pt x="2058607" y="48292"/>
                    <a:pt x="2063329" y="47542"/>
                  </a:cubicBezTo>
                  <a:lnTo>
                    <a:pt x="2063329" y="64898"/>
                  </a:lnTo>
                  <a:cubicBezTo>
                    <a:pt x="2057262" y="64300"/>
                    <a:pt x="2050842" y="64001"/>
                    <a:pt x="2044070" y="64001"/>
                  </a:cubicBezTo>
                  <a:cubicBezTo>
                    <a:pt x="2040260" y="111757"/>
                    <a:pt x="2031804" y="145367"/>
                    <a:pt x="2018703" y="164832"/>
                  </a:cubicBezTo>
                  <a:cubicBezTo>
                    <a:pt x="2029785" y="178078"/>
                    <a:pt x="2046156" y="188800"/>
                    <a:pt x="2067816" y="196996"/>
                  </a:cubicBezTo>
                  <a:cubicBezTo>
                    <a:pt x="2062665" y="201199"/>
                    <a:pt x="2058365" y="206577"/>
                    <a:pt x="2054914" y="213130"/>
                  </a:cubicBezTo>
                  <a:cubicBezTo>
                    <a:pt x="2034414" y="203722"/>
                    <a:pt x="2018977" y="192061"/>
                    <a:pt x="2008605" y="178147"/>
                  </a:cubicBezTo>
                  <a:cubicBezTo>
                    <a:pt x="2000659" y="189423"/>
                    <a:pt x="1985726" y="201234"/>
                    <a:pt x="1963806" y="213580"/>
                  </a:cubicBezTo>
                  <a:cubicBezTo>
                    <a:pt x="1962724" y="210884"/>
                    <a:pt x="1961125" y="208509"/>
                    <a:pt x="1959010" y="206457"/>
                  </a:cubicBezTo>
                  <a:lnTo>
                    <a:pt x="1951308" y="201395"/>
                  </a:lnTo>
                  <a:lnTo>
                    <a:pt x="1944149" y="205787"/>
                  </a:lnTo>
                  <a:cubicBezTo>
                    <a:pt x="1938380" y="207525"/>
                    <a:pt x="1928891" y="208851"/>
                    <a:pt x="1915682" y="209766"/>
                  </a:cubicBezTo>
                  <a:cubicBezTo>
                    <a:pt x="1915983" y="202731"/>
                    <a:pt x="1914113" y="196162"/>
                    <a:pt x="1910075" y="190056"/>
                  </a:cubicBezTo>
                  <a:cubicBezTo>
                    <a:pt x="1921381" y="189858"/>
                    <a:pt x="1928939" y="189517"/>
                    <a:pt x="1932751" y="189033"/>
                  </a:cubicBezTo>
                  <a:cubicBezTo>
                    <a:pt x="1936562" y="188548"/>
                    <a:pt x="1938894" y="187800"/>
                    <a:pt x="1939746" y="186788"/>
                  </a:cubicBezTo>
                  <a:cubicBezTo>
                    <a:pt x="1940599" y="185776"/>
                    <a:pt x="1941025" y="183778"/>
                    <a:pt x="1941025" y="180794"/>
                  </a:cubicBezTo>
                  <a:lnTo>
                    <a:pt x="1941025" y="166932"/>
                  </a:lnTo>
                  <a:lnTo>
                    <a:pt x="1890429" y="166932"/>
                  </a:lnTo>
                  <a:lnTo>
                    <a:pt x="1890429" y="209094"/>
                  </a:lnTo>
                  <a:lnTo>
                    <a:pt x="1870831" y="209094"/>
                  </a:lnTo>
                  <a:cubicBezTo>
                    <a:pt x="1871728" y="197750"/>
                    <a:pt x="1872177" y="188690"/>
                    <a:pt x="1872177" y="181916"/>
                  </a:cubicBezTo>
                  <a:lnTo>
                    <a:pt x="1872177" y="123834"/>
                  </a:lnTo>
                  <a:cubicBezTo>
                    <a:pt x="1872177" y="112763"/>
                    <a:pt x="1871953" y="103927"/>
                    <a:pt x="1871505" y="97327"/>
                  </a:cubicBezTo>
                  <a:cubicBezTo>
                    <a:pt x="1878373" y="98377"/>
                    <a:pt x="1893258" y="98902"/>
                    <a:pt x="1916159" y="98902"/>
                  </a:cubicBezTo>
                  <a:cubicBezTo>
                    <a:pt x="1939061" y="98902"/>
                    <a:pt x="1953432" y="98377"/>
                    <a:pt x="1959274" y="97327"/>
                  </a:cubicBezTo>
                  <a:cubicBezTo>
                    <a:pt x="1958826" y="105723"/>
                    <a:pt x="1958602" y="114260"/>
                    <a:pt x="1958602" y="122937"/>
                  </a:cubicBezTo>
                  <a:lnTo>
                    <a:pt x="1958602" y="186849"/>
                  </a:lnTo>
                  <a:lnTo>
                    <a:pt x="1955800" y="198298"/>
                  </a:lnTo>
                  <a:lnTo>
                    <a:pt x="1979476" y="183287"/>
                  </a:lnTo>
                  <a:cubicBezTo>
                    <a:pt x="1987400" y="177211"/>
                    <a:pt x="1993793" y="171055"/>
                    <a:pt x="1998657" y="164817"/>
                  </a:cubicBezTo>
                  <a:cubicBezTo>
                    <a:pt x="1989935" y="150876"/>
                    <a:pt x="1983717" y="132833"/>
                    <a:pt x="1980006" y="110688"/>
                  </a:cubicBezTo>
                  <a:lnTo>
                    <a:pt x="1978048" y="94681"/>
                  </a:lnTo>
                  <a:lnTo>
                    <a:pt x="1976883" y="96966"/>
                  </a:lnTo>
                  <a:cubicBezTo>
                    <a:pt x="1971475" y="94111"/>
                    <a:pt x="1965801" y="92578"/>
                    <a:pt x="1959859" y="92369"/>
                  </a:cubicBezTo>
                  <a:cubicBezTo>
                    <a:pt x="1960300" y="89726"/>
                    <a:pt x="1961048" y="88548"/>
                    <a:pt x="1962103" y="88836"/>
                  </a:cubicBezTo>
                  <a:cubicBezTo>
                    <a:pt x="1955333" y="88127"/>
                    <a:pt x="1938713" y="87772"/>
                    <a:pt x="1912245" y="87772"/>
                  </a:cubicBezTo>
                  <a:cubicBezTo>
                    <a:pt x="1885776" y="87772"/>
                    <a:pt x="1867262" y="88445"/>
                    <a:pt x="1856704" y="89790"/>
                  </a:cubicBezTo>
                  <a:lnTo>
                    <a:pt x="1856704" y="71538"/>
                  </a:lnTo>
                  <a:cubicBezTo>
                    <a:pt x="1867972" y="72759"/>
                    <a:pt x="1877690" y="73357"/>
                    <a:pt x="1885857" y="73331"/>
                  </a:cubicBezTo>
                  <a:lnTo>
                    <a:pt x="1885857" y="51664"/>
                  </a:lnTo>
                  <a:cubicBezTo>
                    <a:pt x="1878197" y="51957"/>
                    <a:pt x="1870198" y="52556"/>
                    <a:pt x="1861861" y="53460"/>
                  </a:cubicBezTo>
                  <a:lnTo>
                    <a:pt x="1861861" y="35208"/>
                  </a:lnTo>
                  <a:cubicBezTo>
                    <a:pt x="1870191" y="36285"/>
                    <a:pt x="1878190" y="36882"/>
                    <a:pt x="1885857" y="37001"/>
                  </a:cubicBezTo>
                  <a:cubicBezTo>
                    <a:pt x="1885712" y="24893"/>
                    <a:pt x="1885039" y="15400"/>
                    <a:pt x="1883839" y="8523"/>
                  </a:cubicBezTo>
                  <a:cubicBezTo>
                    <a:pt x="1889483" y="9123"/>
                    <a:pt x="1896299" y="9423"/>
                    <a:pt x="1904288" y="9423"/>
                  </a:cubicBezTo>
                  <a:cubicBezTo>
                    <a:pt x="1907308" y="9423"/>
                    <a:pt x="1908817" y="10290"/>
                    <a:pt x="1908817" y="12023"/>
                  </a:cubicBezTo>
                  <a:cubicBezTo>
                    <a:pt x="1908817" y="13757"/>
                    <a:pt x="1907786" y="15426"/>
                    <a:pt x="1905724" y="17031"/>
                  </a:cubicBezTo>
                  <a:cubicBezTo>
                    <a:pt x="1904048" y="18393"/>
                    <a:pt x="1903209" y="20131"/>
                    <a:pt x="1903209" y="22246"/>
                  </a:cubicBezTo>
                  <a:lnTo>
                    <a:pt x="1903209" y="37455"/>
                  </a:lnTo>
                  <a:lnTo>
                    <a:pt x="1929138" y="37455"/>
                  </a:lnTo>
                  <a:cubicBezTo>
                    <a:pt x="1929138" y="23713"/>
                    <a:pt x="1928465" y="13919"/>
                    <a:pt x="1927120" y="8073"/>
                  </a:cubicBezTo>
                  <a:cubicBezTo>
                    <a:pt x="1932763" y="8673"/>
                    <a:pt x="1939506" y="8973"/>
                    <a:pt x="1947347" y="8973"/>
                  </a:cubicBezTo>
                  <a:cubicBezTo>
                    <a:pt x="1950366" y="8973"/>
                    <a:pt x="1951876" y="9828"/>
                    <a:pt x="1951876" y="11539"/>
                  </a:cubicBezTo>
                  <a:cubicBezTo>
                    <a:pt x="1951876" y="13250"/>
                    <a:pt x="1950941" y="14928"/>
                    <a:pt x="1949072" y="16574"/>
                  </a:cubicBezTo>
                  <a:cubicBezTo>
                    <a:pt x="1947203" y="18219"/>
                    <a:pt x="1946268" y="19960"/>
                    <a:pt x="1946268" y="21796"/>
                  </a:cubicBezTo>
                  <a:lnTo>
                    <a:pt x="1946268" y="37226"/>
                  </a:lnTo>
                  <a:cubicBezTo>
                    <a:pt x="1951362" y="37255"/>
                    <a:pt x="1959435" y="36582"/>
                    <a:pt x="1970489" y="35208"/>
                  </a:cubicBezTo>
                  <a:lnTo>
                    <a:pt x="1970489" y="53460"/>
                  </a:lnTo>
                  <a:cubicBezTo>
                    <a:pt x="1961662" y="52406"/>
                    <a:pt x="1953588" y="51733"/>
                    <a:pt x="1946268" y="51442"/>
                  </a:cubicBezTo>
                  <a:lnTo>
                    <a:pt x="1946268" y="73331"/>
                  </a:lnTo>
                  <a:cubicBezTo>
                    <a:pt x="1951276" y="73357"/>
                    <a:pt x="1959499" y="72759"/>
                    <a:pt x="1970936" y="71538"/>
                  </a:cubicBezTo>
                  <a:lnTo>
                    <a:pt x="1970936" y="78042"/>
                  </a:lnTo>
                  <a:cubicBezTo>
                    <a:pt x="1979873" y="58261"/>
                    <a:pt x="1985767" y="33668"/>
                    <a:pt x="1988620" y="4261"/>
                  </a:cubicBezTo>
                  <a:close/>
                  <a:moveTo>
                    <a:pt x="1258811" y="4261"/>
                  </a:moveTo>
                  <a:cubicBezTo>
                    <a:pt x="1267098" y="5309"/>
                    <a:pt x="1274438" y="5833"/>
                    <a:pt x="1280832" y="5833"/>
                  </a:cubicBezTo>
                  <a:cubicBezTo>
                    <a:pt x="1285047" y="5833"/>
                    <a:pt x="1287154" y="7071"/>
                    <a:pt x="1287154" y="9548"/>
                  </a:cubicBezTo>
                  <a:cubicBezTo>
                    <a:pt x="1287154" y="12024"/>
                    <a:pt x="1286294" y="13607"/>
                    <a:pt x="1284573" y="14295"/>
                  </a:cubicBezTo>
                  <a:cubicBezTo>
                    <a:pt x="1282853" y="14983"/>
                    <a:pt x="1281657" y="15941"/>
                    <a:pt x="1280985" y="17170"/>
                  </a:cubicBezTo>
                  <a:cubicBezTo>
                    <a:pt x="1280314" y="18399"/>
                    <a:pt x="1279978" y="19492"/>
                    <a:pt x="1279978" y="20449"/>
                  </a:cubicBezTo>
                  <a:lnTo>
                    <a:pt x="1279978" y="40816"/>
                  </a:lnTo>
                  <a:cubicBezTo>
                    <a:pt x="1310756" y="40818"/>
                    <a:pt x="1334154" y="39921"/>
                    <a:pt x="1350172" y="38123"/>
                  </a:cubicBezTo>
                  <a:cubicBezTo>
                    <a:pt x="1349125" y="45902"/>
                    <a:pt x="1348601" y="55112"/>
                    <a:pt x="1348601" y="65751"/>
                  </a:cubicBezTo>
                  <a:lnTo>
                    <a:pt x="1348601" y="131906"/>
                  </a:lnTo>
                  <a:cubicBezTo>
                    <a:pt x="1348601" y="142522"/>
                    <a:pt x="1349349" y="153973"/>
                    <a:pt x="1350844" y="166260"/>
                  </a:cubicBezTo>
                  <a:lnTo>
                    <a:pt x="1329902" y="166260"/>
                  </a:lnTo>
                  <a:lnTo>
                    <a:pt x="1329902" y="150115"/>
                  </a:lnTo>
                  <a:lnTo>
                    <a:pt x="1279978" y="150115"/>
                  </a:lnTo>
                  <a:lnTo>
                    <a:pt x="1279978" y="179223"/>
                  </a:lnTo>
                  <a:cubicBezTo>
                    <a:pt x="1279978" y="183952"/>
                    <a:pt x="1280368" y="187215"/>
                    <a:pt x="1281146" y="189011"/>
                  </a:cubicBezTo>
                  <a:cubicBezTo>
                    <a:pt x="1281925" y="190808"/>
                    <a:pt x="1283727" y="192124"/>
                    <a:pt x="1286552" y="192958"/>
                  </a:cubicBezTo>
                  <a:cubicBezTo>
                    <a:pt x="1289377" y="193793"/>
                    <a:pt x="1294336" y="194210"/>
                    <a:pt x="1301427" y="194210"/>
                  </a:cubicBezTo>
                  <a:lnTo>
                    <a:pt x="1336896" y="193985"/>
                  </a:lnTo>
                  <a:cubicBezTo>
                    <a:pt x="1344935" y="193985"/>
                    <a:pt x="1350346" y="191543"/>
                    <a:pt x="1353128" y="186657"/>
                  </a:cubicBezTo>
                  <a:cubicBezTo>
                    <a:pt x="1355911" y="181772"/>
                    <a:pt x="1358169" y="173300"/>
                    <a:pt x="1359902" y="161242"/>
                  </a:cubicBezTo>
                  <a:cubicBezTo>
                    <a:pt x="1365343" y="165633"/>
                    <a:pt x="1371743" y="169013"/>
                    <a:pt x="1379101" y="171382"/>
                  </a:cubicBezTo>
                  <a:cubicBezTo>
                    <a:pt x="1375334" y="186982"/>
                    <a:pt x="1370614" y="197578"/>
                    <a:pt x="1364940" y="203170"/>
                  </a:cubicBezTo>
                  <a:cubicBezTo>
                    <a:pt x="1359267" y="208763"/>
                    <a:pt x="1349982" y="211559"/>
                    <a:pt x="1337085" y="211559"/>
                  </a:cubicBezTo>
                  <a:lnTo>
                    <a:pt x="1301688" y="211337"/>
                  </a:lnTo>
                  <a:cubicBezTo>
                    <a:pt x="1289553" y="211337"/>
                    <a:pt x="1280661" y="210449"/>
                    <a:pt x="1275011" y="208673"/>
                  </a:cubicBezTo>
                  <a:cubicBezTo>
                    <a:pt x="1269362" y="206896"/>
                    <a:pt x="1265661" y="203712"/>
                    <a:pt x="1263908" y="199120"/>
                  </a:cubicBezTo>
                  <a:cubicBezTo>
                    <a:pt x="1262156" y="194528"/>
                    <a:pt x="1261279" y="187447"/>
                    <a:pt x="1261279" y="177880"/>
                  </a:cubicBezTo>
                  <a:lnTo>
                    <a:pt x="1261279" y="150115"/>
                  </a:lnTo>
                  <a:lnTo>
                    <a:pt x="1210012" y="150115"/>
                  </a:lnTo>
                  <a:lnTo>
                    <a:pt x="1210012" y="170747"/>
                  </a:lnTo>
                  <a:lnTo>
                    <a:pt x="1189742" y="170747"/>
                  </a:lnTo>
                  <a:cubicBezTo>
                    <a:pt x="1191385" y="158269"/>
                    <a:pt x="1192207" y="146070"/>
                    <a:pt x="1192207" y="134149"/>
                  </a:cubicBezTo>
                  <a:lnTo>
                    <a:pt x="1192207" y="65751"/>
                  </a:lnTo>
                  <a:cubicBezTo>
                    <a:pt x="1192207" y="56122"/>
                    <a:pt x="1191684" y="46912"/>
                    <a:pt x="1190638" y="38123"/>
                  </a:cubicBezTo>
                  <a:cubicBezTo>
                    <a:pt x="1207343" y="39921"/>
                    <a:pt x="1230890" y="40818"/>
                    <a:pt x="1261279" y="40816"/>
                  </a:cubicBezTo>
                  <a:cubicBezTo>
                    <a:pt x="1261279" y="25964"/>
                    <a:pt x="1260457" y="13779"/>
                    <a:pt x="1258811" y="4261"/>
                  </a:cubicBezTo>
                  <a:close/>
                  <a:moveTo>
                    <a:pt x="563486" y="4261"/>
                  </a:moveTo>
                  <a:cubicBezTo>
                    <a:pt x="571773" y="5309"/>
                    <a:pt x="579113" y="5833"/>
                    <a:pt x="585507" y="5833"/>
                  </a:cubicBezTo>
                  <a:cubicBezTo>
                    <a:pt x="589722" y="5833"/>
                    <a:pt x="591829" y="7071"/>
                    <a:pt x="591829" y="9548"/>
                  </a:cubicBezTo>
                  <a:cubicBezTo>
                    <a:pt x="591829" y="12024"/>
                    <a:pt x="590969" y="13607"/>
                    <a:pt x="589248" y="14295"/>
                  </a:cubicBezTo>
                  <a:cubicBezTo>
                    <a:pt x="587528" y="14983"/>
                    <a:pt x="586332" y="15941"/>
                    <a:pt x="585660" y="17170"/>
                  </a:cubicBezTo>
                  <a:cubicBezTo>
                    <a:pt x="584989" y="18399"/>
                    <a:pt x="584653" y="19492"/>
                    <a:pt x="584653" y="20449"/>
                  </a:cubicBezTo>
                  <a:lnTo>
                    <a:pt x="584653" y="40816"/>
                  </a:lnTo>
                  <a:cubicBezTo>
                    <a:pt x="615431" y="40818"/>
                    <a:pt x="638829" y="39921"/>
                    <a:pt x="654848" y="38123"/>
                  </a:cubicBezTo>
                  <a:cubicBezTo>
                    <a:pt x="653800" y="45902"/>
                    <a:pt x="653276" y="55112"/>
                    <a:pt x="653276" y="65751"/>
                  </a:cubicBezTo>
                  <a:lnTo>
                    <a:pt x="653276" y="131906"/>
                  </a:lnTo>
                  <a:cubicBezTo>
                    <a:pt x="653276" y="142522"/>
                    <a:pt x="654024" y="153973"/>
                    <a:pt x="655519" y="166260"/>
                  </a:cubicBezTo>
                  <a:lnTo>
                    <a:pt x="634577" y="166260"/>
                  </a:lnTo>
                  <a:lnTo>
                    <a:pt x="634577" y="150115"/>
                  </a:lnTo>
                  <a:lnTo>
                    <a:pt x="584653" y="150115"/>
                  </a:lnTo>
                  <a:lnTo>
                    <a:pt x="584653" y="179223"/>
                  </a:lnTo>
                  <a:cubicBezTo>
                    <a:pt x="584653" y="183952"/>
                    <a:pt x="585043" y="187215"/>
                    <a:pt x="585821" y="189011"/>
                  </a:cubicBezTo>
                  <a:cubicBezTo>
                    <a:pt x="586600" y="190808"/>
                    <a:pt x="588402" y="192124"/>
                    <a:pt x="591227" y="192958"/>
                  </a:cubicBezTo>
                  <a:cubicBezTo>
                    <a:pt x="594053" y="193793"/>
                    <a:pt x="599011" y="194210"/>
                    <a:pt x="606102" y="194210"/>
                  </a:cubicBezTo>
                  <a:lnTo>
                    <a:pt x="641571" y="193985"/>
                  </a:lnTo>
                  <a:cubicBezTo>
                    <a:pt x="649610" y="193985"/>
                    <a:pt x="655021" y="191543"/>
                    <a:pt x="657803" y="186657"/>
                  </a:cubicBezTo>
                  <a:cubicBezTo>
                    <a:pt x="660586" y="181772"/>
                    <a:pt x="662844" y="173300"/>
                    <a:pt x="664577" y="161242"/>
                  </a:cubicBezTo>
                  <a:cubicBezTo>
                    <a:pt x="670019" y="165633"/>
                    <a:pt x="676418" y="169013"/>
                    <a:pt x="683776" y="171382"/>
                  </a:cubicBezTo>
                  <a:cubicBezTo>
                    <a:pt x="680009" y="186982"/>
                    <a:pt x="675289" y="197578"/>
                    <a:pt x="669616" y="203170"/>
                  </a:cubicBezTo>
                  <a:cubicBezTo>
                    <a:pt x="663942" y="208763"/>
                    <a:pt x="654657" y="211559"/>
                    <a:pt x="641760" y="211559"/>
                  </a:cubicBezTo>
                  <a:lnTo>
                    <a:pt x="606363" y="211337"/>
                  </a:lnTo>
                  <a:cubicBezTo>
                    <a:pt x="594228" y="211337"/>
                    <a:pt x="585336" y="210449"/>
                    <a:pt x="579686" y="208673"/>
                  </a:cubicBezTo>
                  <a:cubicBezTo>
                    <a:pt x="574037" y="206896"/>
                    <a:pt x="570336" y="203712"/>
                    <a:pt x="568583" y="199120"/>
                  </a:cubicBezTo>
                  <a:cubicBezTo>
                    <a:pt x="566831" y="194528"/>
                    <a:pt x="565954" y="187447"/>
                    <a:pt x="565954" y="177880"/>
                  </a:cubicBezTo>
                  <a:lnTo>
                    <a:pt x="565954" y="150115"/>
                  </a:lnTo>
                  <a:lnTo>
                    <a:pt x="514687" y="150115"/>
                  </a:lnTo>
                  <a:lnTo>
                    <a:pt x="514687" y="170747"/>
                  </a:lnTo>
                  <a:lnTo>
                    <a:pt x="494417" y="170747"/>
                  </a:lnTo>
                  <a:cubicBezTo>
                    <a:pt x="496060" y="158269"/>
                    <a:pt x="496881" y="146070"/>
                    <a:pt x="496881" y="134149"/>
                  </a:cubicBezTo>
                  <a:lnTo>
                    <a:pt x="496881" y="65751"/>
                  </a:lnTo>
                  <a:cubicBezTo>
                    <a:pt x="496881" y="56122"/>
                    <a:pt x="496359" y="46912"/>
                    <a:pt x="495313" y="38123"/>
                  </a:cubicBezTo>
                  <a:cubicBezTo>
                    <a:pt x="512018" y="39921"/>
                    <a:pt x="535565" y="40818"/>
                    <a:pt x="565954" y="40816"/>
                  </a:cubicBezTo>
                  <a:cubicBezTo>
                    <a:pt x="565954" y="25964"/>
                    <a:pt x="565132" y="13779"/>
                    <a:pt x="563486" y="4261"/>
                  </a:cubicBezTo>
                  <a:close/>
                  <a:moveTo>
                    <a:pt x="1096591" y="3811"/>
                  </a:moveTo>
                  <a:cubicBezTo>
                    <a:pt x="1102144" y="5012"/>
                    <a:pt x="1108737" y="5612"/>
                    <a:pt x="1116368" y="5612"/>
                  </a:cubicBezTo>
                  <a:cubicBezTo>
                    <a:pt x="1120436" y="5612"/>
                    <a:pt x="1122469" y="6775"/>
                    <a:pt x="1122469" y="9101"/>
                  </a:cubicBezTo>
                  <a:cubicBezTo>
                    <a:pt x="1122469" y="11428"/>
                    <a:pt x="1121610" y="13077"/>
                    <a:pt x="1119890" y="14048"/>
                  </a:cubicBezTo>
                  <a:cubicBezTo>
                    <a:pt x="1118171" y="15020"/>
                    <a:pt x="1117311" y="17527"/>
                    <a:pt x="1117311" y="21571"/>
                  </a:cubicBezTo>
                  <a:lnTo>
                    <a:pt x="1117311" y="59883"/>
                  </a:lnTo>
                  <a:cubicBezTo>
                    <a:pt x="1128153" y="59757"/>
                    <a:pt x="1139590" y="59081"/>
                    <a:pt x="1151623" y="57857"/>
                  </a:cubicBezTo>
                  <a:lnTo>
                    <a:pt x="1151623" y="77456"/>
                  </a:lnTo>
                  <a:cubicBezTo>
                    <a:pt x="1141802" y="76409"/>
                    <a:pt x="1130365" y="75885"/>
                    <a:pt x="1117311" y="75885"/>
                  </a:cubicBezTo>
                  <a:lnTo>
                    <a:pt x="1117311" y="184830"/>
                  </a:lnTo>
                  <a:cubicBezTo>
                    <a:pt x="1117311" y="192274"/>
                    <a:pt x="1116098" y="198088"/>
                    <a:pt x="1113672" y="202272"/>
                  </a:cubicBezTo>
                  <a:cubicBezTo>
                    <a:pt x="1111245" y="206456"/>
                    <a:pt x="1106467" y="209498"/>
                    <a:pt x="1099338" y="211400"/>
                  </a:cubicBezTo>
                  <a:cubicBezTo>
                    <a:pt x="1092208" y="213301"/>
                    <a:pt x="1080827" y="214252"/>
                    <a:pt x="1065194" y="214252"/>
                  </a:cubicBezTo>
                  <a:cubicBezTo>
                    <a:pt x="1065194" y="206346"/>
                    <a:pt x="1062503" y="198468"/>
                    <a:pt x="1057122" y="190617"/>
                  </a:cubicBezTo>
                  <a:cubicBezTo>
                    <a:pt x="1068766" y="192415"/>
                    <a:pt x="1077444" y="193314"/>
                    <a:pt x="1083155" y="193314"/>
                  </a:cubicBezTo>
                  <a:cubicBezTo>
                    <a:pt x="1088867" y="193314"/>
                    <a:pt x="1092945" y="192311"/>
                    <a:pt x="1095391" y="190304"/>
                  </a:cubicBezTo>
                  <a:cubicBezTo>
                    <a:pt x="1097836" y="188298"/>
                    <a:pt x="1099059" y="183932"/>
                    <a:pt x="1099059" y="177205"/>
                  </a:cubicBezTo>
                  <a:lnTo>
                    <a:pt x="1099059" y="75660"/>
                  </a:lnTo>
                  <a:lnTo>
                    <a:pt x="1072641" y="75660"/>
                  </a:lnTo>
                  <a:cubicBezTo>
                    <a:pt x="1056487" y="75660"/>
                    <a:pt x="1041596" y="76259"/>
                    <a:pt x="1027968" y="77456"/>
                  </a:cubicBezTo>
                  <a:lnTo>
                    <a:pt x="1027968" y="57857"/>
                  </a:lnTo>
                  <a:cubicBezTo>
                    <a:pt x="1041232" y="59205"/>
                    <a:pt x="1056123" y="59879"/>
                    <a:pt x="1072641" y="59879"/>
                  </a:cubicBezTo>
                  <a:lnTo>
                    <a:pt x="1099059" y="59879"/>
                  </a:lnTo>
                  <a:cubicBezTo>
                    <a:pt x="1099059" y="32290"/>
                    <a:pt x="1098236" y="13601"/>
                    <a:pt x="1096591" y="3811"/>
                  </a:cubicBezTo>
                  <a:close/>
                  <a:moveTo>
                    <a:pt x="333162" y="0"/>
                  </a:moveTo>
                  <a:cubicBezTo>
                    <a:pt x="341642" y="2882"/>
                    <a:pt x="348102" y="4681"/>
                    <a:pt x="352543" y="5397"/>
                  </a:cubicBezTo>
                  <a:cubicBezTo>
                    <a:pt x="356608" y="6300"/>
                    <a:pt x="358640" y="7848"/>
                    <a:pt x="358640" y="10043"/>
                  </a:cubicBezTo>
                  <a:cubicBezTo>
                    <a:pt x="358640" y="12237"/>
                    <a:pt x="356933" y="13944"/>
                    <a:pt x="353518" y="15165"/>
                  </a:cubicBezTo>
                  <a:cubicBezTo>
                    <a:pt x="350104" y="16385"/>
                    <a:pt x="343363" y="23516"/>
                    <a:pt x="333298" y="36558"/>
                  </a:cubicBezTo>
                  <a:lnTo>
                    <a:pt x="359941" y="36558"/>
                  </a:lnTo>
                  <a:cubicBezTo>
                    <a:pt x="395759" y="36558"/>
                    <a:pt x="418648" y="35436"/>
                    <a:pt x="428606" y="33190"/>
                  </a:cubicBezTo>
                  <a:cubicBezTo>
                    <a:pt x="427561" y="40422"/>
                    <a:pt x="427038" y="55237"/>
                    <a:pt x="427038" y="77635"/>
                  </a:cubicBezTo>
                  <a:lnTo>
                    <a:pt x="427038" y="185281"/>
                  </a:lnTo>
                  <a:cubicBezTo>
                    <a:pt x="427038" y="190874"/>
                    <a:pt x="425905" y="195196"/>
                    <a:pt x="423640" y="198246"/>
                  </a:cubicBezTo>
                  <a:cubicBezTo>
                    <a:pt x="421374" y="201297"/>
                    <a:pt x="416708" y="203568"/>
                    <a:pt x="409641" y="205060"/>
                  </a:cubicBezTo>
                  <a:cubicBezTo>
                    <a:pt x="402575" y="206552"/>
                    <a:pt x="391002" y="207373"/>
                    <a:pt x="374921" y="207523"/>
                  </a:cubicBezTo>
                  <a:cubicBezTo>
                    <a:pt x="375371" y="199891"/>
                    <a:pt x="372979" y="192387"/>
                    <a:pt x="367745" y="185013"/>
                  </a:cubicBezTo>
                  <a:cubicBezTo>
                    <a:pt x="380547" y="186808"/>
                    <a:pt x="389750" y="187706"/>
                    <a:pt x="395354" y="187706"/>
                  </a:cubicBezTo>
                  <a:cubicBezTo>
                    <a:pt x="400958" y="187706"/>
                    <a:pt x="404449" y="187018"/>
                    <a:pt x="405825" y="185641"/>
                  </a:cubicBezTo>
                  <a:cubicBezTo>
                    <a:pt x="407201" y="184265"/>
                    <a:pt x="407889" y="181678"/>
                    <a:pt x="407889" y="177880"/>
                  </a:cubicBezTo>
                  <a:lnTo>
                    <a:pt x="407889" y="51889"/>
                  </a:lnTo>
                  <a:lnTo>
                    <a:pt x="275662" y="51889"/>
                  </a:lnTo>
                  <a:lnTo>
                    <a:pt x="275662" y="207973"/>
                  </a:lnTo>
                  <a:lnTo>
                    <a:pt x="254274" y="207973"/>
                  </a:lnTo>
                  <a:cubicBezTo>
                    <a:pt x="255917" y="190763"/>
                    <a:pt x="256738" y="172061"/>
                    <a:pt x="256738" y="151866"/>
                  </a:cubicBezTo>
                  <a:lnTo>
                    <a:pt x="256738" y="77635"/>
                  </a:lnTo>
                  <a:cubicBezTo>
                    <a:pt x="256738" y="60609"/>
                    <a:pt x="256141" y="45794"/>
                    <a:pt x="254945" y="33190"/>
                  </a:cubicBezTo>
                  <a:cubicBezTo>
                    <a:pt x="262442" y="35436"/>
                    <a:pt x="274192" y="36558"/>
                    <a:pt x="290196" y="36558"/>
                  </a:cubicBezTo>
                  <a:lnTo>
                    <a:pt x="316239" y="36558"/>
                  </a:lnTo>
                  <a:cubicBezTo>
                    <a:pt x="324478" y="23988"/>
                    <a:pt x="330119" y="11802"/>
                    <a:pt x="33316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1F7929C7-4539-491E-BE02-DB0308BE7B5C}"/>
                </a:ext>
              </a:extLst>
            </p:cNvPr>
            <p:cNvSpPr/>
            <p:nvPr/>
          </p:nvSpPr>
          <p:spPr>
            <a:xfrm>
              <a:off x="3319667" y="5882375"/>
              <a:ext cx="29530" cy="344091"/>
            </a:xfrm>
            <a:custGeom>
              <a:avLst/>
              <a:gdLst>
                <a:gd name="connsiteX0" fmla="*/ 0 w 218952"/>
                <a:gd name="connsiteY0" fmla="*/ 0 h 957942"/>
                <a:gd name="connsiteX1" fmla="*/ 217715 w 218952"/>
                <a:gd name="connsiteY1" fmla="*/ 464457 h 957942"/>
                <a:gd name="connsiteX2" fmla="*/ 72572 w 218952"/>
                <a:gd name="connsiteY2" fmla="*/ 957942 h 95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52" h="957942">
                  <a:moveTo>
                    <a:pt x="0" y="0"/>
                  </a:moveTo>
                  <a:cubicBezTo>
                    <a:pt x="102810" y="152400"/>
                    <a:pt x="205620" y="304800"/>
                    <a:pt x="217715" y="464457"/>
                  </a:cubicBezTo>
                  <a:cubicBezTo>
                    <a:pt x="229810" y="624114"/>
                    <a:pt x="151191" y="791028"/>
                    <a:pt x="72572" y="957942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任意多边形: 形状 228">
              <a:extLst>
                <a:ext uri="{FF2B5EF4-FFF2-40B4-BE49-F238E27FC236}">
                  <a16:creationId xmlns:a16="http://schemas.microsoft.com/office/drawing/2014/main" id="{4C8D101F-8DF9-48BA-82C5-5A0C837E6EBA}"/>
                </a:ext>
              </a:extLst>
            </p:cNvPr>
            <p:cNvSpPr/>
            <p:nvPr/>
          </p:nvSpPr>
          <p:spPr>
            <a:xfrm flipH="1">
              <a:off x="3944515" y="5901992"/>
              <a:ext cx="29530" cy="344091"/>
            </a:xfrm>
            <a:custGeom>
              <a:avLst/>
              <a:gdLst>
                <a:gd name="connsiteX0" fmla="*/ 0 w 218952"/>
                <a:gd name="connsiteY0" fmla="*/ 0 h 957942"/>
                <a:gd name="connsiteX1" fmla="*/ 217715 w 218952"/>
                <a:gd name="connsiteY1" fmla="*/ 464457 h 957942"/>
                <a:gd name="connsiteX2" fmla="*/ 72572 w 218952"/>
                <a:gd name="connsiteY2" fmla="*/ 957942 h 95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52" h="957942">
                  <a:moveTo>
                    <a:pt x="0" y="0"/>
                  </a:moveTo>
                  <a:cubicBezTo>
                    <a:pt x="102810" y="152400"/>
                    <a:pt x="205620" y="304800"/>
                    <a:pt x="217715" y="464457"/>
                  </a:cubicBezTo>
                  <a:cubicBezTo>
                    <a:pt x="229810" y="624114"/>
                    <a:pt x="151191" y="791028"/>
                    <a:pt x="72572" y="957942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6" name="文本框 235">
            <a:extLst>
              <a:ext uri="{FF2B5EF4-FFF2-40B4-BE49-F238E27FC236}">
                <a16:creationId xmlns:a16="http://schemas.microsoft.com/office/drawing/2014/main" id="{E7411796-8F7E-4086-85C1-21B5DE6D410D}"/>
              </a:ext>
            </a:extLst>
          </p:cNvPr>
          <p:cNvSpPr txBox="1"/>
          <p:nvPr/>
        </p:nvSpPr>
        <p:spPr>
          <a:xfrm>
            <a:off x="8114466" y="2973867"/>
            <a:ext cx="171479" cy="196967"/>
          </a:xfrm>
          <a:custGeom>
            <a:avLst/>
            <a:gdLst/>
            <a:ahLst/>
            <a:cxnLst/>
            <a:rect l="l" t="t" r="r" b="b"/>
            <a:pathLst>
              <a:path w="159897" h="183663">
                <a:moveTo>
                  <a:pt x="122309" y="81614"/>
                </a:moveTo>
                <a:cubicBezTo>
                  <a:pt x="118402" y="81614"/>
                  <a:pt x="115137" y="82632"/>
                  <a:pt x="112514" y="84669"/>
                </a:cubicBezTo>
                <a:cubicBezTo>
                  <a:pt x="109891" y="86706"/>
                  <a:pt x="107812" y="89692"/>
                  <a:pt x="106277" y="93627"/>
                </a:cubicBezTo>
                <a:cubicBezTo>
                  <a:pt x="104742" y="97561"/>
                  <a:pt x="103654" y="102361"/>
                  <a:pt x="103012" y="108026"/>
                </a:cubicBezTo>
                <a:cubicBezTo>
                  <a:pt x="102370" y="113691"/>
                  <a:pt x="102049" y="120123"/>
                  <a:pt x="102049" y="127322"/>
                </a:cubicBezTo>
                <a:cubicBezTo>
                  <a:pt x="102049" y="135638"/>
                  <a:pt x="102454" y="142824"/>
                  <a:pt x="103263" y="148879"/>
                </a:cubicBezTo>
                <a:cubicBezTo>
                  <a:pt x="104073" y="154935"/>
                  <a:pt x="105328" y="159916"/>
                  <a:pt x="107031" y="163823"/>
                </a:cubicBezTo>
                <a:cubicBezTo>
                  <a:pt x="108733" y="167729"/>
                  <a:pt x="110868" y="170603"/>
                  <a:pt x="113435" y="172445"/>
                </a:cubicBezTo>
                <a:cubicBezTo>
                  <a:pt x="116002" y="174287"/>
                  <a:pt x="119072" y="175208"/>
                  <a:pt x="122644" y="175208"/>
                </a:cubicBezTo>
                <a:cubicBezTo>
                  <a:pt x="125992" y="175208"/>
                  <a:pt x="128922" y="174343"/>
                  <a:pt x="131434" y="172613"/>
                </a:cubicBezTo>
                <a:cubicBezTo>
                  <a:pt x="133945" y="170883"/>
                  <a:pt x="136024" y="168190"/>
                  <a:pt x="137671" y="164534"/>
                </a:cubicBezTo>
                <a:cubicBezTo>
                  <a:pt x="139317" y="160879"/>
                  <a:pt x="140559" y="156246"/>
                  <a:pt x="141396" y="150637"/>
                </a:cubicBezTo>
                <a:cubicBezTo>
                  <a:pt x="142233" y="145028"/>
                  <a:pt x="142652" y="138401"/>
                  <a:pt x="142652" y="130755"/>
                </a:cubicBezTo>
                <a:cubicBezTo>
                  <a:pt x="142652" y="122160"/>
                  <a:pt x="142191" y="114765"/>
                  <a:pt x="141270" y="108570"/>
                </a:cubicBezTo>
                <a:cubicBezTo>
                  <a:pt x="140349" y="102375"/>
                  <a:pt x="139052" y="97282"/>
                  <a:pt x="137378" y="93292"/>
                </a:cubicBezTo>
                <a:cubicBezTo>
                  <a:pt x="135703" y="89301"/>
                  <a:pt x="133596" y="86357"/>
                  <a:pt x="131057" y="84460"/>
                </a:cubicBezTo>
                <a:cubicBezTo>
                  <a:pt x="128518" y="82562"/>
                  <a:pt x="125602" y="81614"/>
                  <a:pt x="122309" y="81614"/>
                </a:cubicBezTo>
                <a:close/>
                <a:moveTo>
                  <a:pt x="122644" y="73493"/>
                </a:moveTo>
                <a:cubicBezTo>
                  <a:pt x="129285" y="73493"/>
                  <a:pt x="134964" y="74735"/>
                  <a:pt x="139680" y="77218"/>
                </a:cubicBezTo>
                <a:cubicBezTo>
                  <a:pt x="144396" y="79702"/>
                  <a:pt x="148247" y="83246"/>
                  <a:pt x="151233" y="87850"/>
                </a:cubicBezTo>
                <a:cubicBezTo>
                  <a:pt x="154218" y="92455"/>
                  <a:pt x="156409" y="98078"/>
                  <a:pt x="157804" y="104719"/>
                </a:cubicBezTo>
                <a:cubicBezTo>
                  <a:pt x="159199" y="111361"/>
                  <a:pt x="159897" y="118867"/>
                  <a:pt x="159897" y="127239"/>
                </a:cubicBezTo>
                <a:cubicBezTo>
                  <a:pt x="159897" y="145824"/>
                  <a:pt x="156604" y="159874"/>
                  <a:pt x="150019" y="169390"/>
                </a:cubicBezTo>
                <a:cubicBezTo>
                  <a:pt x="143433" y="178905"/>
                  <a:pt x="133889" y="183663"/>
                  <a:pt x="121388" y="183663"/>
                </a:cubicBezTo>
                <a:cubicBezTo>
                  <a:pt x="108998" y="183663"/>
                  <a:pt x="99789" y="179170"/>
                  <a:pt x="93762" y="170185"/>
                </a:cubicBezTo>
                <a:cubicBezTo>
                  <a:pt x="87734" y="161199"/>
                  <a:pt x="84720" y="147582"/>
                  <a:pt x="84720" y="129332"/>
                </a:cubicBezTo>
                <a:cubicBezTo>
                  <a:pt x="84720" y="119788"/>
                  <a:pt x="85655" y="111528"/>
                  <a:pt x="87525" y="104552"/>
                </a:cubicBezTo>
                <a:cubicBezTo>
                  <a:pt x="89394" y="97575"/>
                  <a:pt x="92018" y="91785"/>
                  <a:pt x="95394" y="87181"/>
                </a:cubicBezTo>
                <a:cubicBezTo>
                  <a:pt x="98771" y="82576"/>
                  <a:pt x="102775" y="79144"/>
                  <a:pt x="107407" y="76884"/>
                </a:cubicBezTo>
                <a:cubicBezTo>
                  <a:pt x="112040" y="74623"/>
                  <a:pt x="117118" y="73493"/>
                  <a:pt x="122644" y="73493"/>
                </a:cubicBezTo>
                <a:close/>
                <a:moveTo>
                  <a:pt x="30584" y="0"/>
                </a:moveTo>
                <a:lnTo>
                  <a:pt x="45988" y="0"/>
                </a:lnTo>
                <a:lnTo>
                  <a:pt x="39849" y="27570"/>
                </a:lnTo>
                <a:lnTo>
                  <a:pt x="73781" y="27570"/>
                </a:lnTo>
                <a:lnTo>
                  <a:pt x="71326" y="38844"/>
                </a:lnTo>
                <a:lnTo>
                  <a:pt x="37393" y="38844"/>
                </a:lnTo>
                <a:lnTo>
                  <a:pt x="27459" y="82153"/>
                </a:lnTo>
                <a:cubicBezTo>
                  <a:pt x="25524" y="90562"/>
                  <a:pt x="24296" y="96608"/>
                  <a:pt x="23775" y="100292"/>
                </a:cubicBezTo>
                <a:cubicBezTo>
                  <a:pt x="23254" y="103975"/>
                  <a:pt x="22994" y="106933"/>
                  <a:pt x="22994" y="109165"/>
                </a:cubicBezTo>
                <a:cubicBezTo>
                  <a:pt x="22994" y="118393"/>
                  <a:pt x="26826" y="123006"/>
                  <a:pt x="34491" y="123006"/>
                </a:cubicBezTo>
                <a:cubicBezTo>
                  <a:pt x="37765" y="123006"/>
                  <a:pt x="41244" y="121760"/>
                  <a:pt x="44927" y="119267"/>
                </a:cubicBezTo>
                <a:cubicBezTo>
                  <a:pt x="48611" y="116774"/>
                  <a:pt x="52983" y="112514"/>
                  <a:pt x="58043" y="106486"/>
                </a:cubicBezTo>
                <a:lnTo>
                  <a:pt x="64517" y="113184"/>
                </a:lnTo>
                <a:cubicBezTo>
                  <a:pt x="58043" y="120997"/>
                  <a:pt x="51811" y="126764"/>
                  <a:pt x="45820" y="130485"/>
                </a:cubicBezTo>
                <a:cubicBezTo>
                  <a:pt x="39830" y="134206"/>
                  <a:pt x="33561" y="136066"/>
                  <a:pt x="27012" y="136066"/>
                </a:cubicBezTo>
                <a:cubicBezTo>
                  <a:pt x="11460" y="136066"/>
                  <a:pt x="3683" y="128215"/>
                  <a:pt x="3683" y="112514"/>
                </a:cubicBezTo>
                <a:cubicBezTo>
                  <a:pt x="3683" y="107528"/>
                  <a:pt x="4316" y="102282"/>
                  <a:pt x="5581" y="96775"/>
                </a:cubicBezTo>
                <a:lnTo>
                  <a:pt x="18752" y="38844"/>
                </a:lnTo>
                <a:lnTo>
                  <a:pt x="0" y="38844"/>
                </a:lnTo>
                <a:lnTo>
                  <a:pt x="1674" y="31142"/>
                </a:lnTo>
                <a:cubicBezTo>
                  <a:pt x="6065" y="31068"/>
                  <a:pt x="9395" y="30733"/>
                  <a:pt x="11664" y="30138"/>
                </a:cubicBezTo>
                <a:cubicBezTo>
                  <a:pt x="13934" y="29542"/>
                  <a:pt x="15832" y="28724"/>
                  <a:pt x="17357" y="27682"/>
                </a:cubicBezTo>
                <a:cubicBezTo>
                  <a:pt x="18882" y="26640"/>
                  <a:pt x="20278" y="25152"/>
                  <a:pt x="21543" y="23217"/>
                </a:cubicBezTo>
                <a:cubicBezTo>
                  <a:pt x="22808" y="21282"/>
                  <a:pt x="24036" y="18808"/>
                  <a:pt x="25226" y="15794"/>
                </a:cubicBezTo>
                <a:cubicBezTo>
                  <a:pt x="26417" y="12781"/>
                  <a:pt x="28203" y="7516"/>
                  <a:pt x="305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9936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9" grpId="0" animBg="1"/>
      <p:bldP spid="142" grpId="0" animBg="1"/>
      <p:bldP spid="14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BC811-A799-4120-819A-351E15AC0A63}"/>
              </a:ext>
            </a:extLst>
          </p:cNvPr>
          <p:cNvSpPr/>
          <p:nvPr/>
        </p:nvSpPr>
        <p:spPr>
          <a:xfrm>
            <a:off x="2880240" y="1991230"/>
            <a:ext cx="1481822" cy="851621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75C99-F60F-4770-9D43-119232E11F2C}"/>
              </a:ext>
            </a:extLst>
          </p:cNvPr>
          <p:cNvSpPr/>
          <p:nvPr/>
        </p:nvSpPr>
        <p:spPr>
          <a:xfrm>
            <a:off x="4362062" y="1991230"/>
            <a:ext cx="1481822" cy="851621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53FD8E-8C5F-4B8C-BC65-1EB568A68E38}"/>
              </a:ext>
            </a:extLst>
          </p:cNvPr>
          <p:cNvGrpSpPr/>
          <p:nvPr/>
        </p:nvGrpSpPr>
        <p:grpSpPr>
          <a:xfrm>
            <a:off x="1085070" y="2888827"/>
            <a:ext cx="431784" cy="1264708"/>
            <a:chOff x="2443264" y="3753637"/>
            <a:chExt cx="230183" cy="100272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C185CC4-A68A-427A-A59E-C8A32708A6F7}"/>
                </a:ext>
              </a:extLst>
            </p:cNvPr>
            <p:cNvGrpSpPr/>
            <p:nvPr/>
          </p:nvGrpSpPr>
          <p:grpSpPr>
            <a:xfrm rot="5400000">
              <a:off x="2288485" y="3946203"/>
              <a:ext cx="498875" cy="113743"/>
              <a:chOff x="3691527" y="2073335"/>
              <a:chExt cx="498875" cy="113743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D4BF54AD-7DCE-4D50-95DA-B773A2597938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262CCEC-317A-4219-B76D-A0A2976424B5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F18784-3D88-40CE-9505-C59517692671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E77677-5E99-4871-B13A-C5BAE960E45C}"/>
                </a:ext>
              </a:extLst>
            </p:cNvPr>
            <p:cNvGrpSpPr/>
            <p:nvPr/>
          </p:nvGrpSpPr>
          <p:grpSpPr>
            <a:xfrm rot="5400000">
              <a:off x="2303391" y="4386308"/>
              <a:ext cx="509929" cy="230183"/>
              <a:chOff x="2915443" y="4344145"/>
              <a:chExt cx="509929" cy="23018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9FFE73CE-96E8-4BDF-BA17-2BB5C4D429A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10" name="直接连接符 9">
                  <a:extLst>
                    <a:ext uri="{FF2B5EF4-FFF2-40B4-BE49-F238E27FC236}">
                      <a16:creationId xmlns:a16="http://schemas.microsoft.com/office/drawing/2014/main" id="{155B650A-5CEE-4767-97D2-FB35D1AA7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B9D0EC8-D1E7-41EF-98E6-60F37BD44B57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997C06A2-D98C-4E41-8B82-3755B1DF89D7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1FF439E1-20AE-4A7D-B8F6-0D08696E177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4C6CB0DE-7F6B-4E6B-A4BD-9841C125A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DF168463-DDD9-4B3B-9F04-966349053649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280486-1619-4A35-9F61-5B5F8B81F83A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CC7AAFB-3FE2-4F82-B517-E553C567B0FA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9ACCB5-DA2E-4C0D-900F-B3983FCB958D}"/>
              </a:ext>
            </a:extLst>
          </p:cNvPr>
          <p:cNvGrpSpPr/>
          <p:nvPr/>
        </p:nvGrpSpPr>
        <p:grpSpPr>
          <a:xfrm>
            <a:off x="2354933" y="2887677"/>
            <a:ext cx="431784" cy="1265858"/>
            <a:chOff x="3098796" y="3732000"/>
            <a:chExt cx="230183" cy="100363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CE1B93A-D1AE-4A66-B6A9-5F8020AC6A81}"/>
                </a:ext>
              </a:extLst>
            </p:cNvPr>
            <p:cNvGrpSpPr/>
            <p:nvPr/>
          </p:nvGrpSpPr>
          <p:grpSpPr>
            <a:xfrm rot="5400000">
              <a:off x="2943297" y="3924566"/>
              <a:ext cx="498875" cy="113743"/>
              <a:chOff x="3691527" y="2073335"/>
              <a:chExt cx="498875" cy="113743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364028D-E4C4-4D43-A44F-1112933F8CC5}"/>
                  </a:ext>
                </a:extLst>
              </p:cNvPr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CCF37D8-1744-44BB-A781-25D389FAD427}"/>
                  </a:ext>
                </a:extLst>
              </p:cNvPr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EE230F0-25B4-42A3-AEAD-1158740DBE74}"/>
                  </a:ext>
                </a:extLst>
              </p:cNvPr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7DB314E-2A84-407D-B4D2-1F68B18F79F6}"/>
                </a:ext>
              </a:extLst>
            </p:cNvPr>
            <p:cNvGrpSpPr/>
            <p:nvPr/>
          </p:nvGrpSpPr>
          <p:grpSpPr>
            <a:xfrm rot="16200000" flipV="1">
              <a:off x="2958923" y="4365583"/>
              <a:ext cx="509929" cy="230183"/>
              <a:chOff x="2915443" y="4344145"/>
              <a:chExt cx="509929" cy="230183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4852C65-38FA-4F4A-9EC9-025DAAF34089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952E265F-B7AF-46D3-8F9C-D03B4480C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CBC7C743-FE2D-4F04-853B-38C4465D7D12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9B8D32C-3828-4872-90A3-EC4B7C9949E2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1F97CD35-DD5D-4D2C-AF06-A15A9B12DB0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FFD6D220-1C82-4EA8-9F04-B1A3271DB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0CF29C2D-F2BA-4A9E-8209-63D4FCD06952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CD11D8-9172-4332-97FC-35D5F8BA8EAF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C7557E-50FA-4DC0-A11E-A86B1D0AD2A0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2C4167-AA75-4716-ADB2-41F84BE157A1}"/>
              </a:ext>
            </a:extLst>
          </p:cNvPr>
          <p:cNvCxnSpPr/>
          <p:nvPr/>
        </p:nvCxnSpPr>
        <p:spPr>
          <a:xfrm rot="16200000" flipH="1">
            <a:off x="1825550" y="2493290"/>
            <a:ext cx="152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B486E1FC-8AE5-472D-A206-CA7EB7AF1AD7}"/>
              </a:ext>
            </a:extLst>
          </p:cNvPr>
          <p:cNvSpPr/>
          <p:nvPr/>
        </p:nvSpPr>
        <p:spPr>
          <a:xfrm rot="16200000" flipH="1">
            <a:off x="1860155" y="2559872"/>
            <a:ext cx="73461" cy="10005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745F0E-6EA1-4837-A40F-B76D1090F8A5}"/>
              </a:ext>
            </a:extLst>
          </p:cNvPr>
          <p:cNvCxnSpPr>
            <a:cxnSpLocks/>
          </p:cNvCxnSpPr>
          <p:nvPr/>
        </p:nvCxnSpPr>
        <p:spPr>
          <a:xfrm>
            <a:off x="1898570" y="2607048"/>
            <a:ext cx="809893" cy="37358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12F4075-E9D4-40AE-A7DD-D609DCC0FA99}"/>
              </a:ext>
            </a:extLst>
          </p:cNvPr>
          <p:cNvCxnSpPr>
            <a:cxnSpLocks/>
          </p:cNvCxnSpPr>
          <p:nvPr/>
        </p:nvCxnSpPr>
        <p:spPr>
          <a:xfrm>
            <a:off x="1256069" y="4153537"/>
            <a:ext cx="48686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422D794-CDA2-45BF-8E3D-D5B9327B41F9}"/>
              </a:ext>
            </a:extLst>
          </p:cNvPr>
          <p:cNvCxnSpPr>
            <a:cxnSpLocks/>
          </p:cNvCxnSpPr>
          <p:nvPr/>
        </p:nvCxnSpPr>
        <p:spPr>
          <a:xfrm>
            <a:off x="1891222" y="2417039"/>
            <a:ext cx="9890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7B5CAB-6F61-47D7-9974-05272FFD3207}"/>
              </a:ext>
            </a:extLst>
          </p:cNvPr>
          <p:cNvGrpSpPr/>
          <p:nvPr/>
        </p:nvGrpSpPr>
        <p:grpSpPr>
          <a:xfrm>
            <a:off x="4052171" y="4159206"/>
            <a:ext cx="298486" cy="283222"/>
            <a:chOff x="4276725" y="3573463"/>
            <a:chExt cx="279400" cy="26511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592ED13-2B51-48DA-82BD-7F0CB677E93D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707B38B-280E-4799-88F7-82588992C516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AE7B67E-D09A-4766-A27A-97BD5A020CE5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DDABC80-7168-459E-92B4-17559FC99978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8A58189-8F47-4A73-8B12-B4DCF950F4D6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D942407-BB5F-43B3-A461-E80876D73D54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椭圆 47">
            <a:extLst>
              <a:ext uri="{FF2B5EF4-FFF2-40B4-BE49-F238E27FC236}">
                <a16:creationId xmlns:a16="http://schemas.microsoft.com/office/drawing/2014/main" id="{58A5B414-58FF-4576-8CAC-65A072E410FD}"/>
              </a:ext>
            </a:extLst>
          </p:cNvPr>
          <p:cNvSpPr/>
          <p:nvPr/>
        </p:nvSpPr>
        <p:spPr>
          <a:xfrm rot="16200000" flipH="1">
            <a:off x="2483046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A9B0C4A-6ABD-4E9C-8D34-9ADF8EB7370C}"/>
              </a:ext>
            </a:extLst>
          </p:cNvPr>
          <p:cNvSpPr/>
          <p:nvPr/>
        </p:nvSpPr>
        <p:spPr>
          <a:xfrm rot="16200000" flipH="1">
            <a:off x="4153440" y="4110928"/>
            <a:ext cx="85769" cy="9089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3BB0C07-88D7-4DDF-A75A-1058A7EFA223}"/>
              </a:ext>
            </a:extLst>
          </p:cNvPr>
          <p:cNvCxnSpPr>
            <a:cxnSpLocks/>
          </p:cNvCxnSpPr>
          <p:nvPr/>
        </p:nvCxnSpPr>
        <p:spPr>
          <a:xfrm>
            <a:off x="6124731" y="2454547"/>
            <a:ext cx="0" cy="16989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A42A242-70B7-426E-9C3D-68DC0D813176}"/>
              </a:ext>
            </a:extLst>
          </p:cNvPr>
          <p:cNvCxnSpPr>
            <a:cxnSpLocks/>
          </p:cNvCxnSpPr>
          <p:nvPr/>
        </p:nvCxnSpPr>
        <p:spPr>
          <a:xfrm>
            <a:off x="5843884" y="2454547"/>
            <a:ext cx="2808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FDB4FC0-97D2-427F-865F-ADDC74EBDFF3}"/>
              </a:ext>
            </a:extLst>
          </p:cNvPr>
          <p:cNvSpPr txBox="1"/>
          <p:nvPr/>
        </p:nvSpPr>
        <p:spPr>
          <a:xfrm>
            <a:off x="3603792" y="2285505"/>
            <a:ext cx="173053" cy="276730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2D81685-ED03-4BD4-9C44-F99504CD4558}"/>
              </a:ext>
            </a:extLst>
          </p:cNvPr>
          <p:cNvSpPr txBox="1"/>
          <p:nvPr/>
        </p:nvSpPr>
        <p:spPr>
          <a:xfrm>
            <a:off x="4967100" y="2285505"/>
            <a:ext cx="217375" cy="276730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948578-B534-4E80-B788-F14873B3AC16}"/>
              </a:ext>
            </a:extLst>
          </p:cNvPr>
          <p:cNvSpPr txBox="1"/>
          <p:nvPr/>
        </p:nvSpPr>
        <p:spPr>
          <a:xfrm>
            <a:off x="1449976" y="3114865"/>
            <a:ext cx="247365" cy="254306"/>
          </a:xfrm>
          <a:custGeom>
            <a:avLst/>
            <a:gdLst/>
            <a:ahLst/>
            <a:cxnLst/>
            <a:rect l="l" t="t" r="r" b="b"/>
            <a:pathLst>
              <a:path w="226190" h="232537">
                <a:moveTo>
                  <a:pt x="211289" y="82954"/>
                </a:moveTo>
                <a:cubicBezTo>
                  <a:pt x="214359" y="82954"/>
                  <a:pt x="217065" y="83107"/>
                  <a:pt x="219409" y="83414"/>
                </a:cubicBezTo>
                <a:cubicBezTo>
                  <a:pt x="221753" y="83721"/>
                  <a:pt x="224014" y="84098"/>
                  <a:pt x="226190" y="84544"/>
                </a:cubicBezTo>
                <a:lnTo>
                  <a:pt x="222758" y="100115"/>
                </a:lnTo>
                <a:lnTo>
                  <a:pt x="214470" y="100115"/>
                </a:lnTo>
                <a:cubicBezTo>
                  <a:pt x="214079" y="96934"/>
                  <a:pt x="213131" y="94604"/>
                  <a:pt x="211624" y="93125"/>
                </a:cubicBezTo>
                <a:cubicBezTo>
                  <a:pt x="210117" y="91646"/>
                  <a:pt x="208108" y="90907"/>
                  <a:pt x="205596" y="90907"/>
                </a:cubicBezTo>
                <a:cubicBezTo>
                  <a:pt x="202694" y="90907"/>
                  <a:pt x="200252" y="91534"/>
                  <a:pt x="198271" y="92790"/>
                </a:cubicBezTo>
                <a:cubicBezTo>
                  <a:pt x="196290" y="94046"/>
                  <a:pt x="194560" y="95943"/>
                  <a:pt x="193081" y="98483"/>
                </a:cubicBezTo>
                <a:cubicBezTo>
                  <a:pt x="191602" y="101022"/>
                  <a:pt x="190332" y="103994"/>
                  <a:pt x="189272" y="107399"/>
                </a:cubicBezTo>
                <a:cubicBezTo>
                  <a:pt x="188211" y="110803"/>
                  <a:pt x="187486" y="113761"/>
                  <a:pt x="187095" y="116272"/>
                </a:cubicBezTo>
                <a:lnTo>
                  <a:pt x="210284" y="116272"/>
                </a:lnTo>
                <a:lnTo>
                  <a:pt x="208443" y="125565"/>
                </a:lnTo>
                <a:lnTo>
                  <a:pt x="185170" y="125565"/>
                </a:lnTo>
                <a:lnTo>
                  <a:pt x="170017" y="197309"/>
                </a:lnTo>
                <a:cubicBezTo>
                  <a:pt x="167394" y="209532"/>
                  <a:pt x="163138" y="218587"/>
                  <a:pt x="157250" y="224475"/>
                </a:cubicBezTo>
                <a:lnTo>
                  <a:pt x="135739" y="232537"/>
                </a:lnTo>
                <a:lnTo>
                  <a:pt x="128133" y="232537"/>
                </a:lnTo>
                <a:lnTo>
                  <a:pt x="128996" y="228493"/>
                </a:lnTo>
                <a:cubicBezTo>
                  <a:pt x="129275" y="227014"/>
                  <a:pt x="129610" y="225577"/>
                  <a:pt x="130001" y="224182"/>
                </a:cubicBezTo>
                <a:cubicBezTo>
                  <a:pt x="130336" y="224294"/>
                  <a:pt x="130810" y="224350"/>
                  <a:pt x="131424" y="224350"/>
                </a:cubicBezTo>
                <a:cubicBezTo>
                  <a:pt x="132038" y="224350"/>
                  <a:pt x="132903" y="224350"/>
                  <a:pt x="134019" y="224350"/>
                </a:cubicBezTo>
                <a:cubicBezTo>
                  <a:pt x="136196" y="224350"/>
                  <a:pt x="138191" y="224001"/>
                  <a:pt x="140005" y="223303"/>
                </a:cubicBezTo>
                <a:cubicBezTo>
                  <a:pt x="141819" y="222605"/>
                  <a:pt x="143479" y="221350"/>
                  <a:pt x="144986" y="219536"/>
                </a:cubicBezTo>
                <a:cubicBezTo>
                  <a:pt x="146493" y="217722"/>
                  <a:pt x="147874" y="215238"/>
                  <a:pt x="149130" y="212085"/>
                </a:cubicBezTo>
                <a:cubicBezTo>
                  <a:pt x="150386" y="208932"/>
                  <a:pt x="151572" y="204872"/>
                  <a:pt x="152688" y="199905"/>
                </a:cubicBezTo>
                <a:lnTo>
                  <a:pt x="169431" y="125565"/>
                </a:lnTo>
                <a:lnTo>
                  <a:pt x="155032" y="125565"/>
                </a:lnTo>
                <a:lnTo>
                  <a:pt x="156539" y="119119"/>
                </a:lnTo>
                <a:cubicBezTo>
                  <a:pt x="159608" y="118951"/>
                  <a:pt x="162050" y="118756"/>
                  <a:pt x="163864" y="118533"/>
                </a:cubicBezTo>
                <a:cubicBezTo>
                  <a:pt x="165678" y="118310"/>
                  <a:pt x="167213" y="117821"/>
                  <a:pt x="168468" y="117068"/>
                </a:cubicBezTo>
                <a:cubicBezTo>
                  <a:pt x="169724" y="116314"/>
                  <a:pt x="170659" y="115045"/>
                  <a:pt x="171273" y="113259"/>
                </a:cubicBezTo>
                <a:cubicBezTo>
                  <a:pt x="174510" y="103045"/>
                  <a:pt x="179379" y="95441"/>
                  <a:pt x="185881" y="90446"/>
                </a:cubicBezTo>
                <a:cubicBezTo>
                  <a:pt x="192383" y="85451"/>
                  <a:pt x="200852" y="82954"/>
                  <a:pt x="211289" y="82954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6177269-82FF-4FB4-B901-3F12E8D25434}"/>
              </a:ext>
            </a:extLst>
          </p:cNvPr>
          <p:cNvSpPr txBox="1"/>
          <p:nvPr/>
        </p:nvSpPr>
        <p:spPr>
          <a:xfrm>
            <a:off x="2093743" y="3124984"/>
            <a:ext cx="261903" cy="218710"/>
          </a:xfrm>
          <a:custGeom>
            <a:avLst/>
            <a:gdLst/>
            <a:ahLst/>
            <a:cxnLst/>
            <a:rect l="l" t="t" r="r" b="b"/>
            <a:pathLst>
              <a:path w="239483" h="199988">
                <a:moveTo>
                  <a:pt x="198043" y="100283"/>
                </a:moveTo>
                <a:cubicBezTo>
                  <a:pt x="196704" y="100283"/>
                  <a:pt x="195169" y="100311"/>
                  <a:pt x="193439" y="100366"/>
                </a:cubicBezTo>
                <a:cubicBezTo>
                  <a:pt x="191709" y="100422"/>
                  <a:pt x="190034" y="100450"/>
                  <a:pt x="188416" y="100450"/>
                </a:cubicBezTo>
                <a:lnTo>
                  <a:pt x="178454" y="144234"/>
                </a:lnTo>
                <a:lnTo>
                  <a:pt x="188416" y="144234"/>
                </a:lnTo>
                <a:cubicBezTo>
                  <a:pt x="199466" y="144234"/>
                  <a:pt x="207950" y="141987"/>
                  <a:pt x="213866" y="137494"/>
                </a:cubicBezTo>
                <a:cubicBezTo>
                  <a:pt x="219781" y="133002"/>
                  <a:pt x="222739" y="126179"/>
                  <a:pt x="222739" y="117026"/>
                </a:cubicBezTo>
                <a:cubicBezTo>
                  <a:pt x="222739" y="113956"/>
                  <a:pt x="222279" y="111347"/>
                  <a:pt x="221358" y="109198"/>
                </a:cubicBezTo>
                <a:cubicBezTo>
                  <a:pt x="220437" y="107050"/>
                  <a:pt x="218972" y="105320"/>
                  <a:pt x="216963" y="104008"/>
                </a:cubicBezTo>
                <a:cubicBezTo>
                  <a:pt x="214954" y="102697"/>
                  <a:pt x="212401" y="101748"/>
                  <a:pt x="209303" y="101162"/>
                </a:cubicBezTo>
                <a:cubicBezTo>
                  <a:pt x="206206" y="100576"/>
                  <a:pt x="202452" y="100283"/>
                  <a:pt x="198043" y="100283"/>
                </a:cubicBezTo>
                <a:close/>
                <a:moveTo>
                  <a:pt x="162715" y="91409"/>
                </a:moveTo>
                <a:lnTo>
                  <a:pt x="201141" y="91409"/>
                </a:lnTo>
                <a:cubicBezTo>
                  <a:pt x="208508" y="91409"/>
                  <a:pt x="214647" y="92051"/>
                  <a:pt x="219558" y="93334"/>
                </a:cubicBezTo>
                <a:cubicBezTo>
                  <a:pt x="224470" y="94618"/>
                  <a:pt x="228404" y="96390"/>
                  <a:pt x="231362" y="98650"/>
                </a:cubicBezTo>
                <a:cubicBezTo>
                  <a:pt x="234320" y="100911"/>
                  <a:pt x="236413" y="103576"/>
                  <a:pt x="237641" y="106645"/>
                </a:cubicBezTo>
                <a:cubicBezTo>
                  <a:pt x="238869" y="109715"/>
                  <a:pt x="239483" y="113035"/>
                  <a:pt x="239483" y="116607"/>
                </a:cubicBezTo>
                <a:cubicBezTo>
                  <a:pt x="239483" y="124867"/>
                  <a:pt x="236957" y="131760"/>
                  <a:pt x="231906" y="137285"/>
                </a:cubicBezTo>
                <a:cubicBezTo>
                  <a:pt x="226855" y="142810"/>
                  <a:pt x="219195" y="147024"/>
                  <a:pt x="208926" y="149926"/>
                </a:cubicBezTo>
                <a:cubicBezTo>
                  <a:pt x="208815" y="150149"/>
                  <a:pt x="208759" y="150345"/>
                  <a:pt x="208759" y="150512"/>
                </a:cubicBezTo>
                <a:cubicBezTo>
                  <a:pt x="208759" y="150680"/>
                  <a:pt x="208759" y="150875"/>
                  <a:pt x="208759" y="151098"/>
                </a:cubicBezTo>
                <a:cubicBezTo>
                  <a:pt x="211382" y="152884"/>
                  <a:pt x="213489" y="155117"/>
                  <a:pt x="215079" y="157795"/>
                </a:cubicBezTo>
                <a:cubicBezTo>
                  <a:pt x="216670" y="160474"/>
                  <a:pt x="218051" y="164018"/>
                  <a:pt x="219223" y="168427"/>
                </a:cubicBezTo>
                <a:cubicBezTo>
                  <a:pt x="220563" y="173674"/>
                  <a:pt x="221665" y="177915"/>
                  <a:pt x="222530" y="181152"/>
                </a:cubicBezTo>
                <a:cubicBezTo>
                  <a:pt x="223395" y="184389"/>
                  <a:pt x="224400" y="186943"/>
                  <a:pt x="225544" y="188812"/>
                </a:cubicBezTo>
                <a:cubicBezTo>
                  <a:pt x="226688" y="190682"/>
                  <a:pt x="228139" y="192049"/>
                  <a:pt x="229897" y="192914"/>
                </a:cubicBezTo>
                <a:cubicBezTo>
                  <a:pt x="231655" y="193779"/>
                  <a:pt x="234041" y="194435"/>
                  <a:pt x="237055" y="194882"/>
                </a:cubicBezTo>
                <a:lnTo>
                  <a:pt x="235883" y="199988"/>
                </a:lnTo>
                <a:lnTo>
                  <a:pt x="211522" y="199988"/>
                </a:lnTo>
                <a:cubicBezTo>
                  <a:pt x="210517" y="197812"/>
                  <a:pt x="209540" y="195147"/>
                  <a:pt x="208591" y="191993"/>
                </a:cubicBezTo>
                <a:cubicBezTo>
                  <a:pt x="207643" y="188840"/>
                  <a:pt x="206806" y="185757"/>
                  <a:pt x="206080" y="182743"/>
                </a:cubicBezTo>
                <a:cubicBezTo>
                  <a:pt x="204964" y="178334"/>
                  <a:pt x="204029" y="174525"/>
                  <a:pt x="203275" y="171316"/>
                </a:cubicBezTo>
                <a:cubicBezTo>
                  <a:pt x="202522" y="168106"/>
                  <a:pt x="201783" y="165400"/>
                  <a:pt x="201057" y="163195"/>
                </a:cubicBezTo>
                <a:cubicBezTo>
                  <a:pt x="200331" y="160991"/>
                  <a:pt x="199578" y="159233"/>
                  <a:pt x="198797" y="157921"/>
                </a:cubicBezTo>
                <a:cubicBezTo>
                  <a:pt x="198015" y="156609"/>
                  <a:pt x="197094" y="155563"/>
                  <a:pt x="196034" y="154782"/>
                </a:cubicBezTo>
                <a:cubicBezTo>
                  <a:pt x="194974" y="154000"/>
                  <a:pt x="193690" y="153484"/>
                  <a:pt x="192183" y="153233"/>
                </a:cubicBezTo>
                <a:cubicBezTo>
                  <a:pt x="190676" y="152982"/>
                  <a:pt x="188835" y="152800"/>
                  <a:pt x="186658" y="152689"/>
                </a:cubicBezTo>
                <a:lnTo>
                  <a:pt x="176696" y="152689"/>
                </a:lnTo>
                <a:cubicBezTo>
                  <a:pt x="176026" y="155647"/>
                  <a:pt x="175300" y="158828"/>
                  <a:pt x="174519" y="162232"/>
                </a:cubicBezTo>
                <a:cubicBezTo>
                  <a:pt x="173738" y="165637"/>
                  <a:pt x="172970" y="168958"/>
                  <a:pt x="172217" y="172195"/>
                </a:cubicBezTo>
                <a:cubicBezTo>
                  <a:pt x="171463" y="175432"/>
                  <a:pt x="170836" y="178459"/>
                  <a:pt x="170333" y="181278"/>
                </a:cubicBezTo>
                <a:cubicBezTo>
                  <a:pt x="169831" y="184096"/>
                  <a:pt x="169580" y="186370"/>
                  <a:pt x="169580" y="188101"/>
                </a:cubicBezTo>
                <a:cubicBezTo>
                  <a:pt x="169580" y="189273"/>
                  <a:pt x="169719" y="190263"/>
                  <a:pt x="169998" y="191073"/>
                </a:cubicBezTo>
                <a:cubicBezTo>
                  <a:pt x="170278" y="191882"/>
                  <a:pt x="170766" y="192538"/>
                  <a:pt x="171463" y="193040"/>
                </a:cubicBezTo>
                <a:cubicBezTo>
                  <a:pt x="172161" y="193542"/>
                  <a:pt x="173110" y="193933"/>
                  <a:pt x="174310" y="194212"/>
                </a:cubicBezTo>
                <a:cubicBezTo>
                  <a:pt x="175510" y="194491"/>
                  <a:pt x="177031" y="194714"/>
                  <a:pt x="178872" y="194882"/>
                </a:cubicBezTo>
                <a:lnTo>
                  <a:pt x="177784" y="199988"/>
                </a:lnTo>
                <a:lnTo>
                  <a:pt x="142037" y="199988"/>
                </a:lnTo>
                <a:lnTo>
                  <a:pt x="142958" y="194882"/>
                </a:lnTo>
                <a:cubicBezTo>
                  <a:pt x="144688" y="194603"/>
                  <a:pt x="146098" y="194254"/>
                  <a:pt x="147186" y="193835"/>
                </a:cubicBezTo>
                <a:cubicBezTo>
                  <a:pt x="148274" y="193417"/>
                  <a:pt x="149251" y="192607"/>
                  <a:pt x="150116" y="191407"/>
                </a:cubicBezTo>
                <a:cubicBezTo>
                  <a:pt x="150981" y="190207"/>
                  <a:pt x="151776" y="188408"/>
                  <a:pt x="152502" y="186008"/>
                </a:cubicBezTo>
                <a:cubicBezTo>
                  <a:pt x="153227" y="183608"/>
                  <a:pt x="154065" y="180259"/>
                  <a:pt x="155013" y="175962"/>
                </a:cubicBezTo>
                <a:lnTo>
                  <a:pt x="168743" y="114933"/>
                </a:lnTo>
                <a:cubicBezTo>
                  <a:pt x="169301" y="112477"/>
                  <a:pt x="169719" y="110301"/>
                  <a:pt x="169998" y="108403"/>
                </a:cubicBezTo>
                <a:cubicBezTo>
                  <a:pt x="170278" y="106506"/>
                  <a:pt x="170417" y="104943"/>
                  <a:pt x="170417" y="103715"/>
                </a:cubicBezTo>
                <a:cubicBezTo>
                  <a:pt x="170417" y="101204"/>
                  <a:pt x="169789" y="99418"/>
                  <a:pt x="168533" y="98357"/>
                </a:cubicBezTo>
                <a:cubicBezTo>
                  <a:pt x="167278" y="97297"/>
                  <a:pt x="164920" y="96739"/>
                  <a:pt x="161459" y="96683"/>
                </a:cubicBezTo>
                <a:close/>
                <a:moveTo>
                  <a:pt x="74004" y="9823"/>
                </a:moveTo>
                <a:cubicBezTo>
                  <a:pt x="70060" y="9823"/>
                  <a:pt x="65893" y="9972"/>
                  <a:pt x="61503" y="10269"/>
                </a:cubicBezTo>
                <a:lnTo>
                  <a:pt x="47215" y="74898"/>
                </a:lnTo>
                <a:lnTo>
                  <a:pt x="60387" y="74898"/>
                </a:lnTo>
                <a:cubicBezTo>
                  <a:pt x="71177" y="74898"/>
                  <a:pt x="79697" y="73447"/>
                  <a:pt x="85948" y="70545"/>
                </a:cubicBezTo>
                <a:cubicBezTo>
                  <a:pt x="92199" y="67643"/>
                  <a:pt x="97147" y="62880"/>
                  <a:pt x="100793" y="56257"/>
                </a:cubicBezTo>
                <a:cubicBezTo>
                  <a:pt x="104440" y="49635"/>
                  <a:pt x="106263" y="42491"/>
                  <a:pt x="106263" y="34826"/>
                </a:cubicBezTo>
                <a:cubicBezTo>
                  <a:pt x="106263" y="31626"/>
                  <a:pt x="105965" y="28780"/>
                  <a:pt x="105370" y="26287"/>
                </a:cubicBezTo>
                <a:cubicBezTo>
                  <a:pt x="104775" y="23794"/>
                  <a:pt x="103993" y="21729"/>
                  <a:pt x="103026" y="20092"/>
                </a:cubicBezTo>
                <a:cubicBezTo>
                  <a:pt x="102058" y="18455"/>
                  <a:pt x="100831" y="17004"/>
                  <a:pt x="99342" y="15739"/>
                </a:cubicBezTo>
                <a:cubicBezTo>
                  <a:pt x="97854" y="14474"/>
                  <a:pt x="95994" y="13376"/>
                  <a:pt x="93761" y="12446"/>
                </a:cubicBezTo>
                <a:cubicBezTo>
                  <a:pt x="91529" y="11516"/>
                  <a:pt x="88943" y="10846"/>
                  <a:pt x="86004" y="10437"/>
                </a:cubicBezTo>
                <a:cubicBezTo>
                  <a:pt x="83064" y="10028"/>
                  <a:pt x="79064" y="9823"/>
                  <a:pt x="74004" y="9823"/>
                </a:cubicBezTo>
                <a:close/>
                <a:moveTo>
                  <a:pt x="29244" y="0"/>
                </a:moveTo>
                <a:lnTo>
                  <a:pt x="78916" y="0"/>
                </a:lnTo>
                <a:cubicBezTo>
                  <a:pt x="86804" y="0"/>
                  <a:pt x="93240" y="465"/>
                  <a:pt x="98226" y="1396"/>
                </a:cubicBezTo>
                <a:cubicBezTo>
                  <a:pt x="103212" y="2326"/>
                  <a:pt x="107472" y="3721"/>
                  <a:pt x="111007" y="5581"/>
                </a:cubicBezTo>
                <a:cubicBezTo>
                  <a:pt x="114541" y="7442"/>
                  <a:pt x="117499" y="9842"/>
                  <a:pt x="119881" y="12781"/>
                </a:cubicBezTo>
                <a:cubicBezTo>
                  <a:pt x="122262" y="15720"/>
                  <a:pt x="124048" y="19032"/>
                  <a:pt x="125238" y="22715"/>
                </a:cubicBezTo>
                <a:cubicBezTo>
                  <a:pt x="126429" y="26399"/>
                  <a:pt x="127024" y="30324"/>
                  <a:pt x="127024" y="34491"/>
                </a:cubicBezTo>
                <a:cubicBezTo>
                  <a:pt x="127024" y="45951"/>
                  <a:pt x="123527" y="55699"/>
                  <a:pt x="116532" y="63736"/>
                </a:cubicBezTo>
                <a:cubicBezTo>
                  <a:pt x="109537" y="71773"/>
                  <a:pt x="99231" y="77875"/>
                  <a:pt x="85613" y="82042"/>
                </a:cubicBezTo>
                <a:lnTo>
                  <a:pt x="85613" y="83270"/>
                </a:lnTo>
                <a:cubicBezTo>
                  <a:pt x="89185" y="85949"/>
                  <a:pt x="92068" y="89148"/>
                  <a:pt x="94264" y="92869"/>
                </a:cubicBezTo>
                <a:cubicBezTo>
                  <a:pt x="96459" y="96590"/>
                  <a:pt x="98226" y="101762"/>
                  <a:pt x="99566" y="108385"/>
                </a:cubicBezTo>
                <a:lnTo>
                  <a:pt x="102133" y="121333"/>
                </a:lnTo>
                <a:cubicBezTo>
                  <a:pt x="102951" y="125425"/>
                  <a:pt x="103882" y="129109"/>
                  <a:pt x="104923" y="132383"/>
                </a:cubicBezTo>
                <a:cubicBezTo>
                  <a:pt x="105965" y="135657"/>
                  <a:pt x="107212" y="138262"/>
                  <a:pt x="108663" y="140197"/>
                </a:cubicBezTo>
                <a:cubicBezTo>
                  <a:pt x="110114" y="142131"/>
                  <a:pt x="111751" y="143582"/>
                  <a:pt x="113574" y="144550"/>
                </a:cubicBezTo>
                <a:cubicBezTo>
                  <a:pt x="115397" y="145517"/>
                  <a:pt x="118057" y="146298"/>
                  <a:pt x="121555" y="146894"/>
                </a:cubicBezTo>
                <a:lnTo>
                  <a:pt x="120439" y="152363"/>
                </a:lnTo>
                <a:lnTo>
                  <a:pt x="89520" y="152363"/>
                </a:lnTo>
                <a:cubicBezTo>
                  <a:pt x="87138" y="145740"/>
                  <a:pt x="85018" y="137852"/>
                  <a:pt x="83157" y="128700"/>
                </a:cubicBezTo>
                <a:lnTo>
                  <a:pt x="78246" y="105036"/>
                </a:lnTo>
                <a:cubicBezTo>
                  <a:pt x="77427" y="100943"/>
                  <a:pt x="76441" y="97501"/>
                  <a:pt x="75288" y="94711"/>
                </a:cubicBezTo>
                <a:cubicBezTo>
                  <a:pt x="74135" y="91920"/>
                  <a:pt x="72758" y="89762"/>
                  <a:pt x="71158" y="88237"/>
                </a:cubicBezTo>
                <a:cubicBezTo>
                  <a:pt x="69558" y="86711"/>
                  <a:pt x="67698" y="85707"/>
                  <a:pt x="65577" y="85223"/>
                </a:cubicBezTo>
                <a:cubicBezTo>
                  <a:pt x="63456" y="84739"/>
                  <a:pt x="60870" y="84498"/>
                  <a:pt x="57819" y="84498"/>
                </a:cubicBezTo>
                <a:lnTo>
                  <a:pt x="45094" y="84498"/>
                </a:lnTo>
                <a:lnTo>
                  <a:pt x="37281" y="119882"/>
                </a:lnTo>
                <a:cubicBezTo>
                  <a:pt x="36611" y="122784"/>
                  <a:pt x="36146" y="125090"/>
                  <a:pt x="35886" y="126802"/>
                </a:cubicBezTo>
                <a:cubicBezTo>
                  <a:pt x="35625" y="128514"/>
                  <a:pt x="35402" y="130318"/>
                  <a:pt x="35216" y="132216"/>
                </a:cubicBezTo>
                <a:cubicBezTo>
                  <a:pt x="35030" y="134113"/>
                  <a:pt x="34937" y="135806"/>
                  <a:pt x="34937" y="137294"/>
                </a:cubicBezTo>
                <a:cubicBezTo>
                  <a:pt x="34937" y="139601"/>
                  <a:pt x="35309" y="141406"/>
                  <a:pt x="36053" y="142708"/>
                </a:cubicBezTo>
                <a:cubicBezTo>
                  <a:pt x="36797" y="144010"/>
                  <a:pt x="37913" y="144959"/>
                  <a:pt x="39402" y="145554"/>
                </a:cubicBezTo>
                <a:cubicBezTo>
                  <a:pt x="40890" y="146150"/>
                  <a:pt x="43457" y="146596"/>
                  <a:pt x="47104" y="146894"/>
                </a:cubicBezTo>
                <a:lnTo>
                  <a:pt x="45876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832"/>
                  <a:pt x="38955" y="15516"/>
                </a:cubicBezTo>
                <a:cubicBezTo>
                  <a:pt x="38955" y="11869"/>
                  <a:pt x="38100" y="9339"/>
                  <a:pt x="36388" y="7925"/>
                </a:cubicBezTo>
                <a:cubicBezTo>
                  <a:pt x="34676" y="6512"/>
                  <a:pt x="31886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1973FF3-D477-4AD6-A149-10EB171B71D0}"/>
              </a:ext>
            </a:extLst>
          </p:cNvPr>
          <p:cNvSpPr txBox="1"/>
          <p:nvPr/>
        </p:nvSpPr>
        <p:spPr>
          <a:xfrm>
            <a:off x="730186" y="3727020"/>
            <a:ext cx="228394" cy="218710"/>
          </a:xfrm>
          <a:custGeom>
            <a:avLst/>
            <a:gdLst/>
            <a:ahLst/>
            <a:cxnLst/>
            <a:rect l="l" t="t" r="r" b="b"/>
            <a:pathLst>
              <a:path w="208843" h="199988">
                <a:moveTo>
                  <a:pt x="129899" y="91409"/>
                </a:moveTo>
                <a:lnTo>
                  <a:pt x="208843" y="91409"/>
                </a:lnTo>
                <a:lnTo>
                  <a:pt x="202899" y="117528"/>
                </a:lnTo>
                <a:lnTo>
                  <a:pt x="193942" y="117528"/>
                </a:lnTo>
                <a:cubicBezTo>
                  <a:pt x="193663" y="114459"/>
                  <a:pt x="193384" y="111835"/>
                  <a:pt x="193105" y="109659"/>
                </a:cubicBezTo>
                <a:cubicBezTo>
                  <a:pt x="192826" y="107482"/>
                  <a:pt x="192323" y="105696"/>
                  <a:pt x="191598" y="104301"/>
                </a:cubicBezTo>
                <a:cubicBezTo>
                  <a:pt x="190872" y="102906"/>
                  <a:pt x="189840" y="101901"/>
                  <a:pt x="188500" y="101287"/>
                </a:cubicBezTo>
                <a:cubicBezTo>
                  <a:pt x="187161" y="100673"/>
                  <a:pt x="185319" y="100339"/>
                  <a:pt x="182975" y="100283"/>
                </a:cubicBezTo>
                <a:lnTo>
                  <a:pt x="155600" y="100283"/>
                </a:lnTo>
                <a:lnTo>
                  <a:pt x="146391" y="141052"/>
                </a:lnTo>
                <a:lnTo>
                  <a:pt x="162883" y="141052"/>
                </a:lnTo>
                <a:cubicBezTo>
                  <a:pt x="164837" y="141052"/>
                  <a:pt x="166455" y="140927"/>
                  <a:pt x="167739" y="140676"/>
                </a:cubicBezTo>
                <a:cubicBezTo>
                  <a:pt x="169022" y="140424"/>
                  <a:pt x="170194" y="139838"/>
                  <a:pt x="171255" y="138918"/>
                </a:cubicBezTo>
                <a:cubicBezTo>
                  <a:pt x="172315" y="137997"/>
                  <a:pt x="173362" y="136685"/>
                  <a:pt x="174394" y="134983"/>
                </a:cubicBezTo>
                <a:cubicBezTo>
                  <a:pt x="175427" y="133281"/>
                  <a:pt x="176696" y="131006"/>
                  <a:pt x="178203" y="128160"/>
                </a:cubicBezTo>
                <a:lnTo>
                  <a:pt x="186575" y="128160"/>
                </a:lnTo>
                <a:lnTo>
                  <a:pt x="178538" y="162902"/>
                </a:lnTo>
                <a:lnTo>
                  <a:pt x="170418" y="162902"/>
                </a:lnTo>
                <a:cubicBezTo>
                  <a:pt x="170418" y="159888"/>
                  <a:pt x="170334" y="157502"/>
                  <a:pt x="170166" y="155744"/>
                </a:cubicBezTo>
                <a:cubicBezTo>
                  <a:pt x="169999" y="153986"/>
                  <a:pt x="169636" y="152661"/>
                  <a:pt x="169078" y="151768"/>
                </a:cubicBezTo>
                <a:cubicBezTo>
                  <a:pt x="168520" y="150875"/>
                  <a:pt x="167683" y="150317"/>
                  <a:pt x="166567" y="150094"/>
                </a:cubicBezTo>
                <a:cubicBezTo>
                  <a:pt x="165451" y="149870"/>
                  <a:pt x="163944" y="149759"/>
                  <a:pt x="162046" y="149759"/>
                </a:cubicBezTo>
                <a:lnTo>
                  <a:pt x="144466" y="149759"/>
                </a:lnTo>
                <a:cubicBezTo>
                  <a:pt x="143740" y="152996"/>
                  <a:pt x="142931" y="156526"/>
                  <a:pt x="142038" y="160349"/>
                </a:cubicBezTo>
                <a:cubicBezTo>
                  <a:pt x="141145" y="164172"/>
                  <a:pt x="140308" y="167897"/>
                  <a:pt x="139527" y="171525"/>
                </a:cubicBezTo>
                <a:cubicBezTo>
                  <a:pt x="138745" y="175153"/>
                  <a:pt x="138089" y="178459"/>
                  <a:pt x="137559" y="181445"/>
                </a:cubicBezTo>
                <a:cubicBezTo>
                  <a:pt x="137029" y="184431"/>
                  <a:pt x="136764" y="186650"/>
                  <a:pt x="136764" y="188101"/>
                </a:cubicBezTo>
                <a:cubicBezTo>
                  <a:pt x="136764" y="189217"/>
                  <a:pt x="136917" y="190180"/>
                  <a:pt x="137224" y="190989"/>
                </a:cubicBezTo>
                <a:cubicBezTo>
                  <a:pt x="137531" y="191798"/>
                  <a:pt x="138034" y="192482"/>
                  <a:pt x="138731" y="193040"/>
                </a:cubicBezTo>
                <a:cubicBezTo>
                  <a:pt x="139429" y="193598"/>
                  <a:pt x="140419" y="194017"/>
                  <a:pt x="141703" y="194296"/>
                </a:cubicBezTo>
                <a:cubicBezTo>
                  <a:pt x="142987" y="194575"/>
                  <a:pt x="144633" y="194770"/>
                  <a:pt x="146642" y="194882"/>
                </a:cubicBezTo>
                <a:lnTo>
                  <a:pt x="145470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96" y="194254"/>
                  <a:pt x="114412" y="193835"/>
                </a:cubicBezTo>
                <a:cubicBezTo>
                  <a:pt x="115528" y="193417"/>
                  <a:pt x="116519" y="192607"/>
                  <a:pt x="117384" y="191407"/>
                </a:cubicBezTo>
                <a:cubicBezTo>
                  <a:pt x="118249" y="190207"/>
                  <a:pt x="119030" y="188408"/>
                  <a:pt x="119728" y="186008"/>
                </a:cubicBezTo>
                <a:cubicBezTo>
                  <a:pt x="120425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3" y="110301"/>
                  <a:pt x="137182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7" y="98357"/>
                </a:cubicBezTo>
                <a:cubicBezTo>
                  <a:pt x="134462" y="97297"/>
                  <a:pt x="132104" y="96739"/>
                  <a:pt x="128643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8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6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5" y="0"/>
                </a:lnTo>
                <a:lnTo>
                  <a:pt x="130708" y="0"/>
                </a:lnTo>
                <a:lnTo>
                  <a:pt x="129481" y="5470"/>
                </a:lnTo>
                <a:cubicBezTo>
                  <a:pt x="127471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262A02D-D111-4AFD-A3B8-650F7049F9D5}"/>
              </a:ext>
            </a:extLst>
          </p:cNvPr>
          <p:cNvSpPr txBox="1"/>
          <p:nvPr/>
        </p:nvSpPr>
        <p:spPr>
          <a:xfrm>
            <a:off x="2860675" y="3709717"/>
            <a:ext cx="226015" cy="218710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F2DAB53-35B8-4F7F-BFAA-AC01ECA7CF86}"/>
              </a:ext>
            </a:extLst>
          </p:cNvPr>
          <p:cNvCxnSpPr>
            <a:cxnSpLocks/>
          </p:cNvCxnSpPr>
          <p:nvPr/>
        </p:nvCxnSpPr>
        <p:spPr>
          <a:xfrm flipH="1">
            <a:off x="2176884" y="2285505"/>
            <a:ext cx="46094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7F1253C7-A4E3-4B29-A446-92F793958A8B}"/>
              </a:ext>
            </a:extLst>
          </p:cNvPr>
          <p:cNvSpPr txBox="1"/>
          <p:nvPr/>
        </p:nvSpPr>
        <p:spPr>
          <a:xfrm>
            <a:off x="685284" y="3125363"/>
            <a:ext cx="191365" cy="218710"/>
          </a:xfrm>
          <a:custGeom>
            <a:avLst/>
            <a:gdLst/>
            <a:ahLst/>
            <a:cxnLst/>
            <a:rect l="l" t="t" r="r" b="b"/>
            <a:pathLst>
              <a:path w="174984" h="199988">
                <a:moveTo>
                  <a:pt x="96040" y="91409"/>
                </a:moveTo>
                <a:lnTo>
                  <a:pt x="174984" y="91409"/>
                </a:lnTo>
                <a:lnTo>
                  <a:pt x="169040" y="117528"/>
                </a:lnTo>
                <a:lnTo>
                  <a:pt x="160083" y="117528"/>
                </a:lnTo>
                <a:cubicBezTo>
                  <a:pt x="159804" y="114459"/>
                  <a:pt x="159525" y="111835"/>
                  <a:pt x="159246" y="109659"/>
                </a:cubicBezTo>
                <a:cubicBezTo>
                  <a:pt x="158967" y="107482"/>
                  <a:pt x="158464" y="105696"/>
                  <a:pt x="157739" y="104301"/>
                </a:cubicBezTo>
                <a:cubicBezTo>
                  <a:pt x="157013" y="102906"/>
                  <a:pt x="155981" y="101901"/>
                  <a:pt x="154641" y="101287"/>
                </a:cubicBezTo>
                <a:cubicBezTo>
                  <a:pt x="153302" y="100673"/>
                  <a:pt x="151460" y="100339"/>
                  <a:pt x="149116" y="100283"/>
                </a:cubicBezTo>
                <a:lnTo>
                  <a:pt x="121741" y="100283"/>
                </a:lnTo>
                <a:lnTo>
                  <a:pt x="112532" y="141052"/>
                </a:lnTo>
                <a:lnTo>
                  <a:pt x="129024" y="141052"/>
                </a:lnTo>
                <a:cubicBezTo>
                  <a:pt x="130978" y="141052"/>
                  <a:pt x="132596" y="140927"/>
                  <a:pt x="133880" y="140676"/>
                </a:cubicBezTo>
                <a:cubicBezTo>
                  <a:pt x="135163" y="140424"/>
                  <a:pt x="136335" y="139838"/>
                  <a:pt x="137396" y="138918"/>
                </a:cubicBezTo>
                <a:cubicBezTo>
                  <a:pt x="138456" y="137997"/>
                  <a:pt x="139503" y="136685"/>
                  <a:pt x="140535" y="134983"/>
                </a:cubicBezTo>
                <a:cubicBezTo>
                  <a:pt x="141568" y="133281"/>
                  <a:pt x="142837" y="131006"/>
                  <a:pt x="144344" y="128160"/>
                </a:cubicBezTo>
                <a:lnTo>
                  <a:pt x="152716" y="128160"/>
                </a:lnTo>
                <a:lnTo>
                  <a:pt x="144679" y="162902"/>
                </a:lnTo>
                <a:lnTo>
                  <a:pt x="136559" y="162902"/>
                </a:lnTo>
                <a:cubicBezTo>
                  <a:pt x="136559" y="159888"/>
                  <a:pt x="136475" y="157502"/>
                  <a:pt x="136307" y="155744"/>
                </a:cubicBezTo>
                <a:cubicBezTo>
                  <a:pt x="136140" y="153986"/>
                  <a:pt x="135777" y="152661"/>
                  <a:pt x="135219" y="151768"/>
                </a:cubicBezTo>
                <a:cubicBezTo>
                  <a:pt x="134661" y="150875"/>
                  <a:pt x="133824" y="150317"/>
                  <a:pt x="132708" y="150094"/>
                </a:cubicBezTo>
                <a:cubicBezTo>
                  <a:pt x="131592" y="149870"/>
                  <a:pt x="130085" y="149759"/>
                  <a:pt x="128187" y="149759"/>
                </a:cubicBezTo>
                <a:lnTo>
                  <a:pt x="110607" y="149759"/>
                </a:lnTo>
                <a:cubicBezTo>
                  <a:pt x="109881" y="152996"/>
                  <a:pt x="109072" y="156526"/>
                  <a:pt x="108179" y="160349"/>
                </a:cubicBezTo>
                <a:cubicBezTo>
                  <a:pt x="107286" y="164172"/>
                  <a:pt x="106449" y="167897"/>
                  <a:pt x="105668" y="171525"/>
                </a:cubicBezTo>
                <a:cubicBezTo>
                  <a:pt x="104886" y="175153"/>
                  <a:pt x="104230" y="178459"/>
                  <a:pt x="103700" y="181445"/>
                </a:cubicBezTo>
                <a:cubicBezTo>
                  <a:pt x="103170" y="184431"/>
                  <a:pt x="102905" y="186650"/>
                  <a:pt x="102905" y="188101"/>
                </a:cubicBezTo>
                <a:cubicBezTo>
                  <a:pt x="102905" y="189217"/>
                  <a:pt x="103058" y="190180"/>
                  <a:pt x="103365" y="190989"/>
                </a:cubicBezTo>
                <a:cubicBezTo>
                  <a:pt x="103672" y="191798"/>
                  <a:pt x="104175" y="192482"/>
                  <a:pt x="104872" y="193040"/>
                </a:cubicBezTo>
                <a:cubicBezTo>
                  <a:pt x="105570" y="193598"/>
                  <a:pt x="106560" y="194017"/>
                  <a:pt x="107844" y="194296"/>
                </a:cubicBezTo>
                <a:cubicBezTo>
                  <a:pt x="109128" y="194575"/>
                  <a:pt x="110774" y="194770"/>
                  <a:pt x="112783" y="194882"/>
                </a:cubicBezTo>
                <a:lnTo>
                  <a:pt x="111611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37" y="194254"/>
                  <a:pt x="80553" y="193835"/>
                </a:cubicBezTo>
                <a:cubicBezTo>
                  <a:pt x="81669" y="193417"/>
                  <a:pt x="82660" y="192607"/>
                  <a:pt x="83525" y="191407"/>
                </a:cubicBezTo>
                <a:cubicBezTo>
                  <a:pt x="84390" y="190207"/>
                  <a:pt x="85171" y="188408"/>
                  <a:pt x="85869" y="186008"/>
                </a:cubicBezTo>
                <a:cubicBezTo>
                  <a:pt x="86566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4" y="110301"/>
                  <a:pt x="103323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8" y="98357"/>
                </a:cubicBezTo>
                <a:cubicBezTo>
                  <a:pt x="100603" y="97297"/>
                  <a:pt x="98245" y="96739"/>
                  <a:pt x="94784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7"/>
                  <a:pt x="57931" y="26120"/>
                  <a:pt x="56368" y="33264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3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8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1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23FAE25-2C39-4909-8E13-3998F92FB683}"/>
              </a:ext>
            </a:extLst>
          </p:cNvPr>
          <p:cNvSpPr txBox="1"/>
          <p:nvPr/>
        </p:nvSpPr>
        <p:spPr>
          <a:xfrm>
            <a:off x="3032319" y="3091686"/>
            <a:ext cx="188986" cy="218710"/>
          </a:xfrm>
          <a:custGeom>
            <a:avLst/>
            <a:gdLst/>
            <a:ahLst/>
            <a:cxnLst/>
            <a:rect l="l" t="t" r="r" b="b"/>
            <a:pathLst>
              <a:path w="172808" h="199988">
                <a:moveTo>
                  <a:pt x="131368" y="100283"/>
                </a:moveTo>
                <a:cubicBezTo>
                  <a:pt x="130029" y="100283"/>
                  <a:pt x="128494" y="100311"/>
                  <a:pt x="126764" y="100366"/>
                </a:cubicBezTo>
                <a:cubicBezTo>
                  <a:pt x="125034" y="100422"/>
                  <a:pt x="123360" y="100450"/>
                  <a:pt x="121741" y="100450"/>
                </a:cubicBezTo>
                <a:lnTo>
                  <a:pt x="111779" y="144234"/>
                </a:lnTo>
                <a:lnTo>
                  <a:pt x="121741" y="144234"/>
                </a:lnTo>
                <a:cubicBezTo>
                  <a:pt x="132792" y="144234"/>
                  <a:pt x="141275" y="141987"/>
                  <a:pt x="147191" y="137494"/>
                </a:cubicBezTo>
                <a:cubicBezTo>
                  <a:pt x="153107" y="133002"/>
                  <a:pt x="156065" y="126179"/>
                  <a:pt x="156065" y="117026"/>
                </a:cubicBezTo>
                <a:cubicBezTo>
                  <a:pt x="156065" y="113956"/>
                  <a:pt x="155604" y="111347"/>
                  <a:pt x="154683" y="109198"/>
                </a:cubicBezTo>
                <a:cubicBezTo>
                  <a:pt x="153762" y="107050"/>
                  <a:pt x="152297" y="105320"/>
                  <a:pt x="150288" y="104008"/>
                </a:cubicBezTo>
                <a:cubicBezTo>
                  <a:pt x="148279" y="102697"/>
                  <a:pt x="145726" y="101748"/>
                  <a:pt x="142628" y="101162"/>
                </a:cubicBezTo>
                <a:cubicBezTo>
                  <a:pt x="139531" y="100576"/>
                  <a:pt x="135777" y="100283"/>
                  <a:pt x="131368" y="100283"/>
                </a:cubicBezTo>
                <a:close/>
                <a:moveTo>
                  <a:pt x="96040" y="91409"/>
                </a:moveTo>
                <a:lnTo>
                  <a:pt x="134466" y="91409"/>
                </a:lnTo>
                <a:cubicBezTo>
                  <a:pt x="141833" y="91409"/>
                  <a:pt x="147972" y="92051"/>
                  <a:pt x="152883" y="93334"/>
                </a:cubicBezTo>
                <a:cubicBezTo>
                  <a:pt x="157795" y="94618"/>
                  <a:pt x="161729" y="96390"/>
                  <a:pt x="164687" y="98650"/>
                </a:cubicBezTo>
                <a:cubicBezTo>
                  <a:pt x="167645" y="100911"/>
                  <a:pt x="169738" y="103576"/>
                  <a:pt x="170966" y="106645"/>
                </a:cubicBezTo>
                <a:cubicBezTo>
                  <a:pt x="172194" y="109715"/>
                  <a:pt x="172808" y="113035"/>
                  <a:pt x="172808" y="116607"/>
                </a:cubicBezTo>
                <a:cubicBezTo>
                  <a:pt x="172808" y="124867"/>
                  <a:pt x="170282" y="131760"/>
                  <a:pt x="165231" y="137285"/>
                </a:cubicBezTo>
                <a:cubicBezTo>
                  <a:pt x="160181" y="142810"/>
                  <a:pt x="152521" y="147024"/>
                  <a:pt x="142251" y="149926"/>
                </a:cubicBezTo>
                <a:cubicBezTo>
                  <a:pt x="142140" y="150149"/>
                  <a:pt x="142084" y="150345"/>
                  <a:pt x="142084" y="150512"/>
                </a:cubicBezTo>
                <a:cubicBezTo>
                  <a:pt x="142084" y="150680"/>
                  <a:pt x="142084" y="150875"/>
                  <a:pt x="142084" y="151098"/>
                </a:cubicBezTo>
                <a:cubicBezTo>
                  <a:pt x="144707" y="152884"/>
                  <a:pt x="146814" y="155117"/>
                  <a:pt x="148405" y="157795"/>
                </a:cubicBezTo>
                <a:cubicBezTo>
                  <a:pt x="149995" y="160474"/>
                  <a:pt x="151376" y="164018"/>
                  <a:pt x="152548" y="168427"/>
                </a:cubicBezTo>
                <a:cubicBezTo>
                  <a:pt x="153888" y="173674"/>
                  <a:pt x="154990" y="177915"/>
                  <a:pt x="155855" y="181152"/>
                </a:cubicBezTo>
                <a:cubicBezTo>
                  <a:pt x="156720" y="184389"/>
                  <a:pt x="157725" y="186943"/>
                  <a:pt x="158869" y="188812"/>
                </a:cubicBezTo>
                <a:cubicBezTo>
                  <a:pt x="160013" y="190682"/>
                  <a:pt x="161464" y="192049"/>
                  <a:pt x="163222" y="192914"/>
                </a:cubicBezTo>
                <a:cubicBezTo>
                  <a:pt x="164980" y="193779"/>
                  <a:pt x="167366" y="194435"/>
                  <a:pt x="170380" y="194882"/>
                </a:cubicBezTo>
                <a:lnTo>
                  <a:pt x="169208" y="199988"/>
                </a:lnTo>
                <a:lnTo>
                  <a:pt x="144847" y="199988"/>
                </a:lnTo>
                <a:cubicBezTo>
                  <a:pt x="143842" y="197812"/>
                  <a:pt x="142865" y="195147"/>
                  <a:pt x="141917" y="191993"/>
                </a:cubicBezTo>
                <a:cubicBezTo>
                  <a:pt x="140968" y="188840"/>
                  <a:pt x="140131" y="185757"/>
                  <a:pt x="139405" y="182743"/>
                </a:cubicBezTo>
                <a:cubicBezTo>
                  <a:pt x="138289" y="178334"/>
                  <a:pt x="137354" y="174525"/>
                  <a:pt x="136601" y="171316"/>
                </a:cubicBezTo>
                <a:cubicBezTo>
                  <a:pt x="135847" y="168106"/>
                  <a:pt x="135108" y="165400"/>
                  <a:pt x="134382" y="163195"/>
                </a:cubicBezTo>
                <a:cubicBezTo>
                  <a:pt x="133657" y="160991"/>
                  <a:pt x="132903" y="159233"/>
                  <a:pt x="132122" y="157921"/>
                </a:cubicBezTo>
                <a:cubicBezTo>
                  <a:pt x="131340" y="156609"/>
                  <a:pt x="130420" y="155563"/>
                  <a:pt x="129359" y="154782"/>
                </a:cubicBezTo>
                <a:cubicBezTo>
                  <a:pt x="128299" y="154000"/>
                  <a:pt x="127015" y="153484"/>
                  <a:pt x="125508" y="153233"/>
                </a:cubicBezTo>
                <a:cubicBezTo>
                  <a:pt x="124001" y="152982"/>
                  <a:pt x="122160" y="152800"/>
                  <a:pt x="119983" y="152689"/>
                </a:cubicBezTo>
                <a:lnTo>
                  <a:pt x="110021" y="152689"/>
                </a:lnTo>
                <a:cubicBezTo>
                  <a:pt x="109351" y="155647"/>
                  <a:pt x="108626" y="158828"/>
                  <a:pt x="107844" y="162232"/>
                </a:cubicBezTo>
                <a:cubicBezTo>
                  <a:pt x="107063" y="165637"/>
                  <a:pt x="106295" y="168958"/>
                  <a:pt x="105542" y="172195"/>
                </a:cubicBezTo>
                <a:cubicBezTo>
                  <a:pt x="104789" y="175432"/>
                  <a:pt x="104161" y="178459"/>
                  <a:pt x="103658" y="181278"/>
                </a:cubicBezTo>
                <a:cubicBezTo>
                  <a:pt x="103156" y="184096"/>
                  <a:pt x="102905" y="186370"/>
                  <a:pt x="102905" y="188101"/>
                </a:cubicBezTo>
                <a:cubicBezTo>
                  <a:pt x="102905" y="189273"/>
                  <a:pt x="103045" y="190263"/>
                  <a:pt x="103324" y="191073"/>
                </a:cubicBezTo>
                <a:cubicBezTo>
                  <a:pt x="103603" y="191882"/>
                  <a:pt x="104091" y="192538"/>
                  <a:pt x="104789" y="193040"/>
                </a:cubicBezTo>
                <a:cubicBezTo>
                  <a:pt x="105486" y="193542"/>
                  <a:pt x="106435" y="193933"/>
                  <a:pt x="107635" y="194212"/>
                </a:cubicBezTo>
                <a:cubicBezTo>
                  <a:pt x="108835" y="194491"/>
                  <a:pt x="110356" y="194714"/>
                  <a:pt x="112197" y="194882"/>
                </a:cubicBezTo>
                <a:lnTo>
                  <a:pt x="111109" y="199988"/>
                </a:lnTo>
                <a:lnTo>
                  <a:pt x="75362" y="199988"/>
                </a:lnTo>
                <a:lnTo>
                  <a:pt x="76283" y="194882"/>
                </a:lnTo>
                <a:cubicBezTo>
                  <a:pt x="78013" y="194603"/>
                  <a:pt x="79423" y="194254"/>
                  <a:pt x="80511" y="193835"/>
                </a:cubicBezTo>
                <a:cubicBezTo>
                  <a:pt x="81599" y="193417"/>
                  <a:pt x="82576" y="192607"/>
                  <a:pt x="83441" y="191407"/>
                </a:cubicBezTo>
                <a:cubicBezTo>
                  <a:pt x="84306" y="190207"/>
                  <a:pt x="85101" y="188408"/>
                  <a:pt x="85827" y="186008"/>
                </a:cubicBezTo>
                <a:cubicBezTo>
                  <a:pt x="86553" y="183608"/>
                  <a:pt x="87390" y="180259"/>
                  <a:pt x="88338" y="175962"/>
                </a:cubicBezTo>
                <a:lnTo>
                  <a:pt x="102068" y="114933"/>
                </a:lnTo>
                <a:cubicBezTo>
                  <a:pt x="102626" y="112477"/>
                  <a:pt x="103045" y="110301"/>
                  <a:pt x="103324" y="108403"/>
                </a:cubicBezTo>
                <a:cubicBezTo>
                  <a:pt x="103603" y="106506"/>
                  <a:pt x="103742" y="104943"/>
                  <a:pt x="103742" y="103715"/>
                </a:cubicBezTo>
                <a:cubicBezTo>
                  <a:pt x="103742" y="101204"/>
                  <a:pt x="103114" y="99418"/>
                  <a:pt x="101859" y="98357"/>
                </a:cubicBezTo>
                <a:cubicBezTo>
                  <a:pt x="100603" y="97297"/>
                  <a:pt x="98245" y="96739"/>
                  <a:pt x="94785" y="96683"/>
                </a:cubicBezTo>
                <a:close/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7281" y="119882"/>
                </a:lnTo>
                <a:cubicBezTo>
                  <a:pt x="36314" y="124272"/>
                  <a:pt x="35681" y="127751"/>
                  <a:pt x="35384" y="130318"/>
                </a:cubicBezTo>
                <a:cubicBezTo>
                  <a:pt x="35086" y="132885"/>
                  <a:pt x="34937" y="135211"/>
                  <a:pt x="34937" y="137294"/>
                </a:cubicBezTo>
                <a:cubicBezTo>
                  <a:pt x="34937" y="140643"/>
                  <a:pt x="35774" y="143006"/>
                  <a:pt x="37449" y="144382"/>
                </a:cubicBezTo>
                <a:cubicBezTo>
                  <a:pt x="39123" y="145759"/>
                  <a:pt x="41932" y="146596"/>
                  <a:pt x="45876" y="146894"/>
                </a:cubicBezTo>
                <a:lnTo>
                  <a:pt x="44648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3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2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4" y="6493"/>
                  <a:pt x="31812" y="5693"/>
                  <a:pt x="28017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CEC77C-CA9E-4912-8FD5-C3156170548D}"/>
              </a:ext>
            </a:extLst>
          </p:cNvPr>
          <p:cNvCxnSpPr>
            <a:cxnSpLocks/>
          </p:cNvCxnSpPr>
          <p:nvPr/>
        </p:nvCxnSpPr>
        <p:spPr>
          <a:xfrm>
            <a:off x="2817219" y="3027334"/>
            <a:ext cx="0" cy="3885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7F35E60-FD22-4987-8D74-0BBDB9F8CA59}"/>
              </a:ext>
            </a:extLst>
          </p:cNvPr>
          <p:cNvGrpSpPr/>
          <p:nvPr/>
        </p:nvGrpSpPr>
        <p:grpSpPr>
          <a:xfrm>
            <a:off x="6864564" y="925376"/>
            <a:ext cx="4847065" cy="3564023"/>
            <a:chOff x="6864564" y="925376"/>
            <a:chExt cx="4847065" cy="3564023"/>
          </a:xfrm>
        </p:grpSpPr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3FA4368B-F526-476A-BEC6-048BB99611D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866289"/>
              <a:ext cx="449932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6290B303-4644-4D3F-A5E5-93BDBAD08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303" y="991793"/>
              <a:ext cx="0" cy="349760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77D9196F-00A9-40C5-A5AF-A26948C2C6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4131" y="1641466"/>
              <a:ext cx="1081814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1C3D7F09-8C76-4408-BBE8-D8B44E90447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217589"/>
              <a:ext cx="108142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2E32C14-C22B-45F1-BA87-7443AADFA533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985323"/>
              <a:ext cx="452475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74339B0-A505-413C-A246-A444D3D0B041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1264669"/>
              <a:ext cx="45247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F3E07892-4C7C-422B-BD85-E4720B3D782E}"/>
                </a:ext>
              </a:extLst>
            </p:cNvPr>
            <p:cNvCxnSpPr>
              <a:cxnSpLocks/>
            </p:cNvCxnSpPr>
            <p:nvPr/>
          </p:nvCxnSpPr>
          <p:spPr>
            <a:xfrm>
              <a:off x="9914034" y="1544016"/>
              <a:ext cx="452475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63D951D8-D6B6-4939-A1E7-F5BAD714E827}"/>
                </a:ext>
              </a:extLst>
            </p:cNvPr>
            <p:cNvSpPr txBox="1"/>
            <p:nvPr/>
          </p:nvSpPr>
          <p:spPr>
            <a:xfrm>
              <a:off x="10485983" y="925376"/>
              <a:ext cx="620580" cy="149942"/>
            </a:xfrm>
            <a:custGeom>
              <a:avLst/>
              <a:gdLst/>
              <a:ahLst/>
              <a:cxnLst/>
              <a:rect l="l" t="t" r="r" b="b"/>
              <a:pathLst>
                <a:path w="578663" h="139814">
                  <a:moveTo>
                    <a:pt x="255118" y="96012"/>
                  </a:moveTo>
                  <a:cubicBezTo>
                    <a:pt x="264465" y="105562"/>
                    <a:pt x="272136" y="113893"/>
                    <a:pt x="278130" y="121005"/>
                  </a:cubicBezTo>
                  <a:lnTo>
                    <a:pt x="270358" y="126949"/>
                  </a:lnTo>
                  <a:cubicBezTo>
                    <a:pt x="263144" y="116586"/>
                    <a:pt x="255931" y="108102"/>
                    <a:pt x="248717" y="101498"/>
                  </a:cubicBezTo>
                  <a:close/>
                  <a:moveTo>
                    <a:pt x="213360" y="94183"/>
                  </a:moveTo>
                  <a:cubicBezTo>
                    <a:pt x="215697" y="95910"/>
                    <a:pt x="218694" y="97231"/>
                    <a:pt x="222352" y="98145"/>
                  </a:cubicBezTo>
                  <a:cubicBezTo>
                    <a:pt x="223876" y="98552"/>
                    <a:pt x="224638" y="99339"/>
                    <a:pt x="224638" y="100508"/>
                  </a:cubicBezTo>
                  <a:cubicBezTo>
                    <a:pt x="224638" y="101676"/>
                    <a:pt x="223774" y="102565"/>
                    <a:pt x="222047" y="103175"/>
                  </a:cubicBezTo>
                  <a:cubicBezTo>
                    <a:pt x="219914" y="103987"/>
                    <a:pt x="217196" y="106858"/>
                    <a:pt x="213894" y="111785"/>
                  </a:cubicBezTo>
                  <a:cubicBezTo>
                    <a:pt x="210592" y="116713"/>
                    <a:pt x="206655" y="121971"/>
                    <a:pt x="202083" y="127559"/>
                  </a:cubicBezTo>
                  <a:cubicBezTo>
                    <a:pt x="199746" y="125323"/>
                    <a:pt x="196444" y="123545"/>
                    <a:pt x="192177" y="122225"/>
                  </a:cubicBezTo>
                  <a:cubicBezTo>
                    <a:pt x="202438" y="115113"/>
                    <a:pt x="209500" y="105765"/>
                    <a:pt x="213360" y="94183"/>
                  </a:cubicBezTo>
                  <a:close/>
                  <a:moveTo>
                    <a:pt x="544526" y="80467"/>
                  </a:moveTo>
                  <a:cubicBezTo>
                    <a:pt x="553466" y="90017"/>
                    <a:pt x="560731" y="99009"/>
                    <a:pt x="566319" y="107442"/>
                  </a:cubicBezTo>
                  <a:lnTo>
                    <a:pt x="558546" y="112776"/>
                  </a:lnTo>
                  <a:cubicBezTo>
                    <a:pt x="552958" y="103429"/>
                    <a:pt x="545948" y="94437"/>
                    <a:pt x="537515" y="85801"/>
                  </a:cubicBezTo>
                  <a:close/>
                  <a:moveTo>
                    <a:pt x="164592" y="76962"/>
                  </a:moveTo>
                  <a:cubicBezTo>
                    <a:pt x="167336" y="80010"/>
                    <a:pt x="170180" y="82143"/>
                    <a:pt x="173127" y="83363"/>
                  </a:cubicBezTo>
                  <a:cubicBezTo>
                    <a:pt x="162357" y="107645"/>
                    <a:pt x="154534" y="125933"/>
                    <a:pt x="149657" y="138227"/>
                  </a:cubicBezTo>
                  <a:cubicBezTo>
                    <a:pt x="146203" y="135788"/>
                    <a:pt x="142342" y="134010"/>
                    <a:pt x="138075" y="132893"/>
                  </a:cubicBezTo>
                  <a:cubicBezTo>
                    <a:pt x="146609" y="122428"/>
                    <a:pt x="155448" y="103784"/>
                    <a:pt x="164592" y="76962"/>
                  </a:cubicBezTo>
                  <a:close/>
                  <a:moveTo>
                    <a:pt x="363017" y="64922"/>
                  </a:moveTo>
                  <a:lnTo>
                    <a:pt x="363017" y="88239"/>
                  </a:lnTo>
                  <a:lnTo>
                    <a:pt x="400050" y="88239"/>
                  </a:lnTo>
                  <a:lnTo>
                    <a:pt x="400050" y="64922"/>
                  </a:lnTo>
                  <a:close/>
                  <a:moveTo>
                    <a:pt x="315468" y="64922"/>
                  </a:moveTo>
                  <a:lnTo>
                    <a:pt x="315468" y="88239"/>
                  </a:lnTo>
                  <a:lnTo>
                    <a:pt x="353416" y="88239"/>
                  </a:lnTo>
                  <a:lnTo>
                    <a:pt x="353416" y="64922"/>
                  </a:lnTo>
                  <a:close/>
                  <a:moveTo>
                    <a:pt x="58217" y="64922"/>
                  </a:moveTo>
                  <a:lnTo>
                    <a:pt x="58217" y="88239"/>
                  </a:lnTo>
                  <a:lnTo>
                    <a:pt x="95250" y="88239"/>
                  </a:lnTo>
                  <a:lnTo>
                    <a:pt x="95250" y="64922"/>
                  </a:lnTo>
                  <a:close/>
                  <a:moveTo>
                    <a:pt x="10668" y="64922"/>
                  </a:moveTo>
                  <a:lnTo>
                    <a:pt x="10668" y="88239"/>
                  </a:lnTo>
                  <a:lnTo>
                    <a:pt x="48616" y="88239"/>
                  </a:lnTo>
                  <a:lnTo>
                    <a:pt x="48616" y="64922"/>
                  </a:lnTo>
                  <a:close/>
                  <a:moveTo>
                    <a:pt x="215799" y="64465"/>
                  </a:moveTo>
                  <a:lnTo>
                    <a:pt x="215799" y="79705"/>
                  </a:lnTo>
                  <a:lnTo>
                    <a:pt x="257709" y="79705"/>
                  </a:lnTo>
                  <a:lnTo>
                    <a:pt x="257709" y="64465"/>
                  </a:lnTo>
                  <a:close/>
                  <a:moveTo>
                    <a:pt x="215799" y="42672"/>
                  </a:moveTo>
                  <a:lnTo>
                    <a:pt x="215799" y="57912"/>
                  </a:lnTo>
                  <a:lnTo>
                    <a:pt x="257709" y="57912"/>
                  </a:lnTo>
                  <a:lnTo>
                    <a:pt x="257709" y="42672"/>
                  </a:lnTo>
                  <a:close/>
                  <a:moveTo>
                    <a:pt x="142799" y="41148"/>
                  </a:moveTo>
                  <a:cubicBezTo>
                    <a:pt x="153569" y="47244"/>
                    <a:pt x="162510" y="53289"/>
                    <a:pt x="169622" y="59283"/>
                  </a:cubicBezTo>
                  <a:lnTo>
                    <a:pt x="163983" y="66599"/>
                  </a:lnTo>
                  <a:cubicBezTo>
                    <a:pt x="155550" y="59080"/>
                    <a:pt x="146914" y="53086"/>
                    <a:pt x="138075" y="48615"/>
                  </a:cubicBezTo>
                  <a:close/>
                  <a:moveTo>
                    <a:pt x="363017" y="32461"/>
                  </a:moveTo>
                  <a:lnTo>
                    <a:pt x="363017" y="57455"/>
                  </a:lnTo>
                  <a:lnTo>
                    <a:pt x="400050" y="57455"/>
                  </a:lnTo>
                  <a:lnTo>
                    <a:pt x="400050" y="32461"/>
                  </a:lnTo>
                  <a:close/>
                  <a:moveTo>
                    <a:pt x="315468" y="32461"/>
                  </a:moveTo>
                  <a:lnTo>
                    <a:pt x="315468" y="57455"/>
                  </a:lnTo>
                  <a:lnTo>
                    <a:pt x="353416" y="57455"/>
                  </a:lnTo>
                  <a:lnTo>
                    <a:pt x="353416" y="32461"/>
                  </a:lnTo>
                  <a:close/>
                  <a:moveTo>
                    <a:pt x="58217" y="32461"/>
                  </a:moveTo>
                  <a:lnTo>
                    <a:pt x="58217" y="57455"/>
                  </a:lnTo>
                  <a:lnTo>
                    <a:pt x="95250" y="57455"/>
                  </a:lnTo>
                  <a:lnTo>
                    <a:pt x="95250" y="32461"/>
                  </a:lnTo>
                  <a:close/>
                  <a:moveTo>
                    <a:pt x="10668" y="32461"/>
                  </a:moveTo>
                  <a:lnTo>
                    <a:pt x="10668" y="57455"/>
                  </a:lnTo>
                  <a:lnTo>
                    <a:pt x="48616" y="57455"/>
                  </a:lnTo>
                  <a:lnTo>
                    <a:pt x="48616" y="32461"/>
                  </a:lnTo>
                  <a:close/>
                  <a:moveTo>
                    <a:pt x="515722" y="28041"/>
                  </a:moveTo>
                  <a:cubicBezTo>
                    <a:pt x="519176" y="28651"/>
                    <a:pt x="523139" y="28956"/>
                    <a:pt x="527609" y="28956"/>
                  </a:cubicBezTo>
                  <a:cubicBezTo>
                    <a:pt x="529336" y="28956"/>
                    <a:pt x="530200" y="29311"/>
                    <a:pt x="530200" y="30023"/>
                  </a:cubicBezTo>
                  <a:cubicBezTo>
                    <a:pt x="530200" y="30734"/>
                    <a:pt x="529540" y="31597"/>
                    <a:pt x="528219" y="32613"/>
                  </a:cubicBezTo>
                  <a:cubicBezTo>
                    <a:pt x="526898" y="33629"/>
                    <a:pt x="526238" y="35407"/>
                    <a:pt x="526238" y="37947"/>
                  </a:cubicBezTo>
                  <a:lnTo>
                    <a:pt x="526238" y="64160"/>
                  </a:lnTo>
                  <a:cubicBezTo>
                    <a:pt x="540563" y="64059"/>
                    <a:pt x="553162" y="63500"/>
                    <a:pt x="564033" y="62484"/>
                  </a:cubicBezTo>
                  <a:lnTo>
                    <a:pt x="564033" y="72999"/>
                  </a:lnTo>
                  <a:cubicBezTo>
                    <a:pt x="553162" y="71983"/>
                    <a:pt x="540563" y="71425"/>
                    <a:pt x="526238" y="71323"/>
                  </a:cubicBezTo>
                  <a:lnTo>
                    <a:pt x="526238" y="121615"/>
                  </a:lnTo>
                  <a:cubicBezTo>
                    <a:pt x="546558" y="121513"/>
                    <a:pt x="564033" y="120853"/>
                    <a:pt x="578663" y="119634"/>
                  </a:cubicBezTo>
                  <a:lnTo>
                    <a:pt x="578663" y="130911"/>
                  </a:lnTo>
                  <a:cubicBezTo>
                    <a:pt x="563626" y="129591"/>
                    <a:pt x="545643" y="128930"/>
                    <a:pt x="524714" y="128930"/>
                  </a:cubicBezTo>
                  <a:cubicBezTo>
                    <a:pt x="503784" y="128930"/>
                    <a:pt x="484886" y="129591"/>
                    <a:pt x="468021" y="130911"/>
                  </a:cubicBezTo>
                  <a:lnTo>
                    <a:pt x="468021" y="119634"/>
                  </a:lnTo>
                  <a:cubicBezTo>
                    <a:pt x="482550" y="120853"/>
                    <a:pt x="498806" y="121513"/>
                    <a:pt x="516789" y="121615"/>
                  </a:cubicBezTo>
                  <a:lnTo>
                    <a:pt x="516789" y="71323"/>
                  </a:lnTo>
                  <a:cubicBezTo>
                    <a:pt x="501752" y="71425"/>
                    <a:pt x="489560" y="71983"/>
                    <a:pt x="480213" y="72999"/>
                  </a:cubicBezTo>
                  <a:lnTo>
                    <a:pt x="480213" y="62484"/>
                  </a:lnTo>
                  <a:cubicBezTo>
                    <a:pt x="489560" y="63500"/>
                    <a:pt x="501752" y="64059"/>
                    <a:pt x="516789" y="64160"/>
                  </a:cubicBezTo>
                  <a:lnTo>
                    <a:pt x="516789" y="50292"/>
                  </a:lnTo>
                  <a:cubicBezTo>
                    <a:pt x="516789" y="39014"/>
                    <a:pt x="516433" y="31597"/>
                    <a:pt x="515722" y="28041"/>
                  </a:cubicBezTo>
                  <a:close/>
                  <a:moveTo>
                    <a:pt x="230277" y="18288"/>
                  </a:moveTo>
                  <a:cubicBezTo>
                    <a:pt x="232410" y="20523"/>
                    <a:pt x="235662" y="22199"/>
                    <a:pt x="240030" y="23317"/>
                  </a:cubicBezTo>
                  <a:cubicBezTo>
                    <a:pt x="241046" y="23520"/>
                    <a:pt x="241554" y="24130"/>
                    <a:pt x="241554" y="25146"/>
                  </a:cubicBezTo>
                  <a:cubicBezTo>
                    <a:pt x="241554" y="26162"/>
                    <a:pt x="240894" y="26924"/>
                    <a:pt x="239573" y="27432"/>
                  </a:cubicBezTo>
                  <a:cubicBezTo>
                    <a:pt x="238252" y="27940"/>
                    <a:pt x="237059" y="28753"/>
                    <a:pt x="235992" y="29870"/>
                  </a:cubicBezTo>
                  <a:cubicBezTo>
                    <a:pt x="234925" y="30988"/>
                    <a:pt x="233579" y="32969"/>
                    <a:pt x="231953" y="35814"/>
                  </a:cubicBezTo>
                  <a:lnTo>
                    <a:pt x="245517" y="35814"/>
                  </a:lnTo>
                  <a:cubicBezTo>
                    <a:pt x="256388" y="35814"/>
                    <a:pt x="263957" y="35509"/>
                    <a:pt x="268224" y="34899"/>
                  </a:cubicBezTo>
                  <a:cubicBezTo>
                    <a:pt x="267412" y="40386"/>
                    <a:pt x="267005" y="46736"/>
                    <a:pt x="267005" y="53949"/>
                  </a:cubicBezTo>
                  <a:lnTo>
                    <a:pt x="267005" y="68123"/>
                  </a:lnTo>
                  <a:cubicBezTo>
                    <a:pt x="267005" y="75438"/>
                    <a:pt x="267412" y="82042"/>
                    <a:pt x="268224" y="87935"/>
                  </a:cubicBezTo>
                  <a:cubicBezTo>
                    <a:pt x="263957" y="87122"/>
                    <a:pt x="255524" y="86665"/>
                    <a:pt x="242926" y="86563"/>
                  </a:cubicBezTo>
                  <a:lnTo>
                    <a:pt x="242926" y="126797"/>
                  </a:lnTo>
                  <a:cubicBezTo>
                    <a:pt x="242926" y="130556"/>
                    <a:pt x="242342" y="133324"/>
                    <a:pt x="241173" y="135102"/>
                  </a:cubicBezTo>
                  <a:cubicBezTo>
                    <a:pt x="240005" y="136880"/>
                    <a:pt x="237694" y="138150"/>
                    <a:pt x="234239" y="138912"/>
                  </a:cubicBezTo>
                  <a:cubicBezTo>
                    <a:pt x="230785" y="139674"/>
                    <a:pt x="225298" y="139954"/>
                    <a:pt x="217780" y="139751"/>
                  </a:cubicBezTo>
                  <a:cubicBezTo>
                    <a:pt x="217983" y="135687"/>
                    <a:pt x="216662" y="132181"/>
                    <a:pt x="213818" y="129235"/>
                  </a:cubicBezTo>
                  <a:cubicBezTo>
                    <a:pt x="219101" y="130251"/>
                    <a:pt x="223063" y="130759"/>
                    <a:pt x="225705" y="130759"/>
                  </a:cubicBezTo>
                  <a:cubicBezTo>
                    <a:pt x="228346" y="130759"/>
                    <a:pt x="230251" y="130429"/>
                    <a:pt x="231420" y="129768"/>
                  </a:cubicBezTo>
                  <a:cubicBezTo>
                    <a:pt x="232588" y="129108"/>
                    <a:pt x="233172" y="127914"/>
                    <a:pt x="233172" y="126187"/>
                  </a:cubicBezTo>
                  <a:lnTo>
                    <a:pt x="233172" y="86563"/>
                  </a:lnTo>
                  <a:cubicBezTo>
                    <a:pt x="218948" y="86563"/>
                    <a:pt x="209804" y="87020"/>
                    <a:pt x="205740" y="87935"/>
                  </a:cubicBezTo>
                  <a:cubicBezTo>
                    <a:pt x="206452" y="83058"/>
                    <a:pt x="206807" y="76454"/>
                    <a:pt x="206807" y="68123"/>
                  </a:cubicBezTo>
                  <a:lnTo>
                    <a:pt x="206807" y="53949"/>
                  </a:lnTo>
                  <a:cubicBezTo>
                    <a:pt x="206807" y="45923"/>
                    <a:pt x="206452" y="39573"/>
                    <a:pt x="205740" y="34899"/>
                  </a:cubicBezTo>
                  <a:cubicBezTo>
                    <a:pt x="210312" y="35509"/>
                    <a:pt x="216408" y="35814"/>
                    <a:pt x="224028" y="35814"/>
                  </a:cubicBezTo>
                  <a:cubicBezTo>
                    <a:pt x="226975" y="30937"/>
                    <a:pt x="229058" y="25095"/>
                    <a:pt x="230277" y="18288"/>
                  </a:cubicBezTo>
                  <a:close/>
                  <a:moveTo>
                    <a:pt x="459029" y="11582"/>
                  </a:moveTo>
                  <a:cubicBezTo>
                    <a:pt x="461874" y="12293"/>
                    <a:pt x="481635" y="12649"/>
                    <a:pt x="518313" y="12649"/>
                  </a:cubicBezTo>
                  <a:cubicBezTo>
                    <a:pt x="554990" y="12649"/>
                    <a:pt x="574599" y="12293"/>
                    <a:pt x="577139" y="11582"/>
                  </a:cubicBezTo>
                  <a:lnTo>
                    <a:pt x="577139" y="21488"/>
                  </a:lnTo>
                  <a:cubicBezTo>
                    <a:pt x="570942" y="20777"/>
                    <a:pt x="556819" y="20421"/>
                    <a:pt x="534772" y="20421"/>
                  </a:cubicBezTo>
                  <a:lnTo>
                    <a:pt x="468630" y="20421"/>
                  </a:lnTo>
                  <a:cubicBezTo>
                    <a:pt x="468732" y="29464"/>
                    <a:pt x="468783" y="37389"/>
                    <a:pt x="468783" y="44196"/>
                  </a:cubicBezTo>
                  <a:cubicBezTo>
                    <a:pt x="468783" y="69291"/>
                    <a:pt x="467640" y="87731"/>
                    <a:pt x="465354" y="99517"/>
                  </a:cubicBezTo>
                  <a:cubicBezTo>
                    <a:pt x="463068" y="111303"/>
                    <a:pt x="458877" y="123190"/>
                    <a:pt x="452781" y="135179"/>
                  </a:cubicBezTo>
                  <a:cubicBezTo>
                    <a:pt x="448209" y="133959"/>
                    <a:pt x="444704" y="133147"/>
                    <a:pt x="442265" y="132740"/>
                  </a:cubicBezTo>
                  <a:cubicBezTo>
                    <a:pt x="449072" y="123393"/>
                    <a:pt x="453644" y="112801"/>
                    <a:pt x="455981" y="100965"/>
                  </a:cubicBezTo>
                  <a:cubicBezTo>
                    <a:pt x="458318" y="89128"/>
                    <a:pt x="459486" y="70866"/>
                    <a:pt x="459486" y="46177"/>
                  </a:cubicBezTo>
                  <a:cubicBezTo>
                    <a:pt x="459486" y="36525"/>
                    <a:pt x="459334" y="24993"/>
                    <a:pt x="459029" y="11582"/>
                  </a:cubicBezTo>
                  <a:close/>
                  <a:moveTo>
                    <a:pt x="185166" y="9601"/>
                  </a:moveTo>
                  <a:cubicBezTo>
                    <a:pt x="186690" y="10312"/>
                    <a:pt x="201753" y="10668"/>
                    <a:pt x="230353" y="10668"/>
                  </a:cubicBezTo>
                  <a:cubicBezTo>
                    <a:pt x="258953" y="10668"/>
                    <a:pt x="273965" y="10312"/>
                    <a:pt x="275387" y="9601"/>
                  </a:cubicBezTo>
                  <a:lnTo>
                    <a:pt x="275387" y="18897"/>
                  </a:lnTo>
                  <a:cubicBezTo>
                    <a:pt x="270714" y="18186"/>
                    <a:pt x="256388" y="17831"/>
                    <a:pt x="232410" y="17831"/>
                  </a:cubicBezTo>
                  <a:lnTo>
                    <a:pt x="195377" y="17831"/>
                  </a:lnTo>
                  <a:cubicBezTo>
                    <a:pt x="196088" y="39268"/>
                    <a:pt x="196444" y="54864"/>
                    <a:pt x="196444" y="64617"/>
                  </a:cubicBezTo>
                  <a:cubicBezTo>
                    <a:pt x="196444" y="83109"/>
                    <a:pt x="195174" y="96774"/>
                    <a:pt x="192634" y="105613"/>
                  </a:cubicBezTo>
                  <a:cubicBezTo>
                    <a:pt x="190094" y="114452"/>
                    <a:pt x="184760" y="125069"/>
                    <a:pt x="176632" y="137465"/>
                  </a:cubicBezTo>
                  <a:cubicBezTo>
                    <a:pt x="174905" y="135636"/>
                    <a:pt x="173203" y="134340"/>
                    <a:pt x="171527" y="133578"/>
                  </a:cubicBezTo>
                  <a:cubicBezTo>
                    <a:pt x="169850" y="132816"/>
                    <a:pt x="167590" y="132537"/>
                    <a:pt x="164745" y="132740"/>
                  </a:cubicBezTo>
                  <a:cubicBezTo>
                    <a:pt x="174092" y="122987"/>
                    <a:pt x="180137" y="113309"/>
                    <a:pt x="182880" y="103708"/>
                  </a:cubicBezTo>
                  <a:cubicBezTo>
                    <a:pt x="185624" y="94107"/>
                    <a:pt x="186995" y="81458"/>
                    <a:pt x="186995" y="65760"/>
                  </a:cubicBezTo>
                  <a:cubicBezTo>
                    <a:pt x="186995" y="50063"/>
                    <a:pt x="186386" y="31343"/>
                    <a:pt x="185166" y="9601"/>
                  </a:cubicBezTo>
                  <a:close/>
                  <a:moveTo>
                    <a:pt x="152705" y="2743"/>
                  </a:moveTo>
                  <a:cubicBezTo>
                    <a:pt x="163475" y="9042"/>
                    <a:pt x="172416" y="15291"/>
                    <a:pt x="179528" y="21488"/>
                  </a:cubicBezTo>
                  <a:lnTo>
                    <a:pt x="172822" y="28194"/>
                  </a:lnTo>
                  <a:cubicBezTo>
                    <a:pt x="167437" y="22911"/>
                    <a:pt x="159055" y="16967"/>
                    <a:pt x="147676" y="10363"/>
                  </a:cubicBezTo>
                  <a:close/>
                  <a:moveTo>
                    <a:pt x="351740" y="0"/>
                  </a:moveTo>
                  <a:cubicBezTo>
                    <a:pt x="356312" y="609"/>
                    <a:pt x="360782" y="914"/>
                    <a:pt x="365151" y="914"/>
                  </a:cubicBezTo>
                  <a:cubicBezTo>
                    <a:pt x="366980" y="914"/>
                    <a:pt x="367894" y="1346"/>
                    <a:pt x="367894" y="2210"/>
                  </a:cubicBezTo>
                  <a:cubicBezTo>
                    <a:pt x="367894" y="3073"/>
                    <a:pt x="367386" y="3708"/>
                    <a:pt x="366370" y="4115"/>
                  </a:cubicBezTo>
                  <a:cubicBezTo>
                    <a:pt x="365354" y="4521"/>
                    <a:pt x="364541" y="5283"/>
                    <a:pt x="363932" y="6401"/>
                  </a:cubicBezTo>
                  <a:cubicBezTo>
                    <a:pt x="363322" y="7518"/>
                    <a:pt x="363017" y="8534"/>
                    <a:pt x="363017" y="9449"/>
                  </a:cubicBezTo>
                  <a:lnTo>
                    <a:pt x="363017" y="24841"/>
                  </a:lnTo>
                  <a:cubicBezTo>
                    <a:pt x="384963" y="24739"/>
                    <a:pt x="400863" y="24130"/>
                    <a:pt x="410718" y="23012"/>
                  </a:cubicBezTo>
                  <a:cubicBezTo>
                    <a:pt x="410007" y="27178"/>
                    <a:pt x="409652" y="32918"/>
                    <a:pt x="409652" y="40233"/>
                  </a:cubicBezTo>
                  <a:lnTo>
                    <a:pt x="409652" y="85191"/>
                  </a:lnTo>
                  <a:cubicBezTo>
                    <a:pt x="409652" y="92405"/>
                    <a:pt x="410160" y="99669"/>
                    <a:pt x="411176" y="106985"/>
                  </a:cubicBezTo>
                  <a:lnTo>
                    <a:pt x="400050" y="106985"/>
                  </a:lnTo>
                  <a:lnTo>
                    <a:pt x="400050" y="96012"/>
                  </a:lnTo>
                  <a:lnTo>
                    <a:pt x="363017" y="96012"/>
                  </a:lnTo>
                  <a:lnTo>
                    <a:pt x="363017" y="117348"/>
                  </a:lnTo>
                  <a:cubicBezTo>
                    <a:pt x="363017" y="120701"/>
                    <a:pt x="363347" y="123139"/>
                    <a:pt x="364008" y="124663"/>
                  </a:cubicBezTo>
                  <a:cubicBezTo>
                    <a:pt x="364668" y="126187"/>
                    <a:pt x="366116" y="127279"/>
                    <a:pt x="368351" y="127940"/>
                  </a:cubicBezTo>
                  <a:cubicBezTo>
                    <a:pt x="370586" y="128600"/>
                    <a:pt x="374193" y="128930"/>
                    <a:pt x="379172" y="128930"/>
                  </a:cubicBezTo>
                  <a:lnTo>
                    <a:pt x="403251" y="128778"/>
                  </a:lnTo>
                  <a:cubicBezTo>
                    <a:pt x="409347" y="128778"/>
                    <a:pt x="413436" y="126949"/>
                    <a:pt x="415519" y="123291"/>
                  </a:cubicBezTo>
                  <a:cubicBezTo>
                    <a:pt x="417602" y="119634"/>
                    <a:pt x="419100" y="114097"/>
                    <a:pt x="420015" y="106680"/>
                  </a:cubicBezTo>
                  <a:cubicBezTo>
                    <a:pt x="422352" y="109423"/>
                    <a:pt x="425806" y="111506"/>
                    <a:pt x="430378" y="112928"/>
                  </a:cubicBezTo>
                  <a:cubicBezTo>
                    <a:pt x="427940" y="122377"/>
                    <a:pt x="424917" y="128879"/>
                    <a:pt x="421310" y="132435"/>
                  </a:cubicBezTo>
                  <a:cubicBezTo>
                    <a:pt x="417703" y="135991"/>
                    <a:pt x="411734" y="137769"/>
                    <a:pt x="403403" y="137769"/>
                  </a:cubicBezTo>
                  <a:lnTo>
                    <a:pt x="379324" y="137617"/>
                  </a:lnTo>
                  <a:cubicBezTo>
                    <a:pt x="371298" y="137617"/>
                    <a:pt x="365506" y="137058"/>
                    <a:pt x="361950" y="135941"/>
                  </a:cubicBezTo>
                  <a:cubicBezTo>
                    <a:pt x="358394" y="134823"/>
                    <a:pt x="356083" y="132867"/>
                    <a:pt x="355016" y="130073"/>
                  </a:cubicBezTo>
                  <a:cubicBezTo>
                    <a:pt x="353949" y="127279"/>
                    <a:pt x="353416" y="122733"/>
                    <a:pt x="353416" y="116433"/>
                  </a:cubicBezTo>
                  <a:lnTo>
                    <a:pt x="353416" y="96012"/>
                  </a:lnTo>
                  <a:lnTo>
                    <a:pt x="315468" y="96012"/>
                  </a:lnTo>
                  <a:lnTo>
                    <a:pt x="315468" y="110033"/>
                  </a:lnTo>
                  <a:lnTo>
                    <a:pt x="304800" y="110033"/>
                  </a:lnTo>
                  <a:cubicBezTo>
                    <a:pt x="305918" y="102717"/>
                    <a:pt x="306477" y="94945"/>
                    <a:pt x="306477" y="86715"/>
                  </a:cubicBezTo>
                  <a:lnTo>
                    <a:pt x="306477" y="40233"/>
                  </a:lnTo>
                  <a:cubicBezTo>
                    <a:pt x="306477" y="33528"/>
                    <a:pt x="306121" y="27787"/>
                    <a:pt x="305410" y="23012"/>
                  </a:cubicBezTo>
                  <a:cubicBezTo>
                    <a:pt x="315773" y="24130"/>
                    <a:pt x="331775" y="24739"/>
                    <a:pt x="353416" y="24841"/>
                  </a:cubicBezTo>
                  <a:cubicBezTo>
                    <a:pt x="353416" y="13563"/>
                    <a:pt x="352857" y="5283"/>
                    <a:pt x="351740" y="0"/>
                  </a:cubicBezTo>
                  <a:close/>
                  <a:moveTo>
                    <a:pt x="46940" y="0"/>
                  </a:moveTo>
                  <a:cubicBezTo>
                    <a:pt x="51512" y="609"/>
                    <a:pt x="55982" y="914"/>
                    <a:pt x="60351" y="914"/>
                  </a:cubicBezTo>
                  <a:cubicBezTo>
                    <a:pt x="62180" y="914"/>
                    <a:pt x="63094" y="1346"/>
                    <a:pt x="63094" y="2210"/>
                  </a:cubicBezTo>
                  <a:cubicBezTo>
                    <a:pt x="63094" y="3073"/>
                    <a:pt x="62586" y="3708"/>
                    <a:pt x="61570" y="4115"/>
                  </a:cubicBezTo>
                  <a:cubicBezTo>
                    <a:pt x="60554" y="4521"/>
                    <a:pt x="59741" y="5283"/>
                    <a:pt x="59132" y="6401"/>
                  </a:cubicBezTo>
                  <a:cubicBezTo>
                    <a:pt x="58522" y="7518"/>
                    <a:pt x="58217" y="8534"/>
                    <a:pt x="58217" y="9449"/>
                  </a:cubicBezTo>
                  <a:lnTo>
                    <a:pt x="58217" y="24841"/>
                  </a:lnTo>
                  <a:cubicBezTo>
                    <a:pt x="80163" y="24739"/>
                    <a:pt x="96063" y="24130"/>
                    <a:pt x="105918" y="23012"/>
                  </a:cubicBezTo>
                  <a:cubicBezTo>
                    <a:pt x="105207" y="27178"/>
                    <a:pt x="104852" y="32918"/>
                    <a:pt x="104852" y="40233"/>
                  </a:cubicBezTo>
                  <a:lnTo>
                    <a:pt x="104852" y="85191"/>
                  </a:lnTo>
                  <a:cubicBezTo>
                    <a:pt x="104852" y="92405"/>
                    <a:pt x="105360" y="99669"/>
                    <a:pt x="106376" y="106985"/>
                  </a:cubicBezTo>
                  <a:lnTo>
                    <a:pt x="95250" y="106985"/>
                  </a:lnTo>
                  <a:lnTo>
                    <a:pt x="95250" y="96012"/>
                  </a:lnTo>
                  <a:lnTo>
                    <a:pt x="58217" y="96012"/>
                  </a:lnTo>
                  <a:lnTo>
                    <a:pt x="58217" y="117348"/>
                  </a:lnTo>
                  <a:cubicBezTo>
                    <a:pt x="58217" y="120701"/>
                    <a:pt x="58547" y="123139"/>
                    <a:pt x="59208" y="124663"/>
                  </a:cubicBezTo>
                  <a:cubicBezTo>
                    <a:pt x="59868" y="126187"/>
                    <a:pt x="61316" y="127279"/>
                    <a:pt x="63551" y="127940"/>
                  </a:cubicBezTo>
                  <a:cubicBezTo>
                    <a:pt x="65786" y="128600"/>
                    <a:pt x="69393" y="128930"/>
                    <a:pt x="74372" y="128930"/>
                  </a:cubicBezTo>
                  <a:lnTo>
                    <a:pt x="98451" y="128778"/>
                  </a:lnTo>
                  <a:cubicBezTo>
                    <a:pt x="104547" y="128778"/>
                    <a:pt x="108636" y="126949"/>
                    <a:pt x="110719" y="123291"/>
                  </a:cubicBezTo>
                  <a:cubicBezTo>
                    <a:pt x="112802" y="119634"/>
                    <a:pt x="114300" y="114097"/>
                    <a:pt x="115215" y="106680"/>
                  </a:cubicBezTo>
                  <a:cubicBezTo>
                    <a:pt x="117552" y="109423"/>
                    <a:pt x="121006" y="111506"/>
                    <a:pt x="125578" y="112928"/>
                  </a:cubicBezTo>
                  <a:cubicBezTo>
                    <a:pt x="123140" y="122377"/>
                    <a:pt x="120117" y="128879"/>
                    <a:pt x="116510" y="132435"/>
                  </a:cubicBezTo>
                  <a:cubicBezTo>
                    <a:pt x="112903" y="135991"/>
                    <a:pt x="106934" y="137769"/>
                    <a:pt x="98603" y="137769"/>
                  </a:cubicBezTo>
                  <a:lnTo>
                    <a:pt x="74524" y="137617"/>
                  </a:lnTo>
                  <a:cubicBezTo>
                    <a:pt x="66498" y="137617"/>
                    <a:pt x="60706" y="137058"/>
                    <a:pt x="57150" y="135941"/>
                  </a:cubicBezTo>
                  <a:cubicBezTo>
                    <a:pt x="53594" y="134823"/>
                    <a:pt x="51283" y="132867"/>
                    <a:pt x="50216" y="130073"/>
                  </a:cubicBezTo>
                  <a:cubicBezTo>
                    <a:pt x="49149" y="127279"/>
                    <a:pt x="48616" y="122733"/>
                    <a:pt x="48616" y="116433"/>
                  </a:cubicBezTo>
                  <a:lnTo>
                    <a:pt x="48616" y="96012"/>
                  </a:lnTo>
                  <a:lnTo>
                    <a:pt x="10668" y="96012"/>
                  </a:lnTo>
                  <a:lnTo>
                    <a:pt x="10668" y="110033"/>
                  </a:lnTo>
                  <a:lnTo>
                    <a:pt x="0" y="110033"/>
                  </a:lnTo>
                  <a:cubicBezTo>
                    <a:pt x="1118" y="102717"/>
                    <a:pt x="1677" y="94945"/>
                    <a:pt x="1677" y="86715"/>
                  </a:cubicBezTo>
                  <a:lnTo>
                    <a:pt x="1677" y="40233"/>
                  </a:lnTo>
                  <a:cubicBezTo>
                    <a:pt x="1677" y="33528"/>
                    <a:pt x="1321" y="27787"/>
                    <a:pt x="610" y="23012"/>
                  </a:cubicBezTo>
                  <a:cubicBezTo>
                    <a:pt x="10973" y="24130"/>
                    <a:pt x="26975" y="24739"/>
                    <a:pt x="48616" y="24841"/>
                  </a:cubicBezTo>
                  <a:cubicBezTo>
                    <a:pt x="48616" y="13563"/>
                    <a:pt x="48057" y="5283"/>
                    <a:pt x="46940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990B2EF2-6AA2-4867-830A-683BF8B28FFF}"/>
                </a:ext>
              </a:extLst>
            </p:cNvPr>
            <p:cNvSpPr txBox="1"/>
            <p:nvPr/>
          </p:nvSpPr>
          <p:spPr>
            <a:xfrm>
              <a:off x="10476340" y="1202597"/>
              <a:ext cx="798402" cy="152325"/>
            </a:xfrm>
            <a:custGeom>
              <a:avLst/>
              <a:gdLst/>
              <a:ahLst/>
              <a:cxnLst/>
              <a:rect l="l" t="t" r="r" b="b"/>
              <a:pathLst>
                <a:path w="744474" h="142036">
                  <a:moveTo>
                    <a:pt x="0" y="114147"/>
                  </a:moveTo>
                  <a:cubicBezTo>
                    <a:pt x="13513" y="114960"/>
                    <a:pt x="34747" y="115366"/>
                    <a:pt x="63703" y="115366"/>
                  </a:cubicBezTo>
                  <a:cubicBezTo>
                    <a:pt x="92659" y="115366"/>
                    <a:pt x="115621" y="114960"/>
                    <a:pt x="132588" y="114147"/>
                  </a:cubicBezTo>
                  <a:lnTo>
                    <a:pt x="132588" y="125120"/>
                  </a:lnTo>
                  <a:cubicBezTo>
                    <a:pt x="117551" y="124104"/>
                    <a:pt x="95402" y="123596"/>
                    <a:pt x="66141" y="123596"/>
                  </a:cubicBezTo>
                  <a:cubicBezTo>
                    <a:pt x="36881" y="123596"/>
                    <a:pt x="14833" y="124104"/>
                    <a:pt x="0" y="125120"/>
                  </a:cubicBezTo>
                  <a:close/>
                  <a:moveTo>
                    <a:pt x="337871" y="108508"/>
                  </a:moveTo>
                  <a:lnTo>
                    <a:pt x="337871" y="124206"/>
                  </a:lnTo>
                  <a:lnTo>
                    <a:pt x="409499" y="124206"/>
                  </a:lnTo>
                  <a:lnTo>
                    <a:pt x="409499" y="108508"/>
                  </a:lnTo>
                  <a:close/>
                  <a:moveTo>
                    <a:pt x="635660" y="79400"/>
                  </a:moveTo>
                  <a:cubicBezTo>
                    <a:pt x="637895" y="82143"/>
                    <a:pt x="640689" y="84074"/>
                    <a:pt x="644042" y="85191"/>
                  </a:cubicBezTo>
                  <a:cubicBezTo>
                    <a:pt x="636422" y="98196"/>
                    <a:pt x="627481" y="116078"/>
                    <a:pt x="617220" y="138836"/>
                  </a:cubicBezTo>
                  <a:cubicBezTo>
                    <a:pt x="613867" y="135686"/>
                    <a:pt x="610413" y="133400"/>
                    <a:pt x="606857" y="131978"/>
                  </a:cubicBezTo>
                  <a:cubicBezTo>
                    <a:pt x="619252" y="115011"/>
                    <a:pt x="628853" y="97485"/>
                    <a:pt x="635660" y="79400"/>
                  </a:cubicBezTo>
                  <a:close/>
                  <a:moveTo>
                    <a:pt x="660959" y="76657"/>
                  </a:moveTo>
                  <a:cubicBezTo>
                    <a:pt x="662787" y="77063"/>
                    <a:pt x="666242" y="77266"/>
                    <a:pt x="671322" y="77266"/>
                  </a:cubicBezTo>
                  <a:cubicBezTo>
                    <a:pt x="672846" y="77266"/>
                    <a:pt x="673608" y="77647"/>
                    <a:pt x="673608" y="78409"/>
                  </a:cubicBezTo>
                  <a:cubicBezTo>
                    <a:pt x="673608" y="79171"/>
                    <a:pt x="673151" y="79984"/>
                    <a:pt x="672236" y="80848"/>
                  </a:cubicBezTo>
                  <a:cubicBezTo>
                    <a:pt x="671322" y="81711"/>
                    <a:pt x="670661" y="86283"/>
                    <a:pt x="670255" y="94564"/>
                  </a:cubicBezTo>
                  <a:cubicBezTo>
                    <a:pt x="669849" y="102844"/>
                    <a:pt x="668883" y="109601"/>
                    <a:pt x="667359" y="114833"/>
                  </a:cubicBezTo>
                  <a:cubicBezTo>
                    <a:pt x="665835" y="120065"/>
                    <a:pt x="663245" y="124739"/>
                    <a:pt x="659587" y="128854"/>
                  </a:cubicBezTo>
                  <a:cubicBezTo>
                    <a:pt x="655929" y="132969"/>
                    <a:pt x="650443" y="137363"/>
                    <a:pt x="643128" y="142036"/>
                  </a:cubicBezTo>
                  <a:cubicBezTo>
                    <a:pt x="640791" y="138785"/>
                    <a:pt x="637489" y="136448"/>
                    <a:pt x="633222" y="135026"/>
                  </a:cubicBezTo>
                  <a:cubicBezTo>
                    <a:pt x="642975" y="131165"/>
                    <a:pt x="650138" y="126187"/>
                    <a:pt x="654710" y="120091"/>
                  </a:cubicBezTo>
                  <a:cubicBezTo>
                    <a:pt x="659282" y="113995"/>
                    <a:pt x="661568" y="104394"/>
                    <a:pt x="661568" y="91287"/>
                  </a:cubicBezTo>
                  <a:cubicBezTo>
                    <a:pt x="661568" y="87122"/>
                    <a:pt x="661365" y="82245"/>
                    <a:pt x="660959" y="76657"/>
                  </a:cubicBezTo>
                  <a:close/>
                  <a:moveTo>
                    <a:pt x="683819" y="75895"/>
                  </a:moveTo>
                  <a:cubicBezTo>
                    <a:pt x="686663" y="76504"/>
                    <a:pt x="689051" y="76809"/>
                    <a:pt x="690981" y="76809"/>
                  </a:cubicBezTo>
                  <a:lnTo>
                    <a:pt x="693725" y="76657"/>
                  </a:lnTo>
                  <a:cubicBezTo>
                    <a:pt x="694842" y="76657"/>
                    <a:pt x="695401" y="77165"/>
                    <a:pt x="695401" y="78181"/>
                  </a:cubicBezTo>
                  <a:cubicBezTo>
                    <a:pt x="695401" y="78892"/>
                    <a:pt x="695147" y="79451"/>
                    <a:pt x="694639" y="79857"/>
                  </a:cubicBezTo>
                  <a:cubicBezTo>
                    <a:pt x="694131" y="80264"/>
                    <a:pt x="693826" y="80924"/>
                    <a:pt x="693725" y="81838"/>
                  </a:cubicBezTo>
                  <a:cubicBezTo>
                    <a:pt x="693623" y="82753"/>
                    <a:pt x="693572" y="84531"/>
                    <a:pt x="693572" y="87172"/>
                  </a:cubicBezTo>
                  <a:lnTo>
                    <a:pt x="693572" y="121767"/>
                  </a:lnTo>
                  <a:cubicBezTo>
                    <a:pt x="693572" y="126339"/>
                    <a:pt x="694029" y="131521"/>
                    <a:pt x="694944" y="137312"/>
                  </a:cubicBezTo>
                  <a:lnTo>
                    <a:pt x="684123" y="137312"/>
                  </a:lnTo>
                  <a:cubicBezTo>
                    <a:pt x="684733" y="131622"/>
                    <a:pt x="685038" y="126441"/>
                    <a:pt x="685038" y="121767"/>
                  </a:cubicBezTo>
                  <a:lnTo>
                    <a:pt x="685038" y="89154"/>
                  </a:lnTo>
                  <a:cubicBezTo>
                    <a:pt x="685038" y="82651"/>
                    <a:pt x="684631" y="78232"/>
                    <a:pt x="683819" y="75895"/>
                  </a:cubicBezTo>
                  <a:close/>
                  <a:moveTo>
                    <a:pt x="707745" y="75590"/>
                  </a:moveTo>
                  <a:cubicBezTo>
                    <a:pt x="710082" y="76301"/>
                    <a:pt x="712419" y="76657"/>
                    <a:pt x="714756" y="76657"/>
                  </a:cubicBezTo>
                  <a:lnTo>
                    <a:pt x="718566" y="76504"/>
                  </a:lnTo>
                  <a:cubicBezTo>
                    <a:pt x="720090" y="76504"/>
                    <a:pt x="720852" y="76885"/>
                    <a:pt x="720852" y="77647"/>
                  </a:cubicBezTo>
                  <a:cubicBezTo>
                    <a:pt x="720852" y="78409"/>
                    <a:pt x="720395" y="79146"/>
                    <a:pt x="719480" y="79857"/>
                  </a:cubicBezTo>
                  <a:cubicBezTo>
                    <a:pt x="718058" y="81178"/>
                    <a:pt x="717347" y="84734"/>
                    <a:pt x="717347" y="90525"/>
                  </a:cubicBezTo>
                  <a:lnTo>
                    <a:pt x="717347" y="123748"/>
                  </a:lnTo>
                  <a:cubicBezTo>
                    <a:pt x="717347" y="128117"/>
                    <a:pt x="719633" y="130302"/>
                    <a:pt x="724205" y="130302"/>
                  </a:cubicBezTo>
                  <a:cubicBezTo>
                    <a:pt x="728777" y="130302"/>
                    <a:pt x="731621" y="128955"/>
                    <a:pt x="732739" y="126263"/>
                  </a:cubicBezTo>
                  <a:cubicBezTo>
                    <a:pt x="733857" y="123571"/>
                    <a:pt x="734466" y="119075"/>
                    <a:pt x="734568" y="112776"/>
                  </a:cubicBezTo>
                  <a:cubicBezTo>
                    <a:pt x="736498" y="115417"/>
                    <a:pt x="739800" y="116890"/>
                    <a:pt x="744474" y="117195"/>
                  </a:cubicBezTo>
                  <a:cubicBezTo>
                    <a:pt x="743559" y="123596"/>
                    <a:pt x="742366" y="128270"/>
                    <a:pt x="740892" y="131216"/>
                  </a:cubicBezTo>
                  <a:cubicBezTo>
                    <a:pt x="739419" y="134162"/>
                    <a:pt x="737413" y="136093"/>
                    <a:pt x="734873" y="137007"/>
                  </a:cubicBezTo>
                  <a:cubicBezTo>
                    <a:pt x="732333" y="137922"/>
                    <a:pt x="728396" y="138379"/>
                    <a:pt x="723062" y="138379"/>
                  </a:cubicBezTo>
                  <a:cubicBezTo>
                    <a:pt x="717728" y="138379"/>
                    <a:pt x="714070" y="137490"/>
                    <a:pt x="712089" y="135712"/>
                  </a:cubicBezTo>
                  <a:cubicBezTo>
                    <a:pt x="710108" y="133934"/>
                    <a:pt x="709117" y="129692"/>
                    <a:pt x="709117" y="122986"/>
                  </a:cubicBezTo>
                  <a:lnTo>
                    <a:pt x="709117" y="88392"/>
                  </a:lnTo>
                  <a:cubicBezTo>
                    <a:pt x="709117" y="82804"/>
                    <a:pt x="708660" y="78536"/>
                    <a:pt x="707745" y="75590"/>
                  </a:cubicBezTo>
                  <a:close/>
                  <a:moveTo>
                    <a:pt x="337871" y="69951"/>
                  </a:moveTo>
                  <a:lnTo>
                    <a:pt x="337871" y="83058"/>
                  </a:lnTo>
                  <a:lnTo>
                    <a:pt x="401726" y="83058"/>
                  </a:lnTo>
                  <a:lnTo>
                    <a:pt x="401726" y="69951"/>
                  </a:lnTo>
                  <a:close/>
                  <a:moveTo>
                    <a:pt x="524408" y="66903"/>
                  </a:moveTo>
                  <a:lnTo>
                    <a:pt x="524408" y="90220"/>
                  </a:lnTo>
                  <a:lnTo>
                    <a:pt x="561441" y="90220"/>
                  </a:lnTo>
                  <a:lnTo>
                    <a:pt x="561441" y="66903"/>
                  </a:lnTo>
                  <a:close/>
                  <a:moveTo>
                    <a:pt x="476859" y="66903"/>
                  </a:moveTo>
                  <a:lnTo>
                    <a:pt x="476859" y="90220"/>
                  </a:lnTo>
                  <a:lnTo>
                    <a:pt x="514807" y="90220"/>
                  </a:lnTo>
                  <a:lnTo>
                    <a:pt x="514807" y="66903"/>
                  </a:lnTo>
                  <a:close/>
                  <a:moveTo>
                    <a:pt x="327660" y="62026"/>
                  </a:moveTo>
                  <a:cubicBezTo>
                    <a:pt x="340766" y="62433"/>
                    <a:pt x="355193" y="62636"/>
                    <a:pt x="370941" y="62636"/>
                  </a:cubicBezTo>
                  <a:cubicBezTo>
                    <a:pt x="386689" y="62636"/>
                    <a:pt x="400151" y="62433"/>
                    <a:pt x="411327" y="62026"/>
                  </a:cubicBezTo>
                  <a:cubicBezTo>
                    <a:pt x="410718" y="65887"/>
                    <a:pt x="410413" y="70942"/>
                    <a:pt x="410413" y="77190"/>
                  </a:cubicBezTo>
                  <a:cubicBezTo>
                    <a:pt x="410413" y="83439"/>
                    <a:pt x="410718" y="88036"/>
                    <a:pt x="411327" y="90982"/>
                  </a:cubicBezTo>
                  <a:cubicBezTo>
                    <a:pt x="402183" y="90474"/>
                    <a:pt x="389636" y="90220"/>
                    <a:pt x="373685" y="90220"/>
                  </a:cubicBezTo>
                  <a:lnTo>
                    <a:pt x="337871" y="90220"/>
                  </a:lnTo>
                  <a:lnTo>
                    <a:pt x="337871" y="101346"/>
                  </a:lnTo>
                  <a:lnTo>
                    <a:pt x="374599" y="101346"/>
                  </a:lnTo>
                  <a:cubicBezTo>
                    <a:pt x="389128" y="101346"/>
                    <a:pt x="404114" y="101142"/>
                    <a:pt x="419557" y="100736"/>
                  </a:cubicBezTo>
                  <a:cubicBezTo>
                    <a:pt x="419049" y="102362"/>
                    <a:pt x="418795" y="105816"/>
                    <a:pt x="418795" y="111099"/>
                  </a:cubicBezTo>
                  <a:lnTo>
                    <a:pt x="418795" y="127711"/>
                  </a:lnTo>
                  <a:cubicBezTo>
                    <a:pt x="418795" y="131572"/>
                    <a:pt x="419151" y="135534"/>
                    <a:pt x="419862" y="139598"/>
                  </a:cubicBezTo>
                  <a:lnTo>
                    <a:pt x="409499" y="139598"/>
                  </a:lnTo>
                  <a:lnTo>
                    <a:pt x="409499" y="131673"/>
                  </a:lnTo>
                  <a:lnTo>
                    <a:pt x="337871" y="131673"/>
                  </a:lnTo>
                  <a:cubicBezTo>
                    <a:pt x="338074" y="136347"/>
                    <a:pt x="338328" y="139801"/>
                    <a:pt x="338633" y="142036"/>
                  </a:cubicBezTo>
                  <a:lnTo>
                    <a:pt x="327355" y="142036"/>
                  </a:lnTo>
                  <a:cubicBezTo>
                    <a:pt x="328168" y="136956"/>
                    <a:pt x="328574" y="132435"/>
                    <a:pt x="328574" y="128473"/>
                  </a:cubicBezTo>
                  <a:lnTo>
                    <a:pt x="328574" y="76962"/>
                  </a:lnTo>
                  <a:cubicBezTo>
                    <a:pt x="328574" y="69443"/>
                    <a:pt x="328269" y="64465"/>
                    <a:pt x="327660" y="62026"/>
                  </a:cubicBezTo>
                  <a:close/>
                  <a:moveTo>
                    <a:pt x="612648" y="45415"/>
                  </a:moveTo>
                  <a:cubicBezTo>
                    <a:pt x="622605" y="50495"/>
                    <a:pt x="631901" y="56388"/>
                    <a:pt x="640537" y="63093"/>
                  </a:cubicBezTo>
                  <a:lnTo>
                    <a:pt x="634289" y="70713"/>
                  </a:lnTo>
                  <a:cubicBezTo>
                    <a:pt x="626161" y="63093"/>
                    <a:pt x="617271" y="57251"/>
                    <a:pt x="607619" y="53187"/>
                  </a:cubicBezTo>
                  <a:close/>
                  <a:moveTo>
                    <a:pt x="524408" y="34442"/>
                  </a:moveTo>
                  <a:lnTo>
                    <a:pt x="524408" y="59436"/>
                  </a:lnTo>
                  <a:lnTo>
                    <a:pt x="561441" y="59436"/>
                  </a:lnTo>
                  <a:lnTo>
                    <a:pt x="561441" y="34442"/>
                  </a:lnTo>
                  <a:close/>
                  <a:moveTo>
                    <a:pt x="476859" y="34442"/>
                  </a:moveTo>
                  <a:lnTo>
                    <a:pt x="476859" y="59436"/>
                  </a:lnTo>
                  <a:lnTo>
                    <a:pt x="514807" y="59436"/>
                  </a:lnTo>
                  <a:lnTo>
                    <a:pt x="514807" y="34442"/>
                  </a:lnTo>
                  <a:close/>
                  <a:moveTo>
                    <a:pt x="368198" y="30937"/>
                  </a:moveTo>
                  <a:cubicBezTo>
                    <a:pt x="372161" y="35712"/>
                    <a:pt x="375920" y="40640"/>
                    <a:pt x="379476" y="45720"/>
                  </a:cubicBezTo>
                  <a:cubicBezTo>
                    <a:pt x="405689" y="45720"/>
                    <a:pt x="424129" y="45364"/>
                    <a:pt x="434797" y="44653"/>
                  </a:cubicBezTo>
                  <a:cubicBezTo>
                    <a:pt x="434086" y="48209"/>
                    <a:pt x="433730" y="52197"/>
                    <a:pt x="433730" y="56616"/>
                  </a:cubicBezTo>
                  <a:cubicBezTo>
                    <a:pt x="433730" y="61036"/>
                    <a:pt x="433984" y="65176"/>
                    <a:pt x="434492" y="69037"/>
                  </a:cubicBezTo>
                  <a:lnTo>
                    <a:pt x="424281" y="69037"/>
                  </a:lnTo>
                  <a:lnTo>
                    <a:pt x="424281" y="52578"/>
                  </a:lnTo>
                  <a:lnTo>
                    <a:pt x="316839" y="52578"/>
                  </a:lnTo>
                  <a:lnTo>
                    <a:pt x="316839" y="69494"/>
                  </a:lnTo>
                  <a:lnTo>
                    <a:pt x="306629" y="69494"/>
                  </a:lnTo>
                  <a:cubicBezTo>
                    <a:pt x="307035" y="65938"/>
                    <a:pt x="307238" y="61493"/>
                    <a:pt x="307238" y="56159"/>
                  </a:cubicBezTo>
                  <a:cubicBezTo>
                    <a:pt x="307238" y="50825"/>
                    <a:pt x="307035" y="46990"/>
                    <a:pt x="306629" y="44653"/>
                  </a:cubicBezTo>
                  <a:cubicBezTo>
                    <a:pt x="318008" y="45364"/>
                    <a:pt x="339090" y="45720"/>
                    <a:pt x="369875" y="45720"/>
                  </a:cubicBezTo>
                  <a:cubicBezTo>
                    <a:pt x="367741" y="42164"/>
                    <a:pt x="365099" y="39065"/>
                    <a:pt x="361950" y="36423"/>
                  </a:cubicBezTo>
                  <a:close/>
                  <a:moveTo>
                    <a:pt x="10363" y="23622"/>
                  </a:moveTo>
                  <a:cubicBezTo>
                    <a:pt x="23469" y="24434"/>
                    <a:pt x="41554" y="24841"/>
                    <a:pt x="64617" y="24841"/>
                  </a:cubicBezTo>
                  <a:cubicBezTo>
                    <a:pt x="87681" y="24841"/>
                    <a:pt x="105664" y="24434"/>
                    <a:pt x="118567" y="23622"/>
                  </a:cubicBezTo>
                  <a:lnTo>
                    <a:pt x="118567" y="33832"/>
                  </a:lnTo>
                  <a:cubicBezTo>
                    <a:pt x="106578" y="33223"/>
                    <a:pt x="89611" y="32918"/>
                    <a:pt x="67665" y="32918"/>
                  </a:cubicBezTo>
                  <a:cubicBezTo>
                    <a:pt x="45720" y="32918"/>
                    <a:pt x="26619" y="33223"/>
                    <a:pt x="10363" y="33832"/>
                  </a:cubicBezTo>
                  <a:close/>
                  <a:moveTo>
                    <a:pt x="271729" y="11277"/>
                  </a:moveTo>
                  <a:lnTo>
                    <a:pt x="254965" y="57302"/>
                  </a:lnTo>
                  <a:lnTo>
                    <a:pt x="268376" y="57302"/>
                  </a:lnTo>
                  <a:cubicBezTo>
                    <a:pt x="271119" y="57302"/>
                    <a:pt x="274421" y="56997"/>
                    <a:pt x="278282" y="56388"/>
                  </a:cubicBezTo>
                  <a:cubicBezTo>
                    <a:pt x="275133" y="71323"/>
                    <a:pt x="272161" y="82499"/>
                    <a:pt x="269367" y="89916"/>
                  </a:cubicBezTo>
                  <a:cubicBezTo>
                    <a:pt x="266573" y="97332"/>
                    <a:pt x="263042" y="103784"/>
                    <a:pt x="258775" y="109270"/>
                  </a:cubicBezTo>
                  <a:cubicBezTo>
                    <a:pt x="263347" y="114350"/>
                    <a:pt x="267716" y="118389"/>
                    <a:pt x="271881" y="121386"/>
                  </a:cubicBezTo>
                  <a:cubicBezTo>
                    <a:pt x="276047" y="124383"/>
                    <a:pt x="281889" y="127508"/>
                    <a:pt x="289407" y="130759"/>
                  </a:cubicBezTo>
                  <a:cubicBezTo>
                    <a:pt x="286156" y="132892"/>
                    <a:pt x="283667" y="135788"/>
                    <a:pt x="281940" y="139446"/>
                  </a:cubicBezTo>
                  <a:cubicBezTo>
                    <a:pt x="271780" y="133858"/>
                    <a:pt x="262280" y="125984"/>
                    <a:pt x="253441" y="115824"/>
                  </a:cubicBezTo>
                  <a:cubicBezTo>
                    <a:pt x="243281" y="125984"/>
                    <a:pt x="229717" y="134416"/>
                    <a:pt x="212750" y="141122"/>
                  </a:cubicBezTo>
                  <a:cubicBezTo>
                    <a:pt x="211226" y="137058"/>
                    <a:pt x="208686" y="134010"/>
                    <a:pt x="205130" y="131978"/>
                  </a:cubicBezTo>
                  <a:cubicBezTo>
                    <a:pt x="215189" y="129336"/>
                    <a:pt x="223342" y="126339"/>
                    <a:pt x="229590" y="122986"/>
                  </a:cubicBezTo>
                  <a:cubicBezTo>
                    <a:pt x="235839" y="119634"/>
                    <a:pt x="241859" y="115011"/>
                    <a:pt x="247650" y="109118"/>
                  </a:cubicBezTo>
                  <a:cubicBezTo>
                    <a:pt x="240233" y="100380"/>
                    <a:pt x="232816" y="89204"/>
                    <a:pt x="225399" y="75590"/>
                  </a:cubicBezTo>
                  <a:lnTo>
                    <a:pt x="234086" y="71475"/>
                  </a:lnTo>
                  <a:cubicBezTo>
                    <a:pt x="238455" y="82346"/>
                    <a:pt x="244805" y="92811"/>
                    <a:pt x="253136" y="102870"/>
                  </a:cubicBezTo>
                  <a:cubicBezTo>
                    <a:pt x="260350" y="93116"/>
                    <a:pt x="265023" y="80365"/>
                    <a:pt x="267157" y="64617"/>
                  </a:cubicBezTo>
                  <a:lnTo>
                    <a:pt x="252527" y="64617"/>
                  </a:lnTo>
                  <a:cubicBezTo>
                    <a:pt x="249783" y="64617"/>
                    <a:pt x="246634" y="64922"/>
                    <a:pt x="243078" y="65532"/>
                  </a:cubicBezTo>
                  <a:lnTo>
                    <a:pt x="258927" y="21031"/>
                  </a:lnTo>
                  <a:lnTo>
                    <a:pt x="225704" y="21031"/>
                  </a:lnTo>
                  <a:cubicBezTo>
                    <a:pt x="225501" y="49885"/>
                    <a:pt x="224434" y="70129"/>
                    <a:pt x="222504" y="81762"/>
                  </a:cubicBezTo>
                  <a:cubicBezTo>
                    <a:pt x="220573" y="93395"/>
                    <a:pt x="217576" y="102692"/>
                    <a:pt x="213512" y="109651"/>
                  </a:cubicBezTo>
                  <a:cubicBezTo>
                    <a:pt x="209448" y="116611"/>
                    <a:pt x="203301" y="124206"/>
                    <a:pt x="195072" y="132435"/>
                  </a:cubicBezTo>
                  <a:cubicBezTo>
                    <a:pt x="193040" y="129590"/>
                    <a:pt x="189839" y="127457"/>
                    <a:pt x="185471" y="126034"/>
                  </a:cubicBezTo>
                  <a:cubicBezTo>
                    <a:pt x="199288" y="116281"/>
                    <a:pt x="208127" y="104495"/>
                    <a:pt x="211988" y="90678"/>
                  </a:cubicBezTo>
                  <a:cubicBezTo>
                    <a:pt x="215849" y="76860"/>
                    <a:pt x="217475" y="53644"/>
                    <a:pt x="216865" y="21031"/>
                  </a:cubicBezTo>
                  <a:cubicBezTo>
                    <a:pt x="208635" y="21031"/>
                    <a:pt x="203251" y="21234"/>
                    <a:pt x="200711" y="21640"/>
                  </a:cubicBezTo>
                  <a:lnTo>
                    <a:pt x="200711" y="12649"/>
                  </a:lnTo>
                  <a:cubicBezTo>
                    <a:pt x="207924" y="13258"/>
                    <a:pt x="218795" y="13563"/>
                    <a:pt x="233324" y="13563"/>
                  </a:cubicBezTo>
                  <a:cubicBezTo>
                    <a:pt x="247853" y="13563"/>
                    <a:pt x="260655" y="12801"/>
                    <a:pt x="271729" y="11277"/>
                  </a:cubicBezTo>
                  <a:close/>
                  <a:moveTo>
                    <a:pt x="618287" y="8077"/>
                  </a:moveTo>
                  <a:cubicBezTo>
                    <a:pt x="631088" y="15290"/>
                    <a:pt x="640385" y="21082"/>
                    <a:pt x="646176" y="25450"/>
                  </a:cubicBezTo>
                  <a:lnTo>
                    <a:pt x="640232" y="33070"/>
                  </a:lnTo>
                  <a:cubicBezTo>
                    <a:pt x="635051" y="28295"/>
                    <a:pt x="626059" y="22453"/>
                    <a:pt x="613257" y="15544"/>
                  </a:cubicBezTo>
                  <a:close/>
                  <a:moveTo>
                    <a:pt x="513131" y="1981"/>
                  </a:moveTo>
                  <a:cubicBezTo>
                    <a:pt x="517703" y="2590"/>
                    <a:pt x="522173" y="2895"/>
                    <a:pt x="526542" y="2895"/>
                  </a:cubicBezTo>
                  <a:cubicBezTo>
                    <a:pt x="528371" y="2895"/>
                    <a:pt x="529285" y="3327"/>
                    <a:pt x="529285" y="4191"/>
                  </a:cubicBezTo>
                  <a:cubicBezTo>
                    <a:pt x="529285" y="5054"/>
                    <a:pt x="528777" y="5689"/>
                    <a:pt x="527761" y="6096"/>
                  </a:cubicBezTo>
                  <a:cubicBezTo>
                    <a:pt x="526745" y="6502"/>
                    <a:pt x="525932" y="7264"/>
                    <a:pt x="525323" y="8382"/>
                  </a:cubicBezTo>
                  <a:cubicBezTo>
                    <a:pt x="524713" y="9499"/>
                    <a:pt x="524408" y="10515"/>
                    <a:pt x="524408" y="11430"/>
                  </a:cubicBezTo>
                  <a:lnTo>
                    <a:pt x="524408" y="26822"/>
                  </a:lnTo>
                  <a:cubicBezTo>
                    <a:pt x="546354" y="26720"/>
                    <a:pt x="562254" y="26111"/>
                    <a:pt x="572109" y="24993"/>
                  </a:cubicBezTo>
                  <a:cubicBezTo>
                    <a:pt x="571398" y="29159"/>
                    <a:pt x="571043" y="34899"/>
                    <a:pt x="571043" y="42214"/>
                  </a:cubicBezTo>
                  <a:lnTo>
                    <a:pt x="571043" y="87172"/>
                  </a:lnTo>
                  <a:cubicBezTo>
                    <a:pt x="571043" y="94386"/>
                    <a:pt x="571551" y="101650"/>
                    <a:pt x="572567" y="108966"/>
                  </a:cubicBezTo>
                  <a:lnTo>
                    <a:pt x="561441" y="108966"/>
                  </a:lnTo>
                  <a:lnTo>
                    <a:pt x="561441" y="97993"/>
                  </a:lnTo>
                  <a:lnTo>
                    <a:pt x="524408" y="97993"/>
                  </a:lnTo>
                  <a:lnTo>
                    <a:pt x="524408" y="119329"/>
                  </a:lnTo>
                  <a:cubicBezTo>
                    <a:pt x="524408" y="122682"/>
                    <a:pt x="524738" y="125120"/>
                    <a:pt x="525399" y="126644"/>
                  </a:cubicBezTo>
                  <a:cubicBezTo>
                    <a:pt x="526059" y="128168"/>
                    <a:pt x="527507" y="129260"/>
                    <a:pt x="529742" y="129921"/>
                  </a:cubicBezTo>
                  <a:cubicBezTo>
                    <a:pt x="531977" y="130581"/>
                    <a:pt x="535584" y="130911"/>
                    <a:pt x="540563" y="130911"/>
                  </a:cubicBezTo>
                  <a:lnTo>
                    <a:pt x="564642" y="130759"/>
                  </a:lnTo>
                  <a:cubicBezTo>
                    <a:pt x="570738" y="130759"/>
                    <a:pt x="574827" y="128930"/>
                    <a:pt x="576910" y="125272"/>
                  </a:cubicBezTo>
                  <a:cubicBezTo>
                    <a:pt x="578993" y="121615"/>
                    <a:pt x="580491" y="116078"/>
                    <a:pt x="581406" y="108661"/>
                  </a:cubicBezTo>
                  <a:cubicBezTo>
                    <a:pt x="583743" y="111404"/>
                    <a:pt x="587197" y="113487"/>
                    <a:pt x="591769" y="114909"/>
                  </a:cubicBezTo>
                  <a:cubicBezTo>
                    <a:pt x="589331" y="124358"/>
                    <a:pt x="586308" y="130860"/>
                    <a:pt x="582701" y="134416"/>
                  </a:cubicBezTo>
                  <a:cubicBezTo>
                    <a:pt x="579094" y="137972"/>
                    <a:pt x="573125" y="139750"/>
                    <a:pt x="564794" y="139750"/>
                  </a:cubicBezTo>
                  <a:lnTo>
                    <a:pt x="540715" y="139598"/>
                  </a:lnTo>
                  <a:cubicBezTo>
                    <a:pt x="532689" y="139598"/>
                    <a:pt x="526897" y="139039"/>
                    <a:pt x="523341" y="137922"/>
                  </a:cubicBezTo>
                  <a:cubicBezTo>
                    <a:pt x="519785" y="136804"/>
                    <a:pt x="517474" y="134848"/>
                    <a:pt x="516407" y="132054"/>
                  </a:cubicBezTo>
                  <a:cubicBezTo>
                    <a:pt x="515340" y="129260"/>
                    <a:pt x="514807" y="124714"/>
                    <a:pt x="514807" y="118414"/>
                  </a:cubicBezTo>
                  <a:lnTo>
                    <a:pt x="514807" y="97993"/>
                  </a:lnTo>
                  <a:lnTo>
                    <a:pt x="476859" y="97993"/>
                  </a:lnTo>
                  <a:lnTo>
                    <a:pt x="476859" y="112014"/>
                  </a:lnTo>
                  <a:lnTo>
                    <a:pt x="466191" y="112014"/>
                  </a:lnTo>
                  <a:cubicBezTo>
                    <a:pt x="467309" y="104698"/>
                    <a:pt x="467868" y="96926"/>
                    <a:pt x="467868" y="88696"/>
                  </a:cubicBezTo>
                  <a:lnTo>
                    <a:pt x="467868" y="42214"/>
                  </a:lnTo>
                  <a:cubicBezTo>
                    <a:pt x="467868" y="35509"/>
                    <a:pt x="467512" y="29768"/>
                    <a:pt x="466801" y="24993"/>
                  </a:cubicBezTo>
                  <a:cubicBezTo>
                    <a:pt x="477164" y="26111"/>
                    <a:pt x="493166" y="26720"/>
                    <a:pt x="514807" y="26822"/>
                  </a:cubicBezTo>
                  <a:cubicBezTo>
                    <a:pt x="514807" y="15544"/>
                    <a:pt x="514248" y="7264"/>
                    <a:pt x="513131" y="1981"/>
                  </a:cubicBezTo>
                  <a:close/>
                  <a:moveTo>
                    <a:pt x="172821" y="1524"/>
                  </a:moveTo>
                  <a:cubicBezTo>
                    <a:pt x="175260" y="2235"/>
                    <a:pt x="177063" y="2667"/>
                    <a:pt x="178232" y="2819"/>
                  </a:cubicBezTo>
                  <a:cubicBezTo>
                    <a:pt x="179400" y="2971"/>
                    <a:pt x="181102" y="3048"/>
                    <a:pt x="183337" y="3048"/>
                  </a:cubicBezTo>
                  <a:cubicBezTo>
                    <a:pt x="185572" y="3048"/>
                    <a:pt x="186690" y="3378"/>
                    <a:pt x="186690" y="4038"/>
                  </a:cubicBezTo>
                  <a:cubicBezTo>
                    <a:pt x="186690" y="4699"/>
                    <a:pt x="186182" y="5486"/>
                    <a:pt x="185166" y="6400"/>
                  </a:cubicBezTo>
                  <a:cubicBezTo>
                    <a:pt x="184150" y="7315"/>
                    <a:pt x="183388" y="8305"/>
                    <a:pt x="182880" y="9372"/>
                  </a:cubicBezTo>
                  <a:cubicBezTo>
                    <a:pt x="182372" y="10439"/>
                    <a:pt x="182118" y="11328"/>
                    <a:pt x="182118" y="12039"/>
                  </a:cubicBezTo>
                  <a:lnTo>
                    <a:pt x="182118" y="34594"/>
                  </a:lnTo>
                  <a:cubicBezTo>
                    <a:pt x="191871" y="34493"/>
                    <a:pt x="198983" y="34086"/>
                    <a:pt x="203454" y="33375"/>
                  </a:cubicBezTo>
                  <a:lnTo>
                    <a:pt x="203454" y="43586"/>
                  </a:lnTo>
                  <a:cubicBezTo>
                    <a:pt x="197561" y="42875"/>
                    <a:pt x="190449" y="42468"/>
                    <a:pt x="182118" y="42367"/>
                  </a:cubicBezTo>
                  <a:lnTo>
                    <a:pt x="182118" y="51511"/>
                  </a:lnTo>
                  <a:cubicBezTo>
                    <a:pt x="190246" y="60858"/>
                    <a:pt x="197815" y="70459"/>
                    <a:pt x="204825" y="80314"/>
                  </a:cubicBezTo>
                  <a:lnTo>
                    <a:pt x="196139" y="86106"/>
                  </a:lnTo>
                  <a:cubicBezTo>
                    <a:pt x="192481" y="78587"/>
                    <a:pt x="187807" y="70561"/>
                    <a:pt x="182118" y="62026"/>
                  </a:cubicBezTo>
                  <a:lnTo>
                    <a:pt x="182118" y="113233"/>
                  </a:lnTo>
                  <a:cubicBezTo>
                    <a:pt x="182118" y="120954"/>
                    <a:pt x="182626" y="130200"/>
                    <a:pt x="183642" y="140970"/>
                  </a:cubicBezTo>
                  <a:lnTo>
                    <a:pt x="172059" y="140970"/>
                  </a:lnTo>
                  <a:cubicBezTo>
                    <a:pt x="173075" y="130200"/>
                    <a:pt x="173583" y="120954"/>
                    <a:pt x="173583" y="113233"/>
                  </a:cubicBezTo>
                  <a:lnTo>
                    <a:pt x="173583" y="64617"/>
                  </a:lnTo>
                  <a:cubicBezTo>
                    <a:pt x="169316" y="79248"/>
                    <a:pt x="162814" y="93218"/>
                    <a:pt x="154076" y="106527"/>
                  </a:cubicBezTo>
                  <a:cubicBezTo>
                    <a:pt x="152247" y="103378"/>
                    <a:pt x="149504" y="101142"/>
                    <a:pt x="145847" y="99822"/>
                  </a:cubicBezTo>
                  <a:cubicBezTo>
                    <a:pt x="156616" y="87426"/>
                    <a:pt x="165862" y="68478"/>
                    <a:pt x="173583" y="42976"/>
                  </a:cubicBezTo>
                  <a:lnTo>
                    <a:pt x="173583" y="42367"/>
                  </a:lnTo>
                  <a:cubicBezTo>
                    <a:pt x="163627" y="42570"/>
                    <a:pt x="155651" y="42976"/>
                    <a:pt x="149657" y="43586"/>
                  </a:cubicBezTo>
                  <a:lnTo>
                    <a:pt x="149657" y="33375"/>
                  </a:lnTo>
                  <a:cubicBezTo>
                    <a:pt x="155753" y="34188"/>
                    <a:pt x="163728" y="34594"/>
                    <a:pt x="173583" y="34594"/>
                  </a:cubicBezTo>
                  <a:cubicBezTo>
                    <a:pt x="173583" y="14173"/>
                    <a:pt x="173329" y="3149"/>
                    <a:pt x="172821" y="1524"/>
                  </a:cubicBezTo>
                  <a:close/>
                  <a:moveTo>
                    <a:pt x="328879" y="1371"/>
                  </a:moveTo>
                  <a:cubicBezTo>
                    <a:pt x="332333" y="3911"/>
                    <a:pt x="334924" y="5410"/>
                    <a:pt x="336651" y="5867"/>
                  </a:cubicBezTo>
                  <a:cubicBezTo>
                    <a:pt x="338379" y="6324"/>
                    <a:pt x="339242" y="6883"/>
                    <a:pt x="339242" y="7543"/>
                  </a:cubicBezTo>
                  <a:cubicBezTo>
                    <a:pt x="339242" y="8204"/>
                    <a:pt x="338760" y="8737"/>
                    <a:pt x="337794" y="9144"/>
                  </a:cubicBezTo>
                  <a:cubicBezTo>
                    <a:pt x="336829" y="9550"/>
                    <a:pt x="334619" y="11785"/>
                    <a:pt x="331165" y="15849"/>
                  </a:cubicBezTo>
                  <a:cubicBezTo>
                    <a:pt x="353822" y="15748"/>
                    <a:pt x="366471" y="15138"/>
                    <a:pt x="369113" y="14020"/>
                  </a:cubicBezTo>
                  <a:lnTo>
                    <a:pt x="369113" y="23774"/>
                  </a:lnTo>
                  <a:cubicBezTo>
                    <a:pt x="365861" y="23063"/>
                    <a:pt x="357886" y="22707"/>
                    <a:pt x="345186" y="22707"/>
                  </a:cubicBezTo>
                  <a:cubicBezTo>
                    <a:pt x="347421" y="27076"/>
                    <a:pt x="349910" y="32461"/>
                    <a:pt x="352653" y="38862"/>
                  </a:cubicBezTo>
                  <a:lnTo>
                    <a:pt x="342290" y="41605"/>
                  </a:lnTo>
                  <a:cubicBezTo>
                    <a:pt x="341477" y="35306"/>
                    <a:pt x="339801" y="29006"/>
                    <a:pt x="337261" y="22707"/>
                  </a:cubicBezTo>
                  <a:lnTo>
                    <a:pt x="325526" y="22707"/>
                  </a:lnTo>
                  <a:cubicBezTo>
                    <a:pt x="321056" y="28092"/>
                    <a:pt x="315773" y="33629"/>
                    <a:pt x="309677" y="39319"/>
                  </a:cubicBezTo>
                  <a:cubicBezTo>
                    <a:pt x="307543" y="36474"/>
                    <a:pt x="304952" y="34493"/>
                    <a:pt x="301904" y="33375"/>
                  </a:cubicBezTo>
                  <a:cubicBezTo>
                    <a:pt x="313690" y="25755"/>
                    <a:pt x="322681" y="15087"/>
                    <a:pt x="328879" y="1371"/>
                  </a:cubicBezTo>
                  <a:close/>
                  <a:moveTo>
                    <a:pt x="391211" y="914"/>
                  </a:moveTo>
                  <a:cubicBezTo>
                    <a:pt x="394665" y="2844"/>
                    <a:pt x="397332" y="4191"/>
                    <a:pt x="399212" y="4953"/>
                  </a:cubicBezTo>
                  <a:cubicBezTo>
                    <a:pt x="401091" y="5715"/>
                    <a:pt x="402031" y="6400"/>
                    <a:pt x="402031" y="7010"/>
                  </a:cubicBezTo>
                  <a:cubicBezTo>
                    <a:pt x="402031" y="7620"/>
                    <a:pt x="401320" y="8229"/>
                    <a:pt x="399897" y="8839"/>
                  </a:cubicBezTo>
                  <a:cubicBezTo>
                    <a:pt x="398475" y="9448"/>
                    <a:pt x="396291" y="11988"/>
                    <a:pt x="393344" y="16459"/>
                  </a:cubicBezTo>
                  <a:cubicBezTo>
                    <a:pt x="418033" y="16357"/>
                    <a:pt x="432460" y="15595"/>
                    <a:pt x="436626" y="14173"/>
                  </a:cubicBezTo>
                  <a:lnTo>
                    <a:pt x="436626" y="23926"/>
                  </a:lnTo>
                  <a:cubicBezTo>
                    <a:pt x="433679" y="23317"/>
                    <a:pt x="424332" y="23012"/>
                    <a:pt x="408584" y="23012"/>
                  </a:cubicBezTo>
                  <a:cubicBezTo>
                    <a:pt x="412140" y="30124"/>
                    <a:pt x="414579" y="35102"/>
                    <a:pt x="415899" y="37947"/>
                  </a:cubicBezTo>
                  <a:lnTo>
                    <a:pt x="405841" y="40995"/>
                  </a:lnTo>
                  <a:cubicBezTo>
                    <a:pt x="405130" y="36525"/>
                    <a:pt x="403301" y="30530"/>
                    <a:pt x="400355" y="23012"/>
                  </a:cubicBezTo>
                  <a:lnTo>
                    <a:pt x="389229" y="23012"/>
                  </a:lnTo>
                  <a:cubicBezTo>
                    <a:pt x="386080" y="28092"/>
                    <a:pt x="382981" y="32664"/>
                    <a:pt x="379933" y="36728"/>
                  </a:cubicBezTo>
                  <a:cubicBezTo>
                    <a:pt x="377698" y="33985"/>
                    <a:pt x="375005" y="32258"/>
                    <a:pt x="371856" y="31546"/>
                  </a:cubicBezTo>
                  <a:cubicBezTo>
                    <a:pt x="381711" y="21590"/>
                    <a:pt x="388163" y="11379"/>
                    <a:pt x="391211" y="914"/>
                  </a:cubicBezTo>
                  <a:close/>
                  <a:moveTo>
                    <a:pt x="683514" y="0"/>
                  </a:moveTo>
                  <a:cubicBezTo>
                    <a:pt x="689102" y="7721"/>
                    <a:pt x="693674" y="14782"/>
                    <a:pt x="697230" y="21183"/>
                  </a:cubicBezTo>
                  <a:cubicBezTo>
                    <a:pt x="715924" y="21183"/>
                    <a:pt x="730250" y="20777"/>
                    <a:pt x="740207" y="19964"/>
                  </a:cubicBezTo>
                  <a:lnTo>
                    <a:pt x="740207" y="29413"/>
                  </a:lnTo>
                  <a:cubicBezTo>
                    <a:pt x="731875" y="28600"/>
                    <a:pt x="713841" y="28194"/>
                    <a:pt x="686105" y="28194"/>
                  </a:cubicBezTo>
                  <a:cubicBezTo>
                    <a:pt x="683565" y="31038"/>
                    <a:pt x="676249" y="41656"/>
                    <a:pt x="664159" y="60045"/>
                  </a:cubicBezTo>
                  <a:lnTo>
                    <a:pt x="715213" y="58064"/>
                  </a:lnTo>
                  <a:cubicBezTo>
                    <a:pt x="710946" y="52882"/>
                    <a:pt x="706425" y="48209"/>
                    <a:pt x="701649" y="44043"/>
                  </a:cubicBezTo>
                  <a:lnTo>
                    <a:pt x="708355" y="38709"/>
                  </a:lnTo>
                  <a:cubicBezTo>
                    <a:pt x="717397" y="46939"/>
                    <a:pt x="726643" y="57556"/>
                    <a:pt x="736092" y="70561"/>
                  </a:cubicBezTo>
                  <a:lnTo>
                    <a:pt x="728167" y="76200"/>
                  </a:lnTo>
                  <a:cubicBezTo>
                    <a:pt x="726033" y="72745"/>
                    <a:pt x="723493" y="68935"/>
                    <a:pt x="720547" y="64770"/>
                  </a:cubicBezTo>
                  <a:cubicBezTo>
                    <a:pt x="676757" y="67208"/>
                    <a:pt x="653999" y="69189"/>
                    <a:pt x="652272" y="70713"/>
                  </a:cubicBezTo>
                  <a:cubicBezTo>
                    <a:pt x="651459" y="67665"/>
                    <a:pt x="650341" y="64617"/>
                    <a:pt x="648919" y="61569"/>
                  </a:cubicBezTo>
                  <a:cubicBezTo>
                    <a:pt x="651256" y="60756"/>
                    <a:pt x="653618" y="59182"/>
                    <a:pt x="656006" y="56845"/>
                  </a:cubicBezTo>
                  <a:cubicBezTo>
                    <a:pt x="658393" y="54508"/>
                    <a:pt x="661746" y="50292"/>
                    <a:pt x="666064" y="44196"/>
                  </a:cubicBezTo>
                  <a:cubicBezTo>
                    <a:pt x="670382" y="38100"/>
                    <a:pt x="673608" y="32816"/>
                    <a:pt x="675741" y="28346"/>
                  </a:cubicBezTo>
                  <a:cubicBezTo>
                    <a:pt x="664870" y="28346"/>
                    <a:pt x="655726" y="28702"/>
                    <a:pt x="648309" y="29413"/>
                  </a:cubicBezTo>
                  <a:lnTo>
                    <a:pt x="648309" y="19964"/>
                  </a:lnTo>
                  <a:cubicBezTo>
                    <a:pt x="657758" y="20777"/>
                    <a:pt x="670814" y="21183"/>
                    <a:pt x="687476" y="21183"/>
                  </a:cubicBezTo>
                  <a:cubicBezTo>
                    <a:pt x="684530" y="16306"/>
                    <a:pt x="680618" y="11023"/>
                    <a:pt x="675741" y="5334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404AFE6C-9907-475E-BEC4-A90DF2791414}"/>
                </a:ext>
              </a:extLst>
            </p:cNvPr>
            <p:cNvSpPr txBox="1"/>
            <p:nvPr/>
          </p:nvSpPr>
          <p:spPr>
            <a:xfrm>
              <a:off x="10468168" y="1482924"/>
              <a:ext cx="1120541" cy="151346"/>
            </a:xfrm>
            <a:custGeom>
              <a:avLst/>
              <a:gdLst/>
              <a:ahLst/>
              <a:cxnLst/>
              <a:rect l="l" t="t" r="r" b="b"/>
              <a:pathLst>
                <a:path w="1044854" h="141123">
                  <a:moveTo>
                    <a:pt x="0" y="113233"/>
                  </a:moveTo>
                  <a:cubicBezTo>
                    <a:pt x="13513" y="114046"/>
                    <a:pt x="34747" y="114453"/>
                    <a:pt x="63703" y="114453"/>
                  </a:cubicBezTo>
                  <a:cubicBezTo>
                    <a:pt x="92659" y="114453"/>
                    <a:pt x="115621" y="114046"/>
                    <a:pt x="132588" y="113233"/>
                  </a:cubicBezTo>
                  <a:lnTo>
                    <a:pt x="132588" y="124206"/>
                  </a:lnTo>
                  <a:cubicBezTo>
                    <a:pt x="117551" y="123190"/>
                    <a:pt x="95402" y="122682"/>
                    <a:pt x="66141" y="122682"/>
                  </a:cubicBezTo>
                  <a:cubicBezTo>
                    <a:pt x="36881" y="122682"/>
                    <a:pt x="14833" y="123190"/>
                    <a:pt x="0" y="124206"/>
                  </a:cubicBezTo>
                  <a:close/>
                  <a:moveTo>
                    <a:pt x="337871" y="107595"/>
                  </a:moveTo>
                  <a:lnTo>
                    <a:pt x="337871" y="123292"/>
                  </a:lnTo>
                  <a:lnTo>
                    <a:pt x="409499" y="123292"/>
                  </a:lnTo>
                  <a:lnTo>
                    <a:pt x="409499" y="107595"/>
                  </a:lnTo>
                  <a:close/>
                  <a:moveTo>
                    <a:pt x="1010717" y="81534"/>
                  </a:moveTo>
                  <a:cubicBezTo>
                    <a:pt x="1019657" y="91084"/>
                    <a:pt x="1026922" y="100076"/>
                    <a:pt x="1032510" y="108509"/>
                  </a:cubicBezTo>
                  <a:lnTo>
                    <a:pt x="1024737" y="113843"/>
                  </a:lnTo>
                  <a:cubicBezTo>
                    <a:pt x="1019149" y="104496"/>
                    <a:pt x="1012139" y="95504"/>
                    <a:pt x="1003706" y="86868"/>
                  </a:cubicBezTo>
                  <a:close/>
                  <a:moveTo>
                    <a:pt x="337871" y="69037"/>
                  </a:moveTo>
                  <a:lnTo>
                    <a:pt x="337871" y="82144"/>
                  </a:lnTo>
                  <a:lnTo>
                    <a:pt x="401726" y="82144"/>
                  </a:lnTo>
                  <a:lnTo>
                    <a:pt x="401726" y="69037"/>
                  </a:lnTo>
                  <a:close/>
                  <a:moveTo>
                    <a:pt x="829208" y="65989"/>
                  </a:moveTo>
                  <a:lnTo>
                    <a:pt x="829208" y="89306"/>
                  </a:lnTo>
                  <a:lnTo>
                    <a:pt x="866241" y="89306"/>
                  </a:lnTo>
                  <a:lnTo>
                    <a:pt x="866241" y="65989"/>
                  </a:lnTo>
                  <a:close/>
                  <a:moveTo>
                    <a:pt x="781659" y="65989"/>
                  </a:moveTo>
                  <a:lnTo>
                    <a:pt x="781659" y="89306"/>
                  </a:lnTo>
                  <a:lnTo>
                    <a:pt x="819607" y="89306"/>
                  </a:lnTo>
                  <a:lnTo>
                    <a:pt x="819607" y="65989"/>
                  </a:lnTo>
                  <a:close/>
                  <a:moveTo>
                    <a:pt x="327660" y="61112"/>
                  </a:moveTo>
                  <a:cubicBezTo>
                    <a:pt x="340766" y="61519"/>
                    <a:pt x="355193" y="61722"/>
                    <a:pt x="370941" y="61722"/>
                  </a:cubicBezTo>
                  <a:cubicBezTo>
                    <a:pt x="386689" y="61722"/>
                    <a:pt x="400151" y="61519"/>
                    <a:pt x="411327" y="61112"/>
                  </a:cubicBezTo>
                  <a:cubicBezTo>
                    <a:pt x="410718" y="64973"/>
                    <a:pt x="410413" y="70028"/>
                    <a:pt x="410413" y="76276"/>
                  </a:cubicBezTo>
                  <a:cubicBezTo>
                    <a:pt x="410413" y="82525"/>
                    <a:pt x="410718" y="87122"/>
                    <a:pt x="411327" y="90068"/>
                  </a:cubicBezTo>
                  <a:cubicBezTo>
                    <a:pt x="402183" y="89560"/>
                    <a:pt x="389636" y="89306"/>
                    <a:pt x="373685" y="89306"/>
                  </a:cubicBezTo>
                  <a:lnTo>
                    <a:pt x="337871" y="89306"/>
                  </a:lnTo>
                  <a:lnTo>
                    <a:pt x="337871" y="100432"/>
                  </a:lnTo>
                  <a:lnTo>
                    <a:pt x="374599" y="100432"/>
                  </a:lnTo>
                  <a:cubicBezTo>
                    <a:pt x="389128" y="100432"/>
                    <a:pt x="404114" y="100229"/>
                    <a:pt x="419557" y="99822"/>
                  </a:cubicBezTo>
                  <a:cubicBezTo>
                    <a:pt x="419049" y="101448"/>
                    <a:pt x="418795" y="104902"/>
                    <a:pt x="418795" y="110185"/>
                  </a:cubicBezTo>
                  <a:lnTo>
                    <a:pt x="418795" y="126797"/>
                  </a:lnTo>
                  <a:cubicBezTo>
                    <a:pt x="418795" y="130658"/>
                    <a:pt x="419151" y="134620"/>
                    <a:pt x="419862" y="138684"/>
                  </a:cubicBezTo>
                  <a:lnTo>
                    <a:pt x="409499" y="138684"/>
                  </a:lnTo>
                  <a:lnTo>
                    <a:pt x="409499" y="130759"/>
                  </a:lnTo>
                  <a:lnTo>
                    <a:pt x="337871" y="130759"/>
                  </a:lnTo>
                  <a:cubicBezTo>
                    <a:pt x="338074" y="135433"/>
                    <a:pt x="338328" y="138887"/>
                    <a:pt x="338633" y="141123"/>
                  </a:cubicBezTo>
                  <a:lnTo>
                    <a:pt x="327355" y="141123"/>
                  </a:lnTo>
                  <a:cubicBezTo>
                    <a:pt x="328168" y="136043"/>
                    <a:pt x="328574" y="131521"/>
                    <a:pt x="328574" y="127559"/>
                  </a:cubicBezTo>
                  <a:lnTo>
                    <a:pt x="328574" y="76048"/>
                  </a:lnTo>
                  <a:cubicBezTo>
                    <a:pt x="328574" y="68529"/>
                    <a:pt x="328269" y="63551"/>
                    <a:pt x="327660" y="61112"/>
                  </a:cubicBezTo>
                  <a:close/>
                  <a:moveTo>
                    <a:pt x="618439" y="56693"/>
                  </a:moveTo>
                  <a:cubicBezTo>
                    <a:pt x="623214" y="70409"/>
                    <a:pt x="626872" y="83718"/>
                    <a:pt x="629412" y="96622"/>
                  </a:cubicBezTo>
                  <a:lnTo>
                    <a:pt x="620268" y="99060"/>
                  </a:lnTo>
                  <a:cubicBezTo>
                    <a:pt x="617829" y="83414"/>
                    <a:pt x="614477" y="70206"/>
                    <a:pt x="610209" y="59436"/>
                  </a:cubicBezTo>
                  <a:close/>
                  <a:moveTo>
                    <a:pt x="658977" y="55778"/>
                  </a:moveTo>
                  <a:cubicBezTo>
                    <a:pt x="667410" y="56591"/>
                    <a:pt x="681329" y="56998"/>
                    <a:pt x="700735" y="56998"/>
                  </a:cubicBezTo>
                  <a:cubicBezTo>
                    <a:pt x="720141" y="56998"/>
                    <a:pt x="734161" y="56591"/>
                    <a:pt x="742797" y="55778"/>
                  </a:cubicBezTo>
                  <a:lnTo>
                    <a:pt x="742797" y="65075"/>
                  </a:lnTo>
                  <a:cubicBezTo>
                    <a:pt x="734568" y="64262"/>
                    <a:pt x="721157" y="63856"/>
                    <a:pt x="702564" y="63856"/>
                  </a:cubicBezTo>
                  <a:cubicBezTo>
                    <a:pt x="699821" y="69545"/>
                    <a:pt x="697535" y="74778"/>
                    <a:pt x="695706" y="79553"/>
                  </a:cubicBezTo>
                  <a:cubicBezTo>
                    <a:pt x="713181" y="79553"/>
                    <a:pt x="727354" y="78994"/>
                    <a:pt x="738225" y="77876"/>
                  </a:cubicBezTo>
                  <a:cubicBezTo>
                    <a:pt x="737717" y="83464"/>
                    <a:pt x="737463" y="89510"/>
                    <a:pt x="737463" y="96012"/>
                  </a:cubicBezTo>
                  <a:lnTo>
                    <a:pt x="737463" y="125883"/>
                  </a:lnTo>
                  <a:cubicBezTo>
                    <a:pt x="737463" y="130251"/>
                    <a:pt x="737006" y="133376"/>
                    <a:pt x="736092" y="135255"/>
                  </a:cubicBezTo>
                  <a:cubicBezTo>
                    <a:pt x="735177" y="137135"/>
                    <a:pt x="733374" y="138430"/>
                    <a:pt x="730682" y="139141"/>
                  </a:cubicBezTo>
                  <a:cubicBezTo>
                    <a:pt x="727989" y="139853"/>
                    <a:pt x="723493" y="140310"/>
                    <a:pt x="717194" y="140513"/>
                  </a:cubicBezTo>
                  <a:cubicBezTo>
                    <a:pt x="717397" y="135941"/>
                    <a:pt x="716229" y="132334"/>
                    <a:pt x="713689" y="129693"/>
                  </a:cubicBezTo>
                  <a:cubicBezTo>
                    <a:pt x="717042" y="130404"/>
                    <a:pt x="719760" y="130759"/>
                    <a:pt x="721842" y="130759"/>
                  </a:cubicBezTo>
                  <a:cubicBezTo>
                    <a:pt x="723925" y="130759"/>
                    <a:pt x="725475" y="130328"/>
                    <a:pt x="726491" y="129464"/>
                  </a:cubicBezTo>
                  <a:cubicBezTo>
                    <a:pt x="727507" y="128600"/>
                    <a:pt x="728015" y="127051"/>
                    <a:pt x="728015" y="124816"/>
                  </a:cubicBezTo>
                  <a:lnTo>
                    <a:pt x="728015" y="86258"/>
                  </a:lnTo>
                  <a:lnTo>
                    <a:pt x="714451" y="86258"/>
                  </a:lnTo>
                  <a:lnTo>
                    <a:pt x="714451" y="112776"/>
                  </a:lnTo>
                  <a:cubicBezTo>
                    <a:pt x="714451" y="117653"/>
                    <a:pt x="714705" y="122581"/>
                    <a:pt x="715213" y="127559"/>
                  </a:cubicBezTo>
                  <a:lnTo>
                    <a:pt x="705764" y="127559"/>
                  </a:lnTo>
                  <a:cubicBezTo>
                    <a:pt x="706171" y="123901"/>
                    <a:pt x="706374" y="118974"/>
                    <a:pt x="706374" y="112776"/>
                  </a:cubicBezTo>
                  <a:lnTo>
                    <a:pt x="706374" y="86258"/>
                  </a:lnTo>
                  <a:lnTo>
                    <a:pt x="692658" y="86258"/>
                  </a:lnTo>
                  <a:lnTo>
                    <a:pt x="692658" y="113538"/>
                  </a:lnTo>
                  <a:cubicBezTo>
                    <a:pt x="692658" y="118720"/>
                    <a:pt x="692912" y="123647"/>
                    <a:pt x="693420" y="128321"/>
                  </a:cubicBezTo>
                  <a:lnTo>
                    <a:pt x="683971" y="128321"/>
                  </a:lnTo>
                  <a:cubicBezTo>
                    <a:pt x="684377" y="124359"/>
                    <a:pt x="684581" y="119431"/>
                    <a:pt x="684581" y="113538"/>
                  </a:cubicBezTo>
                  <a:lnTo>
                    <a:pt x="684581" y="86258"/>
                  </a:lnTo>
                  <a:lnTo>
                    <a:pt x="671169" y="86258"/>
                  </a:lnTo>
                  <a:lnTo>
                    <a:pt x="671169" y="140361"/>
                  </a:lnTo>
                  <a:lnTo>
                    <a:pt x="661721" y="140361"/>
                  </a:lnTo>
                  <a:cubicBezTo>
                    <a:pt x="662330" y="135585"/>
                    <a:pt x="662635" y="130709"/>
                    <a:pt x="662635" y="125730"/>
                  </a:cubicBezTo>
                  <a:lnTo>
                    <a:pt x="662635" y="96012"/>
                  </a:lnTo>
                  <a:cubicBezTo>
                    <a:pt x="662635" y="89205"/>
                    <a:pt x="662330" y="83210"/>
                    <a:pt x="661721" y="78029"/>
                  </a:cubicBezTo>
                  <a:cubicBezTo>
                    <a:pt x="668833" y="78740"/>
                    <a:pt x="677164" y="79197"/>
                    <a:pt x="686714" y="79400"/>
                  </a:cubicBezTo>
                  <a:cubicBezTo>
                    <a:pt x="689965" y="73508"/>
                    <a:pt x="692150" y="68326"/>
                    <a:pt x="693267" y="63856"/>
                  </a:cubicBezTo>
                  <a:cubicBezTo>
                    <a:pt x="677824" y="63957"/>
                    <a:pt x="666394" y="64364"/>
                    <a:pt x="658977" y="65075"/>
                  </a:cubicBezTo>
                  <a:close/>
                  <a:moveTo>
                    <a:pt x="476097" y="51359"/>
                  </a:moveTo>
                  <a:lnTo>
                    <a:pt x="476097" y="101346"/>
                  </a:lnTo>
                  <a:cubicBezTo>
                    <a:pt x="484225" y="93421"/>
                    <a:pt x="490093" y="85674"/>
                    <a:pt x="493700" y="78105"/>
                  </a:cubicBezTo>
                  <a:cubicBezTo>
                    <a:pt x="497306" y="70536"/>
                    <a:pt x="499669" y="61620"/>
                    <a:pt x="500786" y="51359"/>
                  </a:cubicBezTo>
                  <a:close/>
                  <a:moveTo>
                    <a:pt x="642518" y="51206"/>
                  </a:moveTo>
                  <a:cubicBezTo>
                    <a:pt x="645973" y="52934"/>
                    <a:pt x="649529" y="54153"/>
                    <a:pt x="653186" y="54864"/>
                  </a:cubicBezTo>
                  <a:cubicBezTo>
                    <a:pt x="654812" y="55169"/>
                    <a:pt x="655625" y="55905"/>
                    <a:pt x="655625" y="57074"/>
                  </a:cubicBezTo>
                  <a:cubicBezTo>
                    <a:pt x="655625" y="58242"/>
                    <a:pt x="655066" y="59106"/>
                    <a:pt x="653948" y="59665"/>
                  </a:cubicBezTo>
                  <a:cubicBezTo>
                    <a:pt x="652831" y="60223"/>
                    <a:pt x="651942" y="61239"/>
                    <a:pt x="651281" y="62713"/>
                  </a:cubicBezTo>
                  <a:cubicBezTo>
                    <a:pt x="650621" y="64186"/>
                    <a:pt x="649021" y="69037"/>
                    <a:pt x="646481" y="77267"/>
                  </a:cubicBezTo>
                  <a:lnTo>
                    <a:pt x="637641" y="105918"/>
                  </a:lnTo>
                  <a:cubicBezTo>
                    <a:pt x="645261" y="104089"/>
                    <a:pt x="651916" y="102108"/>
                    <a:pt x="657606" y="99975"/>
                  </a:cubicBezTo>
                  <a:cubicBezTo>
                    <a:pt x="657098" y="101905"/>
                    <a:pt x="656844" y="103581"/>
                    <a:pt x="656844" y="105004"/>
                  </a:cubicBezTo>
                  <a:cubicBezTo>
                    <a:pt x="656844" y="106426"/>
                    <a:pt x="656996" y="107747"/>
                    <a:pt x="657301" y="108966"/>
                  </a:cubicBezTo>
                  <a:cubicBezTo>
                    <a:pt x="639216" y="112624"/>
                    <a:pt x="622503" y="116993"/>
                    <a:pt x="607161" y="122073"/>
                  </a:cubicBezTo>
                  <a:cubicBezTo>
                    <a:pt x="606857" y="118313"/>
                    <a:pt x="605637" y="114707"/>
                    <a:pt x="603504" y="111252"/>
                  </a:cubicBezTo>
                  <a:cubicBezTo>
                    <a:pt x="611022" y="110846"/>
                    <a:pt x="619607" y="109677"/>
                    <a:pt x="629259" y="107747"/>
                  </a:cubicBezTo>
                  <a:cubicBezTo>
                    <a:pt x="636676" y="87224"/>
                    <a:pt x="641096" y="68377"/>
                    <a:pt x="642518" y="51206"/>
                  </a:cubicBezTo>
                  <a:close/>
                  <a:moveTo>
                    <a:pt x="606552" y="34138"/>
                  </a:moveTo>
                  <a:cubicBezTo>
                    <a:pt x="612038" y="34950"/>
                    <a:pt x="620522" y="35357"/>
                    <a:pt x="632003" y="35357"/>
                  </a:cubicBezTo>
                  <a:cubicBezTo>
                    <a:pt x="643483" y="35357"/>
                    <a:pt x="651967" y="34950"/>
                    <a:pt x="657453" y="34138"/>
                  </a:cubicBezTo>
                  <a:lnTo>
                    <a:pt x="657453" y="43739"/>
                  </a:lnTo>
                  <a:cubicBezTo>
                    <a:pt x="651967" y="42926"/>
                    <a:pt x="643483" y="42520"/>
                    <a:pt x="632003" y="42520"/>
                  </a:cubicBezTo>
                  <a:cubicBezTo>
                    <a:pt x="620522" y="42520"/>
                    <a:pt x="612038" y="42926"/>
                    <a:pt x="606552" y="43739"/>
                  </a:cubicBezTo>
                  <a:close/>
                  <a:moveTo>
                    <a:pt x="829208" y="33528"/>
                  </a:moveTo>
                  <a:lnTo>
                    <a:pt x="829208" y="58522"/>
                  </a:lnTo>
                  <a:lnTo>
                    <a:pt x="866241" y="58522"/>
                  </a:lnTo>
                  <a:lnTo>
                    <a:pt x="866241" y="33528"/>
                  </a:lnTo>
                  <a:close/>
                  <a:moveTo>
                    <a:pt x="781659" y="33528"/>
                  </a:moveTo>
                  <a:lnTo>
                    <a:pt x="781659" y="58522"/>
                  </a:lnTo>
                  <a:lnTo>
                    <a:pt x="819607" y="58522"/>
                  </a:lnTo>
                  <a:lnTo>
                    <a:pt x="819607" y="33528"/>
                  </a:lnTo>
                  <a:close/>
                  <a:moveTo>
                    <a:pt x="368198" y="30023"/>
                  </a:moveTo>
                  <a:cubicBezTo>
                    <a:pt x="372161" y="34798"/>
                    <a:pt x="375920" y="39726"/>
                    <a:pt x="379476" y="44806"/>
                  </a:cubicBezTo>
                  <a:cubicBezTo>
                    <a:pt x="405689" y="44806"/>
                    <a:pt x="424129" y="44450"/>
                    <a:pt x="434797" y="43739"/>
                  </a:cubicBezTo>
                  <a:cubicBezTo>
                    <a:pt x="434086" y="47295"/>
                    <a:pt x="433730" y="51283"/>
                    <a:pt x="433730" y="55702"/>
                  </a:cubicBezTo>
                  <a:cubicBezTo>
                    <a:pt x="433730" y="60122"/>
                    <a:pt x="433984" y="64262"/>
                    <a:pt x="434492" y="68123"/>
                  </a:cubicBezTo>
                  <a:lnTo>
                    <a:pt x="424281" y="68123"/>
                  </a:lnTo>
                  <a:lnTo>
                    <a:pt x="424281" y="51664"/>
                  </a:lnTo>
                  <a:lnTo>
                    <a:pt x="316839" y="51664"/>
                  </a:lnTo>
                  <a:lnTo>
                    <a:pt x="316839" y="68580"/>
                  </a:lnTo>
                  <a:lnTo>
                    <a:pt x="306629" y="68580"/>
                  </a:lnTo>
                  <a:cubicBezTo>
                    <a:pt x="307035" y="65024"/>
                    <a:pt x="307238" y="60579"/>
                    <a:pt x="307238" y="55245"/>
                  </a:cubicBezTo>
                  <a:cubicBezTo>
                    <a:pt x="307238" y="49911"/>
                    <a:pt x="307035" y="46076"/>
                    <a:pt x="306629" y="43739"/>
                  </a:cubicBezTo>
                  <a:cubicBezTo>
                    <a:pt x="318008" y="44450"/>
                    <a:pt x="339090" y="44806"/>
                    <a:pt x="369875" y="44806"/>
                  </a:cubicBezTo>
                  <a:cubicBezTo>
                    <a:pt x="367741" y="41250"/>
                    <a:pt x="365099" y="38151"/>
                    <a:pt x="361950" y="35509"/>
                  </a:cubicBezTo>
                  <a:close/>
                  <a:moveTo>
                    <a:pt x="981913" y="29108"/>
                  </a:moveTo>
                  <a:cubicBezTo>
                    <a:pt x="985367" y="29718"/>
                    <a:pt x="989330" y="30023"/>
                    <a:pt x="993800" y="30023"/>
                  </a:cubicBezTo>
                  <a:cubicBezTo>
                    <a:pt x="995527" y="30023"/>
                    <a:pt x="996391" y="30378"/>
                    <a:pt x="996391" y="31090"/>
                  </a:cubicBezTo>
                  <a:cubicBezTo>
                    <a:pt x="996391" y="31801"/>
                    <a:pt x="995731" y="32664"/>
                    <a:pt x="994410" y="33680"/>
                  </a:cubicBezTo>
                  <a:cubicBezTo>
                    <a:pt x="993089" y="34696"/>
                    <a:pt x="992429" y="36474"/>
                    <a:pt x="992429" y="39014"/>
                  </a:cubicBezTo>
                  <a:lnTo>
                    <a:pt x="992429" y="65227"/>
                  </a:lnTo>
                  <a:cubicBezTo>
                    <a:pt x="1006754" y="65126"/>
                    <a:pt x="1019352" y="64567"/>
                    <a:pt x="1030224" y="63551"/>
                  </a:cubicBezTo>
                  <a:lnTo>
                    <a:pt x="1030224" y="74066"/>
                  </a:lnTo>
                  <a:cubicBezTo>
                    <a:pt x="1019352" y="73050"/>
                    <a:pt x="1006754" y="72492"/>
                    <a:pt x="992429" y="72390"/>
                  </a:cubicBezTo>
                  <a:lnTo>
                    <a:pt x="992429" y="122682"/>
                  </a:lnTo>
                  <a:cubicBezTo>
                    <a:pt x="1012749" y="122581"/>
                    <a:pt x="1030224" y="121920"/>
                    <a:pt x="1044854" y="120701"/>
                  </a:cubicBezTo>
                  <a:lnTo>
                    <a:pt x="1044854" y="131979"/>
                  </a:lnTo>
                  <a:cubicBezTo>
                    <a:pt x="1029817" y="130658"/>
                    <a:pt x="1011834" y="129997"/>
                    <a:pt x="990905" y="129997"/>
                  </a:cubicBezTo>
                  <a:cubicBezTo>
                    <a:pt x="969975" y="129997"/>
                    <a:pt x="951077" y="130658"/>
                    <a:pt x="934212" y="131979"/>
                  </a:cubicBezTo>
                  <a:lnTo>
                    <a:pt x="934212" y="120701"/>
                  </a:lnTo>
                  <a:cubicBezTo>
                    <a:pt x="948741" y="121920"/>
                    <a:pt x="964996" y="122581"/>
                    <a:pt x="982980" y="122682"/>
                  </a:cubicBezTo>
                  <a:lnTo>
                    <a:pt x="982980" y="72390"/>
                  </a:lnTo>
                  <a:cubicBezTo>
                    <a:pt x="967943" y="72492"/>
                    <a:pt x="955751" y="73050"/>
                    <a:pt x="946404" y="74066"/>
                  </a:cubicBezTo>
                  <a:lnTo>
                    <a:pt x="946404" y="63551"/>
                  </a:lnTo>
                  <a:cubicBezTo>
                    <a:pt x="955751" y="64567"/>
                    <a:pt x="967943" y="65126"/>
                    <a:pt x="982980" y="65227"/>
                  </a:cubicBezTo>
                  <a:lnTo>
                    <a:pt x="982980" y="51359"/>
                  </a:lnTo>
                  <a:cubicBezTo>
                    <a:pt x="982980" y="40081"/>
                    <a:pt x="982624" y="32664"/>
                    <a:pt x="981913" y="29108"/>
                  </a:cubicBezTo>
                  <a:close/>
                  <a:moveTo>
                    <a:pt x="10363" y="22708"/>
                  </a:moveTo>
                  <a:cubicBezTo>
                    <a:pt x="23469" y="23520"/>
                    <a:pt x="41554" y="23927"/>
                    <a:pt x="64617" y="23927"/>
                  </a:cubicBezTo>
                  <a:cubicBezTo>
                    <a:pt x="87681" y="23927"/>
                    <a:pt x="105664" y="23520"/>
                    <a:pt x="118567" y="22708"/>
                  </a:cubicBezTo>
                  <a:lnTo>
                    <a:pt x="118567" y="32918"/>
                  </a:lnTo>
                  <a:cubicBezTo>
                    <a:pt x="106578" y="32309"/>
                    <a:pt x="89611" y="32004"/>
                    <a:pt x="67665" y="32004"/>
                  </a:cubicBezTo>
                  <a:cubicBezTo>
                    <a:pt x="45720" y="32004"/>
                    <a:pt x="26619" y="32309"/>
                    <a:pt x="10363" y="32918"/>
                  </a:cubicBezTo>
                  <a:close/>
                  <a:moveTo>
                    <a:pt x="511150" y="20269"/>
                  </a:moveTo>
                  <a:cubicBezTo>
                    <a:pt x="511150" y="27483"/>
                    <a:pt x="510794" y="35255"/>
                    <a:pt x="510083" y="43586"/>
                  </a:cubicBezTo>
                  <a:lnTo>
                    <a:pt x="537819" y="43586"/>
                  </a:lnTo>
                  <a:cubicBezTo>
                    <a:pt x="538226" y="37795"/>
                    <a:pt x="538327" y="30023"/>
                    <a:pt x="538124" y="20269"/>
                  </a:cubicBezTo>
                  <a:close/>
                  <a:moveTo>
                    <a:pt x="925220" y="12649"/>
                  </a:moveTo>
                  <a:cubicBezTo>
                    <a:pt x="928065" y="13360"/>
                    <a:pt x="947826" y="13716"/>
                    <a:pt x="984504" y="13716"/>
                  </a:cubicBezTo>
                  <a:cubicBezTo>
                    <a:pt x="1021181" y="13716"/>
                    <a:pt x="1040790" y="13360"/>
                    <a:pt x="1043330" y="12649"/>
                  </a:cubicBezTo>
                  <a:lnTo>
                    <a:pt x="1043330" y="22555"/>
                  </a:lnTo>
                  <a:cubicBezTo>
                    <a:pt x="1037133" y="21844"/>
                    <a:pt x="1023010" y="21488"/>
                    <a:pt x="1000963" y="21488"/>
                  </a:cubicBezTo>
                  <a:lnTo>
                    <a:pt x="934821" y="21488"/>
                  </a:lnTo>
                  <a:cubicBezTo>
                    <a:pt x="934923" y="30531"/>
                    <a:pt x="934974" y="38456"/>
                    <a:pt x="934974" y="45263"/>
                  </a:cubicBezTo>
                  <a:cubicBezTo>
                    <a:pt x="934974" y="70358"/>
                    <a:pt x="933831" y="88798"/>
                    <a:pt x="931545" y="100584"/>
                  </a:cubicBezTo>
                  <a:cubicBezTo>
                    <a:pt x="929259" y="112370"/>
                    <a:pt x="925068" y="124257"/>
                    <a:pt x="918972" y="136246"/>
                  </a:cubicBezTo>
                  <a:cubicBezTo>
                    <a:pt x="914400" y="135027"/>
                    <a:pt x="910895" y="134214"/>
                    <a:pt x="908456" y="133807"/>
                  </a:cubicBezTo>
                  <a:cubicBezTo>
                    <a:pt x="915263" y="124460"/>
                    <a:pt x="919835" y="113868"/>
                    <a:pt x="922172" y="102032"/>
                  </a:cubicBezTo>
                  <a:cubicBezTo>
                    <a:pt x="924509" y="90195"/>
                    <a:pt x="925677" y="71933"/>
                    <a:pt x="925677" y="47244"/>
                  </a:cubicBezTo>
                  <a:cubicBezTo>
                    <a:pt x="925677" y="37592"/>
                    <a:pt x="925525" y="26060"/>
                    <a:pt x="925220" y="12649"/>
                  </a:cubicBezTo>
                  <a:close/>
                  <a:moveTo>
                    <a:pt x="457352" y="11278"/>
                  </a:moveTo>
                  <a:cubicBezTo>
                    <a:pt x="465887" y="12192"/>
                    <a:pt x="488696" y="12649"/>
                    <a:pt x="525780" y="12649"/>
                  </a:cubicBezTo>
                  <a:cubicBezTo>
                    <a:pt x="562864" y="12649"/>
                    <a:pt x="583692" y="12192"/>
                    <a:pt x="588264" y="11278"/>
                  </a:cubicBezTo>
                  <a:lnTo>
                    <a:pt x="588264" y="21641"/>
                  </a:lnTo>
                  <a:cubicBezTo>
                    <a:pt x="585521" y="20726"/>
                    <a:pt x="571652" y="20269"/>
                    <a:pt x="546659" y="20269"/>
                  </a:cubicBezTo>
                  <a:cubicBezTo>
                    <a:pt x="546659" y="28702"/>
                    <a:pt x="546506" y="36474"/>
                    <a:pt x="546201" y="43586"/>
                  </a:cubicBezTo>
                  <a:cubicBezTo>
                    <a:pt x="565302" y="43586"/>
                    <a:pt x="576021" y="43282"/>
                    <a:pt x="578358" y="42672"/>
                  </a:cubicBezTo>
                  <a:cubicBezTo>
                    <a:pt x="578053" y="49479"/>
                    <a:pt x="577901" y="54864"/>
                    <a:pt x="577901" y="58826"/>
                  </a:cubicBezTo>
                  <a:lnTo>
                    <a:pt x="577901" y="120549"/>
                  </a:lnTo>
                  <a:cubicBezTo>
                    <a:pt x="577901" y="124308"/>
                    <a:pt x="577240" y="127229"/>
                    <a:pt x="575919" y="129312"/>
                  </a:cubicBezTo>
                  <a:cubicBezTo>
                    <a:pt x="574599" y="131394"/>
                    <a:pt x="571754" y="133096"/>
                    <a:pt x="567385" y="134417"/>
                  </a:cubicBezTo>
                  <a:cubicBezTo>
                    <a:pt x="563016" y="135738"/>
                    <a:pt x="556260" y="136703"/>
                    <a:pt x="547116" y="137313"/>
                  </a:cubicBezTo>
                  <a:cubicBezTo>
                    <a:pt x="547319" y="133045"/>
                    <a:pt x="545846" y="129235"/>
                    <a:pt x="542696" y="125883"/>
                  </a:cubicBezTo>
                  <a:cubicBezTo>
                    <a:pt x="547471" y="126492"/>
                    <a:pt x="551866" y="126797"/>
                    <a:pt x="555879" y="126797"/>
                  </a:cubicBezTo>
                  <a:cubicBezTo>
                    <a:pt x="559892" y="126797"/>
                    <a:pt x="562991" y="126111"/>
                    <a:pt x="565175" y="124740"/>
                  </a:cubicBezTo>
                  <a:cubicBezTo>
                    <a:pt x="567360" y="123368"/>
                    <a:pt x="568452" y="120650"/>
                    <a:pt x="568452" y="116586"/>
                  </a:cubicBezTo>
                  <a:lnTo>
                    <a:pt x="568452" y="51359"/>
                  </a:lnTo>
                  <a:lnTo>
                    <a:pt x="545592" y="51359"/>
                  </a:lnTo>
                  <a:cubicBezTo>
                    <a:pt x="544982" y="59995"/>
                    <a:pt x="543814" y="67564"/>
                    <a:pt x="542087" y="74066"/>
                  </a:cubicBezTo>
                  <a:cubicBezTo>
                    <a:pt x="550824" y="81280"/>
                    <a:pt x="558698" y="88443"/>
                    <a:pt x="565709" y="95555"/>
                  </a:cubicBezTo>
                  <a:lnTo>
                    <a:pt x="557631" y="102413"/>
                  </a:lnTo>
                  <a:cubicBezTo>
                    <a:pt x="552551" y="94387"/>
                    <a:pt x="546659" y="87528"/>
                    <a:pt x="539953" y="81839"/>
                  </a:cubicBezTo>
                  <a:cubicBezTo>
                    <a:pt x="536905" y="91389"/>
                    <a:pt x="532028" y="101245"/>
                    <a:pt x="525323" y="111405"/>
                  </a:cubicBezTo>
                  <a:cubicBezTo>
                    <a:pt x="522173" y="108661"/>
                    <a:pt x="518515" y="107188"/>
                    <a:pt x="514350" y="106985"/>
                  </a:cubicBezTo>
                  <a:cubicBezTo>
                    <a:pt x="527355" y="94488"/>
                    <a:pt x="534975" y="75946"/>
                    <a:pt x="537210" y="51359"/>
                  </a:cubicBezTo>
                  <a:lnTo>
                    <a:pt x="509168" y="51359"/>
                  </a:lnTo>
                  <a:cubicBezTo>
                    <a:pt x="508660" y="55931"/>
                    <a:pt x="507797" y="60757"/>
                    <a:pt x="506577" y="65837"/>
                  </a:cubicBezTo>
                  <a:cubicBezTo>
                    <a:pt x="513385" y="71120"/>
                    <a:pt x="519989" y="76606"/>
                    <a:pt x="526389" y="82296"/>
                  </a:cubicBezTo>
                  <a:lnTo>
                    <a:pt x="518769" y="89154"/>
                  </a:lnTo>
                  <a:cubicBezTo>
                    <a:pt x="514807" y="83769"/>
                    <a:pt x="510083" y="78384"/>
                    <a:pt x="504596" y="73000"/>
                  </a:cubicBezTo>
                  <a:cubicBezTo>
                    <a:pt x="500939" y="84988"/>
                    <a:pt x="494792" y="96368"/>
                    <a:pt x="486156" y="107137"/>
                  </a:cubicBezTo>
                  <a:cubicBezTo>
                    <a:pt x="483616" y="104394"/>
                    <a:pt x="480263" y="102769"/>
                    <a:pt x="476097" y="102261"/>
                  </a:cubicBezTo>
                  <a:lnTo>
                    <a:pt x="476097" y="138227"/>
                  </a:lnTo>
                  <a:lnTo>
                    <a:pt x="465887" y="138227"/>
                  </a:lnTo>
                  <a:cubicBezTo>
                    <a:pt x="466598" y="133045"/>
                    <a:pt x="466953" y="127965"/>
                    <a:pt x="466953" y="122987"/>
                  </a:cubicBezTo>
                  <a:lnTo>
                    <a:pt x="466953" y="58979"/>
                  </a:lnTo>
                  <a:cubicBezTo>
                    <a:pt x="466953" y="51359"/>
                    <a:pt x="466699" y="45974"/>
                    <a:pt x="466191" y="42824"/>
                  </a:cubicBezTo>
                  <a:cubicBezTo>
                    <a:pt x="470459" y="43332"/>
                    <a:pt x="482295" y="43586"/>
                    <a:pt x="501701" y="43586"/>
                  </a:cubicBezTo>
                  <a:cubicBezTo>
                    <a:pt x="502107" y="36779"/>
                    <a:pt x="502259" y="29007"/>
                    <a:pt x="502158" y="20269"/>
                  </a:cubicBezTo>
                  <a:cubicBezTo>
                    <a:pt x="481127" y="20269"/>
                    <a:pt x="466191" y="20726"/>
                    <a:pt x="457352" y="21641"/>
                  </a:cubicBezTo>
                  <a:close/>
                  <a:moveTo>
                    <a:pt x="271729" y="10363"/>
                  </a:moveTo>
                  <a:lnTo>
                    <a:pt x="254965" y="56388"/>
                  </a:lnTo>
                  <a:lnTo>
                    <a:pt x="268376" y="56388"/>
                  </a:lnTo>
                  <a:cubicBezTo>
                    <a:pt x="271119" y="56388"/>
                    <a:pt x="274421" y="56083"/>
                    <a:pt x="278282" y="55474"/>
                  </a:cubicBezTo>
                  <a:cubicBezTo>
                    <a:pt x="275133" y="70409"/>
                    <a:pt x="272161" y="81585"/>
                    <a:pt x="269367" y="89002"/>
                  </a:cubicBezTo>
                  <a:cubicBezTo>
                    <a:pt x="266573" y="96419"/>
                    <a:pt x="263042" y="102870"/>
                    <a:pt x="258775" y="108357"/>
                  </a:cubicBezTo>
                  <a:cubicBezTo>
                    <a:pt x="263347" y="113437"/>
                    <a:pt x="267716" y="117475"/>
                    <a:pt x="271881" y="120472"/>
                  </a:cubicBezTo>
                  <a:cubicBezTo>
                    <a:pt x="276047" y="123470"/>
                    <a:pt x="281889" y="126594"/>
                    <a:pt x="289407" y="129845"/>
                  </a:cubicBezTo>
                  <a:cubicBezTo>
                    <a:pt x="286156" y="131979"/>
                    <a:pt x="283667" y="134874"/>
                    <a:pt x="281940" y="138532"/>
                  </a:cubicBezTo>
                  <a:cubicBezTo>
                    <a:pt x="271780" y="132944"/>
                    <a:pt x="262280" y="125070"/>
                    <a:pt x="253441" y="114910"/>
                  </a:cubicBezTo>
                  <a:cubicBezTo>
                    <a:pt x="243281" y="125070"/>
                    <a:pt x="229717" y="133503"/>
                    <a:pt x="212750" y="140208"/>
                  </a:cubicBezTo>
                  <a:cubicBezTo>
                    <a:pt x="211226" y="136144"/>
                    <a:pt x="208686" y="133096"/>
                    <a:pt x="205130" y="131064"/>
                  </a:cubicBezTo>
                  <a:cubicBezTo>
                    <a:pt x="215189" y="128423"/>
                    <a:pt x="223342" y="125425"/>
                    <a:pt x="229590" y="122073"/>
                  </a:cubicBezTo>
                  <a:cubicBezTo>
                    <a:pt x="235839" y="118720"/>
                    <a:pt x="241859" y="114097"/>
                    <a:pt x="247650" y="108204"/>
                  </a:cubicBezTo>
                  <a:cubicBezTo>
                    <a:pt x="240233" y="99467"/>
                    <a:pt x="232816" y="88290"/>
                    <a:pt x="225399" y="74676"/>
                  </a:cubicBezTo>
                  <a:lnTo>
                    <a:pt x="234086" y="70561"/>
                  </a:lnTo>
                  <a:cubicBezTo>
                    <a:pt x="238455" y="81432"/>
                    <a:pt x="244805" y="91897"/>
                    <a:pt x="253136" y="101956"/>
                  </a:cubicBezTo>
                  <a:cubicBezTo>
                    <a:pt x="260350" y="92202"/>
                    <a:pt x="265023" y="79451"/>
                    <a:pt x="267157" y="63703"/>
                  </a:cubicBezTo>
                  <a:lnTo>
                    <a:pt x="252527" y="63703"/>
                  </a:lnTo>
                  <a:cubicBezTo>
                    <a:pt x="249783" y="63703"/>
                    <a:pt x="246634" y="64008"/>
                    <a:pt x="243078" y="64618"/>
                  </a:cubicBezTo>
                  <a:lnTo>
                    <a:pt x="258927" y="20117"/>
                  </a:lnTo>
                  <a:lnTo>
                    <a:pt x="225704" y="20117"/>
                  </a:lnTo>
                  <a:cubicBezTo>
                    <a:pt x="225501" y="48971"/>
                    <a:pt x="224434" y="69215"/>
                    <a:pt x="222504" y="80848"/>
                  </a:cubicBezTo>
                  <a:cubicBezTo>
                    <a:pt x="220573" y="92481"/>
                    <a:pt x="217576" y="101778"/>
                    <a:pt x="213512" y="108738"/>
                  </a:cubicBezTo>
                  <a:cubicBezTo>
                    <a:pt x="209448" y="115697"/>
                    <a:pt x="203301" y="123292"/>
                    <a:pt x="195072" y="131521"/>
                  </a:cubicBezTo>
                  <a:cubicBezTo>
                    <a:pt x="193040" y="128677"/>
                    <a:pt x="189839" y="126543"/>
                    <a:pt x="185471" y="125121"/>
                  </a:cubicBezTo>
                  <a:cubicBezTo>
                    <a:pt x="199288" y="115367"/>
                    <a:pt x="208127" y="103581"/>
                    <a:pt x="211988" y="89764"/>
                  </a:cubicBezTo>
                  <a:cubicBezTo>
                    <a:pt x="215849" y="75946"/>
                    <a:pt x="217475" y="52730"/>
                    <a:pt x="216865" y="20117"/>
                  </a:cubicBezTo>
                  <a:cubicBezTo>
                    <a:pt x="208635" y="20117"/>
                    <a:pt x="203251" y="20320"/>
                    <a:pt x="200711" y="20726"/>
                  </a:cubicBezTo>
                  <a:lnTo>
                    <a:pt x="200711" y="11735"/>
                  </a:lnTo>
                  <a:cubicBezTo>
                    <a:pt x="207924" y="12344"/>
                    <a:pt x="218795" y="12649"/>
                    <a:pt x="233324" y="12649"/>
                  </a:cubicBezTo>
                  <a:cubicBezTo>
                    <a:pt x="247853" y="12649"/>
                    <a:pt x="260655" y="11887"/>
                    <a:pt x="271729" y="10363"/>
                  </a:cubicBezTo>
                  <a:close/>
                  <a:moveTo>
                    <a:pt x="622706" y="2743"/>
                  </a:moveTo>
                  <a:cubicBezTo>
                    <a:pt x="629615" y="9957"/>
                    <a:pt x="635762" y="17628"/>
                    <a:pt x="641147" y="25756"/>
                  </a:cubicBezTo>
                  <a:lnTo>
                    <a:pt x="632917" y="30785"/>
                  </a:lnTo>
                  <a:cubicBezTo>
                    <a:pt x="629463" y="23165"/>
                    <a:pt x="623925" y="15646"/>
                    <a:pt x="616305" y="8230"/>
                  </a:cubicBezTo>
                  <a:close/>
                  <a:moveTo>
                    <a:pt x="695249" y="2286"/>
                  </a:moveTo>
                  <a:cubicBezTo>
                    <a:pt x="696468" y="2591"/>
                    <a:pt x="699973" y="2743"/>
                    <a:pt x="705764" y="2743"/>
                  </a:cubicBezTo>
                  <a:cubicBezTo>
                    <a:pt x="707085" y="2743"/>
                    <a:pt x="707745" y="3175"/>
                    <a:pt x="707745" y="4039"/>
                  </a:cubicBezTo>
                  <a:cubicBezTo>
                    <a:pt x="707745" y="4902"/>
                    <a:pt x="707390" y="5588"/>
                    <a:pt x="706679" y="6096"/>
                  </a:cubicBezTo>
                  <a:cubicBezTo>
                    <a:pt x="705358" y="7010"/>
                    <a:pt x="704697" y="9957"/>
                    <a:pt x="704697" y="14935"/>
                  </a:cubicBezTo>
                  <a:lnTo>
                    <a:pt x="704697" y="37643"/>
                  </a:lnTo>
                  <a:lnTo>
                    <a:pt x="726338" y="37643"/>
                  </a:lnTo>
                  <a:lnTo>
                    <a:pt x="726338" y="22860"/>
                  </a:lnTo>
                  <a:cubicBezTo>
                    <a:pt x="726338" y="17882"/>
                    <a:pt x="726084" y="14173"/>
                    <a:pt x="725576" y="11735"/>
                  </a:cubicBezTo>
                  <a:cubicBezTo>
                    <a:pt x="729843" y="12243"/>
                    <a:pt x="732866" y="12497"/>
                    <a:pt x="734644" y="12497"/>
                  </a:cubicBezTo>
                  <a:cubicBezTo>
                    <a:pt x="736422" y="12497"/>
                    <a:pt x="737311" y="12675"/>
                    <a:pt x="737311" y="13030"/>
                  </a:cubicBezTo>
                  <a:cubicBezTo>
                    <a:pt x="737311" y="13386"/>
                    <a:pt x="736930" y="13995"/>
                    <a:pt x="736168" y="14859"/>
                  </a:cubicBezTo>
                  <a:cubicBezTo>
                    <a:pt x="735406" y="15723"/>
                    <a:pt x="735025" y="19101"/>
                    <a:pt x="735025" y="24994"/>
                  </a:cubicBezTo>
                  <a:cubicBezTo>
                    <a:pt x="735025" y="30886"/>
                    <a:pt x="735076" y="37694"/>
                    <a:pt x="735177" y="45415"/>
                  </a:cubicBezTo>
                  <a:cubicBezTo>
                    <a:pt x="726948" y="44907"/>
                    <a:pt x="715213" y="44653"/>
                    <a:pt x="699973" y="44653"/>
                  </a:cubicBezTo>
                  <a:cubicBezTo>
                    <a:pt x="684733" y="44653"/>
                    <a:pt x="673100" y="44907"/>
                    <a:pt x="665073" y="45415"/>
                  </a:cubicBezTo>
                  <a:cubicBezTo>
                    <a:pt x="665683" y="41961"/>
                    <a:pt x="665988" y="38202"/>
                    <a:pt x="665988" y="34138"/>
                  </a:cubicBezTo>
                  <a:lnTo>
                    <a:pt x="665988" y="20879"/>
                  </a:lnTo>
                  <a:cubicBezTo>
                    <a:pt x="665988" y="16916"/>
                    <a:pt x="665683" y="13868"/>
                    <a:pt x="665073" y="11735"/>
                  </a:cubicBezTo>
                  <a:cubicBezTo>
                    <a:pt x="667105" y="12040"/>
                    <a:pt x="670865" y="12192"/>
                    <a:pt x="676351" y="12192"/>
                  </a:cubicBezTo>
                  <a:cubicBezTo>
                    <a:pt x="677469" y="12192"/>
                    <a:pt x="678027" y="12497"/>
                    <a:pt x="678027" y="13106"/>
                  </a:cubicBezTo>
                  <a:cubicBezTo>
                    <a:pt x="678027" y="13716"/>
                    <a:pt x="677545" y="14529"/>
                    <a:pt x="676580" y="15545"/>
                  </a:cubicBezTo>
                  <a:cubicBezTo>
                    <a:pt x="675614" y="16561"/>
                    <a:pt x="675030" y="18339"/>
                    <a:pt x="674827" y="20879"/>
                  </a:cubicBezTo>
                  <a:cubicBezTo>
                    <a:pt x="674624" y="23419"/>
                    <a:pt x="674522" y="29007"/>
                    <a:pt x="674522" y="37643"/>
                  </a:cubicBezTo>
                  <a:lnTo>
                    <a:pt x="696315" y="37643"/>
                  </a:lnTo>
                  <a:lnTo>
                    <a:pt x="696315" y="16154"/>
                  </a:lnTo>
                  <a:cubicBezTo>
                    <a:pt x="696315" y="10160"/>
                    <a:pt x="695960" y="5537"/>
                    <a:pt x="695249" y="2286"/>
                  </a:cubicBezTo>
                  <a:close/>
                  <a:moveTo>
                    <a:pt x="817931" y="1067"/>
                  </a:moveTo>
                  <a:cubicBezTo>
                    <a:pt x="822503" y="1676"/>
                    <a:pt x="826973" y="1981"/>
                    <a:pt x="831342" y="1981"/>
                  </a:cubicBezTo>
                  <a:cubicBezTo>
                    <a:pt x="833171" y="1981"/>
                    <a:pt x="834085" y="2413"/>
                    <a:pt x="834085" y="3277"/>
                  </a:cubicBezTo>
                  <a:cubicBezTo>
                    <a:pt x="834085" y="4140"/>
                    <a:pt x="833577" y="4775"/>
                    <a:pt x="832561" y="5182"/>
                  </a:cubicBezTo>
                  <a:cubicBezTo>
                    <a:pt x="831545" y="5588"/>
                    <a:pt x="830732" y="6350"/>
                    <a:pt x="830123" y="7468"/>
                  </a:cubicBezTo>
                  <a:cubicBezTo>
                    <a:pt x="829513" y="8585"/>
                    <a:pt x="829208" y="9601"/>
                    <a:pt x="829208" y="10516"/>
                  </a:cubicBezTo>
                  <a:lnTo>
                    <a:pt x="829208" y="25908"/>
                  </a:lnTo>
                  <a:cubicBezTo>
                    <a:pt x="851154" y="25806"/>
                    <a:pt x="867054" y="25197"/>
                    <a:pt x="876909" y="24079"/>
                  </a:cubicBezTo>
                  <a:cubicBezTo>
                    <a:pt x="876198" y="28245"/>
                    <a:pt x="875843" y="33985"/>
                    <a:pt x="875843" y="41300"/>
                  </a:cubicBezTo>
                  <a:lnTo>
                    <a:pt x="875843" y="86258"/>
                  </a:lnTo>
                  <a:cubicBezTo>
                    <a:pt x="875843" y="93472"/>
                    <a:pt x="876351" y="100737"/>
                    <a:pt x="877367" y="108052"/>
                  </a:cubicBezTo>
                  <a:lnTo>
                    <a:pt x="866241" y="108052"/>
                  </a:lnTo>
                  <a:lnTo>
                    <a:pt x="866241" y="97079"/>
                  </a:lnTo>
                  <a:lnTo>
                    <a:pt x="829208" y="97079"/>
                  </a:lnTo>
                  <a:lnTo>
                    <a:pt x="829208" y="118415"/>
                  </a:lnTo>
                  <a:cubicBezTo>
                    <a:pt x="829208" y="121768"/>
                    <a:pt x="829538" y="124206"/>
                    <a:pt x="830199" y="125730"/>
                  </a:cubicBezTo>
                  <a:cubicBezTo>
                    <a:pt x="830859" y="127254"/>
                    <a:pt x="832307" y="128346"/>
                    <a:pt x="834542" y="129007"/>
                  </a:cubicBezTo>
                  <a:cubicBezTo>
                    <a:pt x="836777" y="129667"/>
                    <a:pt x="840384" y="129997"/>
                    <a:pt x="845363" y="129997"/>
                  </a:cubicBezTo>
                  <a:lnTo>
                    <a:pt x="869442" y="129845"/>
                  </a:lnTo>
                  <a:cubicBezTo>
                    <a:pt x="875538" y="129845"/>
                    <a:pt x="879627" y="128016"/>
                    <a:pt x="881710" y="124359"/>
                  </a:cubicBezTo>
                  <a:cubicBezTo>
                    <a:pt x="883793" y="120701"/>
                    <a:pt x="885291" y="115164"/>
                    <a:pt x="886206" y="107747"/>
                  </a:cubicBezTo>
                  <a:cubicBezTo>
                    <a:pt x="888543" y="110490"/>
                    <a:pt x="891997" y="112573"/>
                    <a:pt x="896569" y="113995"/>
                  </a:cubicBezTo>
                  <a:cubicBezTo>
                    <a:pt x="894131" y="123444"/>
                    <a:pt x="891108" y="129947"/>
                    <a:pt x="887501" y="133503"/>
                  </a:cubicBezTo>
                  <a:cubicBezTo>
                    <a:pt x="883894" y="137059"/>
                    <a:pt x="877925" y="138837"/>
                    <a:pt x="869594" y="138837"/>
                  </a:cubicBezTo>
                  <a:lnTo>
                    <a:pt x="845515" y="138684"/>
                  </a:lnTo>
                  <a:cubicBezTo>
                    <a:pt x="837489" y="138684"/>
                    <a:pt x="831697" y="138125"/>
                    <a:pt x="828141" y="137008"/>
                  </a:cubicBezTo>
                  <a:cubicBezTo>
                    <a:pt x="824585" y="135890"/>
                    <a:pt x="822274" y="133934"/>
                    <a:pt x="821207" y="131140"/>
                  </a:cubicBezTo>
                  <a:cubicBezTo>
                    <a:pt x="820140" y="128346"/>
                    <a:pt x="819607" y="123800"/>
                    <a:pt x="819607" y="117501"/>
                  </a:cubicBezTo>
                  <a:lnTo>
                    <a:pt x="819607" y="97079"/>
                  </a:lnTo>
                  <a:lnTo>
                    <a:pt x="781659" y="97079"/>
                  </a:lnTo>
                  <a:lnTo>
                    <a:pt x="781659" y="111100"/>
                  </a:lnTo>
                  <a:lnTo>
                    <a:pt x="770991" y="111100"/>
                  </a:lnTo>
                  <a:cubicBezTo>
                    <a:pt x="772109" y="103785"/>
                    <a:pt x="772668" y="96012"/>
                    <a:pt x="772668" y="87782"/>
                  </a:cubicBezTo>
                  <a:lnTo>
                    <a:pt x="772668" y="41300"/>
                  </a:lnTo>
                  <a:cubicBezTo>
                    <a:pt x="772668" y="34595"/>
                    <a:pt x="772312" y="28854"/>
                    <a:pt x="771601" y="24079"/>
                  </a:cubicBezTo>
                  <a:cubicBezTo>
                    <a:pt x="781964" y="25197"/>
                    <a:pt x="797966" y="25806"/>
                    <a:pt x="819607" y="25908"/>
                  </a:cubicBezTo>
                  <a:cubicBezTo>
                    <a:pt x="819607" y="14630"/>
                    <a:pt x="819048" y="6350"/>
                    <a:pt x="817931" y="1067"/>
                  </a:cubicBezTo>
                  <a:close/>
                  <a:moveTo>
                    <a:pt x="172821" y="610"/>
                  </a:moveTo>
                  <a:cubicBezTo>
                    <a:pt x="175260" y="1321"/>
                    <a:pt x="177063" y="1753"/>
                    <a:pt x="178232" y="1905"/>
                  </a:cubicBezTo>
                  <a:cubicBezTo>
                    <a:pt x="179400" y="2057"/>
                    <a:pt x="181102" y="2134"/>
                    <a:pt x="183337" y="2134"/>
                  </a:cubicBezTo>
                  <a:cubicBezTo>
                    <a:pt x="185572" y="2134"/>
                    <a:pt x="186690" y="2464"/>
                    <a:pt x="186690" y="3124"/>
                  </a:cubicBezTo>
                  <a:cubicBezTo>
                    <a:pt x="186690" y="3785"/>
                    <a:pt x="186182" y="4572"/>
                    <a:pt x="185166" y="5486"/>
                  </a:cubicBezTo>
                  <a:cubicBezTo>
                    <a:pt x="184150" y="6401"/>
                    <a:pt x="183388" y="7391"/>
                    <a:pt x="182880" y="8458"/>
                  </a:cubicBezTo>
                  <a:cubicBezTo>
                    <a:pt x="182372" y="9525"/>
                    <a:pt x="182118" y="10414"/>
                    <a:pt x="182118" y="11125"/>
                  </a:cubicBezTo>
                  <a:lnTo>
                    <a:pt x="182118" y="33680"/>
                  </a:lnTo>
                  <a:cubicBezTo>
                    <a:pt x="191871" y="33579"/>
                    <a:pt x="198983" y="33172"/>
                    <a:pt x="203454" y="32461"/>
                  </a:cubicBezTo>
                  <a:lnTo>
                    <a:pt x="203454" y="42672"/>
                  </a:lnTo>
                  <a:cubicBezTo>
                    <a:pt x="197561" y="41961"/>
                    <a:pt x="190449" y="41554"/>
                    <a:pt x="182118" y="41453"/>
                  </a:cubicBezTo>
                  <a:lnTo>
                    <a:pt x="182118" y="50597"/>
                  </a:lnTo>
                  <a:cubicBezTo>
                    <a:pt x="190246" y="59944"/>
                    <a:pt x="197815" y="69545"/>
                    <a:pt x="204825" y="79400"/>
                  </a:cubicBezTo>
                  <a:lnTo>
                    <a:pt x="196139" y="85192"/>
                  </a:lnTo>
                  <a:cubicBezTo>
                    <a:pt x="192481" y="77673"/>
                    <a:pt x="187807" y="69647"/>
                    <a:pt x="182118" y="61112"/>
                  </a:cubicBezTo>
                  <a:lnTo>
                    <a:pt x="182118" y="112319"/>
                  </a:lnTo>
                  <a:cubicBezTo>
                    <a:pt x="182118" y="120041"/>
                    <a:pt x="182626" y="129286"/>
                    <a:pt x="183642" y="140056"/>
                  </a:cubicBezTo>
                  <a:lnTo>
                    <a:pt x="172059" y="140056"/>
                  </a:lnTo>
                  <a:cubicBezTo>
                    <a:pt x="173075" y="129286"/>
                    <a:pt x="173583" y="120041"/>
                    <a:pt x="173583" y="112319"/>
                  </a:cubicBezTo>
                  <a:lnTo>
                    <a:pt x="173583" y="63703"/>
                  </a:lnTo>
                  <a:cubicBezTo>
                    <a:pt x="169316" y="78334"/>
                    <a:pt x="162814" y="92304"/>
                    <a:pt x="154076" y="105613"/>
                  </a:cubicBezTo>
                  <a:cubicBezTo>
                    <a:pt x="152247" y="102464"/>
                    <a:pt x="149504" y="100229"/>
                    <a:pt x="145847" y="98908"/>
                  </a:cubicBezTo>
                  <a:cubicBezTo>
                    <a:pt x="156616" y="86512"/>
                    <a:pt x="165862" y="67564"/>
                    <a:pt x="173583" y="42062"/>
                  </a:cubicBezTo>
                  <a:lnTo>
                    <a:pt x="173583" y="41453"/>
                  </a:lnTo>
                  <a:cubicBezTo>
                    <a:pt x="163627" y="41656"/>
                    <a:pt x="155651" y="42062"/>
                    <a:pt x="149657" y="42672"/>
                  </a:cubicBezTo>
                  <a:lnTo>
                    <a:pt x="149657" y="32461"/>
                  </a:lnTo>
                  <a:cubicBezTo>
                    <a:pt x="155753" y="33274"/>
                    <a:pt x="163728" y="33680"/>
                    <a:pt x="173583" y="33680"/>
                  </a:cubicBezTo>
                  <a:cubicBezTo>
                    <a:pt x="173583" y="13259"/>
                    <a:pt x="173329" y="2235"/>
                    <a:pt x="172821" y="610"/>
                  </a:cubicBezTo>
                  <a:close/>
                  <a:moveTo>
                    <a:pt x="328879" y="457"/>
                  </a:moveTo>
                  <a:cubicBezTo>
                    <a:pt x="332333" y="2997"/>
                    <a:pt x="334924" y="4496"/>
                    <a:pt x="336651" y="4953"/>
                  </a:cubicBezTo>
                  <a:cubicBezTo>
                    <a:pt x="338379" y="5410"/>
                    <a:pt x="339242" y="5969"/>
                    <a:pt x="339242" y="6629"/>
                  </a:cubicBezTo>
                  <a:cubicBezTo>
                    <a:pt x="339242" y="7290"/>
                    <a:pt x="338760" y="7823"/>
                    <a:pt x="337794" y="8230"/>
                  </a:cubicBezTo>
                  <a:cubicBezTo>
                    <a:pt x="336829" y="8636"/>
                    <a:pt x="334619" y="10871"/>
                    <a:pt x="331165" y="14935"/>
                  </a:cubicBezTo>
                  <a:cubicBezTo>
                    <a:pt x="353822" y="14834"/>
                    <a:pt x="366471" y="14224"/>
                    <a:pt x="369113" y="13106"/>
                  </a:cubicBezTo>
                  <a:lnTo>
                    <a:pt x="369113" y="22860"/>
                  </a:lnTo>
                  <a:cubicBezTo>
                    <a:pt x="365861" y="22149"/>
                    <a:pt x="357886" y="21793"/>
                    <a:pt x="345186" y="21793"/>
                  </a:cubicBezTo>
                  <a:cubicBezTo>
                    <a:pt x="347421" y="26162"/>
                    <a:pt x="349910" y="31547"/>
                    <a:pt x="352653" y="37948"/>
                  </a:cubicBezTo>
                  <a:lnTo>
                    <a:pt x="342290" y="40691"/>
                  </a:lnTo>
                  <a:cubicBezTo>
                    <a:pt x="341477" y="34392"/>
                    <a:pt x="339801" y="28092"/>
                    <a:pt x="337261" y="21793"/>
                  </a:cubicBezTo>
                  <a:lnTo>
                    <a:pt x="325526" y="21793"/>
                  </a:lnTo>
                  <a:cubicBezTo>
                    <a:pt x="321056" y="27178"/>
                    <a:pt x="315773" y="32715"/>
                    <a:pt x="309677" y="38405"/>
                  </a:cubicBezTo>
                  <a:cubicBezTo>
                    <a:pt x="307543" y="35560"/>
                    <a:pt x="304952" y="33579"/>
                    <a:pt x="301904" y="32461"/>
                  </a:cubicBezTo>
                  <a:cubicBezTo>
                    <a:pt x="313690" y="24841"/>
                    <a:pt x="322681" y="14173"/>
                    <a:pt x="328879" y="457"/>
                  </a:cubicBezTo>
                  <a:close/>
                  <a:moveTo>
                    <a:pt x="391211" y="0"/>
                  </a:moveTo>
                  <a:cubicBezTo>
                    <a:pt x="394665" y="1930"/>
                    <a:pt x="397332" y="3277"/>
                    <a:pt x="399212" y="4039"/>
                  </a:cubicBezTo>
                  <a:cubicBezTo>
                    <a:pt x="401091" y="4801"/>
                    <a:pt x="402031" y="5486"/>
                    <a:pt x="402031" y="6096"/>
                  </a:cubicBezTo>
                  <a:cubicBezTo>
                    <a:pt x="402031" y="6706"/>
                    <a:pt x="401320" y="7315"/>
                    <a:pt x="399897" y="7925"/>
                  </a:cubicBezTo>
                  <a:cubicBezTo>
                    <a:pt x="398475" y="8534"/>
                    <a:pt x="396291" y="11074"/>
                    <a:pt x="393344" y="15545"/>
                  </a:cubicBezTo>
                  <a:cubicBezTo>
                    <a:pt x="418033" y="15443"/>
                    <a:pt x="432460" y="14681"/>
                    <a:pt x="436626" y="13259"/>
                  </a:cubicBezTo>
                  <a:lnTo>
                    <a:pt x="436626" y="23012"/>
                  </a:lnTo>
                  <a:cubicBezTo>
                    <a:pt x="433679" y="22403"/>
                    <a:pt x="424332" y="22098"/>
                    <a:pt x="408584" y="22098"/>
                  </a:cubicBezTo>
                  <a:cubicBezTo>
                    <a:pt x="412140" y="29210"/>
                    <a:pt x="414579" y="34188"/>
                    <a:pt x="415899" y="37033"/>
                  </a:cubicBezTo>
                  <a:lnTo>
                    <a:pt x="405841" y="40081"/>
                  </a:lnTo>
                  <a:cubicBezTo>
                    <a:pt x="405130" y="35611"/>
                    <a:pt x="403301" y="29616"/>
                    <a:pt x="400355" y="22098"/>
                  </a:cubicBezTo>
                  <a:lnTo>
                    <a:pt x="389229" y="22098"/>
                  </a:lnTo>
                  <a:cubicBezTo>
                    <a:pt x="386080" y="27178"/>
                    <a:pt x="382981" y="31750"/>
                    <a:pt x="379933" y="35814"/>
                  </a:cubicBezTo>
                  <a:cubicBezTo>
                    <a:pt x="377698" y="33071"/>
                    <a:pt x="375005" y="31344"/>
                    <a:pt x="371856" y="30632"/>
                  </a:cubicBezTo>
                  <a:cubicBezTo>
                    <a:pt x="381711" y="20676"/>
                    <a:pt x="388163" y="10465"/>
                    <a:pt x="391211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AEF63DFE-A72A-4270-8D8E-9BC2B22DBD09}"/>
                </a:ext>
              </a:extLst>
            </p:cNvPr>
            <p:cNvSpPr txBox="1"/>
            <p:nvPr/>
          </p:nvSpPr>
          <p:spPr>
            <a:xfrm>
              <a:off x="6864564" y="1536202"/>
              <a:ext cx="223649" cy="214166"/>
            </a:xfrm>
            <a:custGeom>
              <a:avLst/>
              <a:gdLst/>
              <a:ahLst/>
              <a:cxnLst/>
              <a:rect l="l" t="t" r="r" b="b"/>
              <a:pathLst>
                <a:path w="208843" h="199988">
                  <a:moveTo>
                    <a:pt x="129899" y="91409"/>
                  </a:moveTo>
                  <a:lnTo>
                    <a:pt x="208843" y="91409"/>
                  </a:lnTo>
                  <a:lnTo>
                    <a:pt x="202899" y="117528"/>
                  </a:lnTo>
                  <a:lnTo>
                    <a:pt x="193942" y="117528"/>
                  </a:lnTo>
                  <a:cubicBezTo>
                    <a:pt x="193663" y="114459"/>
                    <a:pt x="193384" y="111835"/>
                    <a:pt x="193105" y="109659"/>
                  </a:cubicBezTo>
                  <a:cubicBezTo>
                    <a:pt x="192826" y="107482"/>
                    <a:pt x="192323" y="105696"/>
                    <a:pt x="191598" y="104301"/>
                  </a:cubicBezTo>
                  <a:cubicBezTo>
                    <a:pt x="190872" y="102906"/>
                    <a:pt x="189840" y="101901"/>
                    <a:pt x="188500" y="101287"/>
                  </a:cubicBezTo>
                  <a:cubicBezTo>
                    <a:pt x="187161" y="100673"/>
                    <a:pt x="185319" y="100339"/>
                    <a:pt x="182975" y="100283"/>
                  </a:cubicBezTo>
                  <a:lnTo>
                    <a:pt x="155600" y="100283"/>
                  </a:lnTo>
                  <a:lnTo>
                    <a:pt x="146391" y="141052"/>
                  </a:lnTo>
                  <a:lnTo>
                    <a:pt x="162883" y="141052"/>
                  </a:lnTo>
                  <a:cubicBezTo>
                    <a:pt x="164837" y="141052"/>
                    <a:pt x="166455" y="140927"/>
                    <a:pt x="167739" y="140676"/>
                  </a:cubicBezTo>
                  <a:cubicBezTo>
                    <a:pt x="169022" y="140424"/>
                    <a:pt x="170194" y="139838"/>
                    <a:pt x="171255" y="138918"/>
                  </a:cubicBezTo>
                  <a:cubicBezTo>
                    <a:pt x="172315" y="137997"/>
                    <a:pt x="173362" y="136685"/>
                    <a:pt x="174394" y="134983"/>
                  </a:cubicBezTo>
                  <a:cubicBezTo>
                    <a:pt x="175427" y="133281"/>
                    <a:pt x="176696" y="131006"/>
                    <a:pt x="178203" y="128160"/>
                  </a:cubicBezTo>
                  <a:lnTo>
                    <a:pt x="186575" y="128160"/>
                  </a:lnTo>
                  <a:lnTo>
                    <a:pt x="178538" y="162902"/>
                  </a:lnTo>
                  <a:lnTo>
                    <a:pt x="170418" y="162902"/>
                  </a:lnTo>
                  <a:cubicBezTo>
                    <a:pt x="170418" y="159888"/>
                    <a:pt x="170334" y="157502"/>
                    <a:pt x="170166" y="155744"/>
                  </a:cubicBezTo>
                  <a:cubicBezTo>
                    <a:pt x="169999" y="153986"/>
                    <a:pt x="169636" y="152661"/>
                    <a:pt x="169078" y="151768"/>
                  </a:cubicBezTo>
                  <a:cubicBezTo>
                    <a:pt x="168520" y="150875"/>
                    <a:pt x="167683" y="150317"/>
                    <a:pt x="166567" y="150094"/>
                  </a:cubicBezTo>
                  <a:cubicBezTo>
                    <a:pt x="165451" y="149870"/>
                    <a:pt x="163944" y="149759"/>
                    <a:pt x="162046" y="149759"/>
                  </a:cubicBezTo>
                  <a:lnTo>
                    <a:pt x="144466" y="149759"/>
                  </a:lnTo>
                  <a:cubicBezTo>
                    <a:pt x="143740" y="152996"/>
                    <a:pt x="142931" y="156526"/>
                    <a:pt x="142038" y="160349"/>
                  </a:cubicBezTo>
                  <a:cubicBezTo>
                    <a:pt x="141145" y="164172"/>
                    <a:pt x="140308" y="167897"/>
                    <a:pt x="139527" y="171525"/>
                  </a:cubicBezTo>
                  <a:cubicBezTo>
                    <a:pt x="138745" y="175153"/>
                    <a:pt x="138089" y="178459"/>
                    <a:pt x="137559" y="181445"/>
                  </a:cubicBezTo>
                  <a:cubicBezTo>
                    <a:pt x="137029" y="184431"/>
                    <a:pt x="136764" y="186650"/>
                    <a:pt x="136764" y="188101"/>
                  </a:cubicBezTo>
                  <a:cubicBezTo>
                    <a:pt x="136764" y="189217"/>
                    <a:pt x="136917" y="190180"/>
                    <a:pt x="137224" y="190989"/>
                  </a:cubicBezTo>
                  <a:cubicBezTo>
                    <a:pt x="137531" y="191798"/>
                    <a:pt x="138034" y="192482"/>
                    <a:pt x="138731" y="193040"/>
                  </a:cubicBezTo>
                  <a:cubicBezTo>
                    <a:pt x="139429" y="193598"/>
                    <a:pt x="140419" y="194017"/>
                    <a:pt x="141703" y="194296"/>
                  </a:cubicBezTo>
                  <a:cubicBezTo>
                    <a:pt x="142987" y="194575"/>
                    <a:pt x="144633" y="194770"/>
                    <a:pt x="146642" y="194882"/>
                  </a:cubicBezTo>
                  <a:lnTo>
                    <a:pt x="145470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96" y="194254"/>
                    <a:pt x="114412" y="193835"/>
                  </a:cubicBezTo>
                  <a:cubicBezTo>
                    <a:pt x="115528" y="193417"/>
                    <a:pt x="116519" y="192607"/>
                    <a:pt x="117384" y="191407"/>
                  </a:cubicBezTo>
                  <a:cubicBezTo>
                    <a:pt x="118249" y="190207"/>
                    <a:pt x="119030" y="188408"/>
                    <a:pt x="119728" y="186008"/>
                  </a:cubicBezTo>
                  <a:cubicBezTo>
                    <a:pt x="120425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3" y="110301"/>
                    <a:pt x="137182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7" y="98357"/>
                  </a:cubicBezTo>
                  <a:cubicBezTo>
                    <a:pt x="134462" y="97297"/>
                    <a:pt x="132104" y="96739"/>
                    <a:pt x="128643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8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6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5" y="0"/>
                  </a:lnTo>
                  <a:lnTo>
                    <a:pt x="130708" y="0"/>
                  </a:lnTo>
                  <a:lnTo>
                    <a:pt x="129481" y="5470"/>
                  </a:lnTo>
                  <a:cubicBezTo>
                    <a:pt x="127471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235114FF-8E16-4274-83FF-79BEF7314268}"/>
                </a:ext>
              </a:extLst>
            </p:cNvPr>
            <p:cNvSpPr txBox="1"/>
            <p:nvPr/>
          </p:nvSpPr>
          <p:spPr>
            <a:xfrm>
              <a:off x="6882694" y="2133952"/>
              <a:ext cx="187388" cy="214165"/>
            </a:xfrm>
            <a:custGeom>
              <a:avLst/>
              <a:gdLst/>
              <a:ahLst/>
              <a:cxnLst/>
              <a:rect l="l" t="t" r="r" b="b"/>
              <a:pathLst>
                <a:path w="174984" h="199988">
                  <a:moveTo>
                    <a:pt x="96040" y="91409"/>
                  </a:moveTo>
                  <a:lnTo>
                    <a:pt x="174984" y="91409"/>
                  </a:lnTo>
                  <a:lnTo>
                    <a:pt x="169040" y="117528"/>
                  </a:lnTo>
                  <a:lnTo>
                    <a:pt x="160083" y="117528"/>
                  </a:lnTo>
                  <a:cubicBezTo>
                    <a:pt x="159804" y="114459"/>
                    <a:pt x="159525" y="111835"/>
                    <a:pt x="159246" y="109659"/>
                  </a:cubicBezTo>
                  <a:cubicBezTo>
                    <a:pt x="158967" y="107482"/>
                    <a:pt x="158464" y="105696"/>
                    <a:pt x="157739" y="104301"/>
                  </a:cubicBezTo>
                  <a:cubicBezTo>
                    <a:pt x="157013" y="102906"/>
                    <a:pt x="155981" y="101901"/>
                    <a:pt x="154641" y="101287"/>
                  </a:cubicBezTo>
                  <a:cubicBezTo>
                    <a:pt x="153302" y="100673"/>
                    <a:pt x="151460" y="100339"/>
                    <a:pt x="149116" y="100283"/>
                  </a:cubicBezTo>
                  <a:lnTo>
                    <a:pt x="121741" y="100283"/>
                  </a:lnTo>
                  <a:lnTo>
                    <a:pt x="112532" y="141052"/>
                  </a:lnTo>
                  <a:lnTo>
                    <a:pt x="129024" y="141052"/>
                  </a:lnTo>
                  <a:cubicBezTo>
                    <a:pt x="130978" y="141052"/>
                    <a:pt x="132596" y="140927"/>
                    <a:pt x="133880" y="140676"/>
                  </a:cubicBezTo>
                  <a:cubicBezTo>
                    <a:pt x="135163" y="140424"/>
                    <a:pt x="136335" y="139838"/>
                    <a:pt x="137396" y="138918"/>
                  </a:cubicBezTo>
                  <a:cubicBezTo>
                    <a:pt x="138456" y="137997"/>
                    <a:pt x="139503" y="136685"/>
                    <a:pt x="140535" y="134983"/>
                  </a:cubicBezTo>
                  <a:cubicBezTo>
                    <a:pt x="141568" y="133281"/>
                    <a:pt x="142837" y="131006"/>
                    <a:pt x="144344" y="128160"/>
                  </a:cubicBezTo>
                  <a:lnTo>
                    <a:pt x="152716" y="128160"/>
                  </a:lnTo>
                  <a:lnTo>
                    <a:pt x="144679" y="162902"/>
                  </a:lnTo>
                  <a:lnTo>
                    <a:pt x="136559" y="162902"/>
                  </a:lnTo>
                  <a:cubicBezTo>
                    <a:pt x="136559" y="159888"/>
                    <a:pt x="136475" y="157502"/>
                    <a:pt x="136307" y="155744"/>
                  </a:cubicBezTo>
                  <a:cubicBezTo>
                    <a:pt x="136140" y="153986"/>
                    <a:pt x="135777" y="152661"/>
                    <a:pt x="135219" y="151768"/>
                  </a:cubicBezTo>
                  <a:cubicBezTo>
                    <a:pt x="134661" y="150875"/>
                    <a:pt x="133824" y="150317"/>
                    <a:pt x="132708" y="150094"/>
                  </a:cubicBezTo>
                  <a:cubicBezTo>
                    <a:pt x="131592" y="149870"/>
                    <a:pt x="130085" y="149759"/>
                    <a:pt x="128187" y="149759"/>
                  </a:cubicBezTo>
                  <a:lnTo>
                    <a:pt x="110607" y="149759"/>
                  </a:lnTo>
                  <a:cubicBezTo>
                    <a:pt x="109881" y="152996"/>
                    <a:pt x="109072" y="156526"/>
                    <a:pt x="108179" y="160349"/>
                  </a:cubicBezTo>
                  <a:cubicBezTo>
                    <a:pt x="107286" y="164172"/>
                    <a:pt x="106449" y="167897"/>
                    <a:pt x="105668" y="171525"/>
                  </a:cubicBezTo>
                  <a:cubicBezTo>
                    <a:pt x="104886" y="175153"/>
                    <a:pt x="104230" y="178459"/>
                    <a:pt x="103700" y="181445"/>
                  </a:cubicBezTo>
                  <a:cubicBezTo>
                    <a:pt x="103170" y="184431"/>
                    <a:pt x="102905" y="186650"/>
                    <a:pt x="102905" y="188101"/>
                  </a:cubicBezTo>
                  <a:cubicBezTo>
                    <a:pt x="102905" y="189217"/>
                    <a:pt x="103058" y="190180"/>
                    <a:pt x="103365" y="190989"/>
                  </a:cubicBezTo>
                  <a:cubicBezTo>
                    <a:pt x="103672" y="191798"/>
                    <a:pt x="104175" y="192482"/>
                    <a:pt x="104872" y="193040"/>
                  </a:cubicBezTo>
                  <a:cubicBezTo>
                    <a:pt x="105570" y="193598"/>
                    <a:pt x="106560" y="194017"/>
                    <a:pt x="107844" y="194296"/>
                  </a:cubicBezTo>
                  <a:cubicBezTo>
                    <a:pt x="109128" y="194575"/>
                    <a:pt x="110774" y="194770"/>
                    <a:pt x="112783" y="194882"/>
                  </a:cubicBezTo>
                  <a:lnTo>
                    <a:pt x="111611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37" y="194254"/>
                    <a:pt x="80553" y="193835"/>
                  </a:cubicBezTo>
                  <a:cubicBezTo>
                    <a:pt x="81669" y="193417"/>
                    <a:pt x="82660" y="192607"/>
                    <a:pt x="83525" y="191407"/>
                  </a:cubicBezTo>
                  <a:cubicBezTo>
                    <a:pt x="84390" y="190207"/>
                    <a:pt x="85171" y="188408"/>
                    <a:pt x="85869" y="186008"/>
                  </a:cubicBezTo>
                  <a:cubicBezTo>
                    <a:pt x="86566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4" y="110301"/>
                    <a:pt x="103323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8" y="98357"/>
                  </a:cubicBezTo>
                  <a:cubicBezTo>
                    <a:pt x="100603" y="97297"/>
                    <a:pt x="98245" y="96739"/>
                    <a:pt x="94784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3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8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3" y="6493"/>
                    <a:pt x="31812" y="5693"/>
                    <a:pt x="28016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85FCAF9-D909-4BB6-87A3-EB5730880E21}"/>
                </a:ext>
              </a:extLst>
            </p:cNvPr>
            <p:cNvSpPr txBox="1"/>
            <p:nvPr/>
          </p:nvSpPr>
          <p:spPr>
            <a:xfrm>
              <a:off x="6864643" y="2650142"/>
              <a:ext cx="223367" cy="246910"/>
            </a:xfrm>
            <a:custGeom>
              <a:avLst/>
              <a:gdLst/>
              <a:ahLst/>
              <a:cxnLst/>
              <a:rect l="l" t="t" r="r" b="b"/>
              <a:pathLst>
                <a:path w="208280" h="230232">
                  <a:moveTo>
                    <a:pt x="158423" y="142796"/>
                  </a:moveTo>
                  <a:cubicBezTo>
                    <a:pt x="154764" y="142796"/>
                    <a:pt x="151353" y="143602"/>
                    <a:pt x="148191" y="145214"/>
                  </a:cubicBezTo>
                  <a:cubicBezTo>
                    <a:pt x="145028" y="146827"/>
                    <a:pt x="142145" y="149028"/>
                    <a:pt x="139540" y="151819"/>
                  </a:cubicBezTo>
                  <a:cubicBezTo>
                    <a:pt x="136936" y="154609"/>
                    <a:pt x="134626" y="157834"/>
                    <a:pt x="132610" y="161492"/>
                  </a:cubicBezTo>
                  <a:cubicBezTo>
                    <a:pt x="130595" y="165151"/>
                    <a:pt x="128890" y="169027"/>
                    <a:pt x="127494" y="173120"/>
                  </a:cubicBezTo>
                  <a:cubicBezTo>
                    <a:pt x="126099" y="177212"/>
                    <a:pt x="125045" y="181414"/>
                    <a:pt x="124332" y="185724"/>
                  </a:cubicBezTo>
                  <a:cubicBezTo>
                    <a:pt x="123619" y="190033"/>
                    <a:pt x="123262" y="194173"/>
                    <a:pt x="123262" y="198141"/>
                  </a:cubicBezTo>
                  <a:cubicBezTo>
                    <a:pt x="123262" y="204839"/>
                    <a:pt x="124208" y="209815"/>
                    <a:pt x="126099" y="213071"/>
                  </a:cubicBezTo>
                  <a:cubicBezTo>
                    <a:pt x="127990" y="216326"/>
                    <a:pt x="131044" y="217954"/>
                    <a:pt x="135261" y="217954"/>
                  </a:cubicBezTo>
                  <a:cubicBezTo>
                    <a:pt x="137370" y="217954"/>
                    <a:pt x="139401" y="217582"/>
                    <a:pt x="141354" y="216838"/>
                  </a:cubicBezTo>
                  <a:cubicBezTo>
                    <a:pt x="143307" y="216094"/>
                    <a:pt x="145369" y="214916"/>
                    <a:pt x="147540" y="213303"/>
                  </a:cubicBezTo>
                  <a:cubicBezTo>
                    <a:pt x="152997" y="209024"/>
                    <a:pt x="157647" y="203815"/>
                    <a:pt x="161492" y="197676"/>
                  </a:cubicBezTo>
                  <a:cubicBezTo>
                    <a:pt x="165337" y="191537"/>
                    <a:pt x="168220" y="184282"/>
                    <a:pt x="170143" y="175910"/>
                  </a:cubicBezTo>
                  <a:cubicBezTo>
                    <a:pt x="171011" y="172065"/>
                    <a:pt x="171693" y="168593"/>
                    <a:pt x="172189" y="165492"/>
                  </a:cubicBezTo>
                  <a:cubicBezTo>
                    <a:pt x="172685" y="162392"/>
                    <a:pt x="172933" y="159446"/>
                    <a:pt x="172933" y="156656"/>
                  </a:cubicBezTo>
                  <a:cubicBezTo>
                    <a:pt x="172933" y="151695"/>
                    <a:pt x="171771" y="148144"/>
                    <a:pt x="169445" y="146005"/>
                  </a:cubicBezTo>
                  <a:cubicBezTo>
                    <a:pt x="167120" y="143866"/>
                    <a:pt x="163446" y="142796"/>
                    <a:pt x="158423" y="142796"/>
                  </a:cubicBezTo>
                  <a:close/>
                  <a:moveTo>
                    <a:pt x="156748" y="133587"/>
                  </a:moveTo>
                  <a:cubicBezTo>
                    <a:pt x="161647" y="133587"/>
                    <a:pt x="165973" y="134161"/>
                    <a:pt x="169724" y="135308"/>
                  </a:cubicBezTo>
                  <a:cubicBezTo>
                    <a:pt x="173476" y="136455"/>
                    <a:pt x="176902" y="138021"/>
                    <a:pt x="180003" y="140005"/>
                  </a:cubicBezTo>
                  <a:lnTo>
                    <a:pt x="189025" y="133587"/>
                  </a:lnTo>
                  <a:lnTo>
                    <a:pt x="196560" y="135541"/>
                  </a:lnTo>
                  <a:lnTo>
                    <a:pt x="182514" y="196467"/>
                  </a:lnTo>
                  <a:cubicBezTo>
                    <a:pt x="181708" y="199940"/>
                    <a:pt x="181150" y="202808"/>
                    <a:pt x="180840" y="205071"/>
                  </a:cubicBezTo>
                  <a:cubicBezTo>
                    <a:pt x="180530" y="207335"/>
                    <a:pt x="180375" y="209335"/>
                    <a:pt x="180375" y="211071"/>
                  </a:cubicBezTo>
                  <a:cubicBezTo>
                    <a:pt x="180375" y="213427"/>
                    <a:pt x="180855" y="215133"/>
                    <a:pt x="181817" y="216187"/>
                  </a:cubicBezTo>
                  <a:cubicBezTo>
                    <a:pt x="182778" y="217241"/>
                    <a:pt x="184157" y="217768"/>
                    <a:pt x="185956" y="217768"/>
                  </a:cubicBezTo>
                  <a:cubicBezTo>
                    <a:pt x="187072" y="217768"/>
                    <a:pt x="188173" y="217551"/>
                    <a:pt x="189258" y="217117"/>
                  </a:cubicBezTo>
                  <a:cubicBezTo>
                    <a:pt x="190343" y="216683"/>
                    <a:pt x="191521" y="216001"/>
                    <a:pt x="192793" y="215071"/>
                  </a:cubicBezTo>
                  <a:cubicBezTo>
                    <a:pt x="194064" y="214140"/>
                    <a:pt x="195459" y="212947"/>
                    <a:pt x="196978" y="211489"/>
                  </a:cubicBezTo>
                  <a:cubicBezTo>
                    <a:pt x="198498" y="210032"/>
                    <a:pt x="200219" y="208280"/>
                    <a:pt x="202141" y="206234"/>
                  </a:cubicBezTo>
                  <a:cubicBezTo>
                    <a:pt x="203133" y="207288"/>
                    <a:pt x="204156" y="208327"/>
                    <a:pt x="205210" y="209350"/>
                  </a:cubicBezTo>
                  <a:cubicBezTo>
                    <a:pt x="206265" y="210373"/>
                    <a:pt x="207288" y="211381"/>
                    <a:pt x="208280" y="212373"/>
                  </a:cubicBezTo>
                  <a:cubicBezTo>
                    <a:pt x="205179" y="215536"/>
                    <a:pt x="202358" y="218249"/>
                    <a:pt x="199815" y="220512"/>
                  </a:cubicBezTo>
                  <a:cubicBezTo>
                    <a:pt x="197273" y="222776"/>
                    <a:pt x="194808" y="224636"/>
                    <a:pt x="192421" y="226093"/>
                  </a:cubicBezTo>
                  <a:cubicBezTo>
                    <a:pt x="190033" y="227550"/>
                    <a:pt x="187692" y="228605"/>
                    <a:pt x="185398" y="229256"/>
                  </a:cubicBezTo>
                  <a:cubicBezTo>
                    <a:pt x="183103" y="229907"/>
                    <a:pt x="180716" y="230232"/>
                    <a:pt x="178235" y="230232"/>
                  </a:cubicBezTo>
                  <a:cubicBezTo>
                    <a:pt x="173771" y="230232"/>
                    <a:pt x="170298" y="228791"/>
                    <a:pt x="167817" y="225907"/>
                  </a:cubicBezTo>
                  <a:cubicBezTo>
                    <a:pt x="165337" y="223024"/>
                    <a:pt x="164097" y="219070"/>
                    <a:pt x="164097" y="214047"/>
                  </a:cubicBezTo>
                  <a:cubicBezTo>
                    <a:pt x="164097" y="211257"/>
                    <a:pt x="164531" y="208590"/>
                    <a:pt x="165399" y="206048"/>
                  </a:cubicBezTo>
                  <a:lnTo>
                    <a:pt x="164097" y="205490"/>
                  </a:lnTo>
                  <a:cubicBezTo>
                    <a:pt x="160934" y="209893"/>
                    <a:pt x="157865" y="213644"/>
                    <a:pt x="154888" y="216745"/>
                  </a:cubicBezTo>
                  <a:cubicBezTo>
                    <a:pt x="151911" y="219846"/>
                    <a:pt x="148966" y="222403"/>
                    <a:pt x="146051" y="224419"/>
                  </a:cubicBezTo>
                  <a:cubicBezTo>
                    <a:pt x="143137" y="226434"/>
                    <a:pt x="140191" y="227907"/>
                    <a:pt x="137215" y="228837"/>
                  </a:cubicBezTo>
                  <a:cubicBezTo>
                    <a:pt x="134238" y="229767"/>
                    <a:pt x="131137" y="230232"/>
                    <a:pt x="127913" y="230232"/>
                  </a:cubicBezTo>
                  <a:cubicBezTo>
                    <a:pt x="120533" y="230232"/>
                    <a:pt x="114828" y="227581"/>
                    <a:pt x="110798" y="222279"/>
                  </a:cubicBezTo>
                  <a:cubicBezTo>
                    <a:pt x="106767" y="216977"/>
                    <a:pt x="104751" y="209273"/>
                    <a:pt x="104751" y="199165"/>
                  </a:cubicBezTo>
                  <a:cubicBezTo>
                    <a:pt x="104751" y="193149"/>
                    <a:pt x="105387" y="187367"/>
                    <a:pt x="106658" y="181817"/>
                  </a:cubicBezTo>
                  <a:cubicBezTo>
                    <a:pt x="107930" y="176267"/>
                    <a:pt x="109728" y="171058"/>
                    <a:pt x="112053" y="166190"/>
                  </a:cubicBezTo>
                  <a:cubicBezTo>
                    <a:pt x="114379" y="161322"/>
                    <a:pt x="117154" y="156888"/>
                    <a:pt x="120378" y="152888"/>
                  </a:cubicBezTo>
                  <a:cubicBezTo>
                    <a:pt x="123603" y="148889"/>
                    <a:pt x="127138" y="145462"/>
                    <a:pt x="130982" y="142610"/>
                  </a:cubicBezTo>
                  <a:cubicBezTo>
                    <a:pt x="134827" y="139757"/>
                    <a:pt x="138920" y="137540"/>
                    <a:pt x="143261" y="135959"/>
                  </a:cubicBezTo>
                  <a:cubicBezTo>
                    <a:pt x="147602" y="134378"/>
                    <a:pt x="152097" y="133587"/>
                    <a:pt x="156748" y="133587"/>
                  </a:cubicBezTo>
                  <a:close/>
                  <a:moveTo>
                    <a:pt x="1381" y="0"/>
                  </a:moveTo>
                  <a:lnTo>
                    <a:pt x="53369" y="0"/>
                  </a:lnTo>
                  <a:lnTo>
                    <a:pt x="51987" y="6153"/>
                  </a:lnTo>
                  <a:cubicBezTo>
                    <a:pt x="48304" y="6572"/>
                    <a:pt x="45437" y="7660"/>
                    <a:pt x="43385" y="9418"/>
                  </a:cubicBezTo>
                  <a:cubicBezTo>
                    <a:pt x="41334" y="11176"/>
                    <a:pt x="39890" y="13625"/>
                    <a:pt x="39053" y="16764"/>
                  </a:cubicBezTo>
                  <a:cubicBezTo>
                    <a:pt x="38216" y="19903"/>
                    <a:pt x="37797" y="24110"/>
                    <a:pt x="37797" y="29384"/>
                  </a:cubicBezTo>
                  <a:cubicBezTo>
                    <a:pt x="37797" y="30640"/>
                    <a:pt x="37923" y="34407"/>
                    <a:pt x="38174" y="40686"/>
                  </a:cubicBezTo>
                  <a:lnTo>
                    <a:pt x="41690" y="132606"/>
                  </a:lnTo>
                  <a:lnTo>
                    <a:pt x="41690" y="142652"/>
                  </a:lnTo>
                  <a:lnTo>
                    <a:pt x="42946" y="142652"/>
                  </a:lnTo>
                  <a:lnTo>
                    <a:pt x="97319" y="44579"/>
                  </a:lnTo>
                  <a:cubicBezTo>
                    <a:pt x="100501" y="38802"/>
                    <a:pt x="102886" y="33842"/>
                    <a:pt x="104477" y="29698"/>
                  </a:cubicBezTo>
                  <a:cubicBezTo>
                    <a:pt x="106068" y="25554"/>
                    <a:pt x="106863" y="21892"/>
                    <a:pt x="106863" y="18710"/>
                  </a:cubicBezTo>
                  <a:cubicBezTo>
                    <a:pt x="106863" y="11678"/>
                    <a:pt x="102677" y="7493"/>
                    <a:pt x="94306" y="6153"/>
                  </a:cubicBezTo>
                  <a:lnTo>
                    <a:pt x="95687" y="0"/>
                  </a:lnTo>
                  <a:lnTo>
                    <a:pt x="147047" y="0"/>
                  </a:lnTo>
                  <a:lnTo>
                    <a:pt x="145665" y="6153"/>
                  </a:lnTo>
                  <a:cubicBezTo>
                    <a:pt x="143405" y="6488"/>
                    <a:pt x="141249" y="7346"/>
                    <a:pt x="139198" y="8727"/>
                  </a:cubicBezTo>
                  <a:cubicBezTo>
                    <a:pt x="137147" y="10109"/>
                    <a:pt x="134845" y="12411"/>
                    <a:pt x="132292" y="15634"/>
                  </a:cubicBezTo>
                  <a:cubicBezTo>
                    <a:pt x="129738" y="18857"/>
                    <a:pt x="125783" y="25073"/>
                    <a:pt x="120425" y="34282"/>
                  </a:cubicBezTo>
                  <a:lnTo>
                    <a:pt x="40058" y="173417"/>
                  </a:lnTo>
                  <a:lnTo>
                    <a:pt x="23356" y="173417"/>
                  </a:lnTo>
                  <a:lnTo>
                    <a:pt x="14943" y="33403"/>
                  </a:lnTo>
                  <a:cubicBezTo>
                    <a:pt x="14608" y="27961"/>
                    <a:pt x="14001" y="23294"/>
                    <a:pt x="13122" y="19401"/>
                  </a:cubicBezTo>
                  <a:cubicBezTo>
                    <a:pt x="12243" y="15508"/>
                    <a:pt x="10862" y="12474"/>
                    <a:pt x="8978" y="10297"/>
                  </a:cubicBezTo>
                  <a:cubicBezTo>
                    <a:pt x="7095" y="8120"/>
                    <a:pt x="4102" y="6739"/>
                    <a:pt x="0" y="615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E6B74C0F-FFA9-472B-BEF2-9CA01E5C122C}"/>
                </a:ext>
              </a:extLst>
            </p:cNvPr>
            <p:cNvCxnSpPr>
              <a:cxnSpLocks/>
            </p:cNvCxnSpPr>
            <p:nvPr/>
          </p:nvCxnSpPr>
          <p:spPr>
            <a:xfrm>
              <a:off x="7212303" y="2724252"/>
              <a:ext cx="1109054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AC5EBD93-F069-47E2-B56B-F49A14014456}"/>
              </a:ext>
            </a:extLst>
          </p:cNvPr>
          <p:cNvGrpSpPr/>
          <p:nvPr/>
        </p:nvGrpSpPr>
        <p:grpSpPr>
          <a:xfrm>
            <a:off x="3801675" y="2034553"/>
            <a:ext cx="1127800" cy="755580"/>
            <a:chOff x="4853307" y="5378309"/>
            <a:chExt cx="990577" cy="663646"/>
          </a:xfrm>
        </p:grpSpPr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D0187F3A-ADFC-49FF-A130-ABC9B78AA38E}"/>
                </a:ext>
              </a:extLst>
            </p:cNvPr>
            <p:cNvGrpSpPr/>
            <p:nvPr/>
          </p:nvGrpSpPr>
          <p:grpSpPr>
            <a:xfrm flipH="1">
              <a:off x="5256272" y="5378310"/>
              <a:ext cx="587612" cy="663645"/>
              <a:chOff x="3862974" y="5176267"/>
              <a:chExt cx="1149904" cy="1529098"/>
            </a:xfrm>
          </p:grpSpPr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5F2C0164-3611-4DC5-A02A-5FC0B2CC8D6B}"/>
                  </a:ext>
                </a:extLst>
              </p:cNvPr>
              <p:cNvSpPr/>
              <p:nvPr/>
            </p:nvSpPr>
            <p:spPr>
              <a:xfrm>
                <a:off x="4937080" y="549922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0382188-4200-4DF9-9689-146A954579EA}"/>
                  </a:ext>
                </a:extLst>
              </p:cNvPr>
              <p:cNvSpPr/>
              <p:nvPr/>
            </p:nvSpPr>
            <p:spPr>
              <a:xfrm>
                <a:off x="4937080" y="5822180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E81A7FA9-C5C8-4431-BDA5-F1798A1C126A}"/>
                  </a:ext>
                </a:extLst>
              </p:cNvPr>
              <p:cNvSpPr/>
              <p:nvPr/>
            </p:nvSpPr>
            <p:spPr>
              <a:xfrm>
                <a:off x="4937080" y="6306614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BE1688F2-FDAC-4E81-99DD-CE1C20466334}"/>
                  </a:ext>
                </a:extLst>
              </p:cNvPr>
              <p:cNvSpPr/>
              <p:nvPr/>
            </p:nvSpPr>
            <p:spPr>
              <a:xfrm>
                <a:off x="4937080" y="533774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CD66E8CB-6996-42C0-886E-13EDACBE56DC}"/>
                  </a:ext>
                </a:extLst>
              </p:cNvPr>
              <p:cNvSpPr/>
              <p:nvPr/>
            </p:nvSpPr>
            <p:spPr>
              <a:xfrm>
                <a:off x="4937080" y="646809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B67EA6D9-83E6-4EB1-A1F3-37FB61DE2F08}"/>
                  </a:ext>
                </a:extLst>
              </p:cNvPr>
              <p:cNvSpPr/>
              <p:nvPr/>
            </p:nvSpPr>
            <p:spPr>
              <a:xfrm>
                <a:off x="4937080" y="517626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EB2B908E-535A-4002-A9F7-28C597AE0713}"/>
                  </a:ext>
                </a:extLst>
              </p:cNvPr>
              <p:cNvSpPr/>
              <p:nvPr/>
            </p:nvSpPr>
            <p:spPr>
              <a:xfrm>
                <a:off x="4937080" y="5660701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3D38612D-48FC-43A9-AF0B-ACC9490F8E6F}"/>
                  </a:ext>
                </a:extLst>
              </p:cNvPr>
              <p:cNvSpPr/>
              <p:nvPr/>
            </p:nvSpPr>
            <p:spPr>
              <a:xfrm>
                <a:off x="4937080" y="598365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C4494427-AC86-43F0-98AD-B10B765A2D39}"/>
                  </a:ext>
                </a:extLst>
              </p:cNvPr>
              <p:cNvSpPr/>
              <p:nvPr/>
            </p:nvSpPr>
            <p:spPr>
              <a:xfrm>
                <a:off x="4937080" y="662956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794424A0-0FE2-4748-96E0-89232F45328B}"/>
                  </a:ext>
                </a:extLst>
              </p:cNvPr>
              <p:cNvSpPr/>
              <p:nvPr/>
            </p:nvSpPr>
            <p:spPr>
              <a:xfrm>
                <a:off x="4937080" y="6145136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23EF4DC3-5DFB-4321-AFEC-7149AC6778E5}"/>
                  </a:ext>
                </a:extLst>
              </p:cNvPr>
              <p:cNvSpPr/>
              <p:nvPr/>
            </p:nvSpPr>
            <p:spPr>
              <a:xfrm>
                <a:off x="4752552" y="586268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43ED4247-0C21-45BB-BF74-4221B8DC7E27}"/>
                  </a:ext>
                </a:extLst>
              </p:cNvPr>
              <p:cNvSpPr/>
              <p:nvPr/>
            </p:nvSpPr>
            <p:spPr>
              <a:xfrm>
                <a:off x="4752552" y="6198761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454968C4-504E-4A3B-B05A-9F706AAD79B6}"/>
                  </a:ext>
                </a:extLst>
              </p:cNvPr>
              <p:cNvSpPr/>
              <p:nvPr/>
            </p:nvSpPr>
            <p:spPr>
              <a:xfrm>
                <a:off x="4752552" y="519054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2DB6749-97D1-4494-9245-F41B96CFB91E}"/>
                  </a:ext>
                </a:extLst>
              </p:cNvPr>
              <p:cNvSpPr/>
              <p:nvPr/>
            </p:nvSpPr>
            <p:spPr>
              <a:xfrm>
                <a:off x="4752552" y="6534833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96B36E06-A786-4905-9D26-2D5373CE1C44}"/>
                  </a:ext>
                </a:extLst>
              </p:cNvPr>
              <p:cNvSpPr/>
              <p:nvPr/>
            </p:nvSpPr>
            <p:spPr>
              <a:xfrm>
                <a:off x="4752552" y="552661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4AB5EF2A-B9B1-4315-9CB1-9324D9E109AB}"/>
                  </a:ext>
                </a:extLst>
              </p:cNvPr>
              <p:cNvSpPr/>
              <p:nvPr/>
            </p:nvSpPr>
            <p:spPr>
              <a:xfrm>
                <a:off x="4474734" y="651093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23E8213-3A45-471C-BE2D-5A0FD5BB8BD6}"/>
                  </a:ext>
                </a:extLst>
              </p:cNvPr>
              <p:cNvSpPr/>
              <p:nvPr/>
            </p:nvSpPr>
            <p:spPr>
              <a:xfrm>
                <a:off x="4474734" y="5256692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3ED8D0E-3F2B-4939-9FB7-36744C36D14A}"/>
                  </a:ext>
                </a:extLst>
              </p:cNvPr>
              <p:cNvSpPr/>
              <p:nvPr/>
            </p:nvSpPr>
            <p:spPr>
              <a:xfrm>
                <a:off x="4474734" y="5883814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94697D99-466F-4767-9471-BCAC34A3B250}"/>
                  </a:ext>
                </a:extLst>
              </p:cNvPr>
              <p:cNvSpPr/>
              <p:nvPr/>
            </p:nvSpPr>
            <p:spPr>
              <a:xfrm>
                <a:off x="4186448" y="6202248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B4CD665B-1C50-4639-93BD-2B008031FD74}"/>
                  </a:ext>
                </a:extLst>
              </p:cNvPr>
              <p:cNvSpPr/>
              <p:nvPr/>
            </p:nvSpPr>
            <p:spPr>
              <a:xfrm>
                <a:off x="4186448" y="5575127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ECAE54AB-4C17-4631-8D79-390CC55CBFB6}"/>
                  </a:ext>
                </a:extLst>
              </p:cNvPr>
              <p:cNvSpPr/>
              <p:nvPr/>
            </p:nvSpPr>
            <p:spPr>
              <a:xfrm>
                <a:off x="3862974" y="5891705"/>
                <a:ext cx="75798" cy="75798"/>
              </a:xfrm>
              <a:prstGeom prst="ellipse">
                <a:avLst/>
              </a:prstGeom>
              <a:noFill/>
              <a:ln w="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1D965C5B-A964-4617-A803-3FFADA428910}"/>
                </a:ext>
              </a:extLst>
            </p:cNvPr>
            <p:cNvGrpSpPr/>
            <p:nvPr/>
          </p:nvGrpSpPr>
          <p:grpSpPr>
            <a:xfrm rot="10800000" flipH="1">
              <a:off x="4853307" y="5378309"/>
              <a:ext cx="587612" cy="663646"/>
              <a:chOff x="5855305" y="3755556"/>
              <a:chExt cx="1281928" cy="1704659"/>
            </a:xfrm>
            <a:solidFill>
              <a:schemeClr val="tx1"/>
            </a:solidFill>
          </p:grpSpPr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7162E7A8-9948-49FC-A593-35B989FBE141}"/>
                  </a:ext>
                </a:extLst>
              </p:cNvPr>
              <p:cNvSpPr/>
              <p:nvPr/>
            </p:nvSpPr>
            <p:spPr>
              <a:xfrm>
                <a:off x="7052732" y="411559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C1842E40-EAC1-4508-AC78-DD6CF89DCEF5}"/>
                  </a:ext>
                </a:extLst>
              </p:cNvPr>
              <p:cNvSpPr/>
              <p:nvPr/>
            </p:nvSpPr>
            <p:spPr>
              <a:xfrm>
                <a:off x="7052732" y="447562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A62F8159-EB11-4299-A552-AB9DCE7F52B4}"/>
                  </a:ext>
                </a:extLst>
              </p:cNvPr>
              <p:cNvSpPr/>
              <p:nvPr/>
            </p:nvSpPr>
            <p:spPr>
              <a:xfrm>
                <a:off x="7052732" y="501568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947796E8-C563-4687-98AA-F4971102926F}"/>
                  </a:ext>
                </a:extLst>
              </p:cNvPr>
              <p:cNvSpPr/>
              <p:nvPr/>
            </p:nvSpPr>
            <p:spPr>
              <a:xfrm>
                <a:off x="7052732" y="393557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AAFA33E7-715D-4A8B-B0AD-C600C2D6FEB1}"/>
                  </a:ext>
                </a:extLst>
              </p:cNvPr>
              <p:cNvSpPr/>
              <p:nvPr/>
            </p:nvSpPr>
            <p:spPr>
              <a:xfrm>
                <a:off x="7052732" y="519570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B08E8E93-085F-4191-98C0-E94971030360}"/>
                  </a:ext>
                </a:extLst>
              </p:cNvPr>
              <p:cNvSpPr/>
              <p:nvPr/>
            </p:nvSpPr>
            <p:spPr>
              <a:xfrm>
                <a:off x="7052732" y="375555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1B92F760-F52F-46C6-A996-7CF7F20B2AB2}"/>
                  </a:ext>
                </a:extLst>
              </p:cNvPr>
              <p:cNvSpPr/>
              <p:nvPr/>
            </p:nvSpPr>
            <p:spPr>
              <a:xfrm>
                <a:off x="7052732" y="42956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961CD590-48E3-485F-AAE5-36EA1BE45901}"/>
                  </a:ext>
                </a:extLst>
              </p:cNvPr>
              <p:cNvSpPr/>
              <p:nvPr/>
            </p:nvSpPr>
            <p:spPr>
              <a:xfrm>
                <a:off x="7052732" y="465564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1B0EDDAD-6553-4412-B3C7-8A288E697A57}"/>
                  </a:ext>
                </a:extLst>
              </p:cNvPr>
              <p:cNvSpPr/>
              <p:nvPr/>
            </p:nvSpPr>
            <p:spPr>
              <a:xfrm>
                <a:off x="7052732" y="537571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8C738DD3-CFAF-480B-AF70-2B15E511110D}"/>
                  </a:ext>
                </a:extLst>
              </p:cNvPr>
              <p:cNvSpPr/>
              <p:nvPr/>
            </p:nvSpPr>
            <p:spPr>
              <a:xfrm>
                <a:off x="7052732" y="483566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70A074D-DC93-49F4-AE1D-71F9885474AA}"/>
                  </a:ext>
                </a:extLst>
              </p:cNvPr>
              <p:cNvSpPr/>
              <p:nvPr/>
            </p:nvSpPr>
            <p:spPr>
              <a:xfrm>
                <a:off x="6847018" y="4520787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A9B0863-7C6F-4A60-B034-0FED1D759B0F}"/>
                  </a:ext>
                </a:extLst>
              </p:cNvPr>
              <p:cNvSpPr/>
              <p:nvPr/>
            </p:nvSpPr>
            <p:spPr>
              <a:xfrm>
                <a:off x="6847018" y="489544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44B0F6B-B23B-47A8-BD48-D8F9A93CE899}"/>
                  </a:ext>
                </a:extLst>
              </p:cNvPr>
              <p:cNvSpPr/>
              <p:nvPr/>
            </p:nvSpPr>
            <p:spPr>
              <a:xfrm>
                <a:off x="6847018" y="377147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08EEA330-973E-4F33-BCD0-33237358DFD6}"/>
                  </a:ext>
                </a:extLst>
              </p:cNvPr>
              <p:cNvSpPr/>
              <p:nvPr/>
            </p:nvSpPr>
            <p:spPr>
              <a:xfrm>
                <a:off x="6847018" y="527010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AAE55AAA-7758-4107-9595-15D277CAF87D}"/>
                  </a:ext>
                </a:extLst>
              </p:cNvPr>
              <p:cNvSpPr/>
              <p:nvPr/>
            </p:nvSpPr>
            <p:spPr>
              <a:xfrm>
                <a:off x="6847018" y="4146129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9E7B8443-7503-4D17-B534-83EEF4674358}"/>
                  </a:ext>
                </a:extLst>
              </p:cNvPr>
              <p:cNvSpPr/>
              <p:nvPr/>
            </p:nvSpPr>
            <p:spPr>
              <a:xfrm>
                <a:off x="6537302" y="5243461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8A7BFEEA-2C14-42AE-B82C-3BADF0F33C47}"/>
                  </a:ext>
                </a:extLst>
              </p:cNvPr>
              <p:cNvSpPr/>
              <p:nvPr/>
            </p:nvSpPr>
            <p:spPr>
              <a:xfrm>
                <a:off x="6537302" y="384521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ADD955D5-BDD4-45FC-914D-EE40D2159ED1}"/>
                  </a:ext>
                </a:extLst>
              </p:cNvPr>
              <p:cNvSpPr/>
              <p:nvPr/>
            </p:nvSpPr>
            <p:spPr>
              <a:xfrm>
                <a:off x="6537302" y="454433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436FC9C8-2287-4DFE-AF30-A32C530ADA27}"/>
                  </a:ext>
                </a:extLst>
              </p:cNvPr>
              <p:cNvSpPr/>
              <p:nvPr/>
            </p:nvSpPr>
            <p:spPr>
              <a:xfrm>
                <a:off x="6215918" y="4899333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B2A37BF4-D923-4A8F-BDE4-BAA87052D2C6}"/>
                  </a:ext>
                </a:extLst>
              </p:cNvPr>
              <p:cNvSpPr/>
              <p:nvPr/>
            </p:nvSpPr>
            <p:spPr>
              <a:xfrm>
                <a:off x="6215918" y="420021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F3C60B9E-4AB5-4BC9-889F-0AD3AF6B7129}"/>
                  </a:ext>
                </a:extLst>
              </p:cNvPr>
              <p:cNvSpPr/>
              <p:nvPr/>
            </p:nvSpPr>
            <p:spPr>
              <a:xfrm>
                <a:off x="5855305" y="4553135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EB0E9791-13A1-47DA-8463-10690812C6C9}"/>
              </a:ext>
            </a:extLst>
          </p:cNvPr>
          <p:cNvCxnSpPr>
            <a:cxnSpLocks/>
          </p:cNvCxnSpPr>
          <p:nvPr/>
        </p:nvCxnSpPr>
        <p:spPr>
          <a:xfrm>
            <a:off x="8285945" y="1641466"/>
            <a:ext cx="0" cy="24924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BF34EC87-331E-4383-8421-9BE338868A7B}"/>
              </a:ext>
            </a:extLst>
          </p:cNvPr>
          <p:cNvCxnSpPr>
            <a:cxnSpLocks/>
          </p:cNvCxnSpPr>
          <p:nvPr/>
        </p:nvCxnSpPr>
        <p:spPr>
          <a:xfrm>
            <a:off x="8293728" y="2213185"/>
            <a:ext cx="0" cy="160170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BF98B58-9A77-4677-9E90-070B6F2AE2D5}"/>
              </a:ext>
            </a:extLst>
          </p:cNvPr>
          <p:cNvGrpSpPr/>
          <p:nvPr/>
        </p:nvGrpSpPr>
        <p:grpSpPr>
          <a:xfrm>
            <a:off x="6886081" y="3995956"/>
            <a:ext cx="1411102" cy="207824"/>
            <a:chOff x="6886081" y="3995956"/>
            <a:chExt cx="1411102" cy="207824"/>
          </a:xfrm>
        </p:grpSpPr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2B15F7-E297-465A-A6BD-544E0B1D02DB}"/>
                </a:ext>
              </a:extLst>
            </p:cNvPr>
            <p:cNvSpPr txBox="1"/>
            <p:nvPr/>
          </p:nvSpPr>
          <p:spPr>
            <a:xfrm>
              <a:off x="6886081" y="3995956"/>
              <a:ext cx="214765" cy="207824"/>
            </a:xfrm>
            <a:custGeom>
              <a:avLst/>
              <a:gdLst/>
              <a:ahLst/>
              <a:cxnLst/>
              <a:rect l="l" t="t" r="r" b="b"/>
              <a:pathLst>
                <a:path w="206667" h="199988">
                  <a:moveTo>
                    <a:pt x="165227" y="100283"/>
                  </a:moveTo>
                  <a:cubicBezTo>
                    <a:pt x="163888" y="100283"/>
                    <a:pt x="162353" y="100311"/>
                    <a:pt x="160623" y="100366"/>
                  </a:cubicBezTo>
                  <a:cubicBezTo>
                    <a:pt x="158893" y="100422"/>
                    <a:pt x="157219" y="100450"/>
                    <a:pt x="155600" y="100450"/>
                  </a:cubicBezTo>
                  <a:lnTo>
                    <a:pt x="145638" y="144234"/>
                  </a:lnTo>
                  <a:lnTo>
                    <a:pt x="155600" y="144234"/>
                  </a:lnTo>
                  <a:cubicBezTo>
                    <a:pt x="166651" y="144234"/>
                    <a:pt x="175134" y="141987"/>
                    <a:pt x="181050" y="137494"/>
                  </a:cubicBezTo>
                  <a:cubicBezTo>
                    <a:pt x="186966" y="133002"/>
                    <a:pt x="189924" y="126179"/>
                    <a:pt x="189924" y="117026"/>
                  </a:cubicBezTo>
                  <a:cubicBezTo>
                    <a:pt x="189924" y="113956"/>
                    <a:pt x="189463" y="111347"/>
                    <a:pt x="188542" y="109198"/>
                  </a:cubicBezTo>
                  <a:cubicBezTo>
                    <a:pt x="187621" y="107050"/>
                    <a:pt x="186156" y="105320"/>
                    <a:pt x="184147" y="104008"/>
                  </a:cubicBezTo>
                  <a:cubicBezTo>
                    <a:pt x="182138" y="102697"/>
                    <a:pt x="179585" y="101748"/>
                    <a:pt x="176487" y="101162"/>
                  </a:cubicBezTo>
                  <a:cubicBezTo>
                    <a:pt x="173390" y="100576"/>
                    <a:pt x="169636" y="100283"/>
                    <a:pt x="165227" y="100283"/>
                  </a:cubicBezTo>
                  <a:close/>
                  <a:moveTo>
                    <a:pt x="129899" y="91409"/>
                  </a:moveTo>
                  <a:lnTo>
                    <a:pt x="168325" y="91409"/>
                  </a:lnTo>
                  <a:cubicBezTo>
                    <a:pt x="175692" y="91409"/>
                    <a:pt x="181831" y="92051"/>
                    <a:pt x="186742" y="93334"/>
                  </a:cubicBezTo>
                  <a:cubicBezTo>
                    <a:pt x="191654" y="94618"/>
                    <a:pt x="195588" y="96390"/>
                    <a:pt x="198546" y="98650"/>
                  </a:cubicBezTo>
                  <a:cubicBezTo>
                    <a:pt x="201504" y="100911"/>
                    <a:pt x="203597" y="103576"/>
                    <a:pt x="204825" y="106645"/>
                  </a:cubicBezTo>
                  <a:cubicBezTo>
                    <a:pt x="206053" y="109715"/>
                    <a:pt x="206667" y="113035"/>
                    <a:pt x="206667" y="116607"/>
                  </a:cubicBezTo>
                  <a:cubicBezTo>
                    <a:pt x="206667" y="124867"/>
                    <a:pt x="204141" y="131760"/>
                    <a:pt x="199090" y="137285"/>
                  </a:cubicBezTo>
                  <a:cubicBezTo>
                    <a:pt x="194040" y="142810"/>
                    <a:pt x="186380" y="147024"/>
                    <a:pt x="176110" y="149926"/>
                  </a:cubicBezTo>
                  <a:cubicBezTo>
                    <a:pt x="175999" y="150149"/>
                    <a:pt x="175943" y="150345"/>
                    <a:pt x="175943" y="150512"/>
                  </a:cubicBezTo>
                  <a:cubicBezTo>
                    <a:pt x="175943" y="150680"/>
                    <a:pt x="175943" y="150875"/>
                    <a:pt x="175943" y="151098"/>
                  </a:cubicBezTo>
                  <a:cubicBezTo>
                    <a:pt x="178566" y="152884"/>
                    <a:pt x="180673" y="155117"/>
                    <a:pt x="182264" y="157795"/>
                  </a:cubicBezTo>
                  <a:cubicBezTo>
                    <a:pt x="183854" y="160474"/>
                    <a:pt x="185235" y="164018"/>
                    <a:pt x="186407" y="168427"/>
                  </a:cubicBezTo>
                  <a:cubicBezTo>
                    <a:pt x="187747" y="173674"/>
                    <a:pt x="188849" y="177915"/>
                    <a:pt x="189714" y="181152"/>
                  </a:cubicBezTo>
                  <a:cubicBezTo>
                    <a:pt x="190579" y="184389"/>
                    <a:pt x="191584" y="186943"/>
                    <a:pt x="192728" y="188812"/>
                  </a:cubicBezTo>
                  <a:cubicBezTo>
                    <a:pt x="193872" y="190682"/>
                    <a:pt x="195323" y="192049"/>
                    <a:pt x="197081" y="192914"/>
                  </a:cubicBezTo>
                  <a:cubicBezTo>
                    <a:pt x="198839" y="193779"/>
                    <a:pt x="201225" y="194435"/>
                    <a:pt x="204239" y="194882"/>
                  </a:cubicBezTo>
                  <a:lnTo>
                    <a:pt x="203067" y="199988"/>
                  </a:lnTo>
                  <a:lnTo>
                    <a:pt x="178706" y="199988"/>
                  </a:lnTo>
                  <a:cubicBezTo>
                    <a:pt x="177701" y="197812"/>
                    <a:pt x="176724" y="195147"/>
                    <a:pt x="175776" y="191993"/>
                  </a:cubicBezTo>
                  <a:cubicBezTo>
                    <a:pt x="174827" y="188840"/>
                    <a:pt x="173990" y="185757"/>
                    <a:pt x="173264" y="182743"/>
                  </a:cubicBezTo>
                  <a:cubicBezTo>
                    <a:pt x="172148" y="178334"/>
                    <a:pt x="171213" y="174525"/>
                    <a:pt x="170460" y="171316"/>
                  </a:cubicBezTo>
                  <a:cubicBezTo>
                    <a:pt x="169706" y="168106"/>
                    <a:pt x="168967" y="165400"/>
                    <a:pt x="168241" y="163195"/>
                  </a:cubicBezTo>
                  <a:cubicBezTo>
                    <a:pt x="167516" y="160991"/>
                    <a:pt x="166762" y="159233"/>
                    <a:pt x="165981" y="157921"/>
                  </a:cubicBezTo>
                  <a:cubicBezTo>
                    <a:pt x="165199" y="156609"/>
                    <a:pt x="164279" y="155563"/>
                    <a:pt x="163218" y="154782"/>
                  </a:cubicBezTo>
                  <a:cubicBezTo>
                    <a:pt x="162158" y="154000"/>
                    <a:pt x="160874" y="153484"/>
                    <a:pt x="159367" y="153233"/>
                  </a:cubicBezTo>
                  <a:cubicBezTo>
                    <a:pt x="157860" y="152982"/>
                    <a:pt x="156019" y="152800"/>
                    <a:pt x="153842" y="152689"/>
                  </a:cubicBezTo>
                  <a:lnTo>
                    <a:pt x="143880" y="152689"/>
                  </a:lnTo>
                  <a:cubicBezTo>
                    <a:pt x="143210" y="155647"/>
                    <a:pt x="142485" y="158828"/>
                    <a:pt x="141703" y="162232"/>
                  </a:cubicBezTo>
                  <a:cubicBezTo>
                    <a:pt x="140922" y="165637"/>
                    <a:pt x="140154" y="168958"/>
                    <a:pt x="139401" y="172195"/>
                  </a:cubicBezTo>
                  <a:cubicBezTo>
                    <a:pt x="138648" y="175432"/>
                    <a:pt x="138020" y="178459"/>
                    <a:pt x="137517" y="181278"/>
                  </a:cubicBezTo>
                  <a:cubicBezTo>
                    <a:pt x="137015" y="184096"/>
                    <a:pt x="136764" y="186370"/>
                    <a:pt x="136764" y="188101"/>
                  </a:cubicBezTo>
                  <a:cubicBezTo>
                    <a:pt x="136764" y="189273"/>
                    <a:pt x="136904" y="190263"/>
                    <a:pt x="137183" y="191073"/>
                  </a:cubicBezTo>
                  <a:cubicBezTo>
                    <a:pt x="137462" y="191882"/>
                    <a:pt x="137950" y="192538"/>
                    <a:pt x="138648" y="193040"/>
                  </a:cubicBezTo>
                  <a:cubicBezTo>
                    <a:pt x="139345" y="193542"/>
                    <a:pt x="140294" y="193933"/>
                    <a:pt x="141494" y="194212"/>
                  </a:cubicBezTo>
                  <a:cubicBezTo>
                    <a:pt x="142694" y="194491"/>
                    <a:pt x="144215" y="194714"/>
                    <a:pt x="146056" y="194882"/>
                  </a:cubicBezTo>
                  <a:lnTo>
                    <a:pt x="144968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82" y="194254"/>
                    <a:pt x="114370" y="193835"/>
                  </a:cubicBezTo>
                  <a:cubicBezTo>
                    <a:pt x="115458" y="193417"/>
                    <a:pt x="116435" y="192607"/>
                    <a:pt x="117300" y="191407"/>
                  </a:cubicBezTo>
                  <a:cubicBezTo>
                    <a:pt x="118165" y="190207"/>
                    <a:pt x="118960" y="188408"/>
                    <a:pt x="119686" y="186008"/>
                  </a:cubicBezTo>
                  <a:cubicBezTo>
                    <a:pt x="120412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4" y="110301"/>
                    <a:pt x="137183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8" y="98357"/>
                  </a:cubicBezTo>
                  <a:cubicBezTo>
                    <a:pt x="134462" y="97297"/>
                    <a:pt x="132104" y="96739"/>
                    <a:pt x="128644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9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7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6" y="0"/>
                  </a:lnTo>
                  <a:lnTo>
                    <a:pt x="130709" y="0"/>
                  </a:lnTo>
                  <a:lnTo>
                    <a:pt x="129481" y="5470"/>
                  </a:lnTo>
                  <a:cubicBezTo>
                    <a:pt x="127472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0D6692F3-996B-4A09-8689-908B9341D440}"/>
                </a:ext>
              </a:extLst>
            </p:cNvPr>
            <p:cNvCxnSpPr>
              <a:cxnSpLocks/>
            </p:cNvCxnSpPr>
            <p:nvPr/>
          </p:nvCxnSpPr>
          <p:spPr>
            <a:xfrm>
              <a:off x="7241078" y="4100090"/>
              <a:ext cx="105610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96B80B81-49C2-4B74-8156-DC05D7CB7F8A}"/>
              </a:ext>
            </a:extLst>
          </p:cNvPr>
          <p:cNvGrpSpPr/>
          <p:nvPr/>
        </p:nvGrpSpPr>
        <p:grpSpPr>
          <a:xfrm>
            <a:off x="6903674" y="3646944"/>
            <a:ext cx="1373637" cy="207824"/>
            <a:chOff x="6903674" y="3646944"/>
            <a:chExt cx="1373637" cy="207824"/>
          </a:xfrm>
        </p:grpSpPr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80CFA601-F161-492A-BF24-489233A2A583}"/>
                </a:ext>
              </a:extLst>
            </p:cNvPr>
            <p:cNvSpPr txBox="1"/>
            <p:nvPr/>
          </p:nvSpPr>
          <p:spPr>
            <a:xfrm>
              <a:off x="6903674" y="3646944"/>
              <a:ext cx="179580" cy="207824"/>
            </a:xfrm>
            <a:custGeom>
              <a:avLst/>
              <a:gdLst/>
              <a:ahLst/>
              <a:cxnLst/>
              <a:rect l="l" t="t" r="r" b="b"/>
              <a:pathLst>
                <a:path w="172808" h="199988">
                  <a:moveTo>
                    <a:pt x="131368" y="100283"/>
                  </a:moveTo>
                  <a:cubicBezTo>
                    <a:pt x="130029" y="100283"/>
                    <a:pt x="128494" y="100311"/>
                    <a:pt x="126764" y="100366"/>
                  </a:cubicBezTo>
                  <a:cubicBezTo>
                    <a:pt x="125034" y="100422"/>
                    <a:pt x="123360" y="100450"/>
                    <a:pt x="121741" y="100450"/>
                  </a:cubicBezTo>
                  <a:lnTo>
                    <a:pt x="111779" y="144234"/>
                  </a:lnTo>
                  <a:lnTo>
                    <a:pt x="121741" y="144234"/>
                  </a:lnTo>
                  <a:cubicBezTo>
                    <a:pt x="132792" y="144234"/>
                    <a:pt x="141275" y="141987"/>
                    <a:pt x="147191" y="137494"/>
                  </a:cubicBezTo>
                  <a:cubicBezTo>
                    <a:pt x="153107" y="133002"/>
                    <a:pt x="156065" y="126179"/>
                    <a:pt x="156065" y="117026"/>
                  </a:cubicBezTo>
                  <a:cubicBezTo>
                    <a:pt x="156065" y="113956"/>
                    <a:pt x="155604" y="111347"/>
                    <a:pt x="154683" y="109198"/>
                  </a:cubicBezTo>
                  <a:cubicBezTo>
                    <a:pt x="153762" y="107050"/>
                    <a:pt x="152297" y="105320"/>
                    <a:pt x="150288" y="104008"/>
                  </a:cubicBezTo>
                  <a:cubicBezTo>
                    <a:pt x="148279" y="102697"/>
                    <a:pt x="145726" y="101748"/>
                    <a:pt x="142628" y="101162"/>
                  </a:cubicBezTo>
                  <a:cubicBezTo>
                    <a:pt x="139531" y="100576"/>
                    <a:pt x="135777" y="100283"/>
                    <a:pt x="131368" y="100283"/>
                  </a:cubicBezTo>
                  <a:close/>
                  <a:moveTo>
                    <a:pt x="96040" y="91409"/>
                  </a:moveTo>
                  <a:lnTo>
                    <a:pt x="134466" y="91409"/>
                  </a:lnTo>
                  <a:cubicBezTo>
                    <a:pt x="141833" y="91409"/>
                    <a:pt x="147972" y="92051"/>
                    <a:pt x="152883" y="93334"/>
                  </a:cubicBezTo>
                  <a:cubicBezTo>
                    <a:pt x="157795" y="94618"/>
                    <a:pt x="161729" y="96390"/>
                    <a:pt x="164687" y="98650"/>
                  </a:cubicBezTo>
                  <a:cubicBezTo>
                    <a:pt x="167645" y="100911"/>
                    <a:pt x="169738" y="103576"/>
                    <a:pt x="170966" y="106645"/>
                  </a:cubicBezTo>
                  <a:cubicBezTo>
                    <a:pt x="172194" y="109715"/>
                    <a:pt x="172808" y="113035"/>
                    <a:pt x="172808" y="116607"/>
                  </a:cubicBezTo>
                  <a:cubicBezTo>
                    <a:pt x="172808" y="124867"/>
                    <a:pt x="170282" y="131760"/>
                    <a:pt x="165231" y="137285"/>
                  </a:cubicBezTo>
                  <a:cubicBezTo>
                    <a:pt x="160181" y="142810"/>
                    <a:pt x="152521" y="147024"/>
                    <a:pt x="142251" y="149926"/>
                  </a:cubicBezTo>
                  <a:cubicBezTo>
                    <a:pt x="142140" y="150149"/>
                    <a:pt x="142084" y="150345"/>
                    <a:pt x="142084" y="150512"/>
                  </a:cubicBezTo>
                  <a:cubicBezTo>
                    <a:pt x="142084" y="150680"/>
                    <a:pt x="142084" y="150875"/>
                    <a:pt x="142084" y="151098"/>
                  </a:cubicBezTo>
                  <a:cubicBezTo>
                    <a:pt x="144707" y="152884"/>
                    <a:pt x="146814" y="155117"/>
                    <a:pt x="148405" y="157795"/>
                  </a:cubicBezTo>
                  <a:cubicBezTo>
                    <a:pt x="149995" y="160474"/>
                    <a:pt x="151376" y="164018"/>
                    <a:pt x="152548" y="168427"/>
                  </a:cubicBezTo>
                  <a:cubicBezTo>
                    <a:pt x="153888" y="173674"/>
                    <a:pt x="154990" y="177915"/>
                    <a:pt x="155855" y="181152"/>
                  </a:cubicBezTo>
                  <a:cubicBezTo>
                    <a:pt x="156720" y="184389"/>
                    <a:pt x="157725" y="186943"/>
                    <a:pt x="158869" y="188812"/>
                  </a:cubicBezTo>
                  <a:cubicBezTo>
                    <a:pt x="160013" y="190682"/>
                    <a:pt x="161464" y="192049"/>
                    <a:pt x="163222" y="192914"/>
                  </a:cubicBezTo>
                  <a:cubicBezTo>
                    <a:pt x="164980" y="193779"/>
                    <a:pt x="167366" y="194435"/>
                    <a:pt x="170380" y="194882"/>
                  </a:cubicBezTo>
                  <a:lnTo>
                    <a:pt x="169208" y="199988"/>
                  </a:lnTo>
                  <a:lnTo>
                    <a:pt x="144847" y="199988"/>
                  </a:lnTo>
                  <a:cubicBezTo>
                    <a:pt x="143842" y="197812"/>
                    <a:pt x="142865" y="195147"/>
                    <a:pt x="141917" y="191993"/>
                  </a:cubicBezTo>
                  <a:cubicBezTo>
                    <a:pt x="140968" y="188840"/>
                    <a:pt x="140131" y="185757"/>
                    <a:pt x="139405" y="182743"/>
                  </a:cubicBezTo>
                  <a:cubicBezTo>
                    <a:pt x="138289" y="178334"/>
                    <a:pt x="137354" y="174525"/>
                    <a:pt x="136601" y="171316"/>
                  </a:cubicBezTo>
                  <a:cubicBezTo>
                    <a:pt x="135847" y="168106"/>
                    <a:pt x="135108" y="165400"/>
                    <a:pt x="134382" y="163195"/>
                  </a:cubicBezTo>
                  <a:cubicBezTo>
                    <a:pt x="133657" y="160991"/>
                    <a:pt x="132903" y="159233"/>
                    <a:pt x="132122" y="157921"/>
                  </a:cubicBezTo>
                  <a:cubicBezTo>
                    <a:pt x="131340" y="156609"/>
                    <a:pt x="130420" y="155563"/>
                    <a:pt x="129359" y="154782"/>
                  </a:cubicBezTo>
                  <a:cubicBezTo>
                    <a:pt x="128299" y="154000"/>
                    <a:pt x="127015" y="153484"/>
                    <a:pt x="125508" y="153233"/>
                  </a:cubicBezTo>
                  <a:cubicBezTo>
                    <a:pt x="124001" y="152982"/>
                    <a:pt x="122160" y="152800"/>
                    <a:pt x="119983" y="152689"/>
                  </a:cubicBezTo>
                  <a:lnTo>
                    <a:pt x="110021" y="152689"/>
                  </a:lnTo>
                  <a:cubicBezTo>
                    <a:pt x="109351" y="155647"/>
                    <a:pt x="108626" y="158828"/>
                    <a:pt x="107844" y="162232"/>
                  </a:cubicBezTo>
                  <a:cubicBezTo>
                    <a:pt x="107063" y="165637"/>
                    <a:pt x="106295" y="168958"/>
                    <a:pt x="105542" y="172195"/>
                  </a:cubicBezTo>
                  <a:cubicBezTo>
                    <a:pt x="104789" y="175432"/>
                    <a:pt x="104161" y="178459"/>
                    <a:pt x="103658" y="181278"/>
                  </a:cubicBezTo>
                  <a:cubicBezTo>
                    <a:pt x="103156" y="184096"/>
                    <a:pt x="102905" y="186370"/>
                    <a:pt x="102905" y="188101"/>
                  </a:cubicBezTo>
                  <a:cubicBezTo>
                    <a:pt x="102905" y="189273"/>
                    <a:pt x="103045" y="190263"/>
                    <a:pt x="103324" y="191073"/>
                  </a:cubicBezTo>
                  <a:cubicBezTo>
                    <a:pt x="103603" y="191882"/>
                    <a:pt x="104091" y="192538"/>
                    <a:pt x="104789" y="193040"/>
                  </a:cubicBezTo>
                  <a:cubicBezTo>
                    <a:pt x="105486" y="193542"/>
                    <a:pt x="106435" y="193933"/>
                    <a:pt x="107635" y="194212"/>
                  </a:cubicBezTo>
                  <a:cubicBezTo>
                    <a:pt x="108835" y="194491"/>
                    <a:pt x="110356" y="194714"/>
                    <a:pt x="112197" y="194882"/>
                  </a:cubicBezTo>
                  <a:lnTo>
                    <a:pt x="111109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23" y="194254"/>
                    <a:pt x="80511" y="193835"/>
                  </a:cubicBezTo>
                  <a:cubicBezTo>
                    <a:pt x="81599" y="193417"/>
                    <a:pt x="82576" y="192607"/>
                    <a:pt x="83441" y="191407"/>
                  </a:cubicBezTo>
                  <a:cubicBezTo>
                    <a:pt x="84306" y="190207"/>
                    <a:pt x="85101" y="188408"/>
                    <a:pt x="85827" y="186008"/>
                  </a:cubicBezTo>
                  <a:cubicBezTo>
                    <a:pt x="86553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5" y="110301"/>
                    <a:pt x="103324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9" y="98357"/>
                  </a:cubicBezTo>
                  <a:cubicBezTo>
                    <a:pt x="100603" y="97297"/>
                    <a:pt x="98245" y="96739"/>
                    <a:pt x="94785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6"/>
                    <a:pt x="57931" y="26120"/>
                    <a:pt x="56368" y="33263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0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467AE757-E252-414E-A95A-EDC173A90C5C}"/>
                </a:ext>
              </a:extLst>
            </p:cNvPr>
            <p:cNvCxnSpPr>
              <a:cxnSpLocks/>
            </p:cNvCxnSpPr>
            <p:nvPr/>
          </p:nvCxnSpPr>
          <p:spPr>
            <a:xfrm>
              <a:off x="7221206" y="3783427"/>
              <a:ext cx="105610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FE4F291-2968-4B48-9768-BA0CC915D18B}"/>
              </a:ext>
            </a:extLst>
          </p:cNvPr>
          <p:cNvCxnSpPr>
            <a:cxnSpLocks/>
          </p:cNvCxnSpPr>
          <p:nvPr/>
        </p:nvCxnSpPr>
        <p:spPr>
          <a:xfrm>
            <a:off x="8285945" y="4113488"/>
            <a:ext cx="474907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D0C6EA5D-8ADF-4D90-88D2-642F90E57DC8}"/>
              </a:ext>
            </a:extLst>
          </p:cNvPr>
          <p:cNvCxnSpPr/>
          <p:nvPr/>
        </p:nvCxnSpPr>
        <p:spPr>
          <a:xfrm>
            <a:off x="8285945" y="3810490"/>
            <a:ext cx="4770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E7BE509A-D3B4-4C65-9669-689BC23DBE6B}"/>
              </a:ext>
            </a:extLst>
          </p:cNvPr>
          <p:cNvSpPr/>
          <p:nvPr/>
        </p:nvSpPr>
        <p:spPr>
          <a:xfrm>
            <a:off x="8307137" y="2724252"/>
            <a:ext cx="453715" cy="86920"/>
          </a:xfrm>
          <a:custGeom>
            <a:avLst/>
            <a:gdLst>
              <a:gd name="connsiteX0" fmla="*/ 0 w 430856"/>
              <a:gd name="connsiteY0" fmla="*/ 3456 h 62014"/>
              <a:gd name="connsiteX1" fmla="*/ 190500 w 430856"/>
              <a:gd name="connsiteY1" fmla="*/ 281 h 62014"/>
              <a:gd name="connsiteX2" fmla="*/ 298450 w 430856"/>
              <a:gd name="connsiteY2" fmla="*/ 9806 h 62014"/>
              <a:gd name="connsiteX3" fmla="*/ 415925 w 430856"/>
              <a:gd name="connsiteY3" fmla="*/ 57431 h 62014"/>
              <a:gd name="connsiteX4" fmla="*/ 425450 w 430856"/>
              <a:gd name="connsiteY4" fmla="*/ 57431 h 62014"/>
              <a:gd name="connsiteX0" fmla="*/ 0 w 430856"/>
              <a:gd name="connsiteY0" fmla="*/ 4770 h 63328"/>
              <a:gd name="connsiteX1" fmla="*/ 190500 w 430856"/>
              <a:gd name="connsiteY1" fmla="*/ 1595 h 63328"/>
              <a:gd name="connsiteX2" fmla="*/ 298450 w 430856"/>
              <a:gd name="connsiteY2" fmla="*/ 30170 h 63328"/>
              <a:gd name="connsiteX3" fmla="*/ 415925 w 430856"/>
              <a:gd name="connsiteY3" fmla="*/ 58745 h 63328"/>
              <a:gd name="connsiteX4" fmla="*/ 425450 w 430856"/>
              <a:gd name="connsiteY4" fmla="*/ 58745 h 63328"/>
              <a:gd name="connsiteX0" fmla="*/ 0 w 430856"/>
              <a:gd name="connsiteY0" fmla="*/ 1605 h 60163"/>
              <a:gd name="connsiteX1" fmla="*/ 190500 w 430856"/>
              <a:gd name="connsiteY1" fmla="*/ 3193 h 60163"/>
              <a:gd name="connsiteX2" fmla="*/ 298450 w 430856"/>
              <a:gd name="connsiteY2" fmla="*/ 27005 h 60163"/>
              <a:gd name="connsiteX3" fmla="*/ 415925 w 430856"/>
              <a:gd name="connsiteY3" fmla="*/ 55580 h 60163"/>
              <a:gd name="connsiteX4" fmla="*/ 425450 w 430856"/>
              <a:gd name="connsiteY4" fmla="*/ 55580 h 60163"/>
              <a:gd name="connsiteX0" fmla="*/ 0 w 430856"/>
              <a:gd name="connsiteY0" fmla="*/ 1605 h 60163"/>
              <a:gd name="connsiteX1" fmla="*/ 190500 w 430856"/>
              <a:gd name="connsiteY1" fmla="*/ 3193 h 60163"/>
              <a:gd name="connsiteX2" fmla="*/ 322262 w 430856"/>
              <a:gd name="connsiteY2" fmla="*/ 27005 h 60163"/>
              <a:gd name="connsiteX3" fmla="*/ 415925 w 430856"/>
              <a:gd name="connsiteY3" fmla="*/ 55580 h 60163"/>
              <a:gd name="connsiteX4" fmla="*/ 425450 w 430856"/>
              <a:gd name="connsiteY4" fmla="*/ 55580 h 60163"/>
              <a:gd name="connsiteX0" fmla="*/ 0 w 434737"/>
              <a:gd name="connsiteY0" fmla="*/ 1605 h 78538"/>
              <a:gd name="connsiteX1" fmla="*/ 190500 w 434737"/>
              <a:gd name="connsiteY1" fmla="*/ 3193 h 78538"/>
              <a:gd name="connsiteX2" fmla="*/ 322262 w 434737"/>
              <a:gd name="connsiteY2" fmla="*/ 27005 h 78538"/>
              <a:gd name="connsiteX3" fmla="*/ 423069 w 434737"/>
              <a:gd name="connsiteY3" fmla="*/ 77011 h 78538"/>
              <a:gd name="connsiteX4" fmla="*/ 425450 w 434737"/>
              <a:gd name="connsiteY4" fmla="*/ 55580 h 78538"/>
              <a:gd name="connsiteX0" fmla="*/ 0 w 423069"/>
              <a:gd name="connsiteY0" fmla="*/ 1605 h 77011"/>
              <a:gd name="connsiteX1" fmla="*/ 190500 w 423069"/>
              <a:gd name="connsiteY1" fmla="*/ 3193 h 77011"/>
              <a:gd name="connsiteX2" fmla="*/ 322262 w 423069"/>
              <a:gd name="connsiteY2" fmla="*/ 27005 h 77011"/>
              <a:gd name="connsiteX3" fmla="*/ 423069 w 423069"/>
              <a:gd name="connsiteY3" fmla="*/ 77011 h 77011"/>
              <a:gd name="connsiteX0" fmla="*/ 0 w 423069"/>
              <a:gd name="connsiteY0" fmla="*/ 880 h 76286"/>
              <a:gd name="connsiteX1" fmla="*/ 188119 w 423069"/>
              <a:gd name="connsiteY1" fmla="*/ 4849 h 76286"/>
              <a:gd name="connsiteX2" fmla="*/ 322262 w 423069"/>
              <a:gd name="connsiteY2" fmla="*/ 26280 h 76286"/>
              <a:gd name="connsiteX3" fmla="*/ 423069 w 423069"/>
              <a:gd name="connsiteY3" fmla="*/ 76286 h 76286"/>
              <a:gd name="connsiteX0" fmla="*/ 0 w 423069"/>
              <a:gd name="connsiteY0" fmla="*/ 880 h 81049"/>
              <a:gd name="connsiteX1" fmla="*/ 188119 w 423069"/>
              <a:gd name="connsiteY1" fmla="*/ 4849 h 81049"/>
              <a:gd name="connsiteX2" fmla="*/ 322262 w 423069"/>
              <a:gd name="connsiteY2" fmla="*/ 26280 h 81049"/>
              <a:gd name="connsiteX3" fmla="*/ 423069 w 423069"/>
              <a:gd name="connsiteY3" fmla="*/ 81049 h 81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069" h="81049">
                <a:moveTo>
                  <a:pt x="0" y="880"/>
                </a:moveTo>
                <a:cubicBezTo>
                  <a:pt x="70379" y="-1237"/>
                  <a:pt x="134409" y="616"/>
                  <a:pt x="188119" y="4849"/>
                </a:cubicBezTo>
                <a:cubicBezTo>
                  <a:pt x="241829" y="9082"/>
                  <a:pt x="283104" y="13580"/>
                  <a:pt x="322262" y="26280"/>
                </a:cubicBezTo>
                <a:cubicBezTo>
                  <a:pt x="361420" y="38980"/>
                  <a:pt x="423069" y="81049"/>
                  <a:pt x="423069" y="81049"/>
                </a:cubicBezTo>
              </a:path>
            </a:pathLst>
          </a:custGeo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250BECD-FE99-4B5E-95F0-B77DB9B19F1E}"/>
              </a:ext>
            </a:extLst>
          </p:cNvPr>
          <p:cNvGrpSpPr/>
          <p:nvPr/>
        </p:nvGrpSpPr>
        <p:grpSpPr>
          <a:xfrm>
            <a:off x="653873" y="4846989"/>
            <a:ext cx="6065981" cy="1584038"/>
            <a:chOff x="653873" y="4846989"/>
            <a:chExt cx="6065981" cy="1584038"/>
          </a:xfrm>
        </p:grpSpPr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E773680A-304E-49D1-B276-BA1D6626F569}"/>
                </a:ext>
              </a:extLst>
            </p:cNvPr>
            <p:cNvSpPr/>
            <p:nvPr/>
          </p:nvSpPr>
          <p:spPr>
            <a:xfrm>
              <a:off x="703527" y="4963098"/>
              <a:ext cx="2590066" cy="1150744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1B79C74B-6F9B-4FC8-B2D4-B2A848FF19B9}"/>
                </a:ext>
              </a:extLst>
            </p:cNvPr>
            <p:cNvCxnSpPr>
              <a:cxnSpLocks/>
            </p:cNvCxnSpPr>
            <p:nvPr/>
          </p:nvCxnSpPr>
          <p:spPr>
            <a:xfrm>
              <a:off x="653873" y="6192795"/>
              <a:ext cx="606598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969DDA57-05D1-4EA9-B815-0487DC03FFB7}"/>
                </a:ext>
              </a:extLst>
            </p:cNvPr>
            <p:cNvCxnSpPr>
              <a:cxnSpLocks/>
            </p:cNvCxnSpPr>
            <p:nvPr/>
          </p:nvCxnSpPr>
          <p:spPr>
            <a:xfrm>
              <a:off x="3293410" y="4846989"/>
              <a:ext cx="0" cy="13379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1C233772-B168-464E-BEFC-EB29AAFC96A9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93" y="4846989"/>
              <a:ext cx="0" cy="13379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AFCC5AB1-415A-4CBB-9690-FC1241005CA7}"/>
                </a:ext>
              </a:extLst>
            </p:cNvPr>
            <p:cNvCxnSpPr>
              <a:cxnSpLocks/>
            </p:cNvCxnSpPr>
            <p:nvPr/>
          </p:nvCxnSpPr>
          <p:spPr>
            <a:xfrm>
              <a:off x="3673276" y="4846989"/>
              <a:ext cx="0" cy="133791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9033CB07-D651-4112-8206-A350F3DA76FA}"/>
                </a:ext>
              </a:extLst>
            </p:cNvPr>
            <p:cNvCxnSpPr>
              <a:cxnSpLocks/>
            </p:cNvCxnSpPr>
            <p:nvPr/>
          </p:nvCxnSpPr>
          <p:spPr>
            <a:xfrm>
              <a:off x="653873" y="6114135"/>
              <a:ext cx="2645673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04CD4054-3752-4D0C-808B-E485EFECEAC0}"/>
                </a:ext>
              </a:extLst>
            </p:cNvPr>
            <p:cNvCxnSpPr>
              <a:cxnSpLocks/>
            </p:cNvCxnSpPr>
            <p:nvPr/>
          </p:nvCxnSpPr>
          <p:spPr>
            <a:xfrm>
              <a:off x="4055100" y="6123159"/>
              <a:ext cx="266475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3C7F25FE-B509-48C0-B7BD-DA4731AC6991}"/>
                </a:ext>
              </a:extLst>
            </p:cNvPr>
            <p:cNvSpPr txBox="1"/>
            <p:nvPr/>
          </p:nvSpPr>
          <p:spPr>
            <a:xfrm>
              <a:off x="1342941" y="6226466"/>
              <a:ext cx="127041" cy="121760"/>
            </a:xfrm>
            <a:custGeom>
              <a:avLst/>
              <a:gdLst/>
              <a:ahLst/>
              <a:cxnLst/>
              <a:rect l="l" t="t" r="r" b="b"/>
              <a:pathLst>
                <a:path w="204351" h="195857">
                  <a:moveTo>
                    <a:pt x="45835" y="71665"/>
                  </a:moveTo>
                  <a:cubicBezTo>
                    <a:pt x="48430" y="71665"/>
                    <a:pt x="50711" y="71958"/>
                    <a:pt x="52679" y="72544"/>
                  </a:cubicBezTo>
                  <a:cubicBezTo>
                    <a:pt x="54646" y="73130"/>
                    <a:pt x="56383" y="74030"/>
                    <a:pt x="57890" y="75244"/>
                  </a:cubicBezTo>
                  <a:cubicBezTo>
                    <a:pt x="59397" y="76458"/>
                    <a:pt x="60736" y="78027"/>
                    <a:pt x="61908" y="79953"/>
                  </a:cubicBezTo>
                  <a:cubicBezTo>
                    <a:pt x="63080" y="81878"/>
                    <a:pt x="64210" y="84494"/>
                    <a:pt x="65299" y="87801"/>
                  </a:cubicBezTo>
                  <a:cubicBezTo>
                    <a:pt x="66387" y="91108"/>
                    <a:pt x="67413" y="95210"/>
                    <a:pt x="68375" y="100107"/>
                  </a:cubicBezTo>
                  <a:cubicBezTo>
                    <a:pt x="69338" y="105005"/>
                    <a:pt x="70196" y="110091"/>
                    <a:pt x="70950" y="115365"/>
                  </a:cubicBezTo>
                  <a:lnTo>
                    <a:pt x="72205" y="115365"/>
                  </a:lnTo>
                  <a:cubicBezTo>
                    <a:pt x="80242" y="104063"/>
                    <a:pt x="86332" y="95796"/>
                    <a:pt x="90476" y="90564"/>
                  </a:cubicBezTo>
                  <a:cubicBezTo>
                    <a:pt x="94620" y="85332"/>
                    <a:pt x="98115" y="81439"/>
                    <a:pt x="100962" y="78885"/>
                  </a:cubicBezTo>
                  <a:cubicBezTo>
                    <a:pt x="103808" y="76332"/>
                    <a:pt x="106550" y="74532"/>
                    <a:pt x="109187" y="73486"/>
                  </a:cubicBezTo>
                  <a:cubicBezTo>
                    <a:pt x="111824" y="72439"/>
                    <a:pt x="115319" y="71916"/>
                    <a:pt x="119672" y="71916"/>
                  </a:cubicBezTo>
                  <a:cubicBezTo>
                    <a:pt x="123607" y="71916"/>
                    <a:pt x="126830" y="72418"/>
                    <a:pt x="129341" y="73423"/>
                  </a:cubicBezTo>
                  <a:lnTo>
                    <a:pt x="124318" y="96152"/>
                  </a:lnTo>
                  <a:lnTo>
                    <a:pt x="115528" y="96152"/>
                  </a:lnTo>
                  <a:cubicBezTo>
                    <a:pt x="115026" y="92636"/>
                    <a:pt x="113561" y="90878"/>
                    <a:pt x="111133" y="90878"/>
                  </a:cubicBezTo>
                  <a:cubicBezTo>
                    <a:pt x="110380" y="90878"/>
                    <a:pt x="109584" y="91003"/>
                    <a:pt x="108747" y="91254"/>
                  </a:cubicBezTo>
                  <a:cubicBezTo>
                    <a:pt x="107910" y="91506"/>
                    <a:pt x="106885" y="92050"/>
                    <a:pt x="105671" y="92887"/>
                  </a:cubicBezTo>
                  <a:cubicBezTo>
                    <a:pt x="104457" y="93724"/>
                    <a:pt x="102678" y="95357"/>
                    <a:pt x="100334" y="97784"/>
                  </a:cubicBezTo>
                  <a:cubicBezTo>
                    <a:pt x="97990" y="100212"/>
                    <a:pt x="95353" y="103184"/>
                    <a:pt x="92423" y="106700"/>
                  </a:cubicBezTo>
                  <a:cubicBezTo>
                    <a:pt x="89493" y="110216"/>
                    <a:pt x="86479" y="113900"/>
                    <a:pt x="83381" y="117751"/>
                  </a:cubicBezTo>
                  <a:lnTo>
                    <a:pt x="74842" y="128424"/>
                  </a:lnTo>
                  <a:cubicBezTo>
                    <a:pt x="76349" y="136461"/>
                    <a:pt x="77772" y="143409"/>
                    <a:pt x="79112" y="149270"/>
                  </a:cubicBezTo>
                  <a:cubicBezTo>
                    <a:pt x="80451" y="155130"/>
                    <a:pt x="81644" y="160006"/>
                    <a:pt x="82691" y="163899"/>
                  </a:cubicBezTo>
                  <a:cubicBezTo>
                    <a:pt x="83737" y="167792"/>
                    <a:pt x="84658" y="170868"/>
                    <a:pt x="85453" y="173129"/>
                  </a:cubicBezTo>
                  <a:cubicBezTo>
                    <a:pt x="86249" y="175389"/>
                    <a:pt x="87107" y="177084"/>
                    <a:pt x="88028" y="178214"/>
                  </a:cubicBezTo>
                  <a:cubicBezTo>
                    <a:pt x="88948" y="179344"/>
                    <a:pt x="89890" y="180140"/>
                    <a:pt x="90853" y="180600"/>
                  </a:cubicBezTo>
                  <a:cubicBezTo>
                    <a:pt x="91816" y="181061"/>
                    <a:pt x="92925" y="181291"/>
                    <a:pt x="94181" y="181291"/>
                  </a:cubicBezTo>
                  <a:cubicBezTo>
                    <a:pt x="96441" y="181291"/>
                    <a:pt x="98639" y="180412"/>
                    <a:pt x="100773" y="178654"/>
                  </a:cubicBezTo>
                  <a:cubicBezTo>
                    <a:pt x="102908" y="176896"/>
                    <a:pt x="105985" y="172919"/>
                    <a:pt x="110003" y="166724"/>
                  </a:cubicBezTo>
                  <a:lnTo>
                    <a:pt x="118165" y="172124"/>
                  </a:lnTo>
                  <a:cubicBezTo>
                    <a:pt x="112305" y="180830"/>
                    <a:pt x="107010" y="186963"/>
                    <a:pt x="102280" y="190521"/>
                  </a:cubicBezTo>
                  <a:cubicBezTo>
                    <a:pt x="97550" y="194078"/>
                    <a:pt x="91920" y="195857"/>
                    <a:pt x="85390" y="195857"/>
                  </a:cubicBezTo>
                  <a:cubicBezTo>
                    <a:pt x="81791" y="195857"/>
                    <a:pt x="78735" y="195209"/>
                    <a:pt x="76224" y="193911"/>
                  </a:cubicBezTo>
                  <a:cubicBezTo>
                    <a:pt x="73712" y="192613"/>
                    <a:pt x="71536" y="190541"/>
                    <a:pt x="69694" y="187695"/>
                  </a:cubicBezTo>
                  <a:cubicBezTo>
                    <a:pt x="67852" y="184849"/>
                    <a:pt x="66220" y="180412"/>
                    <a:pt x="64796" y="174384"/>
                  </a:cubicBezTo>
                  <a:cubicBezTo>
                    <a:pt x="62201" y="163669"/>
                    <a:pt x="60611" y="155465"/>
                    <a:pt x="60025" y="149772"/>
                  </a:cubicBezTo>
                  <a:lnTo>
                    <a:pt x="58769" y="149772"/>
                  </a:lnTo>
                  <a:cubicBezTo>
                    <a:pt x="49895" y="162246"/>
                    <a:pt x="43302" y="171203"/>
                    <a:pt x="38991" y="176645"/>
                  </a:cubicBezTo>
                  <a:cubicBezTo>
                    <a:pt x="34680" y="182086"/>
                    <a:pt x="31122" y="186105"/>
                    <a:pt x="28317" y="188700"/>
                  </a:cubicBezTo>
                  <a:cubicBezTo>
                    <a:pt x="25513" y="191295"/>
                    <a:pt x="22792" y="193116"/>
                    <a:pt x="20155" y="194162"/>
                  </a:cubicBezTo>
                  <a:cubicBezTo>
                    <a:pt x="17518" y="195209"/>
                    <a:pt x="14023" y="195732"/>
                    <a:pt x="9670" y="195732"/>
                  </a:cubicBezTo>
                  <a:cubicBezTo>
                    <a:pt x="5735" y="195732"/>
                    <a:pt x="2512" y="195230"/>
                    <a:pt x="0" y="194225"/>
                  </a:cubicBezTo>
                  <a:lnTo>
                    <a:pt x="5023" y="171496"/>
                  </a:lnTo>
                  <a:lnTo>
                    <a:pt x="13813" y="171496"/>
                  </a:lnTo>
                  <a:cubicBezTo>
                    <a:pt x="14316" y="175012"/>
                    <a:pt x="15781" y="176770"/>
                    <a:pt x="18209" y="176770"/>
                  </a:cubicBezTo>
                  <a:cubicBezTo>
                    <a:pt x="19381" y="176770"/>
                    <a:pt x="20615" y="176456"/>
                    <a:pt x="21913" y="175828"/>
                  </a:cubicBezTo>
                  <a:cubicBezTo>
                    <a:pt x="23211" y="175201"/>
                    <a:pt x="25073" y="173694"/>
                    <a:pt x="27501" y="171308"/>
                  </a:cubicBezTo>
                  <a:cubicBezTo>
                    <a:pt x="29929" y="168922"/>
                    <a:pt x="33277" y="165176"/>
                    <a:pt x="37547" y="160069"/>
                  </a:cubicBezTo>
                  <a:cubicBezTo>
                    <a:pt x="41816" y="154962"/>
                    <a:pt x="48011" y="147302"/>
                    <a:pt x="56132" y="137089"/>
                  </a:cubicBezTo>
                  <a:cubicBezTo>
                    <a:pt x="54876" y="130475"/>
                    <a:pt x="53578" y="124113"/>
                    <a:pt x="52239" y="118002"/>
                  </a:cubicBezTo>
                  <a:cubicBezTo>
                    <a:pt x="50900" y="111890"/>
                    <a:pt x="49518" y="106198"/>
                    <a:pt x="48095" y="100924"/>
                  </a:cubicBezTo>
                  <a:cubicBezTo>
                    <a:pt x="46672" y="95650"/>
                    <a:pt x="45500" y="92196"/>
                    <a:pt x="44579" y="90564"/>
                  </a:cubicBezTo>
                  <a:cubicBezTo>
                    <a:pt x="43658" y="88931"/>
                    <a:pt x="42674" y="87801"/>
                    <a:pt x="41628" y="87173"/>
                  </a:cubicBezTo>
                  <a:cubicBezTo>
                    <a:pt x="40582" y="86545"/>
                    <a:pt x="39263" y="86232"/>
                    <a:pt x="37672" y="86232"/>
                  </a:cubicBezTo>
                  <a:cubicBezTo>
                    <a:pt x="35914" y="86232"/>
                    <a:pt x="34324" y="86629"/>
                    <a:pt x="32901" y="87424"/>
                  </a:cubicBezTo>
                  <a:cubicBezTo>
                    <a:pt x="31477" y="88220"/>
                    <a:pt x="29929" y="89601"/>
                    <a:pt x="28254" y="91568"/>
                  </a:cubicBezTo>
                  <a:cubicBezTo>
                    <a:pt x="26580" y="93536"/>
                    <a:pt x="24362" y="96612"/>
                    <a:pt x="21599" y="100798"/>
                  </a:cubicBezTo>
                  <a:lnTo>
                    <a:pt x="13437" y="95398"/>
                  </a:lnTo>
                  <a:cubicBezTo>
                    <a:pt x="18711" y="87445"/>
                    <a:pt x="23776" y="81502"/>
                    <a:pt x="28631" y="77567"/>
                  </a:cubicBezTo>
                  <a:cubicBezTo>
                    <a:pt x="33487" y="73632"/>
                    <a:pt x="39221" y="71665"/>
                    <a:pt x="45835" y="71665"/>
                  </a:cubicBezTo>
                  <a:close/>
                  <a:moveTo>
                    <a:pt x="180352" y="0"/>
                  </a:moveTo>
                  <a:lnTo>
                    <a:pt x="204351" y="0"/>
                  </a:lnTo>
                  <a:lnTo>
                    <a:pt x="204351" y="7255"/>
                  </a:lnTo>
                  <a:lnTo>
                    <a:pt x="173376" y="81762"/>
                  </a:lnTo>
                  <a:lnTo>
                    <a:pt x="162493" y="7850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/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E3387FE6-4996-4F13-AA73-A984110DD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874" y="6294886"/>
              <a:ext cx="55298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9752E8A6-5F41-4F12-A01B-AE21744C98DF}"/>
                </a:ext>
              </a:extLst>
            </p:cNvPr>
            <p:cNvCxnSpPr>
              <a:cxnSpLocks/>
            </p:cNvCxnSpPr>
            <p:nvPr/>
          </p:nvCxnSpPr>
          <p:spPr>
            <a:xfrm>
              <a:off x="6118603" y="6294886"/>
              <a:ext cx="55972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6A952CC9-2CC5-45D3-98DE-299A7EBED33D}"/>
                </a:ext>
              </a:extLst>
            </p:cNvPr>
            <p:cNvSpPr txBox="1"/>
            <p:nvPr/>
          </p:nvSpPr>
          <p:spPr>
            <a:xfrm>
              <a:off x="5889097" y="6277217"/>
              <a:ext cx="80409" cy="77208"/>
            </a:xfrm>
            <a:custGeom>
              <a:avLst/>
              <a:gdLst/>
              <a:ahLst/>
              <a:cxnLst/>
              <a:rect l="l" t="t" r="r" b="b"/>
              <a:pathLst>
                <a:path w="129341" h="124192">
                  <a:moveTo>
                    <a:pt x="45835" y="0"/>
                  </a:moveTo>
                  <a:cubicBezTo>
                    <a:pt x="48430" y="0"/>
                    <a:pt x="50711" y="293"/>
                    <a:pt x="52678" y="879"/>
                  </a:cubicBezTo>
                  <a:cubicBezTo>
                    <a:pt x="54646" y="1465"/>
                    <a:pt x="56383" y="2365"/>
                    <a:pt x="57890" y="3579"/>
                  </a:cubicBezTo>
                  <a:cubicBezTo>
                    <a:pt x="59397" y="4793"/>
                    <a:pt x="60736" y="6362"/>
                    <a:pt x="61908" y="8288"/>
                  </a:cubicBezTo>
                  <a:cubicBezTo>
                    <a:pt x="63080" y="10213"/>
                    <a:pt x="64210" y="12829"/>
                    <a:pt x="65299" y="16136"/>
                  </a:cubicBezTo>
                  <a:cubicBezTo>
                    <a:pt x="66387" y="19443"/>
                    <a:pt x="67412" y="23545"/>
                    <a:pt x="68375" y="28442"/>
                  </a:cubicBezTo>
                  <a:cubicBezTo>
                    <a:pt x="69338" y="33340"/>
                    <a:pt x="70196" y="38426"/>
                    <a:pt x="70949" y="43700"/>
                  </a:cubicBezTo>
                  <a:lnTo>
                    <a:pt x="72205" y="43700"/>
                  </a:lnTo>
                  <a:cubicBezTo>
                    <a:pt x="80242" y="32398"/>
                    <a:pt x="86332" y="24131"/>
                    <a:pt x="90476" y="18899"/>
                  </a:cubicBezTo>
                  <a:cubicBezTo>
                    <a:pt x="94620" y="13667"/>
                    <a:pt x="98115" y="9774"/>
                    <a:pt x="100961" y="7220"/>
                  </a:cubicBezTo>
                  <a:cubicBezTo>
                    <a:pt x="103808" y="4667"/>
                    <a:pt x="106550" y="2867"/>
                    <a:pt x="109187" y="1821"/>
                  </a:cubicBezTo>
                  <a:cubicBezTo>
                    <a:pt x="111824" y="774"/>
                    <a:pt x="115319" y="251"/>
                    <a:pt x="119672" y="251"/>
                  </a:cubicBezTo>
                  <a:cubicBezTo>
                    <a:pt x="123607" y="251"/>
                    <a:pt x="126830" y="753"/>
                    <a:pt x="129341" y="1758"/>
                  </a:cubicBezTo>
                  <a:lnTo>
                    <a:pt x="124318" y="24487"/>
                  </a:lnTo>
                  <a:lnTo>
                    <a:pt x="115528" y="24487"/>
                  </a:lnTo>
                  <a:cubicBezTo>
                    <a:pt x="115026" y="20971"/>
                    <a:pt x="113561" y="19213"/>
                    <a:pt x="111133" y="19213"/>
                  </a:cubicBezTo>
                  <a:cubicBezTo>
                    <a:pt x="110380" y="19213"/>
                    <a:pt x="109584" y="19338"/>
                    <a:pt x="108747" y="19590"/>
                  </a:cubicBezTo>
                  <a:cubicBezTo>
                    <a:pt x="107910" y="19841"/>
                    <a:pt x="106884" y="20385"/>
                    <a:pt x="105670" y="21222"/>
                  </a:cubicBezTo>
                  <a:cubicBezTo>
                    <a:pt x="104457" y="22059"/>
                    <a:pt x="102678" y="23692"/>
                    <a:pt x="100334" y="26119"/>
                  </a:cubicBezTo>
                  <a:cubicBezTo>
                    <a:pt x="97990" y="28547"/>
                    <a:pt x="95353" y="31519"/>
                    <a:pt x="92422" y="35035"/>
                  </a:cubicBezTo>
                  <a:cubicBezTo>
                    <a:pt x="89492" y="38551"/>
                    <a:pt x="86479" y="42235"/>
                    <a:pt x="83381" y="46086"/>
                  </a:cubicBezTo>
                  <a:lnTo>
                    <a:pt x="74842" y="56759"/>
                  </a:lnTo>
                  <a:cubicBezTo>
                    <a:pt x="76349" y="64796"/>
                    <a:pt x="77772" y="71744"/>
                    <a:pt x="79112" y="77605"/>
                  </a:cubicBezTo>
                  <a:cubicBezTo>
                    <a:pt x="80451" y="83465"/>
                    <a:pt x="81644" y="88341"/>
                    <a:pt x="82691" y="92234"/>
                  </a:cubicBezTo>
                  <a:cubicBezTo>
                    <a:pt x="83737" y="96127"/>
                    <a:pt x="84658" y="99203"/>
                    <a:pt x="85453" y="101464"/>
                  </a:cubicBezTo>
                  <a:cubicBezTo>
                    <a:pt x="86248" y="103724"/>
                    <a:pt x="87107" y="105419"/>
                    <a:pt x="88027" y="106549"/>
                  </a:cubicBezTo>
                  <a:cubicBezTo>
                    <a:pt x="88948" y="107679"/>
                    <a:pt x="89890" y="108475"/>
                    <a:pt x="90853" y="108935"/>
                  </a:cubicBezTo>
                  <a:cubicBezTo>
                    <a:pt x="91816" y="109396"/>
                    <a:pt x="92925" y="109626"/>
                    <a:pt x="94181" y="109626"/>
                  </a:cubicBezTo>
                  <a:cubicBezTo>
                    <a:pt x="96441" y="109626"/>
                    <a:pt x="98638" y="108747"/>
                    <a:pt x="100773" y="106989"/>
                  </a:cubicBezTo>
                  <a:cubicBezTo>
                    <a:pt x="102908" y="105231"/>
                    <a:pt x="105984" y="101254"/>
                    <a:pt x="110003" y="95059"/>
                  </a:cubicBezTo>
                  <a:lnTo>
                    <a:pt x="118165" y="100459"/>
                  </a:lnTo>
                  <a:cubicBezTo>
                    <a:pt x="112305" y="109165"/>
                    <a:pt x="107010" y="115298"/>
                    <a:pt x="102280" y="118856"/>
                  </a:cubicBezTo>
                  <a:cubicBezTo>
                    <a:pt x="97550" y="122413"/>
                    <a:pt x="91920" y="124192"/>
                    <a:pt x="85390" y="124192"/>
                  </a:cubicBezTo>
                  <a:cubicBezTo>
                    <a:pt x="81791" y="124192"/>
                    <a:pt x="78735" y="123544"/>
                    <a:pt x="76223" y="122246"/>
                  </a:cubicBezTo>
                  <a:cubicBezTo>
                    <a:pt x="73712" y="120948"/>
                    <a:pt x="71535" y="118876"/>
                    <a:pt x="69694" y="116030"/>
                  </a:cubicBezTo>
                  <a:cubicBezTo>
                    <a:pt x="67852" y="113184"/>
                    <a:pt x="66219" y="108747"/>
                    <a:pt x="64796" y="102719"/>
                  </a:cubicBezTo>
                  <a:cubicBezTo>
                    <a:pt x="62201" y="92004"/>
                    <a:pt x="60610" y="83800"/>
                    <a:pt x="60024" y="78107"/>
                  </a:cubicBezTo>
                  <a:lnTo>
                    <a:pt x="58769" y="78107"/>
                  </a:lnTo>
                  <a:cubicBezTo>
                    <a:pt x="49895" y="90581"/>
                    <a:pt x="43302" y="99538"/>
                    <a:pt x="38991" y="104980"/>
                  </a:cubicBezTo>
                  <a:cubicBezTo>
                    <a:pt x="34679" y="110421"/>
                    <a:pt x="31122" y="114440"/>
                    <a:pt x="28317" y="117035"/>
                  </a:cubicBezTo>
                  <a:cubicBezTo>
                    <a:pt x="25513" y="119630"/>
                    <a:pt x="22792" y="121451"/>
                    <a:pt x="20155" y="122497"/>
                  </a:cubicBezTo>
                  <a:cubicBezTo>
                    <a:pt x="17518" y="123544"/>
                    <a:pt x="14023" y="124067"/>
                    <a:pt x="9669" y="124067"/>
                  </a:cubicBezTo>
                  <a:cubicBezTo>
                    <a:pt x="5735" y="124067"/>
                    <a:pt x="2512" y="123565"/>
                    <a:pt x="0" y="122560"/>
                  </a:cubicBezTo>
                  <a:lnTo>
                    <a:pt x="5023" y="99831"/>
                  </a:lnTo>
                  <a:lnTo>
                    <a:pt x="13813" y="99831"/>
                  </a:lnTo>
                  <a:cubicBezTo>
                    <a:pt x="14316" y="103347"/>
                    <a:pt x="15781" y="105105"/>
                    <a:pt x="18208" y="105105"/>
                  </a:cubicBezTo>
                  <a:cubicBezTo>
                    <a:pt x="19380" y="105105"/>
                    <a:pt x="20615" y="104791"/>
                    <a:pt x="21913" y="104163"/>
                  </a:cubicBezTo>
                  <a:cubicBezTo>
                    <a:pt x="23210" y="103536"/>
                    <a:pt x="25073" y="102029"/>
                    <a:pt x="27501" y="99643"/>
                  </a:cubicBezTo>
                  <a:cubicBezTo>
                    <a:pt x="29929" y="97257"/>
                    <a:pt x="33277" y="93511"/>
                    <a:pt x="37547" y="88404"/>
                  </a:cubicBezTo>
                  <a:cubicBezTo>
                    <a:pt x="41816" y="83297"/>
                    <a:pt x="48011" y="75637"/>
                    <a:pt x="56132" y="65424"/>
                  </a:cubicBezTo>
                  <a:cubicBezTo>
                    <a:pt x="54876" y="58810"/>
                    <a:pt x="53578" y="52448"/>
                    <a:pt x="52239" y="46337"/>
                  </a:cubicBezTo>
                  <a:cubicBezTo>
                    <a:pt x="50899" y="40225"/>
                    <a:pt x="49518" y="34533"/>
                    <a:pt x="48095" y="29259"/>
                  </a:cubicBezTo>
                  <a:cubicBezTo>
                    <a:pt x="46672" y="23985"/>
                    <a:pt x="45500" y="20531"/>
                    <a:pt x="44579" y="18899"/>
                  </a:cubicBezTo>
                  <a:cubicBezTo>
                    <a:pt x="43658" y="17266"/>
                    <a:pt x="42674" y="16136"/>
                    <a:pt x="41628" y="15508"/>
                  </a:cubicBezTo>
                  <a:cubicBezTo>
                    <a:pt x="40581" y="14880"/>
                    <a:pt x="39263" y="14567"/>
                    <a:pt x="37672" y="14567"/>
                  </a:cubicBezTo>
                  <a:cubicBezTo>
                    <a:pt x="35914" y="14567"/>
                    <a:pt x="34324" y="14964"/>
                    <a:pt x="32901" y="15760"/>
                  </a:cubicBezTo>
                  <a:cubicBezTo>
                    <a:pt x="31477" y="16555"/>
                    <a:pt x="29929" y="17936"/>
                    <a:pt x="28254" y="19903"/>
                  </a:cubicBezTo>
                  <a:cubicBezTo>
                    <a:pt x="26580" y="21871"/>
                    <a:pt x="24362" y="24947"/>
                    <a:pt x="21599" y="29133"/>
                  </a:cubicBezTo>
                  <a:lnTo>
                    <a:pt x="13437" y="23733"/>
                  </a:lnTo>
                  <a:cubicBezTo>
                    <a:pt x="18711" y="15780"/>
                    <a:pt x="23776" y="9837"/>
                    <a:pt x="28631" y="5902"/>
                  </a:cubicBezTo>
                  <a:cubicBezTo>
                    <a:pt x="33487" y="1967"/>
                    <a:pt x="39221" y="0"/>
                    <a:pt x="4583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0999AA07-4ABE-430A-85FA-B2E05C8958C3}"/>
                </a:ext>
              </a:extLst>
            </p:cNvPr>
            <p:cNvGrpSpPr/>
            <p:nvPr/>
          </p:nvGrpSpPr>
          <p:grpSpPr>
            <a:xfrm>
              <a:off x="829624" y="4951860"/>
              <a:ext cx="1872760" cy="175198"/>
              <a:chOff x="-977360" y="9816143"/>
              <a:chExt cx="4142038" cy="387491"/>
            </a:xfrm>
          </p:grpSpPr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54F712C4-A2A9-4BF5-AC02-2043CE5B6ABC}"/>
                  </a:ext>
                </a:extLst>
              </p:cNvPr>
              <p:cNvSpPr txBox="1"/>
              <p:nvPr/>
            </p:nvSpPr>
            <p:spPr>
              <a:xfrm>
                <a:off x="-977360" y="9856131"/>
                <a:ext cx="639474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400355" h="213199">
                    <a:moveTo>
                      <a:pt x="358436" y="34205"/>
                    </a:moveTo>
                    <a:cubicBezTo>
                      <a:pt x="363579" y="39520"/>
                      <a:pt x="368637" y="43034"/>
                      <a:pt x="373609" y="44749"/>
                    </a:cubicBezTo>
                    <a:cubicBezTo>
                      <a:pt x="375667" y="45606"/>
                      <a:pt x="376695" y="46463"/>
                      <a:pt x="376695" y="47321"/>
                    </a:cubicBezTo>
                    <a:cubicBezTo>
                      <a:pt x="376695" y="48178"/>
                      <a:pt x="375024" y="49378"/>
                      <a:pt x="371680" y="50921"/>
                    </a:cubicBezTo>
                    <a:cubicBezTo>
                      <a:pt x="368337" y="52464"/>
                      <a:pt x="363236" y="57865"/>
                      <a:pt x="356378" y="67123"/>
                    </a:cubicBezTo>
                    <a:cubicBezTo>
                      <a:pt x="344034" y="83754"/>
                      <a:pt x="332033" y="98498"/>
                      <a:pt x="320374" y="111357"/>
                    </a:cubicBezTo>
                    <a:lnTo>
                      <a:pt x="376695" y="171022"/>
                    </a:lnTo>
                    <a:lnTo>
                      <a:pt x="363579" y="182080"/>
                    </a:lnTo>
                    <a:cubicBezTo>
                      <a:pt x="344891" y="159963"/>
                      <a:pt x="327232" y="139989"/>
                      <a:pt x="310601" y="122159"/>
                    </a:cubicBezTo>
                    <a:cubicBezTo>
                      <a:pt x="290199" y="143761"/>
                      <a:pt x="267739" y="163650"/>
                      <a:pt x="243221" y="181823"/>
                    </a:cubicBezTo>
                    <a:cubicBezTo>
                      <a:pt x="242021" y="175994"/>
                      <a:pt x="237735" y="171365"/>
                      <a:pt x="230363" y="167936"/>
                    </a:cubicBezTo>
                    <a:cubicBezTo>
                      <a:pt x="253508" y="154906"/>
                      <a:pt x="276997" y="136218"/>
                      <a:pt x="300829" y="111872"/>
                    </a:cubicBezTo>
                    <a:cubicBezTo>
                      <a:pt x="280083" y="89926"/>
                      <a:pt x="260195" y="70209"/>
                      <a:pt x="241164" y="52721"/>
                    </a:cubicBezTo>
                    <a:lnTo>
                      <a:pt x="251708" y="43720"/>
                    </a:lnTo>
                    <a:cubicBezTo>
                      <a:pt x="276226" y="67037"/>
                      <a:pt x="295942" y="86240"/>
                      <a:pt x="310858" y="101327"/>
                    </a:cubicBezTo>
                    <a:cubicBezTo>
                      <a:pt x="332290" y="77324"/>
                      <a:pt x="348149" y="54950"/>
                      <a:pt x="358436" y="34205"/>
                    </a:cubicBezTo>
                    <a:close/>
                    <a:moveTo>
                      <a:pt x="201559" y="9773"/>
                    </a:moveTo>
                    <a:cubicBezTo>
                      <a:pt x="210817" y="11488"/>
                      <a:pt x="242964" y="12345"/>
                      <a:pt x="298000" y="12345"/>
                    </a:cubicBezTo>
                    <a:cubicBezTo>
                      <a:pt x="353035" y="12345"/>
                      <a:pt x="384153" y="11488"/>
                      <a:pt x="391354" y="9773"/>
                    </a:cubicBezTo>
                    <a:lnTo>
                      <a:pt x="391354" y="28547"/>
                    </a:lnTo>
                    <a:cubicBezTo>
                      <a:pt x="379010" y="26661"/>
                      <a:pt x="348577" y="25718"/>
                      <a:pt x="300057" y="25718"/>
                    </a:cubicBezTo>
                    <a:lnTo>
                      <a:pt x="218275" y="25718"/>
                    </a:lnTo>
                    <a:lnTo>
                      <a:pt x="218275" y="197254"/>
                    </a:lnTo>
                    <a:lnTo>
                      <a:pt x="311116" y="197254"/>
                    </a:lnTo>
                    <a:cubicBezTo>
                      <a:pt x="357921" y="197254"/>
                      <a:pt x="387668" y="196311"/>
                      <a:pt x="400355" y="194425"/>
                    </a:cubicBezTo>
                    <a:lnTo>
                      <a:pt x="400355" y="213199"/>
                    </a:lnTo>
                    <a:cubicBezTo>
                      <a:pt x="390926" y="211313"/>
                      <a:pt x="357750" y="210370"/>
                      <a:pt x="300829" y="210370"/>
                    </a:cubicBezTo>
                    <a:cubicBezTo>
                      <a:pt x="243907" y="210370"/>
                      <a:pt x="210817" y="211313"/>
                      <a:pt x="201559" y="213199"/>
                    </a:cubicBezTo>
                    <a:cubicBezTo>
                      <a:pt x="202416" y="199654"/>
                      <a:pt x="202845" y="185852"/>
                      <a:pt x="202845" y="171793"/>
                    </a:cubicBezTo>
                    <a:lnTo>
                      <a:pt x="202845" y="51435"/>
                    </a:lnTo>
                    <a:cubicBezTo>
                      <a:pt x="202845" y="34805"/>
                      <a:pt x="202416" y="20917"/>
                      <a:pt x="201559" y="9773"/>
                    </a:cubicBezTo>
                    <a:close/>
                    <a:moveTo>
                      <a:pt x="0" y="0"/>
                    </a:moveTo>
                    <a:lnTo>
                      <a:pt x="4115" y="0"/>
                    </a:lnTo>
                    <a:lnTo>
                      <a:pt x="126788" y="141447"/>
                    </a:lnTo>
                    <a:lnTo>
                      <a:pt x="126788" y="0"/>
                    </a:lnTo>
                    <a:lnTo>
                      <a:pt x="145047" y="0"/>
                    </a:lnTo>
                    <a:lnTo>
                      <a:pt x="145047" y="184652"/>
                    </a:lnTo>
                    <a:lnTo>
                      <a:pt x="140932" y="184652"/>
                    </a:lnTo>
                    <a:lnTo>
                      <a:pt x="19031" y="45006"/>
                    </a:lnTo>
                    <a:lnTo>
                      <a:pt x="19031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FA1E878A-9FB9-4C99-BC79-83C2224F0C73}"/>
                  </a:ext>
                </a:extLst>
              </p:cNvPr>
              <p:cNvSpPr txBox="1"/>
              <p:nvPr/>
            </p:nvSpPr>
            <p:spPr>
              <a:xfrm>
                <a:off x="-260355" y="9816143"/>
                <a:ext cx="1775413" cy="380963"/>
              </a:xfrm>
              <a:custGeom>
                <a:avLst/>
                <a:gdLst/>
                <a:ahLst/>
                <a:cxnLst/>
                <a:rect l="l" t="t" r="r" b="b"/>
                <a:pathLst>
                  <a:path w="1111531" h="238509">
                    <a:moveTo>
                      <a:pt x="660502" y="126397"/>
                    </a:moveTo>
                    <a:cubicBezTo>
                      <a:pt x="683444" y="127913"/>
                      <a:pt x="710668" y="128672"/>
                      <a:pt x="742173" y="128672"/>
                    </a:cubicBezTo>
                    <a:cubicBezTo>
                      <a:pt x="773679" y="128672"/>
                      <a:pt x="798627" y="127913"/>
                      <a:pt x="817017" y="126397"/>
                    </a:cubicBezTo>
                    <a:lnTo>
                      <a:pt x="817017" y="148189"/>
                    </a:lnTo>
                    <a:cubicBezTo>
                      <a:pt x="800186" y="146844"/>
                      <a:pt x="777481" y="146171"/>
                      <a:pt x="748902" y="146171"/>
                    </a:cubicBezTo>
                    <a:lnTo>
                      <a:pt x="748902" y="208898"/>
                    </a:lnTo>
                    <a:cubicBezTo>
                      <a:pt x="795338" y="208898"/>
                      <a:pt x="829060" y="208140"/>
                      <a:pt x="850068" y="206624"/>
                    </a:cubicBezTo>
                    <a:lnTo>
                      <a:pt x="850068" y="228419"/>
                    </a:lnTo>
                    <a:cubicBezTo>
                      <a:pt x="828219" y="227074"/>
                      <a:pt x="794380" y="226402"/>
                      <a:pt x="748551" y="226402"/>
                    </a:cubicBezTo>
                    <a:cubicBezTo>
                      <a:pt x="702721" y="226402"/>
                      <a:pt x="662691" y="227074"/>
                      <a:pt x="628460" y="228419"/>
                    </a:cubicBezTo>
                    <a:lnTo>
                      <a:pt x="628460" y="206624"/>
                    </a:lnTo>
                    <a:cubicBezTo>
                      <a:pt x="654885" y="208140"/>
                      <a:pt x="688019" y="208898"/>
                      <a:pt x="727862" y="208898"/>
                    </a:cubicBezTo>
                    <a:lnTo>
                      <a:pt x="727862" y="146171"/>
                    </a:lnTo>
                    <a:cubicBezTo>
                      <a:pt x="697727" y="146509"/>
                      <a:pt x="675274" y="147181"/>
                      <a:pt x="660502" y="148189"/>
                    </a:cubicBezTo>
                    <a:close/>
                    <a:moveTo>
                      <a:pt x="531383" y="119590"/>
                    </a:moveTo>
                    <a:lnTo>
                      <a:pt x="604139" y="119590"/>
                    </a:lnTo>
                    <a:lnTo>
                      <a:pt x="604139" y="139613"/>
                    </a:lnTo>
                    <a:lnTo>
                      <a:pt x="531383" y="139613"/>
                    </a:lnTo>
                    <a:close/>
                    <a:moveTo>
                      <a:pt x="183816" y="116303"/>
                    </a:moveTo>
                    <a:cubicBezTo>
                      <a:pt x="191170" y="121366"/>
                      <a:pt x="197607" y="124768"/>
                      <a:pt x="203128" y="126510"/>
                    </a:cubicBezTo>
                    <a:cubicBezTo>
                      <a:pt x="206533" y="127560"/>
                      <a:pt x="208236" y="129270"/>
                      <a:pt x="208236" y="131639"/>
                    </a:cubicBezTo>
                    <a:cubicBezTo>
                      <a:pt x="208236" y="134009"/>
                      <a:pt x="207210" y="135655"/>
                      <a:pt x="205158" y="136578"/>
                    </a:cubicBezTo>
                    <a:cubicBezTo>
                      <a:pt x="203106" y="137501"/>
                      <a:pt x="201102" y="138902"/>
                      <a:pt x="199146" y="140781"/>
                    </a:cubicBezTo>
                    <a:cubicBezTo>
                      <a:pt x="197191" y="142660"/>
                      <a:pt x="195471" y="144753"/>
                      <a:pt x="193987" y="147060"/>
                    </a:cubicBezTo>
                    <a:cubicBezTo>
                      <a:pt x="186017" y="158421"/>
                      <a:pt x="173392" y="170783"/>
                      <a:pt x="156111" y="184147"/>
                    </a:cubicBezTo>
                    <a:cubicBezTo>
                      <a:pt x="138831" y="197511"/>
                      <a:pt x="116970" y="208939"/>
                      <a:pt x="90528" y="218432"/>
                    </a:cubicBezTo>
                    <a:cubicBezTo>
                      <a:pt x="64086" y="227924"/>
                      <a:pt x="36771" y="234617"/>
                      <a:pt x="8583" y="238509"/>
                    </a:cubicBezTo>
                    <a:cubicBezTo>
                      <a:pt x="7785" y="230416"/>
                      <a:pt x="4924" y="222202"/>
                      <a:pt x="0" y="213865"/>
                    </a:cubicBezTo>
                    <a:cubicBezTo>
                      <a:pt x="25763" y="213109"/>
                      <a:pt x="49062" y="209690"/>
                      <a:pt x="69898" y="203606"/>
                    </a:cubicBezTo>
                    <a:cubicBezTo>
                      <a:pt x="90733" y="197522"/>
                      <a:pt x="108657" y="190001"/>
                      <a:pt x="123671" y="181043"/>
                    </a:cubicBezTo>
                    <a:cubicBezTo>
                      <a:pt x="138685" y="172085"/>
                      <a:pt x="151298" y="162787"/>
                      <a:pt x="161510" y="153151"/>
                    </a:cubicBezTo>
                    <a:cubicBezTo>
                      <a:pt x="171722" y="143515"/>
                      <a:pt x="179157" y="131233"/>
                      <a:pt x="183816" y="116303"/>
                    </a:cubicBezTo>
                    <a:close/>
                    <a:moveTo>
                      <a:pt x="950998" y="91582"/>
                    </a:moveTo>
                    <a:cubicBezTo>
                      <a:pt x="959720" y="94818"/>
                      <a:pt x="966712" y="96515"/>
                      <a:pt x="971973" y="96673"/>
                    </a:cubicBezTo>
                    <a:cubicBezTo>
                      <a:pt x="975871" y="96952"/>
                      <a:pt x="977820" y="98180"/>
                      <a:pt x="977820" y="100356"/>
                    </a:cubicBezTo>
                    <a:cubicBezTo>
                      <a:pt x="977820" y="102533"/>
                      <a:pt x="976675" y="104383"/>
                      <a:pt x="974384" y="105908"/>
                    </a:cubicBezTo>
                    <a:cubicBezTo>
                      <a:pt x="971430" y="107876"/>
                      <a:pt x="968964" y="113557"/>
                      <a:pt x="966987" y="122949"/>
                    </a:cubicBezTo>
                    <a:cubicBezTo>
                      <a:pt x="961648" y="149653"/>
                      <a:pt x="954109" y="171034"/>
                      <a:pt x="944371" y="187092"/>
                    </a:cubicBezTo>
                    <a:cubicBezTo>
                      <a:pt x="934633" y="203151"/>
                      <a:pt x="919532" y="219113"/>
                      <a:pt x="899068" y="234977"/>
                    </a:cubicBezTo>
                    <a:cubicBezTo>
                      <a:pt x="894289" y="229172"/>
                      <a:pt x="888213" y="224733"/>
                      <a:pt x="880841" y="221660"/>
                    </a:cubicBezTo>
                    <a:cubicBezTo>
                      <a:pt x="905069" y="204617"/>
                      <a:pt x="922191" y="186535"/>
                      <a:pt x="932206" y="167415"/>
                    </a:cubicBezTo>
                    <a:cubicBezTo>
                      <a:pt x="942221" y="148294"/>
                      <a:pt x="948485" y="123016"/>
                      <a:pt x="950998" y="91582"/>
                    </a:cubicBezTo>
                    <a:close/>
                    <a:moveTo>
                      <a:pt x="1039144" y="88805"/>
                    </a:moveTo>
                    <a:cubicBezTo>
                      <a:pt x="1043586" y="154122"/>
                      <a:pt x="1067715" y="196955"/>
                      <a:pt x="1111531" y="217304"/>
                    </a:cubicBezTo>
                    <a:cubicBezTo>
                      <a:pt x="1103143" y="223587"/>
                      <a:pt x="1096906" y="229646"/>
                      <a:pt x="1092818" y="235484"/>
                    </a:cubicBezTo>
                    <a:cubicBezTo>
                      <a:pt x="1071306" y="222025"/>
                      <a:pt x="1054703" y="204284"/>
                      <a:pt x="1043010" y="182262"/>
                    </a:cubicBezTo>
                    <a:cubicBezTo>
                      <a:pt x="1031317" y="160240"/>
                      <a:pt x="1023094" y="130729"/>
                      <a:pt x="1018341" y="93728"/>
                    </a:cubicBezTo>
                    <a:close/>
                    <a:moveTo>
                      <a:pt x="766499" y="65595"/>
                    </a:moveTo>
                    <a:cubicBezTo>
                      <a:pt x="796197" y="83362"/>
                      <a:pt x="820690" y="99887"/>
                      <a:pt x="839978" y="115170"/>
                    </a:cubicBezTo>
                    <a:lnTo>
                      <a:pt x="826368" y="130026"/>
                    </a:lnTo>
                    <a:cubicBezTo>
                      <a:pt x="819103" y="123553"/>
                      <a:pt x="808482" y="115451"/>
                      <a:pt x="794507" y="105719"/>
                    </a:cubicBezTo>
                    <a:cubicBezTo>
                      <a:pt x="780531" y="95986"/>
                      <a:pt x="767651" y="87920"/>
                      <a:pt x="755866" y="81520"/>
                    </a:cubicBezTo>
                    <a:close/>
                    <a:moveTo>
                      <a:pt x="704535" y="63578"/>
                    </a:moveTo>
                    <a:cubicBezTo>
                      <a:pt x="708902" y="68732"/>
                      <a:pt x="713337" y="72735"/>
                      <a:pt x="717840" y="75585"/>
                    </a:cubicBezTo>
                    <a:cubicBezTo>
                      <a:pt x="720383" y="77278"/>
                      <a:pt x="721654" y="79003"/>
                      <a:pt x="721654" y="80761"/>
                    </a:cubicBezTo>
                    <a:cubicBezTo>
                      <a:pt x="721654" y="82518"/>
                      <a:pt x="719616" y="84054"/>
                      <a:pt x="715542" y="85370"/>
                    </a:cubicBezTo>
                    <a:cubicBezTo>
                      <a:pt x="711915" y="86532"/>
                      <a:pt x="708682" y="88532"/>
                      <a:pt x="705846" y="91369"/>
                    </a:cubicBezTo>
                    <a:cubicBezTo>
                      <a:pt x="687428" y="106773"/>
                      <a:pt x="667154" y="121256"/>
                      <a:pt x="645024" y="134820"/>
                    </a:cubicBezTo>
                    <a:cubicBezTo>
                      <a:pt x="641777" y="128331"/>
                      <a:pt x="637265" y="123077"/>
                      <a:pt x="631490" y="119056"/>
                    </a:cubicBezTo>
                    <a:cubicBezTo>
                      <a:pt x="645222" y="112409"/>
                      <a:pt x="658436" y="104315"/>
                      <a:pt x="671131" y="94773"/>
                    </a:cubicBezTo>
                    <a:cubicBezTo>
                      <a:pt x="683826" y="85230"/>
                      <a:pt x="694961" y="74832"/>
                      <a:pt x="704535" y="63578"/>
                    </a:cubicBezTo>
                    <a:close/>
                    <a:moveTo>
                      <a:pt x="59183" y="43141"/>
                    </a:moveTo>
                    <a:cubicBezTo>
                      <a:pt x="66274" y="47598"/>
                      <a:pt x="72246" y="50738"/>
                      <a:pt x="77101" y="52560"/>
                    </a:cubicBezTo>
                    <a:cubicBezTo>
                      <a:pt x="80428" y="53669"/>
                      <a:pt x="82091" y="55218"/>
                      <a:pt x="82091" y="57207"/>
                    </a:cubicBezTo>
                    <a:cubicBezTo>
                      <a:pt x="82091" y="59196"/>
                      <a:pt x="80388" y="61356"/>
                      <a:pt x="76982" y="63687"/>
                    </a:cubicBezTo>
                    <a:cubicBezTo>
                      <a:pt x="73576" y="66017"/>
                      <a:pt x="69640" y="71024"/>
                      <a:pt x="65174" y="78707"/>
                    </a:cubicBezTo>
                    <a:cubicBezTo>
                      <a:pt x="52420" y="101435"/>
                      <a:pt x="38187" y="121401"/>
                      <a:pt x="22475" y="138605"/>
                    </a:cubicBezTo>
                    <a:cubicBezTo>
                      <a:pt x="19094" y="133427"/>
                      <a:pt x="13537" y="129293"/>
                      <a:pt x="5803" y="126204"/>
                    </a:cubicBezTo>
                    <a:cubicBezTo>
                      <a:pt x="17263" y="115794"/>
                      <a:pt x="27635" y="103543"/>
                      <a:pt x="36919" y="89452"/>
                    </a:cubicBezTo>
                    <a:cubicBezTo>
                      <a:pt x="46203" y="75361"/>
                      <a:pt x="53624" y="59924"/>
                      <a:pt x="59183" y="43141"/>
                    </a:cubicBezTo>
                    <a:close/>
                    <a:moveTo>
                      <a:pt x="164219" y="41879"/>
                    </a:moveTo>
                    <a:cubicBezTo>
                      <a:pt x="190710" y="61711"/>
                      <a:pt x="214634" y="83253"/>
                      <a:pt x="235990" y="106506"/>
                    </a:cubicBezTo>
                    <a:lnTo>
                      <a:pt x="220166" y="120691"/>
                    </a:lnTo>
                    <a:cubicBezTo>
                      <a:pt x="204602" y="100090"/>
                      <a:pt x="181587" y="78617"/>
                      <a:pt x="151123" y="56273"/>
                    </a:cubicBezTo>
                    <a:close/>
                    <a:moveTo>
                      <a:pt x="299498" y="21192"/>
                    </a:moveTo>
                    <a:cubicBezTo>
                      <a:pt x="310241" y="22036"/>
                      <a:pt x="339457" y="22458"/>
                      <a:pt x="387147" y="22458"/>
                    </a:cubicBezTo>
                    <a:cubicBezTo>
                      <a:pt x="434836" y="22458"/>
                      <a:pt x="463511" y="22036"/>
                      <a:pt x="473172" y="21192"/>
                    </a:cubicBezTo>
                    <a:lnTo>
                      <a:pt x="473172" y="41598"/>
                    </a:lnTo>
                    <a:cubicBezTo>
                      <a:pt x="466426" y="42792"/>
                      <a:pt x="460120" y="45688"/>
                      <a:pt x="454253" y="50285"/>
                    </a:cubicBezTo>
                    <a:lnTo>
                      <a:pt x="398997" y="93398"/>
                    </a:lnTo>
                    <a:lnTo>
                      <a:pt x="398997" y="107226"/>
                    </a:lnTo>
                    <a:cubicBezTo>
                      <a:pt x="445532" y="107226"/>
                      <a:pt x="480264" y="106300"/>
                      <a:pt x="503193" y="104449"/>
                    </a:cubicBezTo>
                    <a:lnTo>
                      <a:pt x="503193" y="128511"/>
                    </a:lnTo>
                    <a:cubicBezTo>
                      <a:pt x="479948" y="126831"/>
                      <a:pt x="445216" y="125991"/>
                      <a:pt x="398997" y="125991"/>
                    </a:cubicBezTo>
                    <a:lnTo>
                      <a:pt x="398997" y="213736"/>
                    </a:lnTo>
                    <a:cubicBezTo>
                      <a:pt x="398997" y="219383"/>
                      <a:pt x="397673" y="223873"/>
                      <a:pt x="395024" y="227206"/>
                    </a:cubicBezTo>
                    <a:cubicBezTo>
                      <a:pt x="392376" y="230538"/>
                      <a:pt x="387349" y="233087"/>
                      <a:pt x="379942" y="234851"/>
                    </a:cubicBezTo>
                    <a:cubicBezTo>
                      <a:pt x="372534" y="236615"/>
                      <a:pt x="360774" y="237582"/>
                      <a:pt x="344660" y="237754"/>
                    </a:cubicBezTo>
                    <a:cubicBezTo>
                      <a:pt x="345333" y="228096"/>
                      <a:pt x="342809" y="219066"/>
                      <a:pt x="337090" y="210662"/>
                    </a:cubicBezTo>
                    <a:cubicBezTo>
                      <a:pt x="350190" y="212682"/>
                      <a:pt x="359291" y="213692"/>
                      <a:pt x="364393" y="213692"/>
                    </a:cubicBezTo>
                    <a:cubicBezTo>
                      <a:pt x="369495" y="213692"/>
                      <a:pt x="372948" y="213048"/>
                      <a:pt x="374752" y="211761"/>
                    </a:cubicBezTo>
                    <a:cubicBezTo>
                      <a:pt x="376556" y="210474"/>
                      <a:pt x="377458" y="207348"/>
                      <a:pt x="377458" y="202384"/>
                    </a:cubicBezTo>
                    <a:lnTo>
                      <a:pt x="377458" y="125991"/>
                    </a:lnTo>
                    <a:cubicBezTo>
                      <a:pt x="324978" y="125991"/>
                      <a:pt x="288649" y="126831"/>
                      <a:pt x="268468" y="128511"/>
                    </a:cubicBezTo>
                    <a:lnTo>
                      <a:pt x="268468" y="104449"/>
                    </a:lnTo>
                    <a:cubicBezTo>
                      <a:pt x="288397" y="106300"/>
                      <a:pt x="324727" y="107226"/>
                      <a:pt x="377458" y="107226"/>
                    </a:cubicBezTo>
                    <a:lnTo>
                      <a:pt x="377458" y="84763"/>
                    </a:lnTo>
                    <a:lnTo>
                      <a:pt x="439016" y="40967"/>
                    </a:lnTo>
                    <a:lnTo>
                      <a:pt x="356314" y="40967"/>
                    </a:lnTo>
                    <a:cubicBezTo>
                      <a:pt x="331863" y="40967"/>
                      <a:pt x="312925" y="41387"/>
                      <a:pt x="299498" y="42229"/>
                    </a:cubicBezTo>
                    <a:close/>
                    <a:moveTo>
                      <a:pt x="979898" y="5296"/>
                    </a:moveTo>
                    <a:cubicBezTo>
                      <a:pt x="992847" y="15221"/>
                      <a:pt x="1004517" y="26924"/>
                      <a:pt x="1014906" y="40404"/>
                    </a:cubicBezTo>
                    <a:lnTo>
                      <a:pt x="1001757" y="50176"/>
                    </a:lnTo>
                    <a:lnTo>
                      <a:pt x="1027585" y="50098"/>
                    </a:lnTo>
                    <a:cubicBezTo>
                      <a:pt x="1061003" y="49877"/>
                      <a:pt x="1084192" y="49323"/>
                      <a:pt x="1097153" y="48437"/>
                    </a:cubicBezTo>
                    <a:lnTo>
                      <a:pt x="1097153" y="106309"/>
                    </a:lnTo>
                    <a:lnTo>
                      <a:pt x="1076366" y="106309"/>
                    </a:lnTo>
                    <a:lnTo>
                      <a:pt x="1076366" y="67460"/>
                    </a:lnTo>
                    <a:lnTo>
                      <a:pt x="911971" y="67460"/>
                    </a:lnTo>
                    <a:lnTo>
                      <a:pt x="911971" y="109841"/>
                    </a:lnTo>
                    <a:lnTo>
                      <a:pt x="891944" y="109841"/>
                    </a:lnTo>
                    <a:lnTo>
                      <a:pt x="891944" y="48437"/>
                    </a:lnTo>
                    <a:cubicBezTo>
                      <a:pt x="904170" y="49618"/>
                      <a:pt x="937108" y="50209"/>
                      <a:pt x="990757" y="50209"/>
                    </a:cubicBezTo>
                    <a:lnTo>
                      <a:pt x="996785" y="50191"/>
                    </a:lnTo>
                    <a:lnTo>
                      <a:pt x="966115" y="18810"/>
                    </a:lnTo>
                    <a:close/>
                    <a:moveTo>
                      <a:pt x="106214" y="3532"/>
                    </a:moveTo>
                    <a:cubicBezTo>
                      <a:pt x="114189" y="5217"/>
                      <a:pt x="119979" y="6059"/>
                      <a:pt x="123585" y="6059"/>
                    </a:cubicBezTo>
                    <a:lnTo>
                      <a:pt x="129162" y="5806"/>
                    </a:lnTo>
                    <a:cubicBezTo>
                      <a:pt x="132093" y="5806"/>
                      <a:pt x="133558" y="6779"/>
                      <a:pt x="133558" y="8725"/>
                    </a:cubicBezTo>
                    <a:cubicBezTo>
                      <a:pt x="133558" y="10672"/>
                      <a:pt x="132844" y="12402"/>
                      <a:pt x="131415" y="13915"/>
                    </a:cubicBezTo>
                    <a:cubicBezTo>
                      <a:pt x="129985" y="15429"/>
                      <a:pt x="129271" y="17955"/>
                      <a:pt x="129271" y="21494"/>
                    </a:cubicBezTo>
                    <a:lnTo>
                      <a:pt x="129271" y="129977"/>
                    </a:lnTo>
                    <a:cubicBezTo>
                      <a:pt x="129271" y="140838"/>
                      <a:pt x="129860" y="150861"/>
                      <a:pt x="131039" y="160047"/>
                    </a:cubicBezTo>
                    <a:lnTo>
                      <a:pt x="105964" y="160047"/>
                    </a:lnTo>
                    <a:cubicBezTo>
                      <a:pt x="107140" y="151201"/>
                      <a:pt x="107728" y="141262"/>
                      <a:pt x="107728" y="130231"/>
                    </a:cubicBezTo>
                    <a:lnTo>
                      <a:pt x="107728" y="30069"/>
                    </a:lnTo>
                    <a:cubicBezTo>
                      <a:pt x="107728" y="19653"/>
                      <a:pt x="107223" y="10808"/>
                      <a:pt x="106214" y="3532"/>
                    </a:cubicBezTo>
                    <a:close/>
                    <a:moveTo>
                      <a:pt x="727906" y="0"/>
                    </a:moveTo>
                    <a:cubicBezTo>
                      <a:pt x="736806" y="12599"/>
                      <a:pt x="743997" y="24542"/>
                      <a:pt x="749481" y="35831"/>
                    </a:cubicBezTo>
                    <a:cubicBezTo>
                      <a:pt x="792847" y="35831"/>
                      <a:pt x="823013" y="34987"/>
                      <a:pt x="839978" y="33300"/>
                    </a:cubicBezTo>
                    <a:cubicBezTo>
                      <a:pt x="838631" y="41824"/>
                      <a:pt x="837957" y="50974"/>
                      <a:pt x="837957" y="60749"/>
                    </a:cubicBezTo>
                    <a:cubicBezTo>
                      <a:pt x="837957" y="70524"/>
                      <a:pt x="838462" y="79488"/>
                      <a:pt x="839472" y="87640"/>
                    </a:cubicBezTo>
                    <a:lnTo>
                      <a:pt x="817676" y="87640"/>
                    </a:lnTo>
                    <a:lnTo>
                      <a:pt x="817676" y="53078"/>
                    </a:lnTo>
                    <a:lnTo>
                      <a:pt x="658835" y="53078"/>
                    </a:lnTo>
                    <a:lnTo>
                      <a:pt x="658835" y="90417"/>
                    </a:lnTo>
                    <a:lnTo>
                      <a:pt x="637292" y="90417"/>
                    </a:lnTo>
                    <a:cubicBezTo>
                      <a:pt x="638302" y="81105"/>
                      <a:pt x="638807" y="71800"/>
                      <a:pt x="638807" y="62503"/>
                    </a:cubicBezTo>
                    <a:cubicBezTo>
                      <a:pt x="638807" y="53206"/>
                      <a:pt x="638302" y="43472"/>
                      <a:pt x="637292" y="33300"/>
                    </a:cubicBezTo>
                    <a:cubicBezTo>
                      <a:pt x="654153" y="34819"/>
                      <a:pt x="685017" y="35577"/>
                      <a:pt x="729883" y="35574"/>
                    </a:cubicBezTo>
                    <a:cubicBezTo>
                      <a:pt x="723676" y="26948"/>
                      <a:pt x="717284" y="18688"/>
                      <a:pt x="710708" y="1079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b="1" dirty="0"/>
              </a:p>
            </p:txBody>
          </p:sp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1F6220EF-67CA-407E-9A1F-D8A9516E79C1}"/>
                  </a:ext>
                </a:extLst>
              </p:cNvPr>
              <p:cNvSpPr txBox="1"/>
              <p:nvPr/>
            </p:nvSpPr>
            <p:spPr>
              <a:xfrm>
                <a:off x="1555663" y="9825719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4" y="177965"/>
                    </a:lnTo>
                    <a:lnTo>
                      <a:pt x="705174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4" y="146590"/>
                    </a:lnTo>
                    <a:lnTo>
                      <a:pt x="705174" y="125759"/>
                    </a:lnTo>
                    <a:close/>
                    <a:moveTo>
                      <a:pt x="825789" y="113671"/>
                    </a:moveTo>
                    <a:cubicBezTo>
                      <a:pt x="829732" y="119158"/>
                      <a:pt x="834533" y="123444"/>
                      <a:pt x="840191" y="126530"/>
                    </a:cubicBezTo>
                    <a:cubicBezTo>
                      <a:pt x="816702" y="156705"/>
                      <a:pt x="798100" y="181737"/>
                      <a:pt x="784384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400" y="156234"/>
                    </a:cubicBezTo>
                    <a:cubicBezTo>
                      <a:pt x="810144" y="140546"/>
                      <a:pt x="819274" y="126359"/>
                      <a:pt x="825789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9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6" y="219327"/>
                      <a:pt x="718418" y="222328"/>
                    </a:cubicBezTo>
                    <a:cubicBezTo>
                      <a:pt x="716961" y="225328"/>
                      <a:pt x="713789" y="227643"/>
                      <a:pt x="708903" y="229272"/>
                    </a:cubicBezTo>
                    <a:cubicBezTo>
                      <a:pt x="704016" y="230900"/>
                      <a:pt x="696344" y="232229"/>
                      <a:pt x="685886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4" y="213241"/>
                      <a:pt x="705174" y="210455"/>
                      <a:pt x="705174" y="205997"/>
                    </a:cubicBezTo>
                    <a:lnTo>
                      <a:pt x="705174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9" y="211055"/>
                      <a:pt x="608219" y="200597"/>
                    </a:cubicBezTo>
                    <a:lnTo>
                      <a:pt x="608219" y="141961"/>
                    </a:lnTo>
                    <a:cubicBezTo>
                      <a:pt x="608219" y="129102"/>
                      <a:pt x="607619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10" y="105442"/>
                      <a:pt x="113543" y="105442"/>
                    </a:cubicBezTo>
                    <a:cubicBezTo>
                      <a:pt x="148776" y="105442"/>
                      <a:pt x="173421" y="104756"/>
                      <a:pt x="187480" y="103384"/>
                    </a:cubicBezTo>
                    <a:lnTo>
                      <a:pt x="178994" y="197253"/>
                    </a:lnTo>
                    <a:cubicBezTo>
                      <a:pt x="178479" y="203254"/>
                      <a:pt x="176808" y="207926"/>
                      <a:pt x="173979" y="211269"/>
                    </a:cubicBezTo>
                    <a:cubicBezTo>
                      <a:pt x="171150" y="214613"/>
                      <a:pt x="165749" y="217313"/>
                      <a:pt x="157777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900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7" y="202011"/>
                      <a:pt x="159877" y="200082"/>
                      <a:pt x="161249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7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7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6" y="77667"/>
                    </a:cubicBezTo>
                    <a:lnTo>
                      <a:pt x="581730" y="83839"/>
                    </a:lnTo>
                    <a:cubicBezTo>
                      <a:pt x="577615" y="70123"/>
                      <a:pt x="572214" y="57950"/>
                      <a:pt x="565528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7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9" y="38662"/>
                      <a:pt x="973922" y="57307"/>
                      <a:pt x="973922" y="69051"/>
                    </a:cubicBezTo>
                    <a:cubicBezTo>
                      <a:pt x="973922" y="80796"/>
                      <a:pt x="974179" y="96526"/>
                      <a:pt x="974693" y="116243"/>
                    </a:cubicBezTo>
                    <a:lnTo>
                      <a:pt x="941775" y="115472"/>
                    </a:lnTo>
                    <a:lnTo>
                      <a:pt x="941775" y="198539"/>
                    </a:lnTo>
                    <a:cubicBezTo>
                      <a:pt x="941775" y="204368"/>
                      <a:pt x="942975" y="208355"/>
                      <a:pt x="945375" y="210498"/>
                    </a:cubicBezTo>
                    <a:cubicBezTo>
                      <a:pt x="947775" y="212641"/>
                      <a:pt x="952405" y="213712"/>
                      <a:pt x="959263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4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1" y="226100"/>
                      <a:pt x="979451" y="228629"/>
                      <a:pt x="963249" y="228629"/>
                    </a:cubicBezTo>
                    <a:cubicBezTo>
                      <a:pt x="947047" y="228629"/>
                      <a:pt x="936803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5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3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2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9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1" y="37548"/>
                    </a:cubicBezTo>
                    <a:cubicBezTo>
                      <a:pt x="66351" y="73552"/>
                      <a:pt x="43377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9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2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6" y="78824"/>
                    </a:cubicBezTo>
                    <a:cubicBezTo>
                      <a:pt x="160520" y="61936"/>
                      <a:pt x="148475" y="38662"/>
                      <a:pt x="136303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7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9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6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6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2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8" y="86411"/>
                    </a:cubicBezTo>
                    <a:lnTo>
                      <a:pt x="656568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8" y="55550"/>
                    </a:cubicBezTo>
                    <a:lnTo>
                      <a:pt x="656568" y="36519"/>
                    </a:lnTo>
                    <a:cubicBezTo>
                      <a:pt x="631193" y="36519"/>
                      <a:pt x="611648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8" y="24603"/>
                      <a:pt x="631193" y="25203"/>
                      <a:pt x="656568" y="25203"/>
                    </a:cubicBezTo>
                    <a:cubicBezTo>
                      <a:pt x="656568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1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5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7" y="70466"/>
                      <a:pt x="398107" y="71495"/>
                    </a:cubicBezTo>
                    <a:cubicBezTo>
                      <a:pt x="398107" y="72523"/>
                      <a:pt x="396992" y="74066"/>
                      <a:pt x="394763" y="76124"/>
                    </a:cubicBezTo>
                    <a:cubicBezTo>
                      <a:pt x="392535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30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4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9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7" y="56321"/>
                    </a:cubicBezTo>
                    <a:cubicBezTo>
                      <a:pt x="301837" y="56493"/>
                      <a:pt x="274406" y="57264"/>
                      <a:pt x="258461" y="58636"/>
                    </a:cubicBezTo>
                    <a:lnTo>
                      <a:pt x="258461" y="40891"/>
                    </a:lnTo>
                    <a:cubicBezTo>
                      <a:pt x="272520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A02C3EE3-23EF-49FF-9269-2E86173C317D}"/>
                </a:ext>
              </a:extLst>
            </p:cNvPr>
            <p:cNvGrpSpPr/>
            <p:nvPr/>
          </p:nvGrpSpPr>
          <p:grpSpPr>
            <a:xfrm>
              <a:off x="4721112" y="4954593"/>
              <a:ext cx="1893333" cy="183725"/>
              <a:chOff x="9448769" y="10265395"/>
              <a:chExt cx="3894511" cy="377915"/>
            </a:xfrm>
          </p:grpSpPr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A582F520-686C-4486-B410-38F4F1949818}"/>
                  </a:ext>
                </a:extLst>
              </p:cNvPr>
              <p:cNvSpPr txBox="1"/>
              <p:nvPr/>
            </p:nvSpPr>
            <p:spPr>
              <a:xfrm>
                <a:off x="9448769" y="10284084"/>
                <a:ext cx="579029" cy="340536"/>
              </a:xfrm>
              <a:custGeom>
                <a:avLst/>
                <a:gdLst/>
                <a:ahLst/>
                <a:cxnLst/>
                <a:rect l="l" t="t" r="r" b="b"/>
                <a:pathLst>
                  <a:path w="362512" h="213199">
                    <a:moveTo>
                      <a:pt x="320593" y="34205"/>
                    </a:moveTo>
                    <a:cubicBezTo>
                      <a:pt x="325736" y="39520"/>
                      <a:pt x="330794" y="43034"/>
                      <a:pt x="335766" y="44749"/>
                    </a:cubicBezTo>
                    <a:cubicBezTo>
                      <a:pt x="337824" y="45606"/>
                      <a:pt x="338852" y="46463"/>
                      <a:pt x="338852" y="47321"/>
                    </a:cubicBezTo>
                    <a:cubicBezTo>
                      <a:pt x="338852" y="48178"/>
                      <a:pt x="337181" y="49378"/>
                      <a:pt x="333837" y="50921"/>
                    </a:cubicBezTo>
                    <a:cubicBezTo>
                      <a:pt x="330494" y="52464"/>
                      <a:pt x="325394" y="57865"/>
                      <a:pt x="318535" y="67123"/>
                    </a:cubicBezTo>
                    <a:cubicBezTo>
                      <a:pt x="306191" y="83754"/>
                      <a:pt x="294190" y="98498"/>
                      <a:pt x="282531" y="111357"/>
                    </a:cubicBezTo>
                    <a:lnTo>
                      <a:pt x="338852" y="171022"/>
                    </a:lnTo>
                    <a:lnTo>
                      <a:pt x="325736" y="182080"/>
                    </a:lnTo>
                    <a:cubicBezTo>
                      <a:pt x="307048" y="159963"/>
                      <a:pt x="289389" y="139989"/>
                      <a:pt x="272758" y="122159"/>
                    </a:cubicBezTo>
                    <a:cubicBezTo>
                      <a:pt x="252356" y="143761"/>
                      <a:pt x="229896" y="163650"/>
                      <a:pt x="205379" y="181823"/>
                    </a:cubicBezTo>
                    <a:cubicBezTo>
                      <a:pt x="204178" y="175994"/>
                      <a:pt x="199892" y="171365"/>
                      <a:pt x="192520" y="167936"/>
                    </a:cubicBezTo>
                    <a:cubicBezTo>
                      <a:pt x="215666" y="154906"/>
                      <a:pt x="239154" y="136218"/>
                      <a:pt x="262986" y="111872"/>
                    </a:cubicBezTo>
                    <a:cubicBezTo>
                      <a:pt x="242240" y="89926"/>
                      <a:pt x="222352" y="70209"/>
                      <a:pt x="203321" y="52721"/>
                    </a:cubicBezTo>
                    <a:lnTo>
                      <a:pt x="213865" y="43720"/>
                    </a:lnTo>
                    <a:cubicBezTo>
                      <a:pt x="238383" y="67037"/>
                      <a:pt x="258099" y="86240"/>
                      <a:pt x="273016" y="101327"/>
                    </a:cubicBezTo>
                    <a:cubicBezTo>
                      <a:pt x="294447" y="77324"/>
                      <a:pt x="310306" y="54950"/>
                      <a:pt x="320593" y="34205"/>
                    </a:cubicBezTo>
                    <a:close/>
                    <a:moveTo>
                      <a:pt x="18517" y="18003"/>
                    </a:moveTo>
                    <a:lnTo>
                      <a:pt x="18517" y="81011"/>
                    </a:lnTo>
                    <a:lnTo>
                      <a:pt x="49635" y="81011"/>
                    </a:lnTo>
                    <a:cubicBezTo>
                      <a:pt x="68323" y="81354"/>
                      <a:pt x="80753" y="78310"/>
                      <a:pt x="86926" y="71881"/>
                    </a:cubicBezTo>
                    <a:cubicBezTo>
                      <a:pt x="93098" y="65452"/>
                      <a:pt x="96184" y="57865"/>
                      <a:pt x="96184" y="49121"/>
                    </a:cubicBezTo>
                    <a:cubicBezTo>
                      <a:pt x="96184" y="28375"/>
                      <a:pt x="81182" y="18003"/>
                      <a:pt x="51178" y="18003"/>
                    </a:cubicBezTo>
                    <a:close/>
                    <a:moveTo>
                      <a:pt x="163716" y="9773"/>
                    </a:moveTo>
                    <a:cubicBezTo>
                      <a:pt x="172974" y="11488"/>
                      <a:pt x="205121" y="12345"/>
                      <a:pt x="260157" y="12345"/>
                    </a:cubicBezTo>
                    <a:cubicBezTo>
                      <a:pt x="315192" y="12345"/>
                      <a:pt x="346310" y="11488"/>
                      <a:pt x="353511" y="9773"/>
                    </a:cubicBezTo>
                    <a:lnTo>
                      <a:pt x="353511" y="28547"/>
                    </a:lnTo>
                    <a:cubicBezTo>
                      <a:pt x="341167" y="26661"/>
                      <a:pt x="310735" y="25718"/>
                      <a:pt x="262214" y="25718"/>
                    </a:cubicBezTo>
                    <a:lnTo>
                      <a:pt x="180433" y="25718"/>
                    </a:lnTo>
                    <a:lnTo>
                      <a:pt x="180433" y="197254"/>
                    </a:lnTo>
                    <a:lnTo>
                      <a:pt x="273273" y="197254"/>
                    </a:lnTo>
                    <a:cubicBezTo>
                      <a:pt x="320079" y="197254"/>
                      <a:pt x="349825" y="196311"/>
                      <a:pt x="362512" y="194425"/>
                    </a:cubicBezTo>
                    <a:lnTo>
                      <a:pt x="362512" y="213199"/>
                    </a:lnTo>
                    <a:cubicBezTo>
                      <a:pt x="353083" y="211313"/>
                      <a:pt x="319907" y="210370"/>
                      <a:pt x="262986" y="210370"/>
                    </a:cubicBezTo>
                    <a:cubicBezTo>
                      <a:pt x="206064" y="210370"/>
                      <a:pt x="172974" y="211313"/>
                      <a:pt x="163716" y="213199"/>
                    </a:cubicBezTo>
                    <a:cubicBezTo>
                      <a:pt x="164573" y="199654"/>
                      <a:pt x="165002" y="185852"/>
                      <a:pt x="165002" y="171793"/>
                    </a:cubicBezTo>
                    <a:lnTo>
                      <a:pt x="165002" y="51435"/>
                    </a:lnTo>
                    <a:cubicBezTo>
                      <a:pt x="165002" y="34805"/>
                      <a:pt x="164573" y="20917"/>
                      <a:pt x="163716" y="9773"/>
                    </a:cubicBezTo>
                    <a:close/>
                    <a:moveTo>
                      <a:pt x="0" y="0"/>
                    </a:moveTo>
                    <a:lnTo>
                      <a:pt x="36776" y="0"/>
                    </a:lnTo>
                    <a:cubicBezTo>
                      <a:pt x="58551" y="0"/>
                      <a:pt x="72781" y="858"/>
                      <a:pt x="79468" y="2572"/>
                    </a:cubicBezTo>
                    <a:cubicBezTo>
                      <a:pt x="86154" y="4287"/>
                      <a:pt x="92283" y="7287"/>
                      <a:pt x="97856" y="11573"/>
                    </a:cubicBezTo>
                    <a:cubicBezTo>
                      <a:pt x="103428" y="15860"/>
                      <a:pt x="107757" y="21217"/>
                      <a:pt x="110843" y="27647"/>
                    </a:cubicBezTo>
                    <a:cubicBezTo>
                      <a:pt x="113929" y="34076"/>
                      <a:pt x="115472" y="41234"/>
                      <a:pt x="115472" y="49121"/>
                    </a:cubicBezTo>
                    <a:cubicBezTo>
                      <a:pt x="115472" y="61808"/>
                      <a:pt x="112043" y="72181"/>
                      <a:pt x="105185" y="80239"/>
                    </a:cubicBezTo>
                    <a:cubicBezTo>
                      <a:pt x="98327" y="88297"/>
                      <a:pt x="89712" y="93398"/>
                      <a:pt x="79339" y="95541"/>
                    </a:cubicBezTo>
                    <a:cubicBezTo>
                      <a:pt x="68966" y="97684"/>
                      <a:pt x="53064" y="98756"/>
                      <a:pt x="31633" y="98756"/>
                    </a:cubicBezTo>
                    <a:lnTo>
                      <a:pt x="18517" y="98756"/>
                    </a:lnTo>
                    <a:lnTo>
                      <a:pt x="18517" y="184652"/>
                    </a:lnTo>
                    <a:lnTo>
                      <a:pt x="0" y="1846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20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E46446F4-11CD-4F5A-94FB-A231B005FADC}"/>
                  </a:ext>
                </a:extLst>
              </p:cNvPr>
              <p:cNvSpPr txBox="1"/>
              <p:nvPr/>
            </p:nvSpPr>
            <p:spPr>
              <a:xfrm>
                <a:off x="10102272" y="10287542"/>
                <a:ext cx="1598532" cy="333620"/>
              </a:xfrm>
              <a:custGeom>
                <a:avLst/>
                <a:gdLst/>
                <a:ahLst/>
                <a:cxnLst/>
                <a:rect l="l" t="t" r="r" b="b"/>
                <a:pathLst>
                  <a:path w="1000791" h="208869">
                    <a:moveTo>
                      <a:pt x="474457" y="103162"/>
                    </a:moveTo>
                    <a:lnTo>
                      <a:pt x="539129" y="103162"/>
                    </a:lnTo>
                    <a:lnTo>
                      <a:pt x="539129" y="120961"/>
                    </a:lnTo>
                    <a:lnTo>
                      <a:pt x="474457" y="120961"/>
                    </a:lnTo>
                    <a:close/>
                    <a:moveTo>
                      <a:pt x="672621" y="100330"/>
                    </a:moveTo>
                    <a:lnTo>
                      <a:pt x="672621" y="130298"/>
                    </a:lnTo>
                    <a:lnTo>
                      <a:pt x="722545" y="130298"/>
                    </a:lnTo>
                    <a:lnTo>
                      <a:pt x="722545" y="100330"/>
                    </a:lnTo>
                    <a:close/>
                    <a:moveTo>
                      <a:pt x="602655" y="100330"/>
                    </a:moveTo>
                    <a:lnTo>
                      <a:pt x="602655" y="130298"/>
                    </a:lnTo>
                    <a:lnTo>
                      <a:pt x="653922" y="130298"/>
                    </a:lnTo>
                    <a:lnTo>
                      <a:pt x="653922" y="100330"/>
                    </a:lnTo>
                    <a:close/>
                    <a:moveTo>
                      <a:pt x="163392" y="100241"/>
                    </a:moveTo>
                    <a:cubicBezTo>
                      <a:pt x="169928" y="104741"/>
                      <a:pt x="175651" y="107765"/>
                      <a:pt x="180558" y="109313"/>
                    </a:cubicBezTo>
                    <a:cubicBezTo>
                      <a:pt x="183585" y="110247"/>
                      <a:pt x="185098" y="111767"/>
                      <a:pt x="185098" y="113873"/>
                    </a:cubicBezTo>
                    <a:cubicBezTo>
                      <a:pt x="185098" y="115979"/>
                      <a:pt x="184186" y="117442"/>
                      <a:pt x="182362" y="118263"/>
                    </a:cubicBezTo>
                    <a:cubicBezTo>
                      <a:pt x="180538" y="119083"/>
                      <a:pt x="178757" y="120328"/>
                      <a:pt x="177019" y="121999"/>
                    </a:cubicBezTo>
                    <a:cubicBezTo>
                      <a:pt x="175280" y="123669"/>
                      <a:pt x="173751" y="125530"/>
                      <a:pt x="172432" y="127580"/>
                    </a:cubicBezTo>
                    <a:cubicBezTo>
                      <a:pt x="165348" y="137679"/>
                      <a:pt x="154126" y="148668"/>
                      <a:pt x="138766" y="160546"/>
                    </a:cubicBezTo>
                    <a:cubicBezTo>
                      <a:pt x="123406" y="172425"/>
                      <a:pt x="103973" y="182584"/>
                      <a:pt x="80469" y="191022"/>
                    </a:cubicBezTo>
                    <a:cubicBezTo>
                      <a:pt x="56965" y="199460"/>
                      <a:pt x="32685" y="205409"/>
                      <a:pt x="7630" y="208869"/>
                    </a:cubicBezTo>
                    <a:cubicBezTo>
                      <a:pt x="6920" y="201675"/>
                      <a:pt x="4377" y="194373"/>
                      <a:pt x="0" y="186962"/>
                    </a:cubicBezTo>
                    <a:cubicBezTo>
                      <a:pt x="22901" y="186291"/>
                      <a:pt x="43611" y="183251"/>
                      <a:pt x="62131" y="177843"/>
                    </a:cubicBezTo>
                    <a:cubicBezTo>
                      <a:pt x="80651" y="172435"/>
                      <a:pt x="96584" y="165750"/>
                      <a:pt x="109930" y="157787"/>
                    </a:cubicBezTo>
                    <a:cubicBezTo>
                      <a:pt x="123276" y="149824"/>
                      <a:pt x="134487" y="141560"/>
                      <a:pt x="143564" y="132995"/>
                    </a:cubicBezTo>
                    <a:cubicBezTo>
                      <a:pt x="152642" y="124429"/>
                      <a:pt x="159251" y="113511"/>
                      <a:pt x="163392" y="100241"/>
                    </a:cubicBezTo>
                    <a:close/>
                    <a:moveTo>
                      <a:pt x="672621" y="52563"/>
                    </a:moveTo>
                    <a:lnTo>
                      <a:pt x="672621" y="84996"/>
                    </a:lnTo>
                    <a:lnTo>
                      <a:pt x="722545" y="84996"/>
                    </a:lnTo>
                    <a:lnTo>
                      <a:pt x="722545" y="52563"/>
                    </a:lnTo>
                    <a:close/>
                    <a:moveTo>
                      <a:pt x="602655" y="52563"/>
                    </a:moveTo>
                    <a:lnTo>
                      <a:pt x="602655" y="84996"/>
                    </a:lnTo>
                    <a:lnTo>
                      <a:pt x="653922" y="84996"/>
                    </a:lnTo>
                    <a:lnTo>
                      <a:pt x="653922" y="52563"/>
                    </a:lnTo>
                    <a:close/>
                    <a:moveTo>
                      <a:pt x="52607" y="35208"/>
                    </a:moveTo>
                    <a:cubicBezTo>
                      <a:pt x="58910" y="39170"/>
                      <a:pt x="64219" y="41961"/>
                      <a:pt x="68534" y="43580"/>
                    </a:cubicBezTo>
                    <a:cubicBezTo>
                      <a:pt x="71491" y="44566"/>
                      <a:pt x="72970" y="45943"/>
                      <a:pt x="72970" y="47711"/>
                    </a:cubicBezTo>
                    <a:cubicBezTo>
                      <a:pt x="72970" y="49479"/>
                      <a:pt x="71456" y="51399"/>
                      <a:pt x="68428" y="53471"/>
                    </a:cubicBezTo>
                    <a:cubicBezTo>
                      <a:pt x="65401" y="55542"/>
                      <a:pt x="61902" y="59993"/>
                      <a:pt x="57932" y="66822"/>
                    </a:cubicBezTo>
                    <a:cubicBezTo>
                      <a:pt x="46595" y="87025"/>
                      <a:pt x="33944" y="104772"/>
                      <a:pt x="19978" y="120065"/>
                    </a:cubicBezTo>
                    <a:cubicBezTo>
                      <a:pt x="16973" y="115462"/>
                      <a:pt x="12033" y="111787"/>
                      <a:pt x="5158" y="109042"/>
                    </a:cubicBezTo>
                    <a:cubicBezTo>
                      <a:pt x="15345" y="99788"/>
                      <a:pt x="24565" y="88899"/>
                      <a:pt x="32817" y="76373"/>
                    </a:cubicBezTo>
                    <a:cubicBezTo>
                      <a:pt x="41069" y="63848"/>
                      <a:pt x="47666" y="50126"/>
                      <a:pt x="52607" y="35208"/>
                    </a:cubicBezTo>
                    <a:close/>
                    <a:moveTo>
                      <a:pt x="145972" y="34086"/>
                    </a:moveTo>
                    <a:cubicBezTo>
                      <a:pt x="169520" y="51714"/>
                      <a:pt x="190786" y="70863"/>
                      <a:pt x="209769" y="91532"/>
                    </a:cubicBezTo>
                    <a:lnTo>
                      <a:pt x="195703" y="104141"/>
                    </a:lnTo>
                    <a:cubicBezTo>
                      <a:pt x="181868" y="85829"/>
                      <a:pt x="161411" y="66742"/>
                      <a:pt x="134331" y="46880"/>
                    </a:cubicBezTo>
                    <a:close/>
                    <a:moveTo>
                      <a:pt x="819729" y="15698"/>
                    </a:moveTo>
                    <a:cubicBezTo>
                      <a:pt x="829277" y="16448"/>
                      <a:pt x="855247" y="16823"/>
                      <a:pt x="897638" y="16823"/>
                    </a:cubicBezTo>
                    <a:cubicBezTo>
                      <a:pt x="940029" y="16823"/>
                      <a:pt x="965518" y="16448"/>
                      <a:pt x="974105" y="15698"/>
                    </a:cubicBezTo>
                    <a:lnTo>
                      <a:pt x="974105" y="33836"/>
                    </a:lnTo>
                    <a:cubicBezTo>
                      <a:pt x="968109" y="34898"/>
                      <a:pt x="962504" y="37472"/>
                      <a:pt x="957289" y="41558"/>
                    </a:cubicBezTo>
                    <a:lnTo>
                      <a:pt x="908172" y="79881"/>
                    </a:lnTo>
                    <a:lnTo>
                      <a:pt x="908172" y="92172"/>
                    </a:lnTo>
                    <a:cubicBezTo>
                      <a:pt x="949537" y="92172"/>
                      <a:pt x="980409" y="91349"/>
                      <a:pt x="1000791" y="89704"/>
                    </a:cubicBezTo>
                    <a:lnTo>
                      <a:pt x="1000791" y="111092"/>
                    </a:lnTo>
                    <a:cubicBezTo>
                      <a:pt x="980128" y="109599"/>
                      <a:pt x="949256" y="108852"/>
                      <a:pt x="908172" y="108852"/>
                    </a:cubicBezTo>
                    <a:lnTo>
                      <a:pt x="908172" y="186848"/>
                    </a:lnTo>
                    <a:cubicBezTo>
                      <a:pt x="908172" y="191868"/>
                      <a:pt x="906995" y="195859"/>
                      <a:pt x="904641" y="198821"/>
                    </a:cubicBezTo>
                    <a:cubicBezTo>
                      <a:pt x="902287" y="201783"/>
                      <a:pt x="897818" y="204048"/>
                      <a:pt x="891234" y="205616"/>
                    </a:cubicBezTo>
                    <a:cubicBezTo>
                      <a:pt x="884650" y="207184"/>
                      <a:pt x="874196" y="208045"/>
                      <a:pt x="859873" y="208197"/>
                    </a:cubicBezTo>
                    <a:cubicBezTo>
                      <a:pt x="860471" y="199613"/>
                      <a:pt x="858227" y="191585"/>
                      <a:pt x="853143" y="184115"/>
                    </a:cubicBezTo>
                    <a:cubicBezTo>
                      <a:pt x="864788" y="185911"/>
                      <a:pt x="872877" y="186809"/>
                      <a:pt x="877413" y="186809"/>
                    </a:cubicBezTo>
                    <a:cubicBezTo>
                      <a:pt x="881948" y="186809"/>
                      <a:pt x="885017" y="186237"/>
                      <a:pt x="886621" y="185092"/>
                    </a:cubicBezTo>
                    <a:cubicBezTo>
                      <a:pt x="888225" y="183948"/>
                      <a:pt x="889027" y="181170"/>
                      <a:pt x="889027" y="176757"/>
                    </a:cubicBezTo>
                    <a:lnTo>
                      <a:pt x="889027" y="108852"/>
                    </a:lnTo>
                    <a:cubicBezTo>
                      <a:pt x="842378" y="108852"/>
                      <a:pt x="810085" y="109599"/>
                      <a:pt x="792147" y="111092"/>
                    </a:cubicBezTo>
                    <a:lnTo>
                      <a:pt x="792147" y="89704"/>
                    </a:lnTo>
                    <a:cubicBezTo>
                      <a:pt x="809861" y="91349"/>
                      <a:pt x="842154" y="92172"/>
                      <a:pt x="889027" y="92172"/>
                    </a:cubicBezTo>
                    <a:lnTo>
                      <a:pt x="889027" y="72205"/>
                    </a:lnTo>
                    <a:lnTo>
                      <a:pt x="943744" y="33275"/>
                    </a:lnTo>
                    <a:lnTo>
                      <a:pt x="870231" y="33275"/>
                    </a:lnTo>
                    <a:cubicBezTo>
                      <a:pt x="848498" y="33275"/>
                      <a:pt x="831663" y="33649"/>
                      <a:pt x="819729" y="34397"/>
                    </a:cubicBezTo>
                    <a:close/>
                    <a:moveTo>
                      <a:pt x="267279" y="15698"/>
                    </a:moveTo>
                    <a:cubicBezTo>
                      <a:pt x="276827" y="16448"/>
                      <a:pt x="302797" y="16823"/>
                      <a:pt x="345188" y="16823"/>
                    </a:cubicBezTo>
                    <a:cubicBezTo>
                      <a:pt x="387579" y="16823"/>
                      <a:pt x="413068" y="16448"/>
                      <a:pt x="421655" y="15698"/>
                    </a:cubicBezTo>
                    <a:lnTo>
                      <a:pt x="421655" y="33836"/>
                    </a:lnTo>
                    <a:cubicBezTo>
                      <a:pt x="415659" y="34898"/>
                      <a:pt x="410054" y="37472"/>
                      <a:pt x="404839" y="41558"/>
                    </a:cubicBezTo>
                    <a:lnTo>
                      <a:pt x="355722" y="79881"/>
                    </a:lnTo>
                    <a:lnTo>
                      <a:pt x="355722" y="92172"/>
                    </a:lnTo>
                    <a:cubicBezTo>
                      <a:pt x="397087" y="92172"/>
                      <a:pt x="427959" y="91349"/>
                      <a:pt x="448341" y="89704"/>
                    </a:cubicBezTo>
                    <a:lnTo>
                      <a:pt x="448341" y="111092"/>
                    </a:lnTo>
                    <a:cubicBezTo>
                      <a:pt x="427678" y="109599"/>
                      <a:pt x="396805" y="108852"/>
                      <a:pt x="355722" y="108852"/>
                    </a:cubicBezTo>
                    <a:lnTo>
                      <a:pt x="355722" y="186848"/>
                    </a:lnTo>
                    <a:cubicBezTo>
                      <a:pt x="355722" y="191868"/>
                      <a:pt x="354545" y="195859"/>
                      <a:pt x="352191" y="198821"/>
                    </a:cubicBezTo>
                    <a:cubicBezTo>
                      <a:pt x="349837" y="201783"/>
                      <a:pt x="345368" y="204048"/>
                      <a:pt x="338784" y="205616"/>
                    </a:cubicBezTo>
                    <a:cubicBezTo>
                      <a:pt x="332200" y="207184"/>
                      <a:pt x="321746" y="208045"/>
                      <a:pt x="307423" y="208197"/>
                    </a:cubicBezTo>
                    <a:cubicBezTo>
                      <a:pt x="308021" y="199613"/>
                      <a:pt x="305777" y="191585"/>
                      <a:pt x="300693" y="184115"/>
                    </a:cubicBezTo>
                    <a:cubicBezTo>
                      <a:pt x="312338" y="185911"/>
                      <a:pt x="320428" y="186809"/>
                      <a:pt x="324963" y="186809"/>
                    </a:cubicBezTo>
                    <a:cubicBezTo>
                      <a:pt x="329498" y="186809"/>
                      <a:pt x="332567" y="186237"/>
                      <a:pt x="334171" y="185092"/>
                    </a:cubicBezTo>
                    <a:cubicBezTo>
                      <a:pt x="335775" y="183948"/>
                      <a:pt x="336577" y="181170"/>
                      <a:pt x="336577" y="176757"/>
                    </a:cubicBezTo>
                    <a:lnTo>
                      <a:pt x="336577" y="108852"/>
                    </a:lnTo>
                    <a:cubicBezTo>
                      <a:pt x="289928" y="108852"/>
                      <a:pt x="257635" y="109599"/>
                      <a:pt x="239697" y="111092"/>
                    </a:cubicBezTo>
                    <a:lnTo>
                      <a:pt x="239697" y="89704"/>
                    </a:lnTo>
                    <a:cubicBezTo>
                      <a:pt x="257411" y="91349"/>
                      <a:pt x="289704" y="92172"/>
                      <a:pt x="336577" y="92172"/>
                    </a:cubicBezTo>
                    <a:lnTo>
                      <a:pt x="336577" y="72205"/>
                    </a:lnTo>
                    <a:lnTo>
                      <a:pt x="391294" y="33275"/>
                    </a:lnTo>
                    <a:lnTo>
                      <a:pt x="317781" y="33275"/>
                    </a:lnTo>
                    <a:cubicBezTo>
                      <a:pt x="296048" y="33275"/>
                      <a:pt x="279213" y="33649"/>
                      <a:pt x="267279" y="34397"/>
                    </a:cubicBezTo>
                    <a:close/>
                    <a:moveTo>
                      <a:pt x="651454" y="225"/>
                    </a:moveTo>
                    <a:cubicBezTo>
                      <a:pt x="659741" y="1272"/>
                      <a:pt x="667081" y="1796"/>
                      <a:pt x="673475" y="1796"/>
                    </a:cubicBezTo>
                    <a:cubicBezTo>
                      <a:pt x="677689" y="1796"/>
                      <a:pt x="679797" y="3034"/>
                      <a:pt x="679797" y="5511"/>
                    </a:cubicBezTo>
                    <a:cubicBezTo>
                      <a:pt x="679797" y="7987"/>
                      <a:pt x="678937" y="9570"/>
                      <a:pt x="677216" y="10258"/>
                    </a:cubicBezTo>
                    <a:cubicBezTo>
                      <a:pt x="675496" y="10946"/>
                      <a:pt x="674300" y="11905"/>
                      <a:pt x="673628" y="13133"/>
                    </a:cubicBezTo>
                    <a:cubicBezTo>
                      <a:pt x="672957" y="14362"/>
                      <a:pt x="672621" y="15455"/>
                      <a:pt x="672621" y="16412"/>
                    </a:cubicBezTo>
                    <a:lnTo>
                      <a:pt x="672621" y="36779"/>
                    </a:lnTo>
                    <a:cubicBezTo>
                      <a:pt x="703399" y="36782"/>
                      <a:pt x="726797" y="35884"/>
                      <a:pt x="742815" y="34086"/>
                    </a:cubicBezTo>
                    <a:cubicBezTo>
                      <a:pt x="741768" y="41866"/>
                      <a:pt x="741244" y="51075"/>
                      <a:pt x="741244" y="61714"/>
                    </a:cubicBezTo>
                    <a:lnTo>
                      <a:pt x="741244" y="127869"/>
                    </a:lnTo>
                    <a:cubicBezTo>
                      <a:pt x="741244" y="138485"/>
                      <a:pt x="741992" y="149936"/>
                      <a:pt x="743487" y="162223"/>
                    </a:cubicBezTo>
                    <a:lnTo>
                      <a:pt x="722545" y="162223"/>
                    </a:lnTo>
                    <a:lnTo>
                      <a:pt x="722545" y="146079"/>
                    </a:lnTo>
                    <a:lnTo>
                      <a:pt x="672621" y="146079"/>
                    </a:lnTo>
                    <a:lnTo>
                      <a:pt x="672621" y="175186"/>
                    </a:lnTo>
                    <a:cubicBezTo>
                      <a:pt x="672621" y="179915"/>
                      <a:pt x="673010" y="183178"/>
                      <a:pt x="673789" y="184974"/>
                    </a:cubicBezTo>
                    <a:cubicBezTo>
                      <a:pt x="674568" y="186771"/>
                      <a:pt x="676370" y="188087"/>
                      <a:pt x="679195" y="188921"/>
                    </a:cubicBezTo>
                    <a:cubicBezTo>
                      <a:pt x="682020" y="189756"/>
                      <a:pt x="686979" y="190173"/>
                      <a:pt x="694070" y="190173"/>
                    </a:cubicBezTo>
                    <a:lnTo>
                      <a:pt x="729539" y="189948"/>
                    </a:lnTo>
                    <a:cubicBezTo>
                      <a:pt x="737578" y="189948"/>
                      <a:pt x="742989" y="187506"/>
                      <a:pt x="745771" y="182621"/>
                    </a:cubicBezTo>
                    <a:cubicBezTo>
                      <a:pt x="748554" y="177735"/>
                      <a:pt x="750812" y="169264"/>
                      <a:pt x="752545" y="157205"/>
                    </a:cubicBezTo>
                    <a:cubicBezTo>
                      <a:pt x="757986" y="161596"/>
                      <a:pt x="764386" y="164976"/>
                      <a:pt x="771744" y="167345"/>
                    </a:cubicBezTo>
                    <a:cubicBezTo>
                      <a:pt x="767977" y="182945"/>
                      <a:pt x="763257" y="193541"/>
                      <a:pt x="757583" y="199133"/>
                    </a:cubicBezTo>
                    <a:cubicBezTo>
                      <a:pt x="751910" y="204726"/>
                      <a:pt x="742625" y="207522"/>
                      <a:pt x="729728" y="207522"/>
                    </a:cubicBezTo>
                    <a:lnTo>
                      <a:pt x="694331" y="207300"/>
                    </a:lnTo>
                    <a:cubicBezTo>
                      <a:pt x="682196" y="207300"/>
                      <a:pt x="673304" y="206412"/>
                      <a:pt x="667654" y="204636"/>
                    </a:cubicBezTo>
                    <a:cubicBezTo>
                      <a:pt x="662005" y="202859"/>
                      <a:pt x="658304" y="199675"/>
                      <a:pt x="656551" y="195083"/>
                    </a:cubicBezTo>
                    <a:cubicBezTo>
                      <a:pt x="654798" y="190491"/>
                      <a:pt x="653922" y="183411"/>
                      <a:pt x="653922" y="173843"/>
                    </a:cubicBezTo>
                    <a:lnTo>
                      <a:pt x="653922" y="146079"/>
                    </a:lnTo>
                    <a:lnTo>
                      <a:pt x="602655" y="146079"/>
                    </a:lnTo>
                    <a:lnTo>
                      <a:pt x="602655" y="166710"/>
                    </a:lnTo>
                    <a:lnTo>
                      <a:pt x="582385" y="166710"/>
                    </a:lnTo>
                    <a:cubicBezTo>
                      <a:pt x="584028" y="154232"/>
                      <a:pt x="584849" y="142033"/>
                      <a:pt x="584849" y="130112"/>
                    </a:cubicBezTo>
                    <a:lnTo>
                      <a:pt x="584849" y="61714"/>
                    </a:lnTo>
                    <a:cubicBezTo>
                      <a:pt x="584849" y="52085"/>
                      <a:pt x="584327" y="42875"/>
                      <a:pt x="583281" y="34086"/>
                    </a:cubicBezTo>
                    <a:cubicBezTo>
                      <a:pt x="599986" y="35884"/>
                      <a:pt x="623533" y="36782"/>
                      <a:pt x="653922" y="36779"/>
                    </a:cubicBezTo>
                    <a:cubicBezTo>
                      <a:pt x="653922" y="21927"/>
                      <a:pt x="653099" y="9742"/>
                      <a:pt x="651454" y="225"/>
                    </a:cubicBezTo>
                    <a:close/>
                    <a:moveTo>
                      <a:pt x="94412" y="0"/>
                    </a:moveTo>
                    <a:cubicBezTo>
                      <a:pt x="101501" y="1497"/>
                      <a:pt x="106648" y="2246"/>
                      <a:pt x="109853" y="2246"/>
                    </a:cubicBezTo>
                    <a:lnTo>
                      <a:pt x="114811" y="2021"/>
                    </a:lnTo>
                    <a:cubicBezTo>
                      <a:pt x="117416" y="2021"/>
                      <a:pt x="118719" y="2886"/>
                      <a:pt x="118719" y="4616"/>
                    </a:cubicBezTo>
                    <a:cubicBezTo>
                      <a:pt x="118719" y="6346"/>
                      <a:pt x="118083" y="7884"/>
                      <a:pt x="116813" y="9229"/>
                    </a:cubicBezTo>
                    <a:cubicBezTo>
                      <a:pt x="115543" y="10575"/>
                      <a:pt x="114907" y="12820"/>
                      <a:pt x="114907" y="15966"/>
                    </a:cubicBezTo>
                    <a:lnTo>
                      <a:pt x="114907" y="112396"/>
                    </a:lnTo>
                    <a:cubicBezTo>
                      <a:pt x="114907" y="122049"/>
                      <a:pt x="115431" y="130959"/>
                      <a:pt x="116479" y="139124"/>
                    </a:cubicBezTo>
                    <a:lnTo>
                      <a:pt x="94191" y="139124"/>
                    </a:lnTo>
                    <a:cubicBezTo>
                      <a:pt x="95236" y="131261"/>
                      <a:pt x="95759" y="122427"/>
                      <a:pt x="95759" y="112621"/>
                    </a:cubicBezTo>
                    <a:lnTo>
                      <a:pt x="95759" y="23588"/>
                    </a:lnTo>
                    <a:cubicBezTo>
                      <a:pt x="95759" y="14330"/>
                      <a:pt x="95310" y="6467"/>
                      <a:pt x="94412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b="1" dirty="0"/>
              </a:p>
            </p:txBody>
          </p:sp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FA5CE06A-E570-41E7-A50B-85E3F6222766}"/>
                  </a:ext>
                </a:extLst>
              </p:cNvPr>
              <p:cNvSpPr txBox="1"/>
              <p:nvPr/>
            </p:nvSpPr>
            <p:spPr>
              <a:xfrm>
                <a:off x="11734265" y="10265395"/>
                <a:ext cx="1609015" cy="377915"/>
              </a:xfrm>
              <a:custGeom>
                <a:avLst/>
                <a:gdLst/>
                <a:ahLst/>
                <a:cxnLst/>
                <a:rect l="l" t="t" r="r" b="b"/>
                <a:pathLst>
                  <a:path w="1007354" h="236601">
                    <a:moveTo>
                      <a:pt x="623649" y="158163"/>
                    </a:moveTo>
                    <a:lnTo>
                      <a:pt x="623649" y="177965"/>
                    </a:lnTo>
                    <a:lnTo>
                      <a:pt x="705173" y="177965"/>
                    </a:lnTo>
                    <a:lnTo>
                      <a:pt x="705173" y="158163"/>
                    </a:lnTo>
                    <a:close/>
                    <a:moveTo>
                      <a:pt x="623649" y="125759"/>
                    </a:moveTo>
                    <a:lnTo>
                      <a:pt x="623649" y="146590"/>
                    </a:lnTo>
                    <a:lnTo>
                      <a:pt x="705173" y="146590"/>
                    </a:lnTo>
                    <a:lnTo>
                      <a:pt x="705173" y="125759"/>
                    </a:lnTo>
                    <a:close/>
                    <a:moveTo>
                      <a:pt x="825788" y="113671"/>
                    </a:moveTo>
                    <a:cubicBezTo>
                      <a:pt x="829732" y="119158"/>
                      <a:pt x="834532" y="123444"/>
                      <a:pt x="840190" y="126530"/>
                    </a:cubicBezTo>
                    <a:cubicBezTo>
                      <a:pt x="816702" y="156705"/>
                      <a:pt x="798099" y="181737"/>
                      <a:pt x="784383" y="201625"/>
                    </a:cubicBezTo>
                    <a:cubicBezTo>
                      <a:pt x="780269" y="196310"/>
                      <a:pt x="775554" y="192110"/>
                      <a:pt x="770239" y="189024"/>
                    </a:cubicBezTo>
                    <a:cubicBezTo>
                      <a:pt x="777268" y="182851"/>
                      <a:pt x="786655" y="171921"/>
                      <a:pt x="798399" y="156234"/>
                    </a:cubicBezTo>
                    <a:cubicBezTo>
                      <a:pt x="810144" y="140546"/>
                      <a:pt x="819273" y="126359"/>
                      <a:pt x="825788" y="113671"/>
                    </a:cubicBezTo>
                    <a:close/>
                    <a:moveTo>
                      <a:pt x="606418" y="112643"/>
                    </a:moveTo>
                    <a:cubicBezTo>
                      <a:pt x="624935" y="113843"/>
                      <a:pt x="644780" y="114443"/>
                      <a:pt x="665954" y="114443"/>
                    </a:cubicBezTo>
                    <a:cubicBezTo>
                      <a:pt x="687128" y="114443"/>
                      <a:pt x="705688" y="113843"/>
                      <a:pt x="721633" y="112643"/>
                    </a:cubicBezTo>
                    <a:cubicBezTo>
                      <a:pt x="720947" y="122415"/>
                      <a:pt x="720604" y="132274"/>
                      <a:pt x="720604" y="142218"/>
                    </a:cubicBezTo>
                    <a:lnTo>
                      <a:pt x="720604" y="208569"/>
                    </a:lnTo>
                    <a:cubicBezTo>
                      <a:pt x="720604" y="214741"/>
                      <a:pt x="719875" y="219327"/>
                      <a:pt x="718418" y="222328"/>
                    </a:cubicBezTo>
                    <a:cubicBezTo>
                      <a:pt x="716961" y="225328"/>
                      <a:pt x="713789" y="227643"/>
                      <a:pt x="708902" y="229272"/>
                    </a:cubicBezTo>
                    <a:cubicBezTo>
                      <a:pt x="704016" y="230900"/>
                      <a:pt x="696344" y="232229"/>
                      <a:pt x="685885" y="233258"/>
                    </a:cubicBezTo>
                    <a:cubicBezTo>
                      <a:pt x="686400" y="226571"/>
                      <a:pt x="684257" y="220399"/>
                      <a:pt x="679456" y="214741"/>
                    </a:cubicBezTo>
                    <a:cubicBezTo>
                      <a:pt x="685800" y="215598"/>
                      <a:pt x="690772" y="216027"/>
                      <a:pt x="694372" y="216027"/>
                    </a:cubicBezTo>
                    <a:cubicBezTo>
                      <a:pt x="697973" y="216027"/>
                      <a:pt x="700673" y="215470"/>
                      <a:pt x="702473" y="214355"/>
                    </a:cubicBezTo>
                    <a:cubicBezTo>
                      <a:pt x="704273" y="213241"/>
                      <a:pt x="705173" y="210455"/>
                      <a:pt x="705173" y="205997"/>
                    </a:cubicBezTo>
                    <a:lnTo>
                      <a:pt x="705173" y="189538"/>
                    </a:lnTo>
                    <a:lnTo>
                      <a:pt x="623649" y="189538"/>
                    </a:lnTo>
                    <a:lnTo>
                      <a:pt x="623649" y="233258"/>
                    </a:lnTo>
                    <a:lnTo>
                      <a:pt x="605904" y="233258"/>
                    </a:lnTo>
                    <a:cubicBezTo>
                      <a:pt x="607447" y="221942"/>
                      <a:pt x="608218" y="211055"/>
                      <a:pt x="608218" y="200597"/>
                    </a:cubicBezTo>
                    <a:lnTo>
                      <a:pt x="608218" y="141961"/>
                    </a:lnTo>
                    <a:cubicBezTo>
                      <a:pt x="608218" y="129102"/>
                      <a:pt x="607618" y="119329"/>
                      <a:pt x="606418" y="112643"/>
                    </a:cubicBezTo>
                    <a:close/>
                    <a:moveTo>
                      <a:pt x="45005" y="103384"/>
                    </a:moveTo>
                    <a:cubicBezTo>
                      <a:pt x="55464" y="104756"/>
                      <a:pt x="78309" y="105442"/>
                      <a:pt x="113542" y="105442"/>
                    </a:cubicBezTo>
                    <a:cubicBezTo>
                      <a:pt x="148775" y="105442"/>
                      <a:pt x="173421" y="104756"/>
                      <a:pt x="187480" y="103384"/>
                    </a:cubicBezTo>
                    <a:lnTo>
                      <a:pt x="178993" y="197253"/>
                    </a:lnTo>
                    <a:cubicBezTo>
                      <a:pt x="178479" y="203254"/>
                      <a:pt x="176807" y="207926"/>
                      <a:pt x="173979" y="211269"/>
                    </a:cubicBezTo>
                    <a:cubicBezTo>
                      <a:pt x="171150" y="214613"/>
                      <a:pt x="165749" y="217313"/>
                      <a:pt x="157776" y="219370"/>
                    </a:cubicBezTo>
                    <a:cubicBezTo>
                      <a:pt x="149804" y="221428"/>
                      <a:pt x="137931" y="222714"/>
                      <a:pt x="122158" y="223228"/>
                    </a:cubicBezTo>
                    <a:cubicBezTo>
                      <a:pt x="121986" y="216198"/>
                      <a:pt x="118900" y="209941"/>
                      <a:pt x="112899" y="204454"/>
                    </a:cubicBezTo>
                    <a:cubicBezTo>
                      <a:pt x="121472" y="204968"/>
                      <a:pt x="129316" y="205226"/>
                      <a:pt x="136431" y="205226"/>
                    </a:cubicBezTo>
                    <a:cubicBezTo>
                      <a:pt x="143546" y="205226"/>
                      <a:pt x="149118" y="204583"/>
                      <a:pt x="153147" y="203297"/>
                    </a:cubicBezTo>
                    <a:cubicBezTo>
                      <a:pt x="157176" y="202011"/>
                      <a:pt x="159877" y="200082"/>
                      <a:pt x="161248" y="197510"/>
                    </a:cubicBezTo>
                    <a:cubicBezTo>
                      <a:pt x="162620" y="194939"/>
                      <a:pt x="163563" y="190995"/>
                      <a:pt x="164077" y="185680"/>
                    </a:cubicBezTo>
                    <a:lnTo>
                      <a:pt x="170507" y="118558"/>
                    </a:lnTo>
                    <a:lnTo>
                      <a:pt x="97726" y="118558"/>
                    </a:lnTo>
                    <a:cubicBezTo>
                      <a:pt x="97383" y="145304"/>
                      <a:pt x="91468" y="167249"/>
                      <a:pt x="79981" y="184394"/>
                    </a:cubicBezTo>
                    <a:cubicBezTo>
                      <a:pt x="68494" y="201539"/>
                      <a:pt x="49977" y="216884"/>
                      <a:pt x="24431" y="230429"/>
                    </a:cubicBezTo>
                    <a:cubicBezTo>
                      <a:pt x="21345" y="224771"/>
                      <a:pt x="16030" y="220656"/>
                      <a:pt x="8486" y="218084"/>
                    </a:cubicBezTo>
                    <a:cubicBezTo>
                      <a:pt x="32832" y="207455"/>
                      <a:pt x="51263" y="195453"/>
                      <a:pt x="63779" y="182080"/>
                    </a:cubicBezTo>
                    <a:cubicBezTo>
                      <a:pt x="76295" y="168707"/>
                      <a:pt x="82553" y="147533"/>
                      <a:pt x="82553" y="118558"/>
                    </a:cubicBezTo>
                    <a:cubicBezTo>
                      <a:pt x="68151" y="118558"/>
                      <a:pt x="55635" y="119158"/>
                      <a:pt x="45005" y="120358"/>
                    </a:cubicBezTo>
                    <a:close/>
                    <a:moveTo>
                      <a:pt x="521036" y="52721"/>
                    </a:moveTo>
                    <a:lnTo>
                      <a:pt x="536467" y="55293"/>
                    </a:lnTo>
                    <a:cubicBezTo>
                      <a:pt x="534066" y="78267"/>
                      <a:pt x="530380" y="99527"/>
                      <a:pt x="525408" y="119072"/>
                    </a:cubicBezTo>
                    <a:lnTo>
                      <a:pt x="509978" y="115729"/>
                    </a:lnTo>
                    <a:cubicBezTo>
                      <a:pt x="517693" y="94469"/>
                      <a:pt x="521379" y="73466"/>
                      <a:pt x="521036" y="52721"/>
                    </a:cubicBezTo>
                    <a:close/>
                    <a:moveTo>
                      <a:pt x="576586" y="41405"/>
                    </a:moveTo>
                    <a:cubicBezTo>
                      <a:pt x="584130" y="53921"/>
                      <a:pt x="590216" y="66008"/>
                      <a:pt x="594845" y="77667"/>
                    </a:cubicBezTo>
                    <a:lnTo>
                      <a:pt x="581729" y="83839"/>
                    </a:lnTo>
                    <a:cubicBezTo>
                      <a:pt x="577615" y="70123"/>
                      <a:pt x="572214" y="57950"/>
                      <a:pt x="565527" y="47320"/>
                    </a:cubicBezTo>
                    <a:close/>
                    <a:moveTo>
                      <a:pt x="869251" y="27261"/>
                    </a:moveTo>
                    <a:lnTo>
                      <a:pt x="869251" y="102870"/>
                    </a:lnTo>
                    <a:lnTo>
                      <a:pt x="957462" y="102870"/>
                    </a:lnTo>
                    <a:lnTo>
                      <a:pt x="957462" y="27261"/>
                    </a:lnTo>
                    <a:close/>
                    <a:moveTo>
                      <a:pt x="785926" y="15945"/>
                    </a:moveTo>
                    <a:cubicBezTo>
                      <a:pt x="801700" y="27432"/>
                      <a:pt x="816959" y="40462"/>
                      <a:pt x="831704" y="55035"/>
                    </a:cubicBezTo>
                    <a:lnTo>
                      <a:pt x="819359" y="66608"/>
                    </a:lnTo>
                    <a:cubicBezTo>
                      <a:pt x="802900" y="48778"/>
                      <a:pt x="788670" y="35833"/>
                      <a:pt x="776668" y="27775"/>
                    </a:cubicBezTo>
                    <a:close/>
                    <a:moveTo>
                      <a:pt x="851249" y="13116"/>
                    </a:moveTo>
                    <a:cubicBezTo>
                      <a:pt x="864279" y="13973"/>
                      <a:pt x="884853" y="14402"/>
                      <a:pt x="912971" y="14402"/>
                    </a:cubicBezTo>
                    <a:cubicBezTo>
                      <a:pt x="941089" y="14402"/>
                      <a:pt x="961663" y="13973"/>
                      <a:pt x="974693" y="13116"/>
                    </a:cubicBezTo>
                    <a:cubicBezTo>
                      <a:pt x="974178" y="38662"/>
                      <a:pt x="973921" y="57307"/>
                      <a:pt x="973921" y="69051"/>
                    </a:cubicBezTo>
                    <a:cubicBezTo>
                      <a:pt x="973921" y="80796"/>
                      <a:pt x="974178" y="96526"/>
                      <a:pt x="974693" y="116243"/>
                    </a:cubicBezTo>
                    <a:lnTo>
                      <a:pt x="941774" y="115472"/>
                    </a:lnTo>
                    <a:lnTo>
                      <a:pt x="941774" y="198539"/>
                    </a:lnTo>
                    <a:cubicBezTo>
                      <a:pt x="941774" y="204368"/>
                      <a:pt x="942975" y="208355"/>
                      <a:pt x="945375" y="210498"/>
                    </a:cubicBezTo>
                    <a:cubicBezTo>
                      <a:pt x="947775" y="212641"/>
                      <a:pt x="952404" y="213712"/>
                      <a:pt x="959262" y="213712"/>
                    </a:cubicBezTo>
                    <a:cubicBezTo>
                      <a:pt x="971778" y="213712"/>
                      <a:pt x="979922" y="212169"/>
                      <a:pt x="983694" y="209083"/>
                    </a:cubicBezTo>
                    <a:cubicBezTo>
                      <a:pt x="987466" y="205997"/>
                      <a:pt x="989952" y="199139"/>
                      <a:pt x="991152" y="188509"/>
                    </a:cubicBezTo>
                    <a:cubicBezTo>
                      <a:pt x="995953" y="193310"/>
                      <a:pt x="1001353" y="196053"/>
                      <a:pt x="1007354" y="196739"/>
                    </a:cubicBezTo>
                    <a:cubicBezTo>
                      <a:pt x="1004268" y="207883"/>
                      <a:pt x="1000196" y="215984"/>
                      <a:pt x="995138" y="221042"/>
                    </a:cubicBezTo>
                    <a:cubicBezTo>
                      <a:pt x="990080" y="226100"/>
                      <a:pt x="979451" y="228629"/>
                      <a:pt x="963249" y="228629"/>
                    </a:cubicBezTo>
                    <a:cubicBezTo>
                      <a:pt x="947046" y="228629"/>
                      <a:pt x="936802" y="227043"/>
                      <a:pt x="932516" y="223871"/>
                    </a:cubicBezTo>
                    <a:cubicBezTo>
                      <a:pt x="928230" y="220699"/>
                      <a:pt x="926087" y="213198"/>
                      <a:pt x="926087" y="201368"/>
                    </a:cubicBezTo>
                    <a:lnTo>
                      <a:pt x="926087" y="115472"/>
                    </a:lnTo>
                    <a:lnTo>
                      <a:pt x="898569" y="115472"/>
                    </a:lnTo>
                    <a:cubicBezTo>
                      <a:pt x="898398" y="138274"/>
                      <a:pt x="896254" y="156534"/>
                      <a:pt x="892140" y="170250"/>
                    </a:cubicBezTo>
                    <a:cubicBezTo>
                      <a:pt x="888025" y="183966"/>
                      <a:pt x="880524" y="195882"/>
                      <a:pt x="869637" y="205997"/>
                    </a:cubicBezTo>
                    <a:cubicBezTo>
                      <a:pt x="858750" y="216113"/>
                      <a:pt x="842419" y="226314"/>
                      <a:pt x="820645" y="236601"/>
                    </a:cubicBezTo>
                    <a:cubicBezTo>
                      <a:pt x="816016" y="228886"/>
                      <a:pt x="811472" y="224171"/>
                      <a:pt x="807015" y="222456"/>
                    </a:cubicBezTo>
                    <a:cubicBezTo>
                      <a:pt x="824331" y="216627"/>
                      <a:pt x="838476" y="209941"/>
                      <a:pt x="849449" y="202397"/>
                    </a:cubicBezTo>
                    <a:cubicBezTo>
                      <a:pt x="860421" y="194853"/>
                      <a:pt x="868608" y="184780"/>
                      <a:pt x="874009" y="172179"/>
                    </a:cubicBezTo>
                    <a:cubicBezTo>
                      <a:pt x="879410" y="159577"/>
                      <a:pt x="882110" y="140760"/>
                      <a:pt x="882110" y="115729"/>
                    </a:cubicBezTo>
                    <a:cubicBezTo>
                      <a:pt x="872337" y="115729"/>
                      <a:pt x="862050" y="115986"/>
                      <a:pt x="851249" y="116500"/>
                    </a:cubicBezTo>
                    <a:cubicBezTo>
                      <a:pt x="852278" y="96441"/>
                      <a:pt x="852792" y="79210"/>
                      <a:pt x="852792" y="64808"/>
                    </a:cubicBezTo>
                    <a:cubicBezTo>
                      <a:pt x="852792" y="50406"/>
                      <a:pt x="852278" y="33176"/>
                      <a:pt x="851249" y="13116"/>
                    </a:cubicBezTo>
                    <a:close/>
                    <a:moveTo>
                      <a:pt x="82038" y="4372"/>
                    </a:moveTo>
                    <a:cubicBezTo>
                      <a:pt x="88554" y="9515"/>
                      <a:pt x="95069" y="12516"/>
                      <a:pt x="101584" y="13373"/>
                    </a:cubicBezTo>
                    <a:cubicBezTo>
                      <a:pt x="103813" y="13716"/>
                      <a:pt x="104927" y="14573"/>
                      <a:pt x="104927" y="15945"/>
                    </a:cubicBezTo>
                    <a:cubicBezTo>
                      <a:pt x="104927" y="17316"/>
                      <a:pt x="103898" y="18431"/>
                      <a:pt x="101841" y="19288"/>
                    </a:cubicBezTo>
                    <a:cubicBezTo>
                      <a:pt x="97383" y="21174"/>
                      <a:pt x="92240" y="27261"/>
                      <a:pt x="86410" y="37548"/>
                    </a:cubicBezTo>
                    <a:cubicBezTo>
                      <a:pt x="66351" y="73552"/>
                      <a:pt x="43376" y="104927"/>
                      <a:pt x="17488" y="131674"/>
                    </a:cubicBezTo>
                    <a:cubicBezTo>
                      <a:pt x="13201" y="124987"/>
                      <a:pt x="7372" y="121044"/>
                      <a:pt x="0" y="119844"/>
                    </a:cubicBezTo>
                    <a:cubicBezTo>
                      <a:pt x="41148" y="88468"/>
                      <a:pt x="68494" y="49978"/>
                      <a:pt x="82038" y="4372"/>
                    </a:cubicBezTo>
                    <a:close/>
                    <a:moveTo>
                      <a:pt x="150447" y="3600"/>
                    </a:moveTo>
                    <a:cubicBezTo>
                      <a:pt x="161591" y="31718"/>
                      <a:pt x="173293" y="54092"/>
                      <a:pt x="185551" y="70723"/>
                    </a:cubicBezTo>
                    <a:cubicBezTo>
                      <a:pt x="197810" y="87354"/>
                      <a:pt x="213112" y="99955"/>
                      <a:pt x="231457" y="108528"/>
                    </a:cubicBezTo>
                    <a:cubicBezTo>
                      <a:pt x="226314" y="111957"/>
                      <a:pt x="221770" y="117443"/>
                      <a:pt x="217827" y="124987"/>
                    </a:cubicBezTo>
                    <a:cubicBezTo>
                      <a:pt x="199482" y="111100"/>
                      <a:pt x="184351" y="95712"/>
                      <a:pt x="172435" y="78824"/>
                    </a:cubicBezTo>
                    <a:cubicBezTo>
                      <a:pt x="160520" y="61936"/>
                      <a:pt x="148475" y="38662"/>
                      <a:pt x="136302" y="9001"/>
                    </a:cubicBezTo>
                    <a:close/>
                    <a:moveTo>
                      <a:pt x="654510" y="514"/>
                    </a:moveTo>
                    <a:cubicBezTo>
                      <a:pt x="661368" y="1372"/>
                      <a:pt x="666940" y="1800"/>
                      <a:pt x="671226" y="1800"/>
                    </a:cubicBezTo>
                    <a:cubicBezTo>
                      <a:pt x="675513" y="1800"/>
                      <a:pt x="677656" y="2315"/>
                      <a:pt x="677656" y="3343"/>
                    </a:cubicBezTo>
                    <a:cubicBezTo>
                      <a:pt x="677656" y="4372"/>
                      <a:pt x="676970" y="5401"/>
                      <a:pt x="675598" y="6429"/>
                    </a:cubicBezTo>
                    <a:cubicBezTo>
                      <a:pt x="673198" y="8487"/>
                      <a:pt x="671998" y="11830"/>
                      <a:pt x="671998" y="16459"/>
                    </a:cubicBezTo>
                    <a:lnTo>
                      <a:pt x="671998" y="25203"/>
                    </a:lnTo>
                    <a:cubicBezTo>
                      <a:pt x="696344" y="25203"/>
                      <a:pt x="715118" y="24603"/>
                      <a:pt x="728319" y="23403"/>
                    </a:cubicBezTo>
                    <a:lnTo>
                      <a:pt x="728319" y="38319"/>
                    </a:lnTo>
                    <a:cubicBezTo>
                      <a:pt x="715118" y="37119"/>
                      <a:pt x="696344" y="36519"/>
                      <a:pt x="671998" y="36519"/>
                    </a:cubicBezTo>
                    <a:lnTo>
                      <a:pt x="671998" y="55550"/>
                    </a:lnTo>
                    <a:cubicBezTo>
                      <a:pt x="692915" y="55550"/>
                      <a:pt x="708945" y="55121"/>
                      <a:pt x="720090" y="54264"/>
                    </a:cubicBezTo>
                    <a:lnTo>
                      <a:pt x="720090" y="68409"/>
                    </a:lnTo>
                    <a:cubicBezTo>
                      <a:pt x="708945" y="67551"/>
                      <a:pt x="692915" y="67123"/>
                      <a:pt x="671998" y="67123"/>
                    </a:cubicBezTo>
                    <a:lnTo>
                      <a:pt x="671998" y="86411"/>
                    </a:lnTo>
                    <a:cubicBezTo>
                      <a:pt x="705945" y="86411"/>
                      <a:pt x="729777" y="85896"/>
                      <a:pt x="743493" y="84868"/>
                    </a:cubicBezTo>
                    <a:lnTo>
                      <a:pt x="743493" y="99012"/>
                    </a:lnTo>
                    <a:cubicBezTo>
                      <a:pt x="729262" y="97984"/>
                      <a:pt x="703502" y="97469"/>
                      <a:pt x="666211" y="97469"/>
                    </a:cubicBezTo>
                    <a:cubicBezTo>
                      <a:pt x="628921" y="97469"/>
                      <a:pt x="603504" y="97984"/>
                      <a:pt x="589959" y="99012"/>
                    </a:cubicBezTo>
                    <a:lnTo>
                      <a:pt x="589959" y="84868"/>
                    </a:lnTo>
                    <a:cubicBezTo>
                      <a:pt x="602989" y="85896"/>
                      <a:pt x="625192" y="86411"/>
                      <a:pt x="656567" y="86411"/>
                    </a:cubicBezTo>
                    <a:lnTo>
                      <a:pt x="656567" y="67123"/>
                    </a:lnTo>
                    <a:cubicBezTo>
                      <a:pt x="634965" y="67294"/>
                      <a:pt x="619020" y="67723"/>
                      <a:pt x="608733" y="68409"/>
                    </a:cubicBezTo>
                    <a:lnTo>
                      <a:pt x="608733" y="54264"/>
                    </a:lnTo>
                    <a:cubicBezTo>
                      <a:pt x="619191" y="54950"/>
                      <a:pt x="635136" y="55378"/>
                      <a:pt x="656567" y="55550"/>
                    </a:cubicBezTo>
                    <a:lnTo>
                      <a:pt x="656567" y="36519"/>
                    </a:lnTo>
                    <a:cubicBezTo>
                      <a:pt x="631193" y="36519"/>
                      <a:pt x="611647" y="37119"/>
                      <a:pt x="597932" y="38319"/>
                    </a:cubicBezTo>
                    <a:lnTo>
                      <a:pt x="597932" y="23403"/>
                    </a:lnTo>
                    <a:cubicBezTo>
                      <a:pt x="611647" y="24603"/>
                      <a:pt x="631193" y="25203"/>
                      <a:pt x="656567" y="25203"/>
                    </a:cubicBezTo>
                    <a:cubicBezTo>
                      <a:pt x="656567" y="18345"/>
                      <a:pt x="655882" y="10116"/>
                      <a:pt x="654510" y="514"/>
                    </a:cubicBezTo>
                    <a:close/>
                    <a:moveTo>
                      <a:pt x="359016" y="514"/>
                    </a:moveTo>
                    <a:cubicBezTo>
                      <a:pt x="368960" y="3943"/>
                      <a:pt x="376504" y="5658"/>
                      <a:pt x="381647" y="5658"/>
                    </a:cubicBezTo>
                    <a:cubicBezTo>
                      <a:pt x="383533" y="5658"/>
                      <a:pt x="384476" y="6258"/>
                      <a:pt x="384476" y="7458"/>
                    </a:cubicBezTo>
                    <a:cubicBezTo>
                      <a:pt x="384476" y="8658"/>
                      <a:pt x="383790" y="9687"/>
                      <a:pt x="382419" y="10544"/>
                    </a:cubicBezTo>
                    <a:cubicBezTo>
                      <a:pt x="377961" y="12944"/>
                      <a:pt x="371789" y="23746"/>
                      <a:pt x="363902" y="42948"/>
                    </a:cubicBezTo>
                    <a:lnTo>
                      <a:pt x="411994" y="42948"/>
                    </a:lnTo>
                    <a:cubicBezTo>
                      <a:pt x="444741" y="42948"/>
                      <a:pt x="470630" y="42262"/>
                      <a:pt x="489661" y="40891"/>
                    </a:cubicBezTo>
                    <a:lnTo>
                      <a:pt x="489661" y="58636"/>
                    </a:lnTo>
                    <a:cubicBezTo>
                      <a:pt x="470630" y="57093"/>
                      <a:pt x="444741" y="56321"/>
                      <a:pt x="411994" y="56321"/>
                    </a:cubicBezTo>
                    <a:lnTo>
                      <a:pt x="358244" y="56321"/>
                    </a:lnTo>
                    <a:cubicBezTo>
                      <a:pt x="350358" y="73295"/>
                      <a:pt x="338699" y="89926"/>
                      <a:pt x="323269" y="106213"/>
                    </a:cubicBezTo>
                    <a:lnTo>
                      <a:pt x="375475" y="106213"/>
                    </a:lnTo>
                    <a:cubicBezTo>
                      <a:pt x="375132" y="87697"/>
                      <a:pt x="374532" y="75009"/>
                      <a:pt x="373675" y="68151"/>
                    </a:cubicBezTo>
                    <a:cubicBezTo>
                      <a:pt x="378133" y="69352"/>
                      <a:pt x="384991" y="69952"/>
                      <a:pt x="394249" y="69952"/>
                    </a:cubicBezTo>
                    <a:cubicBezTo>
                      <a:pt x="396821" y="69952"/>
                      <a:pt x="398106" y="70466"/>
                      <a:pt x="398106" y="71495"/>
                    </a:cubicBezTo>
                    <a:cubicBezTo>
                      <a:pt x="398106" y="72523"/>
                      <a:pt x="396992" y="74066"/>
                      <a:pt x="394763" y="76124"/>
                    </a:cubicBezTo>
                    <a:cubicBezTo>
                      <a:pt x="392534" y="78181"/>
                      <a:pt x="391420" y="82810"/>
                      <a:pt x="391420" y="90011"/>
                    </a:cubicBezTo>
                    <a:lnTo>
                      <a:pt x="391420" y="106213"/>
                    </a:lnTo>
                    <a:cubicBezTo>
                      <a:pt x="417995" y="106213"/>
                      <a:pt x="443284" y="105527"/>
                      <a:pt x="467287" y="104156"/>
                    </a:cubicBezTo>
                    <a:cubicBezTo>
                      <a:pt x="466429" y="110842"/>
                      <a:pt x="466001" y="117958"/>
                      <a:pt x="466001" y="125501"/>
                    </a:cubicBezTo>
                    <a:lnTo>
                      <a:pt x="466001" y="186195"/>
                    </a:lnTo>
                    <a:cubicBezTo>
                      <a:pt x="466001" y="192538"/>
                      <a:pt x="464843" y="197468"/>
                      <a:pt x="462529" y="200982"/>
                    </a:cubicBezTo>
                    <a:cubicBezTo>
                      <a:pt x="460214" y="204497"/>
                      <a:pt x="455928" y="207197"/>
                      <a:pt x="449670" y="209083"/>
                    </a:cubicBezTo>
                    <a:cubicBezTo>
                      <a:pt x="443412" y="210969"/>
                      <a:pt x="433854" y="212427"/>
                      <a:pt x="420995" y="213455"/>
                    </a:cubicBezTo>
                    <a:cubicBezTo>
                      <a:pt x="420481" y="205054"/>
                      <a:pt x="417652" y="197853"/>
                      <a:pt x="412508" y="191853"/>
                    </a:cubicBezTo>
                    <a:cubicBezTo>
                      <a:pt x="422110" y="193224"/>
                      <a:pt x="429525" y="193910"/>
                      <a:pt x="434754" y="193910"/>
                    </a:cubicBezTo>
                    <a:cubicBezTo>
                      <a:pt x="439983" y="193910"/>
                      <a:pt x="443798" y="193138"/>
                      <a:pt x="446198" y="191595"/>
                    </a:cubicBezTo>
                    <a:cubicBezTo>
                      <a:pt x="448598" y="190052"/>
                      <a:pt x="449799" y="186966"/>
                      <a:pt x="449799" y="182337"/>
                    </a:cubicBezTo>
                    <a:lnTo>
                      <a:pt x="449799" y="119329"/>
                    </a:lnTo>
                    <a:lnTo>
                      <a:pt x="391420" y="119329"/>
                    </a:lnTo>
                    <a:lnTo>
                      <a:pt x="391420" y="211398"/>
                    </a:lnTo>
                    <a:cubicBezTo>
                      <a:pt x="391420" y="218599"/>
                      <a:pt x="391849" y="226657"/>
                      <a:pt x="392706" y="235572"/>
                    </a:cubicBezTo>
                    <a:lnTo>
                      <a:pt x="373932" y="235572"/>
                    </a:lnTo>
                    <a:cubicBezTo>
                      <a:pt x="374961" y="227343"/>
                      <a:pt x="375475" y="219285"/>
                      <a:pt x="375475" y="211398"/>
                    </a:cubicBezTo>
                    <a:lnTo>
                      <a:pt x="375475" y="119329"/>
                    </a:lnTo>
                    <a:lnTo>
                      <a:pt x="324812" y="119329"/>
                    </a:lnTo>
                    <a:lnTo>
                      <a:pt x="324812" y="212169"/>
                    </a:lnTo>
                    <a:lnTo>
                      <a:pt x="307581" y="212169"/>
                    </a:lnTo>
                    <a:cubicBezTo>
                      <a:pt x="308781" y="204283"/>
                      <a:pt x="309381" y="195882"/>
                      <a:pt x="309381" y="186966"/>
                    </a:cubicBezTo>
                    <a:lnTo>
                      <a:pt x="309381" y="120358"/>
                    </a:lnTo>
                    <a:cubicBezTo>
                      <a:pt x="295837" y="133045"/>
                      <a:pt x="281092" y="145047"/>
                      <a:pt x="265147" y="156362"/>
                    </a:cubicBezTo>
                    <a:cubicBezTo>
                      <a:pt x="261718" y="150876"/>
                      <a:pt x="256746" y="146418"/>
                      <a:pt x="250231" y="142989"/>
                    </a:cubicBezTo>
                    <a:cubicBezTo>
                      <a:pt x="271662" y="131331"/>
                      <a:pt x="289450" y="118815"/>
                      <a:pt x="303595" y="105442"/>
                    </a:cubicBezTo>
                    <a:cubicBezTo>
                      <a:pt x="317739" y="92069"/>
                      <a:pt x="330127" y="75695"/>
                      <a:pt x="340756" y="56321"/>
                    </a:cubicBezTo>
                    <a:cubicBezTo>
                      <a:pt x="301837" y="56493"/>
                      <a:pt x="274405" y="57264"/>
                      <a:pt x="258460" y="58636"/>
                    </a:cubicBezTo>
                    <a:lnTo>
                      <a:pt x="258460" y="40891"/>
                    </a:lnTo>
                    <a:cubicBezTo>
                      <a:pt x="272519" y="42262"/>
                      <a:pt x="302180" y="42948"/>
                      <a:pt x="347443" y="42948"/>
                    </a:cubicBezTo>
                    <a:cubicBezTo>
                      <a:pt x="353787" y="28718"/>
                      <a:pt x="357644" y="14573"/>
                      <a:pt x="359016" y="514"/>
                    </a:cubicBezTo>
                    <a:close/>
                    <a:moveTo>
                      <a:pt x="543668" y="0"/>
                    </a:moveTo>
                    <a:cubicBezTo>
                      <a:pt x="548640" y="1200"/>
                      <a:pt x="553912" y="1800"/>
                      <a:pt x="559484" y="1800"/>
                    </a:cubicBezTo>
                    <a:cubicBezTo>
                      <a:pt x="565056" y="1800"/>
                      <a:pt x="567842" y="2486"/>
                      <a:pt x="567842" y="3858"/>
                    </a:cubicBezTo>
                    <a:cubicBezTo>
                      <a:pt x="567842" y="5229"/>
                      <a:pt x="566728" y="6644"/>
                      <a:pt x="564499" y="8101"/>
                    </a:cubicBezTo>
                    <a:cubicBezTo>
                      <a:pt x="562270" y="9558"/>
                      <a:pt x="561156" y="13887"/>
                      <a:pt x="561156" y="21088"/>
                    </a:cubicBezTo>
                    <a:lnTo>
                      <a:pt x="561156" y="192110"/>
                    </a:lnTo>
                    <a:cubicBezTo>
                      <a:pt x="561156" y="203940"/>
                      <a:pt x="562013" y="218170"/>
                      <a:pt x="563727" y="234801"/>
                    </a:cubicBezTo>
                    <a:lnTo>
                      <a:pt x="543668" y="234801"/>
                    </a:lnTo>
                    <a:cubicBezTo>
                      <a:pt x="545382" y="217999"/>
                      <a:pt x="546239" y="203683"/>
                      <a:pt x="546239" y="191853"/>
                    </a:cubicBezTo>
                    <a:lnTo>
                      <a:pt x="546239" y="33947"/>
                    </a:lnTo>
                    <a:cubicBezTo>
                      <a:pt x="546239" y="20403"/>
                      <a:pt x="545382" y="9087"/>
                      <a:pt x="54366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000" dirty="0"/>
              </a:p>
            </p:txBody>
          </p:sp>
        </p:grpSp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8DFDD3D8-223B-45A7-A6AC-61D179B96BB7}"/>
                </a:ext>
              </a:extLst>
            </p:cNvPr>
            <p:cNvSpPr/>
            <p:nvPr/>
          </p:nvSpPr>
          <p:spPr>
            <a:xfrm>
              <a:off x="703527" y="5570721"/>
              <a:ext cx="2588654" cy="543121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618451 w 4163964"/>
                <a:gd name="connsiteY2" fmla="*/ 364265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99571 h 1431568"/>
                <a:gd name="connsiteX1" fmla="*/ 3892405 w 4163964"/>
                <a:gd name="connsiteY1" fmla="*/ 17335 h 1431568"/>
                <a:gd name="connsiteX2" fmla="*/ 3618451 w 4163964"/>
                <a:gd name="connsiteY2" fmla="*/ 394664 h 1431568"/>
                <a:gd name="connsiteX3" fmla="*/ 3058625 w 4163964"/>
                <a:gd name="connsiteY3" fmla="*/ 1024952 h 1431568"/>
                <a:gd name="connsiteX4" fmla="*/ 2514600 w 4163964"/>
                <a:gd name="connsiteY4" fmla="*/ 1336318 h 1431568"/>
                <a:gd name="connsiteX5" fmla="*/ 0 w 4163964"/>
                <a:gd name="connsiteY5" fmla="*/ 1431568 h 1431568"/>
                <a:gd name="connsiteX0" fmla="*/ 4163964 w 4163964"/>
                <a:gd name="connsiteY0" fmla="*/ 226102 h 1458099"/>
                <a:gd name="connsiteX1" fmla="*/ 3892405 w 4163964"/>
                <a:gd name="connsiteY1" fmla="*/ 43866 h 1458099"/>
                <a:gd name="connsiteX2" fmla="*/ 3618451 w 4163964"/>
                <a:gd name="connsiteY2" fmla="*/ 421195 h 1458099"/>
                <a:gd name="connsiteX3" fmla="*/ 3058625 w 4163964"/>
                <a:gd name="connsiteY3" fmla="*/ 1051483 h 1458099"/>
                <a:gd name="connsiteX4" fmla="*/ 2514600 w 4163964"/>
                <a:gd name="connsiteY4" fmla="*/ 1362849 h 1458099"/>
                <a:gd name="connsiteX5" fmla="*/ 0 w 4163964"/>
                <a:gd name="connsiteY5" fmla="*/ 1458099 h 1458099"/>
                <a:gd name="connsiteX0" fmla="*/ 4163964 w 4163964"/>
                <a:gd name="connsiteY0" fmla="*/ 201101 h 1433098"/>
                <a:gd name="connsiteX1" fmla="*/ 3892405 w 4163964"/>
                <a:gd name="connsiteY1" fmla="*/ 18865 h 1433098"/>
                <a:gd name="connsiteX2" fmla="*/ 3618451 w 4163964"/>
                <a:gd name="connsiteY2" fmla="*/ 396194 h 1433098"/>
                <a:gd name="connsiteX3" fmla="*/ 3058625 w 4163964"/>
                <a:gd name="connsiteY3" fmla="*/ 1026482 h 1433098"/>
                <a:gd name="connsiteX4" fmla="*/ 2514600 w 4163964"/>
                <a:gd name="connsiteY4" fmla="*/ 1337848 h 1433098"/>
                <a:gd name="connsiteX5" fmla="*/ 0 w 4163964"/>
                <a:gd name="connsiteY5" fmla="*/ 1433098 h 1433098"/>
                <a:gd name="connsiteX0" fmla="*/ 4163964 w 4163964"/>
                <a:gd name="connsiteY0" fmla="*/ 304082 h 1414683"/>
                <a:gd name="connsiteX1" fmla="*/ 3892405 w 4163964"/>
                <a:gd name="connsiteY1" fmla="*/ 450 h 1414683"/>
                <a:gd name="connsiteX2" fmla="*/ 3618451 w 4163964"/>
                <a:gd name="connsiteY2" fmla="*/ 377779 h 1414683"/>
                <a:gd name="connsiteX3" fmla="*/ 3058625 w 4163964"/>
                <a:gd name="connsiteY3" fmla="*/ 1008067 h 1414683"/>
                <a:gd name="connsiteX4" fmla="*/ 2514600 w 4163964"/>
                <a:gd name="connsiteY4" fmla="*/ 1319433 h 1414683"/>
                <a:gd name="connsiteX5" fmla="*/ 0 w 4163964"/>
                <a:gd name="connsiteY5" fmla="*/ 1414683 h 141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414683">
                  <a:moveTo>
                    <a:pt x="4163964" y="304082"/>
                  </a:moveTo>
                  <a:cubicBezTo>
                    <a:pt x="4110753" y="230826"/>
                    <a:pt x="3983324" y="-11833"/>
                    <a:pt x="3892405" y="450"/>
                  </a:cubicBezTo>
                  <a:cubicBezTo>
                    <a:pt x="3801486" y="12733"/>
                    <a:pt x="3757414" y="209843"/>
                    <a:pt x="3618451" y="377779"/>
                  </a:cubicBezTo>
                  <a:cubicBezTo>
                    <a:pt x="3479488" y="545715"/>
                    <a:pt x="3242600" y="851125"/>
                    <a:pt x="3058625" y="1008067"/>
                  </a:cubicBezTo>
                  <a:cubicBezTo>
                    <a:pt x="2874650" y="1165009"/>
                    <a:pt x="2665412" y="1263871"/>
                    <a:pt x="2514600" y="1319433"/>
                  </a:cubicBezTo>
                  <a:cubicBezTo>
                    <a:pt x="2363788" y="1374995"/>
                    <a:pt x="153194" y="1413889"/>
                    <a:pt x="0" y="141468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6D1E3383-CE79-4A28-BAED-EB1AB171425E}"/>
                </a:ext>
              </a:extLst>
            </p:cNvPr>
            <p:cNvSpPr/>
            <p:nvPr/>
          </p:nvSpPr>
          <p:spPr>
            <a:xfrm>
              <a:off x="703527" y="5865355"/>
              <a:ext cx="2588654" cy="248487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318542 h 1384141"/>
                <a:gd name="connsiteX1" fmla="*/ 3960557 w 4163964"/>
                <a:gd name="connsiteY1" fmla="*/ 3016 h 1384141"/>
                <a:gd name="connsiteX2" fmla="*/ 3700234 w 4163964"/>
                <a:gd name="connsiteY2" fmla="*/ 369309 h 1384141"/>
                <a:gd name="connsiteX3" fmla="*/ 3058625 w 4163964"/>
                <a:gd name="connsiteY3" fmla="*/ 1032705 h 1384141"/>
                <a:gd name="connsiteX4" fmla="*/ 2514600 w 4163964"/>
                <a:gd name="connsiteY4" fmla="*/ 1288891 h 1384141"/>
                <a:gd name="connsiteX5" fmla="*/ 0 w 4163964"/>
                <a:gd name="connsiteY5" fmla="*/ 1384141 h 1384141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700234 w 4163964"/>
                <a:gd name="connsiteY2" fmla="*/ 369775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475332 w 4163964"/>
                <a:gd name="connsiteY2" fmla="*/ 647489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987112 h 1052711"/>
                <a:gd name="connsiteX1" fmla="*/ 3790177 w 4163964"/>
                <a:gd name="connsiteY1" fmla="*/ 4842 h 1052711"/>
                <a:gd name="connsiteX2" fmla="*/ 3475332 w 4163964"/>
                <a:gd name="connsiteY2" fmla="*/ 315593 h 1052711"/>
                <a:gd name="connsiteX3" fmla="*/ 3058625 w 4163964"/>
                <a:gd name="connsiteY3" fmla="*/ 701275 h 1052711"/>
                <a:gd name="connsiteX4" fmla="*/ 2514600 w 4163964"/>
                <a:gd name="connsiteY4" fmla="*/ 957461 h 1052711"/>
                <a:gd name="connsiteX5" fmla="*/ 0 w 4163964"/>
                <a:gd name="connsiteY5" fmla="*/ 1052711 h 1052711"/>
                <a:gd name="connsiteX0" fmla="*/ 4163964 w 4163964"/>
                <a:gd name="connsiteY0" fmla="*/ 982272 h 1047871"/>
                <a:gd name="connsiteX1" fmla="*/ 3790177 w 4163964"/>
                <a:gd name="connsiteY1" fmla="*/ 2 h 1047871"/>
                <a:gd name="connsiteX2" fmla="*/ 3475332 w 4163964"/>
                <a:gd name="connsiteY2" fmla="*/ 310753 h 1047871"/>
                <a:gd name="connsiteX3" fmla="*/ 3058625 w 4163964"/>
                <a:gd name="connsiteY3" fmla="*/ 696435 h 1047871"/>
                <a:gd name="connsiteX4" fmla="*/ 2514600 w 4163964"/>
                <a:gd name="connsiteY4" fmla="*/ 952621 h 1047871"/>
                <a:gd name="connsiteX5" fmla="*/ 0 w 4163964"/>
                <a:gd name="connsiteY5" fmla="*/ 1047871 h 1047871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475332 w 4163964"/>
                <a:gd name="connsiteY2" fmla="*/ 329264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236691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19298 h 1084897"/>
                <a:gd name="connsiteX1" fmla="*/ 357209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31525 h 1097124"/>
                <a:gd name="connsiteX1" fmla="*/ 3585720 w 4163964"/>
                <a:gd name="connsiteY1" fmla="*/ 12227 h 1097124"/>
                <a:gd name="connsiteX2" fmla="*/ 3386734 w 4163964"/>
                <a:gd name="connsiteY2" fmla="*/ 267433 h 1097124"/>
                <a:gd name="connsiteX3" fmla="*/ 2990473 w 4163964"/>
                <a:gd name="connsiteY3" fmla="*/ 690145 h 1097124"/>
                <a:gd name="connsiteX4" fmla="*/ 2514600 w 4163964"/>
                <a:gd name="connsiteY4" fmla="*/ 1001874 h 1097124"/>
                <a:gd name="connsiteX5" fmla="*/ 0 w 4163964"/>
                <a:gd name="connsiteY5" fmla="*/ 1097124 h 1097124"/>
                <a:gd name="connsiteX0" fmla="*/ 4163964 w 4163964"/>
                <a:gd name="connsiteY0" fmla="*/ 1025829 h 1091428"/>
                <a:gd name="connsiteX1" fmla="*/ 3585720 w 4163964"/>
                <a:gd name="connsiteY1" fmla="*/ 6531 h 1091428"/>
                <a:gd name="connsiteX2" fmla="*/ 3386734 w 4163964"/>
                <a:gd name="connsiteY2" fmla="*/ 261737 h 1091428"/>
                <a:gd name="connsiteX3" fmla="*/ 2990473 w 4163964"/>
                <a:gd name="connsiteY3" fmla="*/ 684449 h 1091428"/>
                <a:gd name="connsiteX4" fmla="*/ 2514600 w 4163964"/>
                <a:gd name="connsiteY4" fmla="*/ 996178 h 1091428"/>
                <a:gd name="connsiteX5" fmla="*/ 0 w 4163964"/>
                <a:gd name="connsiteY5" fmla="*/ 1091428 h 1091428"/>
                <a:gd name="connsiteX0" fmla="*/ 4163964 w 4163964"/>
                <a:gd name="connsiteY0" fmla="*/ 1045308 h 1110907"/>
                <a:gd name="connsiteX1" fmla="*/ 3585720 w 4163964"/>
                <a:gd name="connsiteY1" fmla="*/ 26010 h 1110907"/>
                <a:gd name="connsiteX2" fmla="*/ 3325398 w 4163964"/>
                <a:gd name="connsiteY2" fmla="*/ 336759 h 1110907"/>
                <a:gd name="connsiteX3" fmla="*/ 2990473 w 4163964"/>
                <a:gd name="connsiteY3" fmla="*/ 703928 h 1110907"/>
                <a:gd name="connsiteX4" fmla="*/ 2514600 w 4163964"/>
                <a:gd name="connsiteY4" fmla="*/ 1015657 h 1110907"/>
                <a:gd name="connsiteX5" fmla="*/ 0 w 4163964"/>
                <a:gd name="connsiteY5" fmla="*/ 1110907 h 1110907"/>
                <a:gd name="connsiteX0" fmla="*/ 4163964 w 4163964"/>
                <a:gd name="connsiteY0" fmla="*/ 1020131 h 1085730"/>
                <a:gd name="connsiteX1" fmla="*/ 3585720 w 4163964"/>
                <a:gd name="connsiteY1" fmla="*/ 833 h 1085730"/>
                <a:gd name="connsiteX2" fmla="*/ 3325398 w 4163964"/>
                <a:gd name="connsiteY2" fmla="*/ 311582 h 1085730"/>
                <a:gd name="connsiteX3" fmla="*/ 2990473 w 4163964"/>
                <a:gd name="connsiteY3" fmla="*/ 678751 h 1085730"/>
                <a:gd name="connsiteX4" fmla="*/ 2514600 w 4163964"/>
                <a:gd name="connsiteY4" fmla="*/ 990480 h 1085730"/>
                <a:gd name="connsiteX5" fmla="*/ 0 w 4163964"/>
                <a:gd name="connsiteY5" fmla="*/ 1085730 h 1085730"/>
                <a:gd name="connsiteX0" fmla="*/ 4163964 w 4163964"/>
                <a:gd name="connsiteY0" fmla="*/ 1020235 h 1085834"/>
                <a:gd name="connsiteX1" fmla="*/ 3585720 w 4163964"/>
                <a:gd name="connsiteY1" fmla="*/ 937 h 1085834"/>
                <a:gd name="connsiteX2" fmla="*/ 3325398 w 4163964"/>
                <a:gd name="connsiteY2" fmla="*/ 311686 h 1085834"/>
                <a:gd name="connsiteX3" fmla="*/ 2990473 w 4163964"/>
                <a:gd name="connsiteY3" fmla="*/ 678855 h 1085834"/>
                <a:gd name="connsiteX4" fmla="*/ 2514600 w 4163964"/>
                <a:gd name="connsiteY4" fmla="*/ 990584 h 1085834"/>
                <a:gd name="connsiteX5" fmla="*/ 0 w 4163964"/>
                <a:gd name="connsiteY5" fmla="*/ 1085834 h 108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085834">
                  <a:moveTo>
                    <a:pt x="4163964" y="1020235"/>
                  </a:moveTo>
                  <a:cubicBezTo>
                    <a:pt x="4001711" y="669262"/>
                    <a:pt x="3745926" y="-29087"/>
                    <a:pt x="3585720" y="937"/>
                  </a:cubicBezTo>
                  <a:cubicBezTo>
                    <a:pt x="3425514" y="30961"/>
                    <a:pt x="3424606" y="198700"/>
                    <a:pt x="3325398" y="311686"/>
                  </a:cubicBezTo>
                  <a:cubicBezTo>
                    <a:pt x="3226190" y="424672"/>
                    <a:pt x="3125606" y="565705"/>
                    <a:pt x="2990473" y="678855"/>
                  </a:cubicBezTo>
                  <a:cubicBezTo>
                    <a:pt x="2855340" y="792005"/>
                    <a:pt x="2665412" y="935022"/>
                    <a:pt x="2514600" y="990584"/>
                  </a:cubicBezTo>
                  <a:cubicBezTo>
                    <a:pt x="2363788" y="1046146"/>
                    <a:pt x="153194" y="1085040"/>
                    <a:pt x="0" y="108583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B1FE14AE-8F6A-45DB-8CBB-DBD90D090A1B}"/>
                </a:ext>
              </a:extLst>
            </p:cNvPr>
            <p:cNvSpPr txBox="1"/>
            <p:nvPr/>
          </p:nvSpPr>
          <p:spPr>
            <a:xfrm>
              <a:off x="2611749" y="5197821"/>
              <a:ext cx="388594" cy="124022"/>
            </a:xfrm>
            <a:custGeom>
              <a:avLst/>
              <a:gdLst/>
              <a:ahLst/>
              <a:cxnLst/>
              <a:rect l="l" t="t" r="r" b="b"/>
              <a:pathLst>
                <a:path w="549660" h="175426">
                  <a:moveTo>
                    <a:pt x="175469" y="117663"/>
                  </a:moveTo>
                  <a:lnTo>
                    <a:pt x="330176" y="117663"/>
                  </a:lnTo>
                  <a:lnTo>
                    <a:pt x="330176" y="134364"/>
                  </a:lnTo>
                  <a:lnTo>
                    <a:pt x="175469" y="134364"/>
                  </a:lnTo>
                  <a:close/>
                  <a:moveTo>
                    <a:pt x="175469" y="65549"/>
                  </a:moveTo>
                  <a:lnTo>
                    <a:pt x="330176" y="65549"/>
                  </a:lnTo>
                  <a:lnTo>
                    <a:pt x="330176" y="82251"/>
                  </a:lnTo>
                  <a:lnTo>
                    <a:pt x="175469" y="82251"/>
                  </a:lnTo>
                  <a:close/>
                  <a:moveTo>
                    <a:pt x="34408" y="22352"/>
                  </a:moveTo>
                  <a:lnTo>
                    <a:pt x="51737" y="22352"/>
                  </a:lnTo>
                  <a:lnTo>
                    <a:pt x="44830" y="53369"/>
                  </a:lnTo>
                  <a:lnTo>
                    <a:pt x="83005" y="53369"/>
                  </a:lnTo>
                  <a:lnTo>
                    <a:pt x="80242" y="66052"/>
                  </a:lnTo>
                  <a:lnTo>
                    <a:pt x="42068" y="66052"/>
                  </a:lnTo>
                  <a:lnTo>
                    <a:pt x="30892" y="114774"/>
                  </a:lnTo>
                  <a:cubicBezTo>
                    <a:pt x="28715" y="124234"/>
                    <a:pt x="27334" y="131036"/>
                    <a:pt x="26748" y="135180"/>
                  </a:cubicBezTo>
                  <a:cubicBezTo>
                    <a:pt x="26162" y="139324"/>
                    <a:pt x="25869" y="142652"/>
                    <a:pt x="25869" y="145163"/>
                  </a:cubicBezTo>
                  <a:cubicBezTo>
                    <a:pt x="25869" y="155544"/>
                    <a:pt x="30180" y="160734"/>
                    <a:pt x="38803" y="160734"/>
                  </a:cubicBezTo>
                  <a:cubicBezTo>
                    <a:pt x="42486" y="160734"/>
                    <a:pt x="46400" y="159332"/>
                    <a:pt x="50544" y="156528"/>
                  </a:cubicBezTo>
                  <a:cubicBezTo>
                    <a:pt x="54688" y="153723"/>
                    <a:pt x="59606" y="148930"/>
                    <a:pt x="65299" y="142149"/>
                  </a:cubicBezTo>
                  <a:lnTo>
                    <a:pt x="72582" y="149684"/>
                  </a:lnTo>
                  <a:cubicBezTo>
                    <a:pt x="65299" y="158474"/>
                    <a:pt x="58288" y="164962"/>
                    <a:pt x="51548" y="169148"/>
                  </a:cubicBezTo>
                  <a:cubicBezTo>
                    <a:pt x="44809" y="173334"/>
                    <a:pt x="37756" y="175426"/>
                    <a:pt x="30389" y="175426"/>
                  </a:cubicBezTo>
                  <a:cubicBezTo>
                    <a:pt x="12893" y="175426"/>
                    <a:pt x="4144" y="166594"/>
                    <a:pt x="4144" y="148930"/>
                  </a:cubicBezTo>
                  <a:cubicBezTo>
                    <a:pt x="4144" y="143321"/>
                    <a:pt x="4856" y="137419"/>
                    <a:pt x="6279" y="131224"/>
                  </a:cubicBezTo>
                  <a:lnTo>
                    <a:pt x="21097" y="66052"/>
                  </a:lnTo>
                  <a:lnTo>
                    <a:pt x="0" y="66052"/>
                  </a:lnTo>
                  <a:lnTo>
                    <a:pt x="1884" y="57387"/>
                  </a:lnTo>
                  <a:cubicBezTo>
                    <a:pt x="6823" y="57303"/>
                    <a:pt x="10569" y="56927"/>
                    <a:pt x="13123" y="56257"/>
                  </a:cubicBezTo>
                  <a:cubicBezTo>
                    <a:pt x="15676" y="55587"/>
                    <a:pt x="17811" y="54666"/>
                    <a:pt x="19527" y="53494"/>
                  </a:cubicBezTo>
                  <a:cubicBezTo>
                    <a:pt x="21243" y="52322"/>
                    <a:pt x="22813" y="50648"/>
                    <a:pt x="24236" y="48471"/>
                  </a:cubicBezTo>
                  <a:cubicBezTo>
                    <a:pt x="25659" y="46295"/>
                    <a:pt x="27041" y="43511"/>
                    <a:pt x="28380" y="40121"/>
                  </a:cubicBezTo>
                  <a:cubicBezTo>
                    <a:pt x="29719" y="36730"/>
                    <a:pt x="31729" y="30807"/>
                    <a:pt x="34408" y="22352"/>
                  </a:cubicBezTo>
                  <a:close/>
                  <a:moveTo>
                    <a:pt x="494659" y="10674"/>
                  </a:moveTo>
                  <a:cubicBezTo>
                    <a:pt x="488882" y="10674"/>
                    <a:pt x="484048" y="12390"/>
                    <a:pt x="480155" y="15822"/>
                  </a:cubicBezTo>
                  <a:cubicBezTo>
                    <a:pt x="476262" y="19255"/>
                    <a:pt x="473123" y="24194"/>
                    <a:pt x="470737" y="30640"/>
                  </a:cubicBezTo>
                  <a:cubicBezTo>
                    <a:pt x="468351" y="37086"/>
                    <a:pt x="466656" y="44934"/>
                    <a:pt x="465651" y="54185"/>
                  </a:cubicBezTo>
                  <a:cubicBezTo>
                    <a:pt x="464646" y="63436"/>
                    <a:pt x="464144" y="73879"/>
                    <a:pt x="464144" y="85516"/>
                  </a:cubicBezTo>
                  <a:cubicBezTo>
                    <a:pt x="464144" y="112807"/>
                    <a:pt x="466677" y="132836"/>
                    <a:pt x="471741" y="145603"/>
                  </a:cubicBezTo>
                  <a:cubicBezTo>
                    <a:pt x="476806" y="158369"/>
                    <a:pt x="484654" y="164753"/>
                    <a:pt x="495286" y="164753"/>
                  </a:cubicBezTo>
                  <a:cubicBezTo>
                    <a:pt x="505416" y="164753"/>
                    <a:pt x="512930" y="158746"/>
                    <a:pt x="517827" y="146733"/>
                  </a:cubicBezTo>
                  <a:cubicBezTo>
                    <a:pt x="522724" y="134720"/>
                    <a:pt x="525173" y="116114"/>
                    <a:pt x="525173" y="90915"/>
                  </a:cubicBezTo>
                  <a:cubicBezTo>
                    <a:pt x="525173" y="71661"/>
                    <a:pt x="523917" y="56069"/>
                    <a:pt x="521406" y="44139"/>
                  </a:cubicBezTo>
                  <a:cubicBezTo>
                    <a:pt x="518894" y="32210"/>
                    <a:pt x="515399" y="23650"/>
                    <a:pt x="510920" y="18459"/>
                  </a:cubicBezTo>
                  <a:cubicBezTo>
                    <a:pt x="506442" y="13269"/>
                    <a:pt x="501021" y="10674"/>
                    <a:pt x="494659" y="10674"/>
                  </a:cubicBezTo>
                  <a:close/>
                  <a:moveTo>
                    <a:pt x="495286" y="0"/>
                  </a:moveTo>
                  <a:cubicBezTo>
                    <a:pt x="513620" y="0"/>
                    <a:pt x="527266" y="7074"/>
                    <a:pt x="536223" y="21222"/>
                  </a:cubicBezTo>
                  <a:cubicBezTo>
                    <a:pt x="545181" y="35370"/>
                    <a:pt x="549660" y="56759"/>
                    <a:pt x="549660" y="85390"/>
                  </a:cubicBezTo>
                  <a:cubicBezTo>
                    <a:pt x="549660" y="115025"/>
                    <a:pt x="544867" y="137440"/>
                    <a:pt x="535282" y="152635"/>
                  </a:cubicBezTo>
                  <a:cubicBezTo>
                    <a:pt x="525696" y="167829"/>
                    <a:pt x="511695" y="175426"/>
                    <a:pt x="493277" y="175426"/>
                  </a:cubicBezTo>
                  <a:cubicBezTo>
                    <a:pt x="475195" y="175426"/>
                    <a:pt x="461737" y="168311"/>
                    <a:pt x="452905" y="154079"/>
                  </a:cubicBezTo>
                  <a:cubicBezTo>
                    <a:pt x="444073" y="139847"/>
                    <a:pt x="439657" y="118249"/>
                    <a:pt x="439657" y="89283"/>
                  </a:cubicBezTo>
                  <a:cubicBezTo>
                    <a:pt x="439657" y="73879"/>
                    <a:pt x="441018" y="60568"/>
                    <a:pt x="443738" y="49350"/>
                  </a:cubicBezTo>
                  <a:cubicBezTo>
                    <a:pt x="446459" y="38132"/>
                    <a:pt x="450268" y="28861"/>
                    <a:pt x="455166" y="21536"/>
                  </a:cubicBezTo>
                  <a:cubicBezTo>
                    <a:pt x="460063" y="14211"/>
                    <a:pt x="465944" y="8790"/>
                    <a:pt x="472809" y="5274"/>
                  </a:cubicBezTo>
                  <a:cubicBezTo>
                    <a:pt x="479673" y="1758"/>
                    <a:pt x="487166" y="0"/>
                    <a:pt x="49528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83B47567-EAE3-43F4-AACD-F4DE1E2EBDEF}"/>
                </a:ext>
              </a:extLst>
            </p:cNvPr>
            <p:cNvSpPr txBox="1"/>
            <p:nvPr/>
          </p:nvSpPr>
          <p:spPr>
            <a:xfrm>
              <a:off x="2214107" y="5456269"/>
              <a:ext cx="603222" cy="133473"/>
            </a:xfrm>
            <a:custGeom>
              <a:avLst/>
              <a:gdLst/>
              <a:ahLst/>
              <a:cxnLst/>
              <a:rect l="l" t="t" r="r" b="b"/>
              <a:pathLst>
                <a:path w="1011009" h="223703">
                  <a:moveTo>
                    <a:pt x="979662" y="127057"/>
                  </a:moveTo>
                  <a:cubicBezTo>
                    <a:pt x="985677" y="127057"/>
                    <a:pt x="991211" y="127429"/>
                    <a:pt x="996265" y="128174"/>
                  </a:cubicBezTo>
                  <a:cubicBezTo>
                    <a:pt x="1001319" y="128918"/>
                    <a:pt x="1006234" y="130003"/>
                    <a:pt x="1011009" y="131429"/>
                  </a:cubicBezTo>
                  <a:lnTo>
                    <a:pt x="1006544" y="152451"/>
                  </a:lnTo>
                  <a:lnTo>
                    <a:pt x="998265" y="152451"/>
                  </a:lnTo>
                  <a:cubicBezTo>
                    <a:pt x="997583" y="146870"/>
                    <a:pt x="995738" y="142746"/>
                    <a:pt x="992731" y="140080"/>
                  </a:cubicBezTo>
                  <a:cubicBezTo>
                    <a:pt x="989723" y="137413"/>
                    <a:pt x="985057" y="136080"/>
                    <a:pt x="978731" y="136080"/>
                  </a:cubicBezTo>
                  <a:cubicBezTo>
                    <a:pt x="976189" y="136080"/>
                    <a:pt x="973833" y="136421"/>
                    <a:pt x="971662" y="137103"/>
                  </a:cubicBezTo>
                  <a:cubicBezTo>
                    <a:pt x="969492" y="137785"/>
                    <a:pt x="967631" y="138731"/>
                    <a:pt x="966081" y="139940"/>
                  </a:cubicBezTo>
                  <a:cubicBezTo>
                    <a:pt x="964531" y="141149"/>
                    <a:pt x="963322" y="142591"/>
                    <a:pt x="962453" y="144266"/>
                  </a:cubicBezTo>
                  <a:cubicBezTo>
                    <a:pt x="961585" y="145940"/>
                    <a:pt x="961151" y="147769"/>
                    <a:pt x="961151" y="149754"/>
                  </a:cubicBezTo>
                  <a:cubicBezTo>
                    <a:pt x="961151" y="151552"/>
                    <a:pt x="961368" y="153195"/>
                    <a:pt x="961802" y="154684"/>
                  </a:cubicBezTo>
                  <a:cubicBezTo>
                    <a:pt x="962236" y="156172"/>
                    <a:pt x="963089" y="157629"/>
                    <a:pt x="964360" y="159055"/>
                  </a:cubicBezTo>
                  <a:cubicBezTo>
                    <a:pt x="965631" y="160482"/>
                    <a:pt x="967430" y="161970"/>
                    <a:pt x="969755" y="163520"/>
                  </a:cubicBezTo>
                  <a:cubicBezTo>
                    <a:pt x="972081" y="165070"/>
                    <a:pt x="975135" y="166838"/>
                    <a:pt x="978918" y="168822"/>
                  </a:cubicBezTo>
                  <a:cubicBezTo>
                    <a:pt x="982886" y="170993"/>
                    <a:pt x="986188" y="173070"/>
                    <a:pt x="988824" y="175054"/>
                  </a:cubicBezTo>
                  <a:cubicBezTo>
                    <a:pt x="991459" y="177039"/>
                    <a:pt x="993552" y="179054"/>
                    <a:pt x="995103" y="181101"/>
                  </a:cubicBezTo>
                  <a:cubicBezTo>
                    <a:pt x="996653" y="183147"/>
                    <a:pt x="997738" y="185333"/>
                    <a:pt x="998358" y="187658"/>
                  </a:cubicBezTo>
                  <a:cubicBezTo>
                    <a:pt x="998978" y="189984"/>
                    <a:pt x="999288" y="192573"/>
                    <a:pt x="999288" y="195425"/>
                  </a:cubicBezTo>
                  <a:cubicBezTo>
                    <a:pt x="999288" y="199828"/>
                    <a:pt x="998389" y="203781"/>
                    <a:pt x="996591" y="207285"/>
                  </a:cubicBezTo>
                  <a:cubicBezTo>
                    <a:pt x="994792" y="210789"/>
                    <a:pt x="992281" y="213750"/>
                    <a:pt x="989056" y="216168"/>
                  </a:cubicBezTo>
                  <a:cubicBezTo>
                    <a:pt x="985832" y="218587"/>
                    <a:pt x="982034" y="220447"/>
                    <a:pt x="977662" y="221749"/>
                  </a:cubicBezTo>
                  <a:cubicBezTo>
                    <a:pt x="973290" y="223051"/>
                    <a:pt x="968500" y="223703"/>
                    <a:pt x="963291" y="223703"/>
                  </a:cubicBezTo>
                  <a:cubicBezTo>
                    <a:pt x="957585" y="223703"/>
                    <a:pt x="951973" y="223330"/>
                    <a:pt x="946454" y="222586"/>
                  </a:cubicBezTo>
                  <a:cubicBezTo>
                    <a:pt x="940935" y="221842"/>
                    <a:pt x="935106" y="220571"/>
                    <a:pt x="928967" y="218773"/>
                  </a:cubicBezTo>
                  <a:lnTo>
                    <a:pt x="933804" y="197565"/>
                  </a:lnTo>
                  <a:lnTo>
                    <a:pt x="941897" y="197565"/>
                  </a:lnTo>
                  <a:cubicBezTo>
                    <a:pt x="942207" y="203332"/>
                    <a:pt x="944020" y="207657"/>
                    <a:pt x="947338" y="210541"/>
                  </a:cubicBezTo>
                  <a:cubicBezTo>
                    <a:pt x="950656" y="213424"/>
                    <a:pt x="955787" y="214866"/>
                    <a:pt x="962732" y="214866"/>
                  </a:cubicBezTo>
                  <a:cubicBezTo>
                    <a:pt x="968934" y="214866"/>
                    <a:pt x="973817" y="213533"/>
                    <a:pt x="977383" y="210866"/>
                  </a:cubicBezTo>
                  <a:cubicBezTo>
                    <a:pt x="980948" y="208200"/>
                    <a:pt x="982731" y="204479"/>
                    <a:pt x="982731" y="199704"/>
                  </a:cubicBezTo>
                  <a:cubicBezTo>
                    <a:pt x="982731" y="197534"/>
                    <a:pt x="982514" y="195658"/>
                    <a:pt x="982080" y="194076"/>
                  </a:cubicBezTo>
                  <a:cubicBezTo>
                    <a:pt x="981646" y="192495"/>
                    <a:pt x="980793" y="190991"/>
                    <a:pt x="979522" y="189565"/>
                  </a:cubicBezTo>
                  <a:cubicBezTo>
                    <a:pt x="978251" y="188139"/>
                    <a:pt x="976515" y="186666"/>
                    <a:pt x="974313" y="185147"/>
                  </a:cubicBezTo>
                  <a:cubicBezTo>
                    <a:pt x="972112" y="183627"/>
                    <a:pt x="969244" y="181876"/>
                    <a:pt x="965709" y="179891"/>
                  </a:cubicBezTo>
                  <a:cubicBezTo>
                    <a:pt x="962050" y="177845"/>
                    <a:pt x="958903" y="175830"/>
                    <a:pt x="956268" y="173845"/>
                  </a:cubicBezTo>
                  <a:cubicBezTo>
                    <a:pt x="953632" y="171861"/>
                    <a:pt x="951462" y="169845"/>
                    <a:pt x="949757" y="167799"/>
                  </a:cubicBezTo>
                  <a:cubicBezTo>
                    <a:pt x="948051" y="165753"/>
                    <a:pt x="946795" y="163613"/>
                    <a:pt x="945989" y="161381"/>
                  </a:cubicBezTo>
                  <a:cubicBezTo>
                    <a:pt x="945183" y="159148"/>
                    <a:pt x="944780" y="156761"/>
                    <a:pt x="944780" y="154218"/>
                  </a:cubicBezTo>
                  <a:cubicBezTo>
                    <a:pt x="944780" y="150312"/>
                    <a:pt x="945602" y="146700"/>
                    <a:pt x="947245" y="143382"/>
                  </a:cubicBezTo>
                  <a:cubicBezTo>
                    <a:pt x="948888" y="140064"/>
                    <a:pt x="951229" y="137196"/>
                    <a:pt x="954268" y="134778"/>
                  </a:cubicBezTo>
                  <a:cubicBezTo>
                    <a:pt x="957306" y="132359"/>
                    <a:pt x="960965" y="130468"/>
                    <a:pt x="965244" y="129104"/>
                  </a:cubicBezTo>
                  <a:cubicBezTo>
                    <a:pt x="969523" y="127739"/>
                    <a:pt x="974329" y="127057"/>
                    <a:pt x="979662" y="127057"/>
                  </a:cubicBezTo>
                  <a:close/>
                  <a:moveTo>
                    <a:pt x="56509" y="17706"/>
                  </a:moveTo>
                  <a:cubicBezTo>
                    <a:pt x="49393" y="17706"/>
                    <a:pt x="43616" y="19380"/>
                    <a:pt x="39179" y="22729"/>
                  </a:cubicBezTo>
                  <a:cubicBezTo>
                    <a:pt x="34743" y="26077"/>
                    <a:pt x="31247" y="30682"/>
                    <a:pt x="28694" y="36542"/>
                  </a:cubicBezTo>
                  <a:cubicBezTo>
                    <a:pt x="26141" y="42402"/>
                    <a:pt x="24404" y="49267"/>
                    <a:pt x="23483" y="57136"/>
                  </a:cubicBezTo>
                  <a:cubicBezTo>
                    <a:pt x="22562" y="65005"/>
                    <a:pt x="22101" y="73461"/>
                    <a:pt x="22101" y="82502"/>
                  </a:cubicBezTo>
                  <a:cubicBezTo>
                    <a:pt x="22101" y="94641"/>
                    <a:pt x="22729" y="104959"/>
                    <a:pt x="23985" y="113456"/>
                  </a:cubicBezTo>
                  <a:cubicBezTo>
                    <a:pt x="25241" y="121953"/>
                    <a:pt x="27229" y="128880"/>
                    <a:pt x="29950" y="134238"/>
                  </a:cubicBezTo>
                  <a:cubicBezTo>
                    <a:pt x="32671" y="139596"/>
                    <a:pt x="36145" y="143489"/>
                    <a:pt x="40372" y="145917"/>
                  </a:cubicBezTo>
                  <a:cubicBezTo>
                    <a:pt x="44600" y="148344"/>
                    <a:pt x="49728" y="149558"/>
                    <a:pt x="55755" y="149558"/>
                  </a:cubicBezTo>
                  <a:cubicBezTo>
                    <a:pt x="60443" y="149558"/>
                    <a:pt x="64566" y="148805"/>
                    <a:pt x="68124" y="147298"/>
                  </a:cubicBezTo>
                  <a:cubicBezTo>
                    <a:pt x="71682" y="145791"/>
                    <a:pt x="74738" y="143635"/>
                    <a:pt x="77291" y="140831"/>
                  </a:cubicBezTo>
                  <a:cubicBezTo>
                    <a:pt x="79844" y="138026"/>
                    <a:pt x="81958" y="134657"/>
                    <a:pt x="83633" y="130722"/>
                  </a:cubicBezTo>
                  <a:cubicBezTo>
                    <a:pt x="85307" y="126788"/>
                    <a:pt x="86646" y="122434"/>
                    <a:pt x="87651" y="117663"/>
                  </a:cubicBezTo>
                  <a:cubicBezTo>
                    <a:pt x="88655" y="112891"/>
                    <a:pt x="89346" y="107721"/>
                    <a:pt x="89723" y="102154"/>
                  </a:cubicBezTo>
                  <a:cubicBezTo>
                    <a:pt x="90100" y="96587"/>
                    <a:pt x="90288" y="90790"/>
                    <a:pt x="90288" y="84762"/>
                  </a:cubicBezTo>
                  <a:cubicBezTo>
                    <a:pt x="90288" y="76642"/>
                    <a:pt x="89995" y="69358"/>
                    <a:pt x="89409" y="62912"/>
                  </a:cubicBezTo>
                  <a:cubicBezTo>
                    <a:pt x="88823" y="56466"/>
                    <a:pt x="87965" y="50774"/>
                    <a:pt x="86835" y="45834"/>
                  </a:cubicBezTo>
                  <a:cubicBezTo>
                    <a:pt x="85705" y="40895"/>
                    <a:pt x="84239" y="36647"/>
                    <a:pt x="82440" y="33089"/>
                  </a:cubicBezTo>
                  <a:cubicBezTo>
                    <a:pt x="80640" y="29531"/>
                    <a:pt x="78484" y="26601"/>
                    <a:pt x="75973" y="24298"/>
                  </a:cubicBezTo>
                  <a:cubicBezTo>
                    <a:pt x="73461" y="21996"/>
                    <a:pt x="70594" y="20322"/>
                    <a:pt x="67371" y="19276"/>
                  </a:cubicBezTo>
                  <a:cubicBezTo>
                    <a:pt x="64148" y="18229"/>
                    <a:pt x="60527" y="17706"/>
                    <a:pt x="56509" y="17706"/>
                  </a:cubicBezTo>
                  <a:close/>
                  <a:moveTo>
                    <a:pt x="868733" y="13813"/>
                  </a:moveTo>
                  <a:lnTo>
                    <a:pt x="886063" y="13813"/>
                  </a:lnTo>
                  <a:lnTo>
                    <a:pt x="879156" y="44830"/>
                  </a:lnTo>
                  <a:lnTo>
                    <a:pt x="917331" y="44830"/>
                  </a:lnTo>
                  <a:lnTo>
                    <a:pt x="914568" y="57513"/>
                  </a:lnTo>
                  <a:lnTo>
                    <a:pt x="876393" y="57513"/>
                  </a:lnTo>
                  <a:lnTo>
                    <a:pt x="865217" y="106235"/>
                  </a:lnTo>
                  <a:cubicBezTo>
                    <a:pt x="863041" y="115695"/>
                    <a:pt x="861659" y="122497"/>
                    <a:pt x="861073" y="126641"/>
                  </a:cubicBezTo>
                  <a:cubicBezTo>
                    <a:pt x="860487" y="130785"/>
                    <a:pt x="860194" y="134113"/>
                    <a:pt x="860194" y="136624"/>
                  </a:cubicBezTo>
                  <a:cubicBezTo>
                    <a:pt x="860194" y="147005"/>
                    <a:pt x="864506" y="152195"/>
                    <a:pt x="873129" y="152195"/>
                  </a:cubicBezTo>
                  <a:cubicBezTo>
                    <a:pt x="876812" y="152195"/>
                    <a:pt x="880726" y="150793"/>
                    <a:pt x="884870" y="147989"/>
                  </a:cubicBezTo>
                  <a:cubicBezTo>
                    <a:pt x="889014" y="145184"/>
                    <a:pt x="893932" y="140391"/>
                    <a:pt x="899625" y="133610"/>
                  </a:cubicBezTo>
                  <a:lnTo>
                    <a:pt x="906908" y="141145"/>
                  </a:lnTo>
                  <a:cubicBezTo>
                    <a:pt x="899625" y="149935"/>
                    <a:pt x="892613" y="156423"/>
                    <a:pt x="885874" y="160609"/>
                  </a:cubicBezTo>
                  <a:cubicBezTo>
                    <a:pt x="879135" y="164795"/>
                    <a:pt x="872082" y="166887"/>
                    <a:pt x="864715" y="166887"/>
                  </a:cubicBezTo>
                  <a:cubicBezTo>
                    <a:pt x="847219" y="166887"/>
                    <a:pt x="838470" y="158055"/>
                    <a:pt x="838470" y="140391"/>
                  </a:cubicBezTo>
                  <a:cubicBezTo>
                    <a:pt x="838470" y="134782"/>
                    <a:pt x="839182" y="128880"/>
                    <a:pt x="840605" y="122685"/>
                  </a:cubicBezTo>
                  <a:lnTo>
                    <a:pt x="855423" y="57513"/>
                  </a:lnTo>
                  <a:lnTo>
                    <a:pt x="834326" y="57513"/>
                  </a:lnTo>
                  <a:lnTo>
                    <a:pt x="836210" y="48848"/>
                  </a:lnTo>
                  <a:cubicBezTo>
                    <a:pt x="841149" y="48764"/>
                    <a:pt x="844895" y="48388"/>
                    <a:pt x="847449" y="47718"/>
                  </a:cubicBezTo>
                  <a:cubicBezTo>
                    <a:pt x="850002" y="47048"/>
                    <a:pt x="852137" y="46127"/>
                    <a:pt x="853853" y="44955"/>
                  </a:cubicBezTo>
                  <a:cubicBezTo>
                    <a:pt x="855569" y="43783"/>
                    <a:pt x="857139" y="42109"/>
                    <a:pt x="858562" y="39932"/>
                  </a:cubicBezTo>
                  <a:cubicBezTo>
                    <a:pt x="859985" y="37756"/>
                    <a:pt x="861366" y="34972"/>
                    <a:pt x="862706" y="31582"/>
                  </a:cubicBezTo>
                  <a:cubicBezTo>
                    <a:pt x="864045" y="28191"/>
                    <a:pt x="866055" y="22268"/>
                    <a:pt x="868733" y="13813"/>
                  </a:cubicBezTo>
                  <a:close/>
                  <a:moveTo>
                    <a:pt x="430583" y="13813"/>
                  </a:moveTo>
                  <a:lnTo>
                    <a:pt x="447913" y="13813"/>
                  </a:lnTo>
                  <a:lnTo>
                    <a:pt x="441006" y="44830"/>
                  </a:lnTo>
                  <a:lnTo>
                    <a:pt x="479181" y="44830"/>
                  </a:lnTo>
                  <a:lnTo>
                    <a:pt x="476418" y="57513"/>
                  </a:lnTo>
                  <a:lnTo>
                    <a:pt x="438243" y="57513"/>
                  </a:lnTo>
                  <a:lnTo>
                    <a:pt x="427067" y="106235"/>
                  </a:lnTo>
                  <a:cubicBezTo>
                    <a:pt x="424891" y="115695"/>
                    <a:pt x="423509" y="122497"/>
                    <a:pt x="422923" y="126641"/>
                  </a:cubicBezTo>
                  <a:cubicBezTo>
                    <a:pt x="422337" y="130785"/>
                    <a:pt x="422044" y="134113"/>
                    <a:pt x="422044" y="136624"/>
                  </a:cubicBezTo>
                  <a:cubicBezTo>
                    <a:pt x="422044" y="147005"/>
                    <a:pt x="426356" y="152195"/>
                    <a:pt x="434979" y="152195"/>
                  </a:cubicBezTo>
                  <a:cubicBezTo>
                    <a:pt x="438662" y="152195"/>
                    <a:pt x="442576" y="150793"/>
                    <a:pt x="446720" y="147989"/>
                  </a:cubicBezTo>
                  <a:cubicBezTo>
                    <a:pt x="450864" y="145184"/>
                    <a:pt x="455782" y="140391"/>
                    <a:pt x="461475" y="133610"/>
                  </a:cubicBezTo>
                  <a:lnTo>
                    <a:pt x="468758" y="141145"/>
                  </a:lnTo>
                  <a:cubicBezTo>
                    <a:pt x="461475" y="149935"/>
                    <a:pt x="454463" y="156423"/>
                    <a:pt x="447724" y="160609"/>
                  </a:cubicBezTo>
                  <a:cubicBezTo>
                    <a:pt x="440985" y="164795"/>
                    <a:pt x="433932" y="166887"/>
                    <a:pt x="426565" y="166887"/>
                  </a:cubicBezTo>
                  <a:cubicBezTo>
                    <a:pt x="409069" y="166887"/>
                    <a:pt x="400320" y="158055"/>
                    <a:pt x="400320" y="140391"/>
                  </a:cubicBezTo>
                  <a:cubicBezTo>
                    <a:pt x="400320" y="134782"/>
                    <a:pt x="401032" y="128880"/>
                    <a:pt x="402455" y="122685"/>
                  </a:cubicBezTo>
                  <a:lnTo>
                    <a:pt x="417273" y="57513"/>
                  </a:lnTo>
                  <a:lnTo>
                    <a:pt x="396176" y="57513"/>
                  </a:lnTo>
                  <a:lnTo>
                    <a:pt x="398060" y="48848"/>
                  </a:lnTo>
                  <a:cubicBezTo>
                    <a:pt x="402999" y="48764"/>
                    <a:pt x="406745" y="48388"/>
                    <a:pt x="409299" y="47718"/>
                  </a:cubicBezTo>
                  <a:cubicBezTo>
                    <a:pt x="411852" y="47048"/>
                    <a:pt x="413987" y="46127"/>
                    <a:pt x="415703" y="44955"/>
                  </a:cubicBezTo>
                  <a:cubicBezTo>
                    <a:pt x="417419" y="43783"/>
                    <a:pt x="418989" y="42109"/>
                    <a:pt x="420412" y="39932"/>
                  </a:cubicBezTo>
                  <a:cubicBezTo>
                    <a:pt x="421835" y="37756"/>
                    <a:pt x="423216" y="34972"/>
                    <a:pt x="424556" y="31582"/>
                  </a:cubicBezTo>
                  <a:cubicBezTo>
                    <a:pt x="425895" y="28191"/>
                    <a:pt x="427905" y="22268"/>
                    <a:pt x="430583" y="13813"/>
                  </a:cubicBezTo>
                  <a:close/>
                  <a:moveTo>
                    <a:pt x="726854" y="13436"/>
                  </a:moveTo>
                  <a:lnTo>
                    <a:pt x="726854" y="32272"/>
                  </a:lnTo>
                  <a:lnTo>
                    <a:pt x="590481" y="91418"/>
                  </a:lnTo>
                  <a:lnTo>
                    <a:pt x="726854" y="150563"/>
                  </a:lnTo>
                  <a:lnTo>
                    <a:pt x="726854" y="169399"/>
                  </a:lnTo>
                  <a:lnTo>
                    <a:pt x="571645" y="100208"/>
                  </a:lnTo>
                  <a:lnTo>
                    <a:pt x="571645" y="82627"/>
                  </a:lnTo>
                  <a:close/>
                  <a:moveTo>
                    <a:pt x="298229" y="13436"/>
                  </a:moveTo>
                  <a:lnTo>
                    <a:pt x="298229" y="32272"/>
                  </a:lnTo>
                  <a:lnTo>
                    <a:pt x="161856" y="91418"/>
                  </a:lnTo>
                  <a:lnTo>
                    <a:pt x="298229" y="150563"/>
                  </a:lnTo>
                  <a:lnTo>
                    <a:pt x="298229" y="169399"/>
                  </a:lnTo>
                  <a:lnTo>
                    <a:pt x="143020" y="100208"/>
                  </a:lnTo>
                  <a:lnTo>
                    <a:pt x="143020" y="82627"/>
                  </a:lnTo>
                  <a:close/>
                  <a:moveTo>
                    <a:pt x="57764" y="0"/>
                  </a:moveTo>
                  <a:cubicBezTo>
                    <a:pt x="68061" y="0"/>
                    <a:pt x="76705" y="1821"/>
                    <a:pt x="83695" y="5462"/>
                  </a:cubicBezTo>
                  <a:cubicBezTo>
                    <a:pt x="90686" y="9104"/>
                    <a:pt x="96315" y="14462"/>
                    <a:pt x="100585" y="21536"/>
                  </a:cubicBezTo>
                  <a:cubicBezTo>
                    <a:pt x="104855" y="28610"/>
                    <a:pt x="107889" y="37316"/>
                    <a:pt x="109689" y="47655"/>
                  </a:cubicBezTo>
                  <a:cubicBezTo>
                    <a:pt x="111489" y="57994"/>
                    <a:pt x="112389" y="69861"/>
                    <a:pt x="112389" y="83255"/>
                  </a:cubicBezTo>
                  <a:cubicBezTo>
                    <a:pt x="112389" y="95729"/>
                    <a:pt x="111405" y="107114"/>
                    <a:pt x="109438" y="117411"/>
                  </a:cubicBezTo>
                  <a:cubicBezTo>
                    <a:pt x="107471" y="127708"/>
                    <a:pt x="104206" y="136561"/>
                    <a:pt x="99643" y="143970"/>
                  </a:cubicBezTo>
                  <a:cubicBezTo>
                    <a:pt x="95081" y="151379"/>
                    <a:pt x="89116" y="157114"/>
                    <a:pt x="81749" y="161174"/>
                  </a:cubicBezTo>
                  <a:cubicBezTo>
                    <a:pt x="74382" y="165234"/>
                    <a:pt x="65299" y="167264"/>
                    <a:pt x="54499" y="167264"/>
                  </a:cubicBezTo>
                  <a:cubicBezTo>
                    <a:pt x="44286" y="167264"/>
                    <a:pt x="35684" y="165443"/>
                    <a:pt x="28694" y="161802"/>
                  </a:cubicBezTo>
                  <a:cubicBezTo>
                    <a:pt x="21704" y="158160"/>
                    <a:pt x="16074" y="152802"/>
                    <a:pt x="11804" y="145728"/>
                  </a:cubicBezTo>
                  <a:cubicBezTo>
                    <a:pt x="7535" y="138654"/>
                    <a:pt x="4500" y="129948"/>
                    <a:pt x="2700" y="119609"/>
                  </a:cubicBezTo>
                  <a:cubicBezTo>
                    <a:pt x="900" y="109270"/>
                    <a:pt x="0" y="97403"/>
                    <a:pt x="0" y="84009"/>
                  </a:cubicBezTo>
                  <a:cubicBezTo>
                    <a:pt x="0" y="71619"/>
                    <a:pt x="1005" y="60254"/>
                    <a:pt x="3014" y="49915"/>
                  </a:cubicBezTo>
                  <a:cubicBezTo>
                    <a:pt x="5023" y="39577"/>
                    <a:pt x="8288" y="30703"/>
                    <a:pt x="12809" y="23294"/>
                  </a:cubicBezTo>
                  <a:cubicBezTo>
                    <a:pt x="17330" y="15885"/>
                    <a:pt x="23273" y="10150"/>
                    <a:pt x="30640" y="6090"/>
                  </a:cubicBezTo>
                  <a:cubicBezTo>
                    <a:pt x="38007" y="2030"/>
                    <a:pt x="47049" y="0"/>
                    <a:pt x="5776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20165078-0CC7-428C-BAE3-4C6AD3277C15}"/>
                </a:ext>
              </a:extLst>
            </p:cNvPr>
            <p:cNvSpPr txBox="1"/>
            <p:nvPr/>
          </p:nvSpPr>
          <p:spPr>
            <a:xfrm>
              <a:off x="2140091" y="5712252"/>
              <a:ext cx="392038" cy="133832"/>
            </a:xfrm>
            <a:custGeom>
              <a:avLst/>
              <a:gdLst/>
              <a:ahLst/>
              <a:cxnLst/>
              <a:rect l="l" t="t" r="r" b="b"/>
              <a:pathLst>
                <a:path w="614833" h="209889">
                  <a:moveTo>
                    <a:pt x="583486" y="113244"/>
                  </a:moveTo>
                  <a:cubicBezTo>
                    <a:pt x="589501" y="113244"/>
                    <a:pt x="595035" y="113616"/>
                    <a:pt x="600089" y="114360"/>
                  </a:cubicBezTo>
                  <a:cubicBezTo>
                    <a:pt x="605143" y="115104"/>
                    <a:pt x="610058" y="116190"/>
                    <a:pt x="614833" y="117616"/>
                  </a:cubicBezTo>
                  <a:lnTo>
                    <a:pt x="610368" y="138638"/>
                  </a:lnTo>
                  <a:lnTo>
                    <a:pt x="602089" y="138638"/>
                  </a:lnTo>
                  <a:cubicBezTo>
                    <a:pt x="601407" y="133057"/>
                    <a:pt x="599562" y="128933"/>
                    <a:pt x="596555" y="126267"/>
                  </a:cubicBezTo>
                  <a:cubicBezTo>
                    <a:pt x="593547" y="123600"/>
                    <a:pt x="588881" y="122267"/>
                    <a:pt x="582555" y="122267"/>
                  </a:cubicBezTo>
                  <a:cubicBezTo>
                    <a:pt x="580013" y="122267"/>
                    <a:pt x="577656" y="122608"/>
                    <a:pt x="575486" y="123290"/>
                  </a:cubicBezTo>
                  <a:cubicBezTo>
                    <a:pt x="573316" y="123972"/>
                    <a:pt x="571455" y="124918"/>
                    <a:pt x="569905" y="126127"/>
                  </a:cubicBezTo>
                  <a:cubicBezTo>
                    <a:pt x="568355" y="127336"/>
                    <a:pt x="567145" y="128778"/>
                    <a:pt x="566277" y="130452"/>
                  </a:cubicBezTo>
                  <a:cubicBezTo>
                    <a:pt x="565409" y="132127"/>
                    <a:pt x="564975" y="133956"/>
                    <a:pt x="564975" y="135940"/>
                  </a:cubicBezTo>
                  <a:cubicBezTo>
                    <a:pt x="564975" y="137739"/>
                    <a:pt x="565192" y="139382"/>
                    <a:pt x="565626" y="140870"/>
                  </a:cubicBezTo>
                  <a:cubicBezTo>
                    <a:pt x="566060" y="142359"/>
                    <a:pt x="566913" y="143816"/>
                    <a:pt x="568184" y="145242"/>
                  </a:cubicBezTo>
                  <a:cubicBezTo>
                    <a:pt x="569455" y="146668"/>
                    <a:pt x="571254" y="148157"/>
                    <a:pt x="573579" y="149707"/>
                  </a:cubicBezTo>
                  <a:cubicBezTo>
                    <a:pt x="575905" y="151257"/>
                    <a:pt x="578959" y="153025"/>
                    <a:pt x="582741" y="155009"/>
                  </a:cubicBezTo>
                  <a:cubicBezTo>
                    <a:pt x="586710" y="157179"/>
                    <a:pt x="590012" y="159257"/>
                    <a:pt x="592648" y="161241"/>
                  </a:cubicBezTo>
                  <a:cubicBezTo>
                    <a:pt x="595283" y="163225"/>
                    <a:pt x="597376" y="165241"/>
                    <a:pt x="598927" y="167287"/>
                  </a:cubicBezTo>
                  <a:cubicBezTo>
                    <a:pt x="600477" y="169334"/>
                    <a:pt x="601562" y="171520"/>
                    <a:pt x="602182" y="173845"/>
                  </a:cubicBezTo>
                  <a:cubicBezTo>
                    <a:pt x="602802" y="176170"/>
                    <a:pt x="603112" y="178759"/>
                    <a:pt x="603112" y="181612"/>
                  </a:cubicBezTo>
                  <a:cubicBezTo>
                    <a:pt x="603112" y="186015"/>
                    <a:pt x="602213" y="189968"/>
                    <a:pt x="600415" y="193472"/>
                  </a:cubicBezTo>
                  <a:cubicBezTo>
                    <a:pt x="598616" y="196975"/>
                    <a:pt x="596105" y="199936"/>
                    <a:pt x="592880" y="202355"/>
                  </a:cubicBezTo>
                  <a:cubicBezTo>
                    <a:pt x="589656" y="204773"/>
                    <a:pt x="585858" y="206634"/>
                    <a:pt x="581486" y="207936"/>
                  </a:cubicBezTo>
                  <a:cubicBezTo>
                    <a:pt x="577114" y="209238"/>
                    <a:pt x="572323" y="209889"/>
                    <a:pt x="567115" y="209889"/>
                  </a:cubicBezTo>
                  <a:cubicBezTo>
                    <a:pt x="561409" y="209889"/>
                    <a:pt x="555797" y="209517"/>
                    <a:pt x="550278" y="208773"/>
                  </a:cubicBezTo>
                  <a:cubicBezTo>
                    <a:pt x="544759" y="208029"/>
                    <a:pt x="538930" y="206758"/>
                    <a:pt x="532791" y="204959"/>
                  </a:cubicBezTo>
                  <a:lnTo>
                    <a:pt x="537628" y="183751"/>
                  </a:lnTo>
                  <a:lnTo>
                    <a:pt x="545720" y="183751"/>
                  </a:lnTo>
                  <a:cubicBezTo>
                    <a:pt x="546031" y="189518"/>
                    <a:pt x="547844" y="193844"/>
                    <a:pt x="551162" y="196727"/>
                  </a:cubicBezTo>
                  <a:cubicBezTo>
                    <a:pt x="554480" y="199611"/>
                    <a:pt x="559611" y="201053"/>
                    <a:pt x="566556" y="201053"/>
                  </a:cubicBezTo>
                  <a:cubicBezTo>
                    <a:pt x="572758" y="201053"/>
                    <a:pt x="577641" y="199719"/>
                    <a:pt x="581207" y="197053"/>
                  </a:cubicBezTo>
                  <a:cubicBezTo>
                    <a:pt x="584772" y="194386"/>
                    <a:pt x="586555" y="190666"/>
                    <a:pt x="586555" y="185891"/>
                  </a:cubicBezTo>
                  <a:cubicBezTo>
                    <a:pt x="586555" y="183720"/>
                    <a:pt x="586338" y="181845"/>
                    <a:pt x="585904" y="180263"/>
                  </a:cubicBezTo>
                  <a:cubicBezTo>
                    <a:pt x="585470" y="178682"/>
                    <a:pt x="584617" y="177178"/>
                    <a:pt x="583346" y="175752"/>
                  </a:cubicBezTo>
                  <a:cubicBezTo>
                    <a:pt x="582075" y="174326"/>
                    <a:pt x="580339" y="172853"/>
                    <a:pt x="578137" y="171334"/>
                  </a:cubicBezTo>
                  <a:cubicBezTo>
                    <a:pt x="575936" y="169814"/>
                    <a:pt x="573068" y="168062"/>
                    <a:pt x="569533" y="166078"/>
                  </a:cubicBezTo>
                  <a:cubicBezTo>
                    <a:pt x="565874" y="164032"/>
                    <a:pt x="562727" y="162016"/>
                    <a:pt x="560092" y="160032"/>
                  </a:cubicBezTo>
                  <a:cubicBezTo>
                    <a:pt x="557456" y="158048"/>
                    <a:pt x="555286" y="156032"/>
                    <a:pt x="553580" y="153986"/>
                  </a:cubicBezTo>
                  <a:cubicBezTo>
                    <a:pt x="551875" y="151939"/>
                    <a:pt x="550619" y="149800"/>
                    <a:pt x="549813" y="147568"/>
                  </a:cubicBezTo>
                  <a:cubicBezTo>
                    <a:pt x="549007" y="145335"/>
                    <a:pt x="548604" y="142948"/>
                    <a:pt x="548604" y="140405"/>
                  </a:cubicBezTo>
                  <a:cubicBezTo>
                    <a:pt x="548604" y="136498"/>
                    <a:pt x="549426" y="132886"/>
                    <a:pt x="551069" y="129569"/>
                  </a:cubicBezTo>
                  <a:cubicBezTo>
                    <a:pt x="552712" y="126251"/>
                    <a:pt x="555053" y="123383"/>
                    <a:pt x="558092" y="120965"/>
                  </a:cubicBezTo>
                  <a:cubicBezTo>
                    <a:pt x="561130" y="118546"/>
                    <a:pt x="564789" y="116655"/>
                    <a:pt x="569068" y="115290"/>
                  </a:cubicBezTo>
                  <a:cubicBezTo>
                    <a:pt x="573347" y="113926"/>
                    <a:pt x="578153" y="113244"/>
                    <a:pt x="583486" y="113244"/>
                  </a:cubicBezTo>
                  <a:close/>
                  <a:moveTo>
                    <a:pt x="184994" y="95310"/>
                  </a:moveTo>
                  <a:lnTo>
                    <a:pt x="339700" y="95310"/>
                  </a:lnTo>
                  <a:lnTo>
                    <a:pt x="339700" y="112012"/>
                  </a:lnTo>
                  <a:lnTo>
                    <a:pt x="184994" y="112012"/>
                  </a:lnTo>
                  <a:close/>
                  <a:moveTo>
                    <a:pt x="184994" y="43197"/>
                  </a:moveTo>
                  <a:lnTo>
                    <a:pt x="339700" y="43197"/>
                  </a:lnTo>
                  <a:lnTo>
                    <a:pt x="339700" y="59898"/>
                  </a:lnTo>
                  <a:lnTo>
                    <a:pt x="184994" y="59898"/>
                  </a:lnTo>
                  <a:close/>
                  <a:moveTo>
                    <a:pt x="472557" y="0"/>
                  </a:moveTo>
                  <a:lnTo>
                    <a:pt x="489887" y="0"/>
                  </a:lnTo>
                  <a:lnTo>
                    <a:pt x="482980" y="31017"/>
                  </a:lnTo>
                  <a:lnTo>
                    <a:pt x="521155" y="31017"/>
                  </a:lnTo>
                  <a:lnTo>
                    <a:pt x="518392" y="43699"/>
                  </a:lnTo>
                  <a:lnTo>
                    <a:pt x="480217" y="43699"/>
                  </a:lnTo>
                  <a:lnTo>
                    <a:pt x="469041" y="92422"/>
                  </a:lnTo>
                  <a:cubicBezTo>
                    <a:pt x="466865" y="101882"/>
                    <a:pt x="465483" y="108684"/>
                    <a:pt x="464897" y="112828"/>
                  </a:cubicBezTo>
                  <a:cubicBezTo>
                    <a:pt x="464311" y="116972"/>
                    <a:pt x="464018" y="120299"/>
                    <a:pt x="464018" y="122811"/>
                  </a:cubicBezTo>
                  <a:cubicBezTo>
                    <a:pt x="464018" y="133192"/>
                    <a:pt x="468330" y="138382"/>
                    <a:pt x="476953" y="138382"/>
                  </a:cubicBezTo>
                  <a:cubicBezTo>
                    <a:pt x="480636" y="138382"/>
                    <a:pt x="484550" y="136980"/>
                    <a:pt x="488694" y="134175"/>
                  </a:cubicBezTo>
                  <a:cubicBezTo>
                    <a:pt x="492838" y="131371"/>
                    <a:pt x="497756" y="126578"/>
                    <a:pt x="503449" y="119797"/>
                  </a:cubicBezTo>
                  <a:lnTo>
                    <a:pt x="510732" y="127332"/>
                  </a:lnTo>
                  <a:cubicBezTo>
                    <a:pt x="503449" y="136122"/>
                    <a:pt x="496437" y="142610"/>
                    <a:pt x="489698" y="146795"/>
                  </a:cubicBezTo>
                  <a:cubicBezTo>
                    <a:pt x="482959" y="150981"/>
                    <a:pt x="475906" y="153074"/>
                    <a:pt x="468539" y="153074"/>
                  </a:cubicBezTo>
                  <a:cubicBezTo>
                    <a:pt x="451043" y="153074"/>
                    <a:pt x="442294" y="144242"/>
                    <a:pt x="442294" y="126578"/>
                  </a:cubicBezTo>
                  <a:cubicBezTo>
                    <a:pt x="442294" y="120969"/>
                    <a:pt x="443006" y="115067"/>
                    <a:pt x="444429" y="108872"/>
                  </a:cubicBezTo>
                  <a:lnTo>
                    <a:pt x="459247" y="43699"/>
                  </a:lnTo>
                  <a:lnTo>
                    <a:pt x="438150" y="43699"/>
                  </a:lnTo>
                  <a:lnTo>
                    <a:pt x="440034" y="35035"/>
                  </a:lnTo>
                  <a:cubicBezTo>
                    <a:pt x="444973" y="34951"/>
                    <a:pt x="448719" y="34574"/>
                    <a:pt x="451273" y="33905"/>
                  </a:cubicBezTo>
                  <a:cubicBezTo>
                    <a:pt x="453826" y="33235"/>
                    <a:pt x="455961" y="32314"/>
                    <a:pt x="457677" y="31142"/>
                  </a:cubicBezTo>
                  <a:cubicBezTo>
                    <a:pt x="459393" y="29970"/>
                    <a:pt x="460963" y="28296"/>
                    <a:pt x="462386" y="26119"/>
                  </a:cubicBezTo>
                  <a:cubicBezTo>
                    <a:pt x="463809" y="23943"/>
                    <a:pt x="465190" y="21159"/>
                    <a:pt x="466530" y="17768"/>
                  </a:cubicBezTo>
                  <a:cubicBezTo>
                    <a:pt x="467869" y="14378"/>
                    <a:pt x="469879" y="8455"/>
                    <a:pt x="472557" y="0"/>
                  </a:cubicBezTo>
                  <a:close/>
                  <a:moveTo>
                    <a:pt x="34407" y="0"/>
                  </a:moveTo>
                  <a:lnTo>
                    <a:pt x="51737" y="0"/>
                  </a:lnTo>
                  <a:lnTo>
                    <a:pt x="44830" y="31017"/>
                  </a:lnTo>
                  <a:lnTo>
                    <a:pt x="83004" y="31017"/>
                  </a:lnTo>
                  <a:lnTo>
                    <a:pt x="80242" y="43699"/>
                  </a:lnTo>
                  <a:lnTo>
                    <a:pt x="42067" y="43699"/>
                  </a:lnTo>
                  <a:lnTo>
                    <a:pt x="30891" y="92422"/>
                  </a:lnTo>
                  <a:cubicBezTo>
                    <a:pt x="28715" y="101882"/>
                    <a:pt x="27333" y="108684"/>
                    <a:pt x="26747" y="112828"/>
                  </a:cubicBezTo>
                  <a:cubicBezTo>
                    <a:pt x="26161" y="116972"/>
                    <a:pt x="25868" y="120299"/>
                    <a:pt x="25868" y="122811"/>
                  </a:cubicBezTo>
                  <a:cubicBezTo>
                    <a:pt x="25868" y="133192"/>
                    <a:pt x="30180" y="138382"/>
                    <a:pt x="38803" y="138382"/>
                  </a:cubicBezTo>
                  <a:cubicBezTo>
                    <a:pt x="42486" y="138382"/>
                    <a:pt x="46400" y="136980"/>
                    <a:pt x="50544" y="134175"/>
                  </a:cubicBezTo>
                  <a:cubicBezTo>
                    <a:pt x="54688" y="131371"/>
                    <a:pt x="59606" y="126578"/>
                    <a:pt x="65299" y="119797"/>
                  </a:cubicBezTo>
                  <a:lnTo>
                    <a:pt x="72582" y="127332"/>
                  </a:lnTo>
                  <a:cubicBezTo>
                    <a:pt x="65299" y="136122"/>
                    <a:pt x="58287" y="142610"/>
                    <a:pt x="51548" y="146795"/>
                  </a:cubicBezTo>
                  <a:cubicBezTo>
                    <a:pt x="44809" y="150981"/>
                    <a:pt x="37756" y="153074"/>
                    <a:pt x="30389" y="153074"/>
                  </a:cubicBezTo>
                  <a:cubicBezTo>
                    <a:pt x="12892" y="153074"/>
                    <a:pt x="4144" y="144242"/>
                    <a:pt x="4144" y="126578"/>
                  </a:cubicBezTo>
                  <a:cubicBezTo>
                    <a:pt x="4144" y="120969"/>
                    <a:pt x="4856" y="115067"/>
                    <a:pt x="6279" y="108872"/>
                  </a:cubicBezTo>
                  <a:lnTo>
                    <a:pt x="21097" y="43699"/>
                  </a:lnTo>
                  <a:lnTo>
                    <a:pt x="0" y="43699"/>
                  </a:lnTo>
                  <a:lnTo>
                    <a:pt x="1884" y="35035"/>
                  </a:lnTo>
                  <a:cubicBezTo>
                    <a:pt x="6823" y="34951"/>
                    <a:pt x="10569" y="34574"/>
                    <a:pt x="13123" y="33905"/>
                  </a:cubicBezTo>
                  <a:cubicBezTo>
                    <a:pt x="15676" y="33235"/>
                    <a:pt x="17811" y="32314"/>
                    <a:pt x="19527" y="31142"/>
                  </a:cubicBezTo>
                  <a:cubicBezTo>
                    <a:pt x="21243" y="29970"/>
                    <a:pt x="22813" y="28296"/>
                    <a:pt x="24236" y="26119"/>
                  </a:cubicBezTo>
                  <a:cubicBezTo>
                    <a:pt x="25659" y="23943"/>
                    <a:pt x="27040" y="21159"/>
                    <a:pt x="28380" y="17768"/>
                  </a:cubicBezTo>
                  <a:cubicBezTo>
                    <a:pt x="29719" y="14378"/>
                    <a:pt x="31729" y="8455"/>
                    <a:pt x="3440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A84C16F1-E538-49A8-8DA1-D25065C4ED1E}"/>
                </a:ext>
              </a:extLst>
            </p:cNvPr>
            <p:cNvCxnSpPr/>
            <p:nvPr/>
          </p:nvCxnSpPr>
          <p:spPr>
            <a:xfrm flipH="1" flipV="1">
              <a:off x="2997311" y="5305705"/>
              <a:ext cx="93629" cy="74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A126E6AA-BD98-4474-BC76-FC75F6BA40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42138" y="5600339"/>
              <a:ext cx="207802" cy="132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A773E08B-C7D2-49BA-886D-9A3B723CA2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9668" y="5786695"/>
              <a:ext cx="327949" cy="980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0431AA02-6932-4B8A-979F-16ADBC6AD3A1}"/>
                </a:ext>
              </a:extLst>
            </p:cNvPr>
            <p:cNvSpPr/>
            <p:nvPr/>
          </p:nvSpPr>
          <p:spPr>
            <a:xfrm flipH="1">
              <a:off x="4052959" y="4989480"/>
              <a:ext cx="2590066" cy="1150744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6235" h="1685925">
                  <a:moveTo>
                    <a:pt x="4166235" y="0"/>
                  </a:moveTo>
                  <a:cubicBezTo>
                    <a:pt x="4036853" y="235744"/>
                    <a:pt x="3940492" y="490538"/>
                    <a:pt x="3754755" y="718185"/>
                  </a:cubicBezTo>
                  <a:cubicBezTo>
                    <a:pt x="3569018" y="945832"/>
                    <a:pt x="3258502" y="1220470"/>
                    <a:pt x="3051810" y="1365885"/>
                  </a:cubicBezTo>
                  <a:cubicBezTo>
                    <a:pt x="2845118" y="1511300"/>
                    <a:pt x="2665412" y="1535113"/>
                    <a:pt x="2514600" y="1590675"/>
                  </a:cubicBezTo>
                  <a:cubicBezTo>
                    <a:pt x="2363788" y="1646237"/>
                    <a:pt x="153194" y="1685131"/>
                    <a:pt x="0" y="16859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F033D538-D15B-4363-97A0-37F450C31CB5}"/>
                </a:ext>
              </a:extLst>
            </p:cNvPr>
            <p:cNvSpPr/>
            <p:nvPr/>
          </p:nvSpPr>
          <p:spPr>
            <a:xfrm flipH="1">
              <a:off x="4054371" y="5597103"/>
              <a:ext cx="2588654" cy="543121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618451 w 4163964"/>
                <a:gd name="connsiteY2" fmla="*/ 364265 h 1401169"/>
                <a:gd name="connsiteX3" fmla="*/ 3058625 w 4163964"/>
                <a:gd name="connsiteY3" fmla="*/ 99455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99571 h 1431568"/>
                <a:gd name="connsiteX1" fmla="*/ 3892405 w 4163964"/>
                <a:gd name="connsiteY1" fmla="*/ 17335 h 1431568"/>
                <a:gd name="connsiteX2" fmla="*/ 3618451 w 4163964"/>
                <a:gd name="connsiteY2" fmla="*/ 394664 h 1431568"/>
                <a:gd name="connsiteX3" fmla="*/ 3058625 w 4163964"/>
                <a:gd name="connsiteY3" fmla="*/ 1024952 h 1431568"/>
                <a:gd name="connsiteX4" fmla="*/ 2514600 w 4163964"/>
                <a:gd name="connsiteY4" fmla="*/ 1336318 h 1431568"/>
                <a:gd name="connsiteX5" fmla="*/ 0 w 4163964"/>
                <a:gd name="connsiteY5" fmla="*/ 1431568 h 1431568"/>
                <a:gd name="connsiteX0" fmla="*/ 4163964 w 4163964"/>
                <a:gd name="connsiteY0" fmla="*/ 226102 h 1458099"/>
                <a:gd name="connsiteX1" fmla="*/ 3892405 w 4163964"/>
                <a:gd name="connsiteY1" fmla="*/ 43866 h 1458099"/>
                <a:gd name="connsiteX2" fmla="*/ 3618451 w 4163964"/>
                <a:gd name="connsiteY2" fmla="*/ 421195 h 1458099"/>
                <a:gd name="connsiteX3" fmla="*/ 3058625 w 4163964"/>
                <a:gd name="connsiteY3" fmla="*/ 1051483 h 1458099"/>
                <a:gd name="connsiteX4" fmla="*/ 2514600 w 4163964"/>
                <a:gd name="connsiteY4" fmla="*/ 1362849 h 1458099"/>
                <a:gd name="connsiteX5" fmla="*/ 0 w 4163964"/>
                <a:gd name="connsiteY5" fmla="*/ 1458099 h 1458099"/>
                <a:gd name="connsiteX0" fmla="*/ 4163964 w 4163964"/>
                <a:gd name="connsiteY0" fmla="*/ 201101 h 1433098"/>
                <a:gd name="connsiteX1" fmla="*/ 3892405 w 4163964"/>
                <a:gd name="connsiteY1" fmla="*/ 18865 h 1433098"/>
                <a:gd name="connsiteX2" fmla="*/ 3618451 w 4163964"/>
                <a:gd name="connsiteY2" fmla="*/ 396194 h 1433098"/>
                <a:gd name="connsiteX3" fmla="*/ 3058625 w 4163964"/>
                <a:gd name="connsiteY3" fmla="*/ 1026482 h 1433098"/>
                <a:gd name="connsiteX4" fmla="*/ 2514600 w 4163964"/>
                <a:gd name="connsiteY4" fmla="*/ 1337848 h 1433098"/>
                <a:gd name="connsiteX5" fmla="*/ 0 w 4163964"/>
                <a:gd name="connsiteY5" fmla="*/ 1433098 h 1433098"/>
                <a:gd name="connsiteX0" fmla="*/ 4163964 w 4163964"/>
                <a:gd name="connsiteY0" fmla="*/ 304082 h 1414683"/>
                <a:gd name="connsiteX1" fmla="*/ 3892405 w 4163964"/>
                <a:gd name="connsiteY1" fmla="*/ 450 h 1414683"/>
                <a:gd name="connsiteX2" fmla="*/ 3618451 w 4163964"/>
                <a:gd name="connsiteY2" fmla="*/ 377779 h 1414683"/>
                <a:gd name="connsiteX3" fmla="*/ 3058625 w 4163964"/>
                <a:gd name="connsiteY3" fmla="*/ 1008067 h 1414683"/>
                <a:gd name="connsiteX4" fmla="*/ 2514600 w 4163964"/>
                <a:gd name="connsiteY4" fmla="*/ 1319433 h 1414683"/>
                <a:gd name="connsiteX5" fmla="*/ 0 w 4163964"/>
                <a:gd name="connsiteY5" fmla="*/ 1414683 h 141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414683">
                  <a:moveTo>
                    <a:pt x="4163964" y="304082"/>
                  </a:moveTo>
                  <a:cubicBezTo>
                    <a:pt x="4110753" y="230826"/>
                    <a:pt x="3983324" y="-11833"/>
                    <a:pt x="3892405" y="450"/>
                  </a:cubicBezTo>
                  <a:cubicBezTo>
                    <a:pt x="3801486" y="12733"/>
                    <a:pt x="3757414" y="209843"/>
                    <a:pt x="3618451" y="377779"/>
                  </a:cubicBezTo>
                  <a:cubicBezTo>
                    <a:pt x="3479488" y="545715"/>
                    <a:pt x="3242600" y="851125"/>
                    <a:pt x="3058625" y="1008067"/>
                  </a:cubicBezTo>
                  <a:cubicBezTo>
                    <a:pt x="2874650" y="1165009"/>
                    <a:pt x="2665412" y="1263871"/>
                    <a:pt x="2514600" y="1319433"/>
                  </a:cubicBezTo>
                  <a:cubicBezTo>
                    <a:pt x="2363788" y="1374995"/>
                    <a:pt x="153194" y="1413889"/>
                    <a:pt x="0" y="141468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E9340FF0-438F-47BB-9A68-41453F949DDA}"/>
                </a:ext>
              </a:extLst>
            </p:cNvPr>
            <p:cNvSpPr/>
            <p:nvPr/>
          </p:nvSpPr>
          <p:spPr>
            <a:xfrm flipH="1">
              <a:off x="4054371" y="5891737"/>
              <a:ext cx="2588654" cy="248487"/>
            </a:xfrm>
            <a:custGeom>
              <a:avLst/>
              <a:gdLst>
                <a:gd name="connsiteX0" fmla="*/ 2095500 w 2095500"/>
                <a:gd name="connsiteY0" fmla="*/ 0 h 1676400"/>
                <a:gd name="connsiteX1" fmla="*/ 1638300 w 2095500"/>
                <a:gd name="connsiteY1" fmla="*/ 695325 h 1676400"/>
                <a:gd name="connsiteX2" fmla="*/ 904875 w 2095500"/>
                <a:gd name="connsiteY2" fmla="*/ 1343025 h 1676400"/>
                <a:gd name="connsiteX3" fmla="*/ 457200 w 2095500"/>
                <a:gd name="connsiteY3" fmla="*/ 1619250 h 1676400"/>
                <a:gd name="connsiteX4" fmla="*/ 0 w 2095500"/>
                <a:gd name="connsiteY4" fmla="*/ 1676400 h 1676400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2990850 w 4181475"/>
                <a:gd name="connsiteY2" fmla="*/ 134302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24275 w 4181475"/>
                <a:gd name="connsiteY1" fmla="*/ 69532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81475 w 4181475"/>
                <a:gd name="connsiteY0" fmla="*/ 0 h 1685925"/>
                <a:gd name="connsiteX1" fmla="*/ 3754755 w 4181475"/>
                <a:gd name="connsiteY1" fmla="*/ 718185 h 1685925"/>
                <a:gd name="connsiteX2" fmla="*/ 3051810 w 4181475"/>
                <a:gd name="connsiteY2" fmla="*/ 1365885 h 1685925"/>
                <a:gd name="connsiteX3" fmla="*/ 2543175 w 4181475"/>
                <a:gd name="connsiteY3" fmla="*/ 1619250 h 1685925"/>
                <a:gd name="connsiteX4" fmla="*/ 0 w 418147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43175 w 4166235"/>
                <a:gd name="connsiteY3" fmla="*/ 1619250 h 1685925"/>
                <a:gd name="connsiteX4" fmla="*/ 0 w 4166235"/>
                <a:gd name="connsiteY4" fmla="*/ 1685925 h 1685925"/>
                <a:gd name="connsiteX0" fmla="*/ 4166235 w 4166235"/>
                <a:gd name="connsiteY0" fmla="*/ 0 h 1685925"/>
                <a:gd name="connsiteX1" fmla="*/ 3754755 w 4166235"/>
                <a:gd name="connsiteY1" fmla="*/ 718185 h 1685925"/>
                <a:gd name="connsiteX2" fmla="*/ 3051810 w 4166235"/>
                <a:gd name="connsiteY2" fmla="*/ 1365885 h 1685925"/>
                <a:gd name="connsiteX3" fmla="*/ 2514600 w 4166235"/>
                <a:gd name="connsiteY3" fmla="*/ 1590675 h 1685925"/>
                <a:gd name="connsiteX4" fmla="*/ 0 w 4166235"/>
                <a:gd name="connsiteY4" fmla="*/ 1685925 h 1685925"/>
                <a:gd name="connsiteX0" fmla="*/ 4150333 w 4150333"/>
                <a:gd name="connsiteY0" fmla="*/ 0 h 1475313"/>
                <a:gd name="connsiteX1" fmla="*/ 3754755 w 4150333"/>
                <a:gd name="connsiteY1" fmla="*/ 507573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747940 w 4150333"/>
                <a:gd name="connsiteY1" fmla="*/ 444782 h 1475313"/>
                <a:gd name="connsiteX2" fmla="*/ 3051810 w 4150333"/>
                <a:gd name="connsiteY2" fmla="*/ 1155273 h 1475313"/>
                <a:gd name="connsiteX3" fmla="*/ 2514600 w 4150333"/>
                <a:gd name="connsiteY3" fmla="*/ 1380063 h 1475313"/>
                <a:gd name="connsiteX4" fmla="*/ 0 w 4150333"/>
                <a:gd name="connsiteY4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21976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50333 w 4150333"/>
                <a:gd name="connsiteY0" fmla="*/ 0 h 1475313"/>
                <a:gd name="connsiteX1" fmla="*/ 3994633 w 4150333"/>
                <a:gd name="connsiteY1" fmla="*/ 78489 h 1475313"/>
                <a:gd name="connsiteX2" fmla="*/ 3747940 w 4150333"/>
                <a:gd name="connsiteY2" fmla="*/ 444782 h 1475313"/>
                <a:gd name="connsiteX3" fmla="*/ 3051810 w 4150333"/>
                <a:gd name="connsiteY3" fmla="*/ 1155273 h 1475313"/>
                <a:gd name="connsiteX4" fmla="*/ 2514600 w 4150333"/>
                <a:gd name="connsiteY4" fmla="*/ 1380063 h 1475313"/>
                <a:gd name="connsiteX5" fmla="*/ 0 w 4150333"/>
                <a:gd name="connsiteY5" fmla="*/ 1475313 h 1475313"/>
                <a:gd name="connsiteX0" fmla="*/ 4170779 w 4170779"/>
                <a:gd name="connsiteY0" fmla="*/ 170018 h 1409865"/>
                <a:gd name="connsiteX1" fmla="*/ 3994633 w 4170779"/>
                <a:gd name="connsiteY1" fmla="*/ 13041 h 1409865"/>
                <a:gd name="connsiteX2" fmla="*/ 3747940 w 4170779"/>
                <a:gd name="connsiteY2" fmla="*/ 379334 h 1409865"/>
                <a:gd name="connsiteX3" fmla="*/ 3051810 w 4170779"/>
                <a:gd name="connsiteY3" fmla="*/ 1089825 h 1409865"/>
                <a:gd name="connsiteX4" fmla="*/ 2514600 w 4170779"/>
                <a:gd name="connsiteY4" fmla="*/ 1314615 h 1409865"/>
                <a:gd name="connsiteX5" fmla="*/ 0 w 4170779"/>
                <a:gd name="connsiteY5" fmla="*/ 1409865 h 1409865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7940 w 4170779"/>
                <a:gd name="connsiteY2" fmla="*/ 305187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95871 h 1335718"/>
                <a:gd name="connsiteX1" fmla="*/ 3953742 w 4170779"/>
                <a:gd name="connsiteY1" fmla="*/ 17383 h 1335718"/>
                <a:gd name="connsiteX2" fmla="*/ 3741125 w 4170779"/>
                <a:gd name="connsiteY2" fmla="*/ 281641 h 1335718"/>
                <a:gd name="connsiteX3" fmla="*/ 3051810 w 4170779"/>
                <a:gd name="connsiteY3" fmla="*/ 1015678 h 1335718"/>
                <a:gd name="connsiteX4" fmla="*/ 2514600 w 4170779"/>
                <a:gd name="connsiteY4" fmla="*/ 1240468 h 1335718"/>
                <a:gd name="connsiteX5" fmla="*/ 0 w 4170779"/>
                <a:gd name="connsiteY5" fmla="*/ 1335718 h 1335718"/>
                <a:gd name="connsiteX0" fmla="*/ 4170779 w 4170779"/>
                <a:gd name="connsiteY0" fmla="*/ 155003 h 1394850"/>
                <a:gd name="connsiteX1" fmla="*/ 3960557 w 4170779"/>
                <a:gd name="connsiteY1" fmla="*/ 13725 h 1394850"/>
                <a:gd name="connsiteX2" fmla="*/ 3741125 w 4170779"/>
                <a:gd name="connsiteY2" fmla="*/ 340773 h 1394850"/>
                <a:gd name="connsiteX3" fmla="*/ 3051810 w 4170779"/>
                <a:gd name="connsiteY3" fmla="*/ 1074810 h 1394850"/>
                <a:gd name="connsiteX4" fmla="*/ 2514600 w 4170779"/>
                <a:gd name="connsiteY4" fmla="*/ 1299600 h 1394850"/>
                <a:gd name="connsiteX5" fmla="*/ 0 w 4170779"/>
                <a:gd name="connsiteY5" fmla="*/ 1394850 h 1394850"/>
                <a:gd name="connsiteX0" fmla="*/ 4136703 w 4136703"/>
                <a:gd name="connsiteY0" fmla="*/ 81416 h 1399751"/>
                <a:gd name="connsiteX1" fmla="*/ 3960557 w 4136703"/>
                <a:gd name="connsiteY1" fmla="*/ 18626 h 1399751"/>
                <a:gd name="connsiteX2" fmla="*/ 3741125 w 4136703"/>
                <a:gd name="connsiteY2" fmla="*/ 345674 h 1399751"/>
                <a:gd name="connsiteX3" fmla="*/ 3051810 w 4136703"/>
                <a:gd name="connsiteY3" fmla="*/ 1079711 h 1399751"/>
                <a:gd name="connsiteX4" fmla="*/ 2514600 w 4136703"/>
                <a:gd name="connsiteY4" fmla="*/ 1304501 h 1399751"/>
                <a:gd name="connsiteX5" fmla="*/ 0 w 4136703"/>
                <a:gd name="connsiteY5" fmla="*/ 1399751 h 1399751"/>
                <a:gd name="connsiteX0" fmla="*/ 4163964 w 4163964"/>
                <a:gd name="connsiteY0" fmla="*/ 162502 h 1394499"/>
                <a:gd name="connsiteX1" fmla="*/ 3960557 w 4163964"/>
                <a:gd name="connsiteY1" fmla="*/ 13374 h 1394499"/>
                <a:gd name="connsiteX2" fmla="*/ 3741125 w 4163964"/>
                <a:gd name="connsiteY2" fmla="*/ 340422 h 1394499"/>
                <a:gd name="connsiteX3" fmla="*/ 3051810 w 4163964"/>
                <a:gd name="connsiteY3" fmla="*/ 1074459 h 1394499"/>
                <a:gd name="connsiteX4" fmla="*/ 2514600 w 4163964"/>
                <a:gd name="connsiteY4" fmla="*/ 1299249 h 1394499"/>
                <a:gd name="connsiteX5" fmla="*/ 0 w 4163964"/>
                <a:gd name="connsiteY5" fmla="*/ 1394499 h 139449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41125 w 4163964"/>
                <a:gd name="connsiteY2" fmla="*/ 347092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1810 w 4163964"/>
                <a:gd name="connsiteY3" fmla="*/ 1081129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69172 h 1401169"/>
                <a:gd name="connsiteX1" fmla="*/ 3960557 w 4163964"/>
                <a:gd name="connsiteY1" fmla="*/ 20044 h 1401169"/>
                <a:gd name="connsiteX2" fmla="*/ 3700234 w 4163964"/>
                <a:gd name="connsiteY2" fmla="*/ 386337 h 1401169"/>
                <a:gd name="connsiteX3" fmla="*/ 3058625 w 4163964"/>
                <a:gd name="connsiteY3" fmla="*/ 1049733 h 1401169"/>
                <a:gd name="connsiteX4" fmla="*/ 2514600 w 4163964"/>
                <a:gd name="connsiteY4" fmla="*/ 1305919 h 1401169"/>
                <a:gd name="connsiteX5" fmla="*/ 0 w 4163964"/>
                <a:gd name="connsiteY5" fmla="*/ 1401169 h 1401169"/>
                <a:gd name="connsiteX0" fmla="*/ 4163964 w 4163964"/>
                <a:gd name="connsiteY0" fmla="*/ 1318542 h 1384141"/>
                <a:gd name="connsiteX1" fmla="*/ 3960557 w 4163964"/>
                <a:gd name="connsiteY1" fmla="*/ 3016 h 1384141"/>
                <a:gd name="connsiteX2" fmla="*/ 3700234 w 4163964"/>
                <a:gd name="connsiteY2" fmla="*/ 369309 h 1384141"/>
                <a:gd name="connsiteX3" fmla="*/ 3058625 w 4163964"/>
                <a:gd name="connsiteY3" fmla="*/ 1032705 h 1384141"/>
                <a:gd name="connsiteX4" fmla="*/ 2514600 w 4163964"/>
                <a:gd name="connsiteY4" fmla="*/ 1288891 h 1384141"/>
                <a:gd name="connsiteX5" fmla="*/ 0 w 4163964"/>
                <a:gd name="connsiteY5" fmla="*/ 1384141 h 1384141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700234 w 4163964"/>
                <a:gd name="connsiteY2" fmla="*/ 369775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1319008 h 1384607"/>
                <a:gd name="connsiteX1" fmla="*/ 3960557 w 4163964"/>
                <a:gd name="connsiteY1" fmla="*/ 3482 h 1384607"/>
                <a:gd name="connsiteX2" fmla="*/ 3475332 w 4163964"/>
                <a:gd name="connsiteY2" fmla="*/ 647489 h 1384607"/>
                <a:gd name="connsiteX3" fmla="*/ 3058625 w 4163964"/>
                <a:gd name="connsiteY3" fmla="*/ 1033171 h 1384607"/>
                <a:gd name="connsiteX4" fmla="*/ 2514600 w 4163964"/>
                <a:gd name="connsiteY4" fmla="*/ 1289357 h 1384607"/>
                <a:gd name="connsiteX5" fmla="*/ 0 w 4163964"/>
                <a:gd name="connsiteY5" fmla="*/ 1384607 h 1384607"/>
                <a:gd name="connsiteX0" fmla="*/ 4163964 w 4163964"/>
                <a:gd name="connsiteY0" fmla="*/ 987112 h 1052711"/>
                <a:gd name="connsiteX1" fmla="*/ 3790177 w 4163964"/>
                <a:gd name="connsiteY1" fmla="*/ 4842 h 1052711"/>
                <a:gd name="connsiteX2" fmla="*/ 3475332 w 4163964"/>
                <a:gd name="connsiteY2" fmla="*/ 315593 h 1052711"/>
                <a:gd name="connsiteX3" fmla="*/ 3058625 w 4163964"/>
                <a:gd name="connsiteY3" fmla="*/ 701275 h 1052711"/>
                <a:gd name="connsiteX4" fmla="*/ 2514600 w 4163964"/>
                <a:gd name="connsiteY4" fmla="*/ 957461 h 1052711"/>
                <a:gd name="connsiteX5" fmla="*/ 0 w 4163964"/>
                <a:gd name="connsiteY5" fmla="*/ 1052711 h 1052711"/>
                <a:gd name="connsiteX0" fmla="*/ 4163964 w 4163964"/>
                <a:gd name="connsiteY0" fmla="*/ 982272 h 1047871"/>
                <a:gd name="connsiteX1" fmla="*/ 3790177 w 4163964"/>
                <a:gd name="connsiteY1" fmla="*/ 2 h 1047871"/>
                <a:gd name="connsiteX2" fmla="*/ 3475332 w 4163964"/>
                <a:gd name="connsiteY2" fmla="*/ 310753 h 1047871"/>
                <a:gd name="connsiteX3" fmla="*/ 3058625 w 4163964"/>
                <a:gd name="connsiteY3" fmla="*/ 696435 h 1047871"/>
                <a:gd name="connsiteX4" fmla="*/ 2514600 w 4163964"/>
                <a:gd name="connsiteY4" fmla="*/ 952621 h 1047871"/>
                <a:gd name="connsiteX5" fmla="*/ 0 w 4163964"/>
                <a:gd name="connsiteY5" fmla="*/ 1047871 h 1047871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475332 w 4163964"/>
                <a:gd name="connsiteY2" fmla="*/ 329264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3058625 w 4163964"/>
                <a:gd name="connsiteY3" fmla="*/ 714946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329263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00783 h 1066382"/>
                <a:gd name="connsiteX1" fmla="*/ 3653873 w 4163964"/>
                <a:gd name="connsiteY1" fmla="*/ 0 h 1066382"/>
                <a:gd name="connsiteX2" fmla="*/ 3386734 w 4163964"/>
                <a:gd name="connsiteY2" fmla="*/ 236691 h 1066382"/>
                <a:gd name="connsiteX3" fmla="*/ 2990473 w 4163964"/>
                <a:gd name="connsiteY3" fmla="*/ 659403 h 1066382"/>
                <a:gd name="connsiteX4" fmla="*/ 2514600 w 4163964"/>
                <a:gd name="connsiteY4" fmla="*/ 971132 h 1066382"/>
                <a:gd name="connsiteX5" fmla="*/ 0 w 4163964"/>
                <a:gd name="connsiteY5" fmla="*/ 1066382 h 1066382"/>
                <a:gd name="connsiteX0" fmla="*/ 4163964 w 4163964"/>
                <a:gd name="connsiteY0" fmla="*/ 1019298 h 1084897"/>
                <a:gd name="connsiteX1" fmla="*/ 357209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19298 h 1084897"/>
                <a:gd name="connsiteX1" fmla="*/ 3585720 w 4163964"/>
                <a:gd name="connsiteY1" fmla="*/ 0 h 1084897"/>
                <a:gd name="connsiteX2" fmla="*/ 3386734 w 4163964"/>
                <a:gd name="connsiteY2" fmla="*/ 255206 h 1084897"/>
                <a:gd name="connsiteX3" fmla="*/ 2990473 w 4163964"/>
                <a:gd name="connsiteY3" fmla="*/ 677918 h 1084897"/>
                <a:gd name="connsiteX4" fmla="*/ 2514600 w 4163964"/>
                <a:gd name="connsiteY4" fmla="*/ 989647 h 1084897"/>
                <a:gd name="connsiteX5" fmla="*/ 0 w 4163964"/>
                <a:gd name="connsiteY5" fmla="*/ 1084897 h 1084897"/>
                <a:gd name="connsiteX0" fmla="*/ 4163964 w 4163964"/>
                <a:gd name="connsiteY0" fmla="*/ 1031525 h 1097124"/>
                <a:gd name="connsiteX1" fmla="*/ 3585720 w 4163964"/>
                <a:gd name="connsiteY1" fmla="*/ 12227 h 1097124"/>
                <a:gd name="connsiteX2" fmla="*/ 3386734 w 4163964"/>
                <a:gd name="connsiteY2" fmla="*/ 267433 h 1097124"/>
                <a:gd name="connsiteX3" fmla="*/ 2990473 w 4163964"/>
                <a:gd name="connsiteY3" fmla="*/ 690145 h 1097124"/>
                <a:gd name="connsiteX4" fmla="*/ 2514600 w 4163964"/>
                <a:gd name="connsiteY4" fmla="*/ 1001874 h 1097124"/>
                <a:gd name="connsiteX5" fmla="*/ 0 w 4163964"/>
                <a:gd name="connsiteY5" fmla="*/ 1097124 h 1097124"/>
                <a:gd name="connsiteX0" fmla="*/ 4163964 w 4163964"/>
                <a:gd name="connsiteY0" fmla="*/ 1025829 h 1091428"/>
                <a:gd name="connsiteX1" fmla="*/ 3585720 w 4163964"/>
                <a:gd name="connsiteY1" fmla="*/ 6531 h 1091428"/>
                <a:gd name="connsiteX2" fmla="*/ 3386734 w 4163964"/>
                <a:gd name="connsiteY2" fmla="*/ 261737 h 1091428"/>
                <a:gd name="connsiteX3" fmla="*/ 2990473 w 4163964"/>
                <a:gd name="connsiteY3" fmla="*/ 684449 h 1091428"/>
                <a:gd name="connsiteX4" fmla="*/ 2514600 w 4163964"/>
                <a:gd name="connsiteY4" fmla="*/ 996178 h 1091428"/>
                <a:gd name="connsiteX5" fmla="*/ 0 w 4163964"/>
                <a:gd name="connsiteY5" fmla="*/ 1091428 h 1091428"/>
                <a:gd name="connsiteX0" fmla="*/ 4163964 w 4163964"/>
                <a:gd name="connsiteY0" fmla="*/ 1045308 h 1110907"/>
                <a:gd name="connsiteX1" fmla="*/ 3585720 w 4163964"/>
                <a:gd name="connsiteY1" fmla="*/ 26010 h 1110907"/>
                <a:gd name="connsiteX2" fmla="*/ 3325398 w 4163964"/>
                <a:gd name="connsiteY2" fmla="*/ 336759 h 1110907"/>
                <a:gd name="connsiteX3" fmla="*/ 2990473 w 4163964"/>
                <a:gd name="connsiteY3" fmla="*/ 703928 h 1110907"/>
                <a:gd name="connsiteX4" fmla="*/ 2514600 w 4163964"/>
                <a:gd name="connsiteY4" fmla="*/ 1015657 h 1110907"/>
                <a:gd name="connsiteX5" fmla="*/ 0 w 4163964"/>
                <a:gd name="connsiteY5" fmla="*/ 1110907 h 1110907"/>
                <a:gd name="connsiteX0" fmla="*/ 4163964 w 4163964"/>
                <a:gd name="connsiteY0" fmla="*/ 1020131 h 1085730"/>
                <a:gd name="connsiteX1" fmla="*/ 3585720 w 4163964"/>
                <a:gd name="connsiteY1" fmla="*/ 833 h 1085730"/>
                <a:gd name="connsiteX2" fmla="*/ 3325398 w 4163964"/>
                <a:gd name="connsiteY2" fmla="*/ 311582 h 1085730"/>
                <a:gd name="connsiteX3" fmla="*/ 2990473 w 4163964"/>
                <a:gd name="connsiteY3" fmla="*/ 678751 h 1085730"/>
                <a:gd name="connsiteX4" fmla="*/ 2514600 w 4163964"/>
                <a:gd name="connsiteY4" fmla="*/ 990480 h 1085730"/>
                <a:gd name="connsiteX5" fmla="*/ 0 w 4163964"/>
                <a:gd name="connsiteY5" fmla="*/ 1085730 h 1085730"/>
                <a:gd name="connsiteX0" fmla="*/ 4163964 w 4163964"/>
                <a:gd name="connsiteY0" fmla="*/ 1020235 h 1085834"/>
                <a:gd name="connsiteX1" fmla="*/ 3585720 w 4163964"/>
                <a:gd name="connsiteY1" fmla="*/ 937 h 1085834"/>
                <a:gd name="connsiteX2" fmla="*/ 3325398 w 4163964"/>
                <a:gd name="connsiteY2" fmla="*/ 311686 h 1085834"/>
                <a:gd name="connsiteX3" fmla="*/ 2990473 w 4163964"/>
                <a:gd name="connsiteY3" fmla="*/ 678855 h 1085834"/>
                <a:gd name="connsiteX4" fmla="*/ 2514600 w 4163964"/>
                <a:gd name="connsiteY4" fmla="*/ 990584 h 1085834"/>
                <a:gd name="connsiteX5" fmla="*/ 0 w 4163964"/>
                <a:gd name="connsiteY5" fmla="*/ 1085834 h 108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3964" h="1085834">
                  <a:moveTo>
                    <a:pt x="4163964" y="1020235"/>
                  </a:moveTo>
                  <a:cubicBezTo>
                    <a:pt x="4001711" y="669262"/>
                    <a:pt x="3745926" y="-29087"/>
                    <a:pt x="3585720" y="937"/>
                  </a:cubicBezTo>
                  <a:cubicBezTo>
                    <a:pt x="3425514" y="30961"/>
                    <a:pt x="3424606" y="198700"/>
                    <a:pt x="3325398" y="311686"/>
                  </a:cubicBezTo>
                  <a:cubicBezTo>
                    <a:pt x="3226190" y="424672"/>
                    <a:pt x="3125606" y="565705"/>
                    <a:pt x="2990473" y="678855"/>
                  </a:cubicBezTo>
                  <a:cubicBezTo>
                    <a:pt x="2855340" y="792005"/>
                    <a:pt x="2665412" y="935022"/>
                    <a:pt x="2514600" y="990584"/>
                  </a:cubicBezTo>
                  <a:cubicBezTo>
                    <a:pt x="2363788" y="1046146"/>
                    <a:pt x="153194" y="1085040"/>
                    <a:pt x="0" y="108583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E563675D-3082-45D4-AD2D-4B50AA4412EE}"/>
                </a:ext>
              </a:extLst>
            </p:cNvPr>
            <p:cNvCxnSpPr/>
            <p:nvPr/>
          </p:nvCxnSpPr>
          <p:spPr>
            <a:xfrm flipV="1">
              <a:off x="4255612" y="5332087"/>
              <a:ext cx="93629" cy="74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28D6A8E4-A09B-484D-B962-DC7D7E94B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6612" y="5626721"/>
              <a:ext cx="207802" cy="132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9CF12EF7-8C5F-47D7-A4A7-0268867CC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8935" y="5813078"/>
              <a:ext cx="327949" cy="980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6B9D8AF7-9E9C-4FD2-86E3-B3AA007182E5}"/>
                </a:ext>
              </a:extLst>
            </p:cNvPr>
            <p:cNvSpPr txBox="1"/>
            <p:nvPr/>
          </p:nvSpPr>
          <p:spPr>
            <a:xfrm>
              <a:off x="4394780" y="5217681"/>
              <a:ext cx="413708" cy="132036"/>
            </a:xfrm>
            <a:custGeom>
              <a:avLst/>
              <a:gdLst/>
              <a:ahLst/>
              <a:cxnLst/>
              <a:rect l="l" t="t" r="r" b="b"/>
              <a:pathLst>
                <a:path w="549660" h="175426">
                  <a:moveTo>
                    <a:pt x="175468" y="117663"/>
                  </a:moveTo>
                  <a:lnTo>
                    <a:pt x="330175" y="117663"/>
                  </a:lnTo>
                  <a:lnTo>
                    <a:pt x="330175" y="134364"/>
                  </a:lnTo>
                  <a:lnTo>
                    <a:pt x="175468" y="134364"/>
                  </a:lnTo>
                  <a:close/>
                  <a:moveTo>
                    <a:pt x="175468" y="65549"/>
                  </a:moveTo>
                  <a:lnTo>
                    <a:pt x="330175" y="65549"/>
                  </a:lnTo>
                  <a:lnTo>
                    <a:pt x="330175" y="82251"/>
                  </a:lnTo>
                  <a:lnTo>
                    <a:pt x="175468" y="82251"/>
                  </a:lnTo>
                  <a:close/>
                  <a:moveTo>
                    <a:pt x="34407" y="22352"/>
                  </a:moveTo>
                  <a:lnTo>
                    <a:pt x="51736" y="22352"/>
                  </a:lnTo>
                  <a:lnTo>
                    <a:pt x="44830" y="53369"/>
                  </a:lnTo>
                  <a:lnTo>
                    <a:pt x="83004" y="53369"/>
                  </a:lnTo>
                  <a:lnTo>
                    <a:pt x="80242" y="66052"/>
                  </a:lnTo>
                  <a:lnTo>
                    <a:pt x="42067" y="66052"/>
                  </a:lnTo>
                  <a:lnTo>
                    <a:pt x="30891" y="114774"/>
                  </a:lnTo>
                  <a:cubicBezTo>
                    <a:pt x="28715" y="124234"/>
                    <a:pt x="27333" y="131036"/>
                    <a:pt x="26747" y="135180"/>
                  </a:cubicBezTo>
                  <a:cubicBezTo>
                    <a:pt x="26161" y="139324"/>
                    <a:pt x="25868" y="142652"/>
                    <a:pt x="25868" y="145163"/>
                  </a:cubicBezTo>
                  <a:cubicBezTo>
                    <a:pt x="25868" y="155544"/>
                    <a:pt x="30180" y="160734"/>
                    <a:pt x="38802" y="160734"/>
                  </a:cubicBezTo>
                  <a:cubicBezTo>
                    <a:pt x="42486" y="160734"/>
                    <a:pt x="46400" y="159332"/>
                    <a:pt x="50544" y="156528"/>
                  </a:cubicBezTo>
                  <a:cubicBezTo>
                    <a:pt x="54687" y="153723"/>
                    <a:pt x="59606" y="148930"/>
                    <a:pt x="65298" y="142149"/>
                  </a:cubicBezTo>
                  <a:lnTo>
                    <a:pt x="72582" y="149684"/>
                  </a:lnTo>
                  <a:cubicBezTo>
                    <a:pt x="65298" y="158474"/>
                    <a:pt x="58287" y="164962"/>
                    <a:pt x="51548" y="169148"/>
                  </a:cubicBezTo>
                  <a:cubicBezTo>
                    <a:pt x="44809" y="173334"/>
                    <a:pt x="37756" y="175426"/>
                    <a:pt x="30389" y="175426"/>
                  </a:cubicBezTo>
                  <a:cubicBezTo>
                    <a:pt x="12893" y="175426"/>
                    <a:pt x="4144" y="166594"/>
                    <a:pt x="4144" y="148930"/>
                  </a:cubicBezTo>
                  <a:cubicBezTo>
                    <a:pt x="4144" y="143321"/>
                    <a:pt x="4856" y="137419"/>
                    <a:pt x="6279" y="131224"/>
                  </a:cubicBezTo>
                  <a:lnTo>
                    <a:pt x="21097" y="66052"/>
                  </a:lnTo>
                  <a:lnTo>
                    <a:pt x="0" y="66052"/>
                  </a:lnTo>
                  <a:lnTo>
                    <a:pt x="1884" y="57387"/>
                  </a:lnTo>
                  <a:cubicBezTo>
                    <a:pt x="6823" y="57303"/>
                    <a:pt x="10569" y="56927"/>
                    <a:pt x="13123" y="56257"/>
                  </a:cubicBezTo>
                  <a:cubicBezTo>
                    <a:pt x="15676" y="55587"/>
                    <a:pt x="17811" y="54666"/>
                    <a:pt x="19527" y="53494"/>
                  </a:cubicBezTo>
                  <a:cubicBezTo>
                    <a:pt x="21243" y="52322"/>
                    <a:pt x="22813" y="50648"/>
                    <a:pt x="24236" y="48471"/>
                  </a:cubicBezTo>
                  <a:cubicBezTo>
                    <a:pt x="25659" y="46295"/>
                    <a:pt x="27040" y="43511"/>
                    <a:pt x="28380" y="40121"/>
                  </a:cubicBezTo>
                  <a:cubicBezTo>
                    <a:pt x="29719" y="36730"/>
                    <a:pt x="31728" y="30807"/>
                    <a:pt x="34407" y="22352"/>
                  </a:cubicBezTo>
                  <a:close/>
                  <a:moveTo>
                    <a:pt x="494658" y="10674"/>
                  </a:moveTo>
                  <a:cubicBezTo>
                    <a:pt x="488882" y="10674"/>
                    <a:pt x="484047" y="12390"/>
                    <a:pt x="480155" y="15822"/>
                  </a:cubicBezTo>
                  <a:cubicBezTo>
                    <a:pt x="476262" y="19255"/>
                    <a:pt x="473122" y="24194"/>
                    <a:pt x="470736" y="30640"/>
                  </a:cubicBezTo>
                  <a:cubicBezTo>
                    <a:pt x="468351" y="37086"/>
                    <a:pt x="466655" y="44934"/>
                    <a:pt x="465651" y="54185"/>
                  </a:cubicBezTo>
                  <a:cubicBezTo>
                    <a:pt x="464646" y="63436"/>
                    <a:pt x="464144" y="73879"/>
                    <a:pt x="464144" y="85516"/>
                  </a:cubicBezTo>
                  <a:cubicBezTo>
                    <a:pt x="464144" y="112807"/>
                    <a:pt x="466676" y="132836"/>
                    <a:pt x="471741" y="145603"/>
                  </a:cubicBezTo>
                  <a:cubicBezTo>
                    <a:pt x="476806" y="158369"/>
                    <a:pt x="484654" y="164753"/>
                    <a:pt x="495286" y="164753"/>
                  </a:cubicBezTo>
                  <a:cubicBezTo>
                    <a:pt x="505416" y="164753"/>
                    <a:pt x="512929" y="158746"/>
                    <a:pt x="517827" y="146733"/>
                  </a:cubicBezTo>
                  <a:cubicBezTo>
                    <a:pt x="522724" y="134720"/>
                    <a:pt x="525173" y="116114"/>
                    <a:pt x="525173" y="90915"/>
                  </a:cubicBezTo>
                  <a:cubicBezTo>
                    <a:pt x="525173" y="71661"/>
                    <a:pt x="523917" y="56069"/>
                    <a:pt x="521406" y="44139"/>
                  </a:cubicBezTo>
                  <a:cubicBezTo>
                    <a:pt x="518894" y="32210"/>
                    <a:pt x="515399" y="23650"/>
                    <a:pt x="510920" y="18459"/>
                  </a:cubicBezTo>
                  <a:cubicBezTo>
                    <a:pt x="506441" y="13269"/>
                    <a:pt x="501021" y="10674"/>
                    <a:pt x="494658" y="10674"/>
                  </a:cubicBezTo>
                  <a:close/>
                  <a:moveTo>
                    <a:pt x="495286" y="0"/>
                  </a:moveTo>
                  <a:cubicBezTo>
                    <a:pt x="513620" y="0"/>
                    <a:pt x="527266" y="7074"/>
                    <a:pt x="536223" y="21222"/>
                  </a:cubicBezTo>
                  <a:cubicBezTo>
                    <a:pt x="545181" y="35370"/>
                    <a:pt x="549660" y="56759"/>
                    <a:pt x="549660" y="85390"/>
                  </a:cubicBezTo>
                  <a:cubicBezTo>
                    <a:pt x="549660" y="115025"/>
                    <a:pt x="544867" y="137440"/>
                    <a:pt x="535281" y="152635"/>
                  </a:cubicBezTo>
                  <a:cubicBezTo>
                    <a:pt x="525696" y="167829"/>
                    <a:pt x="511694" y="175426"/>
                    <a:pt x="493277" y="175426"/>
                  </a:cubicBezTo>
                  <a:cubicBezTo>
                    <a:pt x="475194" y="175426"/>
                    <a:pt x="461737" y="168311"/>
                    <a:pt x="452905" y="154079"/>
                  </a:cubicBezTo>
                  <a:cubicBezTo>
                    <a:pt x="444073" y="139847"/>
                    <a:pt x="439657" y="118249"/>
                    <a:pt x="439657" y="89283"/>
                  </a:cubicBezTo>
                  <a:cubicBezTo>
                    <a:pt x="439657" y="73879"/>
                    <a:pt x="441017" y="60568"/>
                    <a:pt x="443738" y="49350"/>
                  </a:cubicBezTo>
                  <a:cubicBezTo>
                    <a:pt x="446459" y="38132"/>
                    <a:pt x="450268" y="28861"/>
                    <a:pt x="455165" y="21536"/>
                  </a:cubicBezTo>
                  <a:cubicBezTo>
                    <a:pt x="460063" y="14211"/>
                    <a:pt x="465944" y="8790"/>
                    <a:pt x="472808" y="5274"/>
                  </a:cubicBezTo>
                  <a:cubicBezTo>
                    <a:pt x="479673" y="1758"/>
                    <a:pt x="487166" y="0"/>
                    <a:pt x="49528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2C39D4C6-E8D7-4B43-B82B-F084DFF6D8B4}"/>
                </a:ext>
              </a:extLst>
            </p:cNvPr>
            <p:cNvSpPr txBox="1"/>
            <p:nvPr/>
          </p:nvSpPr>
          <p:spPr>
            <a:xfrm>
              <a:off x="4634032" y="5502386"/>
              <a:ext cx="773179" cy="171079"/>
            </a:xfrm>
            <a:custGeom>
              <a:avLst/>
              <a:gdLst/>
              <a:ahLst/>
              <a:cxnLst/>
              <a:rect l="l" t="t" r="r" b="b"/>
              <a:pathLst>
                <a:path w="1011008" h="223702">
                  <a:moveTo>
                    <a:pt x="979661" y="127057"/>
                  </a:moveTo>
                  <a:cubicBezTo>
                    <a:pt x="985677" y="127057"/>
                    <a:pt x="991211" y="127429"/>
                    <a:pt x="996265" y="128174"/>
                  </a:cubicBezTo>
                  <a:cubicBezTo>
                    <a:pt x="1001319" y="128918"/>
                    <a:pt x="1006233" y="130003"/>
                    <a:pt x="1011008" y="131429"/>
                  </a:cubicBezTo>
                  <a:lnTo>
                    <a:pt x="1006544" y="152451"/>
                  </a:lnTo>
                  <a:lnTo>
                    <a:pt x="998265" y="152451"/>
                  </a:lnTo>
                  <a:cubicBezTo>
                    <a:pt x="997583" y="146870"/>
                    <a:pt x="995738" y="142746"/>
                    <a:pt x="992730" y="140080"/>
                  </a:cubicBezTo>
                  <a:cubicBezTo>
                    <a:pt x="989723" y="137413"/>
                    <a:pt x="985056" y="136080"/>
                    <a:pt x="978731" y="136080"/>
                  </a:cubicBezTo>
                  <a:cubicBezTo>
                    <a:pt x="976189" y="136080"/>
                    <a:pt x="973832" y="136421"/>
                    <a:pt x="971662" y="137103"/>
                  </a:cubicBezTo>
                  <a:cubicBezTo>
                    <a:pt x="969492" y="137785"/>
                    <a:pt x="967631" y="138731"/>
                    <a:pt x="966081" y="139940"/>
                  </a:cubicBezTo>
                  <a:cubicBezTo>
                    <a:pt x="964531" y="141149"/>
                    <a:pt x="963321" y="142591"/>
                    <a:pt x="962453" y="144266"/>
                  </a:cubicBezTo>
                  <a:cubicBezTo>
                    <a:pt x="961585" y="145940"/>
                    <a:pt x="961151" y="147769"/>
                    <a:pt x="961151" y="149754"/>
                  </a:cubicBezTo>
                  <a:cubicBezTo>
                    <a:pt x="961151" y="151552"/>
                    <a:pt x="961368" y="153195"/>
                    <a:pt x="961802" y="154684"/>
                  </a:cubicBezTo>
                  <a:cubicBezTo>
                    <a:pt x="962236" y="156172"/>
                    <a:pt x="963089" y="157629"/>
                    <a:pt x="964360" y="159055"/>
                  </a:cubicBezTo>
                  <a:cubicBezTo>
                    <a:pt x="965631" y="160482"/>
                    <a:pt x="967430" y="161970"/>
                    <a:pt x="969755" y="163520"/>
                  </a:cubicBezTo>
                  <a:cubicBezTo>
                    <a:pt x="972080" y="165070"/>
                    <a:pt x="975135" y="166838"/>
                    <a:pt x="978917" y="168822"/>
                  </a:cubicBezTo>
                  <a:cubicBezTo>
                    <a:pt x="982886" y="170992"/>
                    <a:pt x="986188" y="173070"/>
                    <a:pt x="988824" y="175054"/>
                  </a:cubicBezTo>
                  <a:cubicBezTo>
                    <a:pt x="991459" y="177039"/>
                    <a:pt x="993552" y="179054"/>
                    <a:pt x="995102" y="181100"/>
                  </a:cubicBezTo>
                  <a:cubicBezTo>
                    <a:pt x="996653" y="183147"/>
                    <a:pt x="997738" y="185333"/>
                    <a:pt x="998358" y="187658"/>
                  </a:cubicBezTo>
                  <a:cubicBezTo>
                    <a:pt x="998978" y="189983"/>
                    <a:pt x="999288" y="192572"/>
                    <a:pt x="999288" y="195425"/>
                  </a:cubicBezTo>
                  <a:cubicBezTo>
                    <a:pt x="999288" y="199828"/>
                    <a:pt x="998389" y="203781"/>
                    <a:pt x="996591" y="207285"/>
                  </a:cubicBezTo>
                  <a:cubicBezTo>
                    <a:pt x="994792" y="210788"/>
                    <a:pt x="992281" y="213749"/>
                    <a:pt x="989056" y="216168"/>
                  </a:cubicBezTo>
                  <a:cubicBezTo>
                    <a:pt x="985832" y="218586"/>
                    <a:pt x="982033" y="220447"/>
                    <a:pt x="977662" y="221749"/>
                  </a:cubicBezTo>
                  <a:cubicBezTo>
                    <a:pt x="973290" y="223051"/>
                    <a:pt x="968499" y="223702"/>
                    <a:pt x="963290" y="223702"/>
                  </a:cubicBezTo>
                  <a:cubicBezTo>
                    <a:pt x="957585" y="223702"/>
                    <a:pt x="951973" y="223330"/>
                    <a:pt x="946454" y="222586"/>
                  </a:cubicBezTo>
                  <a:cubicBezTo>
                    <a:pt x="940935" y="221842"/>
                    <a:pt x="935106" y="220571"/>
                    <a:pt x="928967" y="218772"/>
                  </a:cubicBezTo>
                  <a:lnTo>
                    <a:pt x="933804" y="197564"/>
                  </a:lnTo>
                  <a:lnTo>
                    <a:pt x="941896" y="197564"/>
                  </a:lnTo>
                  <a:cubicBezTo>
                    <a:pt x="942206" y="203331"/>
                    <a:pt x="944020" y="207657"/>
                    <a:pt x="947338" y="210540"/>
                  </a:cubicBezTo>
                  <a:cubicBezTo>
                    <a:pt x="950655" y="213424"/>
                    <a:pt x="955787" y="214866"/>
                    <a:pt x="962732" y="214866"/>
                  </a:cubicBezTo>
                  <a:cubicBezTo>
                    <a:pt x="968933" y="214866"/>
                    <a:pt x="973817" y="213532"/>
                    <a:pt x="977382" y="210866"/>
                  </a:cubicBezTo>
                  <a:cubicBezTo>
                    <a:pt x="980948" y="208199"/>
                    <a:pt x="982731" y="204479"/>
                    <a:pt x="982731" y="199704"/>
                  </a:cubicBezTo>
                  <a:cubicBezTo>
                    <a:pt x="982731" y="197533"/>
                    <a:pt x="982514" y="195658"/>
                    <a:pt x="982080" y="194076"/>
                  </a:cubicBezTo>
                  <a:cubicBezTo>
                    <a:pt x="981646" y="192495"/>
                    <a:pt x="980793" y="190991"/>
                    <a:pt x="979522" y="189565"/>
                  </a:cubicBezTo>
                  <a:cubicBezTo>
                    <a:pt x="978251" y="188139"/>
                    <a:pt x="976514" y="186666"/>
                    <a:pt x="974313" y="185147"/>
                  </a:cubicBezTo>
                  <a:cubicBezTo>
                    <a:pt x="972112" y="183627"/>
                    <a:pt x="969244" y="181875"/>
                    <a:pt x="965709" y="179891"/>
                  </a:cubicBezTo>
                  <a:cubicBezTo>
                    <a:pt x="962050" y="177845"/>
                    <a:pt x="958903" y="175829"/>
                    <a:pt x="956268" y="173845"/>
                  </a:cubicBezTo>
                  <a:cubicBezTo>
                    <a:pt x="953632" y="171861"/>
                    <a:pt x="951462" y="169845"/>
                    <a:pt x="949756" y="167799"/>
                  </a:cubicBezTo>
                  <a:cubicBezTo>
                    <a:pt x="948051" y="165753"/>
                    <a:pt x="946795" y="163613"/>
                    <a:pt x="945989" y="161381"/>
                  </a:cubicBezTo>
                  <a:cubicBezTo>
                    <a:pt x="945183" y="159148"/>
                    <a:pt x="944780" y="156761"/>
                    <a:pt x="944780" y="154218"/>
                  </a:cubicBezTo>
                  <a:cubicBezTo>
                    <a:pt x="944780" y="150312"/>
                    <a:pt x="945602" y="146700"/>
                    <a:pt x="947245" y="143382"/>
                  </a:cubicBezTo>
                  <a:cubicBezTo>
                    <a:pt x="948888" y="140064"/>
                    <a:pt x="951229" y="137196"/>
                    <a:pt x="954268" y="134778"/>
                  </a:cubicBezTo>
                  <a:cubicBezTo>
                    <a:pt x="957306" y="132359"/>
                    <a:pt x="960965" y="130468"/>
                    <a:pt x="965244" y="129104"/>
                  </a:cubicBezTo>
                  <a:cubicBezTo>
                    <a:pt x="969522" y="127739"/>
                    <a:pt x="974328" y="127057"/>
                    <a:pt x="979661" y="127057"/>
                  </a:cubicBezTo>
                  <a:close/>
                  <a:moveTo>
                    <a:pt x="56508" y="17706"/>
                  </a:moveTo>
                  <a:cubicBezTo>
                    <a:pt x="49393" y="17706"/>
                    <a:pt x="43616" y="19380"/>
                    <a:pt x="39179" y="22729"/>
                  </a:cubicBezTo>
                  <a:cubicBezTo>
                    <a:pt x="34742" y="26077"/>
                    <a:pt x="31247" y="30682"/>
                    <a:pt x="28694" y="36542"/>
                  </a:cubicBezTo>
                  <a:cubicBezTo>
                    <a:pt x="26141" y="42402"/>
                    <a:pt x="24403" y="49267"/>
                    <a:pt x="23483" y="57136"/>
                  </a:cubicBezTo>
                  <a:cubicBezTo>
                    <a:pt x="22562" y="65005"/>
                    <a:pt x="22101" y="73461"/>
                    <a:pt x="22101" y="82502"/>
                  </a:cubicBezTo>
                  <a:cubicBezTo>
                    <a:pt x="22101" y="94641"/>
                    <a:pt x="22729" y="104959"/>
                    <a:pt x="23985" y="113456"/>
                  </a:cubicBezTo>
                  <a:cubicBezTo>
                    <a:pt x="25241" y="121953"/>
                    <a:pt x="27229" y="128880"/>
                    <a:pt x="29950" y="134238"/>
                  </a:cubicBezTo>
                  <a:cubicBezTo>
                    <a:pt x="32670" y="139596"/>
                    <a:pt x="36145" y="143489"/>
                    <a:pt x="40372" y="145917"/>
                  </a:cubicBezTo>
                  <a:cubicBezTo>
                    <a:pt x="44600" y="148344"/>
                    <a:pt x="49728" y="149558"/>
                    <a:pt x="55755" y="149558"/>
                  </a:cubicBezTo>
                  <a:cubicBezTo>
                    <a:pt x="60443" y="149558"/>
                    <a:pt x="64566" y="148805"/>
                    <a:pt x="68124" y="147298"/>
                  </a:cubicBezTo>
                  <a:cubicBezTo>
                    <a:pt x="71682" y="145791"/>
                    <a:pt x="74738" y="143635"/>
                    <a:pt x="77291" y="140831"/>
                  </a:cubicBezTo>
                  <a:cubicBezTo>
                    <a:pt x="79844" y="138026"/>
                    <a:pt x="81958" y="134657"/>
                    <a:pt x="83632" y="130722"/>
                  </a:cubicBezTo>
                  <a:cubicBezTo>
                    <a:pt x="85307" y="126788"/>
                    <a:pt x="86646" y="122434"/>
                    <a:pt x="87651" y="117663"/>
                  </a:cubicBezTo>
                  <a:cubicBezTo>
                    <a:pt x="88655" y="112891"/>
                    <a:pt x="89346" y="107721"/>
                    <a:pt x="89723" y="102154"/>
                  </a:cubicBezTo>
                  <a:cubicBezTo>
                    <a:pt x="90099" y="96587"/>
                    <a:pt x="90288" y="90790"/>
                    <a:pt x="90288" y="84762"/>
                  </a:cubicBezTo>
                  <a:cubicBezTo>
                    <a:pt x="90288" y="76642"/>
                    <a:pt x="89995" y="69358"/>
                    <a:pt x="89409" y="62912"/>
                  </a:cubicBezTo>
                  <a:cubicBezTo>
                    <a:pt x="88823" y="56466"/>
                    <a:pt x="87965" y="50774"/>
                    <a:pt x="86835" y="45834"/>
                  </a:cubicBezTo>
                  <a:cubicBezTo>
                    <a:pt x="85704" y="40895"/>
                    <a:pt x="84239" y="36647"/>
                    <a:pt x="82439" y="33089"/>
                  </a:cubicBezTo>
                  <a:cubicBezTo>
                    <a:pt x="80640" y="29531"/>
                    <a:pt x="78484" y="26601"/>
                    <a:pt x="75972" y="24298"/>
                  </a:cubicBezTo>
                  <a:cubicBezTo>
                    <a:pt x="73461" y="21996"/>
                    <a:pt x="70594" y="20322"/>
                    <a:pt x="67371" y="19276"/>
                  </a:cubicBezTo>
                  <a:cubicBezTo>
                    <a:pt x="64148" y="18229"/>
                    <a:pt x="60527" y="17706"/>
                    <a:pt x="56508" y="17706"/>
                  </a:cubicBezTo>
                  <a:close/>
                  <a:moveTo>
                    <a:pt x="868733" y="13813"/>
                  </a:moveTo>
                  <a:lnTo>
                    <a:pt x="886062" y="13813"/>
                  </a:lnTo>
                  <a:lnTo>
                    <a:pt x="879156" y="44830"/>
                  </a:lnTo>
                  <a:lnTo>
                    <a:pt x="917330" y="44830"/>
                  </a:lnTo>
                  <a:lnTo>
                    <a:pt x="914568" y="57513"/>
                  </a:lnTo>
                  <a:lnTo>
                    <a:pt x="876393" y="57513"/>
                  </a:lnTo>
                  <a:lnTo>
                    <a:pt x="865217" y="106235"/>
                  </a:lnTo>
                  <a:cubicBezTo>
                    <a:pt x="863041" y="115695"/>
                    <a:pt x="861659" y="122497"/>
                    <a:pt x="861073" y="126641"/>
                  </a:cubicBezTo>
                  <a:cubicBezTo>
                    <a:pt x="860487" y="130785"/>
                    <a:pt x="860194" y="134113"/>
                    <a:pt x="860194" y="136624"/>
                  </a:cubicBezTo>
                  <a:cubicBezTo>
                    <a:pt x="860194" y="147005"/>
                    <a:pt x="864506" y="152195"/>
                    <a:pt x="873128" y="152195"/>
                  </a:cubicBezTo>
                  <a:cubicBezTo>
                    <a:pt x="876812" y="152195"/>
                    <a:pt x="880726" y="150793"/>
                    <a:pt x="884870" y="147989"/>
                  </a:cubicBezTo>
                  <a:cubicBezTo>
                    <a:pt x="889014" y="145184"/>
                    <a:pt x="893932" y="140391"/>
                    <a:pt x="899624" y="133610"/>
                  </a:cubicBezTo>
                  <a:lnTo>
                    <a:pt x="906908" y="141145"/>
                  </a:lnTo>
                  <a:cubicBezTo>
                    <a:pt x="899624" y="149935"/>
                    <a:pt x="892613" y="156423"/>
                    <a:pt x="885874" y="160609"/>
                  </a:cubicBezTo>
                  <a:cubicBezTo>
                    <a:pt x="879135" y="164795"/>
                    <a:pt x="872082" y="166887"/>
                    <a:pt x="864715" y="166887"/>
                  </a:cubicBezTo>
                  <a:cubicBezTo>
                    <a:pt x="847218" y="166887"/>
                    <a:pt x="838470" y="158055"/>
                    <a:pt x="838470" y="140391"/>
                  </a:cubicBezTo>
                  <a:cubicBezTo>
                    <a:pt x="838470" y="134782"/>
                    <a:pt x="839182" y="128880"/>
                    <a:pt x="840605" y="122685"/>
                  </a:cubicBezTo>
                  <a:lnTo>
                    <a:pt x="855422" y="57513"/>
                  </a:lnTo>
                  <a:lnTo>
                    <a:pt x="834326" y="57513"/>
                  </a:lnTo>
                  <a:lnTo>
                    <a:pt x="836210" y="48848"/>
                  </a:lnTo>
                  <a:cubicBezTo>
                    <a:pt x="841149" y="48764"/>
                    <a:pt x="844895" y="48388"/>
                    <a:pt x="847449" y="47718"/>
                  </a:cubicBezTo>
                  <a:cubicBezTo>
                    <a:pt x="850002" y="47048"/>
                    <a:pt x="852137" y="46127"/>
                    <a:pt x="853853" y="44955"/>
                  </a:cubicBezTo>
                  <a:cubicBezTo>
                    <a:pt x="855569" y="43783"/>
                    <a:pt x="857139" y="42109"/>
                    <a:pt x="858562" y="39932"/>
                  </a:cubicBezTo>
                  <a:cubicBezTo>
                    <a:pt x="859985" y="37756"/>
                    <a:pt x="861366" y="34972"/>
                    <a:pt x="862706" y="31582"/>
                  </a:cubicBezTo>
                  <a:cubicBezTo>
                    <a:pt x="864045" y="28191"/>
                    <a:pt x="866054" y="22268"/>
                    <a:pt x="868733" y="13813"/>
                  </a:cubicBezTo>
                  <a:close/>
                  <a:moveTo>
                    <a:pt x="430583" y="13813"/>
                  </a:moveTo>
                  <a:lnTo>
                    <a:pt x="447912" y="13813"/>
                  </a:lnTo>
                  <a:lnTo>
                    <a:pt x="441006" y="44830"/>
                  </a:lnTo>
                  <a:lnTo>
                    <a:pt x="479180" y="44830"/>
                  </a:lnTo>
                  <a:lnTo>
                    <a:pt x="476418" y="57513"/>
                  </a:lnTo>
                  <a:lnTo>
                    <a:pt x="438243" y="57513"/>
                  </a:lnTo>
                  <a:lnTo>
                    <a:pt x="427067" y="106235"/>
                  </a:lnTo>
                  <a:cubicBezTo>
                    <a:pt x="424891" y="115695"/>
                    <a:pt x="423509" y="122497"/>
                    <a:pt x="422923" y="126641"/>
                  </a:cubicBezTo>
                  <a:cubicBezTo>
                    <a:pt x="422337" y="130785"/>
                    <a:pt x="422044" y="134113"/>
                    <a:pt x="422044" y="136624"/>
                  </a:cubicBezTo>
                  <a:cubicBezTo>
                    <a:pt x="422044" y="147005"/>
                    <a:pt x="426356" y="152195"/>
                    <a:pt x="434978" y="152195"/>
                  </a:cubicBezTo>
                  <a:cubicBezTo>
                    <a:pt x="438662" y="152195"/>
                    <a:pt x="442576" y="150793"/>
                    <a:pt x="446720" y="147989"/>
                  </a:cubicBezTo>
                  <a:cubicBezTo>
                    <a:pt x="450864" y="145184"/>
                    <a:pt x="455782" y="140391"/>
                    <a:pt x="461474" y="133610"/>
                  </a:cubicBezTo>
                  <a:lnTo>
                    <a:pt x="468758" y="141145"/>
                  </a:lnTo>
                  <a:cubicBezTo>
                    <a:pt x="461474" y="149935"/>
                    <a:pt x="454463" y="156423"/>
                    <a:pt x="447724" y="160609"/>
                  </a:cubicBezTo>
                  <a:cubicBezTo>
                    <a:pt x="440985" y="164795"/>
                    <a:pt x="433932" y="166887"/>
                    <a:pt x="426565" y="166887"/>
                  </a:cubicBezTo>
                  <a:cubicBezTo>
                    <a:pt x="409068" y="166887"/>
                    <a:pt x="400320" y="158055"/>
                    <a:pt x="400320" y="140391"/>
                  </a:cubicBezTo>
                  <a:cubicBezTo>
                    <a:pt x="400320" y="134782"/>
                    <a:pt x="401032" y="128880"/>
                    <a:pt x="402455" y="122685"/>
                  </a:cubicBezTo>
                  <a:lnTo>
                    <a:pt x="417272" y="57513"/>
                  </a:lnTo>
                  <a:lnTo>
                    <a:pt x="396176" y="57513"/>
                  </a:lnTo>
                  <a:lnTo>
                    <a:pt x="398060" y="48848"/>
                  </a:lnTo>
                  <a:cubicBezTo>
                    <a:pt x="402999" y="48764"/>
                    <a:pt x="406745" y="48388"/>
                    <a:pt x="409299" y="47718"/>
                  </a:cubicBezTo>
                  <a:cubicBezTo>
                    <a:pt x="411852" y="47048"/>
                    <a:pt x="413987" y="46127"/>
                    <a:pt x="415703" y="44955"/>
                  </a:cubicBezTo>
                  <a:cubicBezTo>
                    <a:pt x="417419" y="43783"/>
                    <a:pt x="418989" y="42109"/>
                    <a:pt x="420412" y="39932"/>
                  </a:cubicBezTo>
                  <a:cubicBezTo>
                    <a:pt x="421835" y="37756"/>
                    <a:pt x="423216" y="34972"/>
                    <a:pt x="424556" y="31582"/>
                  </a:cubicBezTo>
                  <a:cubicBezTo>
                    <a:pt x="425895" y="28191"/>
                    <a:pt x="427904" y="22268"/>
                    <a:pt x="430583" y="13813"/>
                  </a:cubicBezTo>
                  <a:close/>
                  <a:moveTo>
                    <a:pt x="726854" y="13436"/>
                  </a:moveTo>
                  <a:lnTo>
                    <a:pt x="726854" y="32272"/>
                  </a:lnTo>
                  <a:lnTo>
                    <a:pt x="590481" y="91418"/>
                  </a:lnTo>
                  <a:lnTo>
                    <a:pt x="726854" y="150563"/>
                  </a:lnTo>
                  <a:lnTo>
                    <a:pt x="726854" y="169399"/>
                  </a:lnTo>
                  <a:lnTo>
                    <a:pt x="571644" y="100208"/>
                  </a:lnTo>
                  <a:lnTo>
                    <a:pt x="571644" y="82627"/>
                  </a:lnTo>
                  <a:close/>
                  <a:moveTo>
                    <a:pt x="298229" y="13436"/>
                  </a:moveTo>
                  <a:lnTo>
                    <a:pt x="298229" y="32272"/>
                  </a:lnTo>
                  <a:lnTo>
                    <a:pt x="161856" y="91418"/>
                  </a:lnTo>
                  <a:lnTo>
                    <a:pt x="298229" y="150563"/>
                  </a:lnTo>
                  <a:lnTo>
                    <a:pt x="298229" y="169399"/>
                  </a:lnTo>
                  <a:lnTo>
                    <a:pt x="143019" y="100208"/>
                  </a:lnTo>
                  <a:lnTo>
                    <a:pt x="143019" y="82627"/>
                  </a:lnTo>
                  <a:close/>
                  <a:moveTo>
                    <a:pt x="57764" y="0"/>
                  </a:moveTo>
                  <a:cubicBezTo>
                    <a:pt x="68061" y="0"/>
                    <a:pt x="76705" y="1821"/>
                    <a:pt x="83695" y="5462"/>
                  </a:cubicBezTo>
                  <a:cubicBezTo>
                    <a:pt x="90685" y="9104"/>
                    <a:pt x="96315" y="14462"/>
                    <a:pt x="100585" y="21536"/>
                  </a:cubicBezTo>
                  <a:cubicBezTo>
                    <a:pt x="104854" y="28610"/>
                    <a:pt x="107889" y="37316"/>
                    <a:pt x="109689" y="47655"/>
                  </a:cubicBezTo>
                  <a:cubicBezTo>
                    <a:pt x="111489" y="57994"/>
                    <a:pt x="112389" y="69861"/>
                    <a:pt x="112389" y="83255"/>
                  </a:cubicBezTo>
                  <a:cubicBezTo>
                    <a:pt x="112389" y="95729"/>
                    <a:pt x="111405" y="107114"/>
                    <a:pt x="109438" y="117411"/>
                  </a:cubicBezTo>
                  <a:cubicBezTo>
                    <a:pt x="107470" y="127708"/>
                    <a:pt x="104206" y="136561"/>
                    <a:pt x="99643" y="143970"/>
                  </a:cubicBezTo>
                  <a:cubicBezTo>
                    <a:pt x="95081" y="151379"/>
                    <a:pt x="89116" y="157114"/>
                    <a:pt x="81749" y="161174"/>
                  </a:cubicBezTo>
                  <a:cubicBezTo>
                    <a:pt x="74382" y="165234"/>
                    <a:pt x="65299" y="167264"/>
                    <a:pt x="54499" y="167264"/>
                  </a:cubicBezTo>
                  <a:cubicBezTo>
                    <a:pt x="44286" y="167264"/>
                    <a:pt x="35684" y="165443"/>
                    <a:pt x="28694" y="161802"/>
                  </a:cubicBezTo>
                  <a:cubicBezTo>
                    <a:pt x="21704" y="158160"/>
                    <a:pt x="16074" y="152802"/>
                    <a:pt x="11804" y="145728"/>
                  </a:cubicBezTo>
                  <a:cubicBezTo>
                    <a:pt x="7535" y="138654"/>
                    <a:pt x="4500" y="129948"/>
                    <a:pt x="2700" y="119609"/>
                  </a:cubicBezTo>
                  <a:cubicBezTo>
                    <a:pt x="900" y="109270"/>
                    <a:pt x="0" y="97403"/>
                    <a:pt x="0" y="84009"/>
                  </a:cubicBezTo>
                  <a:cubicBezTo>
                    <a:pt x="0" y="71619"/>
                    <a:pt x="1005" y="60254"/>
                    <a:pt x="3014" y="49915"/>
                  </a:cubicBezTo>
                  <a:cubicBezTo>
                    <a:pt x="5023" y="39577"/>
                    <a:pt x="8288" y="30703"/>
                    <a:pt x="12809" y="23294"/>
                  </a:cubicBezTo>
                  <a:cubicBezTo>
                    <a:pt x="17329" y="15885"/>
                    <a:pt x="23273" y="10150"/>
                    <a:pt x="30640" y="6090"/>
                  </a:cubicBezTo>
                  <a:cubicBezTo>
                    <a:pt x="38007" y="2030"/>
                    <a:pt x="47049" y="0"/>
                    <a:pt x="5776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4A2750EF-F2F4-42D4-820A-D2199B731D71}"/>
                </a:ext>
              </a:extLst>
            </p:cNvPr>
            <p:cNvSpPr txBox="1"/>
            <p:nvPr/>
          </p:nvSpPr>
          <p:spPr>
            <a:xfrm>
              <a:off x="4852212" y="5726035"/>
              <a:ext cx="472197" cy="161197"/>
            </a:xfrm>
            <a:custGeom>
              <a:avLst/>
              <a:gdLst/>
              <a:ahLst/>
              <a:cxnLst/>
              <a:rect l="l" t="t" r="r" b="b"/>
              <a:pathLst>
                <a:path w="614832" h="209889">
                  <a:moveTo>
                    <a:pt x="583485" y="113244"/>
                  </a:moveTo>
                  <a:cubicBezTo>
                    <a:pt x="589501" y="113244"/>
                    <a:pt x="595035" y="113616"/>
                    <a:pt x="600089" y="114360"/>
                  </a:cubicBezTo>
                  <a:cubicBezTo>
                    <a:pt x="605143" y="115104"/>
                    <a:pt x="610057" y="116190"/>
                    <a:pt x="614832" y="117616"/>
                  </a:cubicBezTo>
                  <a:lnTo>
                    <a:pt x="610367" y="138638"/>
                  </a:lnTo>
                  <a:lnTo>
                    <a:pt x="602089" y="138638"/>
                  </a:lnTo>
                  <a:cubicBezTo>
                    <a:pt x="601407" y="133057"/>
                    <a:pt x="599562" y="128933"/>
                    <a:pt x="596554" y="126267"/>
                  </a:cubicBezTo>
                  <a:cubicBezTo>
                    <a:pt x="593547" y="123600"/>
                    <a:pt x="588880" y="122267"/>
                    <a:pt x="582555" y="122267"/>
                  </a:cubicBezTo>
                  <a:cubicBezTo>
                    <a:pt x="580013" y="122267"/>
                    <a:pt x="577656" y="122608"/>
                    <a:pt x="575486" y="123290"/>
                  </a:cubicBezTo>
                  <a:cubicBezTo>
                    <a:pt x="573316" y="123972"/>
                    <a:pt x="571455" y="124918"/>
                    <a:pt x="569905" y="126127"/>
                  </a:cubicBezTo>
                  <a:cubicBezTo>
                    <a:pt x="568355" y="127336"/>
                    <a:pt x="567145" y="128778"/>
                    <a:pt x="566277" y="130452"/>
                  </a:cubicBezTo>
                  <a:cubicBezTo>
                    <a:pt x="565409" y="132127"/>
                    <a:pt x="564975" y="133956"/>
                    <a:pt x="564975" y="135940"/>
                  </a:cubicBezTo>
                  <a:cubicBezTo>
                    <a:pt x="564975" y="137739"/>
                    <a:pt x="565192" y="139382"/>
                    <a:pt x="565626" y="140870"/>
                  </a:cubicBezTo>
                  <a:cubicBezTo>
                    <a:pt x="566060" y="142359"/>
                    <a:pt x="566913" y="143816"/>
                    <a:pt x="568184" y="145242"/>
                  </a:cubicBezTo>
                  <a:cubicBezTo>
                    <a:pt x="569455" y="146668"/>
                    <a:pt x="571254" y="148157"/>
                    <a:pt x="573579" y="149707"/>
                  </a:cubicBezTo>
                  <a:cubicBezTo>
                    <a:pt x="575905" y="151257"/>
                    <a:pt x="578959" y="153025"/>
                    <a:pt x="582741" y="155009"/>
                  </a:cubicBezTo>
                  <a:cubicBezTo>
                    <a:pt x="586710" y="157179"/>
                    <a:pt x="590012" y="159257"/>
                    <a:pt x="592648" y="161241"/>
                  </a:cubicBezTo>
                  <a:cubicBezTo>
                    <a:pt x="595283" y="163226"/>
                    <a:pt x="597376" y="165241"/>
                    <a:pt x="598926" y="167287"/>
                  </a:cubicBezTo>
                  <a:cubicBezTo>
                    <a:pt x="600477" y="169334"/>
                    <a:pt x="601562" y="171520"/>
                    <a:pt x="602182" y="173845"/>
                  </a:cubicBezTo>
                  <a:cubicBezTo>
                    <a:pt x="602802" y="176170"/>
                    <a:pt x="603112" y="178759"/>
                    <a:pt x="603112" y="181612"/>
                  </a:cubicBezTo>
                  <a:cubicBezTo>
                    <a:pt x="603112" y="186015"/>
                    <a:pt x="602213" y="189968"/>
                    <a:pt x="600415" y="193472"/>
                  </a:cubicBezTo>
                  <a:cubicBezTo>
                    <a:pt x="598616" y="196975"/>
                    <a:pt x="596105" y="199936"/>
                    <a:pt x="592880" y="202355"/>
                  </a:cubicBezTo>
                  <a:cubicBezTo>
                    <a:pt x="589656" y="204773"/>
                    <a:pt x="585857" y="206634"/>
                    <a:pt x="581486" y="207936"/>
                  </a:cubicBezTo>
                  <a:cubicBezTo>
                    <a:pt x="577114" y="209238"/>
                    <a:pt x="572323" y="209889"/>
                    <a:pt x="567114" y="209889"/>
                  </a:cubicBezTo>
                  <a:cubicBezTo>
                    <a:pt x="561409" y="209889"/>
                    <a:pt x="555797" y="209517"/>
                    <a:pt x="550278" y="208773"/>
                  </a:cubicBezTo>
                  <a:cubicBezTo>
                    <a:pt x="544759" y="208029"/>
                    <a:pt x="538930" y="206758"/>
                    <a:pt x="532791" y="204959"/>
                  </a:cubicBezTo>
                  <a:lnTo>
                    <a:pt x="537628" y="183751"/>
                  </a:lnTo>
                  <a:lnTo>
                    <a:pt x="545720" y="183751"/>
                  </a:lnTo>
                  <a:cubicBezTo>
                    <a:pt x="546030" y="189518"/>
                    <a:pt x="547844" y="193844"/>
                    <a:pt x="551162" y="196727"/>
                  </a:cubicBezTo>
                  <a:cubicBezTo>
                    <a:pt x="554479" y="199611"/>
                    <a:pt x="559611" y="201053"/>
                    <a:pt x="566556" y="201053"/>
                  </a:cubicBezTo>
                  <a:cubicBezTo>
                    <a:pt x="572757" y="201053"/>
                    <a:pt x="577641" y="199719"/>
                    <a:pt x="581207" y="197053"/>
                  </a:cubicBezTo>
                  <a:cubicBezTo>
                    <a:pt x="584772" y="194386"/>
                    <a:pt x="586555" y="190666"/>
                    <a:pt x="586555" y="185891"/>
                  </a:cubicBezTo>
                  <a:cubicBezTo>
                    <a:pt x="586555" y="183720"/>
                    <a:pt x="586338" y="181845"/>
                    <a:pt x="585904" y="180263"/>
                  </a:cubicBezTo>
                  <a:cubicBezTo>
                    <a:pt x="585470" y="178682"/>
                    <a:pt x="584617" y="177178"/>
                    <a:pt x="583346" y="175752"/>
                  </a:cubicBezTo>
                  <a:cubicBezTo>
                    <a:pt x="582075" y="174326"/>
                    <a:pt x="580338" y="172853"/>
                    <a:pt x="578137" y="171334"/>
                  </a:cubicBezTo>
                  <a:cubicBezTo>
                    <a:pt x="575935" y="169814"/>
                    <a:pt x="573067" y="168062"/>
                    <a:pt x="569533" y="166078"/>
                  </a:cubicBezTo>
                  <a:cubicBezTo>
                    <a:pt x="565874" y="164032"/>
                    <a:pt x="562727" y="162016"/>
                    <a:pt x="560091" y="160032"/>
                  </a:cubicBezTo>
                  <a:cubicBezTo>
                    <a:pt x="557456" y="158048"/>
                    <a:pt x="555286" y="156032"/>
                    <a:pt x="553580" y="153986"/>
                  </a:cubicBezTo>
                  <a:cubicBezTo>
                    <a:pt x="551875" y="151939"/>
                    <a:pt x="550619" y="149800"/>
                    <a:pt x="549813" y="147568"/>
                  </a:cubicBezTo>
                  <a:cubicBezTo>
                    <a:pt x="549007" y="145335"/>
                    <a:pt x="548604" y="142948"/>
                    <a:pt x="548604" y="140405"/>
                  </a:cubicBezTo>
                  <a:cubicBezTo>
                    <a:pt x="548604" y="136498"/>
                    <a:pt x="549425" y="132886"/>
                    <a:pt x="551069" y="129569"/>
                  </a:cubicBezTo>
                  <a:cubicBezTo>
                    <a:pt x="552712" y="126251"/>
                    <a:pt x="555053" y="123383"/>
                    <a:pt x="558092" y="120965"/>
                  </a:cubicBezTo>
                  <a:cubicBezTo>
                    <a:pt x="561130" y="118546"/>
                    <a:pt x="564789" y="116655"/>
                    <a:pt x="569068" y="115290"/>
                  </a:cubicBezTo>
                  <a:cubicBezTo>
                    <a:pt x="573347" y="113926"/>
                    <a:pt x="578152" y="113244"/>
                    <a:pt x="583485" y="113244"/>
                  </a:cubicBezTo>
                  <a:close/>
                  <a:moveTo>
                    <a:pt x="184993" y="95310"/>
                  </a:moveTo>
                  <a:lnTo>
                    <a:pt x="339700" y="95310"/>
                  </a:lnTo>
                  <a:lnTo>
                    <a:pt x="339700" y="112012"/>
                  </a:lnTo>
                  <a:lnTo>
                    <a:pt x="184993" y="112012"/>
                  </a:lnTo>
                  <a:close/>
                  <a:moveTo>
                    <a:pt x="184993" y="43197"/>
                  </a:moveTo>
                  <a:lnTo>
                    <a:pt x="339700" y="43197"/>
                  </a:lnTo>
                  <a:lnTo>
                    <a:pt x="339700" y="59898"/>
                  </a:lnTo>
                  <a:lnTo>
                    <a:pt x="184993" y="59898"/>
                  </a:lnTo>
                  <a:close/>
                  <a:moveTo>
                    <a:pt x="472557" y="0"/>
                  </a:moveTo>
                  <a:lnTo>
                    <a:pt x="489887" y="0"/>
                  </a:lnTo>
                  <a:lnTo>
                    <a:pt x="482980" y="31017"/>
                  </a:lnTo>
                  <a:lnTo>
                    <a:pt x="521154" y="31017"/>
                  </a:lnTo>
                  <a:lnTo>
                    <a:pt x="518392" y="43699"/>
                  </a:lnTo>
                  <a:lnTo>
                    <a:pt x="480217" y="43699"/>
                  </a:lnTo>
                  <a:lnTo>
                    <a:pt x="469041" y="92422"/>
                  </a:lnTo>
                  <a:cubicBezTo>
                    <a:pt x="466865" y="101882"/>
                    <a:pt x="465483" y="108684"/>
                    <a:pt x="464897" y="112828"/>
                  </a:cubicBezTo>
                  <a:cubicBezTo>
                    <a:pt x="464311" y="116972"/>
                    <a:pt x="464018" y="120299"/>
                    <a:pt x="464018" y="122811"/>
                  </a:cubicBezTo>
                  <a:cubicBezTo>
                    <a:pt x="464018" y="133192"/>
                    <a:pt x="468330" y="138382"/>
                    <a:pt x="476952" y="138382"/>
                  </a:cubicBezTo>
                  <a:cubicBezTo>
                    <a:pt x="480636" y="138382"/>
                    <a:pt x="484550" y="136980"/>
                    <a:pt x="488694" y="134175"/>
                  </a:cubicBezTo>
                  <a:cubicBezTo>
                    <a:pt x="492837" y="131371"/>
                    <a:pt x="497756" y="126578"/>
                    <a:pt x="503448" y="119797"/>
                  </a:cubicBezTo>
                  <a:lnTo>
                    <a:pt x="510732" y="127332"/>
                  </a:lnTo>
                  <a:cubicBezTo>
                    <a:pt x="503448" y="136122"/>
                    <a:pt x="496437" y="142610"/>
                    <a:pt x="489698" y="146796"/>
                  </a:cubicBezTo>
                  <a:cubicBezTo>
                    <a:pt x="482959" y="150981"/>
                    <a:pt x="475906" y="153074"/>
                    <a:pt x="468539" y="153074"/>
                  </a:cubicBezTo>
                  <a:cubicBezTo>
                    <a:pt x="451042" y="153074"/>
                    <a:pt x="442294" y="144242"/>
                    <a:pt x="442294" y="126578"/>
                  </a:cubicBezTo>
                  <a:cubicBezTo>
                    <a:pt x="442294" y="120969"/>
                    <a:pt x="443006" y="115067"/>
                    <a:pt x="444429" y="108872"/>
                  </a:cubicBezTo>
                  <a:lnTo>
                    <a:pt x="459247" y="43699"/>
                  </a:lnTo>
                  <a:lnTo>
                    <a:pt x="438150" y="43699"/>
                  </a:lnTo>
                  <a:lnTo>
                    <a:pt x="440034" y="35035"/>
                  </a:lnTo>
                  <a:cubicBezTo>
                    <a:pt x="444973" y="34951"/>
                    <a:pt x="448719" y="34574"/>
                    <a:pt x="451273" y="33905"/>
                  </a:cubicBezTo>
                  <a:cubicBezTo>
                    <a:pt x="453826" y="33235"/>
                    <a:pt x="455961" y="32314"/>
                    <a:pt x="457677" y="31142"/>
                  </a:cubicBezTo>
                  <a:cubicBezTo>
                    <a:pt x="459393" y="29970"/>
                    <a:pt x="460963" y="28296"/>
                    <a:pt x="462386" y="26119"/>
                  </a:cubicBezTo>
                  <a:cubicBezTo>
                    <a:pt x="463809" y="23943"/>
                    <a:pt x="465190" y="21159"/>
                    <a:pt x="466530" y="17768"/>
                  </a:cubicBezTo>
                  <a:cubicBezTo>
                    <a:pt x="467869" y="14378"/>
                    <a:pt x="469878" y="8455"/>
                    <a:pt x="472557" y="0"/>
                  </a:cubicBezTo>
                  <a:close/>
                  <a:moveTo>
                    <a:pt x="34407" y="0"/>
                  </a:moveTo>
                  <a:lnTo>
                    <a:pt x="51737" y="0"/>
                  </a:lnTo>
                  <a:lnTo>
                    <a:pt x="44830" y="31017"/>
                  </a:lnTo>
                  <a:lnTo>
                    <a:pt x="83004" y="31017"/>
                  </a:lnTo>
                  <a:lnTo>
                    <a:pt x="80242" y="43699"/>
                  </a:lnTo>
                  <a:lnTo>
                    <a:pt x="42067" y="43699"/>
                  </a:lnTo>
                  <a:lnTo>
                    <a:pt x="30891" y="92422"/>
                  </a:lnTo>
                  <a:cubicBezTo>
                    <a:pt x="28715" y="101882"/>
                    <a:pt x="27333" y="108684"/>
                    <a:pt x="26747" y="112828"/>
                  </a:cubicBezTo>
                  <a:cubicBezTo>
                    <a:pt x="26161" y="116972"/>
                    <a:pt x="25868" y="120299"/>
                    <a:pt x="25868" y="122811"/>
                  </a:cubicBezTo>
                  <a:cubicBezTo>
                    <a:pt x="25868" y="133192"/>
                    <a:pt x="30180" y="138382"/>
                    <a:pt x="38802" y="138382"/>
                  </a:cubicBezTo>
                  <a:cubicBezTo>
                    <a:pt x="42486" y="138382"/>
                    <a:pt x="46400" y="136980"/>
                    <a:pt x="50544" y="134175"/>
                  </a:cubicBezTo>
                  <a:cubicBezTo>
                    <a:pt x="54687" y="131371"/>
                    <a:pt x="59606" y="126578"/>
                    <a:pt x="65298" y="119797"/>
                  </a:cubicBezTo>
                  <a:lnTo>
                    <a:pt x="72582" y="127332"/>
                  </a:lnTo>
                  <a:cubicBezTo>
                    <a:pt x="65298" y="136122"/>
                    <a:pt x="58287" y="142610"/>
                    <a:pt x="51548" y="146796"/>
                  </a:cubicBezTo>
                  <a:cubicBezTo>
                    <a:pt x="44809" y="150981"/>
                    <a:pt x="37756" y="153074"/>
                    <a:pt x="30389" y="153074"/>
                  </a:cubicBezTo>
                  <a:cubicBezTo>
                    <a:pt x="12892" y="153074"/>
                    <a:pt x="4144" y="144242"/>
                    <a:pt x="4144" y="126578"/>
                  </a:cubicBezTo>
                  <a:cubicBezTo>
                    <a:pt x="4144" y="120969"/>
                    <a:pt x="4856" y="115067"/>
                    <a:pt x="6279" y="108872"/>
                  </a:cubicBezTo>
                  <a:lnTo>
                    <a:pt x="21097" y="43699"/>
                  </a:lnTo>
                  <a:lnTo>
                    <a:pt x="0" y="43699"/>
                  </a:lnTo>
                  <a:lnTo>
                    <a:pt x="1884" y="35035"/>
                  </a:lnTo>
                  <a:cubicBezTo>
                    <a:pt x="6823" y="34951"/>
                    <a:pt x="10569" y="34574"/>
                    <a:pt x="13123" y="33905"/>
                  </a:cubicBezTo>
                  <a:cubicBezTo>
                    <a:pt x="15676" y="33235"/>
                    <a:pt x="17811" y="32314"/>
                    <a:pt x="19527" y="31142"/>
                  </a:cubicBezTo>
                  <a:cubicBezTo>
                    <a:pt x="21243" y="29970"/>
                    <a:pt x="22813" y="28296"/>
                    <a:pt x="24236" y="26119"/>
                  </a:cubicBezTo>
                  <a:cubicBezTo>
                    <a:pt x="25659" y="23943"/>
                    <a:pt x="27040" y="21159"/>
                    <a:pt x="28380" y="17768"/>
                  </a:cubicBezTo>
                  <a:cubicBezTo>
                    <a:pt x="29719" y="14378"/>
                    <a:pt x="31728" y="8455"/>
                    <a:pt x="3440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4" name="箭头: 右 223">
              <a:extLst>
                <a:ext uri="{FF2B5EF4-FFF2-40B4-BE49-F238E27FC236}">
                  <a16:creationId xmlns:a16="http://schemas.microsoft.com/office/drawing/2014/main" id="{0DFEEB29-EA1C-4EE7-8D15-02B05F96F10B}"/>
                </a:ext>
              </a:extLst>
            </p:cNvPr>
            <p:cNvSpPr/>
            <p:nvPr/>
          </p:nvSpPr>
          <p:spPr>
            <a:xfrm>
              <a:off x="3167846" y="5741007"/>
              <a:ext cx="252559" cy="126489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5" name="箭头: 右 224">
              <a:extLst>
                <a:ext uri="{FF2B5EF4-FFF2-40B4-BE49-F238E27FC236}">
                  <a16:creationId xmlns:a16="http://schemas.microsoft.com/office/drawing/2014/main" id="{40326252-D5CF-45E0-B6BB-6AC9F2642DC4}"/>
                </a:ext>
              </a:extLst>
            </p:cNvPr>
            <p:cNvSpPr/>
            <p:nvPr/>
          </p:nvSpPr>
          <p:spPr>
            <a:xfrm flipH="1">
              <a:off x="3858476" y="5738866"/>
              <a:ext cx="252559" cy="126489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30699554-35C6-4E10-99E2-81414AEBE48F}"/>
                </a:ext>
              </a:extLst>
            </p:cNvPr>
            <p:cNvSpPr txBox="1"/>
            <p:nvPr/>
          </p:nvSpPr>
          <p:spPr>
            <a:xfrm>
              <a:off x="1886052" y="6250728"/>
              <a:ext cx="1703405" cy="176720"/>
            </a:xfrm>
            <a:custGeom>
              <a:avLst/>
              <a:gdLst/>
              <a:ahLst/>
              <a:cxnLst/>
              <a:rect l="l" t="t" r="r" b="b"/>
              <a:pathLst>
                <a:path w="2067816" h="214525">
                  <a:moveTo>
                    <a:pt x="886097" y="145543"/>
                  </a:moveTo>
                  <a:cubicBezTo>
                    <a:pt x="900972" y="160310"/>
                    <a:pt x="912982" y="173472"/>
                    <a:pt x="922126" y="185031"/>
                  </a:cubicBezTo>
                  <a:lnTo>
                    <a:pt x="907867" y="195639"/>
                  </a:lnTo>
                  <a:cubicBezTo>
                    <a:pt x="896475" y="179930"/>
                    <a:pt x="885276" y="166706"/>
                    <a:pt x="874270" y="155966"/>
                  </a:cubicBezTo>
                  <a:close/>
                  <a:moveTo>
                    <a:pt x="823314" y="142850"/>
                  </a:moveTo>
                  <a:cubicBezTo>
                    <a:pt x="828265" y="145674"/>
                    <a:pt x="833265" y="147722"/>
                    <a:pt x="838316" y="148994"/>
                  </a:cubicBezTo>
                  <a:cubicBezTo>
                    <a:pt x="841712" y="149906"/>
                    <a:pt x="843409" y="151745"/>
                    <a:pt x="843409" y="154511"/>
                  </a:cubicBezTo>
                  <a:cubicBezTo>
                    <a:pt x="843409" y="157276"/>
                    <a:pt x="841397" y="159324"/>
                    <a:pt x="837373" y="160652"/>
                  </a:cubicBezTo>
                  <a:cubicBezTo>
                    <a:pt x="835194" y="161574"/>
                    <a:pt x="831736" y="165569"/>
                    <a:pt x="827000" y="172636"/>
                  </a:cubicBezTo>
                  <a:cubicBezTo>
                    <a:pt x="822264" y="179704"/>
                    <a:pt x="815968" y="187670"/>
                    <a:pt x="808112" y="196535"/>
                  </a:cubicBezTo>
                  <a:cubicBezTo>
                    <a:pt x="803738" y="193087"/>
                    <a:pt x="798057" y="190000"/>
                    <a:pt x="791071" y="187274"/>
                  </a:cubicBezTo>
                  <a:cubicBezTo>
                    <a:pt x="806370" y="175420"/>
                    <a:pt x="817118" y="160612"/>
                    <a:pt x="823314" y="142850"/>
                  </a:cubicBezTo>
                  <a:close/>
                  <a:moveTo>
                    <a:pt x="1890429" y="140696"/>
                  </a:moveTo>
                  <a:lnTo>
                    <a:pt x="1890429" y="152498"/>
                  </a:lnTo>
                  <a:lnTo>
                    <a:pt x="1941025" y="152498"/>
                  </a:lnTo>
                  <a:lnTo>
                    <a:pt x="1941025" y="140696"/>
                  </a:lnTo>
                  <a:close/>
                  <a:moveTo>
                    <a:pt x="751819" y="117511"/>
                  </a:moveTo>
                  <a:cubicBezTo>
                    <a:pt x="757410" y="122400"/>
                    <a:pt x="762674" y="125958"/>
                    <a:pt x="767611" y="128184"/>
                  </a:cubicBezTo>
                  <a:cubicBezTo>
                    <a:pt x="751663" y="165124"/>
                    <a:pt x="739736" y="193141"/>
                    <a:pt x="731828" y="212234"/>
                  </a:cubicBezTo>
                  <a:cubicBezTo>
                    <a:pt x="725374" y="208526"/>
                    <a:pt x="718585" y="205596"/>
                    <a:pt x="711461" y="203443"/>
                  </a:cubicBezTo>
                  <a:cubicBezTo>
                    <a:pt x="724155" y="186534"/>
                    <a:pt x="737608" y="157890"/>
                    <a:pt x="751819" y="117511"/>
                  </a:cubicBezTo>
                  <a:close/>
                  <a:moveTo>
                    <a:pt x="1206112" y="113250"/>
                  </a:moveTo>
                  <a:cubicBezTo>
                    <a:pt x="1226505" y="114598"/>
                    <a:pt x="1250704" y="115272"/>
                    <a:pt x="1278708" y="115272"/>
                  </a:cubicBezTo>
                  <a:cubicBezTo>
                    <a:pt x="1306713" y="115272"/>
                    <a:pt x="1328889" y="114598"/>
                    <a:pt x="1345236" y="113250"/>
                  </a:cubicBezTo>
                  <a:lnTo>
                    <a:pt x="1345236" y="132620"/>
                  </a:lnTo>
                  <a:cubicBezTo>
                    <a:pt x="1330275" y="131425"/>
                    <a:pt x="1310093" y="130827"/>
                    <a:pt x="1284689" y="130827"/>
                  </a:cubicBezTo>
                  <a:lnTo>
                    <a:pt x="1284689" y="186584"/>
                  </a:lnTo>
                  <a:cubicBezTo>
                    <a:pt x="1325966" y="186584"/>
                    <a:pt x="1355941" y="185910"/>
                    <a:pt x="1374615" y="184563"/>
                  </a:cubicBezTo>
                  <a:lnTo>
                    <a:pt x="1374615" y="203936"/>
                  </a:lnTo>
                  <a:cubicBezTo>
                    <a:pt x="1355194" y="202741"/>
                    <a:pt x="1325114" y="202143"/>
                    <a:pt x="1284377" y="202143"/>
                  </a:cubicBezTo>
                  <a:cubicBezTo>
                    <a:pt x="1243640" y="202143"/>
                    <a:pt x="1208057" y="202741"/>
                    <a:pt x="1177630" y="203936"/>
                  </a:cubicBezTo>
                  <a:lnTo>
                    <a:pt x="1177630" y="184563"/>
                  </a:lnTo>
                  <a:cubicBezTo>
                    <a:pt x="1201118" y="185910"/>
                    <a:pt x="1230571" y="186584"/>
                    <a:pt x="1265987" y="186584"/>
                  </a:cubicBezTo>
                  <a:lnTo>
                    <a:pt x="1265987" y="130827"/>
                  </a:lnTo>
                  <a:cubicBezTo>
                    <a:pt x="1239200" y="131127"/>
                    <a:pt x="1219242" y="131725"/>
                    <a:pt x="1206112" y="132620"/>
                  </a:cubicBezTo>
                  <a:close/>
                  <a:moveTo>
                    <a:pt x="1890429" y="112889"/>
                  </a:moveTo>
                  <a:lnTo>
                    <a:pt x="1890429" y="126934"/>
                  </a:lnTo>
                  <a:lnTo>
                    <a:pt x="1941025" y="126934"/>
                  </a:lnTo>
                  <a:lnTo>
                    <a:pt x="1941025" y="112889"/>
                  </a:lnTo>
                  <a:close/>
                  <a:moveTo>
                    <a:pt x="970197" y="105710"/>
                  </a:moveTo>
                  <a:lnTo>
                    <a:pt x="970197" y="154516"/>
                  </a:lnTo>
                  <a:lnTo>
                    <a:pt x="1008683" y="154516"/>
                  </a:lnTo>
                  <a:lnTo>
                    <a:pt x="1008683" y="105710"/>
                  </a:lnTo>
                  <a:close/>
                  <a:moveTo>
                    <a:pt x="584653" y="104367"/>
                  </a:moveTo>
                  <a:lnTo>
                    <a:pt x="584653" y="134335"/>
                  </a:lnTo>
                  <a:lnTo>
                    <a:pt x="634577" y="134335"/>
                  </a:lnTo>
                  <a:lnTo>
                    <a:pt x="634577" y="104367"/>
                  </a:lnTo>
                  <a:close/>
                  <a:moveTo>
                    <a:pt x="514687" y="104367"/>
                  </a:moveTo>
                  <a:lnTo>
                    <a:pt x="514687" y="134335"/>
                  </a:lnTo>
                  <a:lnTo>
                    <a:pt x="565954" y="134335"/>
                  </a:lnTo>
                  <a:lnTo>
                    <a:pt x="565954" y="104367"/>
                  </a:lnTo>
                  <a:close/>
                  <a:moveTo>
                    <a:pt x="830404" y="103692"/>
                  </a:moveTo>
                  <a:lnTo>
                    <a:pt x="830404" y="121776"/>
                  </a:lnTo>
                  <a:lnTo>
                    <a:pt x="887500" y="121776"/>
                  </a:lnTo>
                  <a:lnTo>
                    <a:pt x="887500" y="103692"/>
                  </a:lnTo>
                  <a:close/>
                  <a:moveTo>
                    <a:pt x="318721" y="94723"/>
                  </a:moveTo>
                  <a:lnTo>
                    <a:pt x="318721" y="140836"/>
                  </a:lnTo>
                  <a:lnTo>
                    <a:pt x="367524" y="140836"/>
                  </a:lnTo>
                  <a:lnTo>
                    <a:pt x="367524" y="94723"/>
                  </a:lnTo>
                  <a:close/>
                  <a:moveTo>
                    <a:pt x="79700" y="93155"/>
                  </a:moveTo>
                  <a:cubicBezTo>
                    <a:pt x="87158" y="119632"/>
                    <a:pt x="98807" y="140308"/>
                    <a:pt x="114647" y="155184"/>
                  </a:cubicBezTo>
                  <a:cubicBezTo>
                    <a:pt x="133140" y="138087"/>
                    <a:pt x="146354" y="117410"/>
                    <a:pt x="154291" y="93155"/>
                  </a:cubicBezTo>
                  <a:close/>
                  <a:moveTo>
                    <a:pt x="1054218" y="92840"/>
                  </a:moveTo>
                  <a:cubicBezTo>
                    <a:pt x="1069267" y="110083"/>
                    <a:pt x="1080879" y="125671"/>
                    <a:pt x="1089054" y="139603"/>
                  </a:cubicBezTo>
                  <a:lnTo>
                    <a:pt x="1072824" y="149665"/>
                  </a:lnTo>
                  <a:cubicBezTo>
                    <a:pt x="1064718" y="133523"/>
                    <a:pt x="1053803" y="117798"/>
                    <a:pt x="1040080" y="102492"/>
                  </a:cubicBezTo>
                  <a:close/>
                  <a:moveTo>
                    <a:pt x="1464330" y="82303"/>
                  </a:moveTo>
                  <a:cubicBezTo>
                    <a:pt x="1472083" y="85180"/>
                    <a:pt x="1478298" y="86688"/>
                    <a:pt x="1482975" y="86829"/>
                  </a:cubicBezTo>
                  <a:cubicBezTo>
                    <a:pt x="1486440" y="87077"/>
                    <a:pt x="1488172" y="88168"/>
                    <a:pt x="1488172" y="90103"/>
                  </a:cubicBezTo>
                  <a:cubicBezTo>
                    <a:pt x="1488172" y="92037"/>
                    <a:pt x="1487154" y="93682"/>
                    <a:pt x="1485118" y="95037"/>
                  </a:cubicBezTo>
                  <a:cubicBezTo>
                    <a:pt x="1482492" y="96787"/>
                    <a:pt x="1480300" y="101837"/>
                    <a:pt x="1478542" y="110185"/>
                  </a:cubicBezTo>
                  <a:cubicBezTo>
                    <a:pt x="1473796" y="133922"/>
                    <a:pt x="1467096" y="152927"/>
                    <a:pt x="1458440" y="167201"/>
                  </a:cubicBezTo>
                  <a:cubicBezTo>
                    <a:pt x="1449784" y="181476"/>
                    <a:pt x="1436361" y="195664"/>
                    <a:pt x="1418170" y="209766"/>
                  </a:cubicBezTo>
                  <a:cubicBezTo>
                    <a:pt x="1413922" y="204606"/>
                    <a:pt x="1408522" y="200660"/>
                    <a:pt x="1401968" y="197929"/>
                  </a:cubicBezTo>
                  <a:cubicBezTo>
                    <a:pt x="1423504" y="182779"/>
                    <a:pt x="1438724" y="166706"/>
                    <a:pt x="1447626" y="149710"/>
                  </a:cubicBezTo>
                  <a:cubicBezTo>
                    <a:pt x="1456528" y="132714"/>
                    <a:pt x="1462096" y="110245"/>
                    <a:pt x="1464330" y="82303"/>
                  </a:cubicBezTo>
                  <a:close/>
                  <a:moveTo>
                    <a:pt x="1542682" y="79835"/>
                  </a:moveTo>
                  <a:cubicBezTo>
                    <a:pt x="1546631" y="137895"/>
                    <a:pt x="1568078" y="175969"/>
                    <a:pt x="1607026" y="194057"/>
                  </a:cubicBezTo>
                  <a:cubicBezTo>
                    <a:pt x="1599570" y="199641"/>
                    <a:pt x="1594026" y="205027"/>
                    <a:pt x="1590392" y="210216"/>
                  </a:cubicBezTo>
                  <a:cubicBezTo>
                    <a:pt x="1571271" y="198252"/>
                    <a:pt x="1556513" y="182483"/>
                    <a:pt x="1546118" y="162908"/>
                  </a:cubicBezTo>
                  <a:cubicBezTo>
                    <a:pt x="1535724" y="143333"/>
                    <a:pt x="1528415" y="117101"/>
                    <a:pt x="1524191" y="84211"/>
                  </a:cubicBezTo>
                  <a:close/>
                  <a:moveTo>
                    <a:pt x="300022" y="77592"/>
                  </a:moveTo>
                  <a:cubicBezTo>
                    <a:pt x="310347" y="78792"/>
                    <a:pt x="324885" y="79392"/>
                    <a:pt x="343635" y="79392"/>
                  </a:cubicBezTo>
                  <a:cubicBezTo>
                    <a:pt x="362385" y="79392"/>
                    <a:pt x="376656" y="78792"/>
                    <a:pt x="386447" y="77592"/>
                  </a:cubicBezTo>
                  <a:cubicBezTo>
                    <a:pt x="385700" y="88501"/>
                    <a:pt x="385326" y="102322"/>
                    <a:pt x="385326" y="119056"/>
                  </a:cubicBezTo>
                  <a:cubicBezTo>
                    <a:pt x="385326" y="135790"/>
                    <a:pt x="385700" y="148385"/>
                    <a:pt x="386447" y="156841"/>
                  </a:cubicBezTo>
                  <a:cubicBezTo>
                    <a:pt x="372012" y="156244"/>
                    <a:pt x="356135" y="155945"/>
                    <a:pt x="338817" y="155945"/>
                  </a:cubicBezTo>
                  <a:cubicBezTo>
                    <a:pt x="321498" y="155945"/>
                    <a:pt x="308566" y="156319"/>
                    <a:pt x="300022" y="157066"/>
                  </a:cubicBezTo>
                  <a:cubicBezTo>
                    <a:pt x="300918" y="147320"/>
                    <a:pt x="301365" y="134047"/>
                    <a:pt x="301365" y="117249"/>
                  </a:cubicBezTo>
                  <a:cubicBezTo>
                    <a:pt x="301365" y="100450"/>
                    <a:pt x="300918" y="87231"/>
                    <a:pt x="300022" y="77592"/>
                  </a:cubicBezTo>
                  <a:close/>
                  <a:moveTo>
                    <a:pt x="830404" y="71623"/>
                  </a:moveTo>
                  <a:lnTo>
                    <a:pt x="830404" y="89708"/>
                  </a:lnTo>
                  <a:lnTo>
                    <a:pt x="887500" y="89708"/>
                  </a:lnTo>
                  <a:lnTo>
                    <a:pt x="887500" y="71623"/>
                  </a:lnTo>
                  <a:close/>
                  <a:moveTo>
                    <a:pt x="719858" y="64808"/>
                  </a:moveTo>
                  <a:cubicBezTo>
                    <a:pt x="737189" y="74231"/>
                    <a:pt x="751387" y="83820"/>
                    <a:pt x="762453" y="93576"/>
                  </a:cubicBezTo>
                  <a:lnTo>
                    <a:pt x="752169" y="106831"/>
                  </a:lnTo>
                  <a:cubicBezTo>
                    <a:pt x="738715" y="95547"/>
                    <a:pt x="725146" y="86281"/>
                    <a:pt x="711461" y="79035"/>
                  </a:cubicBezTo>
                  <a:close/>
                  <a:moveTo>
                    <a:pt x="1992228" y="64001"/>
                  </a:moveTo>
                  <a:cubicBezTo>
                    <a:pt x="1990461" y="68896"/>
                    <a:pt x="1988299" y="74090"/>
                    <a:pt x="1985741" y="79584"/>
                  </a:cubicBezTo>
                  <a:lnTo>
                    <a:pt x="1982303" y="86331"/>
                  </a:lnTo>
                  <a:lnTo>
                    <a:pt x="1994617" y="84321"/>
                  </a:lnTo>
                  <a:cubicBezTo>
                    <a:pt x="1995244" y="112680"/>
                    <a:pt x="1999887" y="134955"/>
                    <a:pt x="2008548" y="151148"/>
                  </a:cubicBezTo>
                  <a:cubicBezTo>
                    <a:pt x="2018416" y="132843"/>
                    <a:pt x="2024463" y="103794"/>
                    <a:pt x="2026689" y="64001"/>
                  </a:cubicBezTo>
                  <a:close/>
                  <a:moveTo>
                    <a:pt x="1300331" y="59204"/>
                  </a:moveTo>
                  <a:cubicBezTo>
                    <a:pt x="1326729" y="74997"/>
                    <a:pt x="1348501" y="89685"/>
                    <a:pt x="1365646" y="103270"/>
                  </a:cubicBezTo>
                  <a:lnTo>
                    <a:pt x="1353548" y="116475"/>
                  </a:lnTo>
                  <a:cubicBezTo>
                    <a:pt x="1347090" y="110722"/>
                    <a:pt x="1337650" y="103520"/>
                    <a:pt x="1325227" y="94869"/>
                  </a:cubicBezTo>
                  <a:cubicBezTo>
                    <a:pt x="1312804" y="86218"/>
                    <a:pt x="1301355" y="79048"/>
                    <a:pt x="1290880" y="73359"/>
                  </a:cubicBezTo>
                  <a:close/>
                  <a:moveTo>
                    <a:pt x="1245252" y="57411"/>
                  </a:moveTo>
                  <a:cubicBezTo>
                    <a:pt x="1249134" y="61993"/>
                    <a:pt x="1253076" y="65550"/>
                    <a:pt x="1257079" y="68084"/>
                  </a:cubicBezTo>
                  <a:cubicBezTo>
                    <a:pt x="1259339" y="69589"/>
                    <a:pt x="1260469" y="71122"/>
                    <a:pt x="1260469" y="72684"/>
                  </a:cubicBezTo>
                  <a:cubicBezTo>
                    <a:pt x="1260469" y="74246"/>
                    <a:pt x="1258658" y="75612"/>
                    <a:pt x="1255036" y="76781"/>
                  </a:cubicBezTo>
                  <a:cubicBezTo>
                    <a:pt x="1251812" y="77815"/>
                    <a:pt x="1248939" y="79592"/>
                    <a:pt x="1246417" y="82114"/>
                  </a:cubicBezTo>
                  <a:cubicBezTo>
                    <a:pt x="1230046" y="95806"/>
                    <a:pt x="1212024" y="108680"/>
                    <a:pt x="1192353" y="120737"/>
                  </a:cubicBezTo>
                  <a:cubicBezTo>
                    <a:pt x="1189467" y="114969"/>
                    <a:pt x="1185457" y="110299"/>
                    <a:pt x="1180323" y="106724"/>
                  </a:cubicBezTo>
                  <a:cubicBezTo>
                    <a:pt x="1192529" y="100816"/>
                    <a:pt x="1204275" y="93621"/>
                    <a:pt x="1215559" y="85139"/>
                  </a:cubicBezTo>
                  <a:cubicBezTo>
                    <a:pt x="1226844" y="76657"/>
                    <a:pt x="1236742" y="67415"/>
                    <a:pt x="1245252" y="57411"/>
                  </a:cubicBezTo>
                  <a:close/>
                  <a:moveTo>
                    <a:pt x="584653" y="56600"/>
                  </a:moveTo>
                  <a:lnTo>
                    <a:pt x="584653" y="89033"/>
                  </a:lnTo>
                  <a:lnTo>
                    <a:pt x="634577" y="89033"/>
                  </a:lnTo>
                  <a:lnTo>
                    <a:pt x="634577" y="56600"/>
                  </a:lnTo>
                  <a:close/>
                  <a:moveTo>
                    <a:pt x="514687" y="56600"/>
                  </a:moveTo>
                  <a:lnTo>
                    <a:pt x="514687" y="89033"/>
                  </a:lnTo>
                  <a:lnTo>
                    <a:pt x="565954" y="89033"/>
                  </a:lnTo>
                  <a:lnTo>
                    <a:pt x="565954" y="56600"/>
                  </a:lnTo>
                  <a:close/>
                  <a:moveTo>
                    <a:pt x="1903210" y="51442"/>
                  </a:moveTo>
                  <a:lnTo>
                    <a:pt x="1903210" y="73559"/>
                  </a:lnTo>
                  <a:lnTo>
                    <a:pt x="1929138" y="73559"/>
                  </a:lnTo>
                  <a:lnTo>
                    <a:pt x="1929138" y="51442"/>
                  </a:lnTo>
                  <a:close/>
                  <a:moveTo>
                    <a:pt x="970197" y="40227"/>
                  </a:moveTo>
                  <a:lnTo>
                    <a:pt x="970197" y="90829"/>
                  </a:lnTo>
                  <a:lnTo>
                    <a:pt x="1008683" y="90829"/>
                  </a:lnTo>
                  <a:lnTo>
                    <a:pt x="1008683" y="40227"/>
                  </a:lnTo>
                  <a:close/>
                  <a:moveTo>
                    <a:pt x="950601" y="22424"/>
                  </a:moveTo>
                  <a:cubicBezTo>
                    <a:pt x="957100" y="23775"/>
                    <a:pt x="970079" y="24450"/>
                    <a:pt x="989538" y="24450"/>
                  </a:cubicBezTo>
                  <a:cubicBezTo>
                    <a:pt x="1008998" y="24450"/>
                    <a:pt x="1021986" y="23775"/>
                    <a:pt x="1028504" y="22424"/>
                  </a:cubicBezTo>
                  <a:cubicBezTo>
                    <a:pt x="1027609" y="27992"/>
                    <a:pt x="1027161" y="37051"/>
                    <a:pt x="1027161" y="49603"/>
                  </a:cubicBezTo>
                  <a:lnTo>
                    <a:pt x="1027161" y="158366"/>
                  </a:lnTo>
                  <a:cubicBezTo>
                    <a:pt x="1027161" y="168039"/>
                    <a:pt x="1027684" y="178669"/>
                    <a:pt x="1028729" y="190256"/>
                  </a:cubicBezTo>
                  <a:lnTo>
                    <a:pt x="1008683" y="190256"/>
                  </a:lnTo>
                  <a:lnTo>
                    <a:pt x="1008683" y="169400"/>
                  </a:lnTo>
                  <a:lnTo>
                    <a:pt x="970197" y="169400"/>
                  </a:lnTo>
                  <a:lnTo>
                    <a:pt x="970197" y="195864"/>
                  </a:lnTo>
                  <a:lnTo>
                    <a:pt x="950376" y="195864"/>
                  </a:lnTo>
                  <a:cubicBezTo>
                    <a:pt x="951424" y="185663"/>
                    <a:pt x="951948" y="174210"/>
                    <a:pt x="951948" y="161506"/>
                  </a:cubicBezTo>
                  <a:lnTo>
                    <a:pt x="951948" y="49603"/>
                  </a:lnTo>
                  <a:cubicBezTo>
                    <a:pt x="951948" y="37830"/>
                    <a:pt x="951499" y="28770"/>
                    <a:pt x="950601" y="22424"/>
                  </a:cubicBezTo>
                  <a:close/>
                  <a:moveTo>
                    <a:pt x="780755" y="18388"/>
                  </a:moveTo>
                  <a:cubicBezTo>
                    <a:pt x="784844" y="19588"/>
                    <a:pt x="807752" y="20188"/>
                    <a:pt x="849482" y="20188"/>
                  </a:cubicBezTo>
                  <a:cubicBezTo>
                    <a:pt x="891211" y="20188"/>
                    <a:pt x="914079" y="19588"/>
                    <a:pt x="918086" y="18388"/>
                  </a:cubicBezTo>
                  <a:lnTo>
                    <a:pt x="918086" y="36641"/>
                  </a:lnTo>
                  <a:cubicBezTo>
                    <a:pt x="913769" y="36117"/>
                    <a:pt x="906150" y="35724"/>
                    <a:pt x="895229" y="35462"/>
                  </a:cubicBezTo>
                  <a:lnTo>
                    <a:pt x="856403" y="35104"/>
                  </a:lnTo>
                  <a:lnTo>
                    <a:pt x="864716" y="38969"/>
                  </a:lnTo>
                  <a:cubicBezTo>
                    <a:pt x="867106" y="39446"/>
                    <a:pt x="868302" y="40962"/>
                    <a:pt x="868302" y="43520"/>
                  </a:cubicBezTo>
                  <a:cubicBezTo>
                    <a:pt x="868302" y="46077"/>
                    <a:pt x="867171" y="47792"/>
                    <a:pt x="864908" y="48663"/>
                  </a:cubicBezTo>
                  <a:cubicBezTo>
                    <a:pt x="862646" y="49535"/>
                    <a:pt x="860805" y="50714"/>
                    <a:pt x="859386" y="52200"/>
                  </a:cubicBezTo>
                  <a:cubicBezTo>
                    <a:pt x="857967" y="53685"/>
                    <a:pt x="856230" y="55349"/>
                    <a:pt x="854175" y="57190"/>
                  </a:cubicBezTo>
                  <a:lnTo>
                    <a:pt x="871849" y="57190"/>
                  </a:lnTo>
                  <a:cubicBezTo>
                    <a:pt x="887758" y="57190"/>
                    <a:pt x="899658" y="56664"/>
                    <a:pt x="907549" y="55614"/>
                  </a:cubicBezTo>
                  <a:cubicBezTo>
                    <a:pt x="906352" y="65294"/>
                    <a:pt x="905753" y="75400"/>
                    <a:pt x="905753" y="85932"/>
                  </a:cubicBezTo>
                  <a:lnTo>
                    <a:pt x="905753" y="106789"/>
                  </a:lnTo>
                  <a:cubicBezTo>
                    <a:pt x="905753" y="117554"/>
                    <a:pt x="906352" y="128034"/>
                    <a:pt x="907549" y="138228"/>
                  </a:cubicBezTo>
                  <a:cubicBezTo>
                    <a:pt x="899579" y="137033"/>
                    <a:pt x="887169" y="136360"/>
                    <a:pt x="870320" y="136210"/>
                  </a:cubicBezTo>
                  <a:lnTo>
                    <a:pt x="870320" y="193128"/>
                  </a:lnTo>
                  <a:cubicBezTo>
                    <a:pt x="870320" y="199119"/>
                    <a:pt x="869312" y="203648"/>
                    <a:pt x="867296" y="206715"/>
                  </a:cubicBezTo>
                  <a:cubicBezTo>
                    <a:pt x="865280" y="209782"/>
                    <a:pt x="861542" y="211917"/>
                    <a:pt x="856081" y="213120"/>
                  </a:cubicBezTo>
                  <a:cubicBezTo>
                    <a:pt x="850619" y="214322"/>
                    <a:pt x="841508" y="214753"/>
                    <a:pt x="828747" y="214413"/>
                  </a:cubicBezTo>
                  <a:cubicBezTo>
                    <a:pt x="829047" y="207567"/>
                    <a:pt x="827104" y="200906"/>
                    <a:pt x="822917" y="194432"/>
                  </a:cubicBezTo>
                  <a:cubicBezTo>
                    <a:pt x="832276" y="196077"/>
                    <a:pt x="838778" y="196900"/>
                    <a:pt x="842423" y="196900"/>
                  </a:cubicBezTo>
                  <a:cubicBezTo>
                    <a:pt x="846069" y="196900"/>
                    <a:pt x="848476" y="196570"/>
                    <a:pt x="849644" y="195910"/>
                  </a:cubicBezTo>
                  <a:cubicBezTo>
                    <a:pt x="850812" y="195251"/>
                    <a:pt x="851396" y="194024"/>
                    <a:pt x="851396" y="192231"/>
                  </a:cubicBezTo>
                  <a:lnTo>
                    <a:pt x="851396" y="136210"/>
                  </a:lnTo>
                  <a:cubicBezTo>
                    <a:pt x="832217" y="136210"/>
                    <a:pt x="818762" y="136883"/>
                    <a:pt x="811030" y="138228"/>
                  </a:cubicBezTo>
                  <a:cubicBezTo>
                    <a:pt x="812078" y="129332"/>
                    <a:pt x="812602" y="118852"/>
                    <a:pt x="812602" y="106789"/>
                  </a:cubicBezTo>
                  <a:lnTo>
                    <a:pt x="812602" y="85932"/>
                  </a:lnTo>
                  <a:cubicBezTo>
                    <a:pt x="812602" y="74359"/>
                    <a:pt x="812078" y="64253"/>
                    <a:pt x="811030" y="55614"/>
                  </a:cubicBezTo>
                  <a:cubicBezTo>
                    <a:pt x="819317" y="56664"/>
                    <a:pt x="828596" y="57190"/>
                    <a:pt x="838866" y="57190"/>
                  </a:cubicBezTo>
                  <a:cubicBezTo>
                    <a:pt x="840758" y="54057"/>
                    <a:pt x="842460" y="50323"/>
                    <a:pt x="843974" y="45986"/>
                  </a:cubicBezTo>
                  <a:lnTo>
                    <a:pt x="846901" y="35069"/>
                  </a:lnTo>
                  <a:lnTo>
                    <a:pt x="800354" y="35069"/>
                  </a:lnTo>
                  <a:cubicBezTo>
                    <a:pt x="801399" y="65737"/>
                    <a:pt x="801922" y="87924"/>
                    <a:pt x="801922" y="101631"/>
                  </a:cubicBezTo>
                  <a:cubicBezTo>
                    <a:pt x="801922" y="129022"/>
                    <a:pt x="800018" y="149345"/>
                    <a:pt x="796209" y="162599"/>
                  </a:cubicBezTo>
                  <a:cubicBezTo>
                    <a:pt x="792400" y="175853"/>
                    <a:pt x="783930" y="192024"/>
                    <a:pt x="770800" y="211112"/>
                  </a:cubicBezTo>
                  <a:cubicBezTo>
                    <a:pt x="767162" y="208193"/>
                    <a:pt x="764251" y="206230"/>
                    <a:pt x="762069" y="205222"/>
                  </a:cubicBezTo>
                  <a:cubicBezTo>
                    <a:pt x="759886" y="204215"/>
                    <a:pt x="756098" y="203861"/>
                    <a:pt x="750705" y="204161"/>
                  </a:cubicBezTo>
                  <a:cubicBezTo>
                    <a:pt x="764590" y="187626"/>
                    <a:pt x="773518" y="172409"/>
                    <a:pt x="777490" y="158509"/>
                  </a:cubicBezTo>
                  <a:cubicBezTo>
                    <a:pt x="781462" y="144610"/>
                    <a:pt x="783448" y="126185"/>
                    <a:pt x="783448" y="103235"/>
                  </a:cubicBezTo>
                  <a:cubicBezTo>
                    <a:pt x="783448" y="80284"/>
                    <a:pt x="782551" y="52002"/>
                    <a:pt x="780755" y="18388"/>
                  </a:cubicBezTo>
                  <a:close/>
                  <a:moveTo>
                    <a:pt x="174797" y="14127"/>
                  </a:moveTo>
                  <a:cubicBezTo>
                    <a:pt x="178002" y="20897"/>
                    <a:pt x="181809" y="26484"/>
                    <a:pt x="186216" y="30890"/>
                  </a:cubicBezTo>
                  <a:cubicBezTo>
                    <a:pt x="188014" y="32688"/>
                    <a:pt x="188913" y="34656"/>
                    <a:pt x="188913" y="36796"/>
                  </a:cubicBezTo>
                  <a:cubicBezTo>
                    <a:pt x="188913" y="38935"/>
                    <a:pt x="187900" y="40005"/>
                    <a:pt x="185874" y="40005"/>
                  </a:cubicBezTo>
                  <a:cubicBezTo>
                    <a:pt x="183847" y="40005"/>
                    <a:pt x="182314" y="39831"/>
                    <a:pt x="181273" y="39484"/>
                  </a:cubicBezTo>
                  <a:cubicBezTo>
                    <a:pt x="178754" y="38784"/>
                    <a:pt x="174704" y="38434"/>
                    <a:pt x="169125" y="38434"/>
                  </a:cubicBezTo>
                  <a:cubicBezTo>
                    <a:pt x="163546" y="38434"/>
                    <a:pt x="154427" y="38918"/>
                    <a:pt x="141770" y="39886"/>
                  </a:cubicBezTo>
                  <a:cubicBezTo>
                    <a:pt x="129112" y="40854"/>
                    <a:pt x="112640" y="41788"/>
                    <a:pt x="92353" y="42689"/>
                  </a:cubicBezTo>
                  <a:cubicBezTo>
                    <a:pt x="72066" y="43591"/>
                    <a:pt x="58429" y="43891"/>
                    <a:pt x="51442" y="43591"/>
                  </a:cubicBezTo>
                  <a:lnTo>
                    <a:pt x="51442" y="76924"/>
                  </a:lnTo>
                  <a:lnTo>
                    <a:pt x="127423" y="76924"/>
                  </a:lnTo>
                  <a:cubicBezTo>
                    <a:pt x="146904" y="76924"/>
                    <a:pt x="163887" y="76399"/>
                    <a:pt x="178373" y="75349"/>
                  </a:cubicBezTo>
                  <a:cubicBezTo>
                    <a:pt x="166521" y="115380"/>
                    <a:pt x="149327" y="145476"/>
                    <a:pt x="126791" y="165635"/>
                  </a:cubicBezTo>
                  <a:cubicBezTo>
                    <a:pt x="145743" y="178325"/>
                    <a:pt x="170113" y="186479"/>
                    <a:pt x="199900" y="190099"/>
                  </a:cubicBezTo>
                  <a:cubicBezTo>
                    <a:pt x="195162" y="195873"/>
                    <a:pt x="191202" y="202878"/>
                    <a:pt x="188020" y="211112"/>
                  </a:cubicBezTo>
                  <a:cubicBezTo>
                    <a:pt x="156014" y="202907"/>
                    <a:pt x="131174" y="191693"/>
                    <a:pt x="113500" y="177472"/>
                  </a:cubicBezTo>
                  <a:cubicBezTo>
                    <a:pt x="96481" y="191200"/>
                    <a:pt x="74563" y="203011"/>
                    <a:pt x="47746" y="212905"/>
                  </a:cubicBezTo>
                  <a:cubicBezTo>
                    <a:pt x="45195" y="205909"/>
                    <a:pt x="40642" y="200217"/>
                    <a:pt x="34087" y="195828"/>
                  </a:cubicBezTo>
                  <a:cubicBezTo>
                    <a:pt x="62688" y="187425"/>
                    <a:pt x="85039" y="177555"/>
                    <a:pt x="101141" y="166217"/>
                  </a:cubicBezTo>
                  <a:cubicBezTo>
                    <a:pt x="84873" y="148772"/>
                    <a:pt x="71625" y="124418"/>
                    <a:pt x="61397" y="93155"/>
                  </a:cubicBezTo>
                  <a:lnTo>
                    <a:pt x="51428" y="93155"/>
                  </a:lnTo>
                  <a:cubicBezTo>
                    <a:pt x="51288" y="116289"/>
                    <a:pt x="48793" y="136911"/>
                    <a:pt x="43943" y="155021"/>
                  </a:cubicBezTo>
                  <a:cubicBezTo>
                    <a:pt x="39094" y="173132"/>
                    <a:pt x="30812" y="190857"/>
                    <a:pt x="19099" y="208198"/>
                  </a:cubicBezTo>
                  <a:cubicBezTo>
                    <a:pt x="13598" y="204052"/>
                    <a:pt x="7232" y="200980"/>
                    <a:pt x="0" y="198982"/>
                  </a:cubicBezTo>
                  <a:cubicBezTo>
                    <a:pt x="21977" y="174527"/>
                    <a:pt x="32965" y="137890"/>
                    <a:pt x="32965" y="89072"/>
                  </a:cubicBezTo>
                  <a:cubicBezTo>
                    <a:pt x="32965" y="67341"/>
                    <a:pt x="32442" y="45948"/>
                    <a:pt x="31397" y="24893"/>
                  </a:cubicBezTo>
                  <a:cubicBezTo>
                    <a:pt x="45134" y="25343"/>
                    <a:pt x="58081" y="25568"/>
                    <a:pt x="70238" y="25568"/>
                  </a:cubicBezTo>
                  <a:cubicBezTo>
                    <a:pt x="122058" y="25568"/>
                    <a:pt x="156912" y="21754"/>
                    <a:pt x="174797" y="14127"/>
                  </a:cubicBezTo>
                  <a:close/>
                  <a:moveTo>
                    <a:pt x="734506" y="8298"/>
                  </a:moveTo>
                  <a:cubicBezTo>
                    <a:pt x="751825" y="18025"/>
                    <a:pt x="766000" y="27978"/>
                    <a:pt x="777030" y="38155"/>
                  </a:cubicBezTo>
                  <a:lnTo>
                    <a:pt x="764892" y="50321"/>
                  </a:lnTo>
                  <a:cubicBezTo>
                    <a:pt x="756065" y="42294"/>
                    <a:pt x="742963" y="33058"/>
                    <a:pt x="725587" y="22614"/>
                  </a:cubicBezTo>
                  <a:close/>
                  <a:moveTo>
                    <a:pt x="1666001" y="5605"/>
                  </a:moveTo>
                  <a:cubicBezTo>
                    <a:pt x="1671943" y="6655"/>
                    <a:pt x="1678610" y="7180"/>
                    <a:pt x="1686004" y="7180"/>
                  </a:cubicBezTo>
                  <a:cubicBezTo>
                    <a:pt x="1691116" y="7180"/>
                    <a:pt x="1693673" y="8224"/>
                    <a:pt x="1693673" y="10314"/>
                  </a:cubicBezTo>
                  <a:cubicBezTo>
                    <a:pt x="1693673" y="12404"/>
                    <a:pt x="1692552" y="14345"/>
                    <a:pt x="1690310" y="16140"/>
                  </a:cubicBezTo>
                  <a:cubicBezTo>
                    <a:pt x="1688068" y="17934"/>
                    <a:pt x="1686947" y="20417"/>
                    <a:pt x="1686947" y="23589"/>
                  </a:cubicBezTo>
                  <a:lnTo>
                    <a:pt x="1686947" y="52703"/>
                  </a:lnTo>
                  <a:cubicBezTo>
                    <a:pt x="1698182" y="52703"/>
                    <a:pt x="1708497" y="52029"/>
                    <a:pt x="1717894" y="50682"/>
                  </a:cubicBezTo>
                  <a:lnTo>
                    <a:pt x="1717894" y="70502"/>
                  </a:lnTo>
                  <a:cubicBezTo>
                    <a:pt x="1708361" y="69307"/>
                    <a:pt x="1698046" y="68709"/>
                    <a:pt x="1686947" y="68709"/>
                  </a:cubicBezTo>
                  <a:lnTo>
                    <a:pt x="1686947" y="106971"/>
                  </a:lnTo>
                  <a:cubicBezTo>
                    <a:pt x="1694779" y="102773"/>
                    <a:pt x="1703898" y="98213"/>
                    <a:pt x="1714304" y="93290"/>
                  </a:cubicBezTo>
                  <a:cubicBezTo>
                    <a:pt x="1713706" y="99253"/>
                    <a:pt x="1714678" y="105234"/>
                    <a:pt x="1717218" y="111232"/>
                  </a:cubicBezTo>
                  <a:cubicBezTo>
                    <a:pt x="1706281" y="115475"/>
                    <a:pt x="1696191" y="119649"/>
                    <a:pt x="1686947" y="123751"/>
                  </a:cubicBezTo>
                  <a:lnTo>
                    <a:pt x="1686947" y="185952"/>
                  </a:lnTo>
                  <a:cubicBezTo>
                    <a:pt x="1686947" y="191877"/>
                    <a:pt x="1686005" y="196550"/>
                    <a:pt x="1684122" y="199973"/>
                  </a:cubicBezTo>
                  <a:cubicBezTo>
                    <a:pt x="1682238" y="203396"/>
                    <a:pt x="1678458" y="206068"/>
                    <a:pt x="1672781" y="207987"/>
                  </a:cubicBezTo>
                  <a:cubicBezTo>
                    <a:pt x="1667104" y="209906"/>
                    <a:pt x="1657892" y="211247"/>
                    <a:pt x="1645145" y="212009"/>
                  </a:cubicBezTo>
                  <a:cubicBezTo>
                    <a:pt x="1645145" y="204217"/>
                    <a:pt x="1643576" y="196863"/>
                    <a:pt x="1640437" y="189945"/>
                  </a:cubicBezTo>
                  <a:cubicBezTo>
                    <a:pt x="1647426" y="190695"/>
                    <a:pt x="1652674" y="191071"/>
                    <a:pt x="1656179" y="191071"/>
                  </a:cubicBezTo>
                  <a:cubicBezTo>
                    <a:pt x="1661751" y="191071"/>
                    <a:pt x="1665267" y="190311"/>
                    <a:pt x="1666728" y="188793"/>
                  </a:cubicBezTo>
                  <a:cubicBezTo>
                    <a:pt x="1668189" y="187275"/>
                    <a:pt x="1668920" y="184160"/>
                    <a:pt x="1668920" y="179448"/>
                  </a:cubicBezTo>
                  <a:lnTo>
                    <a:pt x="1668920" y="130381"/>
                  </a:lnTo>
                  <a:cubicBezTo>
                    <a:pt x="1656520" y="136696"/>
                    <a:pt x="1645555" y="141779"/>
                    <a:pt x="1636023" y="145629"/>
                  </a:cubicBezTo>
                  <a:cubicBezTo>
                    <a:pt x="1634682" y="138719"/>
                    <a:pt x="1632042" y="132008"/>
                    <a:pt x="1628104" y="125498"/>
                  </a:cubicBezTo>
                  <a:cubicBezTo>
                    <a:pt x="1643870" y="121726"/>
                    <a:pt x="1657475" y="117660"/>
                    <a:pt x="1668920" y="113300"/>
                  </a:cubicBezTo>
                  <a:lnTo>
                    <a:pt x="1668920" y="68484"/>
                  </a:lnTo>
                  <a:cubicBezTo>
                    <a:pt x="1656730" y="68484"/>
                    <a:pt x="1644919" y="69156"/>
                    <a:pt x="1633487" y="70502"/>
                  </a:cubicBezTo>
                  <a:lnTo>
                    <a:pt x="1633487" y="50682"/>
                  </a:lnTo>
                  <a:cubicBezTo>
                    <a:pt x="1643564" y="52029"/>
                    <a:pt x="1655375" y="52703"/>
                    <a:pt x="1668920" y="52703"/>
                  </a:cubicBezTo>
                  <a:cubicBezTo>
                    <a:pt x="1668622" y="30693"/>
                    <a:pt x="1667649" y="14994"/>
                    <a:pt x="1666001" y="5605"/>
                  </a:cubicBezTo>
                  <a:close/>
                  <a:moveTo>
                    <a:pt x="1490019" y="5605"/>
                  </a:moveTo>
                  <a:cubicBezTo>
                    <a:pt x="1501530" y="14427"/>
                    <a:pt x="1511902" y="24830"/>
                    <a:pt x="1521137" y="36812"/>
                  </a:cubicBezTo>
                  <a:lnTo>
                    <a:pt x="1509497" y="45462"/>
                  </a:lnTo>
                  <a:lnTo>
                    <a:pt x="1559081" y="45134"/>
                  </a:lnTo>
                  <a:cubicBezTo>
                    <a:pt x="1574844" y="44871"/>
                    <a:pt x="1586565" y="44477"/>
                    <a:pt x="1594246" y="43952"/>
                  </a:cubicBezTo>
                  <a:lnTo>
                    <a:pt x="1594246" y="95394"/>
                  </a:lnTo>
                  <a:lnTo>
                    <a:pt x="1575769" y="95394"/>
                  </a:lnTo>
                  <a:lnTo>
                    <a:pt x="1575769" y="60861"/>
                  </a:lnTo>
                  <a:lnTo>
                    <a:pt x="1429640" y="60861"/>
                  </a:lnTo>
                  <a:lnTo>
                    <a:pt x="1429640" y="98534"/>
                  </a:lnTo>
                  <a:lnTo>
                    <a:pt x="1411837" y="98534"/>
                  </a:lnTo>
                  <a:lnTo>
                    <a:pt x="1411837" y="43952"/>
                  </a:lnTo>
                  <a:cubicBezTo>
                    <a:pt x="1422706" y="45002"/>
                    <a:pt x="1451984" y="45527"/>
                    <a:pt x="1499672" y="45527"/>
                  </a:cubicBezTo>
                  <a:lnTo>
                    <a:pt x="1505011" y="45492"/>
                  </a:lnTo>
                  <a:lnTo>
                    <a:pt x="1477767" y="17617"/>
                  </a:lnTo>
                  <a:close/>
                  <a:moveTo>
                    <a:pt x="1767396" y="4708"/>
                  </a:moveTo>
                  <a:cubicBezTo>
                    <a:pt x="1777498" y="15671"/>
                    <a:pt x="1786038" y="27703"/>
                    <a:pt x="1793017" y="40802"/>
                  </a:cubicBezTo>
                  <a:lnTo>
                    <a:pt x="1781323" y="47540"/>
                  </a:lnTo>
                  <a:lnTo>
                    <a:pt x="1781684" y="47545"/>
                  </a:lnTo>
                  <a:cubicBezTo>
                    <a:pt x="1809309" y="47545"/>
                    <a:pt x="1827439" y="46797"/>
                    <a:pt x="1836076" y="45299"/>
                  </a:cubicBezTo>
                  <a:lnTo>
                    <a:pt x="1836076" y="64898"/>
                  </a:lnTo>
                  <a:cubicBezTo>
                    <a:pt x="1828039" y="64000"/>
                    <a:pt x="1817336" y="63551"/>
                    <a:pt x="1803965" y="63551"/>
                  </a:cubicBezTo>
                  <a:lnTo>
                    <a:pt x="1740768" y="63551"/>
                  </a:lnTo>
                  <a:lnTo>
                    <a:pt x="1740768" y="119797"/>
                  </a:lnTo>
                  <a:cubicBezTo>
                    <a:pt x="1740768" y="142826"/>
                    <a:pt x="1738019" y="161059"/>
                    <a:pt x="1732522" y="174495"/>
                  </a:cubicBezTo>
                  <a:cubicBezTo>
                    <a:pt x="1727025" y="187931"/>
                    <a:pt x="1717464" y="200660"/>
                    <a:pt x="1703838" y="212680"/>
                  </a:cubicBezTo>
                  <a:cubicBezTo>
                    <a:pt x="1699485" y="207635"/>
                    <a:pt x="1694050" y="203497"/>
                    <a:pt x="1687533" y="200268"/>
                  </a:cubicBezTo>
                  <a:cubicBezTo>
                    <a:pt x="1700218" y="190315"/>
                    <a:pt x="1709369" y="179465"/>
                    <a:pt x="1714986" y="167719"/>
                  </a:cubicBezTo>
                  <a:cubicBezTo>
                    <a:pt x="1720603" y="155974"/>
                    <a:pt x="1723412" y="138315"/>
                    <a:pt x="1723412" y="114743"/>
                  </a:cubicBezTo>
                  <a:cubicBezTo>
                    <a:pt x="1723412" y="91171"/>
                    <a:pt x="1722664" y="68023"/>
                    <a:pt x="1721169" y="45299"/>
                  </a:cubicBezTo>
                  <a:cubicBezTo>
                    <a:pt x="1727528" y="46048"/>
                    <a:pt x="1735751" y="46609"/>
                    <a:pt x="1745836" y="46984"/>
                  </a:cubicBezTo>
                  <a:lnTo>
                    <a:pt x="1775050" y="47442"/>
                  </a:lnTo>
                  <a:lnTo>
                    <a:pt x="1752116" y="14298"/>
                  </a:lnTo>
                  <a:close/>
                  <a:moveTo>
                    <a:pt x="1988620" y="4261"/>
                  </a:moveTo>
                  <a:cubicBezTo>
                    <a:pt x="1995588" y="6697"/>
                    <a:pt x="2001767" y="8130"/>
                    <a:pt x="2007158" y="8558"/>
                  </a:cubicBezTo>
                  <a:cubicBezTo>
                    <a:pt x="2010818" y="8804"/>
                    <a:pt x="2012648" y="9993"/>
                    <a:pt x="2012648" y="12127"/>
                  </a:cubicBezTo>
                  <a:cubicBezTo>
                    <a:pt x="2012648" y="14260"/>
                    <a:pt x="2011511" y="16151"/>
                    <a:pt x="2009235" y="17799"/>
                  </a:cubicBezTo>
                  <a:cubicBezTo>
                    <a:pt x="2006960" y="19447"/>
                    <a:pt x="2004832" y="23901"/>
                    <a:pt x="2002852" y="31161"/>
                  </a:cubicBezTo>
                  <a:cubicBezTo>
                    <a:pt x="2000872" y="38422"/>
                    <a:pt x="1998830" y="44257"/>
                    <a:pt x="1996725" y="48667"/>
                  </a:cubicBezTo>
                  <a:lnTo>
                    <a:pt x="2031890" y="48667"/>
                  </a:lnTo>
                  <a:cubicBezTo>
                    <a:pt x="2048128" y="48667"/>
                    <a:pt x="2058608" y="48292"/>
                    <a:pt x="2063330" y="47542"/>
                  </a:cubicBezTo>
                  <a:lnTo>
                    <a:pt x="2063330" y="64898"/>
                  </a:lnTo>
                  <a:cubicBezTo>
                    <a:pt x="2057262" y="64300"/>
                    <a:pt x="2050842" y="64001"/>
                    <a:pt x="2044070" y="64001"/>
                  </a:cubicBezTo>
                  <a:cubicBezTo>
                    <a:pt x="2040260" y="111757"/>
                    <a:pt x="2031804" y="145367"/>
                    <a:pt x="2018703" y="164832"/>
                  </a:cubicBezTo>
                  <a:cubicBezTo>
                    <a:pt x="2029785" y="178078"/>
                    <a:pt x="2046156" y="188800"/>
                    <a:pt x="2067816" y="196996"/>
                  </a:cubicBezTo>
                  <a:cubicBezTo>
                    <a:pt x="2062665" y="201199"/>
                    <a:pt x="2058365" y="206577"/>
                    <a:pt x="2054914" y="213130"/>
                  </a:cubicBezTo>
                  <a:cubicBezTo>
                    <a:pt x="2034414" y="203722"/>
                    <a:pt x="2018978" y="192061"/>
                    <a:pt x="2008605" y="178147"/>
                  </a:cubicBezTo>
                  <a:cubicBezTo>
                    <a:pt x="2000659" y="189423"/>
                    <a:pt x="1985726" y="201234"/>
                    <a:pt x="1963807" y="213580"/>
                  </a:cubicBezTo>
                  <a:cubicBezTo>
                    <a:pt x="1962724" y="210884"/>
                    <a:pt x="1961126" y="208509"/>
                    <a:pt x="1959010" y="206457"/>
                  </a:cubicBezTo>
                  <a:lnTo>
                    <a:pt x="1951308" y="201395"/>
                  </a:lnTo>
                  <a:lnTo>
                    <a:pt x="1944149" y="205787"/>
                  </a:lnTo>
                  <a:cubicBezTo>
                    <a:pt x="1938380" y="207525"/>
                    <a:pt x="1928891" y="208851"/>
                    <a:pt x="1915683" y="209766"/>
                  </a:cubicBezTo>
                  <a:cubicBezTo>
                    <a:pt x="1915983" y="202731"/>
                    <a:pt x="1914113" y="196162"/>
                    <a:pt x="1910075" y="190056"/>
                  </a:cubicBezTo>
                  <a:cubicBezTo>
                    <a:pt x="1921381" y="189858"/>
                    <a:pt x="1928940" y="189517"/>
                    <a:pt x="1932751" y="189033"/>
                  </a:cubicBezTo>
                  <a:cubicBezTo>
                    <a:pt x="1936562" y="188548"/>
                    <a:pt x="1938894" y="187800"/>
                    <a:pt x="1939746" y="186788"/>
                  </a:cubicBezTo>
                  <a:cubicBezTo>
                    <a:pt x="1940599" y="185776"/>
                    <a:pt x="1941025" y="183778"/>
                    <a:pt x="1941025" y="180794"/>
                  </a:cubicBezTo>
                  <a:lnTo>
                    <a:pt x="1941025" y="166932"/>
                  </a:lnTo>
                  <a:lnTo>
                    <a:pt x="1890429" y="166932"/>
                  </a:lnTo>
                  <a:lnTo>
                    <a:pt x="1890429" y="209094"/>
                  </a:lnTo>
                  <a:lnTo>
                    <a:pt x="1870831" y="209094"/>
                  </a:lnTo>
                  <a:cubicBezTo>
                    <a:pt x="1871728" y="197750"/>
                    <a:pt x="1872177" y="188690"/>
                    <a:pt x="1872177" y="181916"/>
                  </a:cubicBezTo>
                  <a:lnTo>
                    <a:pt x="1872177" y="123834"/>
                  </a:lnTo>
                  <a:cubicBezTo>
                    <a:pt x="1872177" y="112763"/>
                    <a:pt x="1871953" y="103927"/>
                    <a:pt x="1871506" y="97327"/>
                  </a:cubicBezTo>
                  <a:cubicBezTo>
                    <a:pt x="1878373" y="98377"/>
                    <a:pt x="1893258" y="98902"/>
                    <a:pt x="1916159" y="98902"/>
                  </a:cubicBezTo>
                  <a:cubicBezTo>
                    <a:pt x="1939061" y="98902"/>
                    <a:pt x="1953433" y="98377"/>
                    <a:pt x="1959274" y="97327"/>
                  </a:cubicBezTo>
                  <a:cubicBezTo>
                    <a:pt x="1958826" y="105723"/>
                    <a:pt x="1958602" y="114260"/>
                    <a:pt x="1958602" y="122937"/>
                  </a:cubicBezTo>
                  <a:lnTo>
                    <a:pt x="1958602" y="186849"/>
                  </a:lnTo>
                  <a:lnTo>
                    <a:pt x="1955800" y="198298"/>
                  </a:lnTo>
                  <a:lnTo>
                    <a:pt x="1979476" y="183287"/>
                  </a:lnTo>
                  <a:cubicBezTo>
                    <a:pt x="1987400" y="177211"/>
                    <a:pt x="1993794" y="171055"/>
                    <a:pt x="1998657" y="164817"/>
                  </a:cubicBezTo>
                  <a:cubicBezTo>
                    <a:pt x="1989935" y="150876"/>
                    <a:pt x="1983718" y="132833"/>
                    <a:pt x="1980006" y="110688"/>
                  </a:cubicBezTo>
                  <a:lnTo>
                    <a:pt x="1978048" y="94681"/>
                  </a:lnTo>
                  <a:lnTo>
                    <a:pt x="1976883" y="96966"/>
                  </a:lnTo>
                  <a:cubicBezTo>
                    <a:pt x="1971475" y="94111"/>
                    <a:pt x="1965801" y="92578"/>
                    <a:pt x="1959860" y="92369"/>
                  </a:cubicBezTo>
                  <a:cubicBezTo>
                    <a:pt x="1960300" y="89726"/>
                    <a:pt x="1961048" y="88548"/>
                    <a:pt x="1962103" y="88836"/>
                  </a:cubicBezTo>
                  <a:cubicBezTo>
                    <a:pt x="1955333" y="88127"/>
                    <a:pt x="1938713" y="87772"/>
                    <a:pt x="1912245" y="87772"/>
                  </a:cubicBezTo>
                  <a:cubicBezTo>
                    <a:pt x="1885776" y="87772"/>
                    <a:pt x="1867262" y="88445"/>
                    <a:pt x="1856704" y="89790"/>
                  </a:cubicBezTo>
                  <a:lnTo>
                    <a:pt x="1856704" y="71538"/>
                  </a:lnTo>
                  <a:cubicBezTo>
                    <a:pt x="1867972" y="72759"/>
                    <a:pt x="1877690" y="73357"/>
                    <a:pt x="1885857" y="73331"/>
                  </a:cubicBezTo>
                  <a:lnTo>
                    <a:pt x="1885857" y="51664"/>
                  </a:lnTo>
                  <a:cubicBezTo>
                    <a:pt x="1878197" y="51957"/>
                    <a:pt x="1870198" y="52556"/>
                    <a:pt x="1861862" y="53460"/>
                  </a:cubicBezTo>
                  <a:lnTo>
                    <a:pt x="1861862" y="35208"/>
                  </a:lnTo>
                  <a:cubicBezTo>
                    <a:pt x="1870191" y="36285"/>
                    <a:pt x="1878190" y="36882"/>
                    <a:pt x="1885857" y="37001"/>
                  </a:cubicBezTo>
                  <a:cubicBezTo>
                    <a:pt x="1885712" y="24893"/>
                    <a:pt x="1885040" y="15400"/>
                    <a:pt x="1883839" y="8523"/>
                  </a:cubicBezTo>
                  <a:cubicBezTo>
                    <a:pt x="1889483" y="9123"/>
                    <a:pt x="1896299" y="9423"/>
                    <a:pt x="1904288" y="9423"/>
                  </a:cubicBezTo>
                  <a:cubicBezTo>
                    <a:pt x="1907308" y="9423"/>
                    <a:pt x="1908817" y="10290"/>
                    <a:pt x="1908817" y="12023"/>
                  </a:cubicBezTo>
                  <a:cubicBezTo>
                    <a:pt x="1908817" y="13757"/>
                    <a:pt x="1907786" y="15426"/>
                    <a:pt x="1905724" y="17031"/>
                  </a:cubicBezTo>
                  <a:cubicBezTo>
                    <a:pt x="1904048" y="18393"/>
                    <a:pt x="1903210" y="20131"/>
                    <a:pt x="1903210" y="22246"/>
                  </a:cubicBezTo>
                  <a:lnTo>
                    <a:pt x="1903210" y="37455"/>
                  </a:lnTo>
                  <a:lnTo>
                    <a:pt x="1929138" y="37455"/>
                  </a:lnTo>
                  <a:cubicBezTo>
                    <a:pt x="1929138" y="23713"/>
                    <a:pt x="1928465" y="13919"/>
                    <a:pt x="1927120" y="8073"/>
                  </a:cubicBezTo>
                  <a:cubicBezTo>
                    <a:pt x="1932763" y="8673"/>
                    <a:pt x="1939506" y="8973"/>
                    <a:pt x="1947347" y="8973"/>
                  </a:cubicBezTo>
                  <a:cubicBezTo>
                    <a:pt x="1950367" y="8973"/>
                    <a:pt x="1951876" y="9828"/>
                    <a:pt x="1951876" y="11539"/>
                  </a:cubicBezTo>
                  <a:cubicBezTo>
                    <a:pt x="1951876" y="13250"/>
                    <a:pt x="1950942" y="14928"/>
                    <a:pt x="1949073" y="16574"/>
                  </a:cubicBezTo>
                  <a:cubicBezTo>
                    <a:pt x="1947203" y="18219"/>
                    <a:pt x="1946269" y="19960"/>
                    <a:pt x="1946269" y="21796"/>
                  </a:cubicBezTo>
                  <a:lnTo>
                    <a:pt x="1946269" y="37226"/>
                  </a:lnTo>
                  <a:cubicBezTo>
                    <a:pt x="1951362" y="37255"/>
                    <a:pt x="1959436" y="36582"/>
                    <a:pt x="1970490" y="35208"/>
                  </a:cubicBezTo>
                  <a:lnTo>
                    <a:pt x="1970490" y="53460"/>
                  </a:lnTo>
                  <a:cubicBezTo>
                    <a:pt x="1961662" y="52406"/>
                    <a:pt x="1953589" y="51733"/>
                    <a:pt x="1946269" y="51442"/>
                  </a:cubicBezTo>
                  <a:lnTo>
                    <a:pt x="1946269" y="73331"/>
                  </a:lnTo>
                  <a:cubicBezTo>
                    <a:pt x="1951276" y="73357"/>
                    <a:pt x="1959499" y="72759"/>
                    <a:pt x="1970936" y="71538"/>
                  </a:cubicBezTo>
                  <a:lnTo>
                    <a:pt x="1970936" y="78042"/>
                  </a:lnTo>
                  <a:cubicBezTo>
                    <a:pt x="1979873" y="58261"/>
                    <a:pt x="1985768" y="33668"/>
                    <a:pt x="1988620" y="4261"/>
                  </a:cubicBezTo>
                  <a:close/>
                  <a:moveTo>
                    <a:pt x="563486" y="4261"/>
                  </a:moveTo>
                  <a:cubicBezTo>
                    <a:pt x="571773" y="5309"/>
                    <a:pt x="579113" y="5833"/>
                    <a:pt x="585507" y="5833"/>
                  </a:cubicBezTo>
                  <a:cubicBezTo>
                    <a:pt x="589722" y="5833"/>
                    <a:pt x="591829" y="7071"/>
                    <a:pt x="591829" y="9548"/>
                  </a:cubicBezTo>
                  <a:cubicBezTo>
                    <a:pt x="591829" y="12024"/>
                    <a:pt x="590969" y="13607"/>
                    <a:pt x="589248" y="14295"/>
                  </a:cubicBezTo>
                  <a:cubicBezTo>
                    <a:pt x="587528" y="14983"/>
                    <a:pt x="586332" y="15941"/>
                    <a:pt x="585660" y="17170"/>
                  </a:cubicBezTo>
                  <a:cubicBezTo>
                    <a:pt x="584989" y="18399"/>
                    <a:pt x="584653" y="19492"/>
                    <a:pt x="584653" y="20449"/>
                  </a:cubicBezTo>
                  <a:lnTo>
                    <a:pt x="584653" y="40816"/>
                  </a:lnTo>
                  <a:cubicBezTo>
                    <a:pt x="615431" y="40818"/>
                    <a:pt x="638829" y="39921"/>
                    <a:pt x="654848" y="38123"/>
                  </a:cubicBezTo>
                  <a:cubicBezTo>
                    <a:pt x="653800" y="45902"/>
                    <a:pt x="653276" y="55112"/>
                    <a:pt x="653276" y="65751"/>
                  </a:cubicBezTo>
                  <a:lnTo>
                    <a:pt x="653276" y="131906"/>
                  </a:lnTo>
                  <a:cubicBezTo>
                    <a:pt x="653276" y="142522"/>
                    <a:pt x="654024" y="153973"/>
                    <a:pt x="655519" y="166260"/>
                  </a:cubicBezTo>
                  <a:lnTo>
                    <a:pt x="634577" y="166260"/>
                  </a:lnTo>
                  <a:lnTo>
                    <a:pt x="634577" y="150115"/>
                  </a:lnTo>
                  <a:lnTo>
                    <a:pt x="584653" y="150115"/>
                  </a:lnTo>
                  <a:lnTo>
                    <a:pt x="584653" y="179223"/>
                  </a:lnTo>
                  <a:cubicBezTo>
                    <a:pt x="584653" y="183952"/>
                    <a:pt x="585043" y="187215"/>
                    <a:pt x="585821" y="189011"/>
                  </a:cubicBezTo>
                  <a:cubicBezTo>
                    <a:pt x="586600" y="190808"/>
                    <a:pt x="588402" y="192124"/>
                    <a:pt x="591227" y="192958"/>
                  </a:cubicBezTo>
                  <a:cubicBezTo>
                    <a:pt x="594053" y="193793"/>
                    <a:pt x="599011" y="194210"/>
                    <a:pt x="606102" y="194210"/>
                  </a:cubicBezTo>
                  <a:lnTo>
                    <a:pt x="641571" y="193985"/>
                  </a:lnTo>
                  <a:cubicBezTo>
                    <a:pt x="649610" y="193985"/>
                    <a:pt x="655021" y="191543"/>
                    <a:pt x="657803" y="186657"/>
                  </a:cubicBezTo>
                  <a:cubicBezTo>
                    <a:pt x="660586" y="181772"/>
                    <a:pt x="662844" y="173300"/>
                    <a:pt x="664577" y="161242"/>
                  </a:cubicBezTo>
                  <a:cubicBezTo>
                    <a:pt x="670019" y="165633"/>
                    <a:pt x="676418" y="169013"/>
                    <a:pt x="683776" y="171382"/>
                  </a:cubicBezTo>
                  <a:cubicBezTo>
                    <a:pt x="680009" y="186982"/>
                    <a:pt x="675289" y="197578"/>
                    <a:pt x="669616" y="203170"/>
                  </a:cubicBezTo>
                  <a:cubicBezTo>
                    <a:pt x="663942" y="208763"/>
                    <a:pt x="654657" y="211559"/>
                    <a:pt x="641760" y="211559"/>
                  </a:cubicBezTo>
                  <a:lnTo>
                    <a:pt x="606363" y="211337"/>
                  </a:lnTo>
                  <a:cubicBezTo>
                    <a:pt x="594228" y="211337"/>
                    <a:pt x="585336" y="210449"/>
                    <a:pt x="579686" y="208673"/>
                  </a:cubicBezTo>
                  <a:cubicBezTo>
                    <a:pt x="574037" y="206896"/>
                    <a:pt x="570336" y="203712"/>
                    <a:pt x="568583" y="199120"/>
                  </a:cubicBezTo>
                  <a:cubicBezTo>
                    <a:pt x="566831" y="194528"/>
                    <a:pt x="565954" y="187447"/>
                    <a:pt x="565954" y="177880"/>
                  </a:cubicBezTo>
                  <a:lnTo>
                    <a:pt x="565954" y="150115"/>
                  </a:lnTo>
                  <a:lnTo>
                    <a:pt x="514687" y="150115"/>
                  </a:lnTo>
                  <a:lnTo>
                    <a:pt x="514687" y="170747"/>
                  </a:lnTo>
                  <a:lnTo>
                    <a:pt x="494417" y="170747"/>
                  </a:lnTo>
                  <a:cubicBezTo>
                    <a:pt x="496060" y="158269"/>
                    <a:pt x="496881" y="146070"/>
                    <a:pt x="496881" y="134149"/>
                  </a:cubicBezTo>
                  <a:lnTo>
                    <a:pt x="496881" y="65751"/>
                  </a:lnTo>
                  <a:cubicBezTo>
                    <a:pt x="496881" y="56122"/>
                    <a:pt x="496359" y="46912"/>
                    <a:pt x="495313" y="38123"/>
                  </a:cubicBezTo>
                  <a:cubicBezTo>
                    <a:pt x="512018" y="39921"/>
                    <a:pt x="535565" y="40818"/>
                    <a:pt x="565954" y="40816"/>
                  </a:cubicBezTo>
                  <a:cubicBezTo>
                    <a:pt x="565954" y="25964"/>
                    <a:pt x="565132" y="13779"/>
                    <a:pt x="563486" y="4261"/>
                  </a:cubicBezTo>
                  <a:close/>
                  <a:moveTo>
                    <a:pt x="1096591" y="3811"/>
                  </a:moveTo>
                  <a:cubicBezTo>
                    <a:pt x="1102144" y="5012"/>
                    <a:pt x="1108737" y="5612"/>
                    <a:pt x="1116368" y="5612"/>
                  </a:cubicBezTo>
                  <a:cubicBezTo>
                    <a:pt x="1120436" y="5612"/>
                    <a:pt x="1122469" y="6775"/>
                    <a:pt x="1122469" y="9101"/>
                  </a:cubicBezTo>
                  <a:cubicBezTo>
                    <a:pt x="1122469" y="11428"/>
                    <a:pt x="1121610" y="13077"/>
                    <a:pt x="1119890" y="14048"/>
                  </a:cubicBezTo>
                  <a:cubicBezTo>
                    <a:pt x="1118171" y="15020"/>
                    <a:pt x="1117311" y="17527"/>
                    <a:pt x="1117311" y="21571"/>
                  </a:cubicBezTo>
                  <a:lnTo>
                    <a:pt x="1117311" y="59883"/>
                  </a:lnTo>
                  <a:cubicBezTo>
                    <a:pt x="1128153" y="59757"/>
                    <a:pt x="1139590" y="59081"/>
                    <a:pt x="1151623" y="57857"/>
                  </a:cubicBezTo>
                  <a:lnTo>
                    <a:pt x="1151623" y="77456"/>
                  </a:lnTo>
                  <a:cubicBezTo>
                    <a:pt x="1141802" y="76409"/>
                    <a:pt x="1130365" y="75885"/>
                    <a:pt x="1117311" y="75885"/>
                  </a:cubicBezTo>
                  <a:lnTo>
                    <a:pt x="1117311" y="184830"/>
                  </a:lnTo>
                  <a:cubicBezTo>
                    <a:pt x="1117311" y="192274"/>
                    <a:pt x="1116098" y="198088"/>
                    <a:pt x="1113672" y="202272"/>
                  </a:cubicBezTo>
                  <a:cubicBezTo>
                    <a:pt x="1111245" y="206456"/>
                    <a:pt x="1106467" y="209498"/>
                    <a:pt x="1099338" y="211400"/>
                  </a:cubicBezTo>
                  <a:cubicBezTo>
                    <a:pt x="1092208" y="213301"/>
                    <a:pt x="1080827" y="214252"/>
                    <a:pt x="1065194" y="214252"/>
                  </a:cubicBezTo>
                  <a:cubicBezTo>
                    <a:pt x="1065194" y="206346"/>
                    <a:pt x="1062503" y="198468"/>
                    <a:pt x="1057122" y="190617"/>
                  </a:cubicBezTo>
                  <a:cubicBezTo>
                    <a:pt x="1068766" y="192415"/>
                    <a:pt x="1077444" y="193314"/>
                    <a:pt x="1083155" y="193314"/>
                  </a:cubicBezTo>
                  <a:cubicBezTo>
                    <a:pt x="1088867" y="193314"/>
                    <a:pt x="1092945" y="192311"/>
                    <a:pt x="1095391" y="190304"/>
                  </a:cubicBezTo>
                  <a:cubicBezTo>
                    <a:pt x="1097836" y="188298"/>
                    <a:pt x="1099059" y="183932"/>
                    <a:pt x="1099059" y="177205"/>
                  </a:cubicBezTo>
                  <a:lnTo>
                    <a:pt x="1099059" y="75660"/>
                  </a:lnTo>
                  <a:lnTo>
                    <a:pt x="1072641" y="75660"/>
                  </a:lnTo>
                  <a:cubicBezTo>
                    <a:pt x="1056487" y="75660"/>
                    <a:pt x="1041596" y="76259"/>
                    <a:pt x="1027968" y="77456"/>
                  </a:cubicBezTo>
                  <a:lnTo>
                    <a:pt x="1027968" y="57857"/>
                  </a:lnTo>
                  <a:cubicBezTo>
                    <a:pt x="1041232" y="59205"/>
                    <a:pt x="1056123" y="59879"/>
                    <a:pt x="1072641" y="59879"/>
                  </a:cubicBezTo>
                  <a:lnTo>
                    <a:pt x="1099059" y="59879"/>
                  </a:lnTo>
                  <a:cubicBezTo>
                    <a:pt x="1099059" y="32290"/>
                    <a:pt x="1098236" y="13601"/>
                    <a:pt x="1096591" y="3811"/>
                  </a:cubicBezTo>
                  <a:close/>
                  <a:moveTo>
                    <a:pt x="1266026" y="897"/>
                  </a:moveTo>
                  <a:cubicBezTo>
                    <a:pt x="1273937" y="12096"/>
                    <a:pt x="1280329" y="22713"/>
                    <a:pt x="1285204" y="32747"/>
                  </a:cubicBezTo>
                  <a:cubicBezTo>
                    <a:pt x="1323752" y="32747"/>
                    <a:pt x="1350566" y="31997"/>
                    <a:pt x="1365646" y="30497"/>
                  </a:cubicBezTo>
                  <a:cubicBezTo>
                    <a:pt x="1364448" y="38074"/>
                    <a:pt x="1363849" y="46207"/>
                    <a:pt x="1363849" y="54896"/>
                  </a:cubicBezTo>
                  <a:cubicBezTo>
                    <a:pt x="1363849" y="63586"/>
                    <a:pt x="1364298" y="71553"/>
                    <a:pt x="1365196" y="78799"/>
                  </a:cubicBezTo>
                  <a:lnTo>
                    <a:pt x="1345822" y="78799"/>
                  </a:lnTo>
                  <a:lnTo>
                    <a:pt x="1345822" y="48078"/>
                  </a:lnTo>
                  <a:lnTo>
                    <a:pt x="1204629" y="48078"/>
                  </a:lnTo>
                  <a:lnTo>
                    <a:pt x="1204629" y="81268"/>
                  </a:lnTo>
                  <a:lnTo>
                    <a:pt x="1185481" y="81268"/>
                  </a:lnTo>
                  <a:cubicBezTo>
                    <a:pt x="1186378" y="72990"/>
                    <a:pt x="1186827" y="64720"/>
                    <a:pt x="1186827" y="56455"/>
                  </a:cubicBezTo>
                  <a:cubicBezTo>
                    <a:pt x="1186827" y="48191"/>
                    <a:pt x="1186378" y="39538"/>
                    <a:pt x="1185481" y="30497"/>
                  </a:cubicBezTo>
                  <a:cubicBezTo>
                    <a:pt x="1200468" y="31847"/>
                    <a:pt x="1227903" y="32521"/>
                    <a:pt x="1267784" y="32519"/>
                  </a:cubicBezTo>
                  <a:cubicBezTo>
                    <a:pt x="1262266" y="24851"/>
                    <a:pt x="1256585" y="17508"/>
                    <a:pt x="1250739" y="10491"/>
                  </a:cubicBezTo>
                  <a:close/>
                  <a:moveTo>
                    <a:pt x="333162" y="0"/>
                  </a:moveTo>
                  <a:cubicBezTo>
                    <a:pt x="341642" y="2882"/>
                    <a:pt x="348102" y="4681"/>
                    <a:pt x="352543" y="5397"/>
                  </a:cubicBezTo>
                  <a:cubicBezTo>
                    <a:pt x="356608" y="6300"/>
                    <a:pt x="358640" y="7848"/>
                    <a:pt x="358640" y="10043"/>
                  </a:cubicBezTo>
                  <a:cubicBezTo>
                    <a:pt x="358640" y="12237"/>
                    <a:pt x="356933" y="13944"/>
                    <a:pt x="353518" y="15165"/>
                  </a:cubicBezTo>
                  <a:cubicBezTo>
                    <a:pt x="350104" y="16385"/>
                    <a:pt x="343363" y="23516"/>
                    <a:pt x="333298" y="36558"/>
                  </a:cubicBezTo>
                  <a:lnTo>
                    <a:pt x="359941" y="36558"/>
                  </a:lnTo>
                  <a:cubicBezTo>
                    <a:pt x="395759" y="36558"/>
                    <a:pt x="418648" y="35436"/>
                    <a:pt x="428606" y="33190"/>
                  </a:cubicBezTo>
                  <a:cubicBezTo>
                    <a:pt x="427561" y="40422"/>
                    <a:pt x="427038" y="55237"/>
                    <a:pt x="427038" y="77635"/>
                  </a:cubicBezTo>
                  <a:lnTo>
                    <a:pt x="427038" y="185281"/>
                  </a:lnTo>
                  <a:cubicBezTo>
                    <a:pt x="427038" y="190874"/>
                    <a:pt x="425905" y="195196"/>
                    <a:pt x="423640" y="198246"/>
                  </a:cubicBezTo>
                  <a:cubicBezTo>
                    <a:pt x="421374" y="201297"/>
                    <a:pt x="416708" y="203568"/>
                    <a:pt x="409641" y="205060"/>
                  </a:cubicBezTo>
                  <a:cubicBezTo>
                    <a:pt x="402575" y="206552"/>
                    <a:pt x="391002" y="207373"/>
                    <a:pt x="374921" y="207523"/>
                  </a:cubicBezTo>
                  <a:cubicBezTo>
                    <a:pt x="375371" y="199891"/>
                    <a:pt x="372979" y="192387"/>
                    <a:pt x="367745" y="185013"/>
                  </a:cubicBezTo>
                  <a:cubicBezTo>
                    <a:pt x="380547" y="186808"/>
                    <a:pt x="389750" y="187706"/>
                    <a:pt x="395354" y="187706"/>
                  </a:cubicBezTo>
                  <a:cubicBezTo>
                    <a:pt x="400958" y="187706"/>
                    <a:pt x="404449" y="187018"/>
                    <a:pt x="405825" y="185641"/>
                  </a:cubicBezTo>
                  <a:cubicBezTo>
                    <a:pt x="407201" y="184265"/>
                    <a:pt x="407889" y="181678"/>
                    <a:pt x="407889" y="177880"/>
                  </a:cubicBezTo>
                  <a:lnTo>
                    <a:pt x="407889" y="51889"/>
                  </a:lnTo>
                  <a:lnTo>
                    <a:pt x="275662" y="51889"/>
                  </a:lnTo>
                  <a:lnTo>
                    <a:pt x="275662" y="207973"/>
                  </a:lnTo>
                  <a:lnTo>
                    <a:pt x="254274" y="207973"/>
                  </a:lnTo>
                  <a:cubicBezTo>
                    <a:pt x="255917" y="190763"/>
                    <a:pt x="256738" y="172061"/>
                    <a:pt x="256738" y="151866"/>
                  </a:cubicBezTo>
                  <a:lnTo>
                    <a:pt x="256738" y="77635"/>
                  </a:lnTo>
                  <a:cubicBezTo>
                    <a:pt x="256738" y="60609"/>
                    <a:pt x="256141" y="45794"/>
                    <a:pt x="254945" y="33190"/>
                  </a:cubicBezTo>
                  <a:cubicBezTo>
                    <a:pt x="262441" y="35436"/>
                    <a:pt x="274192" y="36558"/>
                    <a:pt x="290196" y="36558"/>
                  </a:cubicBezTo>
                  <a:lnTo>
                    <a:pt x="316239" y="36558"/>
                  </a:lnTo>
                  <a:cubicBezTo>
                    <a:pt x="324478" y="23988"/>
                    <a:pt x="330119" y="11802"/>
                    <a:pt x="33316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CF9508A0-CD2F-4F3C-89BF-7B2D8C30CEB5}"/>
                </a:ext>
              </a:extLst>
            </p:cNvPr>
            <p:cNvSpPr txBox="1"/>
            <p:nvPr/>
          </p:nvSpPr>
          <p:spPr>
            <a:xfrm>
              <a:off x="3756904" y="6254307"/>
              <a:ext cx="1703405" cy="176720"/>
            </a:xfrm>
            <a:custGeom>
              <a:avLst/>
              <a:gdLst/>
              <a:ahLst/>
              <a:cxnLst/>
              <a:rect l="l" t="t" r="r" b="b"/>
              <a:pathLst>
                <a:path w="2067816" h="214525">
                  <a:moveTo>
                    <a:pt x="886097" y="145543"/>
                  </a:moveTo>
                  <a:cubicBezTo>
                    <a:pt x="900972" y="160310"/>
                    <a:pt x="912982" y="173472"/>
                    <a:pt x="922126" y="185031"/>
                  </a:cubicBezTo>
                  <a:lnTo>
                    <a:pt x="907867" y="195639"/>
                  </a:lnTo>
                  <a:cubicBezTo>
                    <a:pt x="896475" y="179930"/>
                    <a:pt x="885276" y="166706"/>
                    <a:pt x="874270" y="155966"/>
                  </a:cubicBezTo>
                  <a:close/>
                  <a:moveTo>
                    <a:pt x="823314" y="142850"/>
                  </a:moveTo>
                  <a:cubicBezTo>
                    <a:pt x="828265" y="145674"/>
                    <a:pt x="833265" y="147722"/>
                    <a:pt x="838316" y="148994"/>
                  </a:cubicBezTo>
                  <a:cubicBezTo>
                    <a:pt x="841712" y="149906"/>
                    <a:pt x="843409" y="151745"/>
                    <a:pt x="843409" y="154511"/>
                  </a:cubicBezTo>
                  <a:cubicBezTo>
                    <a:pt x="843409" y="157276"/>
                    <a:pt x="841397" y="159324"/>
                    <a:pt x="837373" y="160652"/>
                  </a:cubicBezTo>
                  <a:cubicBezTo>
                    <a:pt x="835194" y="161574"/>
                    <a:pt x="831736" y="165569"/>
                    <a:pt x="827000" y="172636"/>
                  </a:cubicBezTo>
                  <a:cubicBezTo>
                    <a:pt x="822264" y="179704"/>
                    <a:pt x="815968" y="187670"/>
                    <a:pt x="808112" y="196535"/>
                  </a:cubicBezTo>
                  <a:cubicBezTo>
                    <a:pt x="803738" y="193087"/>
                    <a:pt x="798057" y="190000"/>
                    <a:pt x="791071" y="187274"/>
                  </a:cubicBezTo>
                  <a:cubicBezTo>
                    <a:pt x="806370" y="175420"/>
                    <a:pt x="817118" y="160612"/>
                    <a:pt x="823314" y="142850"/>
                  </a:cubicBezTo>
                  <a:close/>
                  <a:moveTo>
                    <a:pt x="1890429" y="140696"/>
                  </a:moveTo>
                  <a:lnTo>
                    <a:pt x="1890429" y="152498"/>
                  </a:lnTo>
                  <a:lnTo>
                    <a:pt x="1941025" y="152498"/>
                  </a:lnTo>
                  <a:lnTo>
                    <a:pt x="1941025" y="140696"/>
                  </a:lnTo>
                  <a:close/>
                  <a:moveTo>
                    <a:pt x="751819" y="117511"/>
                  </a:moveTo>
                  <a:cubicBezTo>
                    <a:pt x="757410" y="122400"/>
                    <a:pt x="762674" y="125958"/>
                    <a:pt x="767611" y="128184"/>
                  </a:cubicBezTo>
                  <a:cubicBezTo>
                    <a:pt x="751663" y="165124"/>
                    <a:pt x="739736" y="193141"/>
                    <a:pt x="731828" y="212234"/>
                  </a:cubicBezTo>
                  <a:cubicBezTo>
                    <a:pt x="725374" y="208526"/>
                    <a:pt x="718585" y="205596"/>
                    <a:pt x="711461" y="203443"/>
                  </a:cubicBezTo>
                  <a:cubicBezTo>
                    <a:pt x="724155" y="186534"/>
                    <a:pt x="737608" y="157890"/>
                    <a:pt x="751819" y="117511"/>
                  </a:cubicBezTo>
                  <a:close/>
                  <a:moveTo>
                    <a:pt x="1890429" y="112889"/>
                  </a:moveTo>
                  <a:lnTo>
                    <a:pt x="1890429" y="126934"/>
                  </a:lnTo>
                  <a:lnTo>
                    <a:pt x="1941025" y="126934"/>
                  </a:lnTo>
                  <a:lnTo>
                    <a:pt x="1941025" y="112889"/>
                  </a:lnTo>
                  <a:close/>
                  <a:moveTo>
                    <a:pt x="970197" y="105710"/>
                  </a:moveTo>
                  <a:lnTo>
                    <a:pt x="970197" y="154516"/>
                  </a:lnTo>
                  <a:lnTo>
                    <a:pt x="1008683" y="154516"/>
                  </a:lnTo>
                  <a:lnTo>
                    <a:pt x="1008683" y="105710"/>
                  </a:lnTo>
                  <a:close/>
                  <a:moveTo>
                    <a:pt x="1279978" y="104367"/>
                  </a:moveTo>
                  <a:lnTo>
                    <a:pt x="1279978" y="134335"/>
                  </a:lnTo>
                  <a:lnTo>
                    <a:pt x="1329902" y="134335"/>
                  </a:lnTo>
                  <a:lnTo>
                    <a:pt x="1329902" y="104367"/>
                  </a:lnTo>
                  <a:close/>
                  <a:moveTo>
                    <a:pt x="1210012" y="104367"/>
                  </a:moveTo>
                  <a:lnTo>
                    <a:pt x="1210012" y="134335"/>
                  </a:lnTo>
                  <a:lnTo>
                    <a:pt x="1261279" y="134335"/>
                  </a:lnTo>
                  <a:lnTo>
                    <a:pt x="1261279" y="104367"/>
                  </a:lnTo>
                  <a:close/>
                  <a:moveTo>
                    <a:pt x="584653" y="104367"/>
                  </a:moveTo>
                  <a:lnTo>
                    <a:pt x="584653" y="134335"/>
                  </a:lnTo>
                  <a:lnTo>
                    <a:pt x="634577" y="134335"/>
                  </a:lnTo>
                  <a:lnTo>
                    <a:pt x="634577" y="104367"/>
                  </a:lnTo>
                  <a:close/>
                  <a:moveTo>
                    <a:pt x="514687" y="104367"/>
                  </a:moveTo>
                  <a:lnTo>
                    <a:pt x="514687" y="134335"/>
                  </a:lnTo>
                  <a:lnTo>
                    <a:pt x="565954" y="134335"/>
                  </a:lnTo>
                  <a:lnTo>
                    <a:pt x="565954" y="104367"/>
                  </a:lnTo>
                  <a:close/>
                  <a:moveTo>
                    <a:pt x="830404" y="103692"/>
                  </a:moveTo>
                  <a:lnTo>
                    <a:pt x="830404" y="121776"/>
                  </a:lnTo>
                  <a:lnTo>
                    <a:pt x="887500" y="121776"/>
                  </a:lnTo>
                  <a:lnTo>
                    <a:pt x="887500" y="103692"/>
                  </a:lnTo>
                  <a:close/>
                  <a:moveTo>
                    <a:pt x="318721" y="94723"/>
                  </a:moveTo>
                  <a:lnTo>
                    <a:pt x="318721" y="140836"/>
                  </a:lnTo>
                  <a:lnTo>
                    <a:pt x="367524" y="140836"/>
                  </a:lnTo>
                  <a:lnTo>
                    <a:pt x="367524" y="94723"/>
                  </a:lnTo>
                  <a:close/>
                  <a:moveTo>
                    <a:pt x="79700" y="93155"/>
                  </a:moveTo>
                  <a:cubicBezTo>
                    <a:pt x="87158" y="119632"/>
                    <a:pt x="98807" y="140308"/>
                    <a:pt x="114647" y="155184"/>
                  </a:cubicBezTo>
                  <a:cubicBezTo>
                    <a:pt x="133140" y="138087"/>
                    <a:pt x="146354" y="117410"/>
                    <a:pt x="154291" y="93155"/>
                  </a:cubicBezTo>
                  <a:close/>
                  <a:moveTo>
                    <a:pt x="1054218" y="92840"/>
                  </a:moveTo>
                  <a:cubicBezTo>
                    <a:pt x="1069267" y="110083"/>
                    <a:pt x="1080879" y="125671"/>
                    <a:pt x="1089054" y="139603"/>
                  </a:cubicBezTo>
                  <a:lnTo>
                    <a:pt x="1072824" y="149665"/>
                  </a:lnTo>
                  <a:cubicBezTo>
                    <a:pt x="1064718" y="133523"/>
                    <a:pt x="1053803" y="117798"/>
                    <a:pt x="1040080" y="102492"/>
                  </a:cubicBezTo>
                  <a:close/>
                  <a:moveTo>
                    <a:pt x="300022" y="77592"/>
                  </a:moveTo>
                  <a:cubicBezTo>
                    <a:pt x="310347" y="78792"/>
                    <a:pt x="324885" y="79392"/>
                    <a:pt x="343635" y="79392"/>
                  </a:cubicBezTo>
                  <a:cubicBezTo>
                    <a:pt x="362385" y="79392"/>
                    <a:pt x="376656" y="78792"/>
                    <a:pt x="386447" y="77592"/>
                  </a:cubicBezTo>
                  <a:cubicBezTo>
                    <a:pt x="385700" y="88501"/>
                    <a:pt x="385326" y="102322"/>
                    <a:pt x="385326" y="119056"/>
                  </a:cubicBezTo>
                  <a:cubicBezTo>
                    <a:pt x="385326" y="135790"/>
                    <a:pt x="385700" y="148385"/>
                    <a:pt x="386447" y="156841"/>
                  </a:cubicBezTo>
                  <a:cubicBezTo>
                    <a:pt x="372012" y="156244"/>
                    <a:pt x="356135" y="155945"/>
                    <a:pt x="338817" y="155945"/>
                  </a:cubicBezTo>
                  <a:cubicBezTo>
                    <a:pt x="321498" y="155945"/>
                    <a:pt x="308566" y="156319"/>
                    <a:pt x="300022" y="157066"/>
                  </a:cubicBezTo>
                  <a:cubicBezTo>
                    <a:pt x="300918" y="147320"/>
                    <a:pt x="301365" y="134047"/>
                    <a:pt x="301365" y="117249"/>
                  </a:cubicBezTo>
                  <a:cubicBezTo>
                    <a:pt x="301365" y="100450"/>
                    <a:pt x="300918" y="87231"/>
                    <a:pt x="300022" y="77592"/>
                  </a:cubicBezTo>
                  <a:close/>
                  <a:moveTo>
                    <a:pt x="830404" y="71623"/>
                  </a:moveTo>
                  <a:lnTo>
                    <a:pt x="830404" y="89708"/>
                  </a:lnTo>
                  <a:lnTo>
                    <a:pt x="887500" y="89708"/>
                  </a:lnTo>
                  <a:lnTo>
                    <a:pt x="887500" y="71623"/>
                  </a:lnTo>
                  <a:close/>
                  <a:moveTo>
                    <a:pt x="719858" y="64808"/>
                  </a:moveTo>
                  <a:cubicBezTo>
                    <a:pt x="737189" y="74231"/>
                    <a:pt x="751387" y="83820"/>
                    <a:pt x="762453" y="93576"/>
                  </a:cubicBezTo>
                  <a:lnTo>
                    <a:pt x="752169" y="106831"/>
                  </a:lnTo>
                  <a:cubicBezTo>
                    <a:pt x="738715" y="95547"/>
                    <a:pt x="725146" y="86281"/>
                    <a:pt x="711461" y="79035"/>
                  </a:cubicBezTo>
                  <a:close/>
                  <a:moveTo>
                    <a:pt x="1992228" y="64001"/>
                  </a:moveTo>
                  <a:cubicBezTo>
                    <a:pt x="1990461" y="68896"/>
                    <a:pt x="1988299" y="74090"/>
                    <a:pt x="1985741" y="79584"/>
                  </a:cubicBezTo>
                  <a:lnTo>
                    <a:pt x="1982303" y="86331"/>
                  </a:lnTo>
                  <a:lnTo>
                    <a:pt x="1994617" y="84321"/>
                  </a:lnTo>
                  <a:cubicBezTo>
                    <a:pt x="1995243" y="112680"/>
                    <a:pt x="1999887" y="134955"/>
                    <a:pt x="2008547" y="151148"/>
                  </a:cubicBezTo>
                  <a:cubicBezTo>
                    <a:pt x="2018415" y="132843"/>
                    <a:pt x="2024463" y="103794"/>
                    <a:pt x="2026689" y="64001"/>
                  </a:cubicBezTo>
                  <a:close/>
                  <a:moveTo>
                    <a:pt x="1279978" y="56600"/>
                  </a:moveTo>
                  <a:lnTo>
                    <a:pt x="1279978" y="89033"/>
                  </a:lnTo>
                  <a:lnTo>
                    <a:pt x="1329902" y="89033"/>
                  </a:lnTo>
                  <a:lnTo>
                    <a:pt x="1329902" y="56600"/>
                  </a:lnTo>
                  <a:close/>
                  <a:moveTo>
                    <a:pt x="1210012" y="56600"/>
                  </a:moveTo>
                  <a:lnTo>
                    <a:pt x="1210012" y="89033"/>
                  </a:lnTo>
                  <a:lnTo>
                    <a:pt x="1261279" y="89033"/>
                  </a:lnTo>
                  <a:lnTo>
                    <a:pt x="1261279" y="56600"/>
                  </a:lnTo>
                  <a:close/>
                  <a:moveTo>
                    <a:pt x="584653" y="56600"/>
                  </a:moveTo>
                  <a:lnTo>
                    <a:pt x="584653" y="89033"/>
                  </a:lnTo>
                  <a:lnTo>
                    <a:pt x="634577" y="89033"/>
                  </a:lnTo>
                  <a:lnTo>
                    <a:pt x="634577" y="56600"/>
                  </a:lnTo>
                  <a:close/>
                  <a:moveTo>
                    <a:pt x="514687" y="56600"/>
                  </a:moveTo>
                  <a:lnTo>
                    <a:pt x="514687" y="89033"/>
                  </a:lnTo>
                  <a:lnTo>
                    <a:pt x="565954" y="89033"/>
                  </a:lnTo>
                  <a:lnTo>
                    <a:pt x="565954" y="56600"/>
                  </a:lnTo>
                  <a:close/>
                  <a:moveTo>
                    <a:pt x="1903209" y="51442"/>
                  </a:moveTo>
                  <a:lnTo>
                    <a:pt x="1903209" y="73559"/>
                  </a:lnTo>
                  <a:lnTo>
                    <a:pt x="1929138" y="73559"/>
                  </a:lnTo>
                  <a:lnTo>
                    <a:pt x="1929138" y="51442"/>
                  </a:lnTo>
                  <a:close/>
                  <a:moveTo>
                    <a:pt x="970197" y="40227"/>
                  </a:moveTo>
                  <a:lnTo>
                    <a:pt x="970197" y="90829"/>
                  </a:lnTo>
                  <a:lnTo>
                    <a:pt x="1008683" y="90829"/>
                  </a:lnTo>
                  <a:lnTo>
                    <a:pt x="1008683" y="40227"/>
                  </a:lnTo>
                  <a:close/>
                  <a:moveTo>
                    <a:pt x="950601" y="22424"/>
                  </a:moveTo>
                  <a:cubicBezTo>
                    <a:pt x="957100" y="23775"/>
                    <a:pt x="970079" y="24450"/>
                    <a:pt x="989538" y="24450"/>
                  </a:cubicBezTo>
                  <a:cubicBezTo>
                    <a:pt x="1008998" y="24450"/>
                    <a:pt x="1021986" y="23775"/>
                    <a:pt x="1028504" y="22424"/>
                  </a:cubicBezTo>
                  <a:cubicBezTo>
                    <a:pt x="1027609" y="27992"/>
                    <a:pt x="1027161" y="37051"/>
                    <a:pt x="1027161" y="49603"/>
                  </a:cubicBezTo>
                  <a:lnTo>
                    <a:pt x="1027161" y="158366"/>
                  </a:lnTo>
                  <a:cubicBezTo>
                    <a:pt x="1027161" y="168039"/>
                    <a:pt x="1027684" y="178669"/>
                    <a:pt x="1028729" y="190256"/>
                  </a:cubicBezTo>
                  <a:lnTo>
                    <a:pt x="1008683" y="190256"/>
                  </a:lnTo>
                  <a:lnTo>
                    <a:pt x="1008683" y="169400"/>
                  </a:lnTo>
                  <a:lnTo>
                    <a:pt x="970197" y="169400"/>
                  </a:lnTo>
                  <a:lnTo>
                    <a:pt x="970197" y="195864"/>
                  </a:lnTo>
                  <a:lnTo>
                    <a:pt x="950376" y="195864"/>
                  </a:lnTo>
                  <a:cubicBezTo>
                    <a:pt x="951424" y="185663"/>
                    <a:pt x="951948" y="174210"/>
                    <a:pt x="951948" y="161506"/>
                  </a:cubicBezTo>
                  <a:lnTo>
                    <a:pt x="951948" y="49603"/>
                  </a:lnTo>
                  <a:cubicBezTo>
                    <a:pt x="951948" y="37830"/>
                    <a:pt x="951499" y="28770"/>
                    <a:pt x="950601" y="22424"/>
                  </a:cubicBezTo>
                  <a:close/>
                  <a:moveTo>
                    <a:pt x="1427086" y="19735"/>
                  </a:moveTo>
                  <a:cubicBezTo>
                    <a:pt x="1436634" y="20485"/>
                    <a:pt x="1462604" y="20860"/>
                    <a:pt x="1504995" y="20860"/>
                  </a:cubicBezTo>
                  <a:cubicBezTo>
                    <a:pt x="1547386" y="20860"/>
                    <a:pt x="1572875" y="20485"/>
                    <a:pt x="1581462" y="19735"/>
                  </a:cubicBezTo>
                  <a:lnTo>
                    <a:pt x="1581462" y="37873"/>
                  </a:lnTo>
                  <a:cubicBezTo>
                    <a:pt x="1575466" y="38935"/>
                    <a:pt x="1569861" y="41509"/>
                    <a:pt x="1564646" y="45595"/>
                  </a:cubicBezTo>
                  <a:lnTo>
                    <a:pt x="1515529" y="83918"/>
                  </a:lnTo>
                  <a:lnTo>
                    <a:pt x="1515529" y="96209"/>
                  </a:lnTo>
                  <a:cubicBezTo>
                    <a:pt x="1556893" y="96209"/>
                    <a:pt x="1587767" y="95386"/>
                    <a:pt x="1608147" y="93741"/>
                  </a:cubicBezTo>
                  <a:lnTo>
                    <a:pt x="1608147" y="115129"/>
                  </a:lnTo>
                  <a:cubicBezTo>
                    <a:pt x="1587485" y="113636"/>
                    <a:pt x="1556613" y="112889"/>
                    <a:pt x="1515529" y="112889"/>
                  </a:cubicBezTo>
                  <a:lnTo>
                    <a:pt x="1515529" y="190885"/>
                  </a:lnTo>
                  <a:cubicBezTo>
                    <a:pt x="1515529" y="195904"/>
                    <a:pt x="1514352" y="199895"/>
                    <a:pt x="1511998" y="202858"/>
                  </a:cubicBezTo>
                  <a:cubicBezTo>
                    <a:pt x="1509644" y="205820"/>
                    <a:pt x="1505175" y="208085"/>
                    <a:pt x="1498591" y="209653"/>
                  </a:cubicBezTo>
                  <a:cubicBezTo>
                    <a:pt x="1492007" y="211221"/>
                    <a:pt x="1481553" y="212081"/>
                    <a:pt x="1467230" y="212234"/>
                  </a:cubicBezTo>
                  <a:cubicBezTo>
                    <a:pt x="1467828" y="203649"/>
                    <a:pt x="1465585" y="195622"/>
                    <a:pt x="1460501" y="188152"/>
                  </a:cubicBezTo>
                  <a:cubicBezTo>
                    <a:pt x="1472145" y="189948"/>
                    <a:pt x="1480235" y="190845"/>
                    <a:pt x="1484770" y="190845"/>
                  </a:cubicBezTo>
                  <a:cubicBezTo>
                    <a:pt x="1489305" y="190845"/>
                    <a:pt x="1492374" y="190273"/>
                    <a:pt x="1493978" y="189129"/>
                  </a:cubicBezTo>
                  <a:cubicBezTo>
                    <a:pt x="1495582" y="187985"/>
                    <a:pt x="1496383" y="185207"/>
                    <a:pt x="1496383" y="180794"/>
                  </a:cubicBezTo>
                  <a:lnTo>
                    <a:pt x="1496383" y="112889"/>
                  </a:lnTo>
                  <a:cubicBezTo>
                    <a:pt x="1449735" y="112889"/>
                    <a:pt x="1417441" y="113636"/>
                    <a:pt x="1399503" y="115129"/>
                  </a:cubicBezTo>
                  <a:lnTo>
                    <a:pt x="1399503" y="93741"/>
                  </a:lnTo>
                  <a:cubicBezTo>
                    <a:pt x="1417218" y="95386"/>
                    <a:pt x="1449511" y="96209"/>
                    <a:pt x="1496383" y="96209"/>
                  </a:cubicBezTo>
                  <a:lnTo>
                    <a:pt x="1496383" y="76242"/>
                  </a:lnTo>
                  <a:lnTo>
                    <a:pt x="1551101" y="37312"/>
                  </a:lnTo>
                  <a:lnTo>
                    <a:pt x="1477588" y="37312"/>
                  </a:lnTo>
                  <a:cubicBezTo>
                    <a:pt x="1455855" y="37312"/>
                    <a:pt x="1439021" y="37686"/>
                    <a:pt x="1427086" y="38434"/>
                  </a:cubicBezTo>
                  <a:close/>
                  <a:moveTo>
                    <a:pt x="780755" y="18388"/>
                  </a:moveTo>
                  <a:cubicBezTo>
                    <a:pt x="784844" y="19588"/>
                    <a:pt x="807752" y="20188"/>
                    <a:pt x="849482" y="20188"/>
                  </a:cubicBezTo>
                  <a:cubicBezTo>
                    <a:pt x="891211" y="20188"/>
                    <a:pt x="914079" y="19588"/>
                    <a:pt x="918086" y="18388"/>
                  </a:cubicBezTo>
                  <a:lnTo>
                    <a:pt x="918086" y="36641"/>
                  </a:lnTo>
                  <a:cubicBezTo>
                    <a:pt x="913769" y="36117"/>
                    <a:pt x="906150" y="35724"/>
                    <a:pt x="895229" y="35462"/>
                  </a:cubicBezTo>
                  <a:lnTo>
                    <a:pt x="856403" y="35104"/>
                  </a:lnTo>
                  <a:lnTo>
                    <a:pt x="864716" y="38969"/>
                  </a:lnTo>
                  <a:cubicBezTo>
                    <a:pt x="867106" y="39446"/>
                    <a:pt x="868302" y="40962"/>
                    <a:pt x="868302" y="43520"/>
                  </a:cubicBezTo>
                  <a:cubicBezTo>
                    <a:pt x="868302" y="46077"/>
                    <a:pt x="867171" y="47792"/>
                    <a:pt x="864908" y="48663"/>
                  </a:cubicBezTo>
                  <a:cubicBezTo>
                    <a:pt x="862646" y="49535"/>
                    <a:pt x="860805" y="50714"/>
                    <a:pt x="859386" y="52200"/>
                  </a:cubicBezTo>
                  <a:cubicBezTo>
                    <a:pt x="857967" y="53685"/>
                    <a:pt x="856230" y="55349"/>
                    <a:pt x="854175" y="57190"/>
                  </a:cubicBezTo>
                  <a:lnTo>
                    <a:pt x="871849" y="57190"/>
                  </a:lnTo>
                  <a:cubicBezTo>
                    <a:pt x="887758" y="57190"/>
                    <a:pt x="899658" y="56664"/>
                    <a:pt x="907549" y="55614"/>
                  </a:cubicBezTo>
                  <a:cubicBezTo>
                    <a:pt x="906352" y="65294"/>
                    <a:pt x="905753" y="75400"/>
                    <a:pt x="905753" y="85932"/>
                  </a:cubicBezTo>
                  <a:lnTo>
                    <a:pt x="905753" y="106789"/>
                  </a:lnTo>
                  <a:cubicBezTo>
                    <a:pt x="905753" y="117554"/>
                    <a:pt x="906352" y="128034"/>
                    <a:pt x="907549" y="138228"/>
                  </a:cubicBezTo>
                  <a:cubicBezTo>
                    <a:pt x="899579" y="137033"/>
                    <a:pt x="887169" y="136360"/>
                    <a:pt x="870320" y="136210"/>
                  </a:cubicBezTo>
                  <a:lnTo>
                    <a:pt x="870320" y="193128"/>
                  </a:lnTo>
                  <a:cubicBezTo>
                    <a:pt x="870320" y="199119"/>
                    <a:pt x="869312" y="203648"/>
                    <a:pt x="867296" y="206715"/>
                  </a:cubicBezTo>
                  <a:cubicBezTo>
                    <a:pt x="865280" y="209782"/>
                    <a:pt x="861542" y="211917"/>
                    <a:pt x="856081" y="213120"/>
                  </a:cubicBezTo>
                  <a:cubicBezTo>
                    <a:pt x="850619" y="214322"/>
                    <a:pt x="841508" y="214753"/>
                    <a:pt x="828747" y="214413"/>
                  </a:cubicBezTo>
                  <a:cubicBezTo>
                    <a:pt x="829047" y="207567"/>
                    <a:pt x="827104" y="200906"/>
                    <a:pt x="822917" y="194432"/>
                  </a:cubicBezTo>
                  <a:cubicBezTo>
                    <a:pt x="832276" y="196077"/>
                    <a:pt x="838778" y="196900"/>
                    <a:pt x="842423" y="196900"/>
                  </a:cubicBezTo>
                  <a:cubicBezTo>
                    <a:pt x="846069" y="196900"/>
                    <a:pt x="848476" y="196570"/>
                    <a:pt x="849644" y="195910"/>
                  </a:cubicBezTo>
                  <a:cubicBezTo>
                    <a:pt x="850812" y="195251"/>
                    <a:pt x="851396" y="194024"/>
                    <a:pt x="851396" y="192231"/>
                  </a:cubicBezTo>
                  <a:lnTo>
                    <a:pt x="851396" y="136210"/>
                  </a:lnTo>
                  <a:cubicBezTo>
                    <a:pt x="832217" y="136210"/>
                    <a:pt x="818762" y="136883"/>
                    <a:pt x="811030" y="138228"/>
                  </a:cubicBezTo>
                  <a:cubicBezTo>
                    <a:pt x="812078" y="129332"/>
                    <a:pt x="812602" y="118852"/>
                    <a:pt x="812602" y="106789"/>
                  </a:cubicBezTo>
                  <a:lnTo>
                    <a:pt x="812602" y="85932"/>
                  </a:lnTo>
                  <a:cubicBezTo>
                    <a:pt x="812602" y="74359"/>
                    <a:pt x="812078" y="64253"/>
                    <a:pt x="811030" y="55614"/>
                  </a:cubicBezTo>
                  <a:cubicBezTo>
                    <a:pt x="819317" y="56664"/>
                    <a:pt x="828596" y="57190"/>
                    <a:pt x="838866" y="57190"/>
                  </a:cubicBezTo>
                  <a:cubicBezTo>
                    <a:pt x="840758" y="54057"/>
                    <a:pt x="842460" y="50323"/>
                    <a:pt x="843974" y="45986"/>
                  </a:cubicBezTo>
                  <a:lnTo>
                    <a:pt x="846901" y="35069"/>
                  </a:lnTo>
                  <a:lnTo>
                    <a:pt x="800354" y="35069"/>
                  </a:lnTo>
                  <a:cubicBezTo>
                    <a:pt x="801399" y="65737"/>
                    <a:pt x="801922" y="87924"/>
                    <a:pt x="801922" y="101631"/>
                  </a:cubicBezTo>
                  <a:cubicBezTo>
                    <a:pt x="801922" y="129022"/>
                    <a:pt x="800018" y="149345"/>
                    <a:pt x="796209" y="162599"/>
                  </a:cubicBezTo>
                  <a:cubicBezTo>
                    <a:pt x="792400" y="175853"/>
                    <a:pt x="783930" y="192024"/>
                    <a:pt x="770800" y="211112"/>
                  </a:cubicBezTo>
                  <a:cubicBezTo>
                    <a:pt x="767162" y="208193"/>
                    <a:pt x="764251" y="206230"/>
                    <a:pt x="762069" y="205222"/>
                  </a:cubicBezTo>
                  <a:cubicBezTo>
                    <a:pt x="759886" y="204215"/>
                    <a:pt x="756098" y="203861"/>
                    <a:pt x="750705" y="204161"/>
                  </a:cubicBezTo>
                  <a:cubicBezTo>
                    <a:pt x="764590" y="187626"/>
                    <a:pt x="773518" y="172409"/>
                    <a:pt x="777490" y="158509"/>
                  </a:cubicBezTo>
                  <a:cubicBezTo>
                    <a:pt x="781462" y="144610"/>
                    <a:pt x="783448" y="126185"/>
                    <a:pt x="783448" y="103235"/>
                  </a:cubicBezTo>
                  <a:cubicBezTo>
                    <a:pt x="783448" y="80284"/>
                    <a:pt x="782551" y="52002"/>
                    <a:pt x="780755" y="18388"/>
                  </a:cubicBezTo>
                  <a:close/>
                  <a:moveTo>
                    <a:pt x="174797" y="14127"/>
                  </a:moveTo>
                  <a:cubicBezTo>
                    <a:pt x="178002" y="20897"/>
                    <a:pt x="181809" y="26484"/>
                    <a:pt x="186217" y="30890"/>
                  </a:cubicBezTo>
                  <a:cubicBezTo>
                    <a:pt x="188014" y="32688"/>
                    <a:pt x="188913" y="34656"/>
                    <a:pt x="188913" y="36796"/>
                  </a:cubicBezTo>
                  <a:cubicBezTo>
                    <a:pt x="188913" y="38935"/>
                    <a:pt x="187900" y="40005"/>
                    <a:pt x="185874" y="40005"/>
                  </a:cubicBezTo>
                  <a:cubicBezTo>
                    <a:pt x="183847" y="40005"/>
                    <a:pt x="182314" y="39831"/>
                    <a:pt x="181273" y="39484"/>
                  </a:cubicBezTo>
                  <a:cubicBezTo>
                    <a:pt x="178754" y="38784"/>
                    <a:pt x="174704" y="38434"/>
                    <a:pt x="169125" y="38434"/>
                  </a:cubicBezTo>
                  <a:cubicBezTo>
                    <a:pt x="163546" y="38434"/>
                    <a:pt x="154427" y="38918"/>
                    <a:pt x="141770" y="39886"/>
                  </a:cubicBezTo>
                  <a:cubicBezTo>
                    <a:pt x="129112" y="40854"/>
                    <a:pt x="112640" y="41788"/>
                    <a:pt x="92353" y="42689"/>
                  </a:cubicBezTo>
                  <a:cubicBezTo>
                    <a:pt x="72066" y="43591"/>
                    <a:pt x="58429" y="43891"/>
                    <a:pt x="51443" y="43591"/>
                  </a:cubicBezTo>
                  <a:lnTo>
                    <a:pt x="51443" y="76924"/>
                  </a:lnTo>
                  <a:lnTo>
                    <a:pt x="127423" y="76924"/>
                  </a:lnTo>
                  <a:cubicBezTo>
                    <a:pt x="146904" y="76924"/>
                    <a:pt x="163888" y="76399"/>
                    <a:pt x="178373" y="75349"/>
                  </a:cubicBezTo>
                  <a:cubicBezTo>
                    <a:pt x="166521" y="115380"/>
                    <a:pt x="149327" y="145476"/>
                    <a:pt x="126791" y="165635"/>
                  </a:cubicBezTo>
                  <a:cubicBezTo>
                    <a:pt x="145744" y="178325"/>
                    <a:pt x="170113" y="186479"/>
                    <a:pt x="199900" y="190099"/>
                  </a:cubicBezTo>
                  <a:cubicBezTo>
                    <a:pt x="195162" y="195873"/>
                    <a:pt x="191202" y="202878"/>
                    <a:pt x="188020" y="211112"/>
                  </a:cubicBezTo>
                  <a:cubicBezTo>
                    <a:pt x="156014" y="202907"/>
                    <a:pt x="131174" y="191693"/>
                    <a:pt x="113500" y="177472"/>
                  </a:cubicBezTo>
                  <a:cubicBezTo>
                    <a:pt x="96481" y="191200"/>
                    <a:pt x="74563" y="203011"/>
                    <a:pt x="47746" y="212905"/>
                  </a:cubicBezTo>
                  <a:cubicBezTo>
                    <a:pt x="45195" y="205909"/>
                    <a:pt x="40642" y="200217"/>
                    <a:pt x="34087" y="195828"/>
                  </a:cubicBezTo>
                  <a:cubicBezTo>
                    <a:pt x="62688" y="187425"/>
                    <a:pt x="85040" y="177555"/>
                    <a:pt x="101142" y="166217"/>
                  </a:cubicBezTo>
                  <a:cubicBezTo>
                    <a:pt x="84873" y="148772"/>
                    <a:pt x="71625" y="124418"/>
                    <a:pt x="61397" y="93155"/>
                  </a:cubicBezTo>
                  <a:lnTo>
                    <a:pt x="51428" y="93155"/>
                  </a:lnTo>
                  <a:cubicBezTo>
                    <a:pt x="51288" y="116289"/>
                    <a:pt x="48793" y="136911"/>
                    <a:pt x="43943" y="155021"/>
                  </a:cubicBezTo>
                  <a:cubicBezTo>
                    <a:pt x="39094" y="173132"/>
                    <a:pt x="30813" y="190857"/>
                    <a:pt x="19099" y="208198"/>
                  </a:cubicBezTo>
                  <a:cubicBezTo>
                    <a:pt x="13598" y="204052"/>
                    <a:pt x="7232" y="200980"/>
                    <a:pt x="0" y="198982"/>
                  </a:cubicBezTo>
                  <a:cubicBezTo>
                    <a:pt x="21977" y="174527"/>
                    <a:pt x="32965" y="137890"/>
                    <a:pt x="32965" y="89072"/>
                  </a:cubicBezTo>
                  <a:cubicBezTo>
                    <a:pt x="32965" y="67341"/>
                    <a:pt x="32443" y="45948"/>
                    <a:pt x="31397" y="24893"/>
                  </a:cubicBezTo>
                  <a:cubicBezTo>
                    <a:pt x="45135" y="25343"/>
                    <a:pt x="58081" y="25568"/>
                    <a:pt x="70238" y="25568"/>
                  </a:cubicBezTo>
                  <a:cubicBezTo>
                    <a:pt x="122058" y="25568"/>
                    <a:pt x="156912" y="21754"/>
                    <a:pt x="174797" y="14127"/>
                  </a:cubicBezTo>
                  <a:close/>
                  <a:moveTo>
                    <a:pt x="734506" y="8298"/>
                  </a:moveTo>
                  <a:cubicBezTo>
                    <a:pt x="751825" y="18025"/>
                    <a:pt x="766000" y="27978"/>
                    <a:pt x="777030" y="38155"/>
                  </a:cubicBezTo>
                  <a:lnTo>
                    <a:pt x="764892" y="50321"/>
                  </a:lnTo>
                  <a:cubicBezTo>
                    <a:pt x="756065" y="42294"/>
                    <a:pt x="742963" y="33058"/>
                    <a:pt x="725587" y="22614"/>
                  </a:cubicBezTo>
                  <a:close/>
                  <a:moveTo>
                    <a:pt x="1666001" y="5605"/>
                  </a:moveTo>
                  <a:cubicBezTo>
                    <a:pt x="1671943" y="6655"/>
                    <a:pt x="1678610" y="7180"/>
                    <a:pt x="1686004" y="7180"/>
                  </a:cubicBezTo>
                  <a:cubicBezTo>
                    <a:pt x="1691116" y="7180"/>
                    <a:pt x="1693673" y="8224"/>
                    <a:pt x="1693673" y="10314"/>
                  </a:cubicBezTo>
                  <a:cubicBezTo>
                    <a:pt x="1693673" y="12404"/>
                    <a:pt x="1692551" y="14345"/>
                    <a:pt x="1690310" y="16140"/>
                  </a:cubicBezTo>
                  <a:cubicBezTo>
                    <a:pt x="1688068" y="17934"/>
                    <a:pt x="1686947" y="20417"/>
                    <a:pt x="1686947" y="23589"/>
                  </a:cubicBezTo>
                  <a:lnTo>
                    <a:pt x="1686947" y="52703"/>
                  </a:lnTo>
                  <a:cubicBezTo>
                    <a:pt x="1698181" y="52703"/>
                    <a:pt x="1708497" y="52029"/>
                    <a:pt x="1717893" y="50682"/>
                  </a:cubicBezTo>
                  <a:lnTo>
                    <a:pt x="1717893" y="70502"/>
                  </a:lnTo>
                  <a:cubicBezTo>
                    <a:pt x="1708361" y="69307"/>
                    <a:pt x="1698046" y="68709"/>
                    <a:pt x="1686947" y="68709"/>
                  </a:cubicBezTo>
                  <a:lnTo>
                    <a:pt x="1686947" y="106971"/>
                  </a:lnTo>
                  <a:cubicBezTo>
                    <a:pt x="1694779" y="102773"/>
                    <a:pt x="1703898" y="98213"/>
                    <a:pt x="1714304" y="93290"/>
                  </a:cubicBezTo>
                  <a:cubicBezTo>
                    <a:pt x="1713706" y="99253"/>
                    <a:pt x="1714677" y="105234"/>
                    <a:pt x="1717218" y="111232"/>
                  </a:cubicBezTo>
                  <a:cubicBezTo>
                    <a:pt x="1706281" y="115475"/>
                    <a:pt x="1696191" y="119649"/>
                    <a:pt x="1686947" y="123751"/>
                  </a:cubicBezTo>
                  <a:lnTo>
                    <a:pt x="1686947" y="185952"/>
                  </a:lnTo>
                  <a:cubicBezTo>
                    <a:pt x="1686947" y="191877"/>
                    <a:pt x="1686005" y="196550"/>
                    <a:pt x="1684121" y="199973"/>
                  </a:cubicBezTo>
                  <a:cubicBezTo>
                    <a:pt x="1682238" y="203396"/>
                    <a:pt x="1678457" y="206068"/>
                    <a:pt x="1672781" y="207987"/>
                  </a:cubicBezTo>
                  <a:cubicBezTo>
                    <a:pt x="1667104" y="209906"/>
                    <a:pt x="1657892" y="211247"/>
                    <a:pt x="1645145" y="212009"/>
                  </a:cubicBezTo>
                  <a:cubicBezTo>
                    <a:pt x="1645145" y="204217"/>
                    <a:pt x="1643576" y="196863"/>
                    <a:pt x="1640437" y="189945"/>
                  </a:cubicBezTo>
                  <a:cubicBezTo>
                    <a:pt x="1647426" y="190695"/>
                    <a:pt x="1652673" y="191071"/>
                    <a:pt x="1656179" y="191071"/>
                  </a:cubicBezTo>
                  <a:cubicBezTo>
                    <a:pt x="1661751" y="191071"/>
                    <a:pt x="1665267" y="190311"/>
                    <a:pt x="1666728" y="188793"/>
                  </a:cubicBezTo>
                  <a:cubicBezTo>
                    <a:pt x="1668189" y="187275"/>
                    <a:pt x="1668919" y="184160"/>
                    <a:pt x="1668919" y="179448"/>
                  </a:cubicBezTo>
                  <a:lnTo>
                    <a:pt x="1668919" y="130381"/>
                  </a:lnTo>
                  <a:cubicBezTo>
                    <a:pt x="1656520" y="136696"/>
                    <a:pt x="1645555" y="141779"/>
                    <a:pt x="1636022" y="145629"/>
                  </a:cubicBezTo>
                  <a:cubicBezTo>
                    <a:pt x="1634682" y="138719"/>
                    <a:pt x="1632042" y="132008"/>
                    <a:pt x="1628103" y="125498"/>
                  </a:cubicBezTo>
                  <a:cubicBezTo>
                    <a:pt x="1643870" y="121726"/>
                    <a:pt x="1657475" y="117660"/>
                    <a:pt x="1668919" y="113300"/>
                  </a:cubicBezTo>
                  <a:lnTo>
                    <a:pt x="1668919" y="68484"/>
                  </a:lnTo>
                  <a:cubicBezTo>
                    <a:pt x="1656730" y="68484"/>
                    <a:pt x="1644919" y="69156"/>
                    <a:pt x="1633486" y="70502"/>
                  </a:cubicBezTo>
                  <a:lnTo>
                    <a:pt x="1633486" y="50682"/>
                  </a:lnTo>
                  <a:cubicBezTo>
                    <a:pt x="1643564" y="52029"/>
                    <a:pt x="1655375" y="52703"/>
                    <a:pt x="1668919" y="52703"/>
                  </a:cubicBezTo>
                  <a:cubicBezTo>
                    <a:pt x="1668622" y="30693"/>
                    <a:pt x="1667649" y="14994"/>
                    <a:pt x="1666001" y="5605"/>
                  </a:cubicBezTo>
                  <a:close/>
                  <a:moveTo>
                    <a:pt x="1767396" y="4708"/>
                  </a:moveTo>
                  <a:cubicBezTo>
                    <a:pt x="1777497" y="15671"/>
                    <a:pt x="1786038" y="27703"/>
                    <a:pt x="1793017" y="40802"/>
                  </a:cubicBezTo>
                  <a:lnTo>
                    <a:pt x="1781323" y="47540"/>
                  </a:lnTo>
                  <a:lnTo>
                    <a:pt x="1781684" y="47545"/>
                  </a:lnTo>
                  <a:cubicBezTo>
                    <a:pt x="1809309" y="47545"/>
                    <a:pt x="1827439" y="46797"/>
                    <a:pt x="1836076" y="45299"/>
                  </a:cubicBezTo>
                  <a:lnTo>
                    <a:pt x="1836076" y="64898"/>
                  </a:lnTo>
                  <a:cubicBezTo>
                    <a:pt x="1828039" y="64000"/>
                    <a:pt x="1817336" y="63551"/>
                    <a:pt x="1803965" y="63551"/>
                  </a:cubicBezTo>
                  <a:lnTo>
                    <a:pt x="1740768" y="63551"/>
                  </a:lnTo>
                  <a:lnTo>
                    <a:pt x="1740768" y="119797"/>
                  </a:lnTo>
                  <a:cubicBezTo>
                    <a:pt x="1740768" y="142826"/>
                    <a:pt x="1738019" y="161059"/>
                    <a:pt x="1732522" y="174495"/>
                  </a:cubicBezTo>
                  <a:cubicBezTo>
                    <a:pt x="1727025" y="187931"/>
                    <a:pt x="1717464" y="200660"/>
                    <a:pt x="1703838" y="212680"/>
                  </a:cubicBezTo>
                  <a:cubicBezTo>
                    <a:pt x="1699485" y="207635"/>
                    <a:pt x="1694050" y="203497"/>
                    <a:pt x="1687533" y="200268"/>
                  </a:cubicBezTo>
                  <a:cubicBezTo>
                    <a:pt x="1700217" y="190314"/>
                    <a:pt x="1709369" y="179465"/>
                    <a:pt x="1714986" y="167719"/>
                  </a:cubicBezTo>
                  <a:cubicBezTo>
                    <a:pt x="1720603" y="155974"/>
                    <a:pt x="1723412" y="138315"/>
                    <a:pt x="1723412" y="114743"/>
                  </a:cubicBezTo>
                  <a:cubicBezTo>
                    <a:pt x="1723412" y="91171"/>
                    <a:pt x="1722664" y="68023"/>
                    <a:pt x="1721169" y="45299"/>
                  </a:cubicBezTo>
                  <a:cubicBezTo>
                    <a:pt x="1727528" y="46048"/>
                    <a:pt x="1735751" y="46609"/>
                    <a:pt x="1745836" y="46984"/>
                  </a:cubicBezTo>
                  <a:lnTo>
                    <a:pt x="1775050" y="47442"/>
                  </a:lnTo>
                  <a:lnTo>
                    <a:pt x="1752116" y="14298"/>
                  </a:lnTo>
                  <a:close/>
                  <a:moveTo>
                    <a:pt x="1988620" y="4261"/>
                  </a:moveTo>
                  <a:cubicBezTo>
                    <a:pt x="1995588" y="6697"/>
                    <a:pt x="2001767" y="8130"/>
                    <a:pt x="2007158" y="8558"/>
                  </a:cubicBezTo>
                  <a:cubicBezTo>
                    <a:pt x="2010818" y="8804"/>
                    <a:pt x="2012648" y="9993"/>
                    <a:pt x="2012648" y="12127"/>
                  </a:cubicBezTo>
                  <a:cubicBezTo>
                    <a:pt x="2012648" y="14260"/>
                    <a:pt x="2011511" y="16151"/>
                    <a:pt x="2009235" y="17799"/>
                  </a:cubicBezTo>
                  <a:cubicBezTo>
                    <a:pt x="2006960" y="19447"/>
                    <a:pt x="2004832" y="23901"/>
                    <a:pt x="2002852" y="31161"/>
                  </a:cubicBezTo>
                  <a:cubicBezTo>
                    <a:pt x="2000872" y="38422"/>
                    <a:pt x="1998830" y="44257"/>
                    <a:pt x="1996725" y="48667"/>
                  </a:cubicBezTo>
                  <a:lnTo>
                    <a:pt x="2031890" y="48667"/>
                  </a:lnTo>
                  <a:cubicBezTo>
                    <a:pt x="2048127" y="48667"/>
                    <a:pt x="2058607" y="48292"/>
                    <a:pt x="2063329" y="47542"/>
                  </a:cubicBezTo>
                  <a:lnTo>
                    <a:pt x="2063329" y="64898"/>
                  </a:lnTo>
                  <a:cubicBezTo>
                    <a:pt x="2057262" y="64300"/>
                    <a:pt x="2050842" y="64001"/>
                    <a:pt x="2044070" y="64001"/>
                  </a:cubicBezTo>
                  <a:cubicBezTo>
                    <a:pt x="2040260" y="111757"/>
                    <a:pt x="2031804" y="145367"/>
                    <a:pt x="2018703" y="164832"/>
                  </a:cubicBezTo>
                  <a:cubicBezTo>
                    <a:pt x="2029785" y="178078"/>
                    <a:pt x="2046156" y="188800"/>
                    <a:pt x="2067816" y="196996"/>
                  </a:cubicBezTo>
                  <a:cubicBezTo>
                    <a:pt x="2062665" y="201199"/>
                    <a:pt x="2058365" y="206577"/>
                    <a:pt x="2054914" y="213130"/>
                  </a:cubicBezTo>
                  <a:cubicBezTo>
                    <a:pt x="2034414" y="203722"/>
                    <a:pt x="2018977" y="192061"/>
                    <a:pt x="2008605" y="178147"/>
                  </a:cubicBezTo>
                  <a:cubicBezTo>
                    <a:pt x="2000659" y="189423"/>
                    <a:pt x="1985726" y="201234"/>
                    <a:pt x="1963806" y="213580"/>
                  </a:cubicBezTo>
                  <a:cubicBezTo>
                    <a:pt x="1962724" y="210884"/>
                    <a:pt x="1961125" y="208509"/>
                    <a:pt x="1959010" y="206457"/>
                  </a:cubicBezTo>
                  <a:lnTo>
                    <a:pt x="1951308" y="201395"/>
                  </a:lnTo>
                  <a:lnTo>
                    <a:pt x="1944149" y="205787"/>
                  </a:lnTo>
                  <a:cubicBezTo>
                    <a:pt x="1938380" y="207525"/>
                    <a:pt x="1928891" y="208851"/>
                    <a:pt x="1915682" y="209766"/>
                  </a:cubicBezTo>
                  <a:cubicBezTo>
                    <a:pt x="1915983" y="202731"/>
                    <a:pt x="1914113" y="196162"/>
                    <a:pt x="1910075" y="190056"/>
                  </a:cubicBezTo>
                  <a:cubicBezTo>
                    <a:pt x="1921381" y="189858"/>
                    <a:pt x="1928939" y="189517"/>
                    <a:pt x="1932751" y="189033"/>
                  </a:cubicBezTo>
                  <a:cubicBezTo>
                    <a:pt x="1936562" y="188548"/>
                    <a:pt x="1938894" y="187800"/>
                    <a:pt x="1939746" y="186788"/>
                  </a:cubicBezTo>
                  <a:cubicBezTo>
                    <a:pt x="1940599" y="185776"/>
                    <a:pt x="1941025" y="183778"/>
                    <a:pt x="1941025" y="180794"/>
                  </a:cubicBezTo>
                  <a:lnTo>
                    <a:pt x="1941025" y="166932"/>
                  </a:lnTo>
                  <a:lnTo>
                    <a:pt x="1890429" y="166932"/>
                  </a:lnTo>
                  <a:lnTo>
                    <a:pt x="1890429" y="209094"/>
                  </a:lnTo>
                  <a:lnTo>
                    <a:pt x="1870831" y="209094"/>
                  </a:lnTo>
                  <a:cubicBezTo>
                    <a:pt x="1871728" y="197750"/>
                    <a:pt x="1872177" y="188690"/>
                    <a:pt x="1872177" y="181916"/>
                  </a:cubicBezTo>
                  <a:lnTo>
                    <a:pt x="1872177" y="123834"/>
                  </a:lnTo>
                  <a:cubicBezTo>
                    <a:pt x="1872177" y="112763"/>
                    <a:pt x="1871953" y="103927"/>
                    <a:pt x="1871505" y="97327"/>
                  </a:cubicBezTo>
                  <a:cubicBezTo>
                    <a:pt x="1878373" y="98377"/>
                    <a:pt x="1893258" y="98902"/>
                    <a:pt x="1916159" y="98902"/>
                  </a:cubicBezTo>
                  <a:cubicBezTo>
                    <a:pt x="1939061" y="98902"/>
                    <a:pt x="1953432" y="98377"/>
                    <a:pt x="1959274" y="97327"/>
                  </a:cubicBezTo>
                  <a:cubicBezTo>
                    <a:pt x="1958826" y="105723"/>
                    <a:pt x="1958602" y="114260"/>
                    <a:pt x="1958602" y="122937"/>
                  </a:cubicBezTo>
                  <a:lnTo>
                    <a:pt x="1958602" y="186849"/>
                  </a:lnTo>
                  <a:lnTo>
                    <a:pt x="1955800" y="198298"/>
                  </a:lnTo>
                  <a:lnTo>
                    <a:pt x="1979476" y="183287"/>
                  </a:lnTo>
                  <a:cubicBezTo>
                    <a:pt x="1987400" y="177211"/>
                    <a:pt x="1993793" y="171055"/>
                    <a:pt x="1998657" y="164817"/>
                  </a:cubicBezTo>
                  <a:cubicBezTo>
                    <a:pt x="1989935" y="150876"/>
                    <a:pt x="1983717" y="132833"/>
                    <a:pt x="1980006" y="110688"/>
                  </a:cubicBezTo>
                  <a:lnTo>
                    <a:pt x="1978048" y="94681"/>
                  </a:lnTo>
                  <a:lnTo>
                    <a:pt x="1976883" y="96966"/>
                  </a:lnTo>
                  <a:cubicBezTo>
                    <a:pt x="1971475" y="94111"/>
                    <a:pt x="1965801" y="92578"/>
                    <a:pt x="1959859" y="92369"/>
                  </a:cubicBezTo>
                  <a:cubicBezTo>
                    <a:pt x="1960300" y="89726"/>
                    <a:pt x="1961048" y="88548"/>
                    <a:pt x="1962103" y="88836"/>
                  </a:cubicBezTo>
                  <a:cubicBezTo>
                    <a:pt x="1955333" y="88127"/>
                    <a:pt x="1938713" y="87772"/>
                    <a:pt x="1912245" y="87772"/>
                  </a:cubicBezTo>
                  <a:cubicBezTo>
                    <a:pt x="1885776" y="87772"/>
                    <a:pt x="1867262" y="88445"/>
                    <a:pt x="1856704" y="89790"/>
                  </a:cubicBezTo>
                  <a:lnTo>
                    <a:pt x="1856704" y="71538"/>
                  </a:lnTo>
                  <a:cubicBezTo>
                    <a:pt x="1867972" y="72759"/>
                    <a:pt x="1877690" y="73357"/>
                    <a:pt x="1885857" y="73331"/>
                  </a:cubicBezTo>
                  <a:lnTo>
                    <a:pt x="1885857" y="51664"/>
                  </a:lnTo>
                  <a:cubicBezTo>
                    <a:pt x="1878197" y="51957"/>
                    <a:pt x="1870198" y="52556"/>
                    <a:pt x="1861861" y="53460"/>
                  </a:cubicBezTo>
                  <a:lnTo>
                    <a:pt x="1861861" y="35208"/>
                  </a:lnTo>
                  <a:cubicBezTo>
                    <a:pt x="1870191" y="36285"/>
                    <a:pt x="1878190" y="36882"/>
                    <a:pt x="1885857" y="37001"/>
                  </a:cubicBezTo>
                  <a:cubicBezTo>
                    <a:pt x="1885712" y="24893"/>
                    <a:pt x="1885039" y="15400"/>
                    <a:pt x="1883839" y="8523"/>
                  </a:cubicBezTo>
                  <a:cubicBezTo>
                    <a:pt x="1889483" y="9123"/>
                    <a:pt x="1896299" y="9423"/>
                    <a:pt x="1904288" y="9423"/>
                  </a:cubicBezTo>
                  <a:cubicBezTo>
                    <a:pt x="1907308" y="9423"/>
                    <a:pt x="1908817" y="10290"/>
                    <a:pt x="1908817" y="12023"/>
                  </a:cubicBezTo>
                  <a:cubicBezTo>
                    <a:pt x="1908817" y="13757"/>
                    <a:pt x="1907786" y="15426"/>
                    <a:pt x="1905724" y="17031"/>
                  </a:cubicBezTo>
                  <a:cubicBezTo>
                    <a:pt x="1904048" y="18393"/>
                    <a:pt x="1903209" y="20131"/>
                    <a:pt x="1903209" y="22246"/>
                  </a:cubicBezTo>
                  <a:lnTo>
                    <a:pt x="1903209" y="37455"/>
                  </a:lnTo>
                  <a:lnTo>
                    <a:pt x="1929138" y="37455"/>
                  </a:lnTo>
                  <a:cubicBezTo>
                    <a:pt x="1929138" y="23713"/>
                    <a:pt x="1928465" y="13919"/>
                    <a:pt x="1927120" y="8073"/>
                  </a:cubicBezTo>
                  <a:cubicBezTo>
                    <a:pt x="1932763" y="8673"/>
                    <a:pt x="1939506" y="8973"/>
                    <a:pt x="1947347" y="8973"/>
                  </a:cubicBezTo>
                  <a:cubicBezTo>
                    <a:pt x="1950366" y="8973"/>
                    <a:pt x="1951876" y="9828"/>
                    <a:pt x="1951876" y="11539"/>
                  </a:cubicBezTo>
                  <a:cubicBezTo>
                    <a:pt x="1951876" y="13250"/>
                    <a:pt x="1950941" y="14928"/>
                    <a:pt x="1949072" y="16574"/>
                  </a:cubicBezTo>
                  <a:cubicBezTo>
                    <a:pt x="1947203" y="18219"/>
                    <a:pt x="1946268" y="19960"/>
                    <a:pt x="1946268" y="21796"/>
                  </a:cubicBezTo>
                  <a:lnTo>
                    <a:pt x="1946268" y="37226"/>
                  </a:lnTo>
                  <a:cubicBezTo>
                    <a:pt x="1951362" y="37255"/>
                    <a:pt x="1959435" y="36582"/>
                    <a:pt x="1970489" y="35208"/>
                  </a:cubicBezTo>
                  <a:lnTo>
                    <a:pt x="1970489" y="53460"/>
                  </a:lnTo>
                  <a:cubicBezTo>
                    <a:pt x="1961662" y="52406"/>
                    <a:pt x="1953588" y="51733"/>
                    <a:pt x="1946268" y="51442"/>
                  </a:cubicBezTo>
                  <a:lnTo>
                    <a:pt x="1946268" y="73331"/>
                  </a:lnTo>
                  <a:cubicBezTo>
                    <a:pt x="1951276" y="73357"/>
                    <a:pt x="1959499" y="72759"/>
                    <a:pt x="1970936" y="71538"/>
                  </a:cubicBezTo>
                  <a:lnTo>
                    <a:pt x="1970936" y="78042"/>
                  </a:lnTo>
                  <a:cubicBezTo>
                    <a:pt x="1979873" y="58261"/>
                    <a:pt x="1985767" y="33668"/>
                    <a:pt x="1988620" y="4261"/>
                  </a:cubicBezTo>
                  <a:close/>
                  <a:moveTo>
                    <a:pt x="1258811" y="4261"/>
                  </a:moveTo>
                  <a:cubicBezTo>
                    <a:pt x="1267098" y="5309"/>
                    <a:pt x="1274438" y="5833"/>
                    <a:pt x="1280832" y="5833"/>
                  </a:cubicBezTo>
                  <a:cubicBezTo>
                    <a:pt x="1285047" y="5833"/>
                    <a:pt x="1287154" y="7071"/>
                    <a:pt x="1287154" y="9548"/>
                  </a:cubicBezTo>
                  <a:cubicBezTo>
                    <a:pt x="1287154" y="12024"/>
                    <a:pt x="1286294" y="13607"/>
                    <a:pt x="1284573" y="14295"/>
                  </a:cubicBezTo>
                  <a:cubicBezTo>
                    <a:pt x="1282853" y="14983"/>
                    <a:pt x="1281657" y="15941"/>
                    <a:pt x="1280985" y="17170"/>
                  </a:cubicBezTo>
                  <a:cubicBezTo>
                    <a:pt x="1280314" y="18399"/>
                    <a:pt x="1279978" y="19492"/>
                    <a:pt x="1279978" y="20449"/>
                  </a:cubicBezTo>
                  <a:lnTo>
                    <a:pt x="1279978" y="40816"/>
                  </a:lnTo>
                  <a:cubicBezTo>
                    <a:pt x="1310756" y="40818"/>
                    <a:pt x="1334154" y="39921"/>
                    <a:pt x="1350172" y="38123"/>
                  </a:cubicBezTo>
                  <a:cubicBezTo>
                    <a:pt x="1349125" y="45902"/>
                    <a:pt x="1348601" y="55112"/>
                    <a:pt x="1348601" y="65751"/>
                  </a:cubicBezTo>
                  <a:lnTo>
                    <a:pt x="1348601" y="131906"/>
                  </a:lnTo>
                  <a:cubicBezTo>
                    <a:pt x="1348601" y="142522"/>
                    <a:pt x="1349349" y="153973"/>
                    <a:pt x="1350844" y="166260"/>
                  </a:cubicBezTo>
                  <a:lnTo>
                    <a:pt x="1329902" y="166260"/>
                  </a:lnTo>
                  <a:lnTo>
                    <a:pt x="1329902" y="150115"/>
                  </a:lnTo>
                  <a:lnTo>
                    <a:pt x="1279978" y="150115"/>
                  </a:lnTo>
                  <a:lnTo>
                    <a:pt x="1279978" y="179223"/>
                  </a:lnTo>
                  <a:cubicBezTo>
                    <a:pt x="1279978" y="183952"/>
                    <a:pt x="1280368" y="187215"/>
                    <a:pt x="1281146" y="189011"/>
                  </a:cubicBezTo>
                  <a:cubicBezTo>
                    <a:pt x="1281925" y="190808"/>
                    <a:pt x="1283727" y="192124"/>
                    <a:pt x="1286552" y="192958"/>
                  </a:cubicBezTo>
                  <a:cubicBezTo>
                    <a:pt x="1289377" y="193793"/>
                    <a:pt x="1294336" y="194210"/>
                    <a:pt x="1301427" y="194210"/>
                  </a:cubicBezTo>
                  <a:lnTo>
                    <a:pt x="1336896" y="193985"/>
                  </a:lnTo>
                  <a:cubicBezTo>
                    <a:pt x="1344935" y="193985"/>
                    <a:pt x="1350346" y="191543"/>
                    <a:pt x="1353128" y="186657"/>
                  </a:cubicBezTo>
                  <a:cubicBezTo>
                    <a:pt x="1355911" y="181772"/>
                    <a:pt x="1358169" y="173300"/>
                    <a:pt x="1359902" y="161242"/>
                  </a:cubicBezTo>
                  <a:cubicBezTo>
                    <a:pt x="1365343" y="165633"/>
                    <a:pt x="1371743" y="169013"/>
                    <a:pt x="1379101" y="171382"/>
                  </a:cubicBezTo>
                  <a:cubicBezTo>
                    <a:pt x="1375334" y="186982"/>
                    <a:pt x="1370614" y="197578"/>
                    <a:pt x="1364940" y="203170"/>
                  </a:cubicBezTo>
                  <a:cubicBezTo>
                    <a:pt x="1359267" y="208763"/>
                    <a:pt x="1349982" y="211559"/>
                    <a:pt x="1337085" y="211559"/>
                  </a:cubicBezTo>
                  <a:lnTo>
                    <a:pt x="1301688" y="211337"/>
                  </a:lnTo>
                  <a:cubicBezTo>
                    <a:pt x="1289553" y="211337"/>
                    <a:pt x="1280661" y="210449"/>
                    <a:pt x="1275011" y="208673"/>
                  </a:cubicBezTo>
                  <a:cubicBezTo>
                    <a:pt x="1269362" y="206896"/>
                    <a:pt x="1265661" y="203712"/>
                    <a:pt x="1263908" y="199120"/>
                  </a:cubicBezTo>
                  <a:cubicBezTo>
                    <a:pt x="1262156" y="194528"/>
                    <a:pt x="1261279" y="187447"/>
                    <a:pt x="1261279" y="177880"/>
                  </a:cubicBezTo>
                  <a:lnTo>
                    <a:pt x="1261279" y="150115"/>
                  </a:lnTo>
                  <a:lnTo>
                    <a:pt x="1210012" y="150115"/>
                  </a:lnTo>
                  <a:lnTo>
                    <a:pt x="1210012" y="170747"/>
                  </a:lnTo>
                  <a:lnTo>
                    <a:pt x="1189742" y="170747"/>
                  </a:lnTo>
                  <a:cubicBezTo>
                    <a:pt x="1191385" y="158269"/>
                    <a:pt x="1192207" y="146070"/>
                    <a:pt x="1192207" y="134149"/>
                  </a:cubicBezTo>
                  <a:lnTo>
                    <a:pt x="1192207" y="65751"/>
                  </a:lnTo>
                  <a:cubicBezTo>
                    <a:pt x="1192207" y="56122"/>
                    <a:pt x="1191684" y="46912"/>
                    <a:pt x="1190638" y="38123"/>
                  </a:cubicBezTo>
                  <a:cubicBezTo>
                    <a:pt x="1207343" y="39921"/>
                    <a:pt x="1230890" y="40818"/>
                    <a:pt x="1261279" y="40816"/>
                  </a:cubicBezTo>
                  <a:cubicBezTo>
                    <a:pt x="1261279" y="25964"/>
                    <a:pt x="1260457" y="13779"/>
                    <a:pt x="1258811" y="4261"/>
                  </a:cubicBezTo>
                  <a:close/>
                  <a:moveTo>
                    <a:pt x="563486" y="4261"/>
                  </a:moveTo>
                  <a:cubicBezTo>
                    <a:pt x="571773" y="5309"/>
                    <a:pt x="579113" y="5833"/>
                    <a:pt x="585507" y="5833"/>
                  </a:cubicBezTo>
                  <a:cubicBezTo>
                    <a:pt x="589722" y="5833"/>
                    <a:pt x="591829" y="7071"/>
                    <a:pt x="591829" y="9548"/>
                  </a:cubicBezTo>
                  <a:cubicBezTo>
                    <a:pt x="591829" y="12024"/>
                    <a:pt x="590969" y="13607"/>
                    <a:pt x="589248" y="14295"/>
                  </a:cubicBezTo>
                  <a:cubicBezTo>
                    <a:pt x="587528" y="14983"/>
                    <a:pt x="586332" y="15941"/>
                    <a:pt x="585660" y="17170"/>
                  </a:cubicBezTo>
                  <a:cubicBezTo>
                    <a:pt x="584989" y="18399"/>
                    <a:pt x="584653" y="19492"/>
                    <a:pt x="584653" y="20449"/>
                  </a:cubicBezTo>
                  <a:lnTo>
                    <a:pt x="584653" y="40816"/>
                  </a:lnTo>
                  <a:cubicBezTo>
                    <a:pt x="615431" y="40818"/>
                    <a:pt x="638829" y="39921"/>
                    <a:pt x="654848" y="38123"/>
                  </a:cubicBezTo>
                  <a:cubicBezTo>
                    <a:pt x="653800" y="45902"/>
                    <a:pt x="653276" y="55112"/>
                    <a:pt x="653276" y="65751"/>
                  </a:cubicBezTo>
                  <a:lnTo>
                    <a:pt x="653276" y="131906"/>
                  </a:lnTo>
                  <a:cubicBezTo>
                    <a:pt x="653276" y="142522"/>
                    <a:pt x="654024" y="153973"/>
                    <a:pt x="655519" y="166260"/>
                  </a:cubicBezTo>
                  <a:lnTo>
                    <a:pt x="634577" y="166260"/>
                  </a:lnTo>
                  <a:lnTo>
                    <a:pt x="634577" y="150115"/>
                  </a:lnTo>
                  <a:lnTo>
                    <a:pt x="584653" y="150115"/>
                  </a:lnTo>
                  <a:lnTo>
                    <a:pt x="584653" y="179223"/>
                  </a:lnTo>
                  <a:cubicBezTo>
                    <a:pt x="584653" y="183952"/>
                    <a:pt x="585043" y="187215"/>
                    <a:pt x="585821" y="189011"/>
                  </a:cubicBezTo>
                  <a:cubicBezTo>
                    <a:pt x="586600" y="190808"/>
                    <a:pt x="588402" y="192124"/>
                    <a:pt x="591227" y="192958"/>
                  </a:cubicBezTo>
                  <a:cubicBezTo>
                    <a:pt x="594053" y="193793"/>
                    <a:pt x="599011" y="194210"/>
                    <a:pt x="606102" y="194210"/>
                  </a:cubicBezTo>
                  <a:lnTo>
                    <a:pt x="641571" y="193985"/>
                  </a:lnTo>
                  <a:cubicBezTo>
                    <a:pt x="649610" y="193985"/>
                    <a:pt x="655021" y="191543"/>
                    <a:pt x="657803" y="186657"/>
                  </a:cubicBezTo>
                  <a:cubicBezTo>
                    <a:pt x="660586" y="181772"/>
                    <a:pt x="662844" y="173300"/>
                    <a:pt x="664577" y="161242"/>
                  </a:cubicBezTo>
                  <a:cubicBezTo>
                    <a:pt x="670019" y="165633"/>
                    <a:pt x="676418" y="169013"/>
                    <a:pt x="683776" y="171382"/>
                  </a:cubicBezTo>
                  <a:cubicBezTo>
                    <a:pt x="680009" y="186982"/>
                    <a:pt x="675289" y="197578"/>
                    <a:pt x="669616" y="203170"/>
                  </a:cubicBezTo>
                  <a:cubicBezTo>
                    <a:pt x="663942" y="208763"/>
                    <a:pt x="654657" y="211559"/>
                    <a:pt x="641760" y="211559"/>
                  </a:cubicBezTo>
                  <a:lnTo>
                    <a:pt x="606363" y="211337"/>
                  </a:lnTo>
                  <a:cubicBezTo>
                    <a:pt x="594228" y="211337"/>
                    <a:pt x="585336" y="210449"/>
                    <a:pt x="579686" y="208673"/>
                  </a:cubicBezTo>
                  <a:cubicBezTo>
                    <a:pt x="574037" y="206896"/>
                    <a:pt x="570336" y="203712"/>
                    <a:pt x="568583" y="199120"/>
                  </a:cubicBezTo>
                  <a:cubicBezTo>
                    <a:pt x="566831" y="194528"/>
                    <a:pt x="565954" y="187447"/>
                    <a:pt x="565954" y="177880"/>
                  </a:cubicBezTo>
                  <a:lnTo>
                    <a:pt x="565954" y="150115"/>
                  </a:lnTo>
                  <a:lnTo>
                    <a:pt x="514687" y="150115"/>
                  </a:lnTo>
                  <a:lnTo>
                    <a:pt x="514687" y="170747"/>
                  </a:lnTo>
                  <a:lnTo>
                    <a:pt x="494417" y="170747"/>
                  </a:lnTo>
                  <a:cubicBezTo>
                    <a:pt x="496060" y="158269"/>
                    <a:pt x="496881" y="146070"/>
                    <a:pt x="496881" y="134149"/>
                  </a:cubicBezTo>
                  <a:lnTo>
                    <a:pt x="496881" y="65751"/>
                  </a:lnTo>
                  <a:cubicBezTo>
                    <a:pt x="496881" y="56122"/>
                    <a:pt x="496359" y="46912"/>
                    <a:pt x="495313" y="38123"/>
                  </a:cubicBezTo>
                  <a:cubicBezTo>
                    <a:pt x="512018" y="39921"/>
                    <a:pt x="535565" y="40818"/>
                    <a:pt x="565954" y="40816"/>
                  </a:cubicBezTo>
                  <a:cubicBezTo>
                    <a:pt x="565954" y="25964"/>
                    <a:pt x="565132" y="13779"/>
                    <a:pt x="563486" y="4261"/>
                  </a:cubicBezTo>
                  <a:close/>
                  <a:moveTo>
                    <a:pt x="1096591" y="3811"/>
                  </a:moveTo>
                  <a:cubicBezTo>
                    <a:pt x="1102144" y="5012"/>
                    <a:pt x="1108737" y="5612"/>
                    <a:pt x="1116368" y="5612"/>
                  </a:cubicBezTo>
                  <a:cubicBezTo>
                    <a:pt x="1120436" y="5612"/>
                    <a:pt x="1122469" y="6775"/>
                    <a:pt x="1122469" y="9101"/>
                  </a:cubicBezTo>
                  <a:cubicBezTo>
                    <a:pt x="1122469" y="11428"/>
                    <a:pt x="1121610" y="13077"/>
                    <a:pt x="1119890" y="14048"/>
                  </a:cubicBezTo>
                  <a:cubicBezTo>
                    <a:pt x="1118171" y="15020"/>
                    <a:pt x="1117311" y="17527"/>
                    <a:pt x="1117311" y="21571"/>
                  </a:cubicBezTo>
                  <a:lnTo>
                    <a:pt x="1117311" y="59883"/>
                  </a:lnTo>
                  <a:cubicBezTo>
                    <a:pt x="1128153" y="59757"/>
                    <a:pt x="1139590" y="59081"/>
                    <a:pt x="1151623" y="57857"/>
                  </a:cubicBezTo>
                  <a:lnTo>
                    <a:pt x="1151623" y="77456"/>
                  </a:lnTo>
                  <a:cubicBezTo>
                    <a:pt x="1141802" y="76409"/>
                    <a:pt x="1130365" y="75885"/>
                    <a:pt x="1117311" y="75885"/>
                  </a:cubicBezTo>
                  <a:lnTo>
                    <a:pt x="1117311" y="184830"/>
                  </a:lnTo>
                  <a:cubicBezTo>
                    <a:pt x="1117311" y="192274"/>
                    <a:pt x="1116098" y="198088"/>
                    <a:pt x="1113672" y="202272"/>
                  </a:cubicBezTo>
                  <a:cubicBezTo>
                    <a:pt x="1111245" y="206456"/>
                    <a:pt x="1106467" y="209498"/>
                    <a:pt x="1099338" y="211400"/>
                  </a:cubicBezTo>
                  <a:cubicBezTo>
                    <a:pt x="1092208" y="213301"/>
                    <a:pt x="1080827" y="214252"/>
                    <a:pt x="1065194" y="214252"/>
                  </a:cubicBezTo>
                  <a:cubicBezTo>
                    <a:pt x="1065194" y="206346"/>
                    <a:pt x="1062503" y="198468"/>
                    <a:pt x="1057122" y="190617"/>
                  </a:cubicBezTo>
                  <a:cubicBezTo>
                    <a:pt x="1068766" y="192415"/>
                    <a:pt x="1077444" y="193314"/>
                    <a:pt x="1083155" y="193314"/>
                  </a:cubicBezTo>
                  <a:cubicBezTo>
                    <a:pt x="1088867" y="193314"/>
                    <a:pt x="1092945" y="192311"/>
                    <a:pt x="1095391" y="190304"/>
                  </a:cubicBezTo>
                  <a:cubicBezTo>
                    <a:pt x="1097836" y="188298"/>
                    <a:pt x="1099059" y="183932"/>
                    <a:pt x="1099059" y="177205"/>
                  </a:cubicBezTo>
                  <a:lnTo>
                    <a:pt x="1099059" y="75660"/>
                  </a:lnTo>
                  <a:lnTo>
                    <a:pt x="1072641" y="75660"/>
                  </a:lnTo>
                  <a:cubicBezTo>
                    <a:pt x="1056487" y="75660"/>
                    <a:pt x="1041596" y="76259"/>
                    <a:pt x="1027968" y="77456"/>
                  </a:cubicBezTo>
                  <a:lnTo>
                    <a:pt x="1027968" y="57857"/>
                  </a:lnTo>
                  <a:cubicBezTo>
                    <a:pt x="1041232" y="59205"/>
                    <a:pt x="1056123" y="59879"/>
                    <a:pt x="1072641" y="59879"/>
                  </a:cubicBezTo>
                  <a:lnTo>
                    <a:pt x="1099059" y="59879"/>
                  </a:lnTo>
                  <a:cubicBezTo>
                    <a:pt x="1099059" y="32290"/>
                    <a:pt x="1098236" y="13601"/>
                    <a:pt x="1096591" y="3811"/>
                  </a:cubicBezTo>
                  <a:close/>
                  <a:moveTo>
                    <a:pt x="333162" y="0"/>
                  </a:moveTo>
                  <a:cubicBezTo>
                    <a:pt x="341642" y="2882"/>
                    <a:pt x="348102" y="4681"/>
                    <a:pt x="352543" y="5397"/>
                  </a:cubicBezTo>
                  <a:cubicBezTo>
                    <a:pt x="356608" y="6300"/>
                    <a:pt x="358640" y="7848"/>
                    <a:pt x="358640" y="10043"/>
                  </a:cubicBezTo>
                  <a:cubicBezTo>
                    <a:pt x="358640" y="12237"/>
                    <a:pt x="356933" y="13944"/>
                    <a:pt x="353518" y="15165"/>
                  </a:cubicBezTo>
                  <a:cubicBezTo>
                    <a:pt x="350104" y="16385"/>
                    <a:pt x="343363" y="23516"/>
                    <a:pt x="333298" y="36558"/>
                  </a:cubicBezTo>
                  <a:lnTo>
                    <a:pt x="359941" y="36558"/>
                  </a:lnTo>
                  <a:cubicBezTo>
                    <a:pt x="395759" y="36558"/>
                    <a:pt x="418648" y="35436"/>
                    <a:pt x="428606" y="33190"/>
                  </a:cubicBezTo>
                  <a:cubicBezTo>
                    <a:pt x="427561" y="40422"/>
                    <a:pt x="427038" y="55237"/>
                    <a:pt x="427038" y="77635"/>
                  </a:cubicBezTo>
                  <a:lnTo>
                    <a:pt x="427038" y="185281"/>
                  </a:lnTo>
                  <a:cubicBezTo>
                    <a:pt x="427038" y="190874"/>
                    <a:pt x="425905" y="195196"/>
                    <a:pt x="423640" y="198246"/>
                  </a:cubicBezTo>
                  <a:cubicBezTo>
                    <a:pt x="421374" y="201297"/>
                    <a:pt x="416708" y="203568"/>
                    <a:pt x="409641" y="205060"/>
                  </a:cubicBezTo>
                  <a:cubicBezTo>
                    <a:pt x="402575" y="206552"/>
                    <a:pt x="391002" y="207373"/>
                    <a:pt x="374921" y="207523"/>
                  </a:cubicBezTo>
                  <a:cubicBezTo>
                    <a:pt x="375371" y="199891"/>
                    <a:pt x="372979" y="192387"/>
                    <a:pt x="367745" y="185013"/>
                  </a:cubicBezTo>
                  <a:cubicBezTo>
                    <a:pt x="380547" y="186808"/>
                    <a:pt x="389750" y="187706"/>
                    <a:pt x="395354" y="187706"/>
                  </a:cubicBezTo>
                  <a:cubicBezTo>
                    <a:pt x="400958" y="187706"/>
                    <a:pt x="404449" y="187018"/>
                    <a:pt x="405825" y="185641"/>
                  </a:cubicBezTo>
                  <a:cubicBezTo>
                    <a:pt x="407201" y="184265"/>
                    <a:pt x="407889" y="181678"/>
                    <a:pt x="407889" y="177880"/>
                  </a:cubicBezTo>
                  <a:lnTo>
                    <a:pt x="407889" y="51889"/>
                  </a:lnTo>
                  <a:lnTo>
                    <a:pt x="275662" y="51889"/>
                  </a:lnTo>
                  <a:lnTo>
                    <a:pt x="275662" y="207973"/>
                  </a:lnTo>
                  <a:lnTo>
                    <a:pt x="254274" y="207973"/>
                  </a:lnTo>
                  <a:cubicBezTo>
                    <a:pt x="255917" y="190763"/>
                    <a:pt x="256738" y="172061"/>
                    <a:pt x="256738" y="151866"/>
                  </a:cubicBezTo>
                  <a:lnTo>
                    <a:pt x="256738" y="77635"/>
                  </a:lnTo>
                  <a:cubicBezTo>
                    <a:pt x="256738" y="60609"/>
                    <a:pt x="256141" y="45794"/>
                    <a:pt x="254945" y="33190"/>
                  </a:cubicBezTo>
                  <a:cubicBezTo>
                    <a:pt x="262442" y="35436"/>
                    <a:pt x="274192" y="36558"/>
                    <a:pt x="290196" y="36558"/>
                  </a:cubicBezTo>
                  <a:lnTo>
                    <a:pt x="316239" y="36558"/>
                  </a:lnTo>
                  <a:cubicBezTo>
                    <a:pt x="324478" y="23988"/>
                    <a:pt x="330119" y="11802"/>
                    <a:pt x="33316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1F7929C7-4539-491E-BE02-DB0308BE7B5C}"/>
                </a:ext>
              </a:extLst>
            </p:cNvPr>
            <p:cNvSpPr/>
            <p:nvPr/>
          </p:nvSpPr>
          <p:spPr>
            <a:xfrm>
              <a:off x="3319667" y="5882375"/>
              <a:ext cx="29530" cy="344091"/>
            </a:xfrm>
            <a:custGeom>
              <a:avLst/>
              <a:gdLst>
                <a:gd name="connsiteX0" fmla="*/ 0 w 218952"/>
                <a:gd name="connsiteY0" fmla="*/ 0 h 957942"/>
                <a:gd name="connsiteX1" fmla="*/ 217715 w 218952"/>
                <a:gd name="connsiteY1" fmla="*/ 464457 h 957942"/>
                <a:gd name="connsiteX2" fmla="*/ 72572 w 218952"/>
                <a:gd name="connsiteY2" fmla="*/ 957942 h 95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52" h="957942">
                  <a:moveTo>
                    <a:pt x="0" y="0"/>
                  </a:moveTo>
                  <a:cubicBezTo>
                    <a:pt x="102810" y="152400"/>
                    <a:pt x="205620" y="304800"/>
                    <a:pt x="217715" y="464457"/>
                  </a:cubicBezTo>
                  <a:cubicBezTo>
                    <a:pt x="229810" y="624114"/>
                    <a:pt x="151191" y="791028"/>
                    <a:pt x="72572" y="957942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任意多边形: 形状 228">
              <a:extLst>
                <a:ext uri="{FF2B5EF4-FFF2-40B4-BE49-F238E27FC236}">
                  <a16:creationId xmlns:a16="http://schemas.microsoft.com/office/drawing/2014/main" id="{4C8D101F-8DF9-48BA-82C5-5A0C837E6EBA}"/>
                </a:ext>
              </a:extLst>
            </p:cNvPr>
            <p:cNvSpPr/>
            <p:nvPr/>
          </p:nvSpPr>
          <p:spPr>
            <a:xfrm flipH="1">
              <a:off x="3944515" y="5901992"/>
              <a:ext cx="29530" cy="344091"/>
            </a:xfrm>
            <a:custGeom>
              <a:avLst/>
              <a:gdLst>
                <a:gd name="connsiteX0" fmla="*/ 0 w 218952"/>
                <a:gd name="connsiteY0" fmla="*/ 0 h 957942"/>
                <a:gd name="connsiteX1" fmla="*/ 217715 w 218952"/>
                <a:gd name="connsiteY1" fmla="*/ 464457 h 957942"/>
                <a:gd name="connsiteX2" fmla="*/ 72572 w 218952"/>
                <a:gd name="connsiteY2" fmla="*/ 957942 h 95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52" h="957942">
                  <a:moveTo>
                    <a:pt x="0" y="0"/>
                  </a:moveTo>
                  <a:cubicBezTo>
                    <a:pt x="102810" y="152400"/>
                    <a:pt x="205620" y="304800"/>
                    <a:pt x="217715" y="464457"/>
                  </a:cubicBezTo>
                  <a:cubicBezTo>
                    <a:pt x="229810" y="624114"/>
                    <a:pt x="151191" y="791028"/>
                    <a:pt x="72572" y="957942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8" name="文本框 237">
            <a:extLst>
              <a:ext uri="{FF2B5EF4-FFF2-40B4-BE49-F238E27FC236}">
                <a16:creationId xmlns:a16="http://schemas.microsoft.com/office/drawing/2014/main" id="{35C7B52E-72AD-4D2D-8D63-66217F0D4B93}"/>
              </a:ext>
            </a:extLst>
          </p:cNvPr>
          <p:cNvSpPr txBox="1"/>
          <p:nvPr/>
        </p:nvSpPr>
        <p:spPr>
          <a:xfrm>
            <a:off x="1032731" y="1075318"/>
            <a:ext cx="747459" cy="254305"/>
          </a:xfrm>
          <a:custGeom>
            <a:avLst/>
            <a:gdLst/>
            <a:ahLst/>
            <a:cxnLst/>
            <a:rect l="l" t="t" r="r" b="b"/>
            <a:pathLst>
              <a:path w="1077930" h="366740">
                <a:moveTo>
                  <a:pt x="1023073" y="197611"/>
                </a:moveTo>
                <a:cubicBezTo>
                  <a:pt x="1033599" y="197611"/>
                  <a:pt x="1043285" y="198262"/>
                  <a:pt x="1052129" y="199564"/>
                </a:cubicBezTo>
                <a:cubicBezTo>
                  <a:pt x="1060974" y="200867"/>
                  <a:pt x="1069574" y="202766"/>
                  <a:pt x="1077930" y="205262"/>
                </a:cubicBezTo>
                <a:lnTo>
                  <a:pt x="1070117" y="242050"/>
                </a:lnTo>
                <a:lnTo>
                  <a:pt x="1055629" y="242050"/>
                </a:lnTo>
                <a:cubicBezTo>
                  <a:pt x="1054435" y="232283"/>
                  <a:pt x="1051207" y="225067"/>
                  <a:pt x="1045944" y="220400"/>
                </a:cubicBezTo>
                <a:cubicBezTo>
                  <a:pt x="1040680" y="215734"/>
                  <a:pt x="1032514" y="213401"/>
                  <a:pt x="1021445" y="213401"/>
                </a:cubicBezTo>
                <a:cubicBezTo>
                  <a:pt x="1016996" y="213401"/>
                  <a:pt x="1012872" y="213998"/>
                  <a:pt x="1009074" y="215191"/>
                </a:cubicBezTo>
                <a:cubicBezTo>
                  <a:pt x="1005275" y="216385"/>
                  <a:pt x="1002020" y="218040"/>
                  <a:pt x="999307" y="220156"/>
                </a:cubicBezTo>
                <a:cubicBezTo>
                  <a:pt x="996594" y="222272"/>
                  <a:pt x="994478" y="224795"/>
                  <a:pt x="992958" y="227725"/>
                </a:cubicBezTo>
                <a:cubicBezTo>
                  <a:pt x="991439" y="230655"/>
                  <a:pt x="990679" y="233857"/>
                  <a:pt x="990679" y="237329"/>
                </a:cubicBezTo>
                <a:cubicBezTo>
                  <a:pt x="990679" y="240477"/>
                  <a:pt x="991059" y="243352"/>
                  <a:pt x="991819" y="245957"/>
                </a:cubicBezTo>
                <a:cubicBezTo>
                  <a:pt x="992579" y="248561"/>
                  <a:pt x="994071" y="251112"/>
                  <a:pt x="996295" y="253608"/>
                </a:cubicBezTo>
                <a:cubicBezTo>
                  <a:pt x="998520" y="256103"/>
                  <a:pt x="1001667" y="258708"/>
                  <a:pt x="1005737" y="261421"/>
                </a:cubicBezTo>
                <a:cubicBezTo>
                  <a:pt x="1009806" y="264134"/>
                  <a:pt x="1015151" y="267227"/>
                  <a:pt x="1021771" y="270699"/>
                </a:cubicBezTo>
                <a:cubicBezTo>
                  <a:pt x="1028716" y="274498"/>
                  <a:pt x="1034495" y="278133"/>
                  <a:pt x="1039107" y="281606"/>
                </a:cubicBezTo>
                <a:cubicBezTo>
                  <a:pt x="1043719" y="285078"/>
                  <a:pt x="1047382" y="288605"/>
                  <a:pt x="1050095" y="292187"/>
                </a:cubicBezTo>
                <a:cubicBezTo>
                  <a:pt x="1052808" y="295768"/>
                  <a:pt x="1054707" y="299593"/>
                  <a:pt x="1055792" y="303663"/>
                </a:cubicBezTo>
                <a:cubicBezTo>
                  <a:pt x="1056877" y="307732"/>
                  <a:pt x="1057420" y="312263"/>
                  <a:pt x="1057420" y="317255"/>
                </a:cubicBezTo>
                <a:cubicBezTo>
                  <a:pt x="1057420" y="324960"/>
                  <a:pt x="1055846" y="331878"/>
                  <a:pt x="1052699" y="338009"/>
                </a:cubicBezTo>
                <a:cubicBezTo>
                  <a:pt x="1049552" y="344141"/>
                  <a:pt x="1045157" y="349323"/>
                  <a:pt x="1039514" y="353555"/>
                </a:cubicBezTo>
                <a:cubicBezTo>
                  <a:pt x="1033871" y="357787"/>
                  <a:pt x="1027224" y="361043"/>
                  <a:pt x="1019573" y="363322"/>
                </a:cubicBezTo>
                <a:cubicBezTo>
                  <a:pt x="1011922" y="365601"/>
                  <a:pt x="1003539" y="366740"/>
                  <a:pt x="994423" y="366740"/>
                </a:cubicBezTo>
                <a:cubicBezTo>
                  <a:pt x="984440" y="366740"/>
                  <a:pt x="974618" y="366089"/>
                  <a:pt x="964960" y="364787"/>
                </a:cubicBezTo>
                <a:cubicBezTo>
                  <a:pt x="955302" y="363485"/>
                  <a:pt x="945101" y="361260"/>
                  <a:pt x="934357" y="358113"/>
                </a:cubicBezTo>
                <a:lnTo>
                  <a:pt x="942822" y="320999"/>
                </a:lnTo>
                <a:lnTo>
                  <a:pt x="956984" y="320999"/>
                </a:lnTo>
                <a:cubicBezTo>
                  <a:pt x="957526" y="331091"/>
                  <a:pt x="960701" y="338660"/>
                  <a:pt x="966507" y="343707"/>
                </a:cubicBezTo>
                <a:cubicBezTo>
                  <a:pt x="972312" y="348753"/>
                  <a:pt x="981292" y="351276"/>
                  <a:pt x="993447" y="351276"/>
                </a:cubicBezTo>
                <a:cubicBezTo>
                  <a:pt x="1004299" y="351276"/>
                  <a:pt x="1012845" y="348943"/>
                  <a:pt x="1019085" y="344276"/>
                </a:cubicBezTo>
                <a:cubicBezTo>
                  <a:pt x="1025325" y="339610"/>
                  <a:pt x="1028445" y="333099"/>
                  <a:pt x="1028445" y="324743"/>
                </a:cubicBezTo>
                <a:cubicBezTo>
                  <a:pt x="1028445" y="320944"/>
                  <a:pt x="1028065" y="317662"/>
                  <a:pt x="1027305" y="314894"/>
                </a:cubicBezTo>
                <a:cubicBezTo>
                  <a:pt x="1026546" y="312127"/>
                  <a:pt x="1025053" y="309496"/>
                  <a:pt x="1022829" y="307000"/>
                </a:cubicBezTo>
                <a:cubicBezTo>
                  <a:pt x="1020604" y="304504"/>
                  <a:pt x="1017565" y="301926"/>
                  <a:pt x="1013713" y="299268"/>
                </a:cubicBezTo>
                <a:cubicBezTo>
                  <a:pt x="1009860" y="296609"/>
                  <a:pt x="1004841" y="293543"/>
                  <a:pt x="998656" y="290070"/>
                </a:cubicBezTo>
                <a:cubicBezTo>
                  <a:pt x="992253" y="286489"/>
                  <a:pt x="986746" y="282962"/>
                  <a:pt x="982133" y="279490"/>
                </a:cubicBezTo>
                <a:cubicBezTo>
                  <a:pt x="977521" y="276017"/>
                  <a:pt x="973723" y="272490"/>
                  <a:pt x="970739" y="268909"/>
                </a:cubicBezTo>
                <a:cubicBezTo>
                  <a:pt x="967754" y="265328"/>
                  <a:pt x="965557" y="261584"/>
                  <a:pt x="964146" y="257677"/>
                </a:cubicBezTo>
                <a:cubicBezTo>
                  <a:pt x="962735" y="253770"/>
                  <a:pt x="962030" y="249592"/>
                  <a:pt x="962030" y="245143"/>
                </a:cubicBezTo>
                <a:cubicBezTo>
                  <a:pt x="962030" y="238306"/>
                  <a:pt x="963468" y="231985"/>
                  <a:pt x="966344" y="226179"/>
                </a:cubicBezTo>
                <a:cubicBezTo>
                  <a:pt x="969220" y="220373"/>
                  <a:pt x="973316" y="215354"/>
                  <a:pt x="978634" y="211122"/>
                </a:cubicBezTo>
                <a:cubicBezTo>
                  <a:pt x="983951" y="206889"/>
                  <a:pt x="990354" y="203580"/>
                  <a:pt x="997842" y="201192"/>
                </a:cubicBezTo>
                <a:cubicBezTo>
                  <a:pt x="1005330" y="198805"/>
                  <a:pt x="1013740" y="197611"/>
                  <a:pt x="1023073" y="197611"/>
                </a:cubicBezTo>
                <a:close/>
                <a:moveTo>
                  <a:pt x="321469" y="169441"/>
                </a:moveTo>
                <a:lnTo>
                  <a:pt x="596504" y="169441"/>
                </a:lnTo>
                <a:lnTo>
                  <a:pt x="596504" y="199132"/>
                </a:lnTo>
                <a:lnTo>
                  <a:pt x="321469" y="199132"/>
                </a:lnTo>
                <a:close/>
                <a:moveTo>
                  <a:pt x="321469" y="76795"/>
                </a:moveTo>
                <a:lnTo>
                  <a:pt x="596504" y="76795"/>
                </a:lnTo>
                <a:lnTo>
                  <a:pt x="596504" y="106486"/>
                </a:lnTo>
                <a:lnTo>
                  <a:pt x="321469" y="106486"/>
                </a:lnTo>
                <a:close/>
                <a:moveTo>
                  <a:pt x="842219" y="0"/>
                </a:moveTo>
                <a:lnTo>
                  <a:pt x="873026" y="0"/>
                </a:lnTo>
                <a:lnTo>
                  <a:pt x="860748" y="55141"/>
                </a:lnTo>
                <a:lnTo>
                  <a:pt x="928614" y="55141"/>
                </a:lnTo>
                <a:lnTo>
                  <a:pt x="923702" y="77688"/>
                </a:lnTo>
                <a:lnTo>
                  <a:pt x="855837" y="77688"/>
                </a:lnTo>
                <a:lnTo>
                  <a:pt x="835968" y="164306"/>
                </a:lnTo>
                <a:cubicBezTo>
                  <a:pt x="832098" y="181124"/>
                  <a:pt x="829643" y="193216"/>
                  <a:pt x="828601" y="200583"/>
                </a:cubicBezTo>
                <a:cubicBezTo>
                  <a:pt x="827559" y="207950"/>
                  <a:pt x="827038" y="213866"/>
                  <a:pt x="827038" y="218331"/>
                </a:cubicBezTo>
                <a:cubicBezTo>
                  <a:pt x="827038" y="236785"/>
                  <a:pt x="834703" y="246013"/>
                  <a:pt x="850032" y="246013"/>
                </a:cubicBezTo>
                <a:cubicBezTo>
                  <a:pt x="856581" y="246013"/>
                  <a:pt x="863538" y="243520"/>
                  <a:pt x="870905" y="238534"/>
                </a:cubicBezTo>
                <a:cubicBezTo>
                  <a:pt x="878272" y="233548"/>
                  <a:pt x="887016" y="225028"/>
                  <a:pt x="897136" y="212973"/>
                </a:cubicBezTo>
                <a:lnTo>
                  <a:pt x="910084" y="226367"/>
                </a:lnTo>
                <a:cubicBezTo>
                  <a:pt x="897136" y="241994"/>
                  <a:pt x="884672" y="253528"/>
                  <a:pt x="872691" y="260970"/>
                </a:cubicBezTo>
                <a:cubicBezTo>
                  <a:pt x="860711" y="268411"/>
                  <a:pt x="848172" y="272132"/>
                  <a:pt x="835075" y="272132"/>
                </a:cubicBezTo>
                <a:cubicBezTo>
                  <a:pt x="803970" y="272132"/>
                  <a:pt x="788417" y="256431"/>
                  <a:pt x="788417" y="225028"/>
                </a:cubicBezTo>
                <a:cubicBezTo>
                  <a:pt x="788417" y="215056"/>
                  <a:pt x="789682" y="204564"/>
                  <a:pt x="792213" y="193551"/>
                </a:cubicBezTo>
                <a:lnTo>
                  <a:pt x="818555" y="77688"/>
                </a:lnTo>
                <a:lnTo>
                  <a:pt x="781050" y="77688"/>
                </a:lnTo>
                <a:lnTo>
                  <a:pt x="784399" y="62284"/>
                </a:lnTo>
                <a:cubicBezTo>
                  <a:pt x="793180" y="62135"/>
                  <a:pt x="799840" y="61466"/>
                  <a:pt x="804379" y="60275"/>
                </a:cubicBezTo>
                <a:cubicBezTo>
                  <a:pt x="808918" y="59084"/>
                  <a:pt x="812714" y="57447"/>
                  <a:pt x="815765" y="55364"/>
                </a:cubicBezTo>
                <a:cubicBezTo>
                  <a:pt x="818816" y="53280"/>
                  <a:pt x="821606" y="50304"/>
                  <a:pt x="824136" y="46434"/>
                </a:cubicBezTo>
                <a:cubicBezTo>
                  <a:pt x="826666" y="42565"/>
                  <a:pt x="829122" y="37616"/>
                  <a:pt x="831503" y="31588"/>
                </a:cubicBezTo>
                <a:cubicBezTo>
                  <a:pt x="833884" y="25561"/>
                  <a:pt x="837456" y="15031"/>
                  <a:pt x="842219" y="0"/>
                </a:cubicBezTo>
                <a:close/>
                <a:moveTo>
                  <a:pt x="61169" y="0"/>
                </a:moveTo>
                <a:lnTo>
                  <a:pt x="91976" y="0"/>
                </a:lnTo>
                <a:lnTo>
                  <a:pt x="79698" y="55141"/>
                </a:lnTo>
                <a:lnTo>
                  <a:pt x="147563" y="55141"/>
                </a:lnTo>
                <a:lnTo>
                  <a:pt x="142652" y="77688"/>
                </a:lnTo>
                <a:lnTo>
                  <a:pt x="74787" y="77688"/>
                </a:lnTo>
                <a:lnTo>
                  <a:pt x="54918" y="164306"/>
                </a:lnTo>
                <a:cubicBezTo>
                  <a:pt x="51048" y="181124"/>
                  <a:pt x="48593" y="193216"/>
                  <a:pt x="47551" y="200583"/>
                </a:cubicBezTo>
                <a:cubicBezTo>
                  <a:pt x="46509" y="207950"/>
                  <a:pt x="45988" y="213866"/>
                  <a:pt x="45988" y="218331"/>
                </a:cubicBezTo>
                <a:cubicBezTo>
                  <a:pt x="45988" y="236785"/>
                  <a:pt x="53653" y="246013"/>
                  <a:pt x="68982" y="246013"/>
                </a:cubicBezTo>
                <a:cubicBezTo>
                  <a:pt x="75531" y="246013"/>
                  <a:pt x="82488" y="243520"/>
                  <a:pt x="89855" y="238534"/>
                </a:cubicBezTo>
                <a:cubicBezTo>
                  <a:pt x="97222" y="233548"/>
                  <a:pt x="105966" y="225028"/>
                  <a:pt x="116086" y="212973"/>
                </a:cubicBezTo>
                <a:lnTo>
                  <a:pt x="129034" y="226367"/>
                </a:lnTo>
                <a:cubicBezTo>
                  <a:pt x="116086" y="241994"/>
                  <a:pt x="103622" y="253528"/>
                  <a:pt x="91641" y="260970"/>
                </a:cubicBezTo>
                <a:cubicBezTo>
                  <a:pt x="79661" y="268411"/>
                  <a:pt x="67122" y="272132"/>
                  <a:pt x="54025" y="272132"/>
                </a:cubicBezTo>
                <a:cubicBezTo>
                  <a:pt x="22920" y="272132"/>
                  <a:pt x="7367" y="256431"/>
                  <a:pt x="7367" y="225028"/>
                </a:cubicBezTo>
                <a:cubicBezTo>
                  <a:pt x="7367" y="215056"/>
                  <a:pt x="8632" y="204564"/>
                  <a:pt x="11163" y="193551"/>
                </a:cubicBezTo>
                <a:lnTo>
                  <a:pt x="37505" y="77688"/>
                </a:lnTo>
                <a:lnTo>
                  <a:pt x="0" y="77688"/>
                </a:lnTo>
                <a:lnTo>
                  <a:pt x="3349" y="62284"/>
                </a:lnTo>
                <a:cubicBezTo>
                  <a:pt x="12130" y="62135"/>
                  <a:pt x="18790" y="61466"/>
                  <a:pt x="23329" y="60275"/>
                </a:cubicBezTo>
                <a:cubicBezTo>
                  <a:pt x="27868" y="59084"/>
                  <a:pt x="31664" y="57447"/>
                  <a:pt x="34715" y="55364"/>
                </a:cubicBezTo>
                <a:cubicBezTo>
                  <a:pt x="37766" y="53280"/>
                  <a:pt x="40556" y="50304"/>
                  <a:pt x="43086" y="46434"/>
                </a:cubicBezTo>
                <a:cubicBezTo>
                  <a:pt x="45616" y="42565"/>
                  <a:pt x="48072" y="37616"/>
                  <a:pt x="50453" y="31588"/>
                </a:cubicBezTo>
                <a:cubicBezTo>
                  <a:pt x="52834" y="25561"/>
                  <a:pt x="56406" y="15031"/>
                  <a:pt x="611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EDC2CBB7-FF5D-4833-BD42-9A99CDF59AB8}"/>
              </a:ext>
            </a:extLst>
          </p:cNvPr>
          <p:cNvSpPr/>
          <p:nvPr/>
        </p:nvSpPr>
        <p:spPr>
          <a:xfrm>
            <a:off x="4320364" y="1992045"/>
            <a:ext cx="84403" cy="8484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CF11A4A5-0F5A-44F4-A27C-BF0D823878E4}"/>
              </a:ext>
            </a:extLst>
          </p:cNvPr>
          <p:cNvCxnSpPr>
            <a:stCxn id="239" idx="0"/>
          </p:cNvCxnSpPr>
          <p:nvPr/>
        </p:nvCxnSpPr>
        <p:spPr>
          <a:xfrm flipV="1">
            <a:off x="4362566" y="1482924"/>
            <a:ext cx="210987" cy="5091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文本框 243">
            <a:extLst>
              <a:ext uri="{FF2B5EF4-FFF2-40B4-BE49-F238E27FC236}">
                <a16:creationId xmlns:a16="http://schemas.microsoft.com/office/drawing/2014/main" id="{A2325798-59FB-4A8D-8180-804AEDCFD69F}"/>
              </a:ext>
            </a:extLst>
          </p:cNvPr>
          <p:cNvSpPr txBox="1"/>
          <p:nvPr/>
        </p:nvSpPr>
        <p:spPr>
          <a:xfrm>
            <a:off x="3846495" y="1261652"/>
            <a:ext cx="1365918" cy="202715"/>
          </a:xfrm>
          <a:custGeom>
            <a:avLst/>
            <a:gdLst/>
            <a:ahLst/>
            <a:cxnLst/>
            <a:rect l="l" t="t" r="r" b="b"/>
            <a:pathLst>
              <a:path w="2831134" h="420167">
                <a:moveTo>
                  <a:pt x="751789" y="320040"/>
                </a:moveTo>
                <a:cubicBezTo>
                  <a:pt x="751179" y="327965"/>
                  <a:pt x="752246" y="336804"/>
                  <a:pt x="754989" y="346558"/>
                </a:cubicBezTo>
                <a:cubicBezTo>
                  <a:pt x="683666" y="361493"/>
                  <a:pt x="635965" y="373228"/>
                  <a:pt x="611886" y="381762"/>
                </a:cubicBezTo>
                <a:cubicBezTo>
                  <a:pt x="610362" y="369570"/>
                  <a:pt x="605942" y="357835"/>
                  <a:pt x="598627" y="346558"/>
                </a:cubicBezTo>
                <a:cubicBezTo>
                  <a:pt x="644956" y="344424"/>
                  <a:pt x="696010" y="335585"/>
                  <a:pt x="751789" y="320040"/>
                </a:cubicBezTo>
                <a:close/>
                <a:moveTo>
                  <a:pt x="803452" y="267462"/>
                </a:moveTo>
                <a:lnTo>
                  <a:pt x="803452" y="357530"/>
                </a:lnTo>
                <a:lnTo>
                  <a:pt x="948385" y="357530"/>
                </a:lnTo>
                <a:lnTo>
                  <a:pt x="948385" y="267462"/>
                </a:lnTo>
                <a:close/>
                <a:moveTo>
                  <a:pt x="2345588" y="251917"/>
                </a:moveTo>
                <a:cubicBezTo>
                  <a:pt x="2354122" y="261976"/>
                  <a:pt x="2362504" y="268529"/>
                  <a:pt x="2370734" y="271577"/>
                </a:cubicBezTo>
                <a:cubicBezTo>
                  <a:pt x="2375001" y="273101"/>
                  <a:pt x="2377135" y="275006"/>
                  <a:pt x="2377135" y="277292"/>
                </a:cubicBezTo>
                <a:cubicBezTo>
                  <a:pt x="2377135" y="279578"/>
                  <a:pt x="2374468" y="281711"/>
                  <a:pt x="2369134" y="283693"/>
                </a:cubicBezTo>
                <a:cubicBezTo>
                  <a:pt x="2363800" y="285674"/>
                  <a:pt x="2353056" y="295961"/>
                  <a:pt x="2336901" y="314554"/>
                </a:cubicBezTo>
                <a:cubicBezTo>
                  <a:pt x="2300020" y="356921"/>
                  <a:pt x="2251557" y="389230"/>
                  <a:pt x="2191512" y="411480"/>
                </a:cubicBezTo>
                <a:cubicBezTo>
                  <a:pt x="2187244" y="402946"/>
                  <a:pt x="2179015" y="394564"/>
                  <a:pt x="2166823" y="386334"/>
                </a:cubicBezTo>
                <a:cubicBezTo>
                  <a:pt x="2255520" y="362864"/>
                  <a:pt x="2315108" y="318059"/>
                  <a:pt x="2345588" y="251917"/>
                </a:cubicBezTo>
                <a:close/>
                <a:moveTo>
                  <a:pt x="1729282" y="251917"/>
                </a:moveTo>
                <a:lnTo>
                  <a:pt x="1729282" y="350215"/>
                </a:lnTo>
                <a:lnTo>
                  <a:pt x="1854098" y="350215"/>
                </a:lnTo>
                <a:lnTo>
                  <a:pt x="1854098" y="251917"/>
                </a:lnTo>
                <a:close/>
                <a:moveTo>
                  <a:pt x="773734" y="242316"/>
                </a:moveTo>
                <a:cubicBezTo>
                  <a:pt x="790498" y="244450"/>
                  <a:pt x="824788" y="245516"/>
                  <a:pt x="876604" y="245516"/>
                </a:cubicBezTo>
                <a:cubicBezTo>
                  <a:pt x="928420" y="245516"/>
                  <a:pt x="962253" y="244450"/>
                  <a:pt x="978103" y="242316"/>
                </a:cubicBezTo>
                <a:cubicBezTo>
                  <a:pt x="975969" y="256032"/>
                  <a:pt x="974902" y="273253"/>
                  <a:pt x="974902" y="293980"/>
                </a:cubicBezTo>
                <a:lnTo>
                  <a:pt x="974902" y="346558"/>
                </a:lnTo>
                <a:cubicBezTo>
                  <a:pt x="974902" y="364846"/>
                  <a:pt x="976122" y="386791"/>
                  <a:pt x="978560" y="412394"/>
                </a:cubicBezTo>
                <a:lnTo>
                  <a:pt x="948385" y="412394"/>
                </a:lnTo>
                <a:lnTo>
                  <a:pt x="948385" y="379933"/>
                </a:lnTo>
                <a:lnTo>
                  <a:pt x="803452" y="379933"/>
                </a:lnTo>
                <a:lnTo>
                  <a:pt x="803452" y="415595"/>
                </a:lnTo>
                <a:lnTo>
                  <a:pt x="771906" y="415595"/>
                </a:lnTo>
                <a:cubicBezTo>
                  <a:pt x="774954" y="393954"/>
                  <a:pt x="776478" y="369570"/>
                  <a:pt x="776478" y="342443"/>
                </a:cubicBezTo>
                <a:lnTo>
                  <a:pt x="776478" y="293980"/>
                </a:lnTo>
                <a:cubicBezTo>
                  <a:pt x="776478" y="275692"/>
                  <a:pt x="775563" y="258470"/>
                  <a:pt x="773734" y="242316"/>
                </a:cubicBezTo>
                <a:close/>
                <a:moveTo>
                  <a:pt x="1698193" y="225857"/>
                </a:moveTo>
                <a:cubicBezTo>
                  <a:pt x="1723186" y="227686"/>
                  <a:pt x="1754428" y="228600"/>
                  <a:pt x="1791919" y="228600"/>
                </a:cubicBezTo>
                <a:cubicBezTo>
                  <a:pt x="1829409" y="228600"/>
                  <a:pt x="1860499" y="227686"/>
                  <a:pt x="1885188" y="225857"/>
                </a:cubicBezTo>
                <a:cubicBezTo>
                  <a:pt x="1883968" y="231648"/>
                  <a:pt x="1883359" y="240335"/>
                  <a:pt x="1883359" y="251917"/>
                </a:cubicBezTo>
                <a:lnTo>
                  <a:pt x="1883359" y="362560"/>
                </a:lnTo>
                <a:cubicBezTo>
                  <a:pt x="1883359" y="383896"/>
                  <a:pt x="1883816" y="398983"/>
                  <a:pt x="1884730" y="407822"/>
                </a:cubicBezTo>
                <a:lnTo>
                  <a:pt x="1854098" y="407822"/>
                </a:lnTo>
                <a:lnTo>
                  <a:pt x="1854098" y="372161"/>
                </a:lnTo>
                <a:lnTo>
                  <a:pt x="1729282" y="372161"/>
                </a:lnTo>
                <a:lnTo>
                  <a:pt x="1729282" y="414681"/>
                </a:lnTo>
                <a:lnTo>
                  <a:pt x="1698193" y="414681"/>
                </a:lnTo>
                <a:cubicBezTo>
                  <a:pt x="1699717" y="402793"/>
                  <a:pt x="1700479" y="386182"/>
                  <a:pt x="1700479" y="364846"/>
                </a:cubicBezTo>
                <a:lnTo>
                  <a:pt x="1700479" y="251917"/>
                </a:lnTo>
                <a:cubicBezTo>
                  <a:pt x="1700479" y="241859"/>
                  <a:pt x="1699717" y="233172"/>
                  <a:pt x="1698193" y="225857"/>
                </a:cubicBezTo>
                <a:close/>
                <a:moveTo>
                  <a:pt x="2335987" y="133045"/>
                </a:moveTo>
                <a:cubicBezTo>
                  <a:pt x="2344521" y="143104"/>
                  <a:pt x="2353513" y="151028"/>
                  <a:pt x="2362961" y="156820"/>
                </a:cubicBezTo>
                <a:cubicBezTo>
                  <a:pt x="2366009" y="158953"/>
                  <a:pt x="2367534" y="161087"/>
                  <a:pt x="2367534" y="163220"/>
                </a:cubicBezTo>
                <a:cubicBezTo>
                  <a:pt x="2367534" y="165354"/>
                  <a:pt x="2365705" y="166573"/>
                  <a:pt x="2362047" y="166878"/>
                </a:cubicBezTo>
                <a:cubicBezTo>
                  <a:pt x="2354427" y="167488"/>
                  <a:pt x="2343911" y="174041"/>
                  <a:pt x="2330500" y="186538"/>
                </a:cubicBezTo>
                <a:cubicBezTo>
                  <a:pt x="2306421" y="209093"/>
                  <a:pt x="2288209" y="225095"/>
                  <a:pt x="2275865" y="234544"/>
                </a:cubicBezTo>
                <a:cubicBezTo>
                  <a:pt x="2263521" y="243992"/>
                  <a:pt x="2248662" y="254051"/>
                  <a:pt x="2231288" y="264719"/>
                </a:cubicBezTo>
                <a:cubicBezTo>
                  <a:pt x="2225497" y="256489"/>
                  <a:pt x="2217115" y="249326"/>
                  <a:pt x="2206142" y="243230"/>
                </a:cubicBezTo>
                <a:cubicBezTo>
                  <a:pt x="2268016" y="213970"/>
                  <a:pt x="2311298" y="177241"/>
                  <a:pt x="2335987" y="133045"/>
                </a:cubicBezTo>
                <a:close/>
                <a:moveTo>
                  <a:pt x="1589379" y="126644"/>
                </a:moveTo>
                <a:lnTo>
                  <a:pt x="1556461" y="255118"/>
                </a:lnTo>
                <a:cubicBezTo>
                  <a:pt x="1572615" y="265481"/>
                  <a:pt x="1586941" y="275234"/>
                  <a:pt x="1599438" y="284378"/>
                </a:cubicBezTo>
                <a:cubicBezTo>
                  <a:pt x="1618640" y="243535"/>
                  <a:pt x="1631442" y="190957"/>
                  <a:pt x="1637842" y="126644"/>
                </a:cubicBezTo>
                <a:close/>
                <a:moveTo>
                  <a:pt x="1212189" y="64922"/>
                </a:moveTo>
                <a:cubicBezTo>
                  <a:pt x="1212494" y="72542"/>
                  <a:pt x="1212646" y="87325"/>
                  <a:pt x="1212646" y="109271"/>
                </a:cubicBezTo>
                <a:cubicBezTo>
                  <a:pt x="1212646" y="131216"/>
                  <a:pt x="1212037" y="161087"/>
                  <a:pt x="1210818" y="198882"/>
                </a:cubicBezTo>
                <a:lnTo>
                  <a:pt x="1317802" y="198882"/>
                </a:lnTo>
                <a:lnTo>
                  <a:pt x="1317802" y="64922"/>
                </a:lnTo>
                <a:close/>
                <a:moveTo>
                  <a:pt x="2056638" y="61265"/>
                </a:moveTo>
                <a:lnTo>
                  <a:pt x="2056638" y="192024"/>
                </a:lnTo>
                <a:lnTo>
                  <a:pt x="2122932" y="192024"/>
                </a:lnTo>
                <a:lnTo>
                  <a:pt x="2122932" y="61265"/>
                </a:lnTo>
                <a:close/>
                <a:moveTo>
                  <a:pt x="32918" y="53492"/>
                </a:moveTo>
                <a:lnTo>
                  <a:pt x="32918" y="165506"/>
                </a:lnTo>
                <a:lnTo>
                  <a:pt x="88239" y="165506"/>
                </a:lnTo>
                <a:cubicBezTo>
                  <a:pt x="121462" y="166116"/>
                  <a:pt x="143560" y="160706"/>
                  <a:pt x="154533" y="149276"/>
                </a:cubicBezTo>
                <a:cubicBezTo>
                  <a:pt x="165506" y="137846"/>
                  <a:pt x="170992" y="124358"/>
                  <a:pt x="170992" y="108814"/>
                </a:cubicBezTo>
                <a:cubicBezTo>
                  <a:pt x="170992" y="71933"/>
                  <a:pt x="144322" y="53492"/>
                  <a:pt x="90982" y="53492"/>
                </a:cubicBezTo>
                <a:close/>
                <a:moveTo>
                  <a:pt x="1094232" y="38405"/>
                </a:moveTo>
                <a:cubicBezTo>
                  <a:pt x="1147267" y="40538"/>
                  <a:pt x="1207084" y="41605"/>
                  <a:pt x="1273683" y="41605"/>
                </a:cubicBezTo>
                <a:cubicBezTo>
                  <a:pt x="1340281" y="41605"/>
                  <a:pt x="1389126" y="40538"/>
                  <a:pt x="1420215" y="38405"/>
                </a:cubicBezTo>
                <a:lnTo>
                  <a:pt x="1420215" y="68123"/>
                </a:lnTo>
                <a:cubicBezTo>
                  <a:pt x="1401013" y="66294"/>
                  <a:pt x="1376172" y="65380"/>
                  <a:pt x="1345692" y="65380"/>
                </a:cubicBezTo>
                <a:lnTo>
                  <a:pt x="1345692" y="198425"/>
                </a:lnTo>
                <a:cubicBezTo>
                  <a:pt x="1387754" y="198425"/>
                  <a:pt x="1425549" y="197358"/>
                  <a:pt x="1459077" y="195224"/>
                </a:cubicBezTo>
                <a:lnTo>
                  <a:pt x="1459077" y="225857"/>
                </a:lnTo>
                <a:cubicBezTo>
                  <a:pt x="1425854" y="223723"/>
                  <a:pt x="1388059" y="222656"/>
                  <a:pt x="1345692" y="222656"/>
                </a:cubicBezTo>
                <a:lnTo>
                  <a:pt x="1345692" y="342443"/>
                </a:lnTo>
                <a:cubicBezTo>
                  <a:pt x="1345692" y="366522"/>
                  <a:pt x="1347063" y="392278"/>
                  <a:pt x="1349806" y="419710"/>
                </a:cubicBezTo>
                <a:lnTo>
                  <a:pt x="1313688" y="419710"/>
                </a:lnTo>
                <a:cubicBezTo>
                  <a:pt x="1316431" y="392278"/>
                  <a:pt x="1317802" y="366522"/>
                  <a:pt x="1317802" y="342443"/>
                </a:cubicBezTo>
                <a:lnTo>
                  <a:pt x="1317802" y="222199"/>
                </a:lnTo>
                <a:lnTo>
                  <a:pt x="1209446" y="222199"/>
                </a:lnTo>
                <a:cubicBezTo>
                  <a:pt x="1205788" y="268224"/>
                  <a:pt x="1195883" y="305867"/>
                  <a:pt x="1179728" y="335128"/>
                </a:cubicBezTo>
                <a:cubicBezTo>
                  <a:pt x="1163574" y="364388"/>
                  <a:pt x="1137056" y="392735"/>
                  <a:pt x="1100175" y="420167"/>
                </a:cubicBezTo>
                <a:cubicBezTo>
                  <a:pt x="1093470" y="409194"/>
                  <a:pt x="1083716" y="402184"/>
                  <a:pt x="1070914" y="399136"/>
                </a:cubicBezTo>
                <a:cubicBezTo>
                  <a:pt x="1108100" y="377495"/>
                  <a:pt x="1134999" y="353568"/>
                  <a:pt x="1151610" y="327355"/>
                </a:cubicBezTo>
                <a:cubicBezTo>
                  <a:pt x="1168222" y="301142"/>
                  <a:pt x="1178356" y="266243"/>
                  <a:pt x="1182014" y="222656"/>
                </a:cubicBezTo>
                <a:cubicBezTo>
                  <a:pt x="1132332" y="222656"/>
                  <a:pt x="1089660" y="223723"/>
                  <a:pt x="1053998" y="225857"/>
                </a:cubicBezTo>
                <a:lnTo>
                  <a:pt x="1053998" y="195224"/>
                </a:lnTo>
                <a:cubicBezTo>
                  <a:pt x="1095146" y="197663"/>
                  <a:pt x="1138428" y="198882"/>
                  <a:pt x="1183843" y="198882"/>
                </a:cubicBezTo>
                <a:cubicBezTo>
                  <a:pt x="1184757" y="167792"/>
                  <a:pt x="1185214" y="140894"/>
                  <a:pt x="1185214" y="118186"/>
                </a:cubicBezTo>
                <a:cubicBezTo>
                  <a:pt x="1185214" y="95479"/>
                  <a:pt x="1184757" y="77876"/>
                  <a:pt x="1183843" y="65380"/>
                </a:cubicBezTo>
                <a:cubicBezTo>
                  <a:pt x="1151534" y="65380"/>
                  <a:pt x="1121664" y="66294"/>
                  <a:pt x="1094232" y="68123"/>
                </a:cubicBezTo>
                <a:close/>
                <a:moveTo>
                  <a:pt x="1980742" y="35204"/>
                </a:moveTo>
                <a:cubicBezTo>
                  <a:pt x="2007870" y="37643"/>
                  <a:pt x="2044674" y="38862"/>
                  <a:pt x="2091156" y="38862"/>
                </a:cubicBezTo>
                <a:cubicBezTo>
                  <a:pt x="2137638" y="38862"/>
                  <a:pt x="2174290" y="37643"/>
                  <a:pt x="2201113" y="35204"/>
                </a:cubicBezTo>
                <a:lnTo>
                  <a:pt x="2201113" y="64922"/>
                </a:lnTo>
                <a:cubicBezTo>
                  <a:pt x="2186178" y="62484"/>
                  <a:pt x="2169109" y="61265"/>
                  <a:pt x="2149906" y="61265"/>
                </a:cubicBezTo>
                <a:lnTo>
                  <a:pt x="2149906" y="192024"/>
                </a:lnTo>
                <a:cubicBezTo>
                  <a:pt x="2177338" y="192024"/>
                  <a:pt x="2198522" y="190957"/>
                  <a:pt x="2213457" y="188824"/>
                </a:cubicBezTo>
                <a:lnTo>
                  <a:pt x="2213457" y="219456"/>
                </a:lnTo>
                <a:cubicBezTo>
                  <a:pt x="2194864" y="217627"/>
                  <a:pt x="2173681" y="216560"/>
                  <a:pt x="2149906" y="216256"/>
                </a:cubicBezTo>
                <a:lnTo>
                  <a:pt x="2149906" y="335128"/>
                </a:lnTo>
                <a:cubicBezTo>
                  <a:pt x="2149906" y="360426"/>
                  <a:pt x="2151278" y="386639"/>
                  <a:pt x="2154021" y="413766"/>
                </a:cubicBezTo>
                <a:lnTo>
                  <a:pt x="2118817" y="413766"/>
                </a:lnTo>
                <a:cubicBezTo>
                  <a:pt x="2121560" y="386639"/>
                  <a:pt x="2122932" y="360426"/>
                  <a:pt x="2122932" y="335128"/>
                </a:cubicBezTo>
                <a:lnTo>
                  <a:pt x="2122932" y="216256"/>
                </a:lnTo>
                <a:lnTo>
                  <a:pt x="2056638" y="216256"/>
                </a:lnTo>
                <a:cubicBezTo>
                  <a:pt x="2056028" y="300380"/>
                  <a:pt x="2038502" y="367741"/>
                  <a:pt x="2004060" y="418338"/>
                </a:cubicBezTo>
                <a:cubicBezTo>
                  <a:pt x="1996135" y="408889"/>
                  <a:pt x="1985619" y="403098"/>
                  <a:pt x="1972513" y="400964"/>
                </a:cubicBezTo>
                <a:cubicBezTo>
                  <a:pt x="2009698" y="366522"/>
                  <a:pt x="2028748" y="304952"/>
                  <a:pt x="2029663" y="216256"/>
                </a:cubicBezTo>
                <a:cubicBezTo>
                  <a:pt x="2005279" y="216560"/>
                  <a:pt x="1984095" y="217627"/>
                  <a:pt x="1966112" y="219456"/>
                </a:cubicBezTo>
                <a:lnTo>
                  <a:pt x="1966112" y="188824"/>
                </a:lnTo>
                <a:cubicBezTo>
                  <a:pt x="1984705" y="190652"/>
                  <a:pt x="2005888" y="191719"/>
                  <a:pt x="2029663" y="192024"/>
                </a:cubicBezTo>
                <a:lnTo>
                  <a:pt x="2029663" y="61722"/>
                </a:lnTo>
                <a:cubicBezTo>
                  <a:pt x="2009241" y="61722"/>
                  <a:pt x="1992934" y="62789"/>
                  <a:pt x="1980742" y="64922"/>
                </a:cubicBezTo>
                <a:close/>
                <a:moveTo>
                  <a:pt x="267157" y="21488"/>
                </a:moveTo>
                <a:lnTo>
                  <a:pt x="274472" y="21488"/>
                </a:lnTo>
                <a:lnTo>
                  <a:pt x="492556" y="272948"/>
                </a:lnTo>
                <a:lnTo>
                  <a:pt x="492556" y="21488"/>
                </a:lnTo>
                <a:lnTo>
                  <a:pt x="525018" y="21488"/>
                </a:lnTo>
                <a:lnTo>
                  <a:pt x="525018" y="349758"/>
                </a:lnTo>
                <a:lnTo>
                  <a:pt x="517702" y="349758"/>
                </a:lnTo>
                <a:lnTo>
                  <a:pt x="300989" y="101498"/>
                </a:lnTo>
                <a:lnTo>
                  <a:pt x="300989" y="349758"/>
                </a:lnTo>
                <a:lnTo>
                  <a:pt x="267157" y="349758"/>
                </a:lnTo>
                <a:close/>
                <a:moveTo>
                  <a:pt x="0" y="21488"/>
                </a:moveTo>
                <a:lnTo>
                  <a:pt x="65379" y="21488"/>
                </a:lnTo>
                <a:cubicBezTo>
                  <a:pt x="104089" y="21488"/>
                  <a:pt x="129387" y="23012"/>
                  <a:pt x="141274" y="26060"/>
                </a:cubicBezTo>
                <a:cubicBezTo>
                  <a:pt x="153162" y="29108"/>
                  <a:pt x="164058" y="34442"/>
                  <a:pt x="173964" y="42062"/>
                </a:cubicBezTo>
                <a:cubicBezTo>
                  <a:pt x="183870" y="49682"/>
                  <a:pt x="191566" y="59207"/>
                  <a:pt x="197053" y="70637"/>
                </a:cubicBezTo>
                <a:cubicBezTo>
                  <a:pt x="202539" y="82067"/>
                  <a:pt x="205282" y="94793"/>
                  <a:pt x="205282" y="108814"/>
                </a:cubicBezTo>
                <a:cubicBezTo>
                  <a:pt x="205282" y="131369"/>
                  <a:pt x="199186" y="149809"/>
                  <a:pt x="186994" y="164135"/>
                </a:cubicBezTo>
                <a:cubicBezTo>
                  <a:pt x="174802" y="178460"/>
                  <a:pt x="159486" y="187528"/>
                  <a:pt x="141046" y="191338"/>
                </a:cubicBezTo>
                <a:cubicBezTo>
                  <a:pt x="122605" y="195148"/>
                  <a:pt x="94335" y="197053"/>
                  <a:pt x="56235" y="197053"/>
                </a:cubicBezTo>
                <a:lnTo>
                  <a:pt x="32918" y="197053"/>
                </a:lnTo>
                <a:lnTo>
                  <a:pt x="32918" y="349758"/>
                </a:lnTo>
                <a:lnTo>
                  <a:pt x="0" y="349758"/>
                </a:lnTo>
                <a:close/>
                <a:moveTo>
                  <a:pt x="674065" y="11430"/>
                </a:moveTo>
                <a:cubicBezTo>
                  <a:pt x="683209" y="18440"/>
                  <a:pt x="691972" y="22860"/>
                  <a:pt x="700354" y="24689"/>
                </a:cubicBezTo>
                <a:cubicBezTo>
                  <a:pt x="708736" y="26518"/>
                  <a:pt x="712927" y="28651"/>
                  <a:pt x="712927" y="31090"/>
                </a:cubicBezTo>
                <a:cubicBezTo>
                  <a:pt x="712927" y="33528"/>
                  <a:pt x="710946" y="35357"/>
                  <a:pt x="706983" y="36576"/>
                </a:cubicBezTo>
                <a:cubicBezTo>
                  <a:pt x="703021" y="37795"/>
                  <a:pt x="698982" y="40767"/>
                  <a:pt x="694867" y="45491"/>
                </a:cubicBezTo>
                <a:cubicBezTo>
                  <a:pt x="690753" y="50216"/>
                  <a:pt x="684276" y="60350"/>
                  <a:pt x="675436" y="75895"/>
                </a:cubicBezTo>
                <a:cubicBezTo>
                  <a:pt x="666597" y="91440"/>
                  <a:pt x="653186" y="115976"/>
                  <a:pt x="635203" y="149504"/>
                </a:cubicBezTo>
                <a:lnTo>
                  <a:pt x="702411" y="146304"/>
                </a:lnTo>
                <a:cubicBezTo>
                  <a:pt x="716127" y="124054"/>
                  <a:pt x="724509" y="107137"/>
                  <a:pt x="727557" y="95555"/>
                </a:cubicBezTo>
                <a:cubicBezTo>
                  <a:pt x="738530" y="104699"/>
                  <a:pt x="748436" y="111557"/>
                  <a:pt x="757275" y="116129"/>
                </a:cubicBezTo>
                <a:cubicBezTo>
                  <a:pt x="760628" y="117958"/>
                  <a:pt x="762304" y="119710"/>
                  <a:pt x="762304" y="121387"/>
                </a:cubicBezTo>
                <a:cubicBezTo>
                  <a:pt x="762304" y="123063"/>
                  <a:pt x="760399" y="124435"/>
                  <a:pt x="756589" y="125501"/>
                </a:cubicBezTo>
                <a:cubicBezTo>
                  <a:pt x="752779" y="126568"/>
                  <a:pt x="749350" y="128397"/>
                  <a:pt x="746302" y="130988"/>
                </a:cubicBezTo>
                <a:cubicBezTo>
                  <a:pt x="743254" y="133579"/>
                  <a:pt x="738530" y="139217"/>
                  <a:pt x="732129" y="147904"/>
                </a:cubicBezTo>
                <a:cubicBezTo>
                  <a:pt x="725728" y="156591"/>
                  <a:pt x="714908" y="171755"/>
                  <a:pt x="699668" y="193396"/>
                </a:cubicBezTo>
                <a:lnTo>
                  <a:pt x="651205" y="264262"/>
                </a:lnTo>
                <a:lnTo>
                  <a:pt x="742188" y="252374"/>
                </a:lnTo>
                <a:cubicBezTo>
                  <a:pt x="740664" y="258166"/>
                  <a:pt x="739902" y="262966"/>
                  <a:pt x="739902" y="266776"/>
                </a:cubicBezTo>
                <a:cubicBezTo>
                  <a:pt x="739902" y="270586"/>
                  <a:pt x="740206" y="274168"/>
                  <a:pt x="740816" y="277520"/>
                </a:cubicBezTo>
                <a:lnTo>
                  <a:pt x="656234" y="287122"/>
                </a:lnTo>
                <a:cubicBezTo>
                  <a:pt x="636422" y="289865"/>
                  <a:pt x="622249" y="293370"/>
                  <a:pt x="613714" y="297637"/>
                </a:cubicBezTo>
                <a:cubicBezTo>
                  <a:pt x="612495" y="286664"/>
                  <a:pt x="609295" y="276758"/>
                  <a:pt x="604113" y="267919"/>
                </a:cubicBezTo>
                <a:cubicBezTo>
                  <a:pt x="608990" y="267005"/>
                  <a:pt x="615086" y="264185"/>
                  <a:pt x="622401" y="259461"/>
                </a:cubicBezTo>
                <a:cubicBezTo>
                  <a:pt x="629716" y="254737"/>
                  <a:pt x="637336" y="246583"/>
                  <a:pt x="645261" y="235001"/>
                </a:cubicBezTo>
                <a:lnTo>
                  <a:pt x="688238" y="169164"/>
                </a:lnTo>
                <a:lnTo>
                  <a:pt x="640232" y="172364"/>
                </a:lnTo>
                <a:cubicBezTo>
                  <a:pt x="627126" y="173279"/>
                  <a:pt x="616153" y="175717"/>
                  <a:pt x="607314" y="179680"/>
                </a:cubicBezTo>
                <a:cubicBezTo>
                  <a:pt x="606399" y="167488"/>
                  <a:pt x="602742" y="156515"/>
                  <a:pt x="596341" y="146761"/>
                </a:cubicBezTo>
                <a:cubicBezTo>
                  <a:pt x="614934" y="143104"/>
                  <a:pt x="640842" y="97993"/>
                  <a:pt x="674065" y="11430"/>
                </a:cubicBezTo>
                <a:close/>
                <a:moveTo>
                  <a:pt x="2731008" y="7772"/>
                </a:moveTo>
                <a:cubicBezTo>
                  <a:pt x="2753563" y="26060"/>
                  <a:pt x="2772003" y="44044"/>
                  <a:pt x="2786329" y="61722"/>
                </a:cubicBezTo>
                <a:lnTo>
                  <a:pt x="2763926" y="81839"/>
                </a:lnTo>
                <a:cubicBezTo>
                  <a:pt x="2752343" y="64465"/>
                  <a:pt x="2734208" y="45872"/>
                  <a:pt x="2709519" y="26060"/>
                </a:cubicBezTo>
                <a:close/>
                <a:moveTo>
                  <a:pt x="857859" y="5029"/>
                </a:moveTo>
                <a:cubicBezTo>
                  <a:pt x="869746" y="7163"/>
                  <a:pt x="881634" y="8230"/>
                  <a:pt x="893521" y="8230"/>
                </a:cubicBezTo>
                <a:cubicBezTo>
                  <a:pt x="897788" y="8230"/>
                  <a:pt x="899922" y="9068"/>
                  <a:pt x="899922" y="10744"/>
                </a:cubicBezTo>
                <a:cubicBezTo>
                  <a:pt x="899922" y="12421"/>
                  <a:pt x="898855" y="13640"/>
                  <a:pt x="896721" y="14402"/>
                </a:cubicBezTo>
                <a:cubicBezTo>
                  <a:pt x="894588" y="15164"/>
                  <a:pt x="892835" y="16993"/>
                  <a:pt x="891463" y="19888"/>
                </a:cubicBezTo>
                <a:cubicBezTo>
                  <a:pt x="890092" y="22784"/>
                  <a:pt x="889406" y="25756"/>
                  <a:pt x="889406" y="28804"/>
                </a:cubicBezTo>
                <a:lnTo>
                  <a:pt x="889406" y="80010"/>
                </a:lnTo>
                <a:cubicBezTo>
                  <a:pt x="938784" y="80010"/>
                  <a:pt x="977950" y="78486"/>
                  <a:pt x="1006906" y="75438"/>
                </a:cubicBezTo>
                <a:lnTo>
                  <a:pt x="1006906" y="106985"/>
                </a:lnTo>
                <a:cubicBezTo>
                  <a:pt x="977950" y="103937"/>
                  <a:pt x="938784" y="102413"/>
                  <a:pt x="889406" y="102413"/>
                </a:cubicBezTo>
                <a:lnTo>
                  <a:pt x="889406" y="174193"/>
                </a:lnTo>
                <a:cubicBezTo>
                  <a:pt x="934821" y="173889"/>
                  <a:pt x="969721" y="172364"/>
                  <a:pt x="994105" y="169621"/>
                </a:cubicBezTo>
                <a:lnTo>
                  <a:pt x="994105" y="200711"/>
                </a:lnTo>
                <a:cubicBezTo>
                  <a:pt x="967282" y="197663"/>
                  <a:pt x="927735" y="196139"/>
                  <a:pt x="875461" y="196139"/>
                </a:cubicBezTo>
                <a:cubicBezTo>
                  <a:pt x="823188" y="196139"/>
                  <a:pt x="783793" y="197663"/>
                  <a:pt x="757275" y="200711"/>
                </a:cubicBezTo>
                <a:lnTo>
                  <a:pt x="757275" y="169621"/>
                </a:lnTo>
                <a:cubicBezTo>
                  <a:pt x="781659" y="172364"/>
                  <a:pt x="816254" y="173889"/>
                  <a:pt x="861060" y="174193"/>
                </a:cubicBezTo>
                <a:lnTo>
                  <a:pt x="861060" y="102413"/>
                </a:lnTo>
                <a:cubicBezTo>
                  <a:pt x="815644" y="102718"/>
                  <a:pt x="778002" y="104242"/>
                  <a:pt x="748131" y="106985"/>
                </a:cubicBezTo>
                <a:lnTo>
                  <a:pt x="748131" y="75438"/>
                </a:lnTo>
                <a:cubicBezTo>
                  <a:pt x="778002" y="78181"/>
                  <a:pt x="815644" y="79705"/>
                  <a:pt x="861060" y="80010"/>
                </a:cubicBezTo>
                <a:lnTo>
                  <a:pt x="861060" y="66294"/>
                </a:lnTo>
                <a:cubicBezTo>
                  <a:pt x="861060" y="39167"/>
                  <a:pt x="859993" y="18745"/>
                  <a:pt x="857859" y="5029"/>
                </a:cubicBezTo>
                <a:close/>
                <a:moveTo>
                  <a:pt x="2329129" y="4115"/>
                </a:moveTo>
                <a:cubicBezTo>
                  <a:pt x="2336444" y="12344"/>
                  <a:pt x="2345740" y="19355"/>
                  <a:pt x="2357018" y="25146"/>
                </a:cubicBezTo>
                <a:cubicBezTo>
                  <a:pt x="2361285" y="27280"/>
                  <a:pt x="2363419" y="29642"/>
                  <a:pt x="2363419" y="32233"/>
                </a:cubicBezTo>
                <a:cubicBezTo>
                  <a:pt x="2363419" y="34823"/>
                  <a:pt x="2361133" y="36424"/>
                  <a:pt x="2356561" y="37033"/>
                </a:cubicBezTo>
                <a:cubicBezTo>
                  <a:pt x="2348026" y="37948"/>
                  <a:pt x="2337511" y="45263"/>
                  <a:pt x="2325014" y="58979"/>
                </a:cubicBezTo>
                <a:cubicBezTo>
                  <a:pt x="2296972" y="90373"/>
                  <a:pt x="2266035" y="117958"/>
                  <a:pt x="2232202" y="141732"/>
                </a:cubicBezTo>
                <a:cubicBezTo>
                  <a:pt x="2226716" y="133502"/>
                  <a:pt x="2217877" y="126949"/>
                  <a:pt x="2205685" y="122072"/>
                </a:cubicBezTo>
                <a:cubicBezTo>
                  <a:pt x="2262682" y="94640"/>
                  <a:pt x="2303830" y="55321"/>
                  <a:pt x="2329129" y="4115"/>
                </a:cubicBezTo>
                <a:close/>
                <a:moveTo>
                  <a:pt x="2641396" y="3658"/>
                </a:moveTo>
                <a:cubicBezTo>
                  <a:pt x="2653284" y="6706"/>
                  <a:pt x="2664714" y="8382"/>
                  <a:pt x="2675686" y="8687"/>
                </a:cubicBezTo>
                <a:cubicBezTo>
                  <a:pt x="2681173" y="8992"/>
                  <a:pt x="2683916" y="10363"/>
                  <a:pt x="2683916" y="12802"/>
                </a:cubicBezTo>
                <a:cubicBezTo>
                  <a:pt x="2683916" y="15240"/>
                  <a:pt x="2682620" y="17831"/>
                  <a:pt x="2680030" y="20574"/>
                </a:cubicBezTo>
                <a:cubicBezTo>
                  <a:pt x="2677439" y="23317"/>
                  <a:pt x="2676143" y="30937"/>
                  <a:pt x="2676143" y="43434"/>
                </a:cubicBezTo>
                <a:cubicBezTo>
                  <a:pt x="2676143" y="55931"/>
                  <a:pt x="2676601" y="70104"/>
                  <a:pt x="2677515" y="85954"/>
                </a:cubicBezTo>
                <a:cubicBezTo>
                  <a:pt x="2753106" y="85954"/>
                  <a:pt x="2798521" y="84582"/>
                  <a:pt x="2813761" y="81839"/>
                </a:cubicBezTo>
                <a:lnTo>
                  <a:pt x="2813761" y="113843"/>
                </a:lnTo>
                <a:cubicBezTo>
                  <a:pt x="2789377" y="111709"/>
                  <a:pt x="2744571" y="110642"/>
                  <a:pt x="2679344" y="110642"/>
                </a:cubicBezTo>
                <a:cubicBezTo>
                  <a:pt x="2682697" y="166116"/>
                  <a:pt x="2691384" y="215646"/>
                  <a:pt x="2705404" y="259232"/>
                </a:cubicBezTo>
                <a:cubicBezTo>
                  <a:pt x="2729484" y="222961"/>
                  <a:pt x="2745943" y="181966"/>
                  <a:pt x="2754782" y="136246"/>
                </a:cubicBezTo>
                <a:cubicBezTo>
                  <a:pt x="2766364" y="143561"/>
                  <a:pt x="2775889" y="148133"/>
                  <a:pt x="2783357" y="149962"/>
                </a:cubicBezTo>
                <a:cubicBezTo>
                  <a:pt x="2790825" y="151790"/>
                  <a:pt x="2794558" y="154076"/>
                  <a:pt x="2794558" y="156820"/>
                </a:cubicBezTo>
                <a:cubicBezTo>
                  <a:pt x="2794558" y="159563"/>
                  <a:pt x="2791891" y="162230"/>
                  <a:pt x="2786557" y="164821"/>
                </a:cubicBezTo>
                <a:cubicBezTo>
                  <a:pt x="2781223" y="167411"/>
                  <a:pt x="2768498" y="191567"/>
                  <a:pt x="2748381" y="237287"/>
                </a:cubicBezTo>
                <a:cubicBezTo>
                  <a:pt x="2741371" y="253136"/>
                  <a:pt x="2730855" y="270967"/>
                  <a:pt x="2716834" y="290779"/>
                </a:cubicBezTo>
                <a:cubicBezTo>
                  <a:pt x="2728417" y="319430"/>
                  <a:pt x="2741066" y="341833"/>
                  <a:pt x="2754782" y="357988"/>
                </a:cubicBezTo>
                <a:cubicBezTo>
                  <a:pt x="2768498" y="374142"/>
                  <a:pt x="2777718" y="382219"/>
                  <a:pt x="2782442" y="382219"/>
                </a:cubicBezTo>
                <a:cubicBezTo>
                  <a:pt x="2787167" y="382219"/>
                  <a:pt x="2790901" y="377876"/>
                  <a:pt x="2793644" y="369189"/>
                </a:cubicBezTo>
                <a:cubicBezTo>
                  <a:pt x="2796387" y="360502"/>
                  <a:pt x="2798978" y="347777"/>
                  <a:pt x="2801416" y="331013"/>
                </a:cubicBezTo>
                <a:cubicBezTo>
                  <a:pt x="2808427" y="339852"/>
                  <a:pt x="2818333" y="346100"/>
                  <a:pt x="2831134" y="349758"/>
                </a:cubicBezTo>
                <a:cubicBezTo>
                  <a:pt x="2824429" y="373532"/>
                  <a:pt x="2817723" y="391211"/>
                  <a:pt x="2811017" y="402793"/>
                </a:cubicBezTo>
                <a:cubicBezTo>
                  <a:pt x="2804312" y="414376"/>
                  <a:pt x="2796997" y="420167"/>
                  <a:pt x="2789072" y="420167"/>
                </a:cubicBezTo>
                <a:cubicBezTo>
                  <a:pt x="2778404" y="420167"/>
                  <a:pt x="2763316" y="409651"/>
                  <a:pt x="2743809" y="388620"/>
                </a:cubicBezTo>
                <a:cubicBezTo>
                  <a:pt x="2724302" y="367589"/>
                  <a:pt x="2708605" y="344424"/>
                  <a:pt x="2696717" y="319126"/>
                </a:cubicBezTo>
                <a:cubicBezTo>
                  <a:pt x="2666238" y="357530"/>
                  <a:pt x="2634995" y="390144"/>
                  <a:pt x="2602992" y="416966"/>
                </a:cubicBezTo>
                <a:cubicBezTo>
                  <a:pt x="2595676" y="407518"/>
                  <a:pt x="2585770" y="400355"/>
                  <a:pt x="2573274" y="395478"/>
                </a:cubicBezTo>
                <a:cubicBezTo>
                  <a:pt x="2611069" y="373228"/>
                  <a:pt x="2648407" y="337718"/>
                  <a:pt x="2685287" y="288950"/>
                </a:cubicBezTo>
                <a:cubicBezTo>
                  <a:pt x="2667000" y="232867"/>
                  <a:pt x="2655722" y="173431"/>
                  <a:pt x="2651455" y="110642"/>
                </a:cubicBezTo>
                <a:lnTo>
                  <a:pt x="2490063" y="110642"/>
                </a:lnTo>
                <a:cubicBezTo>
                  <a:pt x="2490368" y="126797"/>
                  <a:pt x="2490520" y="149962"/>
                  <a:pt x="2490520" y="180137"/>
                </a:cubicBezTo>
                <a:lnTo>
                  <a:pt x="2545842" y="180137"/>
                </a:lnTo>
                <a:cubicBezTo>
                  <a:pt x="2573578" y="180137"/>
                  <a:pt x="2595372" y="178613"/>
                  <a:pt x="2611221" y="175565"/>
                </a:cubicBezTo>
                <a:lnTo>
                  <a:pt x="2602077" y="324612"/>
                </a:lnTo>
                <a:cubicBezTo>
                  <a:pt x="2601163" y="340462"/>
                  <a:pt x="2596057" y="351815"/>
                  <a:pt x="2586761" y="358673"/>
                </a:cubicBezTo>
                <a:cubicBezTo>
                  <a:pt x="2577464" y="365531"/>
                  <a:pt x="2562910" y="368960"/>
                  <a:pt x="2543098" y="368960"/>
                </a:cubicBezTo>
                <a:cubicBezTo>
                  <a:pt x="2535478" y="368960"/>
                  <a:pt x="2526944" y="368503"/>
                  <a:pt x="2517495" y="367589"/>
                </a:cubicBezTo>
                <a:cubicBezTo>
                  <a:pt x="2517495" y="355702"/>
                  <a:pt x="2514447" y="344272"/>
                  <a:pt x="2508351" y="333299"/>
                </a:cubicBezTo>
                <a:cubicBezTo>
                  <a:pt x="2528773" y="337566"/>
                  <a:pt x="2543175" y="339700"/>
                  <a:pt x="2551557" y="339700"/>
                </a:cubicBezTo>
                <a:cubicBezTo>
                  <a:pt x="2559939" y="339700"/>
                  <a:pt x="2565958" y="338404"/>
                  <a:pt x="2569616" y="335813"/>
                </a:cubicBezTo>
                <a:cubicBezTo>
                  <a:pt x="2573274" y="333223"/>
                  <a:pt x="2575407" y="327355"/>
                  <a:pt x="2576017" y="318211"/>
                </a:cubicBezTo>
                <a:lnTo>
                  <a:pt x="2583789" y="203454"/>
                </a:lnTo>
                <a:lnTo>
                  <a:pt x="2490520" y="203454"/>
                </a:lnTo>
                <a:cubicBezTo>
                  <a:pt x="2490216" y="257099"/>
                  <a:pt x="2487472" y="298856"/>
                  <a:pt x="2482291" y="328727"/>
                </a:cubicBezTo>
                <a:cubicBezTo>
                  <a:pt x="2477109" y="358597"/>
                  <a:pt x="2467660" y="386639"/>
                  <a:pt x="2453944" y="412852"/>
                </a:cubicBezTo>
                <a:cubicBezTo>
                  <a:pt x="2445410" y="403403"/>
                  <a:pt x="2434590" y="397459"/>
                  <a:pt x="2421483" y="395021"/>
                </a:cubicBezTo>
                <a:cubicBezTo>
                  <a:pt x="2437028" y="373075"/>
                  <a:pt x="2447925" y="347243"/>
                  <a:pt x="2454173" y="317525"/>
                </a:cubicBezTo>
                <a:cubicBezTo>
                  <a:pt x="2460421" y="287807"/>
                  <a:pt x="2463545" y="251765"/>
                  <a:pt x="2463545" y="209398"/>
                </a:cubicBezTo>
                <a:cubicBezTo>
                  <a:pt x="2463545" y="167030"/>
                  <a:pt x="2462631" y="124358"/>
                  <a:pt x="2460802" y="81382"/>
                </a:cubicBezTo>
                <a:cubicBezTo>
                  <a:pt x="2481529" y="84430"/>
                  <a:pt x="2544622" y="85954"/>
                  <a:pt x="2650083" y="85954"/>
                </a:cubicBezTo>
                <a:cubicBezTo>
                  <a:pt x="2647340" y="44806"/>
                  <a:pt x="2644444" y="17374"/>
                  <a:pt x="2641396" y="3658"/>
                </a:cubicBezTo>
                <a:close/>
                <a:moveTo>
                  <a:pt x="1775002" y="3658"/>
                </a:moveTo>
                <a:cubicBezTo>
                  <a:pt x="1787499" y="11582"/>
                  <a:pt x="1798929" y="17069"/>
                  <a:pt x="1809293" y="20117"/>
                </a:cubicBezTo>
                <a:cubicBezTo>
                  <a:pt x="1813864" y="21641"/>
                  <a:pt x="1816151" y="24003"/>
                  <a:pt x="1816151" y="27203"/>
                </a:cubicBezTo>
                <a:cubicBezTo>
                  <a:pt x="1816151" y="30404"/>
                  <a:pt x="1813712" y="32537"/>
                  <a:pt x="1808835" y="33604"/>
                </a:cubicBezTo>
                <a:cubicBezTo>
                  <a:pt x="1803958" y="34671"/>
                  <a:pt x="1799920" y="37033"/>
                  <a:pt x="1796719" y="40691"/>
                </a:cubicBezTo>
                <a:cubicBezTo>
                  <a:pt x="1793519" y="44348"/>
                  <a:pt x="1789328" y="50292"/>
                  <a:pt x="1784146" y="58522"/>
                </a:cubicBezTo>
                <a:cubicBezTo>
                  <a:pt x="1763725" y="91135"/>
                  <a:pt x="1742541" y="122072"/>
                  <a:pt x="1720596" y="151333"/>
                </a:cubicBezTo>
                <a:lnTo>
                  <a:pt x="1863242" y="147218"/>
                </a:lnTo>
                <a:cubicBezTo>
                  <a:pt x="1854098" y="135027"/>
                  <a:pt x="1839772" y="118720"/>
                  <a:pt x="1820265" y="98298"/>
                </a:cubicBezTo>
                <a:lnTo>
                  <a:pt x="1839468" y="81839"/>
                </a:lnTo>
                <a:cubicBezTo>
                  <a:pt x="1869033" y="109880"/>
                  <a:pt x="1897989" y="144018"/>
                  <a:pt x="1926336" y="184252"/>
                </a:cubicBezTo>
                <a:lnTo>
                  <a:pt x="1901647" y="202082"/>
                </a:lnTo>
                <a:cubicBezTo>
                  <a:pt x="1892808" y="188366"/>
                  <a:pt x="1885188" y="177089"/>
                  <a:pt x="1878787" y="168250"/>
                </a:cubicBezTo>
                <a:cubicBezTo>
                  <a:pt x="1769059" y="171907"/>
                  <a:pt x="1703984" y="176936"/>
                  <a:pt x="1683562" y="183337"/>
                </a:cubicBezTo>
                <a:cubicBezTo>
                  <a:pt x="1681124" y="172364"/>
                  <a:pt x="1677162" y="162458"/>
                  <a:pt x="1671675" y="153619"/>
                </a:cubicBezTo>
                <a:cubicBezTo>
                  <a:pt x="1686306" y="150266"/>
                  <a:pt x="1705279" y="131597"/>
                  <a:pt x="1728597" y="97612"/>
                </a:cubicBezTo>
                <a:cubicBezTo>
                  <a:pt x="1751914" y="63627"/>
                  <a:pt x="1767382" y="32309"/>
                  <a:pt x="1775002" y="3658"/>
                </a:cubicBezTo>
                <a:close/>
                <a:moveTo>
                  <a:pt x="1582064" y="0"/>
                </a:moveTo>
                <a:cubicBezTo>
                  <a:pt x="1593951" y="4877"/>
                  <a:pt x="1604238" y="7696"/>
                  <a:pt x="1612925" y="8458"/>
                </a:cubicBezTo>
                <a:cubicBezTo>
                  <a:pt x="1621612" y="9220"/>
                  <a:pt x="1625955" y="11278"/>
                  <a:pt x="1625955" y="14630"/>
                </a:cubicBezTo>
                <a:cubicBezTo>
                  <a:pt x="1625955" y="17983"/>
                  <a:pt x="1624431" y="21031"/>
                  <a:pt x="1621383" y="23774"/>
                </a:cubicBezTo>
                <a:cubicBezTo>
                  <a:pt x="1618335" y="26518"/>
                  <a:pt x="1615363" y="32385"/>
                  <a:pt x="1612468" y="41377"/>
                </a:cubicBezTo>
                <a:cubicBezTo>
                  <a:pt x="1609572" y="50368"/>
                  <a:pt x="1603705" y="71780"/>
                  <a:pt x="1594866" y="105613"/>
                </a:cubicBezTo>
                <a:cubicBezTo>
                  <a:pt x="1632356" y="105308"/>
                  <a:pt x="1656130" y="104089"/>
                  <a:pt x="1666189" y="101956"/>
                </a:cubicBezTo>
                <a:cubicBezTo>
                  <a:pt x="1661312" y="182118"/>
                  <a:pt x="1646834" y="248869"/>
                  <a:pt x="1622755" y="302209"/>
                </a:cubicBezTo>
                <a:cubicBezTo>
                  <a:pt x="1640738" y="316840"/>
                  <a:pt x="1658874" y="333299"/>
                  <a:pt x="1677162" y="351587"/>
                </a:cubicBezTo>
                <a:cubicBezTo>
                  <a:pt x="1668322" y="357988"/>
                  <a:pt x="1660702" y="365608"/>
                  <a:pt x="1654302" y="374447"/>
                </a:cubicBezTo>
                <a:cubicBezTo>
                  <a:pt x="1640586" y="357378"/>
                  <a:pt x="1625803" y="341224"/>
                  <a:pt x="1609953" y="325984"/>
                </a:cubicBezTo>
                <a:cubicBezTo>
                  <a:pt x="1589532" y="359512"/>
                  <a:pt x="1562709" y="390906"/>
                  <a:pt x="1529486" y="420167"/>
                </a:cubicBezTo>
                <a:cubicBezTo>
                  <a:pt x="1523085" y="412852"/>
                  <a:pt x="1513789" y="406756"/>
                  <a:pt x="1501597" y="401879"/>
                </a:cubicBezTo>
                <a:cubicBezTo>
                  <a:pt x="1538173" y="375361"/>
                  <a:pt x="1566976" y="343662"/>
                  <a:pt x="1588008" y="306781"/>
                </a:cubicBezTo>
                <a:cubicBezTo>
                  <a:pt x="1570939" y="292760"/>
                  <a:pt x="1550060" y="277978"/>
                  <a:pt x="1525371" y="262433"/>
                </a:cubicBezTo>
                <a:cubicBezTo>
                  <a:pt x="1541221" y="217627"/>
                  <a:pt x="1553718" y="172364"/>
                  <a:pt x="1562862" y="126644"/>
                </a:cubicBezTo>
                <a:cubicBezTo>
                  <a:pt x="1539087" y="126644"/>
                  <a:pt x="1522018" y="127864"/>
                  <a:pt x="1511655" y="130302"/>
                </a:cubicBezTo>
                <a:lnTo>
                  <a:pt x="1511655" y="101956"/>
                </a:lnTo>
                <a:cubicBezTo>
                  <a:pt x="1524762" y="104394"/>
                  <a:pt x="1543507" y="105613"/>
                  <a:pt x="1567891" y="105613"/>
                </a:cubicBezTo>
                <a:cubicBezTo>
                  <a:pt x="1577340" y="65075"/>
                  <a:pt x="1582064" y="29870"/>
                  <a:pt x="158206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1528967A-C01F-4EA4-8C5A-CE257E191D89}"/>
              </a:ext>
            </a:extLst>
          </p:cNvPr>
          <p:cNvSpPr txBox="1"/>
          <p:nvPr/>
        </p:nvSpPr>
        <p:spPr>
          <a:xfrm>
            <a:off x="8114466" y="2973867"/>
            <a:ext cx="171479" cy="196967"/>
          </a:xfrm>
          <a:custGeom>
            <a:avLst/>
            <a:gdLst/>
            <a:ahLst/>
            <a:cxnLst/>
            <a:rect l="l" t="t" r="r" b="b"/>
            <a:pathLst>
              <a:path w="159897" h="183663">
                <a:moveTo>
                  <a:pt x="122309" y="81614"/>
                </a:moveTo>
                <a:cubicBezTo>
                  <a:pt x="118402" y="81614"/>
                  <a:pt x="115137" y="82632"/>
                  <a:pt x="112514" y="84669"/>
                </a:cubicBezTo>
                <a:cubicBezTo>
                  <a:pt x="109891" y="86706"/>
                  <a:pt x="107812" y="89692"/>
                  <a:pt x="106277" y="93627"/>
                </a:cubicBezTo>
                <a:cubicBezTo>
                  <a:pt x="104742" y="97561"/>
                  <a:pt x="103654" y="102361"/>
                  <a:pt x="103012" y="108026"/>
                </a:cubicBezTo>
                <a:cubicBezTo>
                  <a:pt x="102370" y="113691"/>
                  <a:pt x="102049" y="120123"/>
                  <a:pt x="102049" y="127322"/>
                </a:cubicBezTo>
                <a:cubicBezTo>
                  <a:pt x="102049" y="135638"/>
                  <a:pt x="102454" y="142824"/>
                  <a:pt x="103263" y="148879"/>
                </a:cubicBezTo>
                <a:cubicBezTo>
                  <a:pt x="104073" y="154935"/>
                  <a:pt x="105328" y="159916"/>
                  <a:pt x="107031" y="163823"/>
                </a:cubicBezTo>
                <a:cubicBezTo>
                  <a:pt x="108733" y="167729"/>
                  <a:pt x="110868" y="170603"/>
                  <a:pt x="113435" y="172445"/>
                </a:cubicBezTo>
                <a:cubicBezTo>
                  <a:pt x="116002" y="174287"/>
                  <a:pt x="119072" y="175208"/>
                  <a:pt x="122644" y="175208"/>
                </a:cubicBezTo>
                <a:cubicBezTo>
                  <a:pt x="125992" y="175208"/>
                  <a:pt x="128922" y="174343"/>
                  <a:pt x="131434" y="172613"/>
                </a:cubicBezTo>
                <a:cubicBezTo>
                  <a:pt x="133945" y="170883"/>
                  <a:pt x="136024" y="168190"/>
                  <a:pt x="137671" y="164534"/>
                </a:cubicBezTo>
                <a:cubicBezTo>
                  <a:pt x="139317" y="160879"/>
                  <a:pt x="140559" y="156246"/>
                  <a:pt x="141396" y="150637"/>
                </a:cubicBezTo>
                <a:cubicBezTo>
                  <a:pt x="142233" y="145028"/>
                  <a:pt x="142652" y="138401"/>
                  <a:pt x="142652" y="130755"/>
                </a:cubicBezTo>
                <a:cubicBezTo>
                  <a:pt x="142652" y="122160"/>
                  <a:pt x="142191" y="114765"/>
                  <a:pt x="141270" y="108570"/>
                </a:cubicBezTo>
                <a:cubicBezTo>
                  <a:pt x="140349" y="102375"/>
                  <a:pt x="139052" y="97282"/>
                  <a:pt x="137378" y="93292"/>
                </a:cubicBezTo>
                <a:cubicBezTo>
                  <a:pt x="135703" y="89301"/>
                  <a:pt x="133596" y="86357"/>
                  <a:pt x="131057" y="84460"/>
                </a:cubicBezTo>
                <a:cubicBezTo>
                  <a:pt x="128518" y="82562"/>
                  <a:pt x="125602" y="81614"/>
                  <a:pt x="122309" y="81614"/>
                </a:cubicBezTo>
                <a:close/>
                <a:moveTo>
                  <a:pt x="122644" y="73493"/>
                </a:moveTo>
                <a:cubicBezTo>
                  <a:pt x="129285" y="73493"/>
                  <a:pt x="134964" y="74735"/>
                  <a:pt x="139680" y="77218"/>
                </a:cubicBezTo>
                <a:cubicBezTo>
                  <a:pt x="144396" y="79702"/>
                  <a:pt x="148247" y="83246"/>
                  <a:pt x="151233" y="87850"/>
                </a:cubicBezTo>
                <a:cubicBezTo>
                  <a:pt x="154218" y="92455"/>
                  <a:pt x="156409" y="98078"/>
                  <a:pt x="157804" y="104719"/>
                </a:cubicBezTo>
                <a:cubicBezTo>
                  <a:pt x="159199" y="111361"/>
                  <a:pt x="159897" y="118867"/>
                  <a:pt x="159897" y="127239"/>
                </a:cubicBezTo>
                <a:cubicBezTo>
                  <a:pt x="159897" y="145824"/>
                  <a:pt x="156604" y="159874"/>
                  <a:pt x="150019" y="169390"/>
                </a:cubicBezTo>
                <a:cubicBezTo>
                  <a:pt x="143433" y="178905"/>
                  <a:pt x="133889" y="183663"/>
                  <a:pt x="121388" y="183663"/>
                </a:cubicBezTo>
                <a:cubicBezTo>
                  <a:pt x="108998" y="183663"/>
                  <a:pt x="99789" y="179170"/>
                  <a:pt x="93762" y="170185"/>
                </a:cubicBezTo>
                <a:cubicBezTo>
                  <a:pt x="87734" y="161199"/>
                  <a:pt x="84720" y="147582"/>
                  <a:pt x="84720" y="129332"/>
                </a:cubicBezTo>
                <a:cubicBezTo>
                  <a:pt x="84720" y="119788"/>
                  <a:pt x="85655" y="111528"/>
                  <a:pt x="87525" y="104552"/>
                </a:cubicBezTo>
                <a:cubicBezTo>
                  <a:pt x="89394" y="97575"/>
                  <a:pt x="92018" y="91785"/>
                  <a:pt x="95394" y="87181"/>
                </a:cubicBezTo>
                <a:cubicBezTo>
                  <a:pt x="98771" y="82576"/>
                  <a:pt x="102775" y="79144"/>
                  <a:pt x="107407" y="76884"/>
                </a:cubicBezTo>
                <a:cubicBezTo>
                  <a:pt x="112040" y="74623"/>
                  <a:pt x="117118" y="73493"/>
                  <a:pt x="122644" y="73493"/>
                </a:cubicBezTo>
                <a:close/>
                <a:moveTo>
                  <a:pt x="30584" y="0"/>
                </a:moveTo>
                <a:lnTo>
                  <a:pt x="45988" y="0"/>
                </a:lnTo>
                <a:lnTo>
                  <a:pt x="39849" y="27570"/>
                </a:lnTo>
                <a:lnTo>
                  <a:pt x="73781" y="27570"/>
                </a:lnTo>
                <a:lnTo>
                  <a:pt x="71326" y="38844"/>
                </a:lnTo>
                <a:lnTo>
                  <a:pt x="37393" y="38844"/>
                </a:lnTo>
                <a:lnTo>
                  <a:pt x="27459" y="82153"/>
                </a:lnTo>
                <a:cubicBezTo>
                  <a:pt x="25524" y="90562"/>
                  <a:pt x="24296" y="96608"/>
                  <a:pt x="23775" y="100292"/>
                </a:cubicBezTo>
                <a:cubicBezTo>
                  <a:pt x="23254" y="103975"/>
                  <a:pt x="22994" y="106933"/>
                  <a:pt x="22994" y="109165"/>
                </a:cubicBezTo>
                <a:cubicBezTo>
                  <a:pt x="22994" y="118393"/>
                  <a:pt x="26826" y="123006"/>
                  <a:pt x="34491" y="123006"/>
                </a:cubicBezTo>
                <a:cubicBezTo>
                  <a:pt x="37765" y="123006"/>
                  <a:pt x="41244" y="121760"/>
                  <a:pt x="44927" y="119267"/>
                </a:cubicBezTo>
                <a:cubicBezTo>
                  <a:pt x="48611" y="116774"/>
                  <a:pt x="52983" y="112514"/>
                  <a:pt x="58043" y="106486"/>
                </a:cubicBezTo>
                <a:lnTo>
                  <a:pt x="64517" y="113184"/>
                </a:lnTo>
                <a:cubicBezTo>
                  <a:pt x="58043" y="120997"/>
                  <a:pt x="51811" y="126764"/>
                  <a:pt x="45820" y="130485"/>
                </a:cubicBezTo>
                <a:cubicBezTo>
                  <a:pt x="39830" y="134206"/>
                  <a:pt x="33561" y="136066"/>
                  <a:pt x="27012" y="136066"/>
                </a:cubicBezTo>
                <a:cubicBezTo>
                  <a:pt x="11460" y="136066"/>
                  <a:pt x="3683" y="128215"/>
                  <a:pt x="3683" y="112514"/>
                </a:cubicBezTo>
                <a:cubicBezTo>
                  <a:pt x="3683" y="107528"/>
                  <a:pt x="4316" y="102282"/>
                  <a:pt x="5581" y="96775"/>
                </a:cubicBezTo>
                <a:lnTo>
                  <a:pt x="18752" y="38844"/>
                </a:lnTo>
                <a:lnTo>
                  <a:pt x="0" y="38844"/>
                </a:lnTo>
                <a:lnTo>
                  <a:pt x="1674" y="31142"/>
                </a:lnTo>
                <a:cubicBezTo>
                  <a:pt x="6065" y="31068"/>
                  <a:pt x="9395" y="30733"/>
                  <a:pt x="11664" y="30138"/>
                </a:cubicBezTo>
                <a:cubicBezTo>
                  <a:pt x="13934" y="29542"/>
                  <a:pt x="15832" y="28724"/>
                  <a:pt x="17357" y="27682"/>
                </a:cubicBezTo>
                <a:cubicBezTo>
                  <a:pt x="18882" y="26640"/>
                  <a:pt x="20278" y="25152"/>
                  <a:pt x="21543" y="23217"/>
                </a:cubicBezTo>
                <a:cubicBezTo>
                  <a:pt x="22808" y="21282"/>
                  <a:pt x="24036" y="18808"/>
                  <a:pt x="25226" y="15794"/>
                </a:cubicBezTo>
                <a:cubicBezTo>
                  <a:pt x="26417" y="12781"/>
                  <a:pt x="28203" y="7516"/>
                  <a:pt x="305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6" name="!!2">
            <a:extLst>
              <a:ext uri="{FF2B5EF4-FFF2-40B4-BE49-F238E27FC236}">
                <a16:creationId xmlns:a16="http://schemas.microsoft.com/office/drawing/2014/main" id="{01813DE8-5F64-4630-AAD1-8E452ADEDEE4}"/>
              </a:ext>
            </a:extLst>
          </p:cNvPr>
          <p:cNvSpPr txBox="1"/>
          <p:nvPr/>
        </p:nvSpPr>
        <p:spPr>
          <a:xfrm>
            <a:off x="8572661" y="2966003"/>
            <a:ext cx="161514" cy="196698"/>
          </a:xfrm>
          <a:custGeom>
            <a:avLst/>
            <a:gdLst/>
            <a:ahLst/>
            <a:cxnLst/>
            <a:rect l="l" t="t" r="r" b="b"/>
            <a:pathLst>
              <a:path w="150604" h="183412">
                <a:moveTo>
                  <a:pt x="122392" y="96431"/>
                </a:moveTo>
                <a:cubicBezTo>
                  <a:pt x="127806" y="96431"/>
                  <a:pt x="132787" y="96766"/>
                  <a:pt x="137335" y="97436"/>
                </a:cubicBezTo>
                <a:cubicBezTo>
                  <a:pt x="141884" y="98106"/>
                  <a:pt x="146307" y="99082"/>
                  <a:pt x="150604" y="100366"/>
                </a:cubicBezTo>
                <a:lnTo>
                  <a:pt x="146586" y="119286"/>
                </a:lnTo>
                <a:lnTo>
                  <a:pt x="139135" y="119286"/>
                </a:lnTo>
                <a:cubicBezTo>
                  <a:pt x="138521" y="114263"/>
                  <a:pt x="136861" y="110551"/>
                  <a:pt x="134154" y="108151"/>
                </a:cubicBezTo>
                <a:cubicBezTo>
                  <a:pt x="131447" y="105752"/>
                  <a:pt x="127248" y="104552"/>
                  <a:pt x="121555" y="104552"/>
                </a:cubicBezTo>
                <a:cubicBezTo>
                  <a:pt x="119267" y="104552"/>
                  <a:pt x="117146" y="104859"/>
                  <a:pt x="115193" y="105473"/>
                </a:cubicBezTo>
                <a:cubicBezTo>
                  <a:pt x="113239" y="106087"/>
                  <a:pt x="111565" y="106938"/>
                  <a:pt x="110170" y="108026"/>
                </a:cubicBezTo>
                <a:cubicBezTo>
                  <a:pt x="108774" y="109114"/>
                  <a:pt x="107686" y="110412"/>
                  <a:pt x="106905" y="111919"/>
                </a:cubicBezTo>
                <a:cubicBezTo>
                  <a:pt x="106123" y="113426"/>
                  <a:pt x="105733" y="115072"/>
                  <a:pt x="105733" y="116858"/>
                </a:cubicBezTo>
                <a:cubicBezTo>
                  <a:pt x="105733" y="118476"/>
                  <a:pt x="105928" y="119955"/>
                  <a:pt x="106319" y="121295"/>
                </a:cubicBezTo>
                <a:cubicBezTo>
                  <a:pt x="106709" y="122634"/>
                  <a:pt x="107477" y="123946"/>
                  <a:pt x="108621" y="125230"/>
                </a:cubicBezTo>
                <a:cubicBezTo>
                  <a:pt x="109765" y="126513"/>
                  <a:pt x="111384" y="127853"/>
                  <a:pt x="113476" y="129248"/>
                </a:cubicBezTo>
                <a:cubicBezTo>
                  <a:pt x="115569" y="130643"/>
                  <a:pt x="118318" y="132234"/>
                  <a:pt x="121722" y="134020"/>
                </a:cubicBezTo>
                <a:cubicBezTo>
                  <a:pt x="125294" y="135973"/>
                  <a:pt x="128266" y="137843"/>
                  <a:pt x="130638" y="139629"/>
                </a:cubicBezTo>
                <a:cubicBezTo>
                  <a:pt x="133010" y="141415"/>
                  <a:pt x="134894" y="143228"/>
                  <a:pt x="136289" y="145070"/>
                </a:cubicBezTo>
                <a:cubicBezTo>
                  <a:pt x="137684" y="146912"/>
                  <a:pt x="138661" y="148879"/>
                  <a:pt x="139219" y="150972"/>
                </a:cubicBezTo>
                <a:cubicBezTo>
                  <a:pt x="139777" y="153065"/>
                  <a:pt x="140056" y="155395"/>
                  <a:pt x="140056" y="157962"/>
                </a:cubicBezTo>
                <a:cubicBezTo>
                  <a:pt x="140056" y="161925"/>
                  <a:pt x="139247" y="165483"/>
                  <a:pt x="137628" y="168636"/>
                </a:cubicBezTo>
                <a:cubicBezTo>
                  <a:pt x="136010" y="171789"/>
                  <a:pt x="133750" y="174454"/>
                  <a:pt x="130848" y="176631"/>
                </a:cubicBezTo>
                <a:cubicBezTo>
                  <a:pt x="127945" y="178808"/>
                  <a:pt x="124527" y="180482"/>
                  <a:pt x="120592" y="181654"/>
                </a:cubicBezTo>
                <a:cubicBezTo>
                  <a:pt x="116658" y="182826"/>
                  <a:pt x="112346" y="183412"/>
                  <a:pt x="107658" y="183412"/>
                </a:cubicBezTo>
                <a:cubicBezTo>
                  <a:pt x="102524" y="183412"/>
                  <a:pt x="97473" y="183077"/>
                  <a:pt x="92506" y="182407"/>
                </a:cubicBezTo>
                <a:cubicBezTo>
                  <a:pt x="87539" y="181738"/>
                  <a:pt x="82292" y="180594"/>
                  <a:pt x="76767" y="178975"/>
                </a:cubicBezTo>
                <a:lnTo>
                  <a:pt x="81120" y="159888"/>
                </a:lnTo>
                <a:lnTo>
                  <a:pt x="88404" y="159888"/>
                </a:lnTo>
                <a:cubicBezTo>
                  <a:pt x="88683" y="165078"/>
                  <a:pt x="90315" y="168971"/>
                  <a:pt x="93301" y="171566"/>
                </a:cubicBezTo>
                <a:cubicBezTo>
                  <a:pt x="96287" y="174161"/>
                  <a:pt x="100905" y="175459"/>
                  <a:pt x="107156" y="175459"/>
                </a:cubicBezTo>
                <a:cubicBezTo>
                  <a:pt x="112737" y="175459"/>
                  <a:pt x="117132" y="174259"/>
                  <a:pt x="120341" y="171859"/>
                </a:cubicBezTo>
                <a:cubicBezTo>
                  <a:pt x="123550" y="169459"/>
                  <a:pt x="125155" y="166111"/>
                  <a:pt x="125155" y="161813"/>
                </a:cubicBezTo>
                <a:cubicBezTo>
                  <a:pt x="125155" y="159860"/>
                  <a:pt x="124959" y="158172"/>
                  <a:pt x="124569" y="156749"/>
                </a:cubicBezTo>
                <a:cubicBezTo>
                  <a:pt x="124178" y="155325"/>
                  <a:pt x="123411" y="153972"/>
                  <a:pt x="122267" y="152688"/>
                </a:cubicBezTo>
                <a:cubicBezTo>
                  <a:pt x="121122" y="151405"/>
                  <a:pt x="119560" y="150079"/>
                  <a:pt x="117579" y="148712"/>
                </a:cubicBezTo>
                <a:cubicBezTo>
                  <a:pt x="115597" y="147344"/>
                  <a:pt x="113016" y="145768"/>
                  <a:pt x="109835" y="143982"/>
                </a:cubicBezTo>
                <a:cubicBezTo>
                  <a:pt x="106542" y="142140"/>
                  <a:pt x="103710" y="140326"/>
                  <a:pt x="101338" y="138540"/>
                </a:cubicBezTo>
                <a:cubicBezTo>
                  <a:pt x="98966" y="136754"/>
                  <a:pt x="97012" y="134941"/>
                  <a:pt x="95478" y="133099"/>
                </a:cubicBezTo>
                <a:cubicBezTo>
                  <a:pt x="93943" y="131257"/>
                  <a:pt x="92813" y="129332"/>
                  <a:pt x="92087" y="127322"/>
                </a:cubicBezTo>
                <a:cubicBezTo>
                  <a:pt x="91362" y="125313"/>
                  <a:pt x="90999" y="123165"/>
                  <a:pt x="90999" y="120876"/>
                </a:cubicBezTo>
                <a:cubicBezTo>
                  <a:pt x="90999" y="117360"/>
                  <a:pt x="91738" y="114109"/>
                  <a:pt x="93217" y="111123"/>
                </a:cubicBezTo>
                <a:cubicBezTo>
                  <a:pt x="94696" y="108138"/>
                  <a:pt x="96803" y="105556"/>
                  <a:pt x="99538" y="103380"/>
                </a:cubicBezTo>
                <a:cubicBezTo>
                  <a:pt x="102272" y="101203"/>
                  <a:pt x="105565" y="99501"/>
                  <a:pt x="109416" y="98273"/>
                </a:cubicBezTo>
                <a:cubicBezTo>
                  <a:pt x="113267" y="97045"/>
                  <a:pt x="117592" y="96431"/>
                  <a:pt x="122392" y="96431"/>
                </a:cubicBezTo>
                <a:close/>
                <a:moveTo>
                  <a:pt x="30584" y="0"/>
                </a:moveTo>
                <a:lnTo>
                  <a:pt x="45988" y="0"/>
                </a:lnTo>
                <a:lnTo>
                  <a:pt x="39848" y="27570"/>
                </a:lnTo>
                <a:lnTo>
                  <a:pt x="73781" y="27570"/>
                </a:lnTo>
                <a:lnTo>
                  <a:pt x="71326" y="38844"/>
                </a:lnTo>
                <a:lnTo>
                  <a:pt x="37393" y="38844"/>
                </a:lnTo>
                <a:lnTo>
                  <a:pt x="27458" y="82153"/>
                </a:lnTo>
                <a:cubicBezTo>
                  <a:pt x="25524" y="90562"/>
                  <a:pt x="24296" y="96608"/>
                  <a:pt x="23775" y="100292"/>
                </a:cubicBezTo>
                <a:cubicBezTo>
                  <a:pt x="23254" y="103975"/>
                  <a:pt x="22994" y="106933"/>
                  <a:pt x="22994" y="109165"/>
                </a:cubicBezTo>
                <a:cubicBezTo>
                  <a:pt x="22994" y="118393"/>
                  <a:pt x="26826" y="123006"/>
                  <a:pt x="34491" y="123006"/>
                </a:cubicBezTo>
                <a:cubicBezTo>
                  <a:pt x="37765" y="123006"/>
                  <a:pt x="41244" y="121760"/>
                  <a:pt x="44927" y="119267"/>
                </a:cubicBezTo>
                <a:cubicBezTo>
                  <a:pt x="48611" y="116774"/>
                  <a:pt x="52982" y="112514"/>
                  <a:pt x="58043" y="106486"/>
                </a:cubicBezTo>
                <a:lnTo>
                  <a:pt x="64517" y="113184"/>
                </a:lnTo>
                <a:cubicBezTo>
                  <a:pt x="58043" y="120997"/>
                  <a:pt x="51810" y="126764"/>
                  <a:pt x="45820" y="130485"/>
                </a:cubicBezTo>
                <a:cubicBezTo>
                  <a:pt x="39830" y="134206"/>
                  <a:pt x="33560" y="136066"/>
                  <a:pt x="27012" y="136066"/>
                </a:cubicBezTo>
                <a:cubicBezTo>
                  <a:pt x="11459" y="136066"/>
                  <a:pt x="3683" y="128215"/>
                  <a:pt x="3683" y="112514"/>
                </a:cubicBezTo>
                <a:cubicBezTo>
                  <a:pt x="3683" y="107528"/>
                  <a:pt x="4316" y="102282"/>
                  <a:pt x="5581" y="96775"/>
                </a:cubicBezTo>
                <a:lnTo>
                  <a:pt x="18752" y="38844"/>
                </a:lnTo>
                <a:lnTo>
                  <a:pt x="0" y="38844"/>
                </a:lnTo>
                <a:lnTo>
                  <a:pt x="1674" y="31142"/>
                </a:lnTo>
                <a:cubicBezTo>
                  <a:pt x="6064" y="31068"/>
                  <a:pt x="9394" y="30733"/>
                  <a:pt x="11664" y="30138"/>
                </a:cubicBezTo>
                <a:cubicBezTo>
                  <a:pt x="13934" y="29542"/>
                  <a:pt x="15831" y="28724"/>
                  <a:pt x="17357" y="27682"/>
                </a:cubicBezTo>
                <a:cubicBezTo>
                  <a:pt x="18882" y="26640"/>
                  <a:pt x="20278" y="25152"/>
                  <a:pt x="21543" y="23217"/>
                </a:cubicBezTo>
                <a:cubicBezTo>
                  <a:pt x="22808" y="21282"/>
                  <a:pt x="24035" y="18808"/>
                  <a:pt x="25226" y="15794"/>
                </a:cubicBezTo>
                <a:cubicBezTo>
                  <a:pt x="26417" y="12781"/>
                  <a:pt x="28203" y="7516"/>
                  <a:pt x="305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BAE603B2-3558-4280-B0E4-B56D5C150023}"/>
              </a:ext>
            </a:extLst>
          </p:cNvPr>
          <p:cNvGrpSpPr/>
          <p:nvPr/>
        </p:nvGrpSpPr>
        <p:grpSpPr>
          <a:xfrm>
            <a:off x="8734175" y="2808667"/>
            <a:ext cx="2726914" cy="1306863"/>
            <a:chOff x="8734175" y="2808667"/>
            <a:chExt cx="2726914" cy="1306863"/>
          </a:xfrm>
        </p:grpSpPr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A045C1D4-74D0-424C-B8EF-EC19D1A1DA54}"/>
                </a:ext>
              </a:extLst>
            </p:cNvPr>
            <p:cNvCxnSpPr>
              <a:cxnSpLocks/>
            </p:cNvCxnSpPr>
            <p:nvPr/>
          </p:nvCxnSpPr>
          <p:spPr>
            <a:xfrm>
              <a:off x="9914279" y="4107345"/>
              <a:ext cx="1546810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F9A16ED9-F9CE-40F6-8178-BA6373CB0103}"/>
                </a:ext>
              </a:extLst>
            </p:cNvPr>
            <p:cNvGrpSpPr/>
            <p:nvPr/>
          </p:nvGrpSpPr>
          <p:grpSpPr>
            <a:xfrm>
              <a:off x="8734175" y="2808667"/>
              <a:ext cx="2726914" cy="1306863"/>
              <a:chOff x="8734175" y="2808667"/>
              <a:chExt cx="2726914" cy="1306863"/>
            </a:xfrm>
          </p:grpSpPr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8892DDFE-3ADA-40D5-B229-945F8E180A43}"/>
                  </a:ext>
                </a:extLst>
              </p:cNvPr>
              <p:cNvSpPr/>
              <p:nvPr/>
            </p:nvSpPr>
            <p:spPr>
              <a:xfrm>
                <a:off x="8770091" y="2881549"/>
                <a:ext cx="2690998" cy="934669"/>
              </a:xfrm>
              <a:custGeom>
                <a:avLst/>
                <a:gdLst>
                  <a:gd name="connsiteX0" fmla="*/ 0 w 2233612"/>
                  <a:gd name="connsiteY0" fmla="*/ 882164 h 882164"/>
                  <a:gd name="connsiteX1" fmla="*/ 161925 w 2233612"/>
                  <a:gd name="connsiteY1" fmla="*/ 367814 h 882164"/>
                  <a:gd name="connsiteX2" fmla="*/ 285750 w 2233612"/>
                  <a:gd name="connsiteY2" fmla="*/ 34439 h 882164"/>
                  <a:gd name="connsiteX3" fmla="*/ 1885950 w 2233612"/>
                  <a:gd name="connsiteY3" fmla="*/ 10627 h 882164"/>
                  <a:gd name="connsiteX4" fmla="*/ 2233612 w 2233612"/>
                  <a:gd name="connsiteY4" fmla="*/ 5864 h 882164"/>
                  <a:gd name="connsiteX0" fmla="*/ 0 w 2233612"/>
                  <a:gd name="connsiteY0" fmla="*/ 879583 h 879583"/>
                  <a:gd name="connsiteX1" fmla="*/ 161925 w 2233612"/>
                  <a:gd name="connsiteY1" fmla="*/ 365233 h 879583"/>
                  <a:gd name="connsiteX2" fmla="*/ 338138 w 2233612"/>
                  <a:gd name="connsiteY2" fmla="*/ 36621 h 879583"/>
                  <a:gd name="connsiteX3" fmla="*/ 1885950 w 2233612"/>
                  <a:gd name="connsiteY3" fmla="*/ 8046 h 879583"/>
                  <a:gd name="connsiteX4" fmla="*/ 2233612 w 2233612"/>
                  <a:gd name="connsiteY4" fmla="*/ 3283 h 879583"/>
                  <a:gd name="connsiteX0" fmla="*/ 0 w 2233612"/>
                  <a:gd name="connsiteY0" fmla="*/ 876300 h 876300"/>
                  <a:gd name="connsiteX1" fmla="*/ 161925 w 2233612"/>
                  <a:gd name="connsiteY1" fmla="*/ 361950 h 876300"/>
                  <a:gd name="connsiteX2" fmla="*/ 338138 w 2233612"/>
                  <a:gd name="connsiteY2" fmla="*/ 33338 h 876300"/>
                  <a:gd name="connsiteX3" fmla="*/ 1885950 w 2233612"/>
                  <a:gd name="connsiteY3" fmla="*/ 4763 h 876300"/>
                  <a:gd name="connsiteX4" fmla="*/ 2233612 w 2233612"/>
                  <a:gd name="connsiteY4" fmla="*/ 0 h 876300"/>
                  <a:gd name="connsiteX0" fmla="*/ 0 w 2233612"/>
                  <a:gd name="connsiteY0" fmla="*/ 876300 h 876300"/>
                  <a:gd name="connsiteX1" fmla="*/ 161925 w 2233612"/>
                  <a:gd name="connsiteY1" fmla="*/ 361950 h 876300"/>
                  <a:gd name="connsiteX2" fmla="*/ 338138 w 2233612"/>
                  <a:gd name="connsiteY2" fmla="*/ 33338 h 876300"/>
                  <a:gd name="connsiteX3" fmla="*/ 1885950 w 2233612"/>
                  <a:gd name="connsiteY3" fmla="*/ 4763 h 876300"/>
                  <a:gd name="connsiteX4" fmla="*/ 2233612 w 2233612"/>
                  <a:gd name="connsiteY4" fmla="*/ 0 h 876300"/>
                  <a:gd name="connsiteX0" fmla="*/ 0 w 2233612"/>
                  <a:gd name="connsiteY0" fmla="*/ 876300 h 876300"/>
                  <a:gd name="connsiteX1" fmla="*/ 161925 w 2233612"/>
                  <a:gd name="connsiteY1" fmla="*/ 361950 h 876300"/>
                  <a:gd name="connsiteX2" fmla="*/ 338138 w 2233612"/>
                  <a:gd name="connsiteY2" fmla="*/ 33338 h 876300"/>
                  <a:gd name="connsiteX3" fmla="*/ 1885950 w 2233612"/>
                  <a:gd name="connsiteY3" fmla="*/ 4763 h 876300"/>
                  <a:gd name="connsiteX4" fmla="*/ 2233612 w 2233612"/>
                  <a:gd name="connsiteY4" fmla="*/ 0 h 876300"/>
                  <a:gd name="connsiteX0" fmla="*/ 0 w 2233612"/>
                  <a:gd name="connsiteY0" fmla="*/ 877871 h 877871"/>
                  <a:gd name="connsiteX1" fmla="*/ 161925 w 2233612"/>
                  <a:gd name="connsiteY1" fmla="*/ 363521 h 877871"/>
                  <a:gd name="connsiteX2" fmla="*/ 338138 w 2233612"/>
                  <a:gd name="connsiteY2" fmla="*/ 34909 h 877871"/>
                  <a:gd name="connsiteX3" fmla="*/ 1009423 w 2233612"/>
                  <a:gd name="connsiteY3" fmla="*/ 6333 h 877871"/>
                  <a:gd name="connsiteX4" fmla="*/ 1885950 w 2233612"/>
                  <a:gd name="connsiteY4" fmla="*/ 6334 h 877871"/>
                  <a:gd name="connsiteX5" fmla="*/ 2233612 w 2233612"/>
                  <a:gd name="connsiteY5" fmla="*/ 1571 h 877871"/>
                  <a:gd name="connsiteX0" fmla="*/ 0 w 2233612"/>
                  <a:gd name="connsiteY0" fmla="*/ 876300 h 876300"/>
                  <a:gd name="connsiteX1" fmla="*/ 161925 w 2233612"/>
                  <a:gd name="connsiteY1" fmla="*/ 361950 h 876300"/>
                  <a:gd name="connsiteX2" fmla="*/ 338138 w 2233612"/>
                  <a:gd name="connsiteY2" fmla="*/ 33338 h 876300"/>
                  <a:gd name="connsiteX3" fmla="*/ 1009423 w 2233612"/>
                  <a:gd name="connsiteY3" fmla="*/ 14287 h 876300"/>
                  <a:gd name="connsiteX4" fmla="*/ 1885950 w 2233612"/>
                  <a:gd name="connsiteY4" fmla="*/ 4763 h 876300"/>
                  <a:gd name="connsiteX5" fmla="*/ 2233612 w 2233612"/>
                  <a:gd name="connsiteY5" fmla="*/ 0 h 876300"/>
                  <a:gd name="connsiteX0" fmla="*/ 0 w 2233612"/>
                  <a:gd name="connsiteY0" fmla="*/ 873337 h 873337"/>
                  <a:gd name="connsiteX1" fmla="*/ 161925 w 2233612"/>
                  <a:gd name="connsiteY1" fmla="*/ 358987 h 873337"/>
                  <a:gd name="connsiteX2" fmla="*/ 338138 w 2233612"/>
                  <a:gd name="connsiteY2" fmla="*/ 30375 h 873337"/>
                  <a:gd name="connsiteX3" fmla="*/ 1009423 w 2233612"/>
                  <a:gd name="connsiteY3" fmla="*/ 11324 h 873337"/>
                  <a:gd name="connsiteX4" fmla="*/ 1885950 w 2233612"/>
                  <a:gd name="connsiteY4" fmla="*/ 1800 h 873337"/>
                  <a:gd name="connsiteX5" fmla="*/ 2233612 w 2233612"/>
                  <a:gd name="connsiteY5" fmla="*/ 6562 h 873337"/>
                  <a:gd name="connsiteX0" fmla="*/ 0 w 1885950"/>
                  <a:gd name="connsiteY0" fmla="*/ 873337 h 873337"/>
                  <a:gd name="connsiteX1" fmla="*/ 161925 w 1885950"/>
                  <a:gd name="connsiteY1" fmla="*/ 358987 h 873337"/>
                  <a:gd name="connsiteX2" fmla="*/ 338138 w 1885950"/>
                  <a:gd name="connsiteY2" fmla="*/ 30375 h 873337"/>
                  <a:gd name="connsiteX3" fmla="*/ 1009423 w 1885950"/>
                  <a:gd name="connsiteY3" fmla="*/ 11324 h 873337"/>
                  <a:gd name="connsiteX4" fmla="*/ 1885950 w 1885950"/>
                  <a:gd name="connsiteY4" fmla="*/ 1800 h 8733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524273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9556 w 1885950"/>
                  <a:gd name="connsiteY2" fmla="*/ 4286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9556 w 1885950"/>
                  <a:gd name="connsiteY2" fmla="*/ 4286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5977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5977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5977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5977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5977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  <a:gd name="connsiteX0" fmla="*/ 0 w 1885950"/>
                  <a:gd name="connsiteY0" fmla="*/ 871537 h 871537"/>
                  <a:gd name="connsiteX1" fmla="*/ 161925 w 1885950"/>
                  <a:gd name="connsiteY1" fmla="*/ 357187 h 871537"/>
                  <a:gd name="connsiteX2" fmla="*/ 645977 w 1885950"/>
                  <a:gd name="connsiteY2" fmla="*/ 61913 h 871537"/>
                  <a:gd name="connsiteX3" fmla="*/ 1009423 w 1885950"/>
                  <a:gd name="connsiteY3" fmla="*/ 9524 h 871537"/>
                  <a:gd name="connsiteX4" fmla="*/ 1885950 w 1885950"/>
                  <a:gd name="connsiteY4" fmla="*/ 0 h 87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85950" h="871537">
                    <a:moveTo>
                      <a:pt x="0" y="871537"/>
                    </a:moveTo>
                    <a:cubicBezTo>
                      <a:pt x="57150" y="685005"/>
                      <a:pt x="54262" y="492124"/>
                      <a:pt x="161925" y="357187"/>
                    </a:cubicBezTo>
                    <a:cubicBezTo>
                      <a:pt x="269588" y="222250"/>
                      <a:pt x="501148" y="91281"/>
                      <a:pt x="645977" y="61913"/>
                    </a:cubicBezTo>
                    <a:cubicBezTo>
                      <a:pt x="790806" y="32545"/>
                      <a:pt x="864007" y="12699"/>
                      <a:pt x="1009423" y="9524"/>
                    </a:cubicBezTo>
                    <a:cubicBezTo>
                      <a:pt x="1154839" y="6349"/>
                      <a:pt x="1593774" y="3175"/>
                      <a:pt x="1885950" y="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任意多边形: 形状 248">
                <a:extLst>
                  <a:ext uri="{FF2B5EF4-FFF2-40B4-BE49-F238E27FC236}">
                    <a16:creationId xmlns:a16="http://schemas.microsoft.com/office/drawing/2014/main" id="{8D056B31-51EA-4699-8D7E-4DEEB4A219CC}"/>
                  </a:ext>
                </a:extLst>
              </p:cNvPr>
              <p:cNvSpPr/>
              <p:nvPr/>
            </p:nvSpPr>
            <p:spPr>
              <a:xfrm>
                <a:off x="8760555" y="2808667"/>
                <a:ext cx="1160420" cy="1305027"/>
              </a:xfrm>
              <a:custGeom>
                <a:avLst/>
                <a:gdLst>
                  <a:gd name="connsiteX0" fmla="*/ 0 w 1082040"/>
                  <a:gd name="connsiteY0" fmla="*/ 0 h 1287780"/>
                  <a:gd name="connsiteX1" fmla="*/ 152400 w 1082040"/>
                  <a:gd name="connsiteY1" fmla="*/ 388620 h 1287780"/>
                  <a:gd name="connsiteX2" fmla="*/ 381000 w 1082040"/>
                  <a:gd name="connsiteY2" fmla="*/ 792480 h 1287780"/>
                  <a:gd name="connsiteX3" fmla="*/ 601980 w 1082040"/>
                  <a:gd name="connsiteY3" fmla="*/ 1082040 h 1287780"/>
                  <a:gd name="connsiteX4" fmla="*/ 1082040 w 1082040"/>
                  <a:gd name="connsiteY4" fmla="*/ 1287780 h 1287780"/>
                  <a:gd name="connsiteX0" fmla="*/ 0 w 1082040"/>
                  <a:gd name="connsiteY0" fmla="*/ 0 h 1287780"/>
                  <a:gd name="connsiteX1" fmla="*/ 152400 w 1082040"/>
                  <a:gd name="connsiteY1" fmla="*/ 388620 h 1287780"/>
                  <a:gd name="connsiteX2" fmla="*/ 381000 w 1082040"/>
                  <a:gd name="connsiteY2" fmla="*/ 792480 h 1287780"/>
                  <a:gd name="connsiteX3" fmla="*/ 662940 w 1082040"/>
                  <a:gd name="connsiteY3" fmla="*/ 1089660 h 1287780"/>
                  <a:gd name="connsiteX4" fmla="*/ 1082040 w 1082040"/>
                  <a:gd name="connsiteY4" fmla="*/ 1287780 h 128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2040" h="1287780">
                    <a:moveTo>
                      <a:pt x="0" y="0"/>
                    </a:moveTo>
                    <a:cubicBezTo>
                      <a:pt x="44450" y="128270"/>
                      <a:pt x="88900" y="256540"/>
                      <a:pt x="152400" y="388620"/>
                    </a:cubicBezTo>
                    <a:cubicBezTo>
                      <a:pt x="215900" y="520700"/>
                      <a:pt x="295910" y="675640"/>
                      <a:pt x="381000" y="792480"/>
                    </a:cubicBezTo>
                    <a:cubicBezTo>
                      <a:pt x="466090" y="909320"/>
                      <a:pt x="546100" y="1007110"/>
                      <a:pt x="662940" y="1089660"/>
                    </a:cubicBezTo>
                    <a:cubicBezTo>
                      <a:pt x="779780" y="1172210"/>
                      <a:pt x="900430" y="1226185"/>
                      <a:pt x="1082040" y="1287780"/>
                    </a:cubicBezTo>
                  </a:path>
                </a:pathLst>
              </a:custGeom>
              <a:noFill/>
              <a:ln w="254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7DF7189C-0C21-4037-BA58-C5D90CB4DE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4175" y="4115530"/>
                <a:ext cx="2726914" cy="0"/>
              </a:xfrm>
              <a:prstGeom prst="line">
                <a:avLst/>
              </a:prstGeom>
              <a:ln w="254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9200C670-CB7E-4515-8C04-795F75782886}"/>
              </a:ext>
            </a:extLst>
          </p:cNvPr>
          <p:cNvGrpSpPr/>
          <p:nvPr/>
        </p:nvGrpSpPr>
        <p:grpSpPr>
          <a:xfrm>
            <a:off x="8360930" y="4549107"/>
            <a:ext cx="1868267" cy="1582799"/>
            <a:chOff x="8688755" y="2362745"/>
            <a:chExt cx="1868267" cy="1582799"/>
          </a:xfrm>
        </p:grpSpPr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55C3691A-4FB2-4625-AD57-D2CDA7CEE8F0}"/>
                </a:ext>
              </a:extLst>
            </p:cNvPr>
            <p:cNvGrpSpPr/>
            <p:nvPr/>
          </p:nvGrpSpPr>
          <p:grpSpPr>
            <a:xfrm rot="10800000">
              <a:off x="9153303" y="3192749"/>
              <a:ext cx="903583" cy="752795"/>
              <a:chOff x="5612081" y="2321455"/>
              <a:chExt cx="411164" cy="291983"/>
            </a:xfrm>
          </p:grpSpPr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7A81B9A0-0038-46D9-B08E-9AA6B4BD4249}"/>
                  </a:ext>
                </a:extLst>
              </p:cNvPr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7F5801EE-C23B-4EC4-B78E-FA155EDA1C6B}"/>
                  </a:ext>
                </a:extLst>
              </p:cNvPr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>
                <a:extLst>
                  <a:ext uri="{FF2B5EF4-FFF2-40B4-BE49-F238E27FC236}">
                    <a16:creationId xmlns:a16="http://schemas.microsoft.com/office/drawing/2014/main" id="{F85A22DC-5F62-4061-918A-A3DC8317F1BB}"/>
                  </a:ext>
                </a:extLst>
              </p:cNvPr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>
                <a:extLst>
                  <a:ext uri="{FF2B5EF4-FFF2-40B4-BE49-F238E27FC236}">
                    <a16:creationId xmlns:a16="http://schemas.microsoft.com/office/drawing/2014/main" id="{85F7E66A-5439-4AEE-9522-B8CAE1224982}"/>
                  </a:ext>
                </a:extLst>
              </p:cNvPr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DAC00F00-AB28-4E04-83BF-97A4A4191B7B}"/>
                </a:ext>
              </a:extLst>
            </p:cNvPr>
            <p:cNvGrpSpPr/>
            <p:nvPr/>
          </p:nvGrpSpPr>
          <p:grpSpPr>
            <a:xfrm>
              <a:off x="9341891" y="3199691"/>
              <a:ext cx="122298" cy="716586"/>
              <a:chOff x="2449740" y="3316514"/>
              <a:chExt cx="268062" cy="1570670"/>
            </a:xfrm>
          </p:grpSpPr>
          <p:grpSp>
            <p:nvGrpSpPr>
              <p:cNvPr id="285" name="组合 284">
                <a:extLst>
                  <a:ext uri="{FF2B5EF4-FFF2-40B4-BE49-F238E27FC236}">
                    <a16:creationId xmlns:a16="http://schemas.microsoft.com/office/drawing/2014/main" id="{CC9D9559-8D19-4C15-AA40-7D6ED306C89C}"/>
                  </a:ext>
                </a:extLst>
              </p:cNvPr>
              <p:cNvGrpSpPr/>
              <p:nvPr/>
            </p:nvGrpSpPr>
            <p:grpSpPr>
              <a:xfrm>
                <a:off x="2449740" y="3316514"/>
                <a:ext cx="268062" cy="268062"/>
                <a:chOff x="2297340" y="3316514"/>
                <a:chExt cx="268062" cy="268062"/>
              </a:xfrm>
            </p:grpSpPr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BE9AFEFC-9236-436F-B388-3C6DB33F7566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303" name="直接连接符 302">
                  <a:extLst>
                    <a:ext uri="{FF2B5EF4-FFF2-40B4-BE49-F238E27FC236}">
                      <a16:creationId xmlns:a16="http://schemas.microsoft.com/office/drawing/2014/main" id="{61B26A87-1680-4DC6-9CA9-CDD34A0AA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直接连接符 303">
                  <a:extLst>
                    <a:ext uri="{FF2B5EF4-FFF2-40B4-BE49-F238E27FC236}">
                      <a16:creationId xmlns:a16="http://schemas.microsoft.com/office/drawing/2014/main" id="{354F47ED-8500-463B-BADF-564943706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组合 285">
                <a:extLst>
                  <a:ext uri="{FF2B5EF4-FFF2-40B4-BE49-F238E27FC236}">
                    <a16:creationId xmlns:a16="http://schemas.microsoft.com/office/drawing/2014/main" id="{3243EF8E-7837-4FD2-B442-E7D44053FA0B}"/>
                  </a:ext>
                </a:extLst>
              </p:cNvPr>
              <p:cNvGrpSpPr/>
              <p:nvPr/>
            </p:nvGrpSpPr>
            <p:grpSpPr>
              <a:xfrm>
                <a:off x="2449740" y="3642166"/>
                <a:ext cx="268062" cy="268062"/>
                <a:chOff x="2297340" y="3316514"/>
                <a:chExt cx="268062" cy="268062"/>
              </a:xfrm>
            </p:grpSpPr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21790236-F39F-416E-A526-E17CA8ED9342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300" name="直接连接符 299">
                  <a:extLst>
                    <a:ext uri="{FF2B5EF4-FFF2-40B4-BE49-F238E27FC236}">
                      <a16:creationId xmlns:a16="http://schemas.microsoft.com/office/drawing/2014/main" id="{BF525657-DE5B-40F7-98F0-99E8D1C7F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直接连接符 300">
                  <a:extLst>
                    <a:ext uri="{FF2B5EF4-FFF2-40B4-BE49-F238E27FC236}">
                      <a16:creationId xmlns:a16="http://schemas.microsoft.com/office/drawing/2014/main" id="{AB17E952-3D17-4603-8645-450C15040C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组合 286">
                <a:extLst>
                  <a:ext uri="{FF2B5EF4-FFF2-40B4-BE49-F238E27FC236}">
                    <a16:creationId xmlns:a16="http://schemas.microsoft.com/office/drawing/2014/main" id="{9F899ED9-DF5D-462E-AD62-BB358E67BA2E}"/>
                  </a:ext>
                </a:extLst>
              </p:cNvPr>
              <p:cNvGrpSpPr/>
              <p:nvPr/>
            </p:nvGrpSpPr>
            <p:grpSpPr>
              <a:xfrm>
                <a:off x="2449740" y="3967818"/>
                <a:ext cx="268062" cy="268062"/>
                <a:chOff x="2297340" y="3316514"/>
                <a:chExt cx="268062" cy="268062"/>
              </a:xfrm>
            </p:grpSpPr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5D72A3AE-0F05-4E2E-B1F3-660E4B96D312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97" name="直接连接符 296">
                  <a:extLst>
                    <a:ext uri="{FF2B5EF4-FFF2-40B4-BE49-F238E27FC236}">
                      <a16:creationId xmlns:a16="http://schemas.microsoft.com/office/drawing/2014/main" id="{5B43E11A-769E-4D35-995A-8AD6130A8C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接连接符 297">
                  <a:extLst>
                    <a:ext uri="{FF2B5EF4-FFF2-40B4-BE49-F238E27FC236}">
                      <a16:creationId xmlns:a16="http://schemas.microsoft.com/office/drawing/2014/main" id="{9C4C04F0-6CB5-4EDE-904F-08BFDF13A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组合 287">
                <a:extLst>
                  <a:ext uri="{FF2B5EF4-FFF2-40B4-BE49-F238E27FC236}">
                    <a16:creationId xmlns:a16="http://schemas.microsoft.com/office/drawing/2014/main" id="{68B5E695-0406-4AB8-9612-D423D92B9DBA}"/>
                  </a:ext>
                </a:extLst>
              </p:cNvPr>
              <p:cNvGrpSpPr/>
              <p:nvPr/>
            </p:nvGrpSpPr>
            <p:grpSpPr>
              <a:xfrm>
                <a:off x="2449740" y="4293470"/>
                <a:ext cx="268062" cy="268062"/>
                <a:chOff x="2297340" y="3316514"/>
                <a:chExt cx="268062" cy="268062"/>
              </a:xfrm>
            </p:grpSpPr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51DFA3E2-0168-4D91-ADB3-BB9EA991D473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94" name="直接连接符 293">
                  <a:extLst>
                    <a:ext uri="{FF2B5EF4-FFF2-40B4-BE49-F238E27FC236}">
                      <a16:creationId xmlns:a16="http://schemas.microsoft.com/office/drawing/2014/main" id="{90D26A47-AD73-4A4F-9434-A38FF6AE00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接连接符 294">
                  <a:extLst>
                    <a:ext uri="{FF2B5EF4-FFF2-40B4-BE49-F238E27FC236}">
                      <a16:creationId xmlns:a16="http://schemas.microsoft.com/office/drawing/2014/main" id="{EF66CD56-330F-4D7A-A4C5-728A34861F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组合 288">
                <a:extLst>
                  <a:ext uri="{FF2B5EF4-FFF2-40B4-BE49-F238E27FC236}">
                    <a16:creationId xmlns:a16="http://schemas.microsoft.com/office/drawing/2014/main" id="{EFAD4A9B-5A19-44DA-8E48-F7054E59618C}"/>
                  </a:ext>
                </a:extLst>
              </p:cNvPr>
              <p:cNvGrpSpPr/>
              <p:nvPr/>
            </p:nvGrpSpPr>
            <p:grpSpPr>
              <a:xfrm>
                <a:off x="2449740" y="4619122"/>
                <a:ext cx="268062" cy="268062"/>
                <a:chOff x="2297340" y="3316514"/>
                <a:chExt cx="268062" cy="268062"/>
              </a:xfrm>
            </p:grpSpPr>
            <p:sp>
              <p:nvSpPr>
                <p:cNvPr id="290" name="椭圆 289">
                  <a:extLst>
                    <a:ext uri="{FF2B5EF4-FFF2-40B4-BE49-F238E27FC236}">
                      <a16:creationId xmlns:a16="http://schemas.microsoft.com/office/drawing/2014/main" id="{2E845F41-74D4-45D9-9D4E-606CCA0F1A55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91" name="直接连接符 290">
                  <a:extLst>
                    <a:ext uri="{FF2B5EF4-FFF2-40B4-BE49-F238E27FC236}">
                      <a16:creationId xmlns:a16="http://schemas.microsoft.com/office/drawing/2014/main" id="{80B00B4C-C1B4-42CF-BAFA-91E7D96A1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接连接符 291">
                  <a:extLst>
                    <a:ext uri="{FF2B5EF4-FFF2-40B4-BE49-F238E27FC236}">
                      <a16:creationId xmlns:a16="http://schemas.microsoft.com/office/drawing/2014/main" id="{25BA02BA-3D9B-445D-8E25-34C7BD35FF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5CB16EE9-3273-45C2-A113-9B667F95B6DB}"/>
                </a:ext>
              </a:extLst>
            </p:cNvPr>
            <p:cNvGrpSpPr/>
            <p:nvPr/>
          </p:nvGrpSpPr>
          <p:grpSpPr>
            <a:xfrm>
              <a:off x="9760676" y="3191067"/>
              <a:ext cx="122298" cy="716586"/>
              <a:chOff x="3581288" y="3316514"/>
              <a:chExt cx="268062" cy="1570670"/>
            </a:xfrm>
          </p:grpSpPr>
          <p:grpSp>
            <p:nvGrpSpPr>
              <p:cNvPr id="270" name="组合 269">
                <a:extLst>
                  <a:ext uri="{FF2B5EF4-FFF2-40B4-BE49-F238E27FC236}">
                    <a16:creationId xmlns:a16="http://schemas.microsoft.com/office/drawing/2014/main" id="{D5268C9F-D669-4429-8C51-D3248E0FCCA6}"/>
                  </a:ext>
                </a:extLst>
              </p:cNvPr>
              <p:cNvGrpSpPr/>
              <p:nvPr/>
            </p:nvGrpSpPr>
            <p:grpSpPr>
              <a:xfrm>
                <a:off x="3581288" y="3316514"/>
                <a:ext cx="268062" cy="268062"/>
                <a:chOff x="2745015" y="3316514"/>
                <a:chExt cx="268062" cy="268062"/>
              </a:xfrm>
            </p:grpSpPr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A111E6BF-0BD3-44BD-A4C8-A7EC94576B71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84" name="直接连接符 283">
                  <a:extLst>
                    <a:ext uri="{FF2B5EF4-FFF2-40B4-BE49-F238E27FC236}">
                      <a16:creationId xmlns:a16="http://schemas.microsoft.com/office/drawing/2014/main" id="{49B3A8E0-4823-4AD7-B3A7-F2EA42C64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51E094D9-E915-4113-B135-F2C2062E57D2}"/>
                  </a:ext>
                </a:extLst>
              </p:cNvPr>
              <p:cNvGrpSpPr/>
              <p:nvPr/>
            </p:nvGrpSpPr>
            <p:grpSpPr>
              <a:xfrm>
                <a:off x="3581288" y="3642166"/>
                <a:ext cx="268062" cy="268062"/>
                <a:chOff x="2745015" y="3316514"/>
                <a:chExt cx="268062" cy="268062"/>
              </a:xfrm>
            </p:grpSpPr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CCB2F62B-0163-4435-9658-B6C12C36837A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82" name="直接连接符 281">
                  <a:extLst>
                    <a:ext uri="{FF2B5EF4-FFF2-40B4-BE49-F238E27FC236}">
                      <a16:creationId xmlns:a16="http://schemas.microsoft.com/office/drawing/2014/main" id="{0C9AD964-F098-4FAF-8A0B-7F95985B63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CD16FCA0-D75F-46E5-B888-B4417E7276C3}"/>
                  </a:ext>
                </a:extLst>
              </p:cNvPr>
              <p:cNvGrpSpPr/>
              <p:nvPr/>
            </p:nvGrpSpPr>
            <p:grpSpPr>
              <a:xfrm>
                <a:off x="3581288" y="3967818"/>
                <a:ext cx="268062" cy="268062"/>
                <a:chOff x="2745015" y="3316514"/>
                <a:chExt cx="268062" cy="268062"/>
              </a:xfrm>
            </p:grpSpPr>
            <p:sp>
              <p:nvSpPr>
                <p:cNvPr id="279" name="椭圆 278">
                  <a:extLst>
                    <a:ext uri="{FF2B5EF4-FFF2-40B4-BE49-F238E27FC236}">
                      <a16:creationId xmlns:a16="http://schemas.microsoft.com/office/drawing/2014/main" id="{F10FBDF5-DBE6-4BC7-B67E-F1E794C5CD3D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80" name="直接连接符 279">
                  <a:extLst>
                    <a:ext uri="{FF2B5EF4-FFF2-40B4-BE49-F238E27FC236}">
                      <a16:creationId xmlns:a16="http://schemas.microsoft.com/office/drawing/2014/main" id="{7617E752-1A9F-4831-9E8C-5C377D391A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组合 272">
                <a:extLst>
                  <a:ext uri="{FF2B5EF4-FFF2-40B4-BE49-F238E27FC236}">
                    <a16:creationId xmlns:a16="http://schemas.microsoft.com/office/drawing/2014/main" id="{0BAA5F88-283B-49D3-892E-BE4422B9B768}"/>
                  </a:ext>
                </a:extLst>
              </p:cNvPr>
              <p:cNvGrpSpPr/>
              <p:nvPr/>
            </p:nvGrpSpPr>
            <p:grpSpPr>
              <a:xfrm>
                <a:off x="3581288" y="4293470"/>
                <a:ext cx="268062" cy="268062"/>
                <a:chOff x="2745015" y="3316514"/>
                <a:chExt cx="268062" cy="268062"/>
              </a:xfrm>
            </p:grpSpPr>
            <p:sp>
              <p:nvSpPr>
                <p:cNvPr id="277" name="椭圆 276">
                  <a:extLst>
                    <a:ext uri="{FF2B5EF4-FFF2-40B4-BE49-F238E27FC236}">
                      <a16:creationId xmlns:a16="http://schemas.microsoft.com/office/drawing/2014/main" id="{3D6F5F14-551D-4412-B514-824976AE63C4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78" name="直接连接符 277">
                  <a:extLst>
                    <a:ext uri="{FF2B5EF4-FFF2-40B4-BE49-F238E27FC236}">
                      <a16:creationId xmlns:a16="http://schemas.microsoft.com/office/drawing/2014/main" id="{0ABA9250-BD5B-4828-AA6A-1673B6DC0D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组合 273">
                <a:extLst>
                  <a:ext uri="{FF2B5EF4-FFF2-40B4-BE49-F238E27FC236}">
                    <a16:creationId xmlns:a16="http://schemas.microsoft.com/office/drawing/2014/main" id="{F917E9D9-7288-4357-B5B4-4C32DDA69C61}"/>
                  </a:ext>
                </a:extLst>
              </p:cNvPr>
              <p:cNvGrpSpPr/>
              <p:nvPr/>
            </p:nvGrpSpPr>
            <p:grpSpPr>
              <a:xfrm>
                <a:off x="3581288" y="4619122"/>
                <a:ext cx="268062" cy="268062"/>
                <a:chOff x="2745015" y="3316514"/>
                <a:chExt cx="268062" cy="268062"/>
              </a:xfrm>
            </p:grpSpPr>
            <p:sp>
              <p:nvSpPr>
                <p:cNvPr id="275" name="椭圆 274">
                  <a:extLst>
                    <a:ext uri="{FF2B5EF4-FFF2-40B4-BE49-F238E27FC236}">
                      <a16:creationId xmlns:a16="http://schemas.microsoft.com/office/drawing/2014/main" id="{92421B64-6DEE-4C09-A903-32FB1638785E}"/>
                    </a:ext>
                  </a:extLst>
                </p:cNvPr>
                <p:cNvSpPr/>
                <p:nvPr/>
              </p:nvSpPr>
              <p:spPr>
                <a:xfrm>
                  <a:off x="2745015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276" name="直接连接符 275">
                  <a:extLst>
                    <a:ext uri="{FF2B5EF4-FFF2-40B4-BE49-F238E27FC236}">
                      <a16:creationId xmlns:a16="http://schemas.microsoft.com/office/drawing/2014/main" id="{2327E94B-5B02-4AA4-9BB8-39CD3D3D6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02846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8" name="任意多边形: 形状 257">
              <a:extLst>
                <a:ext uri="{FF2B5EF4-FFF2-40B4-BE49-F238E27FC236}">
                  <a16:creationId xmlns:a16="http://schemas.microsoft.com/office/drawing/2014/main" id="{1ADE9A75-B864-4616-878D-75858AE157BB}"/>
                </a:ext>
              </a:extLst>
            </p:cNvPr>
            <p:cNvSpPr/>
            <p:nvPr/>
          </p:nvSpPr>
          <p:spPr>
            <a:xfrm rot="10800000" flipH="1">
              <a:off x="9882974" y="2526420"/>
              <a:ext cx="674048" cy="1054996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322056 h 2370522"/>
                <a:gd name="connsiteX1" fmla="*/ 1495425 w 3112544"/>
                <a:gd name="connsiteY1" fmla="*/ 2350631 h 2370522"/>
                <a:gd name="connsiteX2" fmla="*/ 2952750 w 3112544"/>
                <a:gd name="connsiteY2" fmla="*/ 2026781 h 2370522"/>
                <a:gd name="connsiteX3" fmla="*/ 3048000 w 3112544"/>
                <a:gd name="connsiteY3" fmla="*/ 226556 h 2370522"/>
                <a:gd name="connsiteX4" fmla="*/ 779350 w 3112544"/>
                <a:gd name="connsiteY4" fmla="*/ 34723 h 2370522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757361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914921" y="7320"/>
                    <a:pt x="757361" y="1128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9" name="任意多边形: 形状 258">
              <a:extLst>
                <a:ext uri="{FF2B5EF4-FFF2-40B4-BE49-F238E27FC236}">
                  <a16:creationId xmlns:a16="http://schemas.microsoft.com/office/drawing/2014/main" id="{0DEE7629-26E7-4FAE-819A-2BC8C3694DC5}"/>
                </a:ext>
              </a:extLst>
            </p:cNvPr>
            <p:cNvSpPr/>
            <p:nvPr/>
          </p:nvSpPr>
          <p:spPr>
            <a:xfrm rot="10800000">
              <a:off x="8688755" y="2531798"/>
              <a:ext cx="524564" cy="1051129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  <a:gd name="connsiteX0" fmla="*/ 0 w 3112544"/>
                <a:gd name="connsiteY0" fmla="*/ 2400842 h 2449308"/>
                <a:gd name="connsiteX1" fmla="*/ 1495425 w 3112544"/>
                <a:gd name="connsiteY1" fmla="*/ 2429417 h 2449308"/>
                <a:gd name="connsiteX2" fmla="*/ 2952750 w 3112544"/>
                <a:gd name="connsiteY2" fmla="*/ 2105567 h 2449308"/>
                <a:gd name="connsiteX3" fmla="*/ 3048000 w 3112544"/>
                <a:gd name="connsiteY3" fmla="*/ 305342 h 2449308"/>
                <a:gd name="connsiteX4" fmla="*/ 453931 w 3112544"/>
                <a:gd name="connsiteY4" fmla="*/ 3004 h 2449308"/>
                <a:gd name="connsiteX0" fmla="*/ 0 w 3112544"/>
                <a:gd name="connsiteY0" fmla="*/ 2477111 h 2525577"/>
                <a:gd name="connsiteX1" fmla="*/ 1495425 w 3112544"/>
                <a:gd name="connsiteY1" fmla="*/ 2505686 h 2525577"/>
                <a:gd name="connsiteX2" fmla="*/ 2952750 w 3112544"/>
                <a:gd name="connsiteY2" fmla="*/ 2181836 h 2525577"/>
                <a:gd name="connsiteX3" fmla="*/ 3048000 w 3112544"/>
                <a:gd name="connsiteY3" fmla="*/ 381611 h 2525577"/>
                <a:gd name="connsiteX4" fmla="*/ 199600 w 3112544"/>
                <a:gd name="connsiteY4" fmla="*/ 238 h 2525577"/>
                <a:gd name="connsiteX0" fmla="*/ 0 w 3112544"/>
                <a:gd name="connsiteY0" fmla="*/ 2443548 h 2492014"/>
                <a:gd name="connsiteX1" fmla="*/ 1495425 w 3112544"/>
                <a:gd name="connsiteY1" fmla="*/ 2472123 h 2492014"/>
                <a:gd name="connsiteX2" fmla="*/ 2952750 w 3112544"/>
                <a:gd name="connsiteY2" fmla="*/ 2148273 h 2492014"/>
                <a:gd name="connsiteX3" fmla="*/ 3048000 w 3112544"/>
                <a:gd name="connsiteY3" fmla="*/ 348048 h 2492014"/>
                <a:gd name="connsiteX4" fmla="*/ 86565 w 3112544"/>
                <a:gd name="connsiteY4" fmla="*/ 548 h 2492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92014">
                  <a:moveTo>
                    <a:pt x="0" y="2443548"/>
                  </a:moveTo>
                  <a:cubicBezTo>
                    <a:pt x="457994" y="2466566"/>
                    <a:pt x="1003300" y="2521335"/>
                    <a:pt x="1495425" y="2472123"/>
                  </a:cubicBezTo>
                  <a:cubicBezTo>
                    <a:pt x="1987550" y="2422911"/>
                    <a:pt x="2693988" y="2502285"/>
                    <a:pt x="2952750" y="2148273"/>
                  </a:cubicBezTo>
                  <a:cubicBezTo>
                    <a:pt x="3211512" y="1794261"/>
                    <a:pt x="3087688" y="690948"/>
                    <a:pt x="3048000" y="348048"/>
                  </a:cubicBezTo>
                  <a:cubicBezTo>
                    <a:pt x="3008313" y="5148"/>
                    <a:pt x="244125" y="-3421"/>
                    <a:pt x="86565" y="54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ABC2675D-5645-4167-92AB-3C373B337D6C}"/>
                </a:ext>
              </a:extLst>
            </p:cNvPr>
            <p:cNvGrpSpPr/>
            <p:nvPr/>
          </p:nvGrpSpPr>
          <p:grpSpPr>
            <a:xfrm rot="10800000" flipH="1" flipV="1">
              <a:off x="9191191" y="2362745"/>
              <a:ext cx="715431" cy="322947"/>
              <a:chOff x="2915443" y="4344145"/>
              <a:chExt cx="509929" cy="230183"/>
            </a:xfrm>
          </p:grpSpPr>
          <p:grpSp>
            <p:nvGrpSpPr>
              <p:cNvPr id="261" name="组合 260">
                <a:extLst>
                  <a:ext uri="{FF2B5EF4-FFF2-40B4-BE49-F238E27FC236}">
                    <a16:creationId xmlns:a16="http://schemas.microsoft.com/office/drawing/2014/main" id="{2B517466-75E0-457F-84F3-670331DC06FC}"/>
                  </a:ext>
                </a:extLst>
              </p:cNvPr>
              <p:cNvGrpSpPr/>
              <p:nvPr/>
            </p:nvGrpSpPr>
            <p:grpSpPr>
              <a:xfrm>
                <a:off x="2915443" y="4385862"/>
                <a:ext cx="509929" cy="188466"/>
                <a:chOff x="2915443" y="4261175"/>
                <a:chExt cx="509929" cy="313153"/>
              </a:xfrm>
            </p:grpSpPr>
            <p:cxnSp>
              <p:nvCxnSpPr>
                <p:cNvPr id="264" name="直接连接符 263">
                  <a:extLst>
                    <a:ext uri="{FF2B5EF4-FFF2-40B4-BE49-F238E27FC236}">
                      <a16:creationId xmlns:a16="http://schemas.microsoft.com/office/drawing/2014/main" id="{D9587C05-23D9-4665-A017-9C45C77799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43468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直接连接符 264">
                  <a:extLst>
                    <a:ext uri="{FF2B5EF4-FFF2-40B4-BE49-F238E27FC236}">
                      <a16:creationId xmlns:a16="http://schemas.microsoft.com/office/drawing/2014/main" id="{0302F265-64C3-4BD2-80C9-96C262CFCBAB}"/>
                    </a:ext>
                  </a:extLst>
                </p:cNvPr>
                <p:cNvCxnSpPr/>
                <p:nvPr/>
              </p:nvCxnSpPr>
              <p:spPr>
                <a:xfrm rot="10800000">
                  <a:off x="3083149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直接连接符 265">
                  <a:extLst>
                    <a:ext uri="{FF2B5EF4-FFF2-40B4-BE49-F238E27FC236}">
                      <a16:creationId xmlns:a16="http://schemas.microsoft.com/office/drawing/2014/main" id="{C57C505A-4FB4-43F6-B916-CE422C552ECE}"/>
                    </a:ext>
                  </a:extLst>
                </p:cNvPr>
                <p:cNvCxnSpPr/>
                <p:nvPr/>
              </p:nvCxnSpPr>
              <p:spPr>
                <a:xfrm rot="10800000" flipH="1">
                  <a:off x="2915443" y="4422858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直接连接符 266">
                  <a:extLst>
                    <a:ext uri="{FF2B5EF4-FFF2-40B4-BE49-F238E27FC236}">
                      <a16:creationId xmlns:a16="http://schemas.microsoft.com/office/drawing/2014/main" id="{46B665DA-4127-44D0-8B38-49F6A08156C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257666" y="4419497"/>
                  <a:ext cx="167706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直接连接符 267">
                  <a:extLst>
                    <a:ext uri="{FF2B5EF4-FFF2-40B4-BE49-F238E27FC236}">
                      <a16:creationId xmlns:a16="http://schemas.microsoft.com/office/drawing/2014/main" id="{66F8A922-97C5-4DC4-840B-B7E13BA7AC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56644" y="4354610"/>
                  <a:ext cx="0" cy="129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直接连接符 268">
                  <a:extLst>
                    <a:ext uri="{FF2B5EF4-FFF2-40B4-BE49-F238E27FC236}">
                      <a16:creationId xmlns:a16="http://schemas.microsoft.com/office/drawing/2014/main" id="{545BC8CF-CA5F-4E1A-A718-DDAC10D896CC}"/>
                    </a:ext>
                  </a:extLst>
                </p:cNvPr>
                <p:cNvCxnSpPr/>
                <p:nvPr/>
              </p:nvCxnSpPr>
              <p:spPr>
                <a:xfrm rot="10800000">
                  <a:off x="3196325" y="4261175"/>
                  <a:ext cx="0" cy="3131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26A51555-E46C-4931-899A-88958F0E33B9}"/>
                  </a:ext>
                </a:extLst>
              </p:cNvPr>
              <p:cNvSpPr txBox="1"/>
              <p:nvPr/>
            </p:nvSpPr>
            <p:spPr>
              <a:xfrm>
                <a:off x="2957817" y="4344145"/>
                <a:ext cx="75285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75285" h="74676">
                    <a:moveTo>
                      <a:pt x="32613" y="0"/>
                    </a:moveTo>
                    <a:lnTo>
                      <a:pt x="42672" y="0"/>
                    </a:lnTo>
                    <a:lnTo>
                      <a:pt x="42672" y="32156"/>
                    </a:lnTo>
                    <a:lnTo>
                      <a:pt x="75285" y="32156"/>
                    </a:lnTo>
                    <a:lnTo>
                      <a:pt x="75285" y="42367"/>
                    </a:lnTo>
                    <a:lnTo>
                      <a:pt x="42672" y="42367"/>
                    </a:lnTo>
                    <a:lnTo>
                      <a:pt x="42672" y="74676"/>
                    </a:lnTo>
                    <a:lnTo>
                      <a:pt x="32613" y="74676"/>
                    </a:lnTo>
                    <a:lnTo>
                      <a:pt x="32613" y="42367"/>
                    </a:lnTo>
                    <a:lnTo>
                      <a:pt x="0" y="42367"/>
                    </a:lnTo>
                    <a:lnTo>
                      <a:pt x="0" y="32156"/>
                    </a:lnTo>
                    <a:lnTo>
                      <a:pt x="32613" y="3215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71E09C53-06D0-45EB-94CB-FBA2AAF017C6}"/>
                  </a:ext>
                </a:extLst>
              </p:cNvPr>
              <p:cNvSpPr txBox="1"/>
              <p:nvPr/>
            </p:nvSpPr>
            <p:spPr>
              <a:xfrm>
                <a:off x="3308812" y="4366118"/>
                <a:ext cx="6126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61265" h="13716">
                    <a:moveTo>
                      <a:pt x="0" y="0"/>
                    </a:moveTo>
                    <a:lnTo>
                      <a:pt x="61265" y="0"/>
                    </a:lnTo>
                    <a:lnTo>
                      <a:pt x="61265" y="13716"/>
                    </a:lnTo>
                    <a:lnTo>
                      <a:pt x="0" y="137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D1D8EE5-D4D9-4673-A9E8-B51C9BAB79C5}"/>
              </a:ext>
            </a:extLst>
          </p:cNvPr>
          <p:cNvGrpSpPr/>
          <p:nvPr/>
        </p:nvGrpSpPr>
        <p:grpSpPr>
          <a:xfrm>
            <a:off x="9257444" y="6015980"/>
            <a:ext cx="2628814" cy="435801"/>
            <a:chOff x="9257444" y="6015980"/>
            <a:chExt cx="2628814" cy="435801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DFBAE73-90F1-45F3-B6B6-7E59BBD50ECB}"/>
                </a:ext>
              </a:extLst>
            </p:cNvPr>
            <p:cNvCxnSpPr/>
            <p:nvPr/>
          </p:nvCxnSpPr>
          <p:spPr>
            <a:xfrm>
              <a:off x="9257444" y="6015980"/>
              <a:ext cx="471617" cy="2789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B9F3F6CD-5825-4EAB-91B7-D4CC8ECA8ED1}"/>
                </a:ext>
              </a:extLst>
            </p:cNvPr>
            <p:cNvSpPr txBox="1"/>
            <p:nvPr/>
          </p:nvSpPr>
          <p:spPr>
            <a:xfrm>
              <a:off x="9779491" y="6196448"/>
              <a:ext cx="2106767" cy="255333"/>
            </a:xfrm>
            <a:custGeom>
              <a:avLst/>
              <a:gdLst/>
              <a:ahLst/>
              <a:cxnLst/>
              <a:rect l="l" t="t" r="r" b="b"/>
              <a:pathLst>
                <a:path w="3561130" h="431597">
                  <a:moveTo>
                    <a:pt x="559155" y="251460"/>
                  </a:moveTo>
                  <a:lnTo>
                    <a:pt x="559155" y="319126"/>
                  </a:lnTo>
                  <a:lnTo>
                    <a:pt x="682599" y="319126"/>
                  </a:lnTo>
                  <a:lnTo>
                    <a:pt x="682599" y="251460"/>
                  </a:lnTo>
                  <a:close/>
                  <a:moveTo>
                    <a:pt x="1463954" y="248260"/>
                  </a:moveTo>
                  <a:lnTo>
                    <a:pt x="1463954" y="299009"/>
                  </a:lnTo>
                  <a:lnTo>
                    <a:pt x="1654606" y="299009"/>
                  </a:lnTo>
                  <a:lnTo>
                    <a:pt x="1654606" y="248260"/>
                  </a:lnTo>
                  <a:close/>
                  <a:moveTo>
                    <a:pt x="967892" y="245059"/>
                  </a:moveTo>
                  <a:cubicBezTo>
                    <a:pt x="973988" y="253898"/>
                    <a:pt x="983132" y="260299"/>
                    <a:pt x="995324" y="264262"/>
                  </a:cubicBezTo>
                  <a:cubicBezTo>
                    <a:pt x="966673" y="321869"/>
                    <a:pt x="941679" y="375209"/>
                    <a:pt x="920343" y="424282"/>
                  </a:cubicBezTo>
                  <a:cubicBezTo>
                    <a:pt x="911504" y="416357"/>
                    <a:pt x="900226" y="409956"/>
                    <a:pt x="886510" y="405079"/>
                  </a:cubicBezTo>
                  <a:cubicBezTo>
                    <a:pt x="925220" y="356006"/>
                    <a:pt x="952347" y="302666"/>
                    <a:pt x="967892" y="245059"/>
                  </a:cubicBezTo>
                  <a:close/>
                  <a:moveTo>
                    <a:pt x="1078534" y="239116"/>
                  </a:moveTo>
                  <a:cubicBezTo>
                    <a:pt x="1090727" y="274168"/>
                    <a:pt x="1110843" y="303733"/>
                    <a:pt x="1138885" y="327812"/>
                  </a:cubicBezTo>
                  <a:cubicBezTo>
                    <a:pt x="1167841" y="301295"/>
                    <a:pt x="1187958" y="271729"/>
                    <a:pt x="1199235" y="239116"/>
                  </a:cubicBezTo>
                  <a:close/>
                  <a:moveTo>
                    <a:pt x="2416759" y="236372"/>
                  </a:moveTo>
                  <a:lnTo>
                    <a:pt x="2416759" y="311810"/>
                  </a:lnTo>
                  <a:lnTo>
                    <a:pt x="2497683" y="311810"/>
                  </a:lnTo>
                  <a:lnTo>
                    <a:pt x="2497683" y="236372"/>
                  </a:lnTo>
                  <a:close/>
                  <a:moveTo>
                    <a:pt x="1023670" y="214884"/>
                  </a:moveTo>
                  <a:cubicBezTo>
                    <a:pt x="1052931" y="216713"/>
                    <a:pt x="1089050" y="217627"/>
                    <a:pt x="1132027" y="217627"/>
                  </a:cubicBezTo>
                  <a:cubicBezTo>
                    <a:pt x="1175004" y="217627"/>
                    <a:pt x="1211122" y="216713"/>
                    <a:pt x="1240383" y="214884"/>
                  </a:cubicBezTo>
                  <a:cubicBezTo>
                    <a:pt x="1223619" y="263347"/>
                    <a:pt x="1196187" y="306324"/>
                    <a:pt x="1158087" y="343814"/>
                  </a:cubicBezTo>
                  <a:cubicBezTo>
                    <a:pt x="1190701" y="369722"/>
                    <a:pt x="1232458" y="387096"/>
                    <a:pt x="1283360" y="395935"/>
                  </a:cubicBezTo>
                  <a:cubicBezTo>
                    <a:pt x="1273606" y="405079"/>
                    <a:pt x="1267206" y="415290"/>
                    <a:pt x="1264158" y="426568"/>
                  </a:cubicBezTo>
                  <a:cubicBezTo>
                    <a:pt x="1213256" y="410108"/>
                    <a:pt x="1171194" y="388315"/>
                    <a:pt x="1137970" y="361188"/>
                  </a:cubicBezTo>
                  <a:cubicBezTo>
                    <a:pt x="1102918" y="388925"/>
                    <a:pt x="1058570" y="411632"/>
                    <a:pt x="1004925" y="429311"/>
                  </a:cubicBezTo>
                  <a:cubicBezTo>
                    <a:pt x="1000963" y="417728"/>
                    <a:pt x="994105" y="408280"/>
                    <a:pt x="984351" y="400964"/>
                  </a:cubicBezTo>
                  <a:cubicBezTo>
                    <a:pt x="1040130" y="389077"/>
                    <a:pt x="1084935" y="370180"/>
                    <a:pt x="1118768" y="344272"/>
                  </a:cubicBezTo>
                  <a:cubicBezTo>
                    <a:pt x="1090117" y="315620"/>
                    <a:pt x="1068628" y="280873"/>
                    <a:pt x="1054303" y="240030"/>
                  </a:cubicBezTo>
                  <a:cubicBezTo>
                    <a:pt x="1047292" y="240335"/>
                    <a:pt x="1037082" y="241097"/>
                    <a:pt x="1023670" y="242316"/>
                  </a:cubicBezTo>
                  <a:close/>
                  <a:moveTo>
                    <a:pt x="2388870" y="212598"/>
                  </a:moveTo>
                  <a:cubicBezTo>
                    <a:pt x="2413254" y="214427"/>
                    <a:pt x="2436190" y="215341"/>
                    <a:pt x="2457678" y="215341"/>
                  </a:cubicBezTo>
                  <a:cubicBezTo>
                    <a:pt x="2479167" y="215341"/>
                    <a:pt x="2501798" y="214427"/>
                    <a:pt x="2525572" y="212598"/>
                  </a:cubicBezTo>
                  <a:cubicBezTo>
                    <a:pt x="2523439" y="226924"/>
                    <a:pt x="2522372" y="241706"/>
                    <a:pt x="2522372" y="256946"/>
                  </a:cubicBezTo>
                  <a:lnTo>
                    <a:pt x="2522372" y="309524"/>
                  </a:lnTo>
                  <a:cubicBezTo>
                    <a:pt x="2522372" y="329641"/>
                    <a:pt x="2523591" y="347015"/>
                    <a:pt x="2526030" y="361645"/>
                  </a:cubicBezTo>
                  <a:lnTo>
                    <a:pt x="2497683" y="361645"/>
                  </a:lnTo>
                  <a:lnTo>
                    <a:pt x="2497683" y="334670"/>
                  </a:lnTo>
                  <a:lnTo>
                    <a:pt x="2416759" y="334670"/>
                  </a:lnTo>
                  <a:lnTo>
                    <a:pt x="2416759" y="366217"/>
                  </a:lnTo>
                  <a:lnTo>
                    <a:pt x="2387041" y="366217"/>
                  </a:lnTo>
                  <a:cubicBezTo>
                    <a:pt x="2389480" y="349148"/>
                    <a:pt x="2390698" y="331622"/>
                    <a:pt x="2390698" y="313639"/>
                  </a:cubicBezTo>
                  <a:lnTo>
                    <a:pt x="2390698" y="256946"/>
                  </a:lnTo>
                  <a:cubicBezTo>
                    <a:pt x="2390698" y="238049"/>
                    <a:pt x="2390089" y="223266"/>
                    <a:pt x="2388870" y="212598"/>
                  </a:cubicBezTo>
                  <a:close/>
                  <a:moveTo>
                    <a:pt x="2002536" y="202997"/>
                  </a:moveTo>
                  <a:lnTo>
                    <a:pt x="2002536" y="272948"/>
                  </a:lnTo>
                  <a:lnTo>
                    <a:pt x="2113635" y="272948"/>
                  </a:lnTo>
                  <a:lnTo>
                    <a:pt x="2113635" y="202997"/>
                  </a:lnTo>
                  <a:close/>
                  <a:moveTo>
                    <a:pt x="1859889" y="202997"/>
                  </a:moveTo>
                  <a:lnTo>
                    <a:pt x="1859889" y="272948"/>
                  </a:lnTo>
                  <a:lnTo>
                    <a:pt x="1973732" y="272948"/>
                  </a:lnTo>
                  <a:lnTo>
                    <a:pt x="1973732" y="202997"/>
                  </a:lnTo>
                  <a:close/>
                  <a:moveTo>
                    <a:pt x="3003804" y="191110"/>
                  </a:moveTo>
                  <a:cubicBezTo>
                    <a:pt x="3012033" y="196596"/>
                    <a:pt x="3021634" y="200711"/>
                    <a:pt x="3032607" y="203454"/>
                  </a:cubicBezTo>
                  <a:cubicBezTo>
                    <a:pt x="3035655" y="204064"/>
                    <a:pt x="3037179" y="205511"/>
                    <a:pt x="3037179" y="207797"/>
                  </a:cubicBezTo>
                  <a:cubicBezTo>
                    <a:pt x="3037179" y="210083"/>
                    <a:pt x="3035350" y="211988"/>
                    <a:pt x="3031693" y="213512"/>
                  </a:cubicBezTo>
                  <a:cubicBezTo>
                    <a:pt x="3025292" y="216256"/>
                    <a:pt x="3017672" y="223571"/>
                    <a:pt x="3008833" y="235458"/>
                  </a:cubicBezTo>
                  <a:lnTo>
                    <a:pt x="3049981" y="235458"/>
                  </a:lnTo>
                  <a:cubicBezTo>
                    <a:pt x="3082899" y="235458"/>
                    <a:pt x="3105150" y="234544"/>
                    <a:pt x="3116732" y="232715"/>
                  </a:cubicBezTo>
                  <a:cubicBezTo>
                    <a:pt x="3106369" y="271729"/>
                    <a:pt x="3088919" y="304419"/>
                    <a:pt x="3064383" y="330784"/>
                  </a:cubicBezTo>
                  <a:cubicBezTo>
                    <a:pt x="3039846" y="357149"/>
                    <a:pt x="3013786" y="377419"/>
                    <a:pt x="2986202" y="391592"/>
                  </a:cubicBezTo>
                  <a:cubicBezTo>
                    <a:pt x="2958617" y="405765"/>
                    <a:pt x="2918917" y="416814"/>
                    <a:pt x="2867101" y="424739"/>
                  </a:cubicBezTo>
                  <a:cubicBezTo>
                    <a:pt x="2864358" y="413461"/>
                    <a:pt x="2859328" y="403403"/>
                    <a:pt x="2852014" y="394564"/>
                  </a:cubicBezTo>
                  <a:cubicBezTo>
                    <a:pt x="2913278" y="389992"/>
                    <a:pt x="2962960" y="376580"/>
                    <a:pt x="3001060" y="354330"/>
                  </a:cubicBezTo>
                  <a:cubicBezTo>
                    <a:pt x="2988259" y="336347"/>
                    <a:pt x="2973781" y="321716"/>
                    <a:pt x="2957626" y="310439"/>
                  </a:cubicBezTo>
                  <a:lnTo>
                    <a:pt x="2977743" y="289865"/>
                  </a:lnTo>
                  <a:cubicBezTo>
                    <a:pt x="2994202" y="305714"/>
                    <a:pt x="3008528" y="322326"/>
                    <a:pt x="3020720" y="339700"/>
                  </a:cubicBezTo>
                  <a:cubicBezTo>
                    <a:pt x="3049981" y="314401"/>
                    <a:pt x="3070555" y="286969"/>
                    <a:pt x="3082442" y="257404"/>
                  </a:cubicBezTo>
                  <a:lnTo>
                    <a:pt x="2992374" y="257404"/>
                  </a:lnTo>
                  <a:cubicBezTo>
                    <a:pt x="2966466" y="287579"/>
                    <a:pt x="2933547" y="313030"/>
                    <a:pt x="2893618" y="333756"/>
                  </a:cubicBezTo>
                  <a:cubicBezTo>
                    <a:pt x="2889351" y="323393"/>
                    <a:pt x="2881731" y="315316"/>
                    <a:pt x="2870758" y="309524"/>
                  </a:cubicBezTo>
                  <a:cubicBezTo>
                    <a:pt x="2936595" y="285750"/>
                    <a:pt x="2980944" y="246278"/>
                    <a:pt x="3003804" y="191110"/>
                  </a:cubicBezTo>
                  <a:close/>
                  <a:moveTo>
                    <a:pt x="1463954" y="173279"/>
                  </a:moveTo>
                  <a:lnTo>
                    <a:pt x="1463954" y="226771"/>
                  </a:lnTo>
                  <a:lnTo>
                    <a:pt x="1654606" y="226771"/>
                  </a:lnTo>
                  <a:lnTo>
                    <a:pt x="1654606" y="173279"/>
                  </a:lnTo>
                  <a:close/>
                  <a:moveTo>
                    <a:pt x="559155" y="161849"/>
                  </a:moveTo>
                  <a:lnTo>
                    <a:pt x="559155" y="229972"/>
                  </a:lnTo>
                  <a:lnTo>
                    <a:pt x="682599" y="229972"/>
                  </a:lnTo>
                  <a:lnTo>
                    <a:pt x="682599" y="161849"/>
                  </a:lnTo>
                  <a:close/>
                  <a:moveTo>
                    <a:pt x="3163824" y="160020"/>
                  </a:moveTo>
                  <a:cubicBezTo>
                    <a:pt x="3183940" y="162458"/>
                    <a:pt x="3217926" y="163678"/>
                    <a:pt x="3265779" y="163678"/>
                  </a:cubicBezTo>
                  <a:cubicBezTo>
                    <a:pt x="3313633" y="163678"/>
                    <a:pt x="3347618" y="162458"/>
                    <a:pt x="3367735" y="160020"/>
                  </a:cubicBezTo>
                  <a:lnTo>
                    <a:pt x="3367735" y="189738"/>
                  </a:lnTo>
                  <a:cubicBezTo>
                    <a:pt x="3347923" y="187300"/>
                    <a:pt x="3315157" y="186080"/>
                    <a:pt x="3269437" y="186080"/>
                  </a:cubicBezTo>
                  <a:cubicBezTo>
                    <a:pt x="3253892" y="230581"/>
                    <a:pt x="3234080" y="277978"/>
                    <a:pt x="3210001" y="328270"/>
                  </a:cubicBezTo>
                  <a:lnTo>
                    <a:pt x="3332530" y="312268"/>
                  </a:lnTo>
                  <a:cubicBezTo>
                    <a:pt x="3320338" y="286360"/>
                    <a:pt x="3304946" y="260299"/>
                    <a:pt x="3286353" y="234086"/>
                  </a:cubicBezTo>
                  <a:lnTo>
                    <a:pt x="3309214" y="218999"/>
                  </a:lnTo>
                  <a:cubicBezTo>
                    <a:pt x="3336036" y="261061"/>
                    <a:pt x="3359353" y="305105"/>
                    <a:pt x="3379165" y="351130"/>
                  </a:cubicBezTo>
                  <a:lnTo>
                    <a:pt x="3352190" y="365760"/>
                  </a:lnTo>
                  <a:cubicBezTo>
                    <a:pt x="3349752" y="356311"/>
                    <a:pt x="3346246" y="345796"/>
                    <a:pt x="3341674" y="334213"/>
                  </a:cubicBezTo>
                  <a:lnTo>
                    <a:pt x="3264408" y="345643"/>
                  </a:lnTo>
                  <a:cubicBezTo>
                    <a:pt x="3226917" y="351130"/>
                    <a:pt x="3197961" y="357530"/>
                    <a:pt x="3177540" y="364846"/>
                  </a:cubicBezTo>
                  <a:cubicBezTo>
                    <a:pt x="3175406" y="351434"/>
                    <a:pt x="3170682" y="340462"/>
                    <a:pt x="3163366" y="331927"/>
                  </a:cubicBezTo>
                  <a:cubicBezTo>
                    <a:pt x="3171901" y="331318"/>
                    <a:pt x="3179673" y="326441"/>
                    <a:pt x="3186684" y="317297"/>
                  </a:cubicBezTo>
                  <a:cubicBezTo>
                    <a:pt x="3193694" y="308153"/>
                    <a:pt x="3203372" y="287426"/>
                    <a:pt x="3215716" y="255118"/>
                  </a:cubicBezTo>
                  <a:cubicBezTo>
                    <a:pt x="3228060" y="222809"/>
                    <a:pt x="3235756" y="199796"/>
                    <a:pt x="3238804" y="186080"/>
                  </a:cubicBezTo>
                  <a:cubicBezTo>
                    <a:pt x="3208324" y="186080"/>
                    <a:pt x="3183331" y="187300"/>
                    <a:pt x="3163824" y="189738"/>
                  </a:cubicBezTo>
                  <a:close/>
                  <a:moveTo>
                    <a:pt x="2365095" y="146304"/>
                  </a:moveTo>
                  <a:cubicBezTo>
                    <a:pt x="2407158" y="148438"/>
                    <a:pt x="2457831" y="149504"/>
                    <a:pt x="2517114" y="149504"/>
                  </a:cubicBezTo>
                  <a:cubicBezTo>
                    <a:pt x="2576398" y="149504"/>
                    <a:pt x="2620518" y="148438"/>
                    <a:pt x="2649474" y="146304"/>
                  </a:cubicBezTo>
                  <a:lnTo>
                    <a:pt x="2649474" y="175108"/>
                  </a:lnTo>
                  <a:lnTo>
                    <a:pt x="2601925" y="173279"/>
                  </a:lnTo>
                  <a:lnTo>
                    <a:pt x="2601925" y="371246"/>
                  </a:lnTo>
                  <a:cubicBezTo>
                    <a:pt x="2601925" y="386791"/>
                    <a:pt x="2600248" y="398145"/>
                    <a:pt x="2596896" y="405308"/>
                  </a:cubicBezTo>
                  <a:cubicBezTo>
                    <a:pt x="2593543" y="412471"/>
                    <a:pt x="2586913" y="417652"/>
                    <a:pt x="2577008" y="420853"/>
                  </a:cubicBezTo>
                  <a:cubicBezTo>
                    <a:pt x="2567102" y="424053"/>
                    <a:pt x="2551176" y="426263"/>
                    <a:pt x="2529230" y="427482"/>
                  </a:cubicBezTo>
                  <a:cubicBezTo>
                    <a:pt x="2530449" y="414985"/>
                    <a:pt x="2525420" y="403708"/>
                    <a:pt x="2514142" y="393649"/>
                  </a:cubicBezTo>
                  <a:cubicBezTo>
                    <a:pt x="2526030" y="394868"/>
                    <a:pt x="2535326" y="395478"/>
                    <a:pt x="2542032" y="395478"/>
                  </a:cubicBezTo>
                  <a:cubicBezTo>
                    <a:pt x="2555443" y="395478"/>
                    <a:pt x="2564053" y="392811"/>
                    <a:pt x="2567864" y="387477"/>
                  </a:cubicBezTo>
                  <a:cubicBezTo>
                    <a:pt x="2571674" y="382143"/>
                    <a:pt x="2573578" y="371399"/>
                    <a:pt x="2573578" y="355244"/>
                  </a:cubicBezTo>
                  <a:lnTo>
                    <a:pt x="2573578" y="171907"/>
                  </a:lnTo>
                  <a:lnTo>
                    <a:pt x="2456535" y="171907"/>
                  </a:lnTo>
                  <a:cubicBezTo>
                    <a:pt x="2430932" y="171907"/>
                    <a:pt x="2400452" y="172974"/>
                    <a:pt x="2365095" y="175108"/>
                  </a:cubicBezTo>
                  <a:close/>
                  <a:moveTo>
                    <a:pt x="532180" y="136703"/>
                  </a:moveTo>
                  <a:cubicBezTo>
                    <a:pt x="548335" y="138836"/>
                    <a:pt x="577900" y="139903"/>
                    <a:pt x="620877" y="139903"/>
                  </a:cubicBezTo>
                  <a:cubicBezTo>
                    <a:pt x="663854" y="139903"/>
                    <a:pt x="693724" y="138836"/>
                    <a:pt x="710488" y="136703"/>
                  </a:cubicBezTo>
                  <a:cubicBezTo>
                    <a:pt x="709574" y="144323"/>
                    <a:pt x="709117" y="153772"/>
                    <a:pt x="709117" y="165049"/>
                  </a:cubicBezTo>
                  <a:lnTo>
                    <a:pt x="709117" y="314554"/>
                  </a:lnTo>
                  <a:cubicBezTo>
                    <a:pt x="709117" y="325526"/>
                    <a:pt x="709574" y="334975"/>
                    <a:pt x="710488" y="342900"/>
                  </a:cubicBezTo>
                  <a:cubicBezTo>
                    <a:pt x="693724" y="340766"/>
                    <a:pt x="663930" y="339700"/>
                    <a:pt x="621106" y="339700"/>
                  </a:cubicBezTo>
                  <a:cubicBezTo>
                    <a:pt x="578281" y="339700"/>
                    <a:pt x="548640" y="340766"/>
                    <a:pt x="532180" y="342900"/>
                  </a:cubicBezTo>
                  <a:cubicBezTo>
                    <a:pt x="533095" y="329184"/>
                    <a:pt x="533552" y="319735"/>
                    <a:pt x="533552" y="314554"/>
                  </a:cubicBezTo>
                  <a:lnTo>
                    <a:pt x="533552" y="165049"/>
                  </a:lnTo>
                  <a:cubicBezTo>
                    <a:pt x="533552" y="155905"/>
                    <a:pt x="533095" y="146456"/>
                    <a:pt x="532180" y="136703"/>
                  </a:cubicBezTo>
                  <a:close/>
                  <a:moveTo>
                    <a:pt x="897026" y="127102"/>
                  </a:moveTo>
                  <a:cubicBezTo>
                    <a:pt x="926896" y="146609"/>
                    <a:pt x="953719" y="166878"/>
                    <a:pt x="977493" y="187909"/>
                  </a:cubicBezTo>
                  <a:lnTo>
                    <a:pt x="956462" y="209855"/>
                  </a:lnTo>
                  <a:cubicBezTo>
                    <a:pt x="938174" y="188824"/>
                    <a:pt x="912723" y="168402"/>
                    <a:pt x="880110" y="148590"/>
                  </a:cubicBezTo>
                  <a:close/>
                  <a:moveTo>
                    <a:pt x="186080" y="122987"/>
                  </a:moveTo>
                  <a:lnTo>
                    <a:pt x="186080" y="249631"/>
                  </a:lnTo>
                  <a:lnTo>
                    <a:pt x="307238" y="249631"/>
                  </a:lnTo>
                  <a:lnTo>
                    <a:pt x="307238" y="122987"/>
                  </a:lnTo>
                  <a:close/>
                  <a:moveTo>
                    <a:pt x="32004" y="122987"/>
                  </a:moveTo>
                  <a:lnTo>
                    <a:pt x="32004" y="249631"/>
                  </a:lnTo>
                  <a:lnTo>
                    <a:pt x="155905" y="249631"/>
                  </a:lnTo>
                  <a:lnTo>
                    <a:pt x="155905" y="122987"/>
                  </a:lnTo>
                  <a:close/>
                  <a:moveTo>
                    <a:pt x="2333548" y="116129"/>
                  </a:moveTo>
                  <a:cubicBezTo>
                    <a:pt x="2343607" y="121920"/>
                    <a:pt x="2353665" y="126035"/>
                    <a:pt x="2363724" y="128473"/>
                  </a:cubicBezTo>
                  <a:cubicBezTo>
                    <a:pt x="2366772" y="129083"/>
                    <a:pt x="2368296" y="130759"/>
                    <a:pt x="2368296" y="133502"/>
                  </a:cubicBezTo>
                  <a:cubicBezTo>
                    <a:pt x="2368296" y="136246"/>
                    <a:pt x="2366162" y="138684"/>
                    <a:pt x="2361895" y="140818"/>
                  </a:cubicBezTo>
                  <a:cubicBezTo>
                    <a:pt x="2357932" y="142646"/>
                    <a:pt x="2349246" y="155600"/>
                    <a:pt x="2335834" y="179680"/>
                  </a:cubicBezTo>
                  <a:lnTo>
                    <a:pt x="2335834" y="427482"/>
                  </a:lnTo>
                  <a:lnTo>
                    <a:pt x="2305202" y="427482"/>
                  </a:lnTo>
                  <a:cubicBezTo>
                    <a:pt x="2308555" y="394868"/>
                    <a:pt x="2310231" y="363169"/>
                    <a:pt x="2310231" y="332384"/>
                  </a:cubicBezTo>
                  <a:lnTo>
                    <a:pt x="2310231" y="225400"/>
                  </a:lnTo>
                  <a:cubicBezTo>
                    <a:pt x="2294077" y="251308"/>
                    <a:pt x="2280208" y="271424"/>
                    <a:pt x="2268626" y="285750"/>
                  </a:cubicBezTo>
                  <a:cubicBezTo>
                    <a:pt x="2261311" y="276301"/>
                    <a:pt x="2252014" y="270205"/>
                    <a:pt x="2240737" y="267462"/>
                  </a:cubicBezTo>
                  <a:cubicBezTo>
                    <a:pt x="2260549" y="250088"/>
                    <a:pt x="2279599" y="226466"/>
                    <a:pt x="2297887" y="196596"/>
                  </a:cubicBezTo>
                  <a:cubicBezTo>
                    <a:pt x="2316175" y="166726"/>
                    <a:pt x="2328062" y="139903"/>
                    <a:pt x="2333548" y="116129"/>
                  </a:cubicBezTo>
                  <a:close/>
                  <a:moveTo>
                    <a:pt x="2002536" y="105613"/>
                  </a:moveTo>
                  <a:lnTo>
                    <a:pt x="2002536" y="180594"/>
                  </a:lnTo>
                  <a:lnTo>
                    <a:pt x="2113635" y="180594"/>
                  </a:lnTo>
                  <a:lnTo>
                    <a:pt x="2113635" y="105613"/>
                  </a:lnTo>
                  <a:close/>
                  <a:moveTo>
                    <a:pt x="1859889" y="105613"/>
                  </a:moveTo>
                  <a:lnTo>
                    <a:pt x="1859889" y="180594"/>
                  </a:lnTo>
                  <a:lnTo>
                    <a:pt x="1973732" y="180594"/>
                  </a:lnTo>
                  <a:lnTo>
                    <a:pt x="1973732" y="105613"/>
                  </a:lnTo>
                  <a:close/>
                  <a:moveTo>
                    <a:pt x="450342" y="89611"/>
                  </a:moveTo>
                  <a:cubicBezTo>
                    <a:pt x="457962" y="92354"/>
                    <a:pt x="463143" y="93955"/>
                    <a:pt x="465886" y="94412"/>
                  </a:cubicBezTo>
                  <a:cubicBezTo>
                    <a:pt x="468630" y="94869"/>
                    <a:pt x="473583" y="95098"/>
                    <a:pt x="480745" y="95098"/>
                  </a:cubicBezTo>
                  <a:cubicBezTo>
                    <a:pt x="487908" y="95098"/>
                    <a:pt x="491490" y="96241"/>
                    <a:pt x="491490" y="98527"/>
                  </a:cubicBezTo>
                  <a:cubicBezTo>
                    <a:pt x="491490" y="100813"/>
                    <a:pt x="489204" y="103784"/>
                    <a:pt x="484632" y="107442"/>
                  </a:cubicBezTo>
                  <a:cubicBezTo>
                    <a:pt x="483412" y="108356"/>
                    <a:pt x="482193" y="111862"/>
                    <a:pt x="480974" y="117958"/>
                  </a:cubicBezTo>
                  <a:cubicBezTo>
                    <a:pt x="479755" y="124054"/>
                    <a:pt x="479145" y="130607"/>
                    <a:pt x="479145" y="137617"/>
                  </a:cubicBezTo>
                  <a:lnTo>
                    <a:pt x="479145" y="429311"/>
                  </a:lnTo>
                  <a:lnTo>
                    <a:pt x="448056" y="429311"/>
                  </a:lnTo>
                  <a:cubicBezTo>
                    <a:pt x="451104" y="401879"/>
                    <a:pt x="452628" y="380695"/>
                    <a:pt x="452628" y="365760"/>
                  </a:cubicBezTo>
                  <a:lnTo>
                    <a:pt x="452628" y="147218"/>
                  </a:lnTo>
                  <a:cubicBezTo>
                    <a:pt x="452628" y="127406"/>
                    <a:pt x="451866" y="108204"/>
                    <a:pt x="450342" y="89611"/>
                  </a:cubicBezTo>
                  <a:close/>
                  <a:moveTo>
                    <a:pt x="3185769" y="58064"/>
                  </a:moveTo>
                  <a:cubicBezTo>
                    <a:pt x="3206800" y="60503"/>
                    <a:pt x="3234994" y="61722"/>
                    <a:pt x="3270351" y="61722"/>
                  </a:cubicBezTo>
                  <a:cubicBezTo>
                    <a:pt x="3305708" y="61722"/>
                    <a:pt x="3333902" y="60503"/>
                    <a:pt x="3354933" y="58064"/>
                  </a:cubicBezTo>
                  <a:lnTo>
                    <a:pt x="3354933" y="87782"/>
                  </a:lnTo>
                  <a:cubicBezTo>
                    <a:pt x="3333902" y="85344"/>
                    <a:pt x="3305708" y="84125"/>
                    <a:pt x="3270351" y="84125"/>
                  </a:cubicBezTo>
                  <a:cubicBezTo>
                    <a:pt x="3234994" y="84125"/>
                    <a:pt x="3206800" y="85344"/>
                    <a:pt x="3185769" y="87782"/>
                  </a:cubicBezTo>
                  <a:close/>
                  <a:moveTo>
                    <a:pt x="798271" y="45263"/>
                  </a:moveTo>
                  <a:cubicBezTo>
                    <a:pt x="796137" y="56236"/>
                    <a:pt x="795070" y="73457"/>
                    <a:pt x="795070" y="96926"/>
                  </a:cubicBezTo>
                  <a:lnTo>
                    <a:pt x="795070" y="376276"/>
                  </a:lnTo>
                  <a:cubicBezTo>
                    <a:pt x="795070" y="391820"/>
                    <a:pt x="793318" y="403174"/>
                    <a:pt x="789813" y="410337"/>
                  </a:cubicBezTo>
                  <a:cubicBezTo>
                    <a:pt x="786307" y="417500"/>
                    <a:pt x="779907" y="422377"/>
                    <a:pt x="770610" y="424967"/>
                  </a:cubicBezTo>
                  <a:cubicBezTo>
                    <a:pt x="761314" y="427558"/>
                    <a:pt x="746455" y="429158"/>
                    <a:pt x="726033" y="429768"/>
                  </a:cubicBezTo>
                  <a:cubicBezTo>
                    <a:pt x="726948" y="417271"/>
                    <a:pt x="722833" y="405841"/>
                    <a:pt x="713689" y="395478"/>
                  </a:cubicBezTo>
                  <a:cubicBezTo>
                    <a:pt x="727710" y="397916"/>
                    <a:pt x="738530" y="399136"/>
                    <a:pt x="746150" y="399136"/>
                  </a:cubicBezTo>
                  <a:cubicBezTo>
                    <a:pt x="753770" y="399136"/>
                    <a:pt x="759333" y="397764"/>
                    <a:pt x="762838" y="395021"/>
                  </a:cubicBezTo>
                  <a:cubicBezTo>
                    <a:pt x="766343" y="392278"/>
                    <a:pt x="768096" y="386486"/>
                    <a:pt x="768096" y="377647"/>
                  </a:cubicBezTo>
                  <a:lnTo>
                    <a:pt x="768096" y="72238"/>
                  </a:lnTo>
                  <a:lnTo>
                    <a:pt x="680770" y="72238"/>
                  </a:lnTo>
                  <a:cubicBezTo>
                    <a:pt x="648157" y="72238"/>
                    <a:pt x="620115" y="73152"/>
                    <a:pt x="596646" y="74981"/>
                  </a:cubicBezTo>
                  <a:lnTo>
                    <a:pt x="596646" y="45720"/>
                  </a:lnTo>
                  <a:cubicBezTo>
                    <a:pt x="619506" y="47549"/>
                    <a:pt x="654405" y="48463"/>
                    <a:pt x="701344" y="48463"/>
                  </a:cubicBezTo>
                  <a:cubicBezTo>
                    <a:pt x="748284" y="48463"/>
                    <a:pt x="780592" y="47396"/>
                    <a:pt x="798271" y="45263"/>
                  </a:cubicBezTo>
                  <a:close/>
                  <a:moveTo>
                    <a:pt x="1049274" y="38405"/>
                  </a:moveTo>
                  <a:cubicBezTo>
                    <a:pt x="1074572" y="39929"/>
                    <a:pt x="1102156" y="40691"/>
                    <a:pt x="1132027" y="40691"/>
                  </a:cubicBezTo>
                  <a:cubicBezTo>
                    <a:pt x="1161897" y="40691"/>
                    <a:pt x="1189024" y="39929"/>
                    <a:pt x="1213408" y="38405"/>
                  </a:cubicBezTo>
                  <a:cubicBezTo>
                    <a:pt x="1211275" y="52730"/>
                    <a:pt x="1210208" y="70942"/>
                    <a:pt x="1210208" y="93040"/>
                  </a:cubicBezTo>
                  <a:cubicBezTo>
                    <a:pt x="1210208" y="115138"/>
                    <a:pt x="1210284" y="131140"/>
                    <a:pt x="1210437" y="141046"/>
                  </a:cubicBezTo>
                  <a:cubicBezTo>
                    <a:pt x="1210589" y="150952"/>
                    <a:pt x="1215085" y="156743"/>
                    <a:pt x="1223924" y="158420"/>
                  </a:cubicBezTo>
                  <a:cubicBezTo>
                    <a:pt x="1232763" y="160096"/>
                    <a:pt x="1242593" y="160934"/>
                    <a:pt x="1253414" y="160934"/>
                  </a:cubicBezTo>
                  <a:cubicBezTo>
                    <a:pt x="1264234" y="160934"/>
                    <a:pt x="1275893" y="159868"/>
                    <a:pt x="1288389" y="157734"/>
                  </a:cubicBezTo>
                  <a:cubicBezTo>
                    <a:pt x="1284122" y="165964"/>
                    <a:pt x="1282141" y="175565"/>
                    <a:pt x="1282446" y="186538"/>
                  </a:cubicBezTo>
                  <a:cubicBezTo>
                    <a:pt x="1249527" y="187452"/>
                    <a:pt x="1226515" y="186919"/>
                    <a:pt x="1213408" y="184937"/>
                  </a:cubicBezTo>
                  <a:cubicBezTo>
                    <a:pt x="1200302" y="182956"/>
                    <a:pt x="1191768" y="178384"/>
                    <a:pt x="1187805" y="171221"/>
                  </a:cubicBezTo>
                  <a:cubicBezTo>
                    <a:pt x="1183843" y="164059"/>
                    <a:pt x="1181862" y="150724"/>
                    <a:pt x="1181862" y="131216"/>
                  </a:cubicBezTo>
                  <a:lnTo>
                    <a:pt x="1181404" y="63551"/>
                  </a:lnTo>
                  <a:lnTo>
                    <a:pt x="1081278" y="63551"/>
                  </a:lnTo>
                  <a:cubicBezTo>
                    <a:pt x="1081278" y="107137"/>
                    <a:pt x="1076782" y="137617"/>
                    <a:pt x="1067790" y="154991"/>
                  </a:cubicBezTo>
                  <a:cubicBezTo>
                    <a:pt x="1058799" y="172364"/>
                    <a:pt x="1043178" y="189281"/>
                    <a:pt x="1020927" y="205740"/>
                  </a:cubicBezTo>
                  <a:cubicBezTo>
                    <a:pt x="1014831" y="195377"/>
                    <a:pt x="1005840" y="189128"/>
                    <a:pt x="993952" y="186995"/>
                  </a:cubicBezTo>
                  <a:cubicBezTo>
                    <a:pt x="1015288" y="173888"/>
                    <a:pt x="1029538" y="162611"/>
                    <a:pt x="1036701" y="153162"/>
                  </a:cubicBezTo>
                  <a:cubicBezTo>
                    <a:pt x="1043864" y="143713"/>
                    <a:pt x="1048740" y="131369"/>
                    <a:pt x="1051331" y="116129"/>
                  </a:cubicBezTo>
                  <a:cubicBezTo>
                    <a:pt x="1053922" y="100889"/>
                    <a:pt x="1055217" y="87706"/>
                    <a:pt x="1055217" y="76581"/>
                  </a:cubicBezTo>
                  <a:cubicBezTo>
                    <a:pt x="1055217" y="65456"/>
                    <a:pt x="1053236" y="52730"/>
                    <a:pt x="1049274" y="38405"/>
                  </a:cubicBezTo>
                  <a:close/>
                  <a:moveTo>
                    <a:pt x="2859786" y="26060"/>
                  </a:moveTo>
                  <a:cubicBezTo>
                    <a:pt x="2862834" y="34900"/>
                    <a:pt x="2867329" y="41377"/>
                    <a:pt x="2873273" y="45491"/>
                  </a:cubicBezTo>
                  <a:cubicBezTo>
                    <a:pt x="2879217" y="49606"/>
                    <a:pt x="2882188" y="53111"/>
                    <a:pt x="2882188" y="56007"/>
                  </a:cubicBezTo>
                  <a:cubicBezTo>
                    <a:pt x="2882188" y="58903"/>
                    <a:pt x="2879902" y="60350"/>
                    <a:pt x="2875330" y="60350"/>
                  </a:cubicBezTo>
                  <a:lnTo>
                    <a:pt x="2868015" y="59893"/>
                  </a:lnTo>
                  <a:cubicBezTo>
                    <a:pt x="2856738" y="59893"/>
                    <a:pt x="2838907" y="61874"/>
                    <a:pt x="2814523" y="65837"/>
                  </a:cubicBezTo>
                  <a:lnTo>
                    <a:pt x="2814523" y="149047"/>
                  </a:lnTo>
                  <a:cubicBezTo>
                    <a:pt x="2843174" y="149047"/>
                    <a:pt x="2864358" y="147828"/>
                    <a:pt x="2878074" y="145390"/>
                  </a:cubicBezTo>
                  <a:lnTo>
                    <a:pt x="2878074" y="174193"/>
                  </a:lnTo>
                  <a:cubicBezTo>
                    <a:pt x="2859481" y="172060"/>
                    <a:pt x="2838297" y="170993"/>
                    <a:pt x="2814523" y="170993"/>
                  </a:cubicBezTo>
                  <a:lnTo>
                    <a:pt x="2814523" y="198882"/>
                  </a:lnTo>
                  <a:cubicBezTo>
                    <a:pt x="2837078" y="217780"/>
                    <a:pt x="2859024" y="239573"/>
                    <a:pt x="2880360" y="264262"/>
                  </a:cubicBezTo>
                  <a:lnTo>
                    <a:pt x="2856128" y="283921"/>
                  </a:lnTo>
                  <a:cubicBezTo>
                    <a:pt x="2846680" y="267157"/>
                    <a:pt x="2832811" y="248564"/>
                    <a:pt x="2814523" y="228143"/>
                  </a:cubicBezTo>
                  <a:lnTo>
                    <a:pt x="2814523" y="349758"/>
                  </a:lnTo>
                  <a:cubicBezTo>
                    <a:pt x="2814523" y="372618"/>
                    <a:pt x="2815742" y="398831"/>
                    <a:pt x="2818180" y="428396"/>
                  </a:cubicBezTo>
                  <a:lnTo>
                    <a:pt x="2784805" y="428396"/>
                  </a:lnTo>
                  <a:cubicBezTo>
                    <a:pt x="2787243" y="398831"/>
                    <a:pt x="2788462" y="372618"/>
                    <a:pt x="2788462" y="349758"/>
                  </a:cubicBezTo>
                  <a:lnTo>
                    <a:pt x="2788462" y="224485"/>
                  </a:lnTo>
                  <a:cubicBezTo>
                    <a:pt x="2770174" y="271120"/>
                    <a:pt x="2749296" y="311201"/>
                    <a:pt x="2725826" y="344729"/>
                  </a:cubicBezTo>
                  <a:cubicBezTo>
                    <a:pt x="2717596" y="335280"/>
                    <a:pt x="2708757" y="328270"/>
                    <a:pt x="2699308" y="323698"/>
                  </a:cubicBezTo>
                  <a:cubicBezTo>
                    <a:pt x="2735580" y="285293"/>
                    <a:pt x="2765298" y="234239"/>
                    <a:pt x="2788462" y="170536"/>
                  </a:cubicBezTo>
                  <a:cubicBezTo>
                    <a:pt x="2755544" y="170536"/>
                    <a:pt x="2728722" y="171755"/>
                    <a:pt x="2707995" y="174193"/>
                  </a:cubicBezTo>
                  <a:lnTo>
                    <a:pt x="2707995" y="145390"/>
                  </a:lnTo>
                  <a:cubicBezTo>
                    <a:pt x="2728722" y="147828"/>
                    <a:pt x="2755544" y="149047"/>
                    <a:pt x="2788462" y="149047"/>
                  </a:cubicBezTo>
                  <a:lnTo>
                    <a:pt x="2788462" y="70866"/>
                  </a:lnTo>
                  <a:cubicBezTo>
                    <a:pt x="2764688" y="74828"/>
                    <a:pt x="2744419" y="77724"/>
                    <a:pt x="2727655" y="79553"/>
                  </a:cubicBezTo>
                  <a:cubicBezTo>
                    <a:pt x="2725216" y="69190"/>
                    <a:pt x="2720797" y="60350"/>
                    <a:pt x="2714396" y="53035"/>
                  </a:cubicBezTo>
                  <a:cubicBezTo>
                    <a:pt x="2778099" y="52121"/>
                    <a:pt x="2826562" y="43129"/>
                    <a:pt x="2859786" y="26060"/>
                  </a:cubicBezTo>
                  <a:close/>
                  <a:moveTo>
                    <a:pt x="932688" y="18745"/>
                  </a:moveTo>
                  <a:cubicBezTo>
                    <a:pt x="964996" y="38862"/>
                    <a:pt x="994562" y="60655"/>
                    <a:pt x="1021384" y="84125"/>
                  </a:cubicBezTo>
                  <a:lnTo>
                    <a:pt x="999896" y="105613"/>
                  </a:lnTo>
                  <a:cubicBezTo>
                    <a:pt x="981608" y="83668"/>
                    <a:pt x="953262" y="62332"/>
                    <a:pt x="914857" y="41605"/>
                  </a:cubicBezTo>
                  <a:close/>
                  <a:moveTo>
                    <a:pt x="2372410" y="13259"/>
                  </a:moveTo>
                  <a:cubicBezTo>
                    <a:pt x="2384602" y="15088"/>
                    <a:pt x="2395728" y="16002"/>
                    <a:pt x="2405786" y="16002"/>
                  </a:cubicBezTo>
                  <a:cubicBezTo>
                    <a:pt x="2408834" y="16002"/>
                    <a:pt x="2410358" y="16993"/>
                    <a:pt x="2410358" y="18974"/>
                  </a:cubicBezTo>
                  <a:cubicBezTo>
                    <a:pt x="2410358" y="20955"/>
                    <a:pt x="2409444" y="22555"/>
                    <a:pt x="2407615" y="23774"/>
                  </a:cubicBezTo>
                  <a:cubicBezTo>
                    <a:pt x="2404262" y="25603"/>
                    <a:pt x="2402586" y="30328"/>
                    <a:pt x="2402586" y="37948"/>
                  </a:cubicBezTo>
                  <a:lnTo>
                    <a:pt x="2402586" y="68123"/>
                  </a:lnTo>
                  <a:lnTo>
                    <a:pt x="2511399" y="68123"/>
                  </a:lnTo>
                  <a:cubicBezTo>
                    <a:pt x="2511399" y="44044"/>
                    <a:pt x="2510485" y="25908"/>
                    <a:pt x="2508656" y="13716"/>
                  </a:cubicBezTo>
                  <a:cubicBezTo>
                    <a:pt x="2520848" y="15545"/>
                    <a:pt x="2532126" y="16459"/>
                    <a:pt x="2542489" y="16459"/>
                  </a:cubicBezTo>
                  <a:cubicBezTo>
                    <a:pt x="2545537" y="16459"/>
                    <a:pt x="2547061" y="17221"/>
                    <a:pt x="2547061" y="18745"/>
                  </a:cubicBezTo>
                  <a:cubicBezTo>
                    <a:pt x="2547061" y="20269"/>
                    <a:pt x="2546146" y="21641"/>
                    <a:pt x="2544318" y="22860"/>
                  </a:cubicBezTo>
                  <a:cubicBezTo>
                    <a:pt x="2540965" y="24994"/>
                    <a:pt x="2539288" y="29718"/>
                    <a:pt x="2539288" y="37033"/>
                  </a:cubicBezTo>
                  <a:lnTo>
                    <a:pt x="2539288" y="68123"/>
                  </a:lnTo>
                  <a:cubicBezTo>
                    <a:pt x="2587142" y="68123"/>
                    <a:pt x="2627071" y="66904"/>
                    <a:pt x="2659075" y="64465"/>
                  </a:cubicBezTo>
                  <a:lnTo>
                    <a:pt x="2659075" y="94640"/>
                  </a:lnTo>
                  <a:cubicBezTo>
                    <a:pt x="2627071" y="92202"/>
                    <a:pt x="2587142" y="90983"/>
                    <a:pt x="2539288" y="90983"/>
                  </a:cubicBezTo>
                  <a:lnTo>
                    <a:pt x="2539288" y="139446"/>
                  </a:lnTo>
                  <a:lnTo>
                    <a:pt x="2511399" y="139446"/>
                  </a:lnTo>
                  <a:lnTo>
                    <a:pt x="2511399" y="90983"/>
                  </a:lnTo>
                  <a:lnTo>
                    <a:pt x="2402586" y="90983"/>
                  </a:lnTo>
                  <a:lnTo>
                    <a:pt x="2402586" y="131216"/>
                  </a:lnTo>
                  <a:lnTo>
                    <a:pt x="2375154" y="131216"/>
                  </a:lnTo>
                  <a:lnTo>
                    <a:pt x="2375154" y="90983"/>
                  </a:lnTo>
                  <a:cubicBezTo>
                    <a:pt x="2324862" y="90983"/>
                    <a:pt x="2284323" y="92202"/>
                    <a:pt x="2253538" y="94640"/>
                  </a:cubicBezTo>
                  <a:lnTo>
                    <a:pt x="2253538" y="64465"/>
                  </a:lnTo>
                  <a:cubicBezTo>
                    <a:pt x="2284628" y="66904"/>
                    <a:pt x="2325166" y="68123"/>
                    <a:pt x="2375154" y="68123"/>
                  </a:cubicBezTo>
                  <a:cubicBezTo>
                    <a:pt x="2374544" y="42215"/>
                    <a:pt x="2373630" y="23927"/>
                    <a:pt x="2372410" y="13259"/>
                  </a:cubicBezTo>
                  <a:close/>
                  <a:moveTo>
                    <a:pt x="3438144" y="10058"/>
                  </a:moveTo>
                  <a:cubicBezTo>
                    <a:pt x="3448507" y="12497"/>
                    <a:pt x="3460546" y="13716"/>
                    <a:pt x="3474262" y="13716"/>
                  </a:cubicBezTo>
                  <a:cubicBezTo>
                    <a:pt x="3479139" y="13716"/>
                    <a:pt x="3481578" y="15392"/>
                    <a:pt x="3481578" y="18745"/>
                  </a:cubicBezTo>
                  <a:cubicBezTo>
                    <a:pt x="3481578" y="21184"/>
                    <a:pt x="3479901" y="23698"/>
                    <a:pt x="3476548" y="26289"/>
                  </a:cubicBezTo>
                  <a:cubicBezTo>
                    <a:pt x="3473196" y="28880"/>
                    <a:pt x="3470910" y="34900"/>
                    <a:pt x="3469690" y="44348"/>
                  </a:cubicBezTo>
                  <a:cubicBezTo>
                    <a:pt x="3468472" y="53797"/>
                    <a:pt x="3467709" y="74371"/>
                    <a:pt x="3467404" y="106070"/>
                  </a:cubicBezTo>
                  <a:cubicBezTo>
                    <a:pt x="3510381" y="106070"/>
                    <a:pt x="3541623" y="104699"/>
                    <a:pt x="3561130" y="101956"/>
                  </a:cubicBezTo>
                  <a:lnTo>
                    <a:pt x="3554272" y="352501"/>
                  </a:lnTo>
                  <a:cubicBezTo>
                    <a:pt x="3553663" y="369875"/>
                    <a:pt x="3551377" y="382676"/>
                    <a:pt x="3547414" y="390906"/>
                  </a:cubicBezTo>
                  <a:cubicBezTo>
                    <a:pt x="3543452" y="399136"/>
                    <a:pt x="3535680" y="405308"/>
                    <a:pt x="3524097" y="409423"/>
                  </a:cubicBezTo>
                  <a:cubicBezTo>
                    <a:pt x="3512515" y="413537"/>
                    <a:pt x="3493617" y="416966"/>
                    <a:pt x="3467404" y="419710"/>
                  </a:cubicBezTo>
                  <a:cubicBezTo>
                    <a:pt x="3465880" y="405384"/>
                    <a:pt x="3460851" y="392735"/>
                    <a:pt x="3452317" y="381762"/>
                  </a:cubicBezTo>
                  <a:cubicBezTo>
                    <a:pt x="3469386" y="383591"/>
                    <a:pt x="3483254" y="384505"/>
                    <a:pt x="3493922" y="384505"/>
                  </a:cubicBezTo>
                  <a:cubicBezTo>
                    <a:pt x="3504590" y="384505"/>
                    <a:pt x="3512515" y="382524"/>
                    <a:pt x="3517696" y="378562"/>
                  </a:cubicBezTo>
                  <a:cubicBezTo>
                    <a:pt x="3522878" y="374599"/>
                    <a:pt x="3525774" y="364388"/>
                    <a:pt x="3526383" y="347929"/>
                  </a:cubicBezTo>
                  <a:lnTo>
                    <a:pt x="3532784" y="129845"/>
                  </a:lnTo>
                  <a:lnTo>
                    <a:pt x="3467404" y="129845"/>
                  </a:lnTo>
                  <a:cubicBezTo>
                    <a:pt x="3466795" y="209702"/>
                    <a:pt x="3459403" y="271120"/>
                    <a:pt x="3445230" y="314096"/>
                  </a:cubicBezTo>
                  <a:cubicBezTo>
                    <a:pt x="3431057" y="357073"/>
                    <a:pt x="3404921" y="395478"/>
                    <a:pt x="3366820" y="429311"/>
                  </a:cubicBezTo>
                  <a:cubicBezTo>
                    <a:pt x="3359200" y="421386"/>
                    <a:pt x="3349142" y="414528"/>
                    <a:pt x="3336645" y="408737"/>
                  </a:cubicBezTo>
                  <a:cubicBezTo>
                    <a:pt x="3364992" y="389230"/>
                    <a:pt x="3386556" y="367741"/>
                    <a:pt x="3401339" y="344272"/>
                  </a:cubicBezTo>
                  <a:cubicBezTo>
                    <a:pt x="3416122" y="320802"/>
                    <a:pt x="3426333" y="292532"/>
                    <a:pt x="3431972" y="259461"/>
                  </a:cubicBezTo>
                  <a:cubicBezTo>
                    <a:pt x="3437610" y="226390"/>
                    <a:pt x="3440582" y="183185"/>
                    <a:pt x="3440887" y="129845"/>
                  </a:cubicBezTo>
                  <a:cubicBezTo>
                    <a:pt x="3410102" y="129845"/>
                    <a:pt x="3384804" y="131064"/>
                    <a:pt x="3364992" y="133502"/>
                  </a:cubicBezTo>
                  <a:lnTo>
                    <a:pt x="3364992" y="101956"/>
                  </a:lnTo>
                  <a:cubicBezTo>
                    <a:pt x="3383280" y="104699"/>
                    <a:pt x="3408578" y="106070"/>
                    <a:pt x="3440887" y="106070"/>
                  </a:cubicBezTo>
                  <a:cubicBezTo>
                    <a:pt x="3440887" y="48463"/>
                    <a:pt x="3439972" y="16459"/>
                    <a:pt x="3438144" y="10058"/>
                  </a:cubicBezTo>
                  <a:close/>
                  <a:moveTo>
                    <a:pt x="2948482" y="9601"/>
                  </a:moveTo>
                  <a:cubicBezTo>
                    <a:pt x="2957017" y="13868"/>
                    <a:pt x="2967075" y="16459"/>
                    <a:pt x="2978658" y="17374"/>
                  </a:cubicBezTo>
                  <a:cubicBezTo>
                    <a:pt x="2982925" y="17678"/>
                    <a:pt x="2985058" y="18898"/>
                    <a:pt x="2985058" y="21031"/>
                  </a:cubicBezTo>
                  <a:cubicBezTo>
                    <a:pt x="2985058" y="23165"/>
                    <a:pt x="2983230" y="25146"/>
                    <a:pt x="2979572" y="26975"/>
                  </a:cubicBezTo>
                  <a:cubicBezTo>
                    <a:pt x="2975000" y="29718"/>
                    <a:pt x="2965704" y="43586"/>
                    <a:pt x="2951683" y="68580"/>
                  </a:cubicBezTo>
                  <a:lnTo>
                    <a:pt x="3007461" y="68580"/>
                  </a:lnTo>
                  <a:cubicBezTo>
                    <a:pt x="3048000" y="68580"/>
                    <a:pt x="3074670" y="67666"/>
                    <a:pt x="3087472" y="65837"/>
                  </a:cubicBezTo>
                  <a:cubicBezTo>
                    <a:pt x="3077108" y="90221"/>
                    <a:pt x="3066897" y="109576"/>
                    <a:pt x="3056839" y="123901"/>
                  </a:cubicBezTo>
                  <a:cubicBezTo>
                    <a:pt x="3046780" y="138227"/>
                    <a:pt x="3033064" y="153467"/>
                    <a:pt x="3015691" y="169621"/>
                  </a:cubicBezTo>
                  <a:cubicBezTo>
                    <a:pt x="2998317" y="185776"/>
                    <a:pt x="2979344" y="200254"/>
                    <a:pt x="2958769" y="213055"/>
                  </a:cubicBezTo>
                  <a:cubicBezTo>
                    <a:pt x="2938195" y="225857"/>
                    <a:pt x="2915259" y="238201"/>
                    <a:pt x="2889961" y="250088"/>
                  </a:cubicBezTo>
                  <a:cubicBezTo>
                    <a:pt x="2885084" y="239116"/>
                    <a:pt x="2877312" y="230276"/>
                    <a:pt x="2866644" y="223571"/>
                  </a:cubicBezTo>
                  <a:cubicBezTo>
                    <a:pt x="2913278" y="207721"/>
                    <a:pt x="2949244" y="190805"/>
                    <a:pt x="2974543" y="172822"/>
                  </a:cubicBezTo>
                  <a:cubicBezTo>
                    <a:pt x="2962960" y="157582"/>
                    <a:pt x="2948787" y="144628"/>
                    <a:pt x="2932023" y="133960"/>
                  </a:cubicBezTo>
                  <a:lnTo>
                    <a:pt x="2950311" y="112471"/>
                  </a:lnTo>
                  <a:cubicBezTo>
                    <a:pt x="2967075" y="127102"/>
                    <a:pt x="2981554" y="142494"/>
                    <a:pt x="2993745" y="158648"/>
                  </a:cubicBezTo>
                  <a:cubicBezTo>
                    <a:pt x="3014776" y="140665"/>
                    <a:pt x="3033064" y="118415"/>
                    <a:pt x="3048609" y="91897"/>
                  </a:cubicBezTo>
                  <a:lnTo>
                    <a:pt x="2938424" y="91897"/>
                  </a:lnTo>
                  <a:cubicBezTo>
                    <a:pt x="2928061" y="109576"/>
                    <a:pt x="2912059" y="128321"/>
                    <a:pt x="2890418" y="148133"/>
                  </a:cubicBezTo>
                  <a:cubicBezTo>
                    <a:pt x="2884322" y="139903"/>
                    <a:pt x="2876702" y="133655"/>
                    <a:pt x="2867558" y="129388"/>
                  </a:cubicBezTo>
                  <a:cubicBezTo>
                    <a:pt x="2907792" y="101956"/>
                    <a:pt x="2934766" y="62027"/>
                    <a:pt x="2948482" y="9601"/>
                  </a:cubicBezTo>
                  <a:close/>
                  <a:moveTo>
                    <a:pt x="1968703" y="8230"/>
                  </a:moveTo>
                  <a:cubicBezTo>
                    <a:pt x="1982419" y="10058"/>
                    <a:pt x="1995830" y="10973"/>
                    <a:pt x="2008936" y="10973"/>
                  </a:cubicBezTo>
                  <a:cubicBezTo>
                    <a:pt x="2014423" y="10973"/>
                    <a:pt x="2017166" y="12268"/>
                    <a:pt x="2017166" y="14859"/>
                  </a:cubicBezTo>
                  <a:cubicBezTo>
                    <a:pt x="2017166" y="17450"/>
                    <a:pt x="2015642" y="19355"/>
                    <a:pt x="2012594" y="20574"/>
                  </a:cubicBezTo>
                  <a:cubicBezTo>
                    <a:pt x="2009546" y="21793"/>
                    <a:pt x="2007108" y="24079"/>
                    <a:pt x="2005279" y="27432"/>
                  </a:cubicBezTo>
                  <a:cubicBezTo>
                    <a:pt x="2003450" y="30785"/>
                    <a:pt x="2002536" y="33833"/>
                    <a:pt x="2002536" y="36576"/>
                  </a:cubicBezTo>
                  <a:lnTo>
                    <a:pt x="2002536" y="82753"/>
                  </a:lnTo>
                  <a:cubicBezTo>
                    <a:pt x="2068372" y="82448"/>
                    <a:pt x="2116074" y="80620"/>
                    <a:pt x="2145639" y="77267"/>
                  </a:cubicBezTo>
                  <a:cubicBezTo>
                    <a:pt x="2143506" y="89764"/>
                    <a:pt x="2142439" y="106985"/>
                    <a:pt x="2142439" y="128930"/>
                  </a:cubicBezTo>
                  <a:lnTo>
                    <a:pt x="2142439" y="263804"/>
                  </a:lnTo>
                  <a:cubicBezTo>
                    <a:pt x="2142439" y="285445"/>
                    <a:pt x="2143963" y="307238"/>
                    <a:pt x="2147011" y="329184"/>
                  </a:cubicBezTo>
                  <a:lnTo>
                    <a:pt x="2113635" y="329184"/>
                  </a:lnTo>
                  <a:lnTo>
                    <a:pt x="2113635" y="296266"/>
                  </a:lnTo>
                  <a:lnTo>
                    <a:pt x="2002536" y="296266"/>
                  </a:lnTo>
                  <a:lnTo>
                    <a:pt x="2002536" y="360274"/>
                  </a:lnTo>
                  <a:cubicBezTo>
                    <a:pt x="2002536" y="370332"/>
                    <a:pt x="2003526" y="377647"/>
                    <a:pt x="2005508" y="382219"/>
                  </a:cubicBezTo>
                  <a:cubicBezTo>
                    <a:pt x="2007489" y="386791"/>
                    <a:pt x="2011832" y="390068"/>
                    <a:pt x="2018538" y="392049"/>
                  </a:cubicBezTo>
                  <a:cubicBezTo>
                    <a:pt x="2025243" y="394030"/>
                    <a:pt x="2036064" y="395021"/>
                    <a:pt x="2050999" y="395021"/>
                  </a:cubicBezTo>
                  <a:lnTo>
                    <a:pt x="2123236" y="394564"/>
                  </a:lnTo>
                  <a:cubicBezTo>
                    <a:pt x="2141524" y="394564"/>
                    <a:pt x="2153793" y="389077"/>
                    <a:pt x="2160041" y="378104"/>
                  </a:cubicBezTo>
                  <a:cubicBezTo>
                    <a:pt x="2166290" y="367132"/>
                    <a:pt x="2170785" y="350520"/>
                    <a:pt x="2173528" y="328270"/>
                  </a:cubicBezTo>
                  <a:cubicBezTo>
                    <a:pt x="2180539" y="336499"/>
                    <a:pt x="2190902" y="342748"/>
                    <a:pt x="2204618" y="347015"/>
                  </a:cubicBezTo>
                  <a:cubicBezTo>
                    <a:pt x="2197303" y="375361"/>
                    <a:pt x="2188235" y="394868"/>
                    <a:pt x="2177414" y="405536"/>
                  </a:cubicBezTo>
                  <a:cubicBezTo>
                    <a:pt x="2166594" y="416204"/>
                    <a:pt x="2148687" y="421538"/>
                    <a:pt x="2123694" y="421538"/>
                  </a:cubicBezTo>
                  <a:lnTo>
                    <a:pt x="2051456" y="421081"/>
                  </a:lnTo>
                  <a:cubicBezTo>
                    <a:pt x="2027377" y="421081"/>
                    <a:pt x="2010003" y="419405"/>
                    <a:pt x="1999335" y="416052"/>
                  </a:cubicBezTo>
                  <a:cubicBezTo>
                    <a:pt x="1988667" y="412699"/>
                    <a:pt x="1981733" y="406832"/>
                    <a:pt x="1978533" y="398450"/>
                  </a:cubicBezTo>
                  <a:cubicBezTo>
                    <a:pt x="1975332" y="390068"/>
                    <a:pt x="1973732" y="376428"/>
                    <a:pt x="1973732" y="357530"/>
                  </a:cubicBezTo>
                  <a:lnTo>
                    <a:pt x="1973732" y="296266"/>
                  </a:lnTo>
                  <a:lnTo>
                    <a:pt x="1859889" y="296266"/>
                  </a:lnTo>
                  <a:lnTo>
                    <a:pt x="1859889" y="338328"/>
                  </a:lnTo>
                  <a:lnTo>
                    <a:pt x="1827885" y="338328"/>
                  </a:lnTo>
                  <a:cubicBezTo>
                    <a:pt x="1831238" y="316382"/>
                    <a:pt x="1832914" y="293065"/>
                    <a:pt x="1832914" y="268376"/>
                  </a:cubicBezTo>
                  <a:lnTo>
                    <a:pt x="1832914" y="128930"/>
                  </a:lnTo>
                  <a:cubicBezTo>
                    <a:pt x="1832914" y="108814"/>
                    <a:pt x="1831848" y="91592"/>
                    <a:pt x="1829714" y="77267"/>
                  </a:cubicBezTo>
                  <a:cubicBezTo>
                    <a:pt x="1860804" y="80620"/>
                    <a:pt x="1908810" y="82448"/>
                    <a:pt x="1973732" y="82753"/>
                  </a:cubicBezTo>
                  <a:cubicBezTo>
                    <a:pt x="1973732" y="48920"/>
                    <a:pt x="1972056" y="24079"/>
                    <a:pt x="1968703" y="8230"/>
                  </a:cubicBezTo>
                  <a:close/>
                  <a:moveTo>
                    <a:pt x="481431" y="8230"/>
                  </a:moveTo>
                  <a:cubicBezTo>
                    <a:pt x="509473" y="28651"/>
                    <a:pt x="532942" y="48768"/>
                    <a:pt x="551840" y="68580"/>
                  </a:cubicBezTo>
                  <a:lnTo>
                    <a:pt x="528980" y="90526"/>
                  </a:lnTo>
                  <a:cubicBezTo>
                    <a:pt x="514350" y="68885"/>
                    <a:pt x="492709" y="48158"/>
                    <a:pt x="464058" y="28346"/>
                  </a:cubicBezTo>
                  <a:close/>
                  <a:moveTo>
                    <a:pt x="151790" y="4115"/>
                  </a:moveTo>
                  <a:cubicBezTo>
                    <a:pt x="165201" y="7163"/>
                    <a:pt x="176250" y="8687"/>
                    <a:pt x="184937" y="8687"/>
                  </a:cubicBezTo>
                  <a:cubicBezTo>
                    <a:pt x="193624" y="8687"/>
                    <a:pt x="197967" y="9982"/>
                    <a:pt x="197967" y="12573"/>
                  </a:cubicBezTo>
                  <a:cubicBezTo>
                    <a:pt x="197967" y="15164"/>
                    <a:pt x="195834" y="17678"/>
                    <a:pt x="191566" y="20117"/>
                  </a:cubicBezTo>
                  <a:cubicBezTo>
                    <a:pt x="187909" y="23165"/>
                    <a:pt x="186080" y="29108"/>
                    <a:pt x="186080" y="37948"/>
                  </a:cubicBezTo>
                  <a:lnTo>
                    <a:pt x="186080" y="100127"/>
                  </a:lnTo>
                  <a:cubicBezTo>
                    <a:pt x="263194" y="99822"/>
                    <a:pt x="314096" y="98146"/>
                    <a:pt x="338785" y="95098"/>
                  </a:cubicBezTo>
                  <a:cubicBezTo>
                    <a:pt x="337261" y="116738"/>
                    <a:pt x="336499" y="135484"/>
                    <a:pt x="336499" y="151333"/>
                  </a:cubicBezTo>
                  <a:lnTo>
                    <a:pt x="336499" y="244145"/>
                  </a:lnTo>
                  <a:cubicBezTo>
                    <a:pt x="336499" y="256642"/>
                    <a:pt x="337261" y="278435"/>
                    <a:pt x="338785" y="309524"/>
                  </a:cubicBezTo>
                  <a:lnTo>
                    <a:pt x="307238" y="309524"/>
                  </a:lnTo>
                  <a:lnTo>
                    <a:pt x="307238" y="273406"/>
                  </a:lnTo>
                  <a:lnTo>
                    <a:pt x="186080" y="273406"/>
                  </a:lnTo>
                  <a:lnTo>
                    <a:pt x="186080" y="345643"/>
                  </a:lnTo>
                  <a:cubicBezTo>
                    <a:pt x="186080" y="381914"/>
                    <a:pt x="187452" y="410566"/>
                    <a:pt x="190195" y="431597"/>
                  </a:cubicBezTo>
                  <a:lnTo>
                    <a:pt x="151790" y="431597"/>
                  </a:lnTo>
                  <a:cubicBezTo>
                    <a:pt x="154533" y="410566"/>
                    <a:pt x="155905" y="381914"/>
                    <a:pt x="155905" y="345643"/>
                  </a:cubicBezTo>
                  <a:lnTo>
                    <a:pt x="155905" y="273406"/>
                  </a:lnTo>
                  <a:lnTo>
                    <a:pt x="32004" y="273406"/>
                  </a:lnTo>
                  <a:lnTo>
                    <a:pt x="32004" y="313182"/>
                  </a:lnTo>
                  <a:lnTo>
                    <a:pt x="0" y="313182"/>
                  </a:lnTo>
                  <a:cubicBezTo>
                    <a:pt x="2133" y="290322"/>
                    <a:pt x="3200" y="269900"/>
                    <a:pt x="3200" y="251917"/>
                  </a:cubicBezTo>
                  <a:lnTo>
                    <a:pt x="3200" y="142189"/>
                  </a:lnTo>
                  <a:cubicBezTo>
                    <a:pt x="3200" y="124816"/>
                    <a:pt x="2133" y="109118"/>
                    <a:pt x="0" y="95098"/>
                  </a:cubicBezTo>
                  <a:cubicBezTo>
                    <a:pt x="24993" y="98146"/>
                    <a:pt x="76962" y="99822"/>
                    <a:pt x="155905" y="100127"/>
                  </a:cubicBezTo>
                  <a:lnTo>
                    <a:pt x="155905" y="67208"/>
                  </a:lnTo>
                  <a:cubicBezTo>
                    <a:pt x="155905" y="40386"/>
                    <a:pt x="154533" y="19355"/>
                    <a:pt x="151790" y="4115"/>
                  </a:cubicBezTo>
                  <a:close/>
                  <a:moveTo>
                    <a:pt x="1508760" y="0"/>
                  </a:moveTo>
                  <a:cubicBezTo>
                    <a:pt x="1516989" y="4572"/>
                    <a:pt x="1527200" y="7620"/>
                    <a:pt x="1539392" y="9144"/>
                  </a:cubicBezTo>
                  <a:cubicBezTo>
                    <a:pt x="1544574" y="9754"/>
                    <a:pt x="1547164" y="11659"/>
                    <a:pt x="1547164" y="14859"/>
                  </a:cubicBezTo>
                  <a:cubicBezTo>
                    <a:pt x="1547164" y="18059"/>
                    <a:pt x="1545259" y="21031"/>
                    <a:pt x="1541450" y="23774"/>
                  </a:cubicBezTo>
                  <a:cubicBezTo>
                    <a:pt x="1537640" y="26518"/>
                    <a:pt x="1529181" y="41605"/>
                    <a:pt x="1516075" y="69037"/>
                  </a:cubicBezTo>
                  <a:cubicBezTo>
                    <a:pt x="1616354" y="69037"/>
                    <a:pt x="1688439" y="67818"/>
                    <a:pt x="1732330" y="65380"/>
                  </a:cubicBezTo>
                  <a:lnTo>
                    <a:pt x="1732330" y="95098"/>
                  </a:lnTo>
                  <a:cubicBezTo>
                    <a:pt x="1693621" y="92659"/>
                    <a:pt x="1618031" y="91440"/>
                    <a:pt x="1505559" y="91440"/>
                  </a:cubicBezTo>
                  <a:cubicBezTo>
                    <a:pt x="1494891" y="115214"/>
                    <a:pt x="1484528" y="135026"/>
                    <a:pt x="1474470" y="150876"/>
                  </a:cubicBezTo>
                  <a:lnTo>
                    <a:pt x="1568653" y="150876"/>
                  </a:lnTo>
                  <a:cubicBezTo>
                    <a:pt x="1616811" y="151486"/>
                    <a:pt x="1656283" y="150724"/>
                    <a:pt x="1687068" y="148590"/>
                  </a:cubicBezTo>
                  <a:cubicBezTo>
                    <a:pt x="1684324" y="167488"/>
                    <a:pt x="1682953" y="184556"/>
                    <a:pt x="1682953" y="199796"/>
                  </a:cubicBezTo>
                  <a:lnTo>
                    <a:pt x="1682953" y="378104"/>
                  </a:lnTo>
                  <a:cubicBezTo>
                    <a:pt x="1682953" y="390601"/>
                    <a:pt x="1681505" y="399669"/>
                    <a:pt x="1678609" y="405308"/>
                  </a:cubicBezTo>
                  <a:cubicBezTo>
                    <a:pt x="1675714" y="410947"/>
                    <a:pt x="1669466" y="415138"/>
                    <a:pt x="1659864" y="417881"/>
                  </a:cubicBezTo>
                  <a:cubicBezTo>
                    <a:pt x="1650263" y="420624"/>
                    <a:pt x="1634794" y="422605"/>
                    <a:pt x="1613458" y="423824"/>
                  </a:cubicBezTo>
                  <a:cubicBezTo>
                    <a:pt x="1613458" y="416509"/>
                    <a:pt x="1612773" y="410718"/>
                    <a:pt x="1611401" y="406451"/>
                  </a:cubicBezTo>
                  <a:cubicBezTo>
                    <a:pt x="1610030" y="402184"/>
                    <a:pt x="1606753" y="396697"/>
                    <a:pt x="1601571" y="389992"/>
                  </a:cubicBezTo>
                  <a:cubicBezTo>
                    <a:pt x="1614678" y="392125"/>
                    <a:pt x="1625041" y="393192"/>
                    <a:pt x="1632661" y="393192"/>
                  </a:cubicBezTo>
                  <a:cubicBezTo>
                    <a:pt x="1640281" y="393192"/>
                    <a:pt x="1645843" y="391592"/>
                    <a:pt x="1649349" y="388391"/>
                  </a:cubicBezTo>
                  <a:cubicBezTo>
                    <a:pt x="1652854" y="385191"/>
                    <a:pt x="1654606" y="378562"/>
                    <a:pt x="1654606" y="368503"/>
                  </a:cubicBezTo>
                  <a:lnTo>
                    <a:pt x="1654606" y="320954"/>
                  </a:lnTo>
                  <a:lnTo>
                    <a:pt x="1463954" y="320954"/>
                  </a:lnTo>
                  <a:lnTo>
                    <a:pt x="1463954" y="428854"/>
                  </a:lnTo>
                  <a:lnTo>
                    <a:pt x="1432864" y="428854"/>
                  </a:lnTo>
                  <a:cubicBezTo>
                    <a:pt x="1434693" y="409346"/>
                    <a:pt x="1435608" y="387553"/>
                    <a:pt x="1435608" y="363474"/>
                  </a:cubicBezTo>
                  <a:lnTo>
                    <a:pt x="1435608" y="203911"/>
                  </a:lnTo>
                  <a:cubicBezTo>
                    <a:pt x="1413967" y="228600"/>
                    <a:pt x="1385773" y="254356"/>
                    <a:pt x="1351026" y="281178"/>
                  </a:cubicBezTo>
                  <a:cubicBezTo>
                    <a:pt x="1348892" y="270205"/>
                    <a:pt x="1340815" y="261976"/>
                    <a:pt x="1326794" y="256489"/>
                  </a:cubicBezTo>
                  <a:cubicBezTo>
                    <a:pt x="1365199" y="232105"/>
                    <a:pt x="1395831" y="207264"/>
                    <a:pt x="1418691" y="181966"/>
                  </a:cubicBezTo>
                  <a:cubicBezTo>
                    <a:pt x="1441551" y="156667"/>
                    <a:pt x="1461059" y="126492"/>
                    <a:pt x="1477213" y="91440"/>
                  </a:cubicBezTo>
                  <a:cubicBezTo>
                    <a:pt x="1434236" y="91745"/>
                    <a:pt x="1389126" y="92964"/>
                    <a:pt x="1341882" y="95098"/>
                  </a:cubicBezTo>
                  <a:lnTo>
                    <a:pt x="1341882" y="65380"/>
                  </a:lnTo>
                  <a:cubicBezTo>
                    <a:pt x="1380591" y="67513"/>
                    <a:pt x="1429054" y="68732"/>
                    <a:pt x="1487271" y="69037"/>
                  </a:cubicBezTo>
                  <a:cubicBezTo>
                    <a:pt x="1493977" y="52883"/>
                    <a:pt x="1501140" y="29870"/>
                    <a:pt x="150876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36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1D7AC2A-9A1B-48B9-BC1F-187257EA6A8B}"/>
              </a:ext>
            </a:extLst>
          </p:cNvPr>
          <p:cNvGrpSpPr/>
          <p:nvPr/>
        </p:nvGrpSpPr>
        <p:grpSpPr>
          <a:xfrm>
            <a:off x="8299700" y="1549352"/>
            <a:ext cx="1621275" cy="2534441"/>
            <a:chOff x="8299700" y="1549352"/>
            <a:chExt cx="1621275" cy="2534441"/>
          </a:xfrm>
        </p:grpSpPr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A974A726-58C6-4021-BB4C-E92FBBF61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6788" y="2004141"/>
              <a:ext cx="0" cy="176719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2415D20D-ECF6-4844-9CD7-A55CAAD15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975" y="1558088"/>
              <a:ext cx="0" cy="252570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文本框 311">
              <a:extLst>
                <a:ext uri="{FF2B5EF4-FFF2-40B4-BE49-F238E27FC236}">
                  <a16:creationId xmlns:a16="http://schemas.microsoft.com/office/drawing/2014/main" id="{1E6D62CA-882A-49BB-81DD-D77BECEFE184}"/>
                </a:ext>
              </a:extLst>
            </p:cNvPr>
            <p:cNvSpPr txBox="1"/>
            <p:nvPr/>
          </p:nvSpPr>
          <p:spPr>
            <a:xfrm>
              <a:off x="8448952" y="1963308"/>
              <a:ext cx="189345" cy="196698"/>
            </a:xfrm>
            <a:custGeom>
              <a:avLst/>
              <a:gdLst/>
              <a:ahLst/>
              <a:cxnLst/>
              <a:rect l="l" t="t" r="r" b="b"/>
              <a:pathLst>
                <a:path w="176556" h="183412">
                  <a:moveTo>
                    <a:pt x="131685" y="104719"/>
                  </a:moveTo>
                  <a:cubicBezTo>
                    <a:pt x="128392" y="104719"/>
                    <a:pt x="125322" y="105445"/>
                    <a:pt x="122476" y="106896"/>
                  </a:cubicBezTo>
                  <a:cubicBezTo>
                    <a:pt x="119630" y="108347"/>
                    <a:pt x="117034" y="110328"/>
                    <a:pt x="114690" y="112840"/>
                  </a:cubicBezTo>
                  <a:cubicBezTo>
                    <a:pt x="112346" y="115351"/>
                    <a:pt x="110267" y="118253"/>
                    <a:pt x="108454" y="121546"/>
                  </a:cubicBezTo>
                  <a:cubicBezTo>
                    <a:pt x="106640" y="124839"/>
                    <a:pt x="105105" y="128327"/>
                    <a:pt x="103849" y="132011"/>
                  </a:cubicBezTo>
                  <a:cubicBezTo>
                    <a:pt x="102593" y="135694"/>
                    <a:pt x="101645" y="139475"/>
                    <a:pt x="101003" y="143354"/>
                  </a:cubicBezTo>
                  <a:cubicBezTo>
                    <a:pt x="100361" y="147233"/>
                    <a:pt x="100040" y="150958"/>
                    <a:pt x="100040" y="154530"/>
                  </a:cubicBezTo>
                  <a:cubicBezTo>
                    <a:pt x="100040" y="160558"/>
                    <a:pt x="100891" y="165036"/>
                    <a:pt x="102593" y="167966"/>
                  </a:cubicBezTo>
                  <a:cubicBezTo>
                    <a:pt x="104296" y="170897"/>
                    <a:pt x="107044" y="172362"/>
                    <a:pt x="110839" y="172362"/>
                  </a:cubicBezTo>
                  <a:cubicBezTo>
                    <a:pt x="112737" y="172362"/>
                    <a:pt x="114565" y="172027"/>
                    <a:pt x="116323" y="171357"/>
                  </a:cubicBezTo>
                  <a:cubicBezTo>
                    <a:pt x="118081" y="170687"/>
                    <a:pt x="119937" y="169627"/>
                    <a:pt x="121890" y="168176"/>
                  </a:cubicBezTo>
                  <a:cubicBezTo>
                    <a:pt x="126801" y="164325"/>
                    <a:pt x="130987" y="159637"/>
                    <a:pt x="134447" y="154111"/>
                  </a:cubicBezTo>
                  <a:cubicBezTo>
                    <a:pt x="137908" y="148586"/>
                    <a:pt x="140503" y="142056"/>
                    <a:pt x="142233" y="134522"/>
                  </a:cubicBezTo>
                  <a:cubicBezTo>
                    <a:pt x="143014" y="131062"/>
                    <a:pt x="143628" y="127936"/>
                    <a:pt x="144075" y="125146"/>
                  </a:cubicBezTo>
                  <a:cubicBezTo>
                    <a:pt x="144521" y="122355"/>
                    <a:pt x="144744" y="119704"/>
                    <a:pt x="144744" y="117193"/>
                  </a:cubicBezTo>
                  <a:cubicBezTo>
                    <a:pt x="144744" y="112728"/>
                    <a:pt x="143698" y="109533"/>
                    <a:pt x="141605" y="107607"/>
                  </a:cubicBezTo>
                  <a:cubicBezTo>
                    <a:pt x="139512" y="105682"/>
                    <a:pt x="136205" y="104719"/>
                    <a:pt x="131685" y="104719"/>
                  </a:cubicBezTo>
                  <a:close/>
                  <a:moveTo>
                    <a:pt x="130178" y="96431"/>
                  </a:moveTo>
                  <a:cubicBezTo>
                    <a:pt x="134587" y="96431"/>
                    <a:pt x="138480" y="96948"/>
                    <a:pt x="141856" y="97980"/>
                  </a:cubicBezTo>
                  <a:cubicBezTo>
                    <a:pt x="145233" y="99013"/>
                    <a:pt x="148316" y="100422"/>
                    <a:pt x="151107" y="102208"/>
                  </a:cubicBezTo>
                  <a:lnTo>
                    <a:pt x="159227" y="96431"/>
                  </a:lnTo>
                  <a:lnTo>
                    <a:pt x="166008" y="98189"/>
                  </a:lnTo>
                  <a:lnTo>
                    <a:pt x="153367" y="153023"/>
                  </a:lnTo>
                  <a:cubicBezTo>
                    <a:pt x="152642" y="156149"/>
                    <a:pt x="152139" y="158730"/>
                    <a:pt x="151860" y="160767"/>
                  </a:cubicBezTo>
                  <a:cubicBezTo>
                    <a:pt x="151581" y="162804"/>
                    <a:pt x="151442" y="164604"/>
                    <a:pt x="151442" y="166167"/>
                  </a:cubicBezTo>
                  <a:cubicBezTo>
                    <a:pt x="151442" y="168287"/>
                    <a:pt x="151874" y="169822"/>
                    <a:pt x="152739" y="170771"/>
                  </a:cubicBezTo>
                  <a:cubicBezTo>
                    <a:pt x="153604" y="171720"/>
                    <a:pt x="154846" y="172194"/>
                    <a:pt x="156465" y="172194"/>
                  </a:cubicBezTo>
                  <a:cubicBezTo>
                    <a:pt x="157469" y="172194"/>
                    <a:pt x="158460" y="171999"/>
                    <a:pt x="159436" y="171608"/>
                  </a:cubicBezTo>
                  <a:cubicBezTo>
                    <a:pt x="160413" y="171217"/>
                    <a:pt x="161474" y="170603"/>
                    <a:pt x="162618" y="169766"/>
                  </a:cubicBezTo>
                  <a:cubicBezTo>
                    <a:pt x="163762" y="168929"/>
                    <a:pt x="165017" y="167855"/>
                    <a:pt x="166385" y="166543"/>
                  </a:cubicBezTo>
                  <a:cubicBezTo>
                    <a:pt x="167752" y="165232"/>
                    <a:pt x="169301" y="163655"/>
                    <a:pt x="171031" y="161813"/>
                  </a:cubicBezTo>
                  <a:cubicBezTo>
                    <a:pt x="171924" y="162762"/>
                    <a:pt x="172845" y="163697"/>
                    <a:pt x="173794" y="164618"/>
                  </a:cubicBezTo>
                  <a:cubicBezTo>
                    <a:pt x="174742" y="165539"/>
                    <a:pt x="175663" y="166446"/>
                    <a:pt x="176556" y="167339"/>
                  </a:cubicBezTo>
                  <a:cubicBezTo>
                    <a:pt x="173766" y="170185"/>
                    <a:pt x="171226" y="172627"/>
                    <a:pt x="168938" y="174664"/>
                  </a:cubicBezTo>
                  <a:cubicBezTo>
                    <a:pt x="166650" y="176701"/>
                    <a:pt x="164431" y="178375"/>
                    <a:pt x="162283" y="179687"/>
                  </a:cubicBezTo>
                  <a:cubicBezTo>
                    <a:pt x="160134" y="180998"/>
                    <a:pt x="158027" y="181947"/>
                    <a:pt x="155962" y="182533"/>
                  </a:cubicBezTo>
                  <a:cubicBezTo>
                    <a:pt x="153897" y="183119"/>
                    <a:pt x="151749" y="183412"/>
                    <a:pt x="149516" y="183412"/>
                  </a:cubicBezTo>
                  <a:cubicBezTo>
                    <a:pt x="145498" y="183412"/>
                    <a:pt x="142372" y="182114"/>
                    <a:pt x="140140" y="179519"/>
                  </a:cubicBezTo>
                  <a:cubicBezTo>
                    <a:pt x="137908" y="176924"/>
                    <a:pt x="136791" y="173366"/>
                    <a:pt x="136791" y="168845"/>
                  </a:cubicBezTo>
                  <a:cubicBezTo>
                    <a:pt x="136791" y="166334"/>
                    <a:pt x="137182" y="163934"/>
                    <a:pt x="137963" y="161646"/>
                  </a:cubicBezTo>
                  <a:lnTo>
                    <a:pt x="136791" y="161144"/>
                  </a:lnTo>
                  <a:cubicBezTo>
                    <a:pt x="133945" y="165106"/>
                    <a:pt x="131182" y="168483"/>
                    <a:pt x="128503" y="171273"/>
                  </a:cubicBezTo>
                  <a:cubicBezTo>
                    <a:pt x="125825" y="174064"/>
                    <a:pt x="123174" y="176366"/>
                    <a:pt x="120550" y="178180"/>
                  </a:cubicBezTo>
                  <a:cubicBezTo>
                    <a:pt x="117927" y="179994"/>
                    <a:pt x="115276" y="181319"/>
                    <a:pt x="112597" y="182156"/>
                  </a:cubicBezTo>
                  <a:cubicBezTo>
                    <a:pt x="109919" y="182993"/>
                    <a:pt x="107128" y="183412"/>
                    <a:pt x="104226" y="183412"/>
                  </a:cubicBezTo>
                  <a:cubicBezTo>
                    <a:pt x="97584" y="183412"/>
                    <a:pt x="92450" y="181026"/>
                    <a:pt x="88822" y="176254"/>
                  </a:cubicBezTo>
                  <a:cubicBezTo>
                    <a:pt x="85195" y="171483"/>
                    <a:pt x="83381" y="164548"/>
                    <a:pt x="83381" y="155451"/>
                  </a:cubicBezTo>
                  <a:cubicBezTo>
                    <a:pt x="83381" y="150037"/>
                    <a:pt x="83953" y="144833"/>
                    <a:pt x="85097" y="139838"/>
                  </a:cubicBezTo>
                  <a:cubicBezTo>
                    <a:pt x="86241" y="134843"/>
                    <a:pt x="87860" y="130155"/>
                    <a:pt x="89952" y="125774"/>
                  </a:cubicBezTo>
                  <a:cubicBezTo>
                    <a:pt x="92045" y="121393"/>
                    <a:pt x="94543" y="117402"/>
                    <a:pt x="97445" y="113802"/>
                  </a:cubicBezTo>
                  <a:cubicBezTo>
                    <a:pt x="100347" y="110203"/>
                    <a:pt x="103528" y="107119"/>
                    <a:pt x="106988" y="104552"/>
                  </a:cubicBezTo>
                  <a:cubicBezTo>
                    <a:pt x="110449" y="101984"/>
                    <a:pt x="114132" y="99989"/>
                    <a:pt x="118039" y="98566"/>
                  </a:cubicBezTo>
                  <a:cubicBezTo>
                    <a:pt x="121946" y="97143"/>
                    <a:pt x="125992" y="96431"/>
                    <a:pt x="130178" y="96431"/>
                  </a:cubicBezTo>
                  <a:close/>
                  <a:moveTo>
                    <a:pt x="30584" y="0"/>
                  </a:moveTo>
                  <a:lnTo>
                    <a:pt x="45988" y="0"/>
                  </a:lnTo>
                  <a:lnTo>
                    <a:pt x="39849" y="27570"/>
                  </a:lnTo>
                  <a:lnTo>
                    <a:pt x="73781" y="27570"/>
                  </a:lnTo>
                  <a:lnTo>
                    <a:pt x="71326" y="38844"/>
                  </a:lnTo>
                  <a:lnTo>
                    <a:pt x="37393" y="38844"/>
                  </a:lnTo>
                  <a:lnTo>
                    <a:pt x="27459" y="82153"/>
                  </a:lnTo>
                  <a:cubicBezTo>
                    <a:pt x="25524" y="90562"/>
                    <a:pt x="24296" y="96608"/>
                    <a:pt x="23775" y="100292"/>
                  </a:cubicBezTo>
                  <a:cubicBezTo>
                    <a:pt x="23254" y="103975"/>
                    <a:pt x="22994" y="106933"/>
                    <a:pt x="22994" y="109165"/>
                  </a:cubicBezTo>
                  <a:cubicBezTo>
                    <a:pt x="22994" y="118393"/>
                    <a:pt x="26826" y="123006"/>
                    <a:pt x="34491" y="123006"/>
                  </a:cubicBezTo>
                  <a:cubicBezTo>
                    <a:pt x="37765" y="123006"/>
                    <a:pt x="41244" y="121760"/>
                    <a:pt x="44927" y="119267"/>
                  </a:cubicBezTo>
                  <a:cubicBezTo>
                    <a:pt x="48611" y="116774"/>
                    <a:pt x="52983" y="112514"/>
                    <a:pt x="58043" y="106486"/>
                  </a:cubicBezTo>
                  <a:lnTo>
                    <a:pt x="64517" y="113184"/>
                  </a:lnTo>
                  <a:cubicBezTo>
                    <a:pt x="58043" y="120997"/>
                    <a:pt x="51811" y="126764"/>
                    <a:pt x="45820" y="130485"/>
                  </a:cubicBezTo>
                  <a:cubicBezTo>
                    <a:pt x="39830" y="134206"/>
                    <a:pt x="33561" y="136066"/>
                    <a:pt x="27012" y="136066"/>
                  </a:cubicBezTo>
                  <a:cubicBezTo>
                    <a:pt x="11460" y="136066"/>
                    <a:pt x="3683" y="128215"/>
                    <a:pt x="3683" y="112514"/>
                  </a:cubicBezTo>
                  <a:cubicBezTo>
                    <a:pt x="3683" y="107528"/>
                    <a:pt x="4316" y="102282"/>
                    <a:pt x="5581" y="96775"/>
                  </a:cubicBezTo>
                  <a:lnTo>
                    <a:pt x="18752" y="38844"/>
                  </a:lnTo>
                  <a:lnTo>
                    <a:pt x="0" y="38844"/>
                  </a:lnTo>
                  <a:lnTo>
                    <a:pt x="1674" y="31142"/>
                  </a:lnTo>
                  <a:cubicBezTo>
                    <a:pt x="6065" y="31068"/>
                    <a:pt x="9395" y="30733"/>
                    <a:pt x="11664" y="30138"/>
                  </a:cubicBezTo>
                  <a:cubicBezTo>
                    <a:pt x="13934" y="29542"/>
                    <a:pt x="15832" y="28724"/>
                    <a:pt x="17357" y="27682"/>
                  </a:cubicBezTo>
                  <a:cubicBezTo>
                    <a:pt x="18882" y="26640"/>
                    <a:pt x="20278" y="25152"/>
                    <a:pt x="21543" y="23217"/>
                  </a:cubicBezTo>
                  <a:cubicBezTo>
                    <a:pt x="22808" y="21282"/>
                    <a:pt x="24036" y="18808"/>
                    <a:pt x="25226" y="15794"/>
                  </a:cubicBezTo>
                  <a:cubicBezTo>
                    <a:pt x="26417" y="12781"/>
                    <a:pt x="28203" y="7516"/>
                    <a:pt x="3058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313" name="文本框 312">
              <a:extLst>
                <a:ext uri="{FF2B5EF4-FFF2-40B4-BE49-F238E27FC236}">
                  <a16:creationId xmlns:a16="http://schemas.microsoft.com/office/drawing/2014/main" id="{9FC2A555-CC92-48FA-9CB5-93EDE4B5A1AE}"/>
                </a:ext>
              </a:extLst>
            </p:cNvPr>
            <p:cNvSpPr txBox="1"/>
            <p:nvPr/>
          </p:nvSpPr>
          <p:spPr>
            <a:xfrm>
              <a:off x="9315248" y="1971062"/>
              <a:ext cx="176507" cy="196698"/>
            </a:xfrm>
            <a:custGeom>
              <a:avLst/>
              <a:gdLst/>
              <a:ahLst/>
              <a:cxnLst/>
              <a:rect l="l" t="t" r="r" b="b"/>
              <a:pathLst>
                <a:path w="164585" h="183412">
                  <a:moveTo>
                    <a:pt x="137294" y="107649"/>
                  </a:moveTo>
                  <a:cubicBezTo>
                    <a:pt x="134782" y="107649"/>
                    <a:pt x="132020" y="108472"/>
                    <a:pt x="129006" y="110119"/>
                  </a:cubicBezTo>
                  <a:cubicBezTo>
                    <a:pt x="125992" y="111765"/>
                    <a:pt x="123020" y="114207"/>
                    <a:pt x="120090" y="117444"/>
                  </a:cubicBezTo>
                  <a:cubicBezTo>
                    <a:pt x="117160" y="120681"/>
                    <a:pt x="114453" y="124685"/>
                    <a:pt x="111970" y="129457"/>
                  </a:cubicBezTo>
                  <a:cubicBezTo>
                    <a:pt x="109486" y="134229"/>
                    <a:pt x="107519" y="139712"/>
                    <a:pt x="106068" y="145907"/>
                  </a:cubicBezTo>
                  <a:cubicBezTo>
                    <a:pt x="105621" y="148921"/>
                    <a:pt x="105119" y="151879"/>
                    <a:pt x="104561" y="154781"/>
                  </a:cubicBezTo>
                  <a:cubicBezTo>
                    <a:pt x="104003" y="157683"/>
                    <a:pt x="103724" y="160390"/>
                    <a:pt x="103724" y="162902"/>
                  </a:cubicBezTo>
                  <a:cubicBezTo>
                    <a:pt x="103724" y="167422"/>
                    <a:pt x="104742" y="170617"/>
                    <a:pt x="106779" y="172487"/>
                  </a:cubicBezTo>
                  <a:cubicBezTo>
                    <a:pt x="108816" y="174357"/>
                    <a:pt x="112095" y="175292"/>
                    <a:pt x="116616" y="175292"/>
                  </a:cubicBezTo>
                  <a:cubicBezTo>
                    <a:pt x="121192" y="175292"/>
                    <a:pt x="125406" y="173827"/>
                    <a:pt x="129257" y="170897"/>
                  </a:cubicBezTo>
                  <a:cubicBezTo>
                    <a:pt x="133108" y="167966"/>
                    <a:pt x="136415" y="164129"/>
                    <a:pt x="139177" y="159386"/>
                  </a:cubicBezTo>
                  <a:cubicBezTo>
                    <a:pt x="141940" y="154642"/>
                    <a:pt x="144102" y="149312"/>
                    <a:pt x="145665" y="143396"/>
                  </a:cubicBezTo>
                  <a:cubicBezTo>
                    <a:pt x="147228" y="137480"/>
                    <a:pt x="148009" y="131508"/>
                    <a:pt x="148009" y="125481"/>
                  </a:cubicBezTo>
                  <a:cubicBezTo>
                    <a:pt x="148009" y="119509"/>
                    <a:pt x="147158" y="115044"/>
                    <a:pt x="145456" y="112086"/>
                  </a:cubicBezTo>
                  <a:cubicBezTo>
                    <a:pt x="143754" y="109128"/>
                    <a:pt x="141033" y="107649"/>
                    <a:pt x="137294" y="107649"/>
                  </a:cubicBezTo>
                  <a:close/>
                  <a:moveTo>
                    <a:pt x="117704" y="67633"/>
                  </a:moveTo>
                  <a:lnTo>
                    <a:pt x="123732" y="67633"/>
                  </a:lnTo>
                  <a:lnTo>
                    <a:pt x="112011" y="115435"/>
                  </a:lnTo>
                  <a:lnTo>
                    <a:pt x="113183" y="116021"/>
                  </a:lnTo>
                  <a:cubicBezTo>
                    <a:pt x="116030" y="112672"/>
                    <a:pt x="118751" y="109756"/>
                    <a:pt x="121346" y="107272"/>
                  </a:cubicBezTo>
                  <a:cubicBezTo>
                    <a:pt x="123941" y="104789"/>
                    <a:pt x="126480" y="102752"/>
                    <a:pt x="128964" y="101161"/>
                  </a:cubicBezTo>
                  <a:cubicBezTo>
                    <a:pt x="131447" y="99571"/>
                    <a:pt x="133917" y="98385"/>
                    <a:pt x="136373" y="97603"/>
                  </a:cubicBezTo>
                  <a:cubicBezTo>
                    <a:pt x="138828" y="96822"/>
                    <a:pt x="141368" y="96431"/>
                    <a:pt x="143991" y="96431"/>
                  </a:cubicBezTo>
                  <a:cubicBezTo>
                    <a:pt x="150577" y="96431"/>
                    <a:pt x="155655" y="98831"/>
                    <a:pt x="159227" y="103631"/>
                  </a:cubicBezTo>
                  <a:cubicBezTo>
                    <a:pt x="162799" y="108431"/>
                    <a:pt x="164585" y="115435"/>
                    <a:pt x="164585" y="124644"/>
                  </a:cubicBezTo>
                  <a:cubicBezTo>
                    <a:pt x="164585" y="132680"/>
                    <a:pt x="163343" y="140257"/>
                    <a:pt x="160860" y="147372"/>
                  </a:cubicBezTo>
                  <a:cubicBezTo>
                    <a:pt x="158376" y="154488"/>
                    <a:pt x="155013" y="160725"/>
                    <a:pt x="150772" y="166083"/>
                  </a:cubicBezTo>
                  <a:cubicBezTo>
                    <a:pt x="146530" y="171441"/>
                    <a:pt x="141605" y="175668"/>
                    <a:pt x="135996" y="178766"/>
                  </a:cubicBezTo>
                  <a:cubicBezTo>
                    <a:pt x="130387" y="181863"/>
                    <a:pt x="124457" y="183412"/>
                    <a:pt x="118206" y="183412"/>
                  </a:cubicBezTo>
                  <a:cubicBezTo>
                    <a:pt x="114188" y="183412"/>
                    <a:pt x="110477" y="183007"/>
                    <a:pt x="107072" y="182198"/>
                  </a:cubicBezTo>
                  <a:cubicBezTo>
                    <a:pt x="103668" y="181389"/>
                    <a:pt x="100347" y="180035"/>
                    <a:pt x="97110" y="178138"/>
                  </a:cubicBezTo>
                  <a:cubicBezTo>
                    <a:pt x="95715" y="178919"/>
                    <a:pt x="94292" y="179784"/>
                    <a:pt x="92841" y="180733"/>
                  </a:cubicBezTo>
                  <a:cubicBezTo>
                    <a:pt x="91389" y="181682"/>
                    <a:pt x="90022" y="182575"/>
                    <a:pt x="88738" y="183412"/>
                  </a:cubicBezTo>
                  <a:cubicBezTo>
                    <a:pt x="87734" y="183133"/>
                    <a:pt x="86673" y="182868"/>
                    <a:pt x="85557" y="182617"/>
                  </a:cubicBezTo>
                  <a:cubicBezTo>
                    <a:pt x="84441" y="182366"/>
                    <a:pt x="83381" y="182073"/>
                    <a:pt x="82376" y="181738"/>
                  </a:cubicBezTo>
                  <a:lnTo>
                    <a:pt x="102468" y="91994"/>
                  </a:lnTo>
                  <a:cubicBezTo>
                    <a:pt x="103082" y="89204"/>
                    <a:pt x="103542" y="86916"/>
                    <a:pt x="103849" y="85130"/>
                  </a:cubicBezTo>
                  <a:cubicBezTo>
                    <a:pt x="104156" y="83344"/>
                    <a:pt x="104310" y="81781"/>
                    <a:pt x="104310" y="80442"/>
                  </a:cubicBezTo>
                  <a:cubicBezTo>
                    <a:pt x="104310" y="79381"/>
                    <a:pt x="104142" y="78460"/>
                    <a:pt x="103807" y="77679"/>
                  </a:cubicBezTo>
                  <a:cubicBezTo>
                    <a:pt x="103472" y="76898"/>
                    <a:pt x="102886" y="76270"/>
                    <a:pt x="102049" y="75795"/>
                  </a:cubicBezTo>
                  <a:cubicBezTo>
                    <a:pt x="101212" y="75321"/>
                    <a:pt x="100096" y="74972"/>
                    <a:pt x="98701" y="74749"/>
                  </a:cubicBezTo>
                  <a:cubicBezTo>
                    <a:pt x="97305" y="74526"/>
                    <a:pt x="95547" y="74386"/>
                    <a:pt x="93427" y="74330"/>
                  </a:cubicBezTo>
                  <a:lnTo>
                    <a:pt x="94682" y="68638"/>
                  </a:lnTo>
                  <a:close/>
                  <a:moveTo>
                    <a:pt x="30584" y="0"/>
                  </a:moveTo>
                  <a:lnTo>
                    <a:pt x="45988" y="0"/>
                  </a:lnTo>
                  <a:lnTo>
                    <a:pt x="39848" y="27570"/>
                  </a:lnTo>
                  <a:lnTo>
                    <a:pt x="73781" y="27570"/>
                  </a:lnTo>
                  <a:lnTo>
                    <a:pt x="71326" y="38844"/>
                  </a:lnTo>
                  <a:lnTo>
                    <a:pt x="37393" y="38844"/>
                  </a:lnTo>
                  <a:lnTo>
                    <a:pt x="27458" y="82153"/>
                  </a:lnTo>
                  <a:cubicBezTo>
                    <a:pt x="25524" y="90562"/>
                    <a:pt x="24296" y="96608"/>
                    <a:pt x="23775" y="100292"/>
                  </a:cubicBezTo>
                  <a:cubicBezTo>
                    <a:pt x="23254" y="103975"/>
                    <a:pt x="22994" y="106933"/>
                    <a:pt x="22994" y="109165"/>
                  </a:cubicBezTo>
                  <a:cubicBezTo>
                    <a:pt x="22994" y="118393"/>
                    <a:pt x="26826" y="123006"/>
                    <a:pt x="34491" y="123006"/>
                  </a:cubicBezTo>
                  <a:cubicBezTo>
                    <a:pt x="37765" y="123006"/>
                    <a:pt x="41244" y="121760"/>
                    <a:pt x="44927" y="119267"/>
                  </a:cubicBezTo>
                  <a:cubicBezTo>
                    <a:pt x="48611" y="116774"/>
                    <a:pt x="52982" y="112514"/>
                    <a:pt x="58043" y="106486"/>
                  </a:cubicBezTo>
                  <a:lnTo>
                    <a:pt x="64517" y="113184"/>
                  </a:lnTo>
                  <a:cubicBezTo>
                    <a:pt x="58043" y="120997"/>
                    <a:pt x="51810" y="126764"/>
                    <a:pt x="45820" y="130485"/>
                  </a:cubicBezTo>
                  <a:cubicBezTo>
                    <a:pt x="39830" y="134206"/>
                    <a:pt x="33560" y="136066"/>
                    <a:pt x="27012" y="136066"/>
                  </a:cubicBezTo>
                  <a:cubicBezTo>
                    <a:pt x="11459" y="136066"/>
                    <a:pt x="3683" y="128215"/>
                    <a:pt x="3683" y="112514"/>
                  </a:cubicBezTo>
                  <a:cubicBezTo>
                    <a:pt x="3683" y="107528"/>
                    <a:pt x="4316" y="102282"/>
                    <a:pt x="5581" y="96775"/>
                  </a:cubicBezTo>
                  <a:lnTo>
                    <a:pt x="18752" y="38844"/>
                  </a:lnTo>
                  <a:lnTo>
                    <a:pt x="0" y="38844"/>
                  </a:lnTo>
                  <a:lnTo>
                    <a:pt x="1674" y="31142"/>
                  </a:lnTo>
                  <a:cubicBezTo>
                    <a:pt x="6064" y="31068"/>
                    <a:pt x="9394" y="30733"/>
                    <a:pt x="11664" y="30138"/>
                  </a:cubicBezTo>
                  <a:cubicBezTo>
                    <a:pt x="13934" y="29542"/>
                    <a:pt x="15831" y="28724"/>
                    <a:pt x="17357" y="27682"/>
                  </a:cubicBezTo>
                  <a:cubicBezTo>
                    <a:pt x="18882" y="26640"/>
                    <a:pt x="20278" y="25152"/>
                    <a:pt x="21543" y="23217"/>
                  </a:cubicBezTo>
                  <a:cubicBezTo>
                    <a:pt x="22808" y="21282"/>
                    <a:pt x="24035" y="18808"/>
                    <a:pt x="25226" y="15794"/>
                  </a:cubicBezTo>
                  <a:cubicBezTo>
                    <a:pt x="26417" y="12781"/>
                    <a:pt x="28203" y="7516"/>
                    <a:pt x="3058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DD304504-6797-4B43-BF3B-EA5CCE4D5411}"/>
                </a:ext>
              </a:extLst>
            </p:cNvPr>
            <p:cNvCxnSpPr/>
            <p:nvPr/>
          </p:nvCxnSpPr>
          <p:spPr>
            <a:xfrm>
              <a:off x="8299700" y="2217954"/>
              <a:ext cx="47708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C73D3A89-8031-4EB3-AB93-1290FF83D249}"/>
                </a:ext>
              </a:extLst>
            </p:cNvPr>
            <p:cNvCxnSpPr>
              <a:cxnSpLocks/>
            </p:cNvCxnSpPr>
            <p:nvPr/>
          </p:nvCxnSpPr>
          <p:spPr>
            <a:xfrm>
              <a:off x="8776788" y="2217954"/>
              <a:ext cx="114418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515F0183-C755-4D32-BF1C-4820F8B2096B}"/>
                </a:ext>
              </a:extLst>
            </p:cNvPr>
            <p:cNvCxnSpPr>
              <a:cxnSpLocks/>
            </p:cNvCxnSpPr>
            <p:nvPr/>
          </p:nvCxnSpPr>
          <p:spPr>
            <a:xfrm>
              <a:off x="8299700" y="1789976"/>
              <a:ext cx="1621275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文本框 316">
              <a:extLst>
                <a:ext uri="{FF2B5EF4-FFF2-40B4-BE49-F238E27FC236}">
                  <a16:creationId xmlns:a16="http://schemas.microsoft.com/office/drawing/2014/main" id="{16CDB678-F7D1-4549-B479-F06759F9E796}"/>
                </a:ext>
              </a:extLst>
            </p:cNvPr>
            <p:cNvSpPr txBox="1"/>
            <p:nvPr/>
          </p:nvSpPr>
          <p:spPr>
            <a:xfrm>
              <a:off x="8547702" y="1549352"/>
              <a:ext cx="1218434" cy="200767"/>
            </a:xfrm>
            <a:custGeom>
              <a:avLst/>
              <a:gdLst/>
              <a:ahLst/>
              <a:cxnLst/>
              <a:rect l="l" t="t" r="r" b="b"/>
              <a:pathLst>
                <a:path w="1136135" h="187206">
                  <a:moveTo>
                    <a:pt x="1108844" y="111443"/>
                  </a:moveTo>
                  <a:cubicBezTo>
                    <a:pt x="1106332" y="111443"/>
                    <a:pt x="1103569" y="112266"/>
                    <a:pt x="1100556" y="113913"/>
                  </a:cubicBezTo>
                  <a:cubicBezTo>
                    <a:pt x="1097542" y="115559"/>
                    <a:pt x="1094570" y="118001"/>
                    <a:pt x="1091640" y="121238"/>
                  </a:cubicBezTo>
                  <a:cubicBezTo>
                    <a:pt x="1088710" y="124475"/>
                    <a:pt x="1086003" y="128479"/>
                    <a:pt x="1083520" y="133251"/>
                  </a:cubicBezTo>
                  <a:cubicBezTo>
                    <a:pt x="1081036" y="138023"/>
                    <a:pt x="1079069" y="143506"/>
                    <a:pt x="1077618" y="149701"/>
                  </a:cubicBezTo>
                  <a:cubicBezTo>
                    <a:pt x="1077171" y="152715"/>
                    <a:pt x="1076669" y="155673"/>
                    <a:pt x="1076111" y="158575"/>
                  </a:cubicBezTo>
                  <a:cubicBezTo>
                    <a:pt x="1075553" y="161477"/>
                    <a:pt x="1075274" y="164184"/>
                    <a:pt x="1075274" y="166696"/>
                  </a:cubicBezTo>
                  <a:cubicBezTo>
                    <a:pt x="1075274" y="171216"/>
                    <a:pt x="1076292" y="174411"/>
                    <a:pt x="1078329" y="176281"/>
                  </a:cubicBezTo>
                  <a:cubicBezTo>
                    <a:pt x="1080366" y="178151"/>
                    <a:pt x="1083645" y="179086"/>
                    <a:pt x="1088166" y="179086"/>
                  </a:cubicBezTo>
                  <a:cubicBezTo>
                    <a:pt x="1092742" y="179086"/>
                    <a:pt x="1096956" y="177621"/>
                    <a:pt x="1100807" y="174691"/>
                  </a:cubicBezTo>
                  <a:cubicBezTo>
                    <a:pt x="1104658" y="171760"/>
                    <a:pt x="1107965" y="167923"/>
                    <a:pt x="1110727" y="163180"/>
                  </a:cubicBezTo>
                  <a:cubicBezTo>
                    <a:pt x="1113490" y="158436"/>
                    <a:pt x="1115653" y="153106"/>
                    <a:pt x="1117215" y="147190"/>
                  </a:cubicBezTo>
                  <a:cubicBezTo>
                    <a:pt x="1118778" y="141274"/>
                    <a:pt x="1119559" y="135302"/>
                    <a:pt x="1119559" y="129275"/>
                  </a:cubicBezTo>
                  <a:cubicBezTo>
                    <a:pt x="1119559" y="123303"/>
                    <a:pt x="1118708" y="118838"/>
                    <a:pt x="1117006" y="115880"/>
                  </a:cubicBezTo>
                  <a:cubicBezTo>
                    <a:pt x="1115304" y="112922"/>
                    <a:pt x="1112583" y="111443"/>
                    <a:pt x="1108844" y="111443"/>
                  </a:cubicBezTo>
                  <a:close/>
                  <a:moveTo>
                    <a:pt x="712710" y="108513"/>
                  </a:moveTo>
                  <a:cubicBezTo>
                    <a:pt x="709417" y="108513"/>
                    <a:pt x="706347" y="109239"/>
                    <a:pt x="703501" y="110690"/>
                  </a:cubicBezTo>
                  <a:cubicBezTo>
                    <a:pt x="700655" y="112141"/>
                    <a:pt x="698059" y="114122"/>
                    <a:pt x="695715" y="116634"/>
                  </a:cubicBezTo>
                  <a:cubicBezTo>
                    <a:pt x="693371" y="119145"/>
                    <a:pt x="691292" y="122047"/>
                    <a:pt x="689479" y="125340"/>
                  </a:cubicBezTo>
                  <a:cubicBezTo>
                    <a:pt x="687665" y="128633"/>
                    <a:pt x="686130" y="132121"/>
                    <a:pt x="684874" y="135805"/>
                  </a:cubicBezTo>
                  <a:cubicBezTo>
                    <a:pt x="683618" y="139488"/>
                    <a:pt x="682670" y="143269"/>
                    <a:pt x="682028" y="147148"/>
                  </a:cubicBezTo>
                  <a:cubicBezTo>
                    <a:pt x="681386" y="151027"/>
                    <a:pt x="681065" y="154752"/>
                    <a:pt x="681065" y="158324"/>
                  </a:cubicBezTo>
                  <a:cubicBezTo>
                    <a:pt x="681065" y="164352"/>
                    <a:pt x="681916" y="168830"/>
                    <a:pt x="683618" y="171760"/>
                  </a:cubicBezTo>
                  <a:cubicBezTo>
                    <a:pt x="685321" y="174691"/>
                    <a:pt x="688069" y="176156"/>
                    <a:pt x="691864" y="176156"/>
                  </a:cubicBezTo>
                  <a:cubicBezTo>
                    <a:pt x="693762" y="176156"/>
                    <a:pt x="695590" y="175821"/>
                    <a:pt x="697348" y="175151"/>
                  </a:cubicBezTo>
                  <a:cubicBezTo>
                    <a:pt x="699106" y="174481"/>
                    <a:pt x="700962" y="173421"/>
                    <a:pt x="702915" y="171970"/>
                  </a:cubicBezTo>
                  <a:cubicBezTo>
                    <a:pt x="707826" y="168119"/>
                    <a:pt x="712012" y="163431"/>
                    <a:pt x="715472" y="157905"/>
                  </a:cubicBezTo>
                  <a:cubicBezTo>
                    <a:pt x="718933" y="152380"/>
                    <a:pt x="721528" y="145850"/>
                    <a:pt x="723258" y="138316"/>
                  </a:cubicBezTo>
                  <a:cubicBezTo>
                    <a:pt x="724039" y="134856"/>
                    <a:pt x="724653" y="131730"/>
                    <a:pt x="725100" y="128940"/>
                  </a:cubicBezTo>
                  <a:cubicBezTo>
                    <a:pt x="725546" y="126149"/>
                    <a:pt x="725769" y="123498"/>
                    <a:pt x="725769" y="120987"/>
                  </a:cubicBezTo>
                  <a:cubicBezTo>
                    <a:pt x="725769" y="116522"/>
                    <a:pt x="724723" y="113327"/>
                    <a:pt x="722630" y="111401"/>
                  </a:cubicBezTo>
                  <a:cubicBezTo>
                    <a:pt x="720537" y="109476"/>
                    <a:pt x="717230" y="108513"/>
                    <a:pt x="712710" y="108513"/>
                  </a:cubicBezTo>
                  <a:close/>
                  <a:moveTo>
                    <a:pt x="711203" y="100225"/>
                  </a:moveTo>
                  <a:cubicBezTo>
                    <a:pt x="715612" y="100225"/>
                    <a:pt x="719505" y="100742"/>
                    <a:pt x="722881" y="101774"/>
                  </a:cubicBezTo>
                  <a:cubicBezTo>
                    <a:pt x="726258" y="102807"/>
                    <a:pt x="729341" y="104216"/>
                    <a:pt x="732132" y="106002"/>
                  </a:cubicBezTo>
                  <a:lnTo>
                    <a:pt x="740252" y="100225"/>
                  </a:lnTo>
                  <a:lnTo>
                    <a:pt x="747033" y="101983"/>
                  </a:lnTo>
                  <a:lnTo>
                    <a:pt x="734392" y="156817"/>
                  </a:lnTo>
                  <a:cubicBezTo>
                    <a:pt x="733667" y="159943"/>
                    <a:pt x="733164" y="162524"/>
                    <a:pt x="732885" y="164561"/>
                  </a:cubicBezTo>
                  <a:cubicBezTo>
                    <a:pt x="732606" y="166598"/>
                    <a:pt x="732467" y="168398"/>
                    <a:pt x="732467" y="169961"/>
                  </a:cubicBezTo>
                  <a:cubicBezTo>
                    <a:pt x="732467" y="172081"/>
                    <a:pt x="732899" y="173616"/>
                    <a:pt x="733764" y="174565"/>
                  </a:cubicBezTo>
                  <a:cubicBezTo>
                    <a:pt x="734629" y="175514"/>
                    <a:pt x="735871" y="175988"/>
                    <a:pt x="737490" y="175988"/>
                  </a:cubicBezTo>
                  <a:cubicBezTo>
                    <a:pt x="738494" y="175988"/>
                    <a:pt x="739485" y="175793"/>
                    <a:pt x="740461" y="175402"/>
                  </a:cubicBezTo>
                  <a:cubicBezTo>
                    <a:pt x="741438" y="175011"/>
                    <a:pt x="742499" y="174397"/>
                    <a:pt x="743643" y="173560"/>
                  </a:cubicBezTo>
                  <a:cubicBezTo>
                    <a:pt x="744787" y="172723"/>
                    <a:pt x="746043" y="171649"/>
                    <a:pt x="747410" y="170337"/>
                  </a:cubicBezTo>
                  <a:cubicBezTo>
                    <a:pt x="748777" y="169026"/>
                    <a:pt x="750326" y="167449"/>
                    <a:pt x="752056" y="165607"/>
                  </a:cubicBezTo>
                  <a:cubicBezTo>
                    <a:pt x="752949" y="166556"/>
                    <a:pt x="753870" y="167491"/>
                    <a:pt x="754819" y="168412"/>
                  </a:cubicBezTo>
                  <a:cubicBezTo>
                    <a:pt x="755767" y="169333"/>
                    <a:pt x="756688" y="170240"/>
                    <a:pt x="757581" y="171133"/>
                  </a:cubicBezTo>
                  <a:cubicBezTo>
                    <a:pt x="754791" y="173979"/>
                    <a:pt x="752251" y="176421"/>
                    <a:pt x="749963" y="178458"/>
                  </a:cubicBezTo>
                  <a:cubicBezTo>
                    <a:pt x="747675" y="180495"/>
                    <a:pt x="745457" y="182169"/>
                    <a:pt x="743308" y="183481"/>
                  </a:cubicBezTo>
                  <a:cubicBezTo>
                    <a:pt x="741159" y="184792"/>
                    <a:pt x="739052" y="185741"/>
                    <a:pt x="736987" y="186327"/>
                  </a:cubicBezTo>
                  <a:cubicBezTo>
                    <a:pt x="734922" y="186913"/>
                    <a:pt x="732774" y="187206"/>
                    <a:pt x="730541" y="187206"/>
                  </a:cubicBezTo>
                  <a:cubicBezTo>
                    <a:pt x="726523" y="187206"/>
                    <a:pt x="723397" y="185908"/>
                    <a:pt x="721165" y="183313"/>
                  </a:cubicBezTo>
                  <a:cubicBezTo>
                    <a:pt x="718933" y="180718"/>
                    <a:pt x="717816" y="177160"/>
                    <a:pt x="717816" y="172639"/>
                  </a:cubicBezTo>
                  <a:cubicBezTo>
                    <a:pt x="717816" y="170128"/>
                    <a:pt x="718207" y="167728"/>
                    <a:pt x="718988" y="165440"/>
                  </a:cubicBezTo>
                  <a:lnTo>
                    <a:pt x="717816" y="164938"/>
                  </a:lnTo>
                  <a:cubicBezTo>
                    <a:pt x="714970" y="168900"/>
                    <a:pt x="712207" y="172277"/>
                    <a:pt x="709528" y="175067"/>
                  </a:cubicBezTo>
                  <a:cubicBezTo>
                    <a:pt x="706850" y="177858"/>
                    <a:pt x="704199" y="180160"/>
                    <a:pt x="701575" y="181974"/>
                  </a:cubicBezTo>
                  <a:cubicBezTo>
                    <a:pt x="698952" y="183788"/>
                    <a:pt x="696301" y="185113"/>
                    <a:pt x="693622" y="185950"/>
                  </a:cubicBezTo>
                  <a:cubicBezTo>
                    <a:pt x="690944" y="186787"/>
                    <a:pt x="688153" y="187206"/>
                    <a:pt x="685251" y="187206"/>
                  </a:cubicBezTo>
                  <a:cubicBezTo>
                    <a:pt x="678609" y="187206"/>
                    <a:pt x="673475" y="184820"/>
                    <a:pt x="669847" y="180048"/>
                  </a:cubicBezTo>
                  <a:cubicBezTo>
                    <a:pt x="666219" y="175277"/>
                    <a:pt x="664406" y="168342"/>
                    <a:pt x="664406" y="159245"/>
                  </a:cubicBezTo>
                  <a:cubicBezTo>
                    <a:pt x="664406" y="153831"/>
                    <a:pt x="664978" y="148627"/>
                    <a:pt x="666122" y="143632"/>
                  </a:cubicBezTo>
                  <a:cubicBezTo>
                    <a:pt x="667266" y="138637"/>
                    <a:pt x="668884" y="133949"/>
                    <a:pt x="670977" y="129568"/>
                  </a:cubicBezTo>
                  <a:cubicBezTo>
                    <a:pt x="673070" y="125187"/>
                    <a:pt x="675568" y="121196"/>
                    <a:pt x="678470" y="117596"/>
                  </a:cubicBezTo>
                  <a:cubicBezTo>
                    <a:pt x="681372" y="113997"/>
                    <a:pt x="684553" y="110913"/>
                    <a:pt x="688013" y="108346"/>
                  </a:cubicBezTo>
                  <a:cubicBezTo>
                    <a:pt x="691474" y="105778"/>
                    <a:pt x="695157" y="103783"/>
                    <a:pt x="699064" y="102360"/>
                  </a:cubicBezTo>
                  <a:cubicBezTo>
                    <a:pt x="702971" y="100937"/>
                    <a:pt x="707017" y="100225"/>
                    <a:pt x="711203" y="100225"/>
                  </a:cubicBezTo>
                  <a:close/>
                  <a:moveTo>
                    <a:pt x="198388" y="100225"/>
                  </a:moveTo>
                  <a:cubicBezTo>
                    <a:pt x="202518" y="100225"/>
                    <a:pt x="205713" y="101579"/>
                    <a:pt x="207973" y="104285"/>
                  </a:cubicBezTo>
                  <a:cubicBezTo>
                    <a:pt x="210233" y="106992"/>
                    <a:pt x="211364" y="110550"/>
                    <a:pt x="211364" y="114959"/>
                  </a:cubicBezTo>
                  <a:cubicBezTo>
                    <a:pt x="211364" y="117471"/>
                    <a:pt x="210973" y="119703"/>
                    <a:pt x="210191" y="121657"/>
                  </a:cubicBezTo>
                  <a:lnTo>
                    <a:pt x="211364" y="122159"/>
                  </a:lnTo>
                  <a:cubicBezTo>
                    <a:pt x="217000" y="114624"/>
                    <a:pt x="222484" y="109085"/>
                    <a:pt x="227814" y="105541"/>
                  </a:cubicBezTo>
                  <a:cubicBezTo>
                    <a:pt x="233144" y="101997"/>
                    <a:pt x="238627" y="100225"/>
                    <a:pt x="244264" y="100225"/>
                  </a:cubicBezTo>
                  <a:cubicBezTo>
                    <a:pt x="246385" y="100225"/>
                    <a:pt x="248380" y="100337"/>
                    <a:pt x="250249" y="100560"/>
                  </a:cubicBezTo>
                  <a:cubicBezTo>
                    <a:pt x="252119" y="100783"/>
                    <a:pt x="253919" y="101062"/>
                    <a:pt x="255649" y="101397"/>
                  </a:cubicBezTo>
                  <a:lnTo>
                    <a:pt x="251380" y="121657"/>
                  </a:lnTo>
                  <a:lnTo>
                    <a:pt x="241669" y="121657"/>
                  </a:lnTo>
                  <a:cubicBezTo>
                    <a:pt x="241390" y="118308"/>
                    <a:pt x="240678" y="115908"/>
                    <a:pt x="239534" y="114457"/>
                  </a:cubicBezTo>
                  <a:cubicBezTo>
                    <a:pt x="238390" y="113006"/>
                    <a:pt x="236729" y="112280"/>
                    <a:pt x="234553" y="112280"/>
                  </a:cubicBezTo>
                  <a:cubicBezTo>
                    <a:pt x="233269" y="112225"/>
                    <a:pt x="231790" y="112615"/>
                    <a:pt x="230116" y="113452"/>
                  </a:cubicBezTo>
                  <a:cubicBezTo>
                    <a:pt x="228442" y="114290"/>
                    <a:pt x="226670" y="115489"/>
                    <a:pt x="224800" y="117052"/>
                  </a:cubicBezTo>
                  <a:cubicBezTo>
                    <a:pt x="222930" y="118615"/>
                    <a:pt x="221075" y="120457"/>
                    <a:pt x="219233" y="122577"/>
                  </a:cubicBezTo>
                  <a:cubicBezTo>
                    <a:pt x="217391" y="124698"/>
                    <a:pt x="215647" y="127014"/>
                    <a:pt x="214001" y="129526"/>
                  </a:cubicBezTo>
                  <a:cubicBezTo>
                    <a:pt x="212354" y="132037"/>
                    <a:pt x="210917" y="134702"/>
                    <a:pt x="209689" y="137521"/>
                  </a:cubicBezTo>
                  <a:cubicBezTo>
                    <a:pt x="208461" y="140339"/>
                    <a:pt x="207540" y="143171"/>
                    <a:pt x="206927" y="146018"/>
                  </a:cubicBezTo>
                  <a:lnTo>
                    <a:pt x="198388" y="185699"/>
                  </a:lnTo>
                  <a:lnTo>
                    <a:pt x="181979" y="185699"/>
                  </a:lnTo>
                  <a:lnTo>
                    <a:pt x="194537" y="131116"/>
                  </a:lnTo>
                  <a:cubicBezTo>
                    <a:pt x="195318" y="127879"/>
                    <a:pt x="195862" y="125201"/>
                    <a:pt x="196169" y="123080"/>
                  </a:cubicBezTo>
                  <a:cubicBezTo>
                    <a:pt x="196476" y="120959"/>
                    <a:pt x="196630" y="119173"/>
                    <a:pt x="196630" y="117722"/>
                  </a:cubicBezTo>
                  <a:cubicBezTo>
                    <a:pt x="196630" y="113648"/>
                    <a:pt x="194983" y="111611"/>
                    <a:pt x="191690" y="111611"/>
                  </a:cubicBezTo>
                  <a:cubicBezTo>
                    <a:pt x="190630" y="111611"/>
                    <a:pt x="189583" y="111820"/>
                    <a:pt x="188551" y="112239"/>
                  </a:cubicBezTo>
                  <a:cubicBezTo>
                    <a:pt x="187518" y="112657"/>
                    <a:pt x="186444" y="113285"/>
                    <a:pt x="185328" y="114122"/>
                  </a:cubicBezTo>
                  <a:cubicBezTo>
                    <a:pt x="184212" y="114959"/>
                    <a:pt x="182984" y="116020"/>
                    <a:pt x="181644" y="117303"/>
                  </a:cubicBezTo>
                  <a:cubicBezTo>
                    <a:pt x="180305" y="118587"/>
                    <a:pt x="178798" y="120094"/>
                    <a:pt x="177124" y="121824"/>
                  </a:cubicBezTo>
                  <a:lnTo>
                    <a:pt x="171347" y="116382"/>
                  </a:lnTo>
                  <a:cubicBezTo>
                    <a:pt x="174138" y="113536"/>
                    <a:pt x="176691" y="111094"/>
                    <a:pt x="179007" y="109057"/>
                  </a:cubicBezTo>
                  <a:cubicBezTo>
                    <a:pt x="181323" y="107020"/>
                    <a:pt x="183542" y="105346"/>
                    <a:pt x="185663" y="104034"/>
                  </a:cubicBezTo>
                  <a:cubicBezTo>
                    <a:pt x="187784" y="102723"/>
                    <a:pt x="189876" y="101760"/>
                    <a:pt x="191941" y="101146"/>
                  </a:cubicBezTo>
                  <a:cubicBezTo>
                    <a:pt x="194006" y="100532"/>
                    <a:pt x="196155" y="100225"/>
                    <a:pt x="198388" y="100225"/>
                  </a:cubicBezTo>
                  <a:close/>
                  <a:moveTo>
                    <a:pt x="103138" y="100225"/>
                  </a:moveTo>
                  <a:cubicBezTo>
                    <a:pt x="107268" y="100225"/>
                    <a:pt x="110463" y="101579"/>
                    <a:pt x="112723" y="104285"/>
                  </a:cubicBezTo>
                  <a:cubicBezTo>
                    <a:pt x="114983" y="106992"/>
                    <a:pt x="116114" y="110550"/>
                    <a:pt x="116114" y="114959"/>
                  </a:cubicBezTo>
                  <a:cubicBezTo>
                    <a:pt x="116114" y="117471"/>
                    <a:pt x="115723" y="119703"/>
                    <a:pt x="114941" y="121657"/>
                  </a:cubicBezTo>
                  <a:lnTo>
                    <a:pt x="116114" y="122159"/>
                  </a:lnTo>
                  <a:cubicBezTo>
                    <a:pt x="121750" y="114624"/>
                    <a:pt x="127234" y="109085"/>
                    <a:pt x="132564" y="105541"/>
                  </a:cubicBezTo>
                  <a:cubicBezTo>
                    <a:pt x="137894" y="101997"/>
                    <a:pt x="143377" y="100225"/>
                    <a:pt x="149014" y="100225"/>
                  </a:cubicBezTo>
                  <a:cubicBezTo>
                    <a:pt x="151135" y="100225"/>
                    <a:pt x="153130" y="100337"/>
                    <a:pt x="155000" y="100560"/>
                  </a:cubicBezTo>
                  <a:cubicBezTo>
                    <a:pt x="156869" y="100783"/>
                    <a:pt x="158669" y="101062"/>
                    <a:pt x="160399" y="101397"/>
                  </a:cubicBezTo>
                  <a:lnTo>
                    <a:pt x="156130" y="121657"/>
                  </a:lnTo>
                  <a:lnTo>
                    <a:pt x="146419" y="121657"/>
                  </a:lnTo>
                  <a:cubicBezTo>
                    <a:pt x="146140" y="118308"/>
                    <a:pt x="145428" y="115908"/>
                    <a:pt x="144284" y="114457"/>
                  </a:cubicBezTo>
                  <a:cubicBezTo>
                    <a:pt x="143140" y="113006"/>
                    <a:pt x="141479" y="112280"/>
                    <a:pt x="139303" y="112280"/>
                  </a:cubicBezTo>
                  <a:cubicBezTo>
                    <a:pt x="138019" y="112225"/>
                    <a:pt x="136540" y="112615"/>
                    <a:pt x="134866" y="113452"/>
                  </a:cubicBezTo>
                  <a:cubicBezTo>
                    <a:pt x="133192" y="114290"/>
                    <a:pt x="131420" y="115489"/>
                    <a:pt x="129550" y="117052"/>
                  </a:cubicBezTo>
                  <a:cubicBezTo>
                    <a:pt x="127680" y="118615"/>
                    <a:pt x="125825" y="120457"/>
                    <a:pt x="123983" y="122577"/>
                  </a:cubicBezTo>
                  <a:cubicBezTo>
                    <a:pt x="122141" y="124698"/>
                    <a:pt x="120397" y="127014"/>
                    <a:pt x="118751" y="129526"/>
                  </a:cubicBezTo>
                  <a:cubicBezTo>
                    <a:pt x="117104" y="132037"/>
                    <a:pt x="115667" y="134702"/>
                    <a:pt x="114439" y="137521"/>
                  </a:cubicBezTo>
                  <a:cubicBezTo>
                    <a:pt x="113211" y="140339"/>
                    <a:pt x="112290" y="143171"/>
                    <a:pt x="111677" y="146018"/>
                  </a:cubicBezTo>
                  <a:lnTo>
                    <a:pt x="103138" y="185699"/>
                  </a:lnTo>
                  <a:lnTo>
                    <a:pt x="86729" y="185699"/>
                  </a:lnTo>
                  <a:lnTo>
                    <a:pt x="99287" y="131116"/>
                  </a:lnTo>
                  <a:cubicBezTo>
                    <a:pt x="100068" y="127879"/>
                    <a:pt x="100612" y="125201"/>
                    <a:pt x="100919" y="123080"/>
                  </a:cubicBezTo>
                  <a:cubicBezTo>
                    <a:pt x="101226" y="120959"/>
                    <a:pt x="101380" y="119173"/>
                    <a:pt x="101380" y="117722"/>
                  </a:cubicBezTo>
                  <a:cubicBezTo>
                    <a:pt x="101380" y="113648"/>
                    <a:pt x="99733" y="111611"/>
                    <a:pt x="96440" y="111611"/>
                  </a:cubicBezTo>
                  <a:cubicBezTo>
                    <a:pt x="95380" y="111611"/>
                    <a:pt x="94333" y="111820"/>
                    <a:pt x="93301" y="112239"/>
                  </a:cubicBezTo>
                  <a:cubicBezTo>
                    <a:pt x="92268" y="112657"/>
                    <a:pt x="91194" y="113285"/>
                    <a:pt x="90078" y="114122"/>
                  </a:cubicBezTo>
                  <a:cubicBezTo>
                    <a:pt x="88962" y="114959"/>
                    <a:pt x="87734" y="116020"/>
                    <a:pt x="86394" y="117303"/>
                  </a:cubicBezTo>
                  <a:cubicBezTo>
                    <a:pt x="85055" y="118587"/>
                    <a:pt x="83548" y="120094"/>
                    <a:pt x="81874" y="121824"/>
                  </a:cubicBezTo>
                  <a:lnTo>
                    <a:pt x="76097" y="116382"/>
                  </a:lnTo>
                  <a:cubicBezTo>
                    <a:pt x="78888" y="113536"/>
                    <a:pt x="81441" y="111094"/>
                    <a:pt x="83757" y="109057"/>
                  </a:cubicBezTo>
                  <a:cubicBezTo>
                    <a:pt x="86073" y="107020"/>
                    <a:pt x="88292" y="105346"/>
                    <a:pt x="90413" y="104034"/>
                  </a:cubicBezTo>
                  <a:cubicBezTo>
                    <a:pt x="92534" y="102723"/>
                    <a:pt x="94626" y="101760"/>
                    <a:pt x="96691" y="101146"/>
                  </a:cubicBezTo>
                  <a:cubicBezTo>
                    <a:pt x="98756" y="100532"/>
                    <a:pt x="100905" y="100225"/>
                    <a:pt x="103138" y="100225"/>
                  </a:cubicBezTo>
                  <a:close/>
                  <a:moveTo>
                    <a:pt x="346472" y="88514"/>
                  </a:moveTo>
                  <a:lnTo>
                    <a:pt x="483989" y="88514"/>
                  </a:lnTo>
                  <a:lnTo>
                    <a:pt x="483989" y="103360"/>
                  </a:lnTo>
                  <a:lnTo>
                    <a:pt x="346472" y="103360"/>
                  </a:lnTo>
                  <a:close/>
                  <a:moveTo>
                    <a:pt x="1089254" y="71427"/>
                  </a:moveTo>
                  <a:lnTo>
                    <a:pt x="1095282" y="71427"/>
                  </a:lnTo>
                  <a:lnTo>
                    <a:pt x="1083561" y="119229"/>
                  </a:lnTo>
                  <a:lnTo>
                    <a:pt x="1084733" y="119815"/>
                  </a:lnTo>
                  <a:cubicBezTo>
                    <a:pt x="1087580" y="116466"/>
                    <a:pt x="1090301" y="113550"/>
                    <a:pt x="1092896" y="111066"/>
                  </a:cubicBezTo>
                  <a:cubicBezTo>
                    <a:pt x="1095491" y="108583"/>
                    <a:pt x="1098030" y="106546"/>
                    <a:pt x="1100514" y="104955"/>
                  </a:cubicBezTo>
                  <a:cubicBezTo>
                    <a:pt x="1102997" y="103365"/>
                    <a:pt x="1105467" y="102179"/>
                    <a:pt x="1107923" y="101397"/>
                  </a:cubicBezTo>
                  <a:cubicBezTo>
                    <a:pt x="1110378" y="100616"/>
                    <a:pt x="1112918" y="100225"/>
                    <a:pt x="1115541" y="100225"/>
                  </a:cubicBezTo>
                  <a:cubicBezTo>
                    <a:pt x="1122127" y="100225"/>
                    <a:pt x="1127205" y="102625"/>
                    <a:pt x="1130777" y="107425"/>
                  </a:cubicBezTo>
                  <a:cubicBezTo>
                    <a:pt x="1134349" y="112225"/>
                    <a:pt x="1136135" y="119229"/>
                    <a:pt x="1136135" y="128438"/>
                  </a:cubicBezTo>
                  <a:cubicBezTo>
                    <a:pt x="1136135" y="136474"/>
                    <a:pt x="1134893" y="144051"/>
                    <a:pt x="1132410" y="151166"/>
                  </a:cubicBezTo>
                  <a:cubicBezTo>
                    <a:pt x="1129926" y="158282"/>
                    <a:pt x="1126563" y="164519"/>
                    <a:pt x="1122322" y="169877"/>
                  </a:cubicBezTo>
                  <a:cubicBezTo>
                    <a:pt x="1118080" y="175235"/>
                    <a:pt x="1113155" y="179462"/>
                    <a:pt x="1107546" y="182560"/>
                  </a:cubicBezTo>
                  <a:cubicBezTo>
                    <a:pt x="1101937" y="185657"/>
                    <a:pt x="1096007" y="187206"/>
                    <a:pt x="1089756" y="187206"/>
                  </a:cubicBezTo>
                  <a:cubicBezTo>
                    <a:pt x="1085738" y="187206"/>
                    <a:pt x="1082027" y="186801"/>
                    <a:pt x="1078622" y="185992"/>
                  </a:cubicBezTo>
                  <a:cubicBezTo>
                    <a:pt x="1075218" y="185183"/>
                    <a:pt x="1071897" y="183829"/>
                    <a:pt x="1068660" y="181932"/>
                  </a:cubicBezTo>
                  <a:cubicBezTo>
                    <a:pt x="1067265" y="182713"/>
                    <a:pt x="1065842" y="183578"/>
                    <a:pt x="1064391" y="184527"/>
                  </a:cubicBezTo>
                  <a:cubicBezTo>
                    <a:pt x="1062939" y="185476"/>
                    <a:pt x="1061572" y="186369"/>
                    <a:pt x="1060289" y="187206"/>
                  </a:cubicBezTo>
                  <a:cubicBezTo>
                    <a:pt x="1059284" y="186927"/>
                    <a:pt x="1058223" y="186662"/>
                    <a:pt x="1057107" y="186411"/>
                  </a:cubicBezTo>
                  <a:cubicBezTo>
                    <a:pt x="1055991" y="186160"/>
                    <a:pt x="1054931" y="185867"/>
                    <a:pt x="1053926" y="185532"/>
                  </a:cubicBezTo>
                  <a:lnTo>
                    <a:pt x="1074018" y="95788"/>
                  </a:lnTo>
                  <a:cubicBezTo>
                    <a:pt x="1074632" y="92998"/>
                    <a:pt x="1075092" y="90710"/>
                    <a:pt x="1075399" y="88924"/>
                  </a:cubicBezTo>
                  <a:cubicBezTo>
                    <a:pt x="1075706" y="87138"/>
                    <a:pt x="1075860" y="85575"/>
                    <a:pt x="1075860" y="84236"/>
                  </a:cubicBezTo>
                  <a:cubicBezTo>
                    <a:pt x="1075860" y="83175"/>
                    <a:pt x="1075692" y="82254"/>
                    <a:pt x="1075357" y="81473"/>
                  </a:cubicBezTo>
                  <a:cubicBezTo>
                    <a:pt x="1075022" y="80692"/>
                    <a:pt x="1074436" y="80064"/>
                    <a:pt x="1073599" y="79589"/>
                  </a:cubicBezTo>
                  <a:cubicBezTo>
                    <a:pt x="1072762" y="79115"/>
                    <a:pt x="1071646" y="78766"/>
                    <a:pt x="1070251" y="78543"/>
                  </a:cubicBezTo>
                  <a:cubicBezTo>
                    <a:pt x="1068855" y="78320"/>
                    <a:pt x="1067097" y="78180"/>
                    <a:pt x="1064977" y="78124"/>
                  </a:cubicBezTo>
                  <a:lnTo>
                    <a:pt x="1066232" y="72432"/>
                  </a:lnTo>
                  <a:close/>
                  <a:moveTo>
                    <a:pt x="346472" y="42192"/>
                  </a:moveTo>
                  <a:lnTo>
                    <a:pt x="483989" y="42192"/>
                  </a:lnTo>
                  <a:lnTo>
                    <a:pt x="483989" y="57037"/>
                  </a:lnTo>
                  <a:lnTo>
                    <a:pt x="346472" y="57037"/>
                  </a:lnTo>
                  <a:close/>
                  <a:moveTo>
                    <a:pt x="1002134" y="3794"/>
                  </a:moveTo>
                  <a:lnTo>
                    <a:pt x="1017538" y="3794"/>
                  </a:lnTo>
                  <a:lnTo>
                    <a:pt x="1011398" y="31364"/>
                  </a:lnTo>
                  <a:lnTo>
                    <a:pt x="1045331" y="31364"/>
                  </a:lnTo>
                  <a:lnTo>
                    <a:pt x="1042875" y="42638"/>
                  </a:lnTo>
                  <a:lnTo>
                    <a:pt x="1008943" y="42638"/>
                  </a:lnTo>
                  <a:lnTo>
                    <a:pt x="999008" y="85947"/>
                  </a:lnTo>
                  <a:cubicBezTo>
                    <a:pt x="997074" y="94356"/>
                    <a:pt x="995846" y="100402"/>
                    <a:pt x="995325" y="104086"/>
                  </a:cubicBezTo>
                  <a:cubicBezTo>
                    <a:pt x="994804" y="107769"/>
                    <a:pt x="994544" y="110727"/>
                    <a:pt x="994544" y="112959"/>
                  </a:cubicBezTo>
                  <a:cubicBezTo>
                    <a:pt x="994544" y="122187"/>
                    <a:pt x="998376" y="126800"/>
                    <a:pt x="1006041" y="126800"/>
                  </a:cubicBezTo>
                  <a:cubicBezTo>
                    <a:pt x="1009315" y="126800"/>
                    <a:pt x="1012794" y="125554"/>
                    <a:pt x="1016477" y="123061"/>
                  </a:cubicBezTo>
                  <a:cubicBezTo>
                    <a:pt x="1020161" y="120568"/>
                    <a:pt x="1024533" y="116308"/>
                    <a:pt x="1029593" y="110280"/>
                  </a:cubicBezTo>
                  <a:lnTo>
                    <a:pt x="1036067" y="116978"/>
                  </a:lnTo>
                  <a:cubicBezTo>
                    <a:pt x="1029593" y="124791"/>
                    <a:pt x="1023360" y="130558"/>
                    <a:pt x="1017370" y="134279"/>
                  </a:cubicBezTo>
                  <a:cubicBezTo>
                    <a:pt x="1011380" y="138000"/>
                    <a:pt x="1005110" y="139860"/>
                    <a:pt x="998562" y="139860"/>
                  </a:cubicBezTo>
                  <a:cubicBezTo>
                    <a:pt x="983009" y="139860"/>
                    <a:pt x="975233" y="132009"/>
                    <a:pt x="975233" y="116308"/>
                  </a:cubicBezTo>
                  <a:cubicBezTo>
                    <a:pt x="975233" y="111322"/>
                    <a:pt x="975866" y="106076"/>
                    <a:pt x="977131" y="100569"/>
                  </a:cubicBezTo>
                  <a:lnTo>
                    <a:pt x="990302" y="42638"/>
                  </a:lnTo>
                  <a:lnTo>
                    <a:pt x="971550" y="42638"/>
                  </a:lnTo>
                  <a:lnTo>
                    <a:pt x="973224" y="34936"/>
                  </a:lnTo>
                  <a:cubicBezTo>
                    <a:pt x="977614" y="34862"/>
                    <a:pt x="980944" y="34527"/>
                    <a:pt x="983214" y="33932"/>
                  </a:cubicBezTo>
                  <a:cubicBezTo>
                    <a:pt x="985484" y="33336"/>
                    <a:pt x="987381" y="32518"/>
                    <a:pt x="988907" y="31476"/>
                  </a:cubicBezTo>
                  <a:cubicBezTo>
                    <a:pt x="990432" y="30434"/>
                    <a:pt x="991827" y="28946"/>
                    <a:pt x="993093" y="27011"/>
                  </a:cubicBezTo>
                  <a:cubicBezTo>
                    <a:pt x="994358" y="25076"/>
                    <a:pt x="995585" y="22602"/>
                    <a:pt x="996776" y="19588"/>
                  </a:cubicBezTo>
                  <a:cubicBezTo>
                    <a:pt x="997967" y="16575"/>
                    <a:pt x="999753" y="11310"/>
                    <a:pt x="1002134" y="3794"/>
                  </a:cubicBezTo>
                  <a:close/>
                  <a:moveTo>
                    <a:pt x="611609" y="3794"/>
                  </a:moveTo>
                  <a:lnTo>
                    <a:pt x="627013" y="3794"/>
                  </a:lnTo>
                  <a:lnTo>
                    <a:pt x="620873" y="31364"/>
                  </a:lnTo>
                  <a:lnTo>
                    <a:pt x="654806" y="31364"/>
                  </a:lnTo>
                  <a:lnTo>
                    <a:pt x="652351" y="42638"/>
                  </a:lnTo>
                  <a:lnTo>
                    <a:pt x="618418" y="42638"/>
                  </a:lnTo>
                  <a:lnTo>
                    <a:pt x="608483" y="85947"/>
                  </a:lnTo>
                  <a:cubicBezTo>
                    <a:pt x="606549" y="94356"/>
                    <a:pt x="605321" y="100402"/>
                    <a:pt x="604800" y="104086"/>
                  </a:cubicBezTo>
                  <a:cubicBezTo>
                    <a:pt x="604279" y="107769"/>
                    <a:pt x="604019" y="110727"/>
                    <a:pt x="604019" y="112959"/>
                  </a:cubicBezTo>
                  <a:cubicBezTo>
                    <a:pt x="604019" y="122187"/>
                    <a:pt x="607851" y="126800"/>
                    <a:pt x="615516" y="126800"/>
                  </a:cubicBezTo>
                  <a:cubicBezTo>
                    <a:pt x="618790" y="126800"/>
                    <a:pt x="622269" y="125554"/>
                    <a:pt x="625952" y="123061"/>
                  </a:cubicBezTo>
                  <a:cubicBezTo>
                    <a:pt x="629636" y="120568"/>
                    <a:pt x="634007" y="116308"/>
                    <a:pt x="639068" y="110280"/>
                  </a:cubicBezTo>
                  <a:lnTo>
                    <a:pt x="645542" y="116978"/>
                  </a:lnTo>
                  <a:cubicBezTo>
                    <a:pt x="639068" y="124791"/>
                    <a:pt x="632835" y="130558"/>
                    <a:pt x="626845" y="134279"/>
                  </a:cubicBezTo>
                  <a:cubicBezTo>
                    <a:pt x="620855" y="138000"/>
                    <a:pt x="614585" y="139860"/>
                    <a:pt x="608037" y="139860"/>
                  </a:cubicBezTo>
                  <a:cubicBezTo>
                    <a:pt x="592484" y="139860"/>
                    <a:pt x="584708" y="132009"/>
                    <a:pt x="584708" y="116308"/>
                  </a:cubicBezTo>
                  <a:cubicBezTo>
                    <a:pt x="584708" y="111322"/>
                    <a:pt x="585341" y="106076"/>
                    <a:pt x="586606" y="100569"/>
                  </a:cubicBezTo>
                  <a:lnTo>
                    <a:pt x="599777" y="42638"/>
                  </a:lnTo>
                  <a:lnTo>
                    <a:pt x="581025" y="42638"/>
                  </a:lnTo>
                  <a:lnTo>
                    <a:pt x="582699" y="34936"/>
                  </a:lnTo>
                  <a:cubicBezTo>
                    <a:pt x="587089" y="34862"/>
                    <a:pt x="590419" y="34527"/>
                    <a:pt x="592689" y="33932"/>
                  </a:cubicBezTo>
                  <a:cubicBezTo>
                    <a:pt x="594959" y="33336"/>
                    <a:pt x="596856" y="32518"/>
                    <a:pt x="598382" y="31476"/>
                  </a:cubicBezTo>
                  <a:cubicBezTo>
                    <a:pt x="599907" y="30434"/>
                    <a:pt x="601303" y="28946"/>
                    <a:pt x="602568" y="27011"/>
                  </a:cubicBezTo>
                  <a:cubicBezTo>
                    <a:pt x="603833" y="25076"/>
                    <a:pt x="605060" y="22602"/>
                    <a:pt x="606251" y="19588"/>
                  </a:cubicBezTo>
                  <a:cubicBezTo>
                    <a:pt x="607442" y="16575"/>
                    <a:pt x="609228" y="11310"/>
                    <a:pt x="611609" y="3794"/>
                  </a:cubicBezTo>
                  <a:close/>
                  <a:moveTo>
                    <a:pt x="30584" y="3794"/>
                  </a:moveTo>
                  <a:lnTo>
                    <a:pt x="45988" y="3794"/>
                  </a:lnTo>
                  <a:lnTo>
                    <a:pt x="39848" y="31364"/>
                  </a:lnTo>
                  <a:lnTo>
                    <a:pt x="73781" y="31364"/>
                  </a:lnTo>
                  <a:lnTo>
                    <a:pt x="71326" y="42638"/>
                  </a:lnTo>
                  <a:lnTo>
                    <a:pt x="37393" y="42638"/>
                  </a:lnTo>
                  <a:lnTo>
                    <a:pt x="27458" y="85947"/>
                  </a:lnTo>
                  <a:cubicBezTo>
                    <a:pt x="25524" y="94356"/>
                    <a:pt x="24296" y="100402"/>
                    <a:pt x="23775" y="104086"/>
                  </a:cubicBezTo>
                  <a:cubicBezTo>
                    <a:pt x="23254" y="107769"/>
                    <a:pt x="22994" y="110727"/>
                    <a:pt x="22994" y="112959"/>
                  </a:cubicBezTo>
                  <a:cubicBezTo>
                    <a:pt x="22994" y="122187"/>
                    <a:pt x="26826" y="126800"/>
                    <a:pt x="34491" y="126800"/>
                  </a:cubicBezTo>
                  <a:cubicBezTo>
                    <a:pt x="37765" y="126800"/>
                    <a:pt x="41244" y="125554"/>
                    <a:pt x="44927" y="123061"/>
                  </a:cubicBezTo>
                  <a:cubicBezTo>
                    <a:pt x="48611" y="120568"/>
                    <a:pt x="52982" y="116308"/>
                    <a:pt x="58043" y="110280"/>
                  </a:cubicBezTo>
                  <a:lnTo>
                    <a:pt x="64517" y="116978"/>
                  </a:lnTo>
                  <a:cubicBezTo>
                    <a:pt x="58043" y="124791"/>
                    <a:pt x="51810" y="130558"/>
                    <a:pt x="45820" y="134279"/>
                  </a:cubicBezTo>
                  <a:cubicBezTo>
                    <a:pt x="39830" y="138000"/>
                    <a:pt x="33560" y="139860"/>
                    <a:pt x="27012" y="139860"/>
                  </a:cubicBezTo>
                  <a:cubicBezTo>
                    <a:pt x="11459" y="139860"/>
                    <a:pt x="3683" y="132009"/>
                    <a:pt x="3683" y="116308"/>
                  </a:cubicBezTo>
                  <a:cubicBezTo>
                    <a:pt x="3683" y="111322"/>
                    <a:pt x="4316" y="106076"/>
                    <a:pt x="5581" y="100569"/>
                  </a:cubicBezTo>
                  <a:lnTo>
                    <a:pt x="18752" y="42638"/>
                  </a:lnTo>
                  <a:lnTo>
                    <a:pt x="0" y="42638"/>
                  </a:lnTo>
                  <a:lnTo>
                    <a:pt x="1674" y="34936"/>
                  </a:lnTo>
                  <a:cubicBezTo>
                    <a:pt x="6064" y="34862"/>
                    <a:pt x="9394" y="34527"/>
                    <a:pt x="11664" y="33932"/>
                  </a:cubicBezTo>
                  <a:cubicBezTo>
                    <a:pt x="13934" y="33336"/>
                    <a:pt x="15831" y="32518"/>
                    <a:pt x="17357" y="31476"/>
                  </a:cubicBezTo>
                  <a:cubicBezTo>
                    <a:pt x="18882" y="30434"/>
                    <a:pt x="20277" y="28946"/>
                    <a:pt x="21543" y="27011"/>
                  </a:cubicBezTo>
                  <a:cubicBezTo>
                    <a:pt x="22808" y="25076"/>
                    <a:pt x="24035" y="22602"/>
                    <a:pt x="25226" y="19588"/>
                  </a:cubicBezTo>
                  <a:cubicBezTo>
                    <a:pt x="26417" y="16575"/>
                    <a:pt x="28203" y="11310"/>
                    <a:pt x="30584" y="3794"/>
                  </a:cubicBezTo>
                  <a:close/>
                  <a:moveTo>
                    <a:pt x="829712" y="0"/>
                  </a:moveTo>
                  <a:lnTo>
                    <a:pt x="844800" y="0"/>
                  </a:lnTo>
                  <a:lnTo>
                    <a:pt x="844800" y="48234"/>
                  </a:lnTo>
                  <a:lnTo>
                    <a:pt x="893720" y="48234"/>
                  </a:lnTo>
                  <a:lnTo>
                    <a:pt x="893720" y="63551"/>
                  </a:lnTo>
                  <a:lnTo>
                    <a:pt x="844800" y="63551"/>
                  </a:lnTo>
                  <a:lnTo>
                    <a:pt x="844800" y="112014"/>
                  </a:lnTo>
                  <a:lnTo>
                    <a:pt x="829712" y="112014"/>
                  </a:lnTo>
                  <a:lnTo>
                    <a:pt x="829712" y="63551"/>
                  </a:lnTo>
                  <a:lnTo>
                    <a:pt x="780792" y="63551"/>
                  </a:lnTo>
                  <a:lnTo>
                    <a:pt x="780792" y="48234"/>
                  </a:lnTo>
                  <a:lnTo>
                    <a:pt x="829712" y="4823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740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6" presetClass="entr" presetSubtype="37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animBg="1"/>
      <p:bldP spid="239" grpId="0" animBg="1"/>
      <p:bldP spid="24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6DFE9E9-9F50-4C92-BA23-C02DD53291E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545" y="501133"/>
            <a:ext cx="7324909" cy="54240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C74753F-89CA-403F-80A5-39CCDACE1798}"/>
              </a:ext>
            </a:extLst>
          </p:cNvPr>
          <p:cNvCxnSpPr>
            <a:cxnSpLocks/>
          </p:cNvCxnSpPr>
          <p:nvPr/>
        </p:nvCxnSpPr>
        <p:spPr>
          <a:xfrm>
            <a:off x="6095999" y="5029200"/>
            <a:ext cx="88900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E8290A5-5DAC-4A94-9DA0-C9508E56169E}"/>
              </a:ext>
            </a:extLst>
          </p:cNvPr>
          <p:cNvSpPr txBox="1"/>
          <p:nvPr/>
        </p:nvSpPr>
        <p:spPr>
          <a:xfrm>
            <a:off x="7099301" y="4834661"/>
            <a:ext cx="2108200" cy="334584"/>
          </a:xfrm>
          <a:custGeom>
            <a:avLst/>
            <a:gdLst/>
            <a:ahLst/>
            <a:cxnLst/>
            <a:rect l="l" t="t" r="r" b="b"/>
            <a:pathLst>
              <a:path w="2699309" h="428396">
                <a:moveTo>
                  <a:pt x="1670609" y="250088"/>
                </a:moveTo>
                <a:cubicBezTo>
                  <a:pt x="1697431" y="278739"/>
                  <a:pt x="1719224" y="305714"/>
                  <a:pt x="1735988" y="331013"/>
                </a:cubicBezTo>
                <a:lnTo>
                  <a:pt x="1712671" y="347015"/>
                </a:lnTo>
                <a:cubicBezTo>
                  <a:pt x="1695907" y="318973"/>
                  <a:pt x="1674876" y="291998"/>
                  <a:pt x="1649578" y="266090"/>
                </a:cubicBezTo>
                <a:close/>
                <a:moveTo>
                  <a:pt x="2017166" y="209397"/>
                </a:moveTo>
                <a:cubicBezTo>
                  <a:pt x="2024177" y="209702"/>
                  <a:pt x="2035150" y="209855"/>
                  <a:pt x="2050085" y="209855"/>
                </a:cubicBezTo>
                <a:cubicBezTo>
                  <a:pt x="2054352" y="209855"/>
                  <a:pt x="2056486" y="211379"/>
                  <a:pt x="2056486" y="214427"/>
                </a:cubicBezTo>
                <a:cubicBezTo>
                  <a:pt x="2056486" y="216255"/>
                  <a:pt x="2055343" y="217932"/>
                  <a:pt x="2053057" y="219456"/>
                </a:cubicBezTo>
                <a:cubicBezTo>
                  <a:pt x="2050770" y="220980"/>
                  <a:pt x="2047494" y="232410"/>
                  <a:pt x="2043227" y="253746"/>
                </a:cubicBezTo>
                <a:cubicBezTo>
                  <a:pt x="2135276" y="253746"/>
                  <a:pt x="2198522" y="252679"/>
                  <a:pt x="2232965" y="250545"/>
                </a:cubicBezTo>
                <a:lnTo>
                  <a:pt x="2232965" y="277063"/>
                </a:lnTo>
                <a:cubicBezTo>
                  <a:pt x="2198522" y="274929"/>
                  <a:pt x="2134210" y="273863"/>
                  <a:pt x="2040026" y="273863"/>
                </a:cubicBezTo>
                <a:cubicBezTo>
                  <a:pt x="2058619" y="304038"/>
                  <a:pt x="2082394" y="328117"/>
                  <a:pt x="2111350" y="346100"/>
                </a:cubicBezTo>
                <a:cubicBezTo>
                  <a:pt x="2140306" y="364083"/>
                  <a:pt x="2179320" y="379781"/>
                  <a:pt x="2228393" y="393192"/>
                </a:cubicBezTo>
                <a:cubicBezTo>
                  <a:pt x="2218334" y="397764"/>
                  <a:pt x="2210867" y="406755"/>
                  <a:pt x="2205990" y="420167"/>
                </a:cubicBezTo>
                <a:cubicBezTo>
                  <a:pt x="2159356" y="401269"/>
                  <a:pt x="2122475" y="382600"/>
                  <a:pt x="2095348" y="364160"/>
                </a:cubicBezTo>
                <a:cubicBezTo>
                  <a:pt x="2068220" y="345719"/>
                  <a:pt x="2047342" y="325221"/>
                  <a:pt x="2032711" y="302666"/>
                </a:cubicBezTo>
                <a:cubicBezTo>
                  <a:pt x="2013814" y="356921"/>
                  <a:pt x="1957426" y="398678"/>
                  <a:pt x="1863547" y="427939"/>
                </a:cubicBezTo>
                <a:cubicBezTo>
                  <a:pt x="1859890" y="415442"/>
                  <a:pt x="1851508" y="405231"/>
                  <a:pt x="1838401" y="397307"/>
                </a:cubicBezTo>
                <a:cubicBezTo>
                  <a:pt x="1896313" y="385115"/>
                  <a:pt x="1937995" y="369189"/>
                  <a:pt x="1963445" y="349529"/>
                </a:cubicBezTo>
                <a:cubicBezTo>
                  <a:pt x="1988896" y="329870"/>
                  <a:pt x="2005736" y="304647"/>
                  <a:pt x="2013966" y="273863"/>
                </a:cubicBezTo>
                <a:cubicBezTo>
                  <a:pt x="1939900" y="273863"/>
                  <a:pt x="1882597" y="274929"/>
                  <a:pt x="1842059" y="277063"/>
                </a:cubicBezTo>
                <a:lnTo>
                  <a:pt x="1842059" y="250545"/>
                </a:lnTo>
                <a:cubicBezTo>
                  <a:pt x="1890827" y="252679"/>
                  <a:pt x="1949348" y="253746"/>
                  <a:pt x="2017624" y="253746"/>
                </a:cubicBezTo>
                <a:cubicBezTo>
                  <a:pt x="2018233" y="247345"/>
                  <a:pt x="2018538" y="240487"/>
                  <a:pt x="2018538" y="233172"/>
                </a:cubicBezTo>
                <a:cubicBezTo>
                  <a:pt x="2018538" y="225857"/>
                  <a:pt x="2018081" y="217932"/>
                  <a:pt x="2017166" y="209397"/>
                </a:cubicBezTo>
                <a:close/>
                <a:moveTo>
                  <a:pt x="1126084" y="203454"/>
                </a:moveTo>
                <a:lnTo>
                  <a:pt x="1126084" y="273405"/>
                </a:lnTo>
                <a:lnTo>
                  <a:pt x="1237183" y="273405"/>
                </a:lnTo>
                <a:lnTo>
                  <a:pt x="1237183" y="203454"/>
                </a:lnTo>
                <a:close/>
                <a:moveTo>
                  <a:pt x="983437" y="203454"/>
                </a:moveTo>
                <a:lnTo>
                  <a:pt x="983437" y="273405"/>
                </a:lnTo>
                <a:lnTo>
                  <a:pt x="1097280" y="273405"/>
                </a:lnTo>
                <a:lnTo>
                  <a:pt x="1097280" y="203454"/>
                </a:lnTo>
                <a:close/>
                <a:moveTo>
                  <a:pt x="2553462" y="186995"/>
                </a:moveTo>
                <a:cubicBezTo>
                  <a:pt x="2565959" y="190043"/>
                  <a:pt x="2575408" y="191567"/>
                  <a:pt x="2581808" y="191567"/>
                </a:cubicBezTo>
                <a:cubicBezTo>
                  <a:pt x="2588209" y="191567"/>
                  <a:pt x="2591410" y="192481"/>
                  <a:pt x="2591410" y="194310"/>
                </a:cubicBezTo>
                <a:cubicBezTo>
                  <a:pt x="2591410" y="196139"/>
                  <a:pt x="2589809" y="198653"/>
                  <a:pt x="2586609" y="201854"/>
                </a:cubicBezTo>
                <a:cubicBezTo>
                  <a:pt x="2583408" y="205054"/>
                  <a:pt x="2581808" y="208940"/>
                  <a:pt x="2581808" y="213512"/>
                </a:cubicBezTo>
                <a:lnTo>
                  <a:pt x="2581808" y="229971"/>
                </a:lnTo>
                <a:cubicBezTo>
                  <a:pt x="2618384" y="229667"/>
                  <a:pt x="2647188" y="228600"/>
                  <a:pt x="2668220" y="226771"/>
                </a:cubicBezTo>
                <a:lnTo>
                  <a:pt x="2668220" y="253746"/>
                </a:lnTo>
                <a:cubicBezTo>
                  <a:pt x="2647188" y="251917"/>
                  <a:pt x="2618384" y="250850"/>
                  <a:pt x="2581808" y="250545"/>
                </a:cubicBezTo>
                <a:lnTo>
                  <a:pt x="2581808" y="284378"/>
                </a:lnTo>
                <a:cubicBezTo>
                  <a:pt x="2609545" y="284073"/>
                  <a:pt x="2633015" y="283159"/>
                  <a:pt x="2652217" y="281635"/>
                </a:cubicBezTo>
                <a:lnTo>
                  <a:pt x="2652217" y="307238"/>
                </a:lnTo>
                <a:cubicBezTo>
                  <a:pt x="2633015" y="305714"/>
                  <a:pt x="2609545" y="304800"/>
                  <a:pt x="2581808" y="304495"/>
                </a:cubicBezTo>
                <a:lnTo>
                  <a:pt x="2581808" y="337871"/>
                </a:lnTo>
                <a:cubicBezTo>
                  <a:pt x="2620213" y="337871"/>
                  <a:pt x="2654960" y="336804"/>
                  <a:pt x="2686050" y="334670"/>
                </a:cubicBezTo>
                <a:lnTo>
                  <a:pt x="2686050" y="360731"/>
                </a:lnTo>
                <a:cubicBezTo>
                  <a:pt x="2654960" y="358597"/>
                  <a:pt x="2620213" y="357530"/>
                  <a:pt x="2581808" y="357530"/>
                </a:cubicBezTo>
                <a:cubicBezTo>
                  <a:pt x="2581808" y="384657"/>
                  <a:pt x="2582570" y="408279"/>
                  <a:pt x="2584094" y="428396"/>
                </a:cubicBezTo>
                <a:lnTo>
                  <a:pt x="2553920" y="428396"/>
                </a:lnTo>
                <a:cubicBezTo>
                  <a:pt x="2555748" y="404622"/>
                  <a:pt x="2556662" y="381000"/>
                  <a:pt x="2556662" y="357530"/>
                </a:cubicBezTo>
                <a:cubicBezTo>
                  <a:pt x="2517953" y="357530"/>
                  <a:pt x="2483054" y="358597"/>
                  <a:pt x="2451964" y="360731"/>
                </a:cubicBezTo>
                <a:lnTo>
                  <a:pt x="2451964" y="334670"/>
                </a:lnTo>
                <a:cubicBezTo>
                  <a:pt x="2483054" y="336804"/>
                  <a:pt x="2517953" y="337871"/>
                  <a:pt x="2556662" y="337871"/>
                </a:cubicBezTo>
                <a:lnTo>
                  <a:pt x="2556662" y="304495"/>
                </a:lnTo>
                <a:cubicBezTo>
                  <a:pt x="2524354" y="304495"/>
                  <a:pt x="2498598" y="305409"/>
                  <a:pt x="2479396" y="307238"/>
                </a:cubicBezTo>
                <a:lnTo>
                  <a:pt x="2479396" y="281635"/>
                </a:lnTo>
                <a:cubicBezTo>
                  <a:pt x="2498598" y="283464"/>
                  <a:pt x="2524354" y="284378"/>
                  <a:pt x="2556662" y="284378"/>
                </a:cubicBezTo>
                <a:lnTo>
                  <a:pt x="2556662" y="250545"/>
                </a:lnTo>
                <a:cubicBezTo>
                  <a:pt x="2518868" y="250850"/>
                  <a:pt x="2489302" y="251917"/>
                  <a:pt x="2467966" y="253746"/>
                </a:cubicBezTo>
                <a:lnTo>
                  <a:pt x="2467966" y="226771"/>
                </a:lnTo>
                <a:cubicBezTo>
                  <a:pt x="2489302" y="228600"/>
                  <a:pt x="2518868" y="229667"/>
                  <a:pt x="2556662" y="229971"/>
                </a:cubicBezTo>
                <a:cubicBezTo>
                  <a:pt x="2556358" y="206807"/>
                  <a:pt x="2555291" y="192481"/>
                  <a:pt x="2553462" y="186995"/>
                </a:cubicBezTo>
                <a:close/>
                <a:moveTo>
                  <a:pt x="612191" y="183794"/>
                </a:moveTo>
                <a:lnTo>
                  <a:pt x="612191" y="286664"/>
                </a:lnTo>
                <a:lnTo>
                  <a:pt x="721005" y="286664"/>
                </a:lnTo>
                <a:lnTo>
                  <a:pt x="721005" y="183794"/>
                </a:lnTo>
                <a:close/>
                <a:moveTo>
                  <a:pt x="153162" y="180594"/>
                </a:moveTo>
                <a:cubicBezTo>
                  <a:pt x="168707" y="239115"/>
                  <a:pt x="194005" y="284378"/>
                  <a:pt x="229057" y="316382"/>
                </a:cubicBezTo>
                <a:cubicBezTo>
                  <a:pt x="269596" y="279806"/>
                  <a:pt x="298095" y="234543"/>
                  <a:pt x="314554" y="180594"/>
                </a:cubicBezTo>
                <a:close/>
                <a:moveTo>
                  <a:pt x="583388" y="158191"/>
                </a:moveTo>
                <a:cubicBezTo>
                  <a:pt x="601371" y="160325"/>
                  <a:pt x="629488" y="161391"/>
                  <a:pt x="667741" y="161391"/>
                </a:cubicBezTo>
                <a:cubicBezTo>
                  <a:pt x="705993" y="161391"/>
                  <a:pt x="733501" y="160325"/>
                  <a:pt x="750265" y="158191"/>
                </a:cubicBezTo>
                <a:cubicBezTo>
                  <a:pt x="748742" y="177698"/>
                  <a:pt x="747979" y="204368"/>
                  <a:pt x="747979" y="238201"/>
                </a:cubicBezTo>
                <a:cubicBezTo>
                  <a:pt x="747979" y="272034"/>
                  <a:pt x="748742" y="296113"/>
                  <a:pt x="750265" y="310439"/>
                </a:cubicBezTo>
                <a:cubicBezTo>
                  <a:pt x="724053" y="309219"/>
                  <a:pt x="693192" y="308610"/>
                  <a:pt x="657682" y="308610"/>
                </a:cubicBezTo>
                <a:cubicBezTo>
                  <a:pt x="622173" y="308610"/>
                  <a:pt x="597408" y="309372"/>
                  <a:pt x="583388" y="310896"/>
                </a:cubicBezTo>
                <a:cubicBezTo>
                  <a:pt x="585216" y="294437"/>
                  <a:pt x="586131" y="268910"/>
                  <a:pt x="586131" y="234315"/>
                </a:cubicBezTo>
                <a:cubicBezTo>
                  <a:pt x="586131" y="199720"/>
                  <a:pt x="585216" y="174345"/>
                  <a:pt x="583388" y="158191"/>
                </a:cubicBezTo>
                <a:close/>
                <a:moveTo>
                  <a:pt x="1126084" y="106070"/>
                </a:moveTo>
                <a:lnTo>
                  <a:pt x="1126084" y="181051"/>
                </a:lnTo>
                <a:lnTo>
                  <a:pt x="1237183" y="181051"/>
                </a:lnTo>
                <a:lnTo>
                  <a:pt x="1237183" y="106070"/>
                </a:lnTo>
                <a:close/>
                <a:moveTo>
                  <a:pt x="983437" y="106070"/>
                </a:moveTo>
                <a:lnTo>
                  <a:pt x="983437" y="181051"/>
                </a:lnTo>
                <a:lnTo>
                  <a:pt x="1097280" y="181051"/>
                </a:lnTo>
                <a:lnTo>
                  <a:pt x="1097280" y="106070"/>
                </a:lnTo>
                <a:close/>
                <a:moveTo>
                  <a:pt x="1584198" y="92811"/>
                </a:moveTo>
                <a:cubicBezTo>
                  <a:pt x="1594561" y="94640"/>
                  <a:pt x="1606448" y="95555"/>
                  <a:pt x="1619860" y="95555"/>
                </a:cubicBezTo>
                <a:cubicBezTo>
                  <a:pt x="1625041" y="95555"/>
                  <a:pt x="1627632" y="96621"/>
                  <a:pt x="1627632" y="98755"/>
                </a:cubicBezTo>
                <a:cubicBezTo>
                  <a:pt x="1627632" y="100889"/>
                  <a:pt x="1625651" y="103479"/>
                  <a:pt x="1621688" y="106527"/>
                </a:cubicBezTo>
                <a:cubicBezTo>
                  <a:pt x="1617726" y="109575"/>
                  <a:pt x="1615745" y="114909"/>
                  <a:pt x="1615745" y="122529"/>
                </a:cubicBezTo>
                <a:lnTo>
                  <a:pt x="1615745" y="201168"/>
                </a:lnTo>
                <a:cubicBezTo>
                  <a:pt x="1658722" y="200863"/>
                  <a:pt x="1696517" y="199187"/>
                  <a:pt x="1729130" y="196139"/>
                </a:cubicBezTo>
                <a:lnTo>
                  <a:pt x="1729130" y="227685"/>
                </a:lnTo>
                <a:cubicBezTo>
                  <a:pt x="1696517" y="224637"/>
                  <a:pt x="1658722" y="222961"/>
                  <a:pt x="1615745" y="222656"/>
                </a:cubicBezTo>
                <a:lnTo>
                  <a:pt x="1615745" y="373532"/>
                </a:lnTo>
                <a:cubicBezTo>
                  <a:pt x="1676705" y="373227"/>
                  <a:pt x="1729130" y="371246"/>
                  <a:pt x="1773022" y="367589"/>
                </a:cubicBezTo>
                <a:lnTo>
                  <a:pt x="1773022" y="401421"/>
                </a:lnTo>
                <a:cubicBezTo>
                  <a:pt x="1727911" y="397459"/>
                  <a:pt x="1673962" y="395478"/>
                  <a:pt x="1611173" y="395478"/>
                </a:cubicBezTo>
                <a:cubicBezTo>
                  <a:pt x="1548384" y="395478"/>
                  <a:pt x="1491691" y="397459"/>
                  <a:pt x="1441094" y="401421"/>
                </a:cubicBezTo>
                <a:lnTo>
                  <a:pt x="1441094" y="367589"/>
                </a:lnTo>
                <a:cubicBezTo>
                  <a:pt x="1484681" y="371246"/>
                  <a:pt x="1533449" y="373227"/>
                  <a:pt x="1587398" y="373532"/>
                </a:cubicBezTo>
                <a:lnTo>
                  <a:pt x="1587398" y="222656"/>
                </a:lnTo>
                <a:cubicBezTo>
                  <a:pt x="1542288" y="222961"/>
                  <a:pt x="1505712" y="224637"/>
                  <a:pt x="1477670" y="227685"/>
                </a:cubicBezTo>
                <a:lnTo>
                  <a:pt x="1477670" y="196139"/>
                </a:lnTo>
                <a:cubicBezTo>
                  <a:pt x="1505712" y="199187"/>
                  <a:pt x="1542288" y="200863"/>
                  <a:pt x="1587398" y="201168"/>
                </a:cubicBezTo>
                <a:lnTo>
                  <a:pt x="1587398" y="159563"/>
                </a:lnTo>
                <a:cubicBezTo>
                  <a:pt x="1587398" y="125730"/>
                  <a:pt x="1586332" y="103479"/>
                  <a:pt x="1584198" y="92811"/>
                </a:cubicBezTo>
                <a:close/>
                <a:moveTo>
                  <a:pt x="2134210" y="62636"/>
                </a:moveTo>
                <a:cubicBezTo>
                  <a:pt x="2162861" y="91592"/>
                  <a:pt x="2190598" y="126644"/>
                  <a:pt x="2217420" y="167792"/>
                </a:cubicBezTo>
                <a:lnTo>
                  <a:pt x="2189988" y="186537"/>
                </a:lnTo>
                <a:cubicBezTo>
                  <a:pt x="2168347" y="149657"/>
                  <a:pt x="2141982" y="114147"/>
                  <a:pt x="2110892" y="80010"/>
                </a:cubicBezTo>
                <a:close/>
                <a:moveTo>
                  <a:pt x="1917954" y="59893"/>
                </a:moveTo>
                <a:cubicBezTo>
                  <a:pt x="1931060" y="65684"/>
                  <a:pt x="1940814" y="68885"/>
                  <a:pt x="1947215" y="69494"/>
                </a:cubicBezTo>
                <a:cubicBezTo>
                  <a:pt x="1954530" y="70104"/>
                  <a:pt x="1958188" y="71933"/>
                  <a:pt x="1958188" y="74981"/>
                </a:cubicBezTo>
                <a:cubicBezTo>
                  <a:pt x="1958188" y="78029"/>
                  <a:pt x="1955521" y="81153"/>
                  <a:pt x="1950187" y="84353"/>
                </a:cubicBezTo>
                <a:cubicBezTo>
                  <a:pt x="1944853" y="87554"/>
                  <a:pt x="1939138" y="96621"/>
                  <a:pt x="1933042" y="111557"/>
                </a:cubicBezTo>
                <a:cubicBezTo>
                  <a:pt x="1923288" y="136550"/>
                  <a:pt x="1905610" y="165506"/>
                  <a:pt x="1880006" y="198425"/>
                </a:cubicBezTo>
                <a:cubicBezTo>
                  <a:pt x="1872996" y="191109"/>
                  <a:pt x="1862785" y="186233"/>
                  <a:pt x="1849374" y="183794"/>
                </a:cubicBezTo>
                <a:cubicBezTo>
                  <a:pt x="1888693" y="142951"/>
                  <a:pt x="1911553" y="101651"/>
                  <a:pt x="1917954" y="59893"/>
                </a:cubicBezTo>
                <a:close/>
                <a:moveTo>
                  <a:pt x="1414120" y="43434"/>
                </a:moveTo>
                <a:cubicBezTo>
                  <a:pt x="1422654" y="45567"/>
                  <a:pt x="1481938" y="46634"/>
                  <a:pt x="1591970" y="46634"/>
                </a:cubicBezTo>
                <a:cubicBezTo>
                  <a:pt x="1702003" y="46634"/>
                  <a:pt x="1760830" y="45567"/>
                  <a:pt x="1768450" y="43434"/>
                </a:cubicBezTo>
                <a:lnTo>
                  <a:pt x="1768450" y="73152"/>
                </a:lnTo>
                <a:cubicBezTo>
                  <a:pt x="1749857" y="71018"/>
                  <a:pt x="1707490" y="69951"/>
                  <a:pt x="1641348" y="69951"/>
                </a:cubicBezTo>
                <a:lnTo>
                  <a:pt x="1442923" y="69951"/>
                </a:lnTo>
                <a:cubicBezTo>
                  <a:pt x="1443228" y="97079"/>
                  <a:pt x="1443380" y="120853"/>
                  <a:pt x="1443380" y="141275"/>
                </a:cubicBezTo>
                <a:cubicBezTo>
                  <a:pt x="1443380" y="216560"/>
                  <a:pt x="1439952" y="271881"/>
                  <a:pt x="1433094" y="307238"/>
                </a:cubicBezTo>
                <a:cubicBezTo>
                  <a:pt x="1426236" y="342595"/>
                  <a:pt x="1413662" y="378257"/>
                  <a:pt x="1395374" y="414223"/>
                </a:cubicBezTo>
                <a:cubicBezTo>
                  <a:pt x="1381658" y="410565"/>
                  <a:pt x="1371143" y="408127"/>
                  <a:pt x="1363828" y="406908"/>
                </a:cubicBezTo>
                <a:cubicBezTo>
                  <a:pt x="1384249" y="378866"/>
                  <a:pt x="1397965" y="347091"/>
                  <a:pt x="1404976" y="311582"/>
                </a:cubicBezTo>
                <a:cubicBezTo>
                  <a:pt x="1411986" y="276072"/>
                  <a:pt x="1415491" y="221285"/>
                  <a:pt x="1415491" y="147218"/>
                </a:cubicBezTo>
                <a:cubicBezTo>
                  <a:pt x="1415491" y="118262"/>
                  <a:pt x="1415034" y="83667"/>
                  <a:pt x="1414120" y="43434"/>
                </a:cubicBezTo>
                <a:close/>
                <a:moveTo>
                  <a:pt x="349301" y="28803"/>
                </a:moveTo>
                <a:cubicBezTo>
                  <a:pt x="354787" y="40995"/>
                  <a:pt x="362255" y="51816"/>
                  <a:pt x="371704" y="61265"/>
                </a:cubicBezTo>
                <a:cubicBezTo>
                  <a:pt x="374447" y="64008"/>
                  <a:pt x="375819" y="66522"/>
                  <a:pt x="375819" y="68808"/>
                </a:cubicBezTo>
                <a:cubicBezTo>
                  <a:pt x="375819" y="71094"/>
                  <a:pt x="374676" y="72237"/>
                  <a:pt x="372390" y="72237"/>
                </a:cubicBezTo>
                <a:cubicBezTo>
                  <a:pt x="370104" y="72237"/>
                  <a:pt x="368046" y="71933"/>
                  <a:pt x="366217" y="71323"/>
                </a:cubicBezTo>
                <a:cubicBezTo>
                  <a:pt x="360731" y="69799"/>
                  <a:pt x="352120" y="69037"/>
                  <a:pt x="340386" y="69037"/>
                </a:cubicBezTo>
                <a:cubicBezTo>
                  <a:pt x="328651" y="69037"/>
                  <a:pt x="309829" y="70028"/>
                  <a:pt x="283921" y="72009"/>
                </a:cubicBezTo>
                <a:cubicBezTo>
                  <a:pt x="258013" y="73990"/>
                  <a:pt x="224485" y="75895"/>
                  <a:pt x="183337" y="77724"/>
                </a:cubicBezTo>
                <a:cubicBezTo>
                  <a:pt x="142189" y="79553"/>
                  <a:pt x="112929" y="80162"/>
                  <a:pt x="95555" y="79553"/>
                </a:cubicBezTo>
                <a:lnTo>
                  <a:pt x="95555" y="156362"/>
                </a:lnTo>
                <a:lnTo>
                  <a:pt x="255118" y="156362"/>
                </a:lnTo>
                <a:cubicBezTo>
                  <a:pt x="294437" y="156362"/>
                  <a:pt x="327508" y="155448"/>
                  <a:pt x="354330" y="153619"/>
                </a:cubicBezTo>
                <a:cubicBezTo>
                  <a:pt x="330556" y="230429"/>
                  <a:pt x="295504" y="290322"/>
                  <a:pt x="249174" y="333299"/>
                </a:cubicBezTo>
                <a:cubicBezTo>
                  <a:pt x="289713" y="361645"/>
                  <a:pt x="339395" y="379171"/>
                  <a:pt x="398221" y="385877"/>
                </a:cubicBezTo>
                <a:cubicBezTo>
                  <a:pt x="389077" y="393801"/>
                  <a:pt x="381610" y="405536"/>
                  <a:pt x="375819" y="421081"/>
                </a:cubicBezTo>
                <a:cubicBezTo>
                  <a:pt x="313944" y="404622"/>
                  <a:pt x="264262" y="381762"/>
                  <a:pt x="226771" y="352501"/>
                </a:cubicBezTo>
                <a:cubicBezTo>
                  <a:pt x="190500" y="380847"/>
                  <a:pt x="146762" y="404927"/>
                  <a:pt x="95555" y="424739"/>
                </a:cubicBezTo>
                <a:cubicBezTo>
                  <a:pt x="90983" y="411327"/>
                  <a:pt x="82296" y="401574"/>
                  <a:pt x="69495" y="395478"/>
                </a:cubicBezTo>
                <a:cubicBezTo>
                  <a:pt x="126187" y="380238"/>
                  <a:pt x="171755" y="359969"/>
                  <a:pt x="206197" y="334670"/>
                </a:cubicBezTo>
                <a:cubicBezTo>
                  <a:pt x="172669" y="297180"/>
                  <a:pt x="145237" y="245821"/>
                  <a:pt x="123901" y="180594"/>
                </a:cubicBezTo>
                <a:lnTo>
                  <a:pt x="95555" y="180594"/>
                </a:lnTo>
                <a:cubicBezTo>
                  <a:pt x="95250" y="230581"/>
                  <a:pt x="90221" y="273786"/>
                  <a:pt x="80467" y="310210"/>
                </a:cubicBezTo>
                <a:cubicBezTo>
                  <a:pt x="70714" y="346634"/>
                  <a:pt x="55017" y="381609"/>
                  <a:pt x="33376" y="415137"/>
                </a:cubicBezTo>
                <a:cubicBezTo>
                  <a:pt x="24232" y="406908"/>
                  <a:pt x="13107" y="401269"/>
                  <a:pt x="0" y="398221"/>
                </a:cubicBezTo>
                <a:cubicBezTo>
                  <a:pt x="44806" y="351282"/>
                  <a:pt x="67209" y="277520"/>
                  <a:pt x="67209" y="176936"/>
                </a:cubicBezTo>
                <a:cubicBezTo>
                  <a:pt x="67209" y="132435"/>
                  <a:pt x="66142" y="90373"/>
                  <a:pt x="64008" y="50749"/>
                </a:cubicBezTo>
                <a:cubicBezTo>
                  <a:pt x="90831" y="51359"/>
                  <a:pt x="115672" y="51663"/>
                  <a:pt x="138532" y="51663"/>
                </a:cubicBezTo>
                <a:cubicBezTo>
                  <a:pt x="244907" y="51663"/>
                  <a:pt x="315163" y="44043"/>
                  <a:pt x="349301" y="28803"/>
                </a:cubicBezTo>
                <a:close/>
                <a:moveTo>
                  <a:pt x="2356409" y="25146"/>
                </a:moveTo>
                <a:cubicBezTo>
                  <a:pt x="2363420" y="26670"/>
                  <a:pt x="2374240" y="27432"/>
                  <a:pt x="2388870" y="27432"/>
                </a:cubicBezTo>
                <a:cubicBezTo>
                  <a:pt x="2394052" y="27432"/>
                  <a:pt x="2396642" y="28499"/>
                  <a:pt x="2396642" y="30632"/>
                </a:cubicBezTo>
                <a:cubicBezTo>
                  <a:pt x="2396642" y="32766"/>
                  <a:pt x="2394661" y="34671"/>
                  <a:pt x="2390699" y="36347"/>
                </a:cubicBezTo>
                <a:cubicBezTo>
                  <a:pt x="2386736" y="38024"/>
                  <a:pt x="2384755" y="42824"/>
                  <a:pt x="2384755" y="50749"/>
                </a:cubicBezTo>
                <a:lnTo>
                  <a:pt x="2384755" y="329184"/>
                </a:lnTo>
                <a:lnTo>
                  <a:pt x="2414930" y="325983"/>
                </a:lnTo>
                <a:lnTo>
                  <a:pt x="2414930" y="162306"/>
                </a:lnTo>
                <a:cubicBezTo>
                  <a:pt x="2414930" y="136703"/>
                  <a:pt x="2413864" y="120548"/>
                  <a:pt x="2411730" y="113843"/>
                </a:cubicBezTo>
                <a:cubicBezTo>
                  <a:pt x="2419960" y="115062"/>
                  <a:pt x="2426970" y="115671"/>
                  <a:pt x="2432762" y="115671"/>
                </a:cubicBezTo>
                <a:lnTo>
                  <a:pt x="2441905" y="115214"/>
                </a:lnTo>
                <a:cubicBezTo>
                  <a:pt x="2445258" y="115214"/>
                  <a:pt x="2446934" y="116281"/>
                  <a:pt x="2446934" y="118415"/>
                </a:cubicBezTo>
                <a:cubicBezTo>
                  <a:pt x="2446934" y="120548"/>
                  <a:pt x="2445639" y="122682"/>
                  <a:pt x="2443048" y="124815"/>
                </a:cubicBezTo>
                <a:cubicBezTo>
                  <a:pt x="2440458" y="126949"/>
                  <a:pt x="2439162" y="131673"/>
                  <a:pt x="2439162" y="138989"/>
                </a:cubicBezTo>
                <a:lnTo>
                  <a:pt x="2439162" y="331470"/>
                </a:lnTo>
                <a:cubicBezTo>
                  <a:pt x="2439162" y="353111"/>
                  <a:pt x="2439924" y="371246"/>
                  <a:pt x="2441448" y="385877"/>
                </a:cubicBezTo>
                <a:lnTo>
                  <a:pt x="2414930" y="385877"/>
                </a:lnTo>
                <a:lnTo>
                  <a:pt x="2414930" y="347472"/>
                </a:lnTo>
                <a:lnTo>
                  <a:pt x="2351380" y="353873"/>
                </a:lnTo>
                <a:cubicBezTo>
                  <a:pt x="2330958" y="356006"/>
                  <a:pt x="2313737" y="358902"/>
                  <a:pt x="2299716" y="362559"/>
                </a:cubicBezTo>
                <a:cubicBezTo>
                  <a:pt x="2301545" y="346405"/>
                  <a:pt x="2302459" y="330555"/>
                  <a:pt x="2302459" y="315011"/>
                </a:cubicBezTo>
                <a:lnTo>
                  <a:pt x="2302459" y="163220"/>
                </a:lnTo>
                <a:cubicBezTo>
                  <a:pt x="2302459" y="136093"/>
                  <a:pt x="2301545" y="118262"/>
                  <a:pt x="2299716" y="109728"/>
                </a:cubicBezTo>
                <a:cubicBezTo>
                  <a:pt x="2304288" y="110947"/>
                  <a:pt x="2314499" y="111557"/>
                  <a:pt x="2330348" y="111557"/>
                </a:cubicBezTo>
                <a:cubicBezTo>
                  <a:pt x="2334311" y="111557"/>
                  <a:pt x="2336292" y="112547"/>
                  <a:pt x="2336292" y="114528"/>
                </a:cubicBezTo>
                <a:cubicBezTo>
                  <a:pt x="2336292" y="116510"/>
                  <a:pt x="2334844" y="118567"/>
                  <a:pt x="2331949" y="120701"/>
                </a:cubicBezTo>
                <a:cubicBezTo>
                  <a:pt x="2329053" y="122834"/>
                  <a:pt x="2327605" y="127559"/>
                  <a:pt x="2327605" y="134874"/>
                </a:cubicBezTo>
                <a:lnTo>
                  <a:pt x="2327605" y="335127"/>
                </a:lnTo>
                <a:lnTo>
                  <a:pt x="2359609" y="331927"/>
                </a:lnTo>
                <a:lnTo>
                  <a:pt x="2359609" y="84125"/>
                </a:lnTo>
                <a:cubicBezTo>
                  <a:pt x="2359609" y="58521"/>
                  <a:pt x="2358542" y="38862"/>
                  <a:pt x="2356409" y="25146"/>
                </a:cubicBezTo>
                <a:close/>
                <a:moveTo>
                  <a:pt x="2017624" y="10973"/>
                </a:moveTo>
                <a:cubicBezTo>
                  <a:pt x="2024939" y="11887"/>
                  <a:pt x="2031644" y="12344"/>
                  <a:pt x="2037740" y="12344"/>
                </a:cubicBezTo>
                <a:lnTo>
                  <a:pt x="2056486" y="11430"/>
                </a:lnTo>
                <a:cubicBezTo>
                  <a:pt x="2060448" y="11430"/>
                  <a:pt x="2062429" y="12878"/>
                  <a:pt x="2062429" y="15773"/>
                </a:cubicBezTo>
                <a:cubicBezTo>
                  <a:pt x="2062429" y="18669"/>
                  <a:pt x="2060829" y="21107"/>
                  <a:pt x="2057628" y="23088"/>
                </a:cubicBezTo>
                <a:cubicBezTo>
                  <a:pt x="2054428" y="25070"/>
                  <a:pt x="2052218" y="27965"/>
                  <a:pt x="2050999" y="31775"/>
                </a:cubicBezTo>
                <a:cubicBezTo>
                  <a:pt x="2049780" y="35585"/>
                  <a:pt x="2049170" y="42824"/>
                  <a:pt x="2049170" y="53492"/>
                </a:cubicBezTo>
                <a:lnTo>
                  <a:pt x="2049170" y="138989"/>
                </a:lnTo>
                <a:cubicBezTo>
                  <a:pt x="2049170" y="149657"/>
                  <a:pt x="2050237" y="166573"/>
                  <a:pt x="2052371" y="189738"/>
                </a:cubicBezTo>
                <a:lnTo>
                  <a:pt x="2018081" y="189738"/>
                </a:lnTo>
                <a:cubicBezTo>
                  <a:pt x="2020214" y="170840"/>
                  <a:pt x="2021281" y="153924"/>
                  <a:pt x="2021281" y="138989"/>
                </a:cubicBezTo>
                <a:lnTo>
                  <a:pt x="2021281" y="72695"/>
                </a:lnTo>
                <a:cubicBezTo>
                  <a:pt x="2021281" y="44348"/>
                  <a:pt x="2020062" y="23774"/>
                  <a:pt x="2017624" y="10973"/>
                </a:cubicBezTo>
                <a:close/>
                <a:moveTo>
                  <a:pt x="2526487" y="10058"/>
                </a:moveTo>
                <a:cubicBezTo>
                  <a:pt x="2538374" y="17373"/>
                  <a:pt x="2548128" y="21183"/>
                  <a:pt x="2555748" y="21488"/>
                </a:cubicBezTo>
                <a:cubicBezTo>
                  <a:pt x="2559406" y="21793"/>
                  <a:pt x="2561234" y="22936"/>
                  <a:pt x="2561234" y="24917"/>
                </a:cubicBezTo>
                <a:cubicBezTo>
                  <a:pt x="2561234" y="26898"/>
                  <a:pt x="2559558" y="28651"/>
                  <a:pt x="2556205" y="30175"/>
                </a:cubicBezTo>
                <a:cubicBezTo>
                  <a:pt x="2551024" y="32004"/>
                  <a:pt x="2543099" y="41453"/>
                  <a:pt x="2532431" y="58521"/>
                </a:cubicBezTo>
                <a:lnTo>
                  <a:pt x="2591410" y="58521"/>
                </a:lnTo>
                <a:cubicBezTo>
                  <a:pt x="2630119" y="58521"/>
                  <a:pt x="2655570" y="56997"/>
                  <a:pt x="2667762" y="53949"/>
                </a:cubicBezTo>
                <a:cubicBezTo>
                  <a:pt x="2642159" y="101498"/>
                  <a:pt x="2618384" y="133959"/>
                  <a:pt x="2596439" y="151333"/>
                </a:cubicBezTo>
                <a:cubicBezTo>
                  <a:pt x="2629052" y="167792"/>
                  <a:pt x="2663343" y="177698"/>
                  <a:pt x="2699309" y="181051"/>
                </a:cubicBezTo>
                <a:cubicBezTo>
                  <a:pt x="2691994" y="190195"/>
                  <a:pt x="2686507" y="200558"/>
                  <a:pt x="2682850" y="212141"/>
                </a:cubicBezTo>
                <a:cubicBezTo>
                  <a:pt x="2638349" y="198120"/>
                  <a:pt x="2602992" y="182880"/>
                  <a:pt x="2576779" y="166421"/>
                </a:cubicBezTo>
                <a:cubicBezTo>
                  <a:pt x="2552700" y="181965"/>
                  <a:pt x="2514752" y="197205"/>
                  <a:pt x="2462936" y="212141"/>
                </a:cubicBezTo>
                <a:cubicBezTo>
                  <a:pt x="2459584" y="203301"/>
                  <a:pt x="2452726" y="195681"/>
                  <a:pt x="2442362" y="189281"/>
                </a:cubicBezTo>
                <a:cubicBezTo>
                  <a:pt x="2494178" y="178917"/>
                  <a:pt x="2532126" y="166725"/>
                  <a:pt x="2556205" y="152705"/>
                </a:cubicBezTo>
                <a:cubicBezTo>
                  <a:pt x="2543099" y="142646"/>
                  <a:pt x="2526182" y="127711"/>
                  <a:pt x="2505456" y="107899"/>
                </a:cubicBezTo>
                <a:lnTo>
                  <a:pt x="2525573" y="92354"/>
                </a:lnTo>
                <a:cubicBezTo>
                  <a:pt x="2538374" y="110337"/>
                  <a:pt x="2555138" y="125882"/>
                  <a:pt x="2575865" y="138989"/>
                </a:cubicBezTo>
                <a:cubicBezTo>
                  <a:pt x="2595067" y="124663"/>
                  <a:pt x="2610612" y="105156"/>
                  <a:pt x="2622499" y="80467"/>
                </a:cubicBezTo>
                <a:lnTo>
                  <a:pt x="2518715" y="80467"/>
                </a:lnTo>
                <a:cubicBezTo>
                  <a:pt x="2506523" y="99060"/>
                  <a:pt x="2492350" y="116891"/>
                  <a:pt x="2476195" y="133959"/>
                </a:cubicBezTo>
                <a:cubicBezTo>
                  <a:pt x="2470404" y="128168"/>
                  <a:pt x="2461870" y="123139"/>
                  <a:pt x="2450592" y="118872"/>
                </a:cubicBezTo>
                <a:cubicBezTo>
                  <a:pt x="2486254" y="91440"/>
                  <a:pt x="2511552" y="55169"/>
                  <a:pt x="2526487" y="10058"/>
                </a:cubicBezTo>
                <a:close/>
                <a:moveTo>
                  <a:pt x="1092251" y="8687"/>
                </a:moveTo>
                <a:cubicBezTo>
                  <a:pt x="1105967" y="10515"/>
                  <a:pt x="1119378" y="11430"/>
                  <a:pt x="1132485" y="11430"/>
                </a:cubicBezTo>
                <a:cubicBezTo>
                  <a:pt x="1137971" y="11430"/>
                  <a:pt x="1140714" y="12725"/>
                  <a:pt x="1140714" y="15316"/>
                </a:cubicBezTo>
                <a:cubicBezTo>
                  <a:pt x="1140714" y="17907"/>
                  <a:pt x="1139190" y="19812"/>
                  <a:pt x="1136142" y="21031"/>
                </a:cubicBezTo>
                <a:cubicBezTo>
                  <a:pt x="1133094" y="22250"/>
                  <a:pt x="1130656" y="24536"/>
                  <a:pt x="1128827" y="27889"/>
                </a:cubicBezTo>
                <a:cubicBezTo>
                  <a:pt x="1126998" y="31242"/>
                  <a:pt x="1126084" y="34290"/>
                  <a:pt x="1126084" y="37033"/>
                </a:cubicBezTo>
                <a:lnTo>
                  <a:pt x="1126084" y="83210"/>
                </a:lnTo>
                <a:cubicBezTo>
                  <a:pt x="1191921" y="82905"/>
                  <a:pt x="1239622" y="81077"/>
                  <a:pt x="1269187" y="77724"/>
                </a:cubicBezTo>
                <a:cubicBezTo>
                  <a:pt x="1267054" y="90221"/>
                  <a:pt x="1265987" y="107442"/>
                  <a:pt x="1265987" y="129387"/>
                </a:cubicBezTo>
                <a:lnTo>
                  <a:pt x="1265987" y="264261"/>
                </a:lnTo>
                <a:cubicBezTo>
                  <a:pt x="1265987" y="285902"/>
                  <a:pt x="1267511" y="307695"/>
                  <a:pt x="1270559" y="329641"/>
                </a:cubicBezTo>
                <a:lnTo>
                  <a:pt x="1237183" y="329641"/>
                </a:lnTo>
                <a:lnTo>
                  <a:pt x="1237183" y="296723"/>
                </a:lnTo>
                <a:lnTo>
                  <a:pt x="1126084" y="296723"/>
                </a:lnTo>
                <a:lnTo>
                  <a:pt x="1126084" y="360731"/>
                </a:lnTo>
                <a:cubicBezTo>
                  <a:pt x="1126084" y="370789"/>
                  <a:pt x="1127074" y="378104"/>
                  <a:pt x="1129056" y="382676"/>
                </a:cubicBezTo>
                <a:cubicBezTo>
                  <a:pt x="1131037" y="387248"/>
                  <a:pt x="1135380" y="390525"/>
                  <a:pt x="1142086" y="392506"/>
                </a:cubicBezTo>
                <a:cubicBezTo>
                  <a:pt x="1148791" y="394487"/>
                  <a:pt x="1159612" y="395478"/>
                  <a:pt x="1174547" y="395478"/>
                </a:cubicBezTo>
                <a:lnTo>
                  <a:pt x="1246785" y="395021"/>
                </a:lnTo>
                <a:cubicBezTo>
                  <a:pt x="1265073" y="395021"/>
                  <a:pt x="1277341" y="389534"/>
                  <a:pt x="1283589" y="378561"/>
                </a:cubicBezTo>
                <a:cubicBezTo>
                  <a:pt x="1289838" y="367589"/>
                  <a:pt x="1294333" y="350977"/>
                  <a:pt x="1297076" y="328727"/>
                </a:cubicBezTo>
                <a:cubicBezTo>
                  <a:pt x="1304087" y="336956"/>
                  <a:pt x="1314450" y="343205"/>
                  <a:pt x="1328166" y="347472"/>
                </a:cubicBezTo>
                <a:cubicBezTo>
                  <a:pt x="1320851" y="375818"/>
                  <a:pt x="1311783" y="395325"/>
                  <a:pt x="1300963" y="405993"/>
                </a:cubicBezTo>
                <a:cubicBezTo>
                  <a:pt x="1290142" y="416661"/>
                  <a:pt x="1272235" y="421995"/>
                  <a:pt x="1247242" y="421995"/>
                </a:cubicBezTo>
                <a:lnTo>
                  <a:pt x="1175004" y="421538"/>
                </a:lnTo>
                <a:cubicBezTo>
                  <a:pt x="1150925" y="421538"/>
                  <a:pt x="1133551" y="419862"/>
                  <a:pt x="1122883" y="416509"/>
                </a:cubicBezTo>
                <a:cubicBezTo>
                  <a:pt x="1112216" y="413156"/>
                  <a:pt x="1105281" y="407289"/>
                  <a:pt x="1102081" y="398907"/>
                </a:cubicBezTo>
                <a:cubicBezTo>
                  <a:pt x="1098880" y="390525"/>
                  <a:pt x="1097280" y="376885"/>
                  <a:pt x="1097280" y="357987"/>
                </a:cubicBezTo>
                <a:lnTo>
                  <a:pt x="1097280" y="296723"/>
                </a:lnTo>
                <a:lnTo>
                  <a:pt x="983437" y="296723"/>
                </a:lnTo>
                <a:lnTo>
                  <a:pt x="983437" y="338785"/>
                </a:lnTo>
                <a:lnTo>
                  <a:pt x="951433" y="338785"/>
                </a:lnTo>
                <a:cubicBezTo>
                  <a:pt x="954786" y="316839"/>
                  <a:pt x="956463" y="293522"/>
                  <a:pt x="956463" y="268833"/>
                </a:cubicBezTo>
                <a:lnTo>
                  <a:pt x="956463" y="129387"/>
                </a:lnTo>
                <a:cubicBezTo>
                  <a:pt x="956463" y="109271"/>
                  <a:pt x="955396" y="92049"/>
                  <a:pt x="953262" y="77724"/>
                </a:cubicBezTo>
                <a:cubicBezTo>
                  <a:pt x="984352" y="81077"/>
                  <a:pt x="1032358" y="82905"/>
                  <a:pt x="1097280" y="83210"/>
                </a:cubicBezTo>
                <a:cubicBezTo>
                  <a:pt x="1097280" y="49377"/>
                  <a:pt x="1095604" y="24536"/>
                  <a:pt x="1092251" y="8687"/>
                </a:cubicBezTo>
                <a:close/>
                <a:moveTo>
                  <a:pt x="649681" y="0"/>
                </a:moveTo>
                <a:cubicBezTo>
                  <a:pt x="664007" y="5486"/>
                  <a:pt x="675894" y="8991"/>
                  <a:pt x="685343" y="10515"/>
                </a:cubicBezTo>
                <a:cubicBezTo>
                  <a:pt x="690829" y="11735"/>
                  <a:pt x="693573" y="13487"/>
                  <a:pt x="693573" y="15773"/>
                </a:cubicBezTo>
                <a:cubicBezTo>
                  <a:pt x="693573" y="18059"/>
                  <a:pt x="690372" y="20345"/>
                  <a:pt x="683971" y="22631"/>
                </a:cubicBezTo>
                <a:cubicBezTo>
                  <a:pt x="677571" y="24917"/>
                  <a:pt x="663550" y="42062"/>
                  <a:pt x="641909" y="74066"/>
                </a:cubicBezTo>
                <a:lnTo>
                  <a:pt x="700888" y="74066"/>
                </a:lnTo>
                <a:cubicBezTo>
                  <a:pt x="774345" y="74066"/>
                  <a:pt x="819455" y="71933"/>
                  <a:pt x="836219" y="67665"/>
                </a:cubicBezTo>
                <a:cubicBezTo>
                  <a:pt x="834085" y="79248"/>
                  <a:pt x="833019" y="107899"/>
                  <a:pt x="833019" y="153619"/>
                </a:cubicBezTo>
                <a:lnTo>
                  <a:pt x="833019" y="373075"/>
                </a:lnTo>
                <a:cubicBezTo>
                  <a:pt x="833019" y="383438"/>
                  <a:pt x="831038" y="391287"/>
                  <a:pt x="827075" y="396621"/>
                </a:cubicBezTo>
                <a:cubicBezTo>
                  <a:pt x="823113" y="401955"/>
                  <a:pt x="814273" y="406070"/>
                  <a:pt x="800557" y="408965"/>
                </a:cubicBezTo>
                <a:cubicBezTo>
                  <a:pt x="786841" y="411861"/>
                  <a:pt x="765353" y="413461"/>
                  <a:pt x="736092" y="413766"/>
                </a:cubicBezTo>
                <a:cubicBezTo>
                  <a:pt x="737007" y="400050"/>
                  <a:pt x="732130" y="387858"/>
                  <a:pt x="721462" y="377190"/>
                </a:cubicBezTo>
                <a:cubicBezTo>
                  <a:pt x="744322" y="380543"/>
                  <a:pt x="761848" y="382219"/>
                  <a:pt x="774040" y="382219"/>
                </a:cubicBezTo>
                <a:cubicBezTo>
                  <a:pt x="786232" y="382219"/>
                  <a:pt x="794157" y="380390"/>
                  <a:pt x="797814" y="376733"/>
                </a:cubicBezTo>
                <a:cubicBezTo>
                  <a:pt x="801472" y="373075"/>
                  <a:pt x="803301" y="366827"/>
                  <a:pt x="803301" y="357987"/>
                </a:cubicBezTo>
                <a:lnTo>
                  <a:pt x="803301" y="96469"/>
                </a:lnTo>
                <a:lnTo>
                  <a:pt x="524409" y="96469"/>
                </a:lnTo>
                <a:lnTo>
                  <a:pt x="524409" y="414680"/>
                </a:lnTo>
                <a:lnTo>
                  <a:pt x="490119" y="414680"/>
                </a:lnTo>
                <a:cubicBezTo>
                  <a:pt x="493471" y="382981"/>
                  <a:pt x="495148" y="346405"/>
                  <a:pt x="495148" y="304952"/>
                </a:cubicBezTo>
                <a:lnTo>
                  <a:pt x="495148" y="153619"/>
                </a:lnTo>
                <a:cubicBezTo>
                  <a:pt x="495148" y="118567"/>
                  <a:pt x="493929" y="89916"/>
                  <a:pt x="491490" y="67665"/>
                </a:cubicBezTo>
                <a:cubicBezTo>
                  <a:pt x="503073" y="71933"/>
                  <a:pt x="525475" y="74066"/>
                  <a:pt x="558699" y="74066"/>
                </a:cubicBezTo>
                <a:lnTo>
                  <a:pt x="614477" y="74066"/>
                </a:lnTo>
                <a:cubicBezTo>
                  <a:pt x="632460" y="46634"/>
                  <a:pt x="644195" y="21945"/>
                  <a:pt x="64968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089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ythrough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>
            <a:extLst>
              <a:ext uri="{FF2B5EF4-FFF2-40B4-BE49-F238E27FC236}">
                <a16:creationId xmlns:a16="http://schemas.microsoft.com/office/drawing/2014/main" id="{D25B7BC1-6983-41BA-BB36-9DBAD60A722C}"/>
              </a:ext>
            </a:extLst>
          </p:cNvPr>
          <p:cNvGrpSpPr/>
          <p:nvPr/>
        </p:nvGrpSpPr>
        <p:grpSpPr>
          <a:xfrm>
            <a:off x="3089338" y="1699150"/>
            <a:ext cx="5394545" cy="2743278"/>
            <a:chOff x="730186" y="1699150"/>
            <a:chExt cx="5394545" cy="274327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CB67F25-F5EE-41F7-B1FA-AA553C940352}"/>
                </a:ext>
              </a:extLst>
            </p:cNvPr>
            <p:cNvSpPr/>
            <p:nvPr/>
          </p:nvSpPr>
          <p:spPr>
            <a:xfrm>
              <a:off x="2880240" y="1991230"/>
              <a:ext cx="1481822" cy="8516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F7B7952-D6E6-4B7C-B971-9E36B0CBD856}"/>
                </a:ext>
              </a:extLst>
            </p:cNvPr>
            <p:cNvSpPr/>
            <p:nvPr/>
          </p:nvSpPr>
          <p:spPr>
            <a:xfrm>
              <a:off x="4362062" y="1991230"/>
              <a:ext cx="1481822" cy="85162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0347502-D952-427C-AFE7-B93EDFC5DC3B}"/>
                </a:ext>
              </a:extLst>
            </p:cNvPr>
            <p:cNvGrpSpPr/>
            <p:nvPr/>
          </p:nvGrpSpPr>
          <p:grpSpPr>
            <a:xfrm>
              <a:off x="1085070" y="2888827"/>
              <a:ext cx="431784" cy="1264708"/>
              <a:chOff x="2443264" y="3753637"/>
              <a:chExt cx="230183" cy="1002727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07C6CC91-387A-4B03-8B4A-A3592193B21A}"/>
                  </a:ext>
                </a:extLst>
              </p:cNvPr>
              <p:cNvGrpSpPr/>
              <p:nvPr/>
            </p:nvGrpSpPr>
            <p:grpSpPr>
              <a:xfrm rot="5400000">
                <a:off x="2288485" y="3946203"/>
                <a:ext cx="498875" cy="113743"/>
                <a:chOff x="3691527" y="2073335"/>
                <a:chExt cx="498875" cy="113743"/>
              </a:xfrm>
            </p:grpSpPr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3AC9681E-C2DA-4B11-AF5F-D1EB5F5209BB}"/>
                    </a:ext>
                  </a:extLst>
                </p:cNvPr>
                <p:cNvCxnSpPr/>
                <p:nvPr/>
              </p:nvCxnSpPr>
              <p:spPr>
                <a:xfrm>
                  <a:off x="3691527" y="2132867"/>
                  <a:ext cx="110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312886FD-9518-4983-B381-1AA1E2C3C63A}"/>
                    </a:ext>
                  </a:extLst>
                </p:cNvPr>
                <p:cNvCxnSpPr/>
                <p:nvPr/>
              </p:nvCxnSpPr>
              <p:spPr>
                <a:xfrm>
                  <a:off x="4079674" y="2132868"/>
                  <a:ext cx="110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E325409D-079C-4E73-9220-578C52927C73}"/>
                    </a:ext>
                  </a:extLst>
                </p:cNvPr>
                <p:cNvSpPr/>
                <p:nvPr/>
              </p:nvSpPr>
              <p:spPr>
                <a:xfrm>
                  <a:off x="3802255" y="2073335"/>
                  <a:ext cx="277419" cy="11374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330EA33-0A0C-4A8A-8D73-1B6EBBB58942}"/>
                  </a:ext>
                </a:extLst>
              </p:cNvPr>
              <p:cNvGrpSpPr/>
              <p:nvPr/>
            </p:nvGrpSpPr>
            <p:grpSpPr>
              <a:xfrm rot="5400000">
                <a:off x="2303391" y="4386308"/>
                <a:ext cx="509929" cy="230183"/>
                <a:chOff x="2915443" y="4344145"/>
                <a:chExt cx="509929" cy="230183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319B12D5-32DF-4056-B405-06DC70704156}"/>
                    </a:ext>
                  </a:extLst>
                </p:cNvPr>
                <p:cNvGrpSpPr/>
                <p:nvPr/>
              </p:nvGrpSpPr>
              <p:grpSpPr>
                <a:xfrm>
                  <a:off x="2915443" y="4385862"/>
                  <a:ext cx="509929" cy="188466"/>
                  <a:chOff x="2915443" y="4261175"/>
                  <a:chExt cx="509929" cy="313153"/>
                </a:xfrm>
              </p:grpSpPr>
              <p:cxnSp>
                <p:nvCxnSpPr>
                  <p:cNvPr id="11" name="直接连接符 10">
                    <a:extLst>
                      <a:ext uri="{FF2B5EF4-FFF2-40B4-BE49-F238E27FC236}">
                        <a16:creationId xmlns:a16="http://schemas.microsoft.com/office/drawing/2014/main" id="{8E5FE2EA-0633-4E39-A11A-8D84FA38BA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43468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直接连接符 11">
                    <a:extLst>
                      <a:ext uri="{FF2B5EF4-FFF2-40B4-BE49-F238E27FC236}">
                        <a16:creationId xmlns:a16="http://schemas.microsoft.com/office/drawing/2014/main" id="{260BCD87-F55A-4559-B04B-3ED600D563DD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083149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接连接符 12">
                    <a:extLst>
                      <a:ext uri="{FF2B5EF4-FFF2-40B4-BE49-F238E27FC236}">
                        <a16:creationId xmlns:a16="http://schemas.microsoft.com/office/drawing/2014/main" id="{EC428001-C4BC-4340-9863-0ECF491EF4D7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2915443" y="4422858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>
                    <a:extLst>
                      <a:ext uri="{FF2B5EF4-FFF2-40B4-BE49-F238E27FC236}">
                        <a16:creationId xmlns:a16="http://schemas.microsoft.com/office/drawing/2014/main" id="{9151396C-8284-4D43-B696-3B5EAE7456B0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3257666" y="4419497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接连接符 14">
                    <a:extLst>
                      <a:ext uri="{FF2B5EF4-FFF2-40B4-BE49-F238E27FC236}">
                        <a16:creationId xmlns:a16="http://schemas.microsoft.com/office/drawing/2014/main" id="{7D46EBA8-3A83-446D-895E-5E33A3995E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6644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连接符 15">
                    <a:extLst>
                      <a:ext uri="{FF2B5EF4-FFF2-40B4-BE49-F238E27FC236}">
                        <a16:creationId xmlns:a16="http://schemas.microsoft.com/office/drawing/2014/main" id="{44E8185B-C35F-4544-97A3-79C06B635EE6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196325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9D4DFE9-35BA-4F57-8DFD-6347384FF6CB}"/>
                    </a:ext>
                  </a:extLst>
                </p:cNvPr>
                <p:cNvSpPr txBox="1"/>
                <p:nvPr/>
              </p:nvSpPr>
              <p:spPr>
                <a:xfrm>
                  <a:off x="2957817" y="4344145"/>
                  <a:ext cx="75285" cy="74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5" h="74676">
                      <a:moveTo>
                        <a:pt x="32613" y="0"/>
                      </a:moveTo>
                      <a:lnTo>
                        <a:pt x="42672" y="0"/>
                      </a:lnTo>
                      <a:lnTo>
                        <a:pt x="42672" y="32156"/>
                      </a:lnTo>
                      <a:lnTo>
                        <a:pt x="75285" y="32156"/>
                      </a:lnTo>
                      <a:lnTo>
                        <a:pt x="75285" y="42367"/>
                      </a:lnTo>
                      <a:lnTo>
                        <a:pt x="42672" y="42367"/>
                      </a:lnTo>
                      <a:lnTo>
                        <a:pt x="42672" y="74676"/>
                      </a:lnTo>
                      <a:lnTo>
                        <a:pt x="32613" y="74676"/>
                      </a:lnTo>
                      <a:lnTo>
                        <a:pt x="32613" y="42367"/>
                      </a:lnTo>
                      <a:lnTo>
                        <a:pt x="0" y="42367"/>
                      </a:lnTo>
                      <a:lnTo>
                        <a:pt x="0" y="32156"/>
                      </a:lnTo>
                      <a:lnTo>
                        <a:pt x="32613" y="3215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F6E3843-7611-4CDD-A2C1-11C0BA45E587}"/>
                    </a:ext>
                  </a:extLst>
                </p:cNvPr>
                <p:cNvSpPr txBox="1"/>
                <p:nvPr/>
              </p:nvSpPr>
              <p:spPr>
                <a:xfrm>
                  <a:off x="3308812" y="4366118"/>
                  <a:ext cx="6126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5" h="13716">
                      <a:moveTo>
                        <a:pt x="0" y="0"/>
                      </a:moveTo>
                      <a:lnTo>
                        <a:pt x="61265" y="0"/>
                      </a:lnTo>
                      <a:lnTo>
                        <a:pt x="61265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65C863AC-7E9F-4136-BB07-F0915BBABAA9}"/>
                </a:ext>
              </a:extLst>
            </p:cNvPr>
            <p:cNvGrpSpPr/>
            <p:nvPr/>
          </p:nvGrpSpPr>
          <p:grpSpPr>
            <a:xfrm>
              <a:off x="2354933" y="2887677"/>
              <a:ext cx="431784" cy="1265858"/>
              <a:chOff x="3098796" y="3732000"/>
              <a:chExt cx="230183" cy="1003639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11DA9B40-FD7B-4076-915A-0755941EC636}"/>
                  </a:ext>
                </a:extLst>
              </p:cNvPr>
              <p:cNvGrpSpPr/>
              <p:nvPr/>
            </p:nvGrpSpPr>
            <p:grpSpPr>
              <a:xfrm rot="5400000">
                <a:off x="2943297" y="3924566"/>
                <a:ext cx="498875" cy="113743"/>
                <a:chOff x="3691527" y="2073335"/>
                <a:chExt cx="498875" cy="113743"/>
              </a:xfrm>
            </p:grpSpPr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2EFBB8B2-F756-4172-9333-A052D687EF41}"/>
                    </a:ext>
                  </a:extLst>
                </p:cNvPr>
                <p:cNvCxnSpPr/>
                <p:nvPr/>
              </p:nvCxnSpPr>
              <p:spPr>
                <a:xfrm>
                  <a:off x="3691527" y="2132867"/>
                  <a:ext cx="110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158409BA-5999-4F16-8A9F-3E20A358E64F}"/>
                    </a:ext>
                  </a:extLst>
                </p:cNvPr>
                <p:cNvCxnSpPr/>
                <p:nvPr/>
              </p:nvCxnSpPr>
              <p:spPr>
                <a:xfrm>
                  <a:off x="4079674" y="2132868"/>
                  <a:ext cx="1107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6F6F1F34-7C4E-4A04-9F71-06E0D447B273}"/>
                    </a:ext>
                  </a:extLst>
                </p:cNvPr>
                <p:cNvSpPr/>
                <p:nvPr/>
              </p:nvSpPr>
              <p:spPr>
                <a:xfrm>
                  <a:off x="3802255" y="2073335"/>
                  <a:ext cx="277419" cy="11374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F64AF82F-4213-4D0E-B01C-4D981D7AE05B}"/>
                  </a:ext>
                </a:extLst>
              </p:cNvPr>
              <p:cNvGrpSpPr/>
              <p:nvPr/>
            </p:nvGrpSpPr>
            <p:grpSpPr>
              <a:xfrm rot="16200000" flipV="1">
                <a:off x="2958923" y="4365583"/>
                <a:ext cx="509929" cy="230183"/>
                <a:chOff x="2915443" y="4344145"/>
                <a:chExt cx="509929" cy="230183"/>
              </a:xfrm>
            </p:grpSpPr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330D84F6-BA03-4637-8099-3E8FDBAF1FF7}"/>
                    </a:ext>
                  </a:extLst>
                </p:cNvPr>
                <p:cNvGrpSpPr/>
                <p:nvPr/>
              </p:nvGrpSpPr>
              <p:grpSpPr>
                <a:xfrm>
                  <a:off x="2915443" y="4385862"/>
                  <a:ext cx="509929" cy="188466"/>
                  <a:chOff x="2915443" y="4261175"/>
                  <a:chExt cx="509929" cy="313153"/>
                </a:xfrm>
              </p:grpSpPr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6FBE008B-B975-4BCB-AE08-B5A9C56DA7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43468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>
                    <a:extLst>
                      <a:ext uri="{FF2B5EF4-FFF2-40B4-BE49-F238E27FC236}">
                        <a16:creationId xmlns:a16="http://schemas.microsoft.com/office/drawing/2014/main" id="{BB3EDD50-1665-498D-B5B6-B3102D0729E6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083149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3D613E91-509B-43B3-A316-672336161623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2915443" y="4422858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EA74EB01-FE9F-40A1-B9BC-FBA94E47E430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3257666" y="4419497"/>
                    <a:ext cx="167706" cy="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7B6300E9-04DF-488C-830C-7C53011967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6644" y="4354610"/>
                    <a:ext cx="0" cy="12977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21F3FAB9-39A8-428D-B53C-3EC52B29181C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196325" y="4261175"/>
                    <a:ext cx="0" cy="31315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F4B23FE-4E85-4CDA-8C4C-88D62491CF33}"/>
                    </a:ext>
                  </a:extLst>
                </p:cNvPr>
                <p:cNvSpPr txBox="1"/>
                <p:nvPr/>
              </p:nvSpPr>
              <p:spPr>
                <a:xfrm>
                  <a:off x="2957817" y="4344145"/>
                  <a:ext cx="75285" cy="74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5" h="74676">
                      <a:moveTo>
                        <a:pt x="32613" y="0"/>
                      </a:moveTo>
                      <a:lnTo>
                        <a:pt x="42672" y="0"/>
                      </a:lnTo>
                      <a:lnTo>
                        <a:pt x="42672" y="32156"/>
                      </a:lnTo>
                      <a:lnTo>
                        <a:pt x="75285" y="32156"/>
                      </a:lnTo>
                      <a:lnTo>
                        <a:pt x="75285" y="42367"/>
                      </a:lnTo>
                      <a:lnTo>
                        <a:pt x="42672" y="42367"/>
                      </a:lnTo>
                      <a:lnTo>
                        <a:pt x="42672" y="74676"/>
                      </a:lnTo>
                      <a:lnTo>
                        <a:pt x="32613" y="74676"/>
                      </a:lnTo>
                      <a:lnTo>
                        <a:pt x="32613" y="42367"/>
                      </a:lnTo>
                      <a:lnTo>
                        <a:pt x="0" y="42367"/>
                      </a:lnTo>
                      <a:lnTo>
                        <a:pt x="0" y="32156"/>
                      </a:lnTo>
                      <a:lnTo>
                        <a:pt x="32613" y="3215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082EF66-4353-4398-8DEE-8D7CB76B2B71}"/>
                    </a:ext>
                  </a:extLst>
                </p:cNvPr>
                <p:cNvSpPr txBox="1"/>
                <p:nvPr/>
              </p:nvSpPr>
              <p:spPr>
                <a:xfrm>
                  <a:off x="3308812" y="4366118"/>
                  <a:ext cx="61265" cy="13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5" h="13716">
                      <a:moveTo>
                        <a:pt x="0" y="0"/>
                      </a:moveTo>
                      <a:lnTo>
                        <a:pt x="61265" y="0"/>
                      </a:lnTo>
                      <a:lnTo>
                        <a:pt x="61265" y="13716"/>
                      </a:lnTo>
                      <a:lnTo>
                        <a:pt x="0" y="1371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</p:grp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511B95A-4C8F-407E-A2A6-F0043D79F84A}"/>
                </a:ext>
              </a:extLst>
            </p:cNvPr>
            <p:cNvCxnSpPr/>
            <p:nvPr/>
          </p:nvCxnSpPr>
          <p:spPr>
            <a:xfrm rot="16200000" flipH="1">
              <a:off x="1825550" y="2493290"/>
              <a:ext cx="15250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0FBECE5-8A99-40F7-AC18-DC931998A5A7}"/>
                </a:ext>
              </a:extLst>
            </p:cNvPr>
            <p:cNvSpPr/>
            <p:nvPr/>
          </p:nvSpPr>
          <p:spPr>
            <a:xfrm rot="16200000" flipH="1">
              <a:off x="1860155" y="2559872"/>
              <a:ext cx="73461" cy="10005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0226EA0-9084-43D3-8C1B-D6FCDAA4EB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6610" y="2607048"/>
              <a:ext cx="711959" cy="30200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875FE8C-0D51-4211-8D85-409B9500E290}"/>
                </a:ext>
              </a:extLst>
            </p:cNvPr>
            <p:cNvCxnSpPr>
              <a:cxnSpLocks/>
            </p:cNvCxnSpPr>
            <p:nvPr/>
          </p:nvCxnSpPr>
          <p:spPr>
            <a:xfrm>
              <a:off x="1256069" y="4153537"/>
              <a:ext cx="48686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1E61F34-B56F-41E5-AE0E-5FA2767D58F9}"/>
                </a:ext>
              </a:extLst>
            </p:cNvPr>
            <p:cNvCxnSpPr>
              <a:cxnSpLocks/>
            </p:cNvCxnSpPr>
            <p:nvPr/>
          </p:nvCxnSpPr>
          <p:spPr>
            <a:xfrm>
              <a:off x="1891222" y="2417039"/>
              <a:ext cx="98901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8E90CA1-8CC1-4221-A3C5-D52E3A95E54E}"/>
                </a:ext>
              </a:extLst>
            </p:cNvPr>
            <p:cNvGrpSpPr/>
            <p:nvPr/>
          </p:nvGrpSpPr>
          <p:grpSpPr>
            <a:xfrm>
              <a:off x="4052171" y="4159206"/>
              <a:ext cx="298486" cy="283222"/>
              <a:chOff x="4276725" y="3573463"/>
              <a:chExt cx="279400" cy="265112"/>
            </a:xfrm>
          </p:grpSpPr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D6F70C34-B9E9-42E7-BF3C-AF027C9D3488}"/>
                  </a:ext>
                </a:extLst>
              </p:cNvPr>
              <p:cNvCxnSpPr/>
              <p:nvPr/>
            </p:nvCxnSpPr>
            <p:spPr>
              <a:xfrm>
                <a:off x="4276725" y="3717925"/>
                <a:ext cx="2794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55A4671-3223-4FB0-B1DD-721EBCC2B575}"/>
                  </a:ext>
                </a:extLst>
              </p:cNvPr>
              <p:cNvCxnSpPr/>
              <p:nvPr/>
            </p:nvCxnSpPr>
            <p:spPr>
              <a:xfrm>
                <a:off x="4318000" y="3759200"/>
                <a:ext cx="1936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173B86B3-A918-404F-811F-187C7789FE77}"/>
                  </a:ext>
                </a:extLst>
              </p:cNvPr>
              <p:cNvCxnSpPr/>
              <p:nvPr/>
            </p:nvCxnSpPr>
            <p:spPr>
              <a:xfrm>
                <a:off x="4359275" y="3800475"/>
                <a:ext cx="10795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B64B4B8-6D6A-476D-9248-690D8B37DC64}"/>
                  </a:ext>
                </a:extLst>
              </p:cNvPr>
              <p:cNvCxnSpPr/>
              <p:nvPr/>
            </p:nvCxnSpPr>
            <p:spPr>
              <a:xfrm>
                <a:off x="4414837" y="3838575"/>
                <a:ext cx="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9CB9EA99-30C6-4504-96BD-EC1CDF8C6BDE}"/>
                  </a:ext>
                </a:extLst>
              </p:cNvPr>
              <p:cNvCxnSpPr/>
              <p:nvPr/>
            </p:nvCxnSpPr>
            <p:spPr>
              <a:xfrm flipV="1">
                <a:off x="4413250" y="3573463"/>
                <a:ext cx="0" cy="1444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F964F619-3A75-4C8C-8A84-7E1043F23ECF}"/>
                  </a:ext>
                </a:extLst>
              </p:cNvPr>
              <p:cNvCxnSpPr/>
              <p:nvPr/>
            </p:nvCxnSpPr>
            <p:spPr>
              <a:xfrm>
                <a:off x="4384675" y="3835400"/>
                <a:ext cx="539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5414AEF-1227-4DFC-B1DE-BA9173F8D14C}"/>
                </a:ext>
              </a:extLst>
            </p:cNvPr>
            <p:cNvSpPr/>
            <p:nvPr/>
          </p:nvSpPr>
          <p:spPr>
            <a:xfrm rot="16200000" flipH="1">
              <a:off x="2483046" y="4110928"/>
              <a:ext cx="85769" cy="9089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AF69BEC-5A49-49FA-B805-AEF50BFA7E6B}"/>
                </a:ext>
              </a:extLst>
            </p:cNvPr>
            <p:cNvSpPr/>
            <p:nvPr/>
          </p:nvSpPr>
          <p:spPr>
            <a:xfrm rot="16200000" flipH="1">
              <a:off x="4153440" y="4110928"/>
              <a:ext cx="85769" cy="9089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E4C1DFFE-9BB5-4C9A-9186-4ADAFFFE7B7D}"/>
                </a:ext>
              </a:extLst>
            </p:cNvPr>
            <p:cNvCxnSpPr>
              <a:cxnSpLocks/>
            </p:cNvCxnSpPr>
            <p:nvPr/>
          </p:nvCxnSpPr>
          <p:spPr>
            <a:xfrm>
              <a:off x="6124731" y="2454547"/>
              <a:ext cx="0" cy="16989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A5EC732-49E4-468C-9DC7-14C6C86DE873}"/>
                </a:ext>
              </a:extLst>
            </p:cNvPr>
            <p:cNvCxnSpPr>
              <a:cxnSpLocks/>
            </p:cNvCxnSpPr>
            <p:nvPr/>
          </p:nvCxnSpPr>
          <p:spPr>
            <a:xfrm>
              <a:off x="5843884" y="2454547"/>
              <a:ext cx="28084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6540013-708E-4816-ACF4-C8C1DC74FF80}"/>
                </a:ext>
              </a:extLst>
            </p:cNvPr>
            <p:cNvSpPr txBox="1"/>
            <p:nvPr/>
          </p:nvSpPr>
          <p:spPr>
            <a:xfrm>
              <a:off x="3603792" y="2285505"/>
              <a:ext cx="173053" cy="276730"/>
            </a:xfrm>
            <a:custGeom>
              <a:avLst/>
              <a:gdLst/>
              <a:ahLst/>
              <a:cxnLst/>
              <a:rect l="l" t="t" r="r" b="b"/>
              <a:pathLst>
                <a:path w="158239" h="253041">
                  <a:moveTo>
                    <a:pt x="25375" y="24670"/>
                  </a:moveTo>
                  <a:lnTo>
                    <a:pt x="25375" y="111014"/>
                  </a:lnTo>
                  <a:lnTo>
                    <a:pt x="68018" y="111014"/>
                  </a:lnTo>
                  <a:cubicBezTo>
                    <a:pt x="93628" y="111484"/>
                    <a:pt x="110662" y="107313"/>
                    <a:pt x="119120" y="98503"/>
                  </a:cubicBezTo>
                  <a:cubicBezTo>
                    <a:pt x="127578" y="89692"/>
                    <a:pt x="131807" y="79296"/>
                    <a:pt x="131807" y="67313"/>
                  </a:cubicBezTo>
                  <a:cubicBezTo>
                    <a:pt x="131807" y="38884"/>
                    <a:pt x="111249" y="24670"/>
                    <a:pt x="70133" y="24670"/>
                  </a:cubicBezTo>
                  <a:close/>
                  <a:moveTo>
                    <a:pt x="0" y="0"/>
                  </a:moveTo>
                  <a:lnTo>
                    <a:pt x="50397" y="0"/>
                  </a:lnTo>
                  <a:cubicBezTo>
                    <a:pt x="80236" y="0"/>
                    <a:pt x="99736" y="1175"/>
                    <a:pt x="108900" y="3524"/>
                  </a:cubicBezTo>
                  <a:cubicBezTo>
                    <a:pt x="118063" y="5874"/>
                    <a:pt x="126462" y="9985"/>
                    <a:pt x="134098" y="15859"/>
                  </a:cubicBezTo>
                  <a:cubicBezTo>
                    <a:pt x="141734" y="21733"/>
                    <a:pt x="147666" y="29075"/>
                    <a:pt x="151895" y="37886"/>
                  </a:cubicBezTo>
                  <a:cubicBezTo>
                    <a:pt x="156124" y="46696"/>
                    <a:pt x="158239" y="56505"/>
                    <a:pt x="158239" y="67313"/>
                  </a:cubicBezTo>
                  <a:cubicBezTo>
                    <a:pt x="158239" y="84699"/>
                    <a:pt x="153540" y="98914"/>
                    <a:pt x="144142" y="109957"/>
                  </a:cubicBezTo>
                  <a:cubicBezTo>
                    <a:pt x="134744" y="120999"/>
                    <a:pt x="122938" y="127989"/>
                    <a:pt x="108723" y="130926"/>
                  </a:cubicBezTo>
                  <a:cubicBezTo>
                    <a:pt x="94509" y="133863"/>
                    <a:pt x="72717" y="135331"/>
                    <a:pt x="43349" y="135331"/>
                  </a:cubicBezTo>
                  <a:lnTo>
                    <a:pt x="25375" y="135331"/>
                  </a:lnTo>
                  <a:lnTo>
                    <a:pt x="25375" y="253041"/>
                  </a:lnTo>
                  <a:lnTo>
                    <a:pt x="0" y="25304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3BB51E9-132B-46DB-A839-A87BBE398AA6}"/>
                </a:ext>
              </a:extLst>
            </p:cNvPr>
            <p:cNvSpPr txBox="1"/>
            <p:nvPr/>
          </p:nvSpPr>
          <p:spPr>
            <a:xfrm>
              <a:off x="4967100" y="2285505"/>
              <a:ext cx="217375" cy="276730"/>
            </a:xfrm>
            <a:custGeom>
              <a:avLst/>
              <a:gdLst/>
              <a:ahLst/>
              <a:cxnLst/>
              <a:rect l="l" t="t" r="r" b="b"/>
              <a:pathLst>
                <a:path w="198767" h="253041">
                  <a:moveTo>
                    <a:pt x="0" y="0"/>
                  </a:moveTo>
                  <a:lnTo>
                    <a:pt x="5638" y="0"/>
                  </a:lnTo>
                  <a:lnTo>
                    <a:pt x="173745" y="193834"/>
                  </a:lnTo>
                  <a:lnTo>
                    <a:pt x="173745" y="0"/>
                  </a:lnTo>
                  <a:lnTo>
                    <a:pt x="198767" y="0"/>
                  </a:lnTo>
                  <a:lnTo>
                    <a:pt x="198767" y="253041"/>
                  </a:lnTo>
                  <a:lnTo>
                    <a:pt x="193129" y="253041"/>
                  </a:lnTo>
                  <a:lnTo>
                    <a:pt x="26079" y="61674"/>
                  </a:lnTo>
                  <a:lnTo>
                    <a:pt x="26079" y="253041"/>
                  </a:lnTo>
                  <a:lnTo>
                    <a:pt x="0" y="25304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4493161-DD1C-4A8B-8D12-CD6DEAC1ACDC}"/>
                </a:ext>
              </a:extLst>
            </p:cNvPr>
            <p:cNvSpPr txBox="1"/>
            <p:nvPr/>
          </p:nvSpPr>
          <p:spPr>
            <a:xfrm rot="5400000">
              <a:off x="3617193" y="1698782"/>
              <a:ext cx="139343" cy="140079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269D535-5526-4B5B-9AF7-CD03A99953CF}"/>
                </a:ext>
              </a:extLst>
            </p:cNvPr>
            <p:cNvSpPr txBox="1"/>
            <p:nvPr/>
          </p:nvSpPr>
          <p:spPr>
            <a:xfrm flipV="1">
              <a:off x="5046276" y="1755957"/>
              <a:ext cx="113394" cy="25728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5BA5B6F-FE92-4706-93D2-49907E521465}"/>
                </a:ext>
              </a:extLst>
            </p:cNvPr>
            <p:cNvSpPr txBox="1"/>
            <p:nvPr/>
          </p:nvSpPr>
          <p:spPr>
            <a:xfrm>
              <a:off x="4308514" y="1730768"/>
              <a:ext cx="290035" cy="234041"/>
            </a:xfrm>
            <a:custGeom>
              <a:avLst/>
              <a:gdLst/>
              <a:ahLst/>
              <a:cxnLst/>
              <a:rect l="l" t="t" r="r" b="b"/>
              <a:pathLst>
                <a:path w="265207" h="214006">
                  <a:moveTo>
                    <a:pt x="207871" y="113454"/>
                  </a:moveTo>
                  <a:cubicBezTo>
                    <a:pt x="203664" y="113454"/>
                    <a:pt x="199742" y="114381"/>
                    <a:pt x="196105" y="116235"/>
                  </a:cubicBezTo>
                  <a:cubicBezTo>
                    <a:pt x="192468" y="118089"/>
                    <a:pt x="189151" y="120621"/>
                    <a:pt x="186156" y="123830"/>
                  </a:cubicBezTo>
                  <a:cubicBezTo>
                    <a:pt x="183161" y="127039"/>
                    <a:pt x="180505" y="130747"/>
                    <a:pt x="178187" y="134955"/>
                  </a:cubicBezTo>
                  <a:cubicBezTo>
                    <a:pt x="175869" y="139162"/>
                    <a:pt x="173908" y="143619"/>
                    <a:pt x="172304" y="148326"/>
                  </a:cubicBezTo>
                  <a:cubicBezTo>
                    <a:pt x="170699" y="153033"/>
                    <a:pt x="169487" y="157864"/>
                    <a:pt x="168667" y="162820"/>
                  </a:cubicBezTo>
                  <a:cubicBezTo>
                    <a:pt x="167847" y="167777"/>
                    <a:pt x="167437" y="172537"/>
                    <a:pt x="167437" y="177101"/>
                  </a:cubicBezTo>
                  <a:cubicBezTo>
                    <a:pt x="167437" y="184803"/>
                    <a:pt x="168524" y="190526"/>
                    <a:pt x="170699" y="194270"/>
                  </a:cubicBezTo>
                  <a:cubicBezTo>
                    <a:pt x="172874" y="198014"/>
                    <a:pt x="176386" y="199886"/>
                    <a:pt x="181236" y="199886"/>
                  </a:cubicBezTo>
                  <a:cubicBezTo>
                    <a:pt x="183660" y="199886"/>
                    <a:pt x="185996" y="199458"/>
                    <a:pt x="188242" y="198602"/>
                  </a:cubicBezTo>
                  <a:cubicBezTo>
                    <a:pt x="190489" y="197746"/>
                    <a:pt x="192860" y="196391"/>
                    <a:pt x="195356" y="194537"/>
                  </a:cubicBezTo>
                  <a:cubicBezTo>
                    <a:pt x="201631" y="189616"/>
                    <a:pt x="206980" y="183626"/>
                    <a:pt x="211401" y="176566"/>
                  </a:cubicBezTo>
                  <a:cubicBezTo>
                    <a:pt x="215823" y="169506"/>
                    <a:pt x="219139" y="161162"/>
                    <a:pt x="221349" y="151535"/>
                  </a:cubicBezTo>
                  <a:cubicBezTo>
                    <a:pt x="222348" y="147114"/>
                    <a:pt x="223132" y="143120"/>
                    <a:pt x="223703" y="139554"/>
                  </a:cubicBezTo>
                  <a:cubicBezTo>
                    <a:pt x="224273" y="135989"/>
                    <a:pt x="224559" y="132601"/>
                    <a:pt x="224559" y="129392"/>
                  </a:cubicBezTo>
                  <a:cubicBezTo>
                    <a:pt x="224559" y="123687"/>
                    <a:pt x="223221" y="119604"/>
                    <a:pt x="220547" y="117144"/>
                  </a:cubicBezTo>
                  <a:cubicBezTo>
                    <a:pt x="217873" y="114684"/>
                    <a:pt x="213648" y="113454"/>
                    <a:pt x="207871" y="113454"/>
                  </a:cubicBezTo>
                  <a:close/>
                  <a:moveTo>
                    <a:pt x="205946" y="102864"/>
                  </a:moveTo>
                  <a:cubicBezTo>
                    <a:pt x="211580" y="102864"/>
                    <a:pt x="216554" y="103523"/>
                    <a:pt x="220868" y="104842"/>
                  </a:cubicBezTo>
                  <a:cubicBezTo>
                    <a:pt x="225183" y="106162"/>
                    <a:pt x="229123" y="107962"/>
                    <a:pt x="232688" y="110244"/>
                  </a:cubicBezTo>
                  <a:lnTo>
                    <a:pt x="243064" y="102864"/>
                  </a:lnTo>
                  <a:lnTo>
                    <a:pt x="251729" y="105110"/>
                  </a:lnTo>
                  <a:lnTo>
                    <a:pt x="235577" y="175175"/>
                  </a:lnTo>
                  <a:cubicBezTo>
                    <a:pt x="234649" y="179169"/>
                    <a:pt x="234008" y="182467"/>
                    <a:pt x="233651" y="185070"/>
                  </a:cubicBezTo>
                  <a:cubicBezTo>
                    <a:pt x="233295" y="187673"/>
                    <a:pt x="233116" y="189973"/>
                    <a:pt x="233116" y="191970"/>
                  </a:cubicBezTo>
                  <a:cubicBezTo>
                    <a:pt x="233116" y="194680"/>
                    <a:pt x="233669" y="196641"/>
                    <a:pt x="234774" y="197853"/>
                  </a:cubicBezTo>
                  <a:cubicBezTo>
                    <a:pt x="235880" y="199065"/>
                    <a:pt x="237466" y="199672"/>
                    <a:pt x="239534" y="199672"/>
                  </a:cubicBezTo>
                  <a:cubicBezTo>
                    <a:pt x="240818" y="199672"/>
                    <a:pt x="242084" y="199422"/>
                    <a:pt x="243332" y="198923"/>
                  </a:cubicBezTo>
                  <a:cubicBezTo>
                    <a:pt x="244580" y="198424"/>
                    <a:pt x="245935" y="197639"/>
                    <a:pt x="247397" y="196569"/>
                  </a:cubicBezTo>
                  <a:cubicBezTo>
                    <a:pt x="248859" y="195500"/>
                    <a:pt x="250463" y="194127"/>
                    <a:pt x="252210" y="192451"/>
                  </a:cubicBezTo>
                  <a:cubicBezTo>
                    <a:pt x="253958" y="190775"/>
                    <a:pt x="255937" y="188761"/>
                    <a:pt x="258147" y="186407"/>
                  </a:cubicBezTo>
                  <a:cubicBezTo>
                    <a:pt x="259288" y="187620"/>
                    <a:pt x="260465" y="188814"/>
                    <a:pt x="261677" y="189991"/>
                  </a:cubicBezTo>
                  <a:cubicBezTo>
                    <a:pt x="262890" y="191167"/>
                    <a:pt x="264066" y="192326"/>
                    <a:pt x="265207" y="193467"/>
                  </a:cubicBezTo>
                  <a:cubicBezTo>
                    <a:pt x="261642" y="197104"/>
                    <a:pt x="258397" y="200224"/>
                    <a:pt x="255473" y="202827"/>
                  </a:cubicBezTo>
                  <a:cubicBezTo>
                    <a:pt x="252549" y="205430"/>
                    <a:pt x="249714" y="207570"/>
                    <a:pt x="246969" y="209245"/>
                  </a:cubicBezTo>
                  <a:cubicBezTo>
                    <a:pt x="244223" y="210921"/>
                    <a:pt x="241531" y="212134"/>
                    <a:pt x="238893" y="212882"/>
                  </a:cubicBezTo>
                  <a:cubicBezTo>
                    <a:pt x="236254" y="213631"/>
                    <a:pt x="233508" y="214006"/>
                    <a:pt x="230656" y="214006"/>
                  </a:cubicBezTo>
                  <a:cubicBezTo>
                    <a:pt x="225521" y="214006"/>
                    <a:pt x="221528" y="212348"/>
                    <a:pt x="218675" y="209031"/>
                  </a:cubicBezTo>
                  <a:cubicBezTo>
                    <a:pt x="215823" y="205715"/>
                    <a:pt x="214396" y="201169"/>
                    <a:pt x="214396" y="195393"/>
                  </a:cubicBezTo>
                  <a:cubicBezTo>
                    <a:pt x="214396" y="192184"/>
                    <a:pt x="214896" y="189117"/>
                    <a:pt x="215894" y="186193"/>
                  </a:cubicBezTo>
                  <a:lnTo>
                    <a:pt x="214396" y="185552"/>
                  </a:lnTo>
                  <a:cubicBezTo>
                    <a:pt x="210759" y="190615"/>
                    <a:pt x="207229" y="194929"/>
                    <a:pt x="203806" y="198495"/>
                  </a:cubicBezTo>
                  <a:cubicBezTo>
                    <a:pt x="200383" y="202061"/>
                    <a:pt x="196996" y="205002"/>
                    <a:pt x="193644" y="207320"/>
                  </a:cubicBezTo>
                  <a:cubicBezTo>
                    <a:pt x="190292" y="209638"/>
                    <a:pt x="186905" y="211331"/>
                    <a:pt x="183482" y="212401"/>
                  </a:cubicBezTo>
                  <a:cubicBezTo>
                    <a:pt x="180059" y="213471"/>
                    <a:pt x="176493" y="214006"/>
                    <a:pt x="172785" y="214006"/>
                  </a:cubicBezTo>
                  <a:cubicBezTo>
                    <a:pt x="164299" y="214006"/>
                    <a:pt x="157738" y="210957"/>
                    <a:pt x="153102" y="204860"/>
                  </a:cubicBezTo>
                  <a:cubicBezTo>
                    <a:pt x="148467" y="198762"/>
                    <a:pt x="146149" y="189902"/>
                    <a:pt x="146149" y="178278"/>
                  </a:cubicBezTo>
                  <a:cubicBezTo>
                    <a:pt x="146149" y="171360"/>
                    <a:pt x="146880" y="164710"/>
                    <a:pt x="148342" y="158328"/>
                  </a:cubicBezTo>
                  <a:cubicBezTo>
                    <a:pt x="149804" y="151945"/>
                    <a:pt x="151872" y="145955"/>
                    <a:pt x="154547" y="140357"/>
                  </a:cubicBezTo>
                  <a:cubicBezTo>
                    <a:pt x="157221" y="134759"/>
                    <a:pt x="160412" y="129660"/>
                    <a:pt x="164120" y="125060"/>
                  </a:cubicBezTo>
                  <a:cubicBezTo>
                    <a:pt x="167829" y="120460"/>
                    <a:pt x="171894" y="116520"/>
                    <a:pt x="176315" y="113240"/>
                  </a:cubicBezTo>
                  <a:cubicBezTo>
                    <a:pt x="180736" y="109959"/>
                    <a:pt x="185443" y="107410"/>
                    <a:pt x="190435" y="105591"/>
                  </a:cubicBezTo>
                  <a:cubicBezTo>
                    <a:pt x="195427" y="103773"/>
                    <a:pt x="200597" y="102864"/>
                    <a:pt x="205946" y="102864"/>
                  </a:cubicBezTo>
                  <a:close/>
                  <a:moveTo>
                    <a:pt x="130522" y="0"/>
                  </a:moveTo>
                  <a:cubicBezTo>
                    <a:pt x="137666" y="0"/>
                    <a:pt x="142826" y="1860"/>
                    <a:pt x="146001" y="5581"/>
                  </a:cubicBezTo>
                  <a:cubicBezTo>
                    <a:pt x="149176" y="9302"/>
                    <a:pt x="150763" y="14288"/>
                    <a:pt x="150763" y="20538"/>
                  </a:cubicBezTo>
                  <a:cubicBezTo>
                    <a:pt x="150763" y="25301"/>
                    <a:pt x="149920" y="30758"/>
                    <a:pt x="148233" y="36909"/>
                  </a:cubicBezTo>
                  <a:cubicBezTo>
                    <a:pt x="146546" y="43061"/>
                    <a:pt x="144165" y="49560"/>
                    <a:pt x="141089" y="56406"/>
                  </a:cubicBezTo>
                  <a:cubicBezTo>
                    <a:pt x="138013" y="63252"/>
                    <a:pt x="134342" y="70272"/>
                    <a:pt x="130076" y="77465"/>
                  </a:cubicBezTo>
                  <a:cubicBezTo>
                    <a:pt x="125810" y="84658"/>
                    <a:pt x="121097" y="91653"/>
                    <a:pt x="115937" y="98450"/>
                  </a:cubicBezTo>
                  <a:cubicBezTo>
                    <a:pt x="110778" y="105246"/>
                    <a:pt x="105271" y="111646"/>
                    <a:pt x="99417" y="117649"/>
                  </a:cubicBezTo>
                  <a:cubicBezTo>
                    <a:pt x="93563" y="123651"/>
                    <a:pt x="87486" y="128885"/>
                    <a:pt x="81186" y="133350"/>
                  </a:cubicBezTo>
                  <a:cubicBezTo>
                    <a:pt x="74886" y="137815"/>
                    <a:pt x="68486" y="141362"/>
                    <a:pt x="61987" y="143991"/>
                  </a:cubicBezTo>
                  <a:cubicBezTo>
                    <a:pt x="55488" y="146621"/>
                    <a:pt x="49014" y="147935"/>
                    <a:pt x="42565" y="147935"/>
                  </a:cubicBezTo>
                  <a:cubicBezTo>
                    <a:pt x="39688" y="147935"/>
                    <a:pt x="37282" y="147216"/>
                    <a:pt x="35347" y="145777"/>
                  </a:cubicBezTo>
                  <a:cubicBezTo>
                    <a:pt x="33412" y="144339"/>
                    <a:pt x="31849" y="142305"/>
                    <a:pt x="30659" y="139675"/>
                  </a:cubicBezTo>
                  <a:cubicBezTo>
                    <a:pt x="29468" y="137046"/>
                    <a:pt x="28625" y="133945"/>
                    <a:pt x="28129" y="130374"/>
                  </a:cubicBezTo>
                  <a:cubicBezTo>
                    <a:pt x="27633" y="126802"/>
                    <a:pt x="27385" y="122882"/>
                    <a:pt x="27385" y="118616"/>
                  </a:cubicBezTo>
                  <a:cubicBezTo>
                    <a:pt x="27385" y="112961"/>
                    <a:pt x="27732" y="106908"/>
                    <a:pt x="28426" y="100459"/>
                  </a:cubicBezTo>
                  <a:cubicBezTo>
                    <a:pt x="29121" y="94010"/>
                    <a:pt x="30014" y="87511"/>
                    <a:pt x="31105" y="80963"/>
                  </a:cubicBezTo>
                  <a:lnTo>
                    <a:pt x="37356" y="39737"/>
                  </a:lnTo>
                  <a:cubicBezTo>
                    <a:pt x="37753" y="37356"/>
                    <a:pt x="38075" y="35099"/>
                    <a:pt x="38323" y="32965"/>
                  </a:cubicBezTo>
                  <a:cubicBezTo>
                    <a:pt x="38572" y="30832"/>
                    <a:pt x="38696" y="29270"/>
                    <a:pt x="38696" y="28277"/>
                  </a:cubicBezTo>
                  <a:cubicBezTo>
                    <a:pt x="38696" y="25202"/>
                    <a:pt x="38199" y="22672"/>
                    <a:pt x="37207" y="20687"/>
                  </a:cubicBezTo>
                  <a:cubicBezTo>
                    <a:pt x="36215" y="18703"/>
                    <a:pt x="34528" y="17711"/>
                    <a:pt x="32147" y="17711"/>
                  </a:cubicBezTo>
                  <a:cubicBezTo>
                    <a:pt x="30262" y="17711"/>
                    <a:pt x="28228" y="18281"/>
                    <a:pt x="26045" y="19422"/>
                  </a:cubicBezTo>
                  <a:cubicBezTo>
                    <a:pt x="23862" y="20563"/>
                    <a:pt x="21655" y="22027"/>
                    <a:pt x="19422" y="23813"/>
                  </a:cubicBezTo>
                  <a:cubicBezTo>
                    <a:pt x="17190" y="25598"/>
                    <a:pt x="15032" y="27508"/>
                    <a:pt x="12948" y="29542"/>
                  </a:cubicBezTo>
                  <a:cubicBezTo>
                    <a:pt x="10865" y="31576"/>
                    <a:pt x="8930" y="33486"/>
                    <a:pt x="7144" y="35272"/>
                  </a:cubicBezTo>
                  <a:lnTo>
                    <a:pt x="0" y="26938"/>
                  </a:lnTo>
                  <a:cubicBezTo>
                    <a:pt x="3076" y="23763"/>
                    <a:pt x="6350" y="20613"/>
                    <a:pt x="9823" y="17487"/>
                  </a:cubicBezTo>
                  <a:cubicBezTo>
                    <a:pt x="13296" y="14362"/>
                    <a:pt x="16967" y="11534"/>
                    <a:pt x="20836" y="9004"/>
                  </a:cubicBezTo>
                  <a:cubicBezTo>
                    <a:pt x="24706" y="6474"/>
                    <a:pt x="28774" y="4440"/>
                    <a:pt x="33040" y="2902"/>
                  </a:cubicBezTo>
                  <a:cubicBezTo>
                    <a:pt x="37306" y="1364"/>
                    <a:pt x="41672" y="595"/>
                    <a:pt x="46137" y="595"/>
                  </a:cubicBezTo>
                  <a:cubicBezTo>
                    <a:pt x="49907" y="595"/>
                    <a:pt x="52983" y="1215"/>
                    <a:pt x="55364" y="2456"/>
                  </a:cubicBezTo>
                  <a:cubicBezTo>
                    <a:pt x="57746" y="3696"/>
                    <a:pt x="59606" y="5333"/>
                    <a:pt x="60945" y="7367"/>
                  </a:cubicBezTo>
                  <a:cubicBezTo>
                    <a:pt x="62285" y="9401"/>
                    <a:pt x="63203" y="11633"/>
                    <a:pt x="63699" y="14064"/>
                  </a:cubicBezTo>
                  <a:cubicBezTo>
                    <a:pt x="64195" y="16495"/>
                    <a:pt x="64443" y="18901"/>
                    <a:pt x="64443" y="21282"/>
                  </a:cubicBezTo>
                  <a:cubicBezTo>
                    <a:pt x="64443" y="22672"/>
                    <a:pt x="64393" y="24011"/>
                    <a:pt x="64294" y="25301"/>
                  </a:cubicBezTo>
                  <a:cubicBezTo>
                    <a:pt x="64195" y="26591"/>
                    <a:pt x="64046" y="27781"/>
                    <a:pt x="63847" y="28873"/>
                  </a:cubicBezTo>
                  <a:lnTo>
                    <a:pt x="55513" y="82748"/>
                  </a:lnTo>
                  <a:cubicBezTo>
                    <a:pt x="54620" y="88404"/>
                    <a:pt x="53876" y="93935"/>
                    <a:pt x="53281" y="99343"/>
                  </a:cubicBezTo>
                  <a:cubicBezTo>
                    <a:pt x="52685" y="104750"/>
                    <a:pt x="52388" y="109538"/>
                    <a:pt x="52388" y="113705"/>
                  </a:cubicBezTo>
                  <a:cubicBezTo>
                    <a:pt x="52388" y="117872"/>
                    <a:pt x="52636" y="121245"/>
                    <a:pt x="53132" y="123825"/>
                  </a:cubicBezTo>
                  <a:cubicBezTo>
                    <a:pt x="53628" y="126405"/>
                    <a:pt x="54571" y="127695"/>
                    <a:pt x="55960" y="127695"/>
                  </a:cubicBezTo>
                  <a:cubicBezTo>
                    <a:pt x="59234" y="127695"/>
                    <a:pt x="63351" y="126380"/>
                    <a:pt x="68312" y="123751"/>
                  </a:cubicBezTo>
                  <a:cubicBezTo>
                    <a:pt x="73273" y="121121"/>
                    <a:pt x="78482" y="117500"/>
                    <a:pt x="83939" y="112886"/>
                  </a:cubicBezTo>
                  <a:cubicBezTo>
                    <a:pt x="89396" y="108273"/>
                    <a:pt x="94853" y="102815"/>
                    <a:pt x="100310" y="96515"/>
                  </a:cubicBezTo>
                  <a:cubicBezTo>
                    <a:pt x="105767" y="90215"/>
                    <a:pt x="110679" y="83393"/>
                    <a:pt x="115044" y="76051"/>
                  </a:cubicBezTo>
                  <a:cubicBezTo>
                    <a:pt x="119410" y="68709"/>
                    <a:pt x="122957" y="60970"/>
                    <a:pt x="125686" y="52834"/>
                  </a:cubicBezTo>
                  <a:cubicBezTo>
                    <a:pt x="128414" y="44698"/>
                    <a:pt x="129778" y="36513"/>
                    <a:pt x="129778" y="28277"/>
                  </a:cubicBezTo>
                  <a:cubicBezTo>
                    <a:pt x="129778" y="24706"/>
                    <a:pt x="129009" y="21952"/>
                    <a:pt x="127471" y="20017"/>
                  </a:cubicBezTo>
                  <a:cubicBezTo>
                    <a:pt x="125934" y="18083"/>
                    <a:pt x="123528" y="17115"/>
                    <a:pt x="120253" y="17115"/>
                  </a:cubicBezTo>
                  <a:cubicBezTo>
                    <a:pt x="116086" y="17115"/>
                    <a:pt x="112241" y="18728"/>
                    <a:pt x="108719" y="21952"/>
                  </a:cubicBezTo>
                  <a:cubicBezTo>
                    <a:pt x="105197" y="25177"/>
                    <a:pt x="101551" y="29418"/>
                    <a:pt x="97780" y="34677"/>
                  </a:cubicBezTo>
                  <a:lnTo>
                    <a:pt x="89297" y="27087"/>
                  </a:lnTo>
                  <a:cubicBezTo>
                    <a:pt x="91678" y="23515"/>
                    <a:pt x="94481" y="20092"/>
                    <a:pt x="97706" y="16818"/>
                  </a:cubicBezTo>
                  <a:cubicBezTo>
                    <a:pt x="100930" y="13543"/>
                    <a:pt x="104354" y="10666"/>
                    <a:pt x="107975" y="8186"/>
                  </a:cubicBezTo>
                  <a:cubicBezTo>
                    <a:pt x="111596" y="5705"/>
                    <a:pt x="115342" y="3721"/>
                    <a:pt x="119212" y="2232"/>
                  </a:cubicBezTo>
                  <a:cubicBezTo>
                    <a:pt x="123081" y="744"/>
                    <a:pt x="126851" y="0"/>
                    <a:pt x="13052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EF8A663-1B12-4B0D-9EB8-10EB28F0A43C}"/>
                </a:ext>
              </a:extLst>
            </p:cNvPr>
            <p:cNvSpPr txBox="1"/>
            <p:nvPr/>
          </p:nvSpPr>
          <p:spPr>
            <a:xfrm>
              <a:off x="1449976" y="3114865"/>
              <a:ext cx="247365" cy="254306"/>
            </a:xfrm>
            <a:custGeom>
              <a:avLst/>
              <a:gdLst/>
              <a:ahLst/>
              <a:cxnLst/>
              <a:rect l="l" t="t" r="r" b="b"/>
              <a:pathLst>
                <a:path w="226190" h="232537">
                  <a:moveTo>
                    <a:pt x="211289" y="82954"/>
                  </a:moveTo>
                  <a:cubicBezTo>
                    <a:pt x="214359" y="82954"/>
                    <a:pt x="217065" y="83107"/>
                    <a:pt x="219409" y="83414"/>
                  </a:cubicBezTo>
                  <a:cubicBezTo>
                    <a:pt x="221753" y="83721"/>
                    <a:pt x="224014" y="84098"/>
                    <a:pt x="226190" y="84544"/>
                  </a:cubicBezTo>
                  <a:lnTo>
                    <a:pt x="222758" y="100115"/>
                  </a:lnTo>
                  <a:lnTo>
                    <a:pt x="214470" y="100115"/>
                  </a:lnTo>
                  <a:cubicBezTo>
                    <a:pt x="214079" y="96934"/>
                    <a:pt x="213131" y="94604"/>
                    <a:pt x="211624" y="93125"/>
                  </a:cubicBezTo>
                  <a:cubicBezTo>
                    <a:pt x="210117" y="91646"/>
                    <a:pt x="208108" y="90907"/>
                    <a:pt x="205596" y="90907"/>
                  </a:cubicBezTo>
                  <a:cubicBezTo>
                    <a:pt x="202694" y="90907"/>
                    <a:pt x="200252" y="91534"/>
                    <a:pt x="198271" y="92790"/>
                  </a:cubicBezTo>
                  <a:cubicBezTo>
                    <a:pt x="196290" y="94046"/>
                    <a:pt x="194560" y="95943"/>
                    <a:pt x="193081" y="98483"/>
                  </a:cubicBezTo>
                  <a:cubicBezTo>
                    <a:pt x="191602" y="101022"/>
                    <a:pt x="190332" y="103994"/>
                    <a:pt x="189272" y="107399"/>
                  </a:cubicBezTo>
                  <a:cubicBezTo>
                    <a:pt x="188211" y="110803"/>
                    <a:pt x="187486" y="113761"/>
                    <a:pt x="187095" y="116272"/>
                  </a:cubicBezTo>
                  <a:lnTo>
                    <a:pt x="210284" y="116272"/>
                  </a:lnTo>
                  <a:lnTo>
                    <a:pt x="208443" y="125565"/>
                  </a:lnTo>
                  <a:lnTo>
                    <a:pt x="185170" y="125565"/>
                  </a:lnTo>
                  <a:lnTo>
                    <a:pt x="170017" y="197309"/>
                  </a:lnTo>
                  <a:cubicBezTo>
                    <a:pt x="167394" y="209532"/>
                    <a:pt x="163138" y="218587"/>
                    <a:pt x="157250" y="224475"/>
                  </a:cubicBezTo>
                  <a:lnTo>
                    <a:pt x="135739" y="232537"/>
                  </a:lnTo>
                  <a:lnTo>
                    <a:pt x="128133" y="232537"/>
                  </a:lnTo>
                  <a:lnTo>
                    <a:pt x="128996" y="228493"/>
                  </a:lnTo>
                  <a:cubicBezTo>
                    <a:pt x="129275" y="227014"/>
                    <a:pt x="129610" y="225577"/>
                    <a:pt x="130001" y="224182"/>
                  </a:cubicBezTo>
                  <a:cubicBezTo>
                    <a:pt x="130336" y="224294"/>
                    <a:pt x="130810" y="224350"/>
                    <a:pt x="131424" y="224350"/>
                  </a:cubicBezTo>
                  <a:cubicBezTo>
                    <a:pt x="132038" y="224350"/>
                    <a:pt x="132903" y="224350"/>
                    <a:pt x="134019" y="224350"/>
                  </a:cubicBezTo>
                  <a:cubicBezTo>
                    <a:pt x="136196" y="224350"/>
                    <a:pt x="138191" y="224001"/>
                    <a:pt x="140005" y="223303"/>
                  </a:cubicBezTo>
                  <a:cubicBezTo>
                    <a:pt x="141819" y="222605"/>
                    <a:pt x="143479" y="221350"/>
                    <a:pt x="144986" y="219536"/>
                  </a:cubicBezTo>
                  <a:cubicBezTo>
                    <a:pt x="146493" y="217722"/>
                    <a:pt x="147874" y="215238"/>
                    <a:pt x="149130" y="212085"/>
                  </a:cubicBezTo>
                  <a:cubicBezTo>
                    <a:pt x="150386" y="208932"/>
                    <a:pt x="151572" y="204872"/>
                    <a:pt x="152688" y="199905"/>
                  </a:cubicBezTo>
                  <a:lnTo>
                    <a:pt x="169431" y="125565"/>
                  </a:lnTo>
                  <a:lnTo>
                    <a:pt x="155032" y="125565"/>
                  </a:lnTo>
                  <a:lnTo>
                    <a:pt x="156539" y="119119"/>
                  </a:lnTo>
                  <a:cubicBezTo>
                    <a:pt x="159608" y="118951"/>
                    <a:pt x="162050" y="118756"/>
                    <a:pt x="163864" y="118533"/>
                  </a:cubicBezTo>
                  <a:cubicBezTo>
                    <a:pt x="165678" y="118310"/>
                    <a:pt x="167213" y="117821"/>
                    <a:pt x="168468" y="117068"/>
                  </a:cubicBezTo>
                  <a:cubicBezTo>
                    <a:pt x="169724" y="116314"/>
                    <a:pt x="170659" y="115045"/>
                    <a:pt x="171273" y="113259"/>
                  </a:cubicBezTo>
                  <a:cubicBezTo>
                    <a:pt x="174510" y="103045"/>
                    <a:pt x="179379" y="95441"/>
                    <a:pt x="185881" y="90446"/>
                  </a:cubicBezTo>
                  <a:cubicBezTo>
                    <a:pt x="192383" y="85451"/>
                    <a:pt x="200852" y="82954"/>
                    <a:pt x="211289" y="82954"/>
                  </a:cubicBezTo>
                  <a:close/>
                  <a:moveTo>
                    <a:pt x="74004" y="9823"/>
                  </a:moveTo>
                  <a:cubicBezTo>
                    <a:pt x="70060" y="9823"/>
                    <a:pt x="65893" y="9972"/>
                    <a:pt x="61503" y="10269"/>
                  </a:cubicBezTo>
                  <a:lnTo>
                    <a:pt x="47215" y="74898"/>
                  </a:lnTo>
                  <a:lnTo>
                    <a:pt x="60387" y="74898"/>
                  </a:lnTo>
                  <a:cubicBezTo>
                    <a:pt x="71177" y="74898"/>
                    <a:pt x="79697" y="73447"/>
                    <a:pt x="85948" y="70545"/>
                  </a:cubicBezTo>
                  <a:cubicBezTo>
                    <a:pt x="92199" y="67643"/>
                    <a:pt x="97147" y="62880"/>
                    <a:pt x="100793" y="56257"/>
                  </a:cubicBezTo>
                  <a:cubicBezTo>
                    <a:pt x="104440" y="49635"/>
                    <a:pt x="106263" y="42491"/>
                    <a:pt x="106263" y="34826"/>
                  </a:cubicBezTo>
                  <a:cubicBezTo>
                    <a:pt x="106263" y="31626"/>
                    <a:pt x="105965" y="28780"/>
                    <a:pt x="105370" y="26287"/>
                  </a:cubicBezTo>
                  <a:cubicBezTo>
                    <a:pt x="104775" y="23794"/>
                    <a:pt x="103993" y="21729"/>
                    <a:pt x="103026" y="20092"/>
                  </a:cubicBezTo>
                  <a:cubicBezTo>
                    <a:pt x="102058" y="18455"/>
                    <a:pt x="100831" y="17004"/>
                    <a:pt x="99342" y="15739"/>
                  </a:cubicBezTo>
                  <a:cubicBezTo>
                    <a:pt x="97854" y="14474"/>
                    <a:pt x="95994" y="13376"/>
                    <a:pt x="93761" y="12446"/>
                  </a:cubicBezTo>
                  <a:cubicBezTo>
                    <a:pt x="91529" y="11516"/>
                    <a:pt x="88943" y="10846"/>
                    <a:pt x="86004" y="10437"/>
                  </a:cubicBezTo>
                  <a:cubicBezTo>
                    <a:pt x="83064" y="10028"/>
                    <a:pt x="79064" y="9823"/>
                    <a:pt x="74004" y="9823"/>
                  </a:cubicBezTo>
                  <a:close/>
                  <a:moveTo>
                    <a:pt x="29244" y="0"/>
                  </a:moveTo>
                  <a:lnTo>
                    <a:pt x="78916" y="0"/>
                  </a:lnTo>
                  <a:cubicBezTo>
                    <a:pt x="86804" y="0"/>
                    <a:pt x="93240" y="465"/>
                    <a:pt x="98226" y="1396"/>
                  </a:cubicBezTo>
                  <a:cubicBezTo>
                    <a:pt x="103212" y="2326"/>
                    <a:pt x="107472" y="3721"/>
                    <a:pt x="111007" y="5581"/>
                  </a:cubicBezTo>
                  <a:cubicBezTo>
                    <a:pt x="114541" y="7442"/>
                    <a:pt x="117499" y="9842"/>
                    <a:pt x="119881" y="12781"/>
                  </a:cubicBezTo>
                  <a:cubicBezTo>
                    <a:pt x="122262" y="15720"/>
                    <a:pt x="124048" y="19032"/>
                    <a:pt x="125238" y="22715"/>
                  </a:cubicBezTo>
                  <a:cubicBezTo>
                    <a:pt x="126429" y="26399"/>
                    <a:pt x="127024" y="30324"/>
                    <a:pt x="127024" y="34491"/>
                  </a:cubicBezTo>
                  <a:cubicBezTo>
                    <a:pt x="127024" y="45951"/>
                    <a:pt x="123527" y="55699"/>
                    <a:pt x="116532" y="63736"/>
                  </a:cubicBezTo>
                  <a:cubicBezTo>
                    <a:pt x="109537" y="71773"/>
                    <a:pt x="99231" y="77875"/>
                    <a:pt x="85613" y="82042"/>
                  </a:cubicBezTo>
                  <a:lnTo>
                    <a:pt x="85613" y="83270"/>
                  </a:lnTo>
                  <a:cubicBezTo>
                    <a:pt x="89185" y="85949"/>
                    <a:pt x="92068" y="89148"/>
                    <a:pt x="94264" y="92869"/>
                  </a:cubicBezTo>
                  <a:cubicBezTo>
                    <a:pt x="96459" y="96590"/>
                    <a:pt x="98226" y="101762"/>
                    <a:pt x="99566" y="108385"/>
                  </a:cubicBezTo>
                  <a:lnTo>
                    <a:pt x="102133" y="121333"/>
                  </a:lnTo>
                  <a:cubicBezTo>
                    <a:pt x="102951" y="125425"/>
                    <a:pt x="103882" y="129109"/>
                    <a:pt x="104923" y="132383"/>
                  </a:cubicBezTo>
                  <a:cubicBezTo>
                    <a:pt x="105965" y="135657"/>
                    <a:pt x="107212" y="138262"/>
                    <a:pt x="108663" y="140197"/>
                  </a:cubicBezTo>
                  <a:cubicBezTo>
                    <a:pt x="110114" y="142131"/>
                    <a:pt x="111751" y="143582"/>
                    <a:pt x="113574" y="144550"/>
                  </a:cubicBezTo>
                  <a:cubicBezTo>
                    <a:pt x="115397" y="145517"/>
                    <a:pt x="118057" y="146298"/>
                    <a:pt x="121555" y="146894"/>
                  </a:cubicBezTo>
                  <a:lnTo>
                    <a:pt x="120439" y="152363"/>
                  </a:lnTo>
                  <a:lnTo>
                    <a:pt x="89520" y="152363"/>
                  </a:lnTo>
                  <a:cubicBezTo>
                    <a:pt x="87138" y="145740"/>
                    <a:pt x="85018" y="137852"/>
                    <a:pt x="83157" y="128700"/>
                  </a:cubicBezTo>
                  <a:lnTo>
                    <a:pt x="78246" y="105036"/>
                  </a:lnTo>
                  <a:cubicBezTo>
                    <a:pt x="77427" y="100943"/>
                    <a:pt x="76441" y="97501"/>
                    <a:pt x="75288" y="94711"/>
                  </a:cubicBezTo>
                  <a:cubicBezTo>
                    <a:pt x="74135" y="91920"/>
                    <a:pt x="72758" y="89762"/>
                    <a:pt x="71158" y="88237"/>
                  </a:cubicBezTo>
                  <a:cubicBezTo>
                    <a:pt x="69558" y="86711"/>
                    <a:pt x="67698" y="85707"/>
                    <a:pt x="65577" y="85223"/>
                  </a:cubicBezTo>
                  <a:cubicBezTo>
                    <a:pt x="63456" y="84739"/>
                    <a:pt x="60870" y="84498"/>
                    <a:pt x="57819" y="84498"/>
                  </a:cubicBezTo>
                  <a:lnTo>
                    <a:pt x="45094" y="84498"/>
                  </a:lnTo>
                  <a:lnTo>
                    <a:pt x="37281" y="119882"/>
                  </a:lnTo>
                  <a:cubicBezTo>
                    <a:pt x="36611" y="122784"/>
                    <a:pt x="36146" y="125090"/>
                    <a:pt x="35886" y="126802"/>
                  </a:cubicBezTo>
                  <a:cubicBezTo>
                    <a:pt x="35625" y="128514"/>
                    <a:pt x="35402" y="130318"/>
                    <a:pt x="35216" y="132216"/>
                  </a:cubicBezTo>
                  <a:cubicBezTo>
                    <a:pt x="35030" y="134113"/>
                    <a:pt x="34937" y="135806"/>
                    <a:pt x="34937" y="137294"/>
                  </a:cubicBezTo>
                  <a:cubicBezTo>
                    <a:pt x="34937" y="139601"/>
                    <a:pt x="35309" y="141406"/>
                    <a:pt x="36053" y="142708"/>
                  </a:cubicBezTo>
                  <a:cubicBezTo>
                    <a:pt x="36797" y="144010"/>
                    <a:pt x="37913" y="144959"/>
                    <a:pt x="39402" y="145554"/>
                  </a:cubicBezTo>
                  <a:cubicBezTo>
                    <a:pt x="40890" y="146150"/>
                    <a:pt x="43457" y="146596"/>
                    <a:pt x="47104" y="146894"/>
                  </a:cubicBezTo>
                  <a:lnTo>
                    <a:pt x="45876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0"/>
                    <a:pt x="38955" y="19832"/>
                    <a:pt x="38955" y="15516"/>
                  </a:cubicBezTo>
                  <a:cubicBezTo>
                    <a:pt x="38955" y="11869"/>
                    <a:pt x="38100" y="9339"/>
                    <a:pt x="36388" y="7925"/>
                  </a:cubicBezTo>
                  <a:cubicBezTo>
                    <a:pt x="34676" y="6512"/>
                    <a:pt x="31886" y="5693"/>
                    <a:pt x="28016" y="54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624A025-4EA0-4D28-A29B-E10E5304EEE6}"/>
                </a:ext>
              </a:extLst>
            </p:cNvPr>
            <p:cNvSpPr txBox="1"/>
            <p:nvPr/>
          </p:nvSpPr>
          <p:spPr>
            <a:xfrm>
              <a:off x="2093743" y="3124984"/>
              <a:ext cx="261903" cy="218710"/>
            </a:xfrm>
            <a:custGeom>
              <a:avLst/>
              <a:gdLst/>
              <a:ahLst/>
              <a:cxnLst/>
              <a:rect l="l" t="t" r="r" b="b"/>
              <a:pathLst>
                <a:path w="239483" h="199988">
                  <a:moveTo>
                    <a:pt x="198043" y="100283"/>
                  </a:moveTo>
                  <a:cubicBezTo>
                    <a:pt x="196704" y="100283"/>
                    <a:pt x="195169" y="100311"/>
                    <a:pt x="193439" y="100366"/>
                  </a:cubicBezTo>
                  <a:cubicBezTo>
                    <a:pt x="191709" y="100422"/>
                    <a:pt x="190034" y="100450"/>
                    <a:pt x="188416" y="100450"/>
                  </a:cubicBezTo>
                  <a:lnTo>
                    <a:pt x="178454" y="144234"/>
                  </a:lnTo>
                  <a:lnTo>
                    <a:pt x="188416" y="144234"/>
                  </a:lnTo>
                  <a:cubicBezTo>
                    <a:pt x="199466" y="144234"/>
                    <a:pt x="207950" y="141987"/>
                    <a:pt x="213866" y="137494"/>
                  </a:cubicBezTo>
                  <a:cubicBezTo>
                    <a:pt x="219781" y="133002"/>
                    <a:pt x="222739" y="126179"/>
                    <a:pt x="222739" y="117026"/>
                  </a:cubicBezTo>
                  <a:cubicBezTo>
                    <a:pt x="222739" y="113956"/>
                    <a:pt x="222279" y="111347"/>
                    <a:pt x="221358" y="109198"/>
                  </a:cubicBezTo>
                  <a:cubicBezTo>
                    <a:pt x="220437" y="107050"/>
                    <a:pt x="218972" y="105320"/>
                    <a:pt x="216963" y="104008"/>
                  </a:cubicBezTo>
                  <a:cubicBezTo>
                    <a:pt x="214954" y="102697"/>
                    <a:pt x="212401" y="101748"/>
                    <a:pt x="209303" y="101162"/>
                  </a:cubicBezTo>
                  <a:cubicBezTo>
                    <a:pt x="206206" y="100576"/>
                    <a:pt x="202452" y="100283"/>
                    <a:pt x="198043" y="100283"/>
                  </a:cubicBezTo>
                  <a:close/>
                  <a:moveTo>
                    <a:pt x="162715" y="91409"/>
                  </a:moveTo>
                  <a:lnTo>
                    <a:pt x="201141" y="91409"/>
                  </a:lnTo>
                  <a:cubicBezTo>
                    <a:pt x="208508" y="91409"/>
                    <a:pt x="214647" y="92051"/>
                    <a:pt x="219558" y="93334"/>
                  </a:cubicBezTo>
                  <a:cubicBezTo>
                    <a:pt x="224470" y="94618"/>
                    <a:pt x="228404" y="96390"/>
                    <a:pt x="231362" y="98650"/>
                  </a:cubicBezTo>
                  <a:cubicBezTo>
                    <a:pt x="234320" y="100911"/>
                    <a:pt x="236413" y="103576"/>
                    <a:pt x="237641" y="106645"/>
                  </a:cubicBezTo>
                  <a:cubicBezTo>
                    <a:pt x="238869" y="109715"/>
                    <a:pt x="239483" y="113035"/>
                    <a:pt x="239483" y="116607"/>
                  </a:cubicBezTo>
                  <a:cubicBezTo>
                    <a:pt x="239483" y="124867"/>
                    <a:pt x="236957" y="131760"/>
                    <a:pt x="231906" y="137285"/>
                  </a:cubicBezTo>
                  <a:cubicBezTo>
                    <a:pt x="226855" y="142810"/>
                    <a:pt x="219195" y="147024"/>
                    <a:pt x="208926" y="149926"/>
                  </a:cubicBezTo>
                  <a:cubicBezTo>
                    <a:pt x="208815" y="150149"/>
                    <a:pt x="208759" y="150345"/>
                    <a:pt x="208759" y="150512"/>
                  </a:cubicBezTo>
                  <a:cubicBezTo>
                    <a:pt x="208759" y="150680"/>
                    <a:pt x="208759" y="150875"/>
                    <a:pt x="208759" y="151098"/>
                  </a:cubicBezTo>
                  <a:cubicBezTo>
                    <a:pt x="211382" y="152884"/>
                    <a:pt x="213489" y="155117"/>
                    <a:pt x="215079" y="157795"/>
                  </a:cubicBezTo>
                  <a:cubicBezTo>
                    <a:pt x="216670" y="160474"/>
                    <a:pt x="218051" y="164018"/>
                    <a:pt x="219223" y="168427"/>
                  </a:cubicBezTo>
                  <a:cubicBezTo>
                    <a:pt x="220563" y="173674"/>
                    <a:pt x="221665" y="177915"/>
                    <a:pt x="222530" y="181152"/>
                  </a:cubicBezTo>
                  <a:cubicBezTo>
                    <a:pt x="223395" y="184389"/>
                    <a:pt x="224400" y="186943"/>
                    <a:pt x="225544" y="188812"/>
                  </a:cubicBezTo>
                  <a:cubicBezTo>
                    <a:pt x="226688" y="190682"/>
                    <a:pt x="228139" y="192049"/>
                    <a:pt x="229897" y="192914"/>
                  </a:cubicBezTo>
                  <a:cubicBezTo>
                    <a:pt x="231655" y="193779"/>
                    <a:pt x="234041" y="194435"/>
                    <a:pt x="237055" y="194882"/>
                  </a:cubicBezTo>
                  <a:lnTo>
                    <a:pt x="235883" y="199988"/>
                  </a:lnTo>
                  <a:lnTo>
                    <a:pt x="211522" y="199988"/>
                  </a:lnTo>
                  <a:cubicBezTo>
                    <a:pt x="210517" y="197812"/>
                    <a:pt x="209540" y="195147"/>
                    <a:pt x="208591" y="191993"/>
                  </a:cubicBezTo>
                  <a:cubicBezTo>
                    <a:pt x="207643" y="188840"/>
                    <a:pt x="206806" y="185757"/>
                    <a:pt x="206080" y="182743"/>
                  </a:cubicBezTo>
                  <a:cubicBezTo>
                    <a:pt x="204964" y="178334"/>
                    <a:pt x="204029" y="174525"/>
                    <a:pt x="203275" y="171316"/>
                  </a:cubicBezTo>
                  <a:cubicBezTo>
                    <a:pt x="202522" y="168106"/>
                    <a:pt x="201783" y="165400"/>
                    <a:pt x="201057" y="163195"/>
                  </a:cubicBezTo>
                  <a:cubicBezTo>
                    <a:pt x="200331" y="160991"/>
                    <a:pt x="199578" y="159233"/>
                    <a:pt x="198797" y="157921"/>
                  </a:cubicBezTo>
                  <a:cubicBezTo>
                    <a:pt x="198015" y="156609"/>
                    <a:pt x="197094" y="155563"/>
                    <a:pt x="196034" y="154782"/>
                  </a:cubicBezTo>
                  <a:cubicBezTo>
                    <a:pt x="194974" y="154000"/>
                    <a:pt x="193690" y="153484"/>
                    <a:pt x="192183" y="153233"/>
                  </a:cubicBezTo>
                  <a:cubicBezTo>
                    <a:pt x="190676" y="152982"/>
                    <a:pt x="188835" y="152800"/>
                    <a:pt x="186658" y="152689"/>
                  </a:cubicBezTo>
                  <a:lnTo>
                    <a:pt x="176696" y="152689"/>
                  </a:lnTo>
                  <a:cubicBezTo>
                    <a:pt x="176026" y="155647"/>
                    <a:pt x="175300" y="158828"/>
                    <a:pt x="174519" y="162232"/>
                  </a:cubicBezTo>
                  <a:cubicBezTo>
                    <a:pt x="173738" y="165637"/>
                    <a:pt x="172970" y="168958"/>
                    <a:pt x="172217" y="172195"/>
                  </a:cubicBezTo>
                  <a:cubicBezTo>
                    <a:pt x="171463" y="175432"/>
                    <a:pt x="170836" y="178459"/>
                    <a:pt x="170333" y="181278"/>
                  </a:cubicBezTo>
                  <a:cubicBezTo>
                    <a:pt x="169831" y="184096"/>
                    <a:pt x="169580" y="186370"/>
                    <a:pt x="169580" y="188101"/>
                  </a:cubicBezTo>
                  <a:cubicBezTo>
                    <a:pt x="169580" y="189273"/>
                    <a:pt x="169719" y="190263"/>
                    <a:pt x="169998" y="191073"/>
                  </a:cubicBezTo>
                  <a:cubicBezTo>
                    <a:pt x="170278" y="191882"/>
                    <a:pt x="170766" y="192538"/>
                    <a:pt x="171463" y="193040"/>
                  </a:cubicBezTo>
                  <a:cubicBezTo>
                    <a:pt x="172161" y="193542"/>
                    <a:pt x="173110" y="193933"/>
                    <a:pt x="174310" y="194212"/>
                  </a:cubicBezTo>
                  <a:cubicBezTo>
                    <a:pt x="175510" y="194491"/>
                    <a:pt x="177031" y="194714"/>
                    <a:pt x="178872" y="194882"/>
                  </a:cubicBezTo>
                  <a:lnTo>
                    <a:pt x="177784" y="199988"/>
                  </a:lnTo>
                  <a:lnTo>
                    <a:pt x="142037" y="199988"/>
                  </a:lnTo>
                  <a:lnTo>
                    <a:pt x="142958" y="194882"/>
                  </a:lnTo>
                  <a:cubicBezTo>
                    <a:pt x="144688" y="194603"/>
                    <a:pt x="146098" y="194254"/>
                    <a:pt x="147186" y="193835"/>
                  </a:cubicBezTo>
                  <a:cubicBezTo>
                    <a:pt x="148274" y="193417"/>
                    <a:pt x="149251" y="192607"/>
                    <a:pt x="150116" y="191407"/>
                  </a:cubicBezTo>
                  <a:cubicBezTo>
                    <a:pt x="150981" y="190207"/>
                    <a:pt x="151776" y="188408"/>
                    <a:pt x="152502" y="186008"/>
                  </a:cubicBezTo>
                  <a:cubicBezTo>
                    <a:pt x="153227" y="183608"/>
                    <a:pt x="154065" y="180259"/>
                    <a:pt x="155013" y="175962"/>
                  </a:cubicBezTo>
                  <a:lnTo>
                    <a:pt x="168743" y="114933"/>
                  </a:lnTo>
                  <a:cubicBezTo>
                    <a:pt x="169301" y="112477"/>
                    <a:pt x="169719" y="110301"/>
                    <a:pt x="169998" y="108403"/>
                  </a:cubicBezTo>
                  <a:cubicBezTo>
                    <a:pt x="170278" y="106506"/>
                    <a:pt x="170417" y="104943"/>
                    <a:pt x="170417" y="103715"/>
                  </a:cubicBezTo>
                  <a:cubicBezTo>
                    <a:pt x="170417" y="101204"/>
                    <a:pt x="169789" y="99418"/>
                    <a:pt x="168533" y="98357"/>
                  </a:cubicBezTo>
                  <a:cubicBezTo>
                    <a:pt x="167278" y="97297"/>
                    <a:pt x="164920" y="96739"/>
                    <a:pt x="161459" y="96683"/>
                  </a:cubicBezTo>
                  <a:close/>
                  <a:moveTo>
                    <a:pt x="74004" y="9823"/>
                  </a:moveTo>
                  <a:cubicBezTo>
                    <a:pt x="70060" y="9823"/>
                    <a:pt x="65893" y="9972"/>
                    <a:pt x="61503" y="10269"/>
                  </a:cubicBezTo>
                  <a:lnTo>
                    <a:pt x="47215" y="74898"/>
                  </a:lnTo>
                  <a:lnTo>
                    <a:pt x="60387" y="74898"/>
                  </a:lnTo>
                  <a:cubicBezTo>
                    <a:pt x="71177" y="74898"/>
                    <a:pt x="79697" y="73447"/>
                    <a:pt x="85948" y="70545"/>
                  </a:cubicBezTo>
                  <a:cubicBezTo>
                    <a:pt x="92199" y="67643"/>
                    <a:pt x="97147" y="62880"/>
                    <a:pt x="100793" y="56257"/>
                  </a:cubicBezTo>
                  <a:cubicBezTo>
                    <a:pt x="104440" y="49635"/>
                    <a:pt x="106263" y="42491"/>
                    <a:pt x="106263" y="34826"/>
                  </a:cubicBezTo>
                  <a:cubicBezTo>
                    <a:pt x="106263" y="31626"/>
                    <a:pt x="105965" y="28780"/>
                    <a:pt x="105370" y="26287"/>
                  </a:cubicBezTo>
                  <a:cubicBezTo>
                    <a:pt x="104775" y="23794"/>
                    <a:pt x="103993" y="21729"/>
                    <a:pt x="103026" y="20092"/>
                  </a:cubicBezTo>
                  <a:cubicBezTo>
                    <a:pt x="102058" y="18455"/>
                    <a:pt x="100831" y="17004"/>
                    <a:pt x="99342" y="15739"/>
                  </a:cubicBezTo>
                  <a:cubicBezTo>
                    <a:pt x="97854" y="14474"/>
                    <a:pt x="95994" y="13376"/>
                    <a:pt x="93761" y="12446"/>
                  </a:cubicBezTo>
                  <a:cubicBezTo>
                    <a:pt x="91529" y="11516"/>
                    <a:pt x="88943" y="10846"/>
                    <a:pt x="86004" y="10437"/>
                  </a:cubicBezTo>
                  <a:cubicBezTo>
                    <a:pt x="83064" y="10028"/>
                    <a:pt x="79064" y="9823"/>
                    <a:pt x="74004" y="9823"/>
                  </a:cubicBezTo>
                  <a:close/>
                  <a:moveTo>
                    <a:pt x="29244" y="0"/>
                  </a:moveTo>
                  <a:lnTo>
                    <a:pt x="78916" y="0"/>
                  </a:lnTo>
                  <a:cubicBezTo>
                    <a:pt x="86804" y="0"/>
                    <a:pt x="93240" y="465"/>
                    <a:pt x="98226" y="1396"/>
                  </a:cubicBezTo>
                  <a:cubicBezTo>
                    <a:pt x="103212" y="2326"/>
                    <a:pt x="107472" y="3721"/>
                    <a:pt x="111007" y="5581"/>
                  </a:cubicBezTo>
                  <a:cubicBezTo>
                    <a:pt x="114541" y="7442"/>
                    <a:pt x="117499" y="9842"/>
                    <a:pt x="119881" y="12781"/>
                  </a:cubicBezTo>
                  <a:cubicBezTo>
                    <a:pt x="122262" y="15720"/>
                    <a:pt x="124048" y="19032"/>
                    <a:pt x="125238" y="22715"/>
                  </a:cubicBezTo>
                  <a:cubicBezTo>
                    <a:pt x="126429" y="26399"/>
                    <a:pt x="127024" y="30324"/>
                    <a:pt x="127024" y="34491"/>
                  </a:cubicBezTo>
                  <a:cubicBezTo>
                    <a:pt x="127024" y="45951"/>
                    <a:pt x="123527" y="55699"/>
                    <a:pt x="116532" y="63736"/>
                  </a:cubicBezTo>
                  <a:cubicBezTo>
                    <a:pt x="109537" y="71773"/>
                    <a:pt x="99231" y="77875"/>
                    <a:pt x="85613" y="82042"/>
                  </a:cubicBezTo>
                  <a:lnTo>
                    <a:pt x="85613" y="83270"/>
                  </a:lnTo>
                  <a:cubicBezTo>
                    <a:pt x="89185" y="85949"/>
                    <a:pt x="92068" y="89148"/>
                    <a:pt x="94264" y="92869"/>
                  </a:cubicBezTo>
                  <a:cubicBezTo>
                    <a:pt x="96459" y="96590"/>
                    <a:pt x="98226" y="101762"/>
                    <a:pt x="99566" y="108385"/>
                  </a:cubicBezTo>
                  <a:lnTo>
                    <a:pt x="102133" y="121333"/>
                  </a:lnTo>
                  <a:cubicBezTo>
                    <a:pt x="102951" y="125425"/>
                    <a:pt x="103882" y="129109"/>
                    <a:pt x="104923" y="132383"/>
                  </a:cubicBezTo>
                  <a:cubicBezTo>
                    <a:pt x="105965" y="135657"/>
                    <a:pt x="107212" y="138262"/>
                    <a:pt x="108663" y="140197"/>
                  </a:cubicBezTo>
                  <a:cubicBezTo>
                    <a:pt x="110114" y="142131"/>
                    <a:pt x="111751" y="143582"/>
                    <a:pt x="113574" y="144550"/>
                  </a:cubicBezTo>
                  <a:cubicBezTo>
                    <a:pt x="115397" y="145517"/>
                    <a:pt x="118057" y="146298"/>
                    <a:pt x="121555" y="146894"/>
                  </a:cubicBezTo>
                  <a:lnTo>
                    <a:pt x="120439" y="152363"/>
                  </a:lnTo>
                  <a:lnTo>
                    <a:pt x="89520" y="152363"/>
                  </a:lnTo>
                  <a:cubicBezTo>
                    <a:pt x="87138" y="145740"/>
                    <a:pt x="85018" y="137852"/>
                    <a:pt x="83157" y="128700"/>
                  </a:cubicBezTo>
                  <a:lnTo>
                    <a:pt x="78246" y="105036"/>
                  </a:lnTo>
                  <a:cubicBezTo>
                    <a:pt x="77427" y="100943"/>
                    <a:pt x="76441" y="97501"/>
                    <a:pt x="75288" y="94711"/>
                  </a:cubicBezTo>
                  <a:cubicBezTo>
                    <a:pt x="74135" y="91920"/>
                    <a:pt x="72758" y="89762"/>
                    <a:pt x="71158" y="88237"/>
                  </a:cubicBezTo>
                  <a:cubicBezTo>
                    <a:pt x="69558" y="86711"/>
                    <a:pt x="67698" y="85707"/>
                    <a:pt x="65577" y="85223"/>
                  </a:cubicBezTo>
                  <a:cubicBezTo>
                    <a:pt x="63456" y="84739"/>
                    <a:pt x="60870" y="84498"/>
                    <a:pt x="57819" y="84498"/>
                  </a:cubicBezTo>
                  <a:lnTo>
                    <a:pt x="45094" y="84498"/>
                  </a:lnTo>
                  <a:lnTo>
                    <a:pt x="37281" y="119882"/>
                  </a:lnTo>
                  <a:cubicBezTo>
                    <a:pt x="36611" y="122784"/>
                    <a:pt x="36146" y="125090"/>
                    <a:pt x="35886" y="126802"/>
                  </a:cubicBezTo>
                  <a:cubicBezTo>
                    <a:pt x="35625" y="128514"/>
                    <a:pt x="35402" y="130318"/>
                    <a:pt x="35216" y="132216"/>
                  </a:cubicBezTo>
                  <a:cubicBezTo>
                    <a:pt x="35030" y="134113"/>
                    <a:pt x="34937" y="135806"/>
                    <a:pt x="34937" y="137294"/>
                  </a:cubicBezTo>
                  <a:cubicBezTo>
                    <a:pt x="34937" y="139601"/>
                    <a:pt x="35309" y="141406"/>
                    <a:pt x="36053" y="142708"/>
                  </a:cubicBezTo>
                  <a:cubicBezTo>
                    <a:pt x="36797" y="144010"/>
                    <a:pt x="37913" y="144959"/>
                    <a:pt x="39402" y="145554"/>
                  </a:cubicBezTo>
                  <a:cubicBezTo>
                    <a:pt x="40890" y="146150"/>
                    <a:pt x="43457" y="146596"/>
                    <a:pt x="47104" y="146894"/>
                  </a:cubicBezTo>
                  <a:lnTo>
                    <a:pt x="45876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832"/>
                    <a:pt x="38955" y="15516"/>
                  </a:cubicBezTo>
                  <a:cubicBezTo>
                    <a:pt x="38955" y="11869"/>
                    <a:pt x="38100" y="9339"/>
                    <a:pt x="36388" y="7925"/>
                  </a:cubicBezTo>
                  <a:cubicBezTo>
                    <a:pt x="34676" y="6512"/>
                    <a:pt x="31886" y="5693"/>
                    <a:pt x="28016" y="54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D62D462-E366-4310-B13A-56C4FB5B560A}"/>
                </a:ext>
              </a:extLst>
            </p:cNvPr>
            <p:cNvSpPr txBox="1"/>
            <p:nvPr/>
          </p:nvSpPr>
          <p:spPr>
            <a:xfrm>
              <a:off x="730186" y="3727020"/>
              <a:ext cx="228394" cy="218710"/>
            </a:xfrm>
            <a:custGeom>
              <a:avLst/>
              <a:gdLst/>
              <a:ahLst/>
              <a:cxnLst/>
              <a:rect l="l" t="t" r="r" b="b"/>
              <a:pathLst>
                <a:path w="208843" h="199988">
                  <a:moveTo>
                    <a:pt x="129899" y="91409"/>
                  </a:moveTo>
                  <a:lnTo>
                    <a:pt x="208843" y="91409"/>
                  </a:lnTo>
                  <a:lnTo>
                    <a:pt x="202899" y="117528"/>
                  </a:lnTo>
                  <a:lnTo>
                    <a:pt x="193942" y="117528"/>
                  </a:lnTo>
                  <a:cubicBezTo>
                    <a:pt x="193663" y="114459"/>
                    <a:pt x="193384" y="111835"/>
                    <a:pt x="193105" y="109659"/>
                  </a:cubicBezTo>
                  <a:cubicBezTo>
                    <a:pt x="192826" y="107482"/>
                    <a:pt x="192323" y="105696"/>
                    <a:pt x="191598" y="104301"/>
                  </a:cubicBezTo>
                  <a:cubicBezTo>
                    <a:pt x="190872" y="102906"/>
                    <a:pt x="189840" y="101901"/>
                    <a:pt x="188500" y="101287"/>
                  </a:cubicBezTo>
                  <a:cubicBezTo>
                    <a:pt x="187161" y="100673"/>
                    <a:pt x="185319" y="100339"/>
                    <a:pt x="182975" y="100283"/>
                  </a:cubicBezTo>
                  <a:lnTo>
                    <a:pt x="155600" y="100283"/>
                  </a:lnTo>
                  <a:lnTo>
                    <a:pt x="146391" y="141052"/>
                  </a:lnTo>
                  <a:lnTo>
                    <a:pt x="162883" y="141052"/>
                  </a:lnTo>
                  <a:cubicBezTo>
                    <a:pt x="164837" y="141052"/>
                    <a:pt x="166455" y="140927"/>
                    <a:pt x="167739" y="140676"/>
                  </a:cubicBezTo>
                  <a:cubicBezTo>
                    <a:pt x="169022" y="140424"/>
                    <a:pt x="170194" y="139838"/>
                    <a:pt x="171255" y="138918"/>
                  </a:cubicBezTo>
                  <a:cubicBezTo>
                    <a:pt x="172315" y="137997"/>
                    <a:pt x="173362" y="136685"/>
                    <a:pt x="174394" y="134983"/>
                  </a:cubicBezTo>
                  <a:cubicBezTo>
                    <a:pt x="175427" y="133281"/>
                    <a:pt x="176696" y="131006"/>
                    <a:pt x="178203" y="128160"/>
                  </a:cubicBezTo>
                  <a:lnTo>
                    <a:pt x="186575" y="128160"/>
                  </a:lnTo>
                  <a:lnTo>
                    <a:pt x="178538" y="162902"/>
                  </a:lnTo>
                  <a:lnTo>
                    <a:pt x="170418" y="162902"/>
                  </a:lnTo>
                  <a:cubicBezTo>
                    <a:pt x="170418" y="159888"/>
                    <a:pt x="170334" y="157502"/>
                    <a:pt x="170166" y="155744"/>
                  </a:cubicBezTo>
                  <a:cubicBezTo>
                    <a:pt x="169999" y="153986"/>
                    <a:pt x="169636" y="152661"/>
                    <a:pt x="169078" y="151768"/>
                  </a:cubicBezTo>
                  <a:cubicBezTo>
                    <a:pt x="168520" y="150875"/>
                    <a:pt x="167683" y="150317"/>
                    <a:pt x="166567" y="150094"/>
                  </a:cubicBezTo>
                  <a:cubicBezTo>
                    <a:pt x="165451" y="149870"/>
                    <a:pt x="163944" y="149759"/>
                    <a:pt x="162046" y="149759"/>
                  </a:cubicBezTo>
                  <a:lnTo>
                    <a:pt x="144466" y="149759"/>
                  </a:lnTo>
                  <a:cubicBezTo>
                    <a:pt x="143740" y="152996"/>
                    <a:pt x="142931" y="156526"/>
                    <a:pt x="142038" y="160349"/>
                  </a:cubicBezTo>
                  <a:cubicBezTo>
                    <a:pt x="141145" y="164172"/>
                    <a:pt x="140308" y="167897"/>
                    <a:pt x="139527" y="171525"/>
                  </a:cubicBezTo>
                  <a:cubicBezTo>
                    <a:pt x="138745" y="175153"/>
                    <a:pt x="138089" y="178459"/>
                    <a:pt x="137559" y="181445"/>
                  </a:cubicBezTo>
                  <a:cubicBezTo>
                    <a:pt x="137029" y="184431"/>
                    <a:pt x="136764" y="186650"/>
                    <a:pt x="136764" y="188101"/>
                  </a:cubicBezTo>
                  <a:cubicBezTo>
                    <a:pt x="136764" y="189217"/>
                    <a:pt x="136917" y="190180"/>
                    <a:pt x="137224" y="190989"/>
                  </a:cubicBezTo>
                  <a:cubicBezTo>
                    <a:pt x="137531" y="191798"/>
                    <a:pt x="138034" y="192482"/>
                    <a:pt x="138731" y="193040"/>
                  </a:cubicBezTo>
                  <a:cubicBezTo>
                    <a:pt x="139429" y="193598"/>
                    <a:pt x="140419" y="194017"/>
                    <a:pt x="141703" y="194296"/>
                  </a:cubicBezTo>
                  <a:cubicBezTo>
                    <a:pt x="142987" y="194575"/>
                    <a:pt x="144633" y="194770"/>
                    <a:pt x="146642" y="194882"/>
                  </a:cubicBezTo>
                  <a:lnTo>
                    <a:pt x="145470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96" y="194254"/>
                    <a:pt x="114412" y="193835"/>
                  </a:cubicBezTo>
                  <a:cubicBezTo>
                    <a:pt x="115528" y="193417"/>
                    <a:pt x="116519" y="192607"/>
                    <a:pt x="117384" y="191407"/>
                  </a:cubicBezTo>
                  <a:cubicBezTo>
                    <a:pt x="118249" y="190207"/>
                    <a:pt x="119030" y="188408"/>
                    <a:pt x="119728" y="186008"/>
                  </a:cubicBezTo>
                  <a:cubicBezTo>
                    <a:pt x="120425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3" y="110301"/>
                    <a:pt x="137182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7" y="98357"/>
                  </a:cubicBezTo>
                  <a:cubicBezTo>
                    <a:pt x="134462" y="97297"/>
                    <a:pt x="132104" y="96739"/>
                    <a:pt x="128643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8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6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5" y="0"/>
                  </a:lnTo>
                  <a:lnTo>
                    <a:pt x="130708" y="0"/>
                  </a:lnTo>
                  <a:lnTo>
                    <a:pt x="129481" y="5470"/>
                  </a:lnTo>
                  <a:cubicBezTo>
                    <a:pt x="127471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C2CF9CF-0DFF-466C-AA1A-226E516555F0}"/>
                </a:ext>
              </a:extLst>
            </p:cNvPr>
            <p:cNvSpPr txBox="1"/>
            <p:nvPr/>
          </p:nvSpPr>
          <p:spPr>
            <a:xfrm>
              <a:off x="2860675" y="3709717"/>
              <a:ext cx="226015" cy="218710"/>
            </a:xfrm>
            <a:custGeom>
              <a:avLst/>
              <a:gdLst/>
              <a:ahLst/>
              <a:cxnLst/>
              <a:rect l="l" t="t" r="r" b="b"/>
              <a:pathLst>
                <a:path w="206667" h="199988">
                  <a:moveTo>
                    <a:pt x="165227" y="100283"/>
                  </a:moveTo>
                  <a:cubicBezTo>
                    <a:pt x="163888" y="100283"/>
                    <a:pt x="162353" y="100311"/>
                    <a:pt x="160623" y="100366"/>
                  </a:cubicBezTo>
                  <a:cubicBezTo>
                    <a:pt x="158893" y="100422"/>
                    <a:pt x="157219" y="100450"/>
                    <a:pt x="155600" y="100450"/>
                  </a:cubicBezTo>
                  <a:lnTo>
                    <a:pt x="145638" y="144234"/>
                  </a:lnTo>
                  <a:lnTo>
                    <a:pt x="155600" y="144234"/>
                  </a:lnTo>
                  <a:cubicBezTo>
                    <a:pt x="166651" y="144234"/>
                    <a:pt x="175134" y="141987"/>
                    <a:pt x="181050" y="137494"/>
                  </a:cubicBezTo>
                  <a:cubicBezTo>
                    <a:pt x="186966" y="133002"/>
                    <a:pt x="189924" y="126179"/>
                    <a:pt x="189924" y="117026"/>
                  </a:cubicBezTo>
                  <a:cubicBezTo>
                    <a:pt x="189924" y="113956"/>
                    <a:pt x="189463" y="111347"/>
                    <a:pt x="188542" y="109198"/>
                  </a:cubicBezTo>
                  <a:cubicBezTo>
                    <a:pt x="187621" y="107050"/>
                    <a:pt x="186156" y="105320"/>
                    <a:pt x="184147" y="104008"/>
                  </a:cubicBezTo>
                  <a:cubicBezTo>
                    <a:pt x="182138" y="102697"/>
                    <a:pt x="179585" y="101748"/>
                    <a:pt x="176487" y="101162"/>
                  </a:cubicBezTo>
                  <a:cubicBezTo>
                    <a:pt x="173390" y="100576"/>
                    <a:pt x="169636" y="100283"/>
                    <a:pt x="165227" y="100283"/>
                  </a:cubicBezTo>
                  <a:close/>
                  <a:moveTo>
                    <a:pt x="129899" y="91409"/>
                  </a:moveTo>
                  <a:lnTo>
                    <a:pt x="168325" y="91409"/>
                  </a:lnTo>
                  <a:cubicBezTo>
                    <a:pt x="175692" y="91409"/>
                    <a:pt x="181831" y="92051"/>
                    <a:pt x="186742" y="93334"/>
                  </a:cubicBezTo>
                  <a:cubicBezTo>
                    <a:pt x="191654" y="94618"/>
                    <a:pt x="195588" y="96390"/>
                    <a:pt x="198546" y="98650"/>
                  </a:cubicBezTo>
                  <a:cubicBezTo>
                    <a:pt x="201504" y="100911"/>
                    <a:pt x="203597" y="103576"/>
                    <a:pt x="204825" y="106645"/>
                  </a:cubicBezTo>
                  <a:cubicBezTo>
                    <a:pt x="206053" y="109715"/>
                    <a:pt x="206667" y="113035"/>
                    <a:pt x="206667" y="116607"/>
                  </a:cubicBezTo>
                  <a:cubicBezTo>
                    <a:pt x="206667" y="124867"/>
                    <a:pt x="204141" y="131760"/>
                    <a:pt x="199090" y="137285"/>
                  </a:cubicBezTo>
                  <a:cubicBezTo>
                    <a:pt x="194040" y="142810"/>
                    <a:pt x="186380" y="147024"/>
                    <a:pt x="176110" y="149926"/>
                  </a:cubicBezTo>
                  <a:cubicBezTo>
                    <a:pt x="175999" y="150149"/>
                    <a:pt x="175943" y="150345"/>
                    <a:pt x="175943" y="150512"/>
                  </a:cubicBezTo>
                  <a:cubicBezTo>
                    <a:pt x="175943" y="150680"/>
                    <a:pt x="175943" y="150875"/>
                    <a:pt x="175943" y="151098"/>
                  </a:cubicBezTo>
                  <a:cubicBezTo>
                    <a:pt x="178566" y="152884"/>
                    <a:pt x="180673" y="155117"/>
                    <a:pt x="182264" y="157795"/>
                  </a:cubicBezTo>
                  <a:cubicBezTo>
                    <a:pt x="183854" y="160474"/>
                    <a:pt x="185235" y="164018"/>
                    <a:pt x="186407" y="168427"/>
                  </a:cubicBezTo>
                  <a:cubicBezTo>
                    <a:pt x="187747" y="173674"/>
                    <a:pt x="188849" y="177915"/>
                    <a:pt x="189714" y="181152"/>
                  </a:cubicBezTo>
                  <a:cubicBezTo>
                    <a:pt x="190579" y="184389"/>
                    <a:pt x="191584" y="186943"/>
                    <a:pt x="192728" y="188812"/>
                  </a:cubicBezTo>
                  <a:cubicBezTo>
                    <a:pt x="193872" y="190682"/>
                    <a:pt x="195323" y="192049"/>
                    <a:pt x="197081" y="192914"/>
                  </a:cubicBezTo>
                  <a:cubicBezTo>
                    <a:pt x="198839" y="193779"/>
                    <a:pt x="201225" y="194435"/>
                    <a:pt x="204239" y="194882"/>
                  </a:cubicBezTo>
                  <a:lnTo>
                    <a:pt x="203067" y="199988"/>
                  </a:lnTo>
                  <a:lnTo>
                    <a:pt x="178706" y="199988"/>
                  </a:lnTo>
                  <a:cubicBezTo>
                    <a:pt x="177701" y="197812"/>
                    <a:pt x="176724" y="195147"/>
                    <a:pt x="175776" y="191993"/>
                  </a:cubicBezTo>
                  <a:cubicBezTo>
                    <a:pt x="174827" y="188840"/>
                    <a:pt x="173990" y="185757"/>
                    <a:pt x="173264" y="182743"/>
                  </a:cubicBezTo>
                  <a:cubicBezTo>
                    <a:pt x="172148" y="178334"/>
                    <a:pt x="171213" y="174525"/>
                    <a:pt x="170460" y="171316"/>
                  </a:cubicBezTo>
                  <a:cubicBezTo>
                    <a:pt x="169706" y="168106"/>
                    <a:pt x="168967" y="165400"/>
                    <a:pt x="168241" y="163195"/>
                  </a:cubicBezTo>
                  <a:cubicBezTo>
                    <a:pt x="167516" y="160991"/>
                    <a:pt x="166762" y="159233"/>
                    <a:pt x="165981" y="157921"/>
                  </a:cubicBezTo>
                  <a:cubicBezTo>
                    <a:pt x="165199" y="156609"/>
                    <a:pt x="164279" y="155563"/>
                    <a:pt x="163218" y="154782"/>
                  </a:cubicBezTo>
                  <a:cubicBezTo>
                    <a:pt x="162158" y="154000"/>
                    <a:pt x="160874" y="153484"/>
                    <a:pt x="159367" y="153233"/>
                  </a:cubicBezTo>
                  <a:cubicBezTo>
                    <a:pt x="157860" y="152982"/>
                    <a:pt x="156019" y="152800"/>
                    <a:pt x="153842" y="152689"/>
                  </a:cubicBezTo>
                  <a:lnTo>
                    <a:pt x="143880" y="152689"/>
                  </a:lnTo>
                  <a:cubicBezTo>
                    <a:pt x="143210" y="155647"/>
                    <a:pt x="142485" y="158828"/>
                    <a:pt x="141703" y="162232"/>
                  </a:cubicBezTo>
                  <a:cubicBezTo>
                    <a:pt x="140922" y="165637"/>
                    <a:pt x="140154" y="168958"/>
                    <a:pt x="139401" y="172195"/>
                  </a:cubicBezTo>
                  <a:cubicBezTo>
                    <a:pt x="138648" y="175432"/>
                    <a:pt x="138020" y="178459"/>
                    <a:pt x="137517" y="181278"/>
                  </a:cubicBezTo>
                  <a:cubicBezTo>
                    <a:pt x="137015" y="184096"/>
                    <a:pt x="136764" y="186370"/>
                    <a:pt x="136764" y="188101"/>
                  </a:cubicBezTo>
                  <a:cubicBezTo>
                    <a:pt x="136764" y="189273"/>
                    <a:pt x="136904" y="190263"/>
                    <a:pt x="137183" y="191073"/>
                  </a:cubicBezTo>
                  <a:cubicBezTo>
                    <a:pt x="137462" y="191882"/>
                    <a:pt x="137950" y="192538"/>
                    <a:pt x="138648" y="193040"/>
                  </a:cubicBezTo>
                  <a:cubicBezTo>
                    <a:pt x="139345" y="193542"/>
                    <a:pt x="140294" y="193933"/>
                    <a:pt x="141494" y="194212"/>
                  </a:cubicBezTo>
                  <a:cubicBezTo>
                    <a:pt x="142694" y="194491"/>
                    <a:pt x="144215" y="194714"/>
                    <a:pt x="146056" y="194882"/>
                  </a:cubicBezTo>
                  <a:lnTo>
                    <a:pt x="144968" y="199988"/>
                  </a:lnTo>
                  <a:lnTo>
                    <a:pt x="109221" y="199988"/>
                  </a:lnTo>
                  <a:lnTo>
                    <a:pt x="110142" y="194882"/>
                  </a:lnTo>
                  <a:cubicBezTo>
                    <a:pt x="111872" y="194603"/>
                    <a:pt x="113282" y="194254"/>
                    <a:pt x="114370" y="193835"/>
                  </a:cubicBezTo>
                  <a:cubicBezTo>
                    <a:pt x="115458" y="193417"/>
                    <a:pt x="116435" y="192607"/>
                    <a:pt x="117300" y="191407"/>
                  </a:cubicBezTo>
                  <a:cubicBezTo>
                    <a:pt x="118165" y="190207"/>
                    <a:pt x="118960" y="188408"/>
                    <a:pt x="119686" y="186008"/>
                  </a:cubicBezTo>
                  <a:cubicBezTo>
                    <a:pt x="120412" y="183608"/>
                    <a:pt x="121249" y="180259"/>
                    <a:pt x="122197" y="175962"/>
                  </a:cubicBezTo>
                  <a:lnTo>
                    <a:pt x="135927" y="114933"/>
                  </a:lnTo>
                  <a:cubicBezTo>
                    <a:pt x="136485" y="112477"/>
                    <a:pt x="136904" y="110301"/>
                    <a:pt x="137183" y="108403"/>
                  </a:cubicBezTo>
                  <a:cubicBezTo>
                    <a:pt x="137462" y="106506"/>
                    <a:pt x="137601" y="104943"/>
                    <a:pt x="137601" y="103715"/>
                  </a:cubicBezTo>
                  <a:cubicBezTo>
                    <a:pt x="137601" y="101204"/>
                    <a:pt x="136973" y="99418"/>
                    <a:pt x="135718" y="98357"/>
                  </a:cubicBezTo>
                  <a:cubicBezTo>
                    <a:pt x="134462" y="97297"/>
                    <a:pt x="132104" y="96739"/>
                    <a:pt x="128644" y="96683"/>
                  </a:cubicBezTo>
                  <a:close/>
                  <a:moveTo>
                    <a:pt x="1228" y="0"/>
                  </a:moveTo>
                  <a:lnTo>
                    <a:pt x="47439" y="0"/>
                  </a:lnTo>
                  <a:lnTo>
                    <a:pt x="46211" y="5470"/>
                  </a:lnTo>
                  <a:cubicBezTo>
                    <a:pt x="42937" y="5842"/>
                    <a:pt x="40388" y="6809"/>
                    <a:pt x="38565" y="8372"/>
                  </a:cubicBezTo>
                  <a:cubicBezTo>
                    <a:pt x="36742" y="9935"/>
                    <a:pt x="35459" y="12111"/>
                    <a:pt x="34714" y="14902"/>
                  </a:cubicBezTo>
                  <a:cubicBezTo>
                    <a:pt x="33970" y="17692"/>
                    <a:pt x="33598" y="21432"/>
                    <a:pt x="33598" y="26120"/>
                  </a:cubicBezTo>
                  <a:cubicBezTo>
                    <a:pt x="33598" y="27236"/>
                    <a:pt x="33710" y="30585"/>
                    <a:pt x="33933" y="36166"/>
                  </a:cubicBezTo>
                  <a:lnTo>
                    <a:pt x="37058" y="117872"/>
                  </a:lnTo>
                  <a:lnTo>
                    <a:pt x="37058" y="126802"/>
                  </a:lnTo>
                  <a:lnTo>
                    <a:pt x="38175" y="126802"/>
                  </a:lnTo>
                  <a:lnTo>
                    <a:pt x="86507" y="39626"/>
                  </a:lnTo>
                  <a:cubicBezTo>
                    <a:pt x="89334" y="34491"/>
                    <a:pt x="91455" y="30082"/>
                    <a:pt x="92869" y="26399"/>
                  </a:cubicBezTo>
                  <a:cubicBezTo>
                    <a:pt x="94283" y="22715"/>
                    <a:pt x="94990" y="19460"/>
                    <a:pt x="94990" y="16632"/>
                  </a:cubicBezTo>
                  <a:cubicBezTo>
                    <a:pt x="94990" y="10381"/>
                    <a:pt x="91269" y="6661"/>
                    <a:pt x="83828" y="5470"/>
                  </a:cubicBezTo>
                  <a:lnTo>
                    <a:pt x="85056" y="0"/>
                  </a:lnTo>
                  <a:lnTo>
                    <a:pt x="130709" y="0"/>
                  </a:lnTo>
                  <a:lnTo>
                    <a:pt x="129481" y="5470"/>
                  </a:lnTo>
                  <a:cubicBezTo>
                    <a:pt x="127472" y="5768"/>
                    <a:pt x="125555" y="6530"/>
                    <a:pt x="123732" y="7758"/>
                  </a:cubicBezTo>
                  <a:cubicBezTo>
                    <a:pt x="121909" y="8986"/>
                    <a:pt x="119863" y="11032"/>
                    <a:pt x="117593" y="13897"/>
                  </a:cubicBezTo>
                  <a:cubicBezTo>
                    <a:pt x="115323" y="16762"/>
                    <a:pt x="111807" y="22287"/>
                    <a:pt x="107045" y="30473"/>
                  </a:cubicBezTo>
                  <a:lnTo>
                    <a:pt x="35607" y="154149"/>
                  </a:lnTo>
                  <a:lnTo>
                    <a:pt x="20762" y="154149"/>
                  </a:lnTo>
                  <a:lnTo>
                    <a:pt x="13283" y="29692"/>
                  </a:lnTo>
                  <a:cubicBezTo>
                    <a:pt x="12985" y="24855"/>
                    <a:pt x="12446" y="20706"/>
                    <a:pt x="11665" y="17246"/>
                  </a:cubicBezTo>
                  <a:cubicBezTo>
                    <a:pt x="10883" y="13786"/>
                    <a:pt x="9655" y="11088"/>
                    <a:pt x="7981" y="9153"/>
                  </a:cubicBezTo>
                  <a:cubicBezTo>
                    <a:pt x="6307" y="7219"/>
                    <a:pt x="3646" y="5991"/>
                    <a:pt x="0" y="54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65" name="椭圆 64">
            <a:extLst>
              <a:ext uri="{FF2B5EF4-FFF2-40B4-BE49-F238E27FC236}">
                <a16:creationId xmlns:a16="http://schemas.microsoft.com/office/drawing/2014/main" id="{FD7FCC92-6EB0-41A9-ABC0-500F6979A22D}"/>
              </a:ext>
            </a:extLst>
          </p:cNvPr>
          <p:cNvSpPr/>
          <p:nvPr/>
        </p:nvSpPr>
        <p:spPr>
          <a:xfrm>
            <a:off x="3089338" y="2909049"/>
            <a:ext cx="2488500" cy="64066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EEFE23D-FA92-4929-BBB5-FE034D5C1652}"/>
              </a:ext>
            </a:extLst>
          </p:cNvPr>
          <p:cNvSpPr txBox="1"/>
          <p:nvPr/>
        </p:nvSpPr>
        <p:spPr>
          <a:xfrm>
            <a:off x="5792349" y="3114865"/>
            <a:ext cx="499590" cy="248976"/>
          </a:xfrm>
          <a:custGeom>
            <a:avLst/>
            <a:gdLst/>
            <a:ahLst/>
            <a:cxnLst/>
            <a:rect l="l" t="t" r="r" b="b"/>
            <a:pathLst>
              <a:path w="837591" h="417423">
                <a:moveTo>
                  <a:pt x="635508" y="279806"/>
                </a:moveTo>
                <a:lnTo>
                  <a:pt x="635508" y="373075"/>
                </a:lnTo>
                <a:lnTo>
                  <a:pt x="763982" y="373075"/>
                </a:lnTo>
                <a:lnTo>
                  <a:pt x="763982" y="279806"/>
                </a:lnTo>
                <a:close/>
                <a:moveTo>
                  <a:pt x="174651" y="194767"/>
                </a:moveTo>
                <a:lnTo>
                  <a:pt x="174651" y="264718"/>
                </a:lnTo>
                <a:lnTo>
                  <a:pt x="285750" y="264718"/>
                </a:lnTo>
                <a:lnTo>
                  <a:pt x="285750" y="194767"/>
                </a:lnTo>
                <a:close/>
                <a:moveTo>
                  <a:pt x="32004" y="194767"/>
                </a:moveTo>
                <a:lnTo>
                  <a:pt x="32004" y="264718"/>
                </a:lnTo>
                <a:lnTo>
                  <a:pt x="145847" y="264718"/>
                </a:lnTo>
                <a:lnTo>
                  <a:pt x="145847" y="194767"/>
                </a:lnTo>
                <a:close/>
                <a:moveTo>
                  <a:pt x="635508" y="169621"/>
                </a:moveTo>
                <a:lnTo>
                  <a:pt x="635508" y="257403"/>
                </a:lnTo>
                <a:lnTo>
                  <a:pt x="763982" y="257403"/>
                </a:lnTo>
                <a:lnTo>
                  <a:pt x="763982" y="169621"/>
                </a:lnTo>
                <a:close/>
                <a:moveTo>
                  <a:pt x="174651" y="97383"/>
                </a:moveTo>
                <a:lnTo>
                  <a:pt x="174651" y="172364"/>
                </a:lnTo>
                <a:lnTo>
                  <a:pt x="285750" y="172364"/>
                </a:lnTo>
                <a:lnTo>
                  <a:pt x="285750" y="97383"/>
                </a:lnTo>
                <a:close/>
                <a:moveTo>
                  <a:pt x="32004" y="97383"/>
                </a:moveTo>
                <a:lnTo>
                  <a:pt x="32004" y="172364"/>
                </a:lnTo>
                <a:lnTo>
                  <a:pt x="145847" y="172364"/>
                </a:lnTo>
                <a:lnTo>
                  <a:pt x="145847" y="97383"/>
                </a:lnTo>
                <a:close/>
                <a:moveTo>
                  <a:pt x="635508" y="57607"/>
                </a:moveTo>
                <a:lnTo>
                  <a:pt x="635508" y="147218"/>
                </a:lnTo>
                <a:lnTo>
                  <a:pt x="763982" y="147218"/>
                </a:lnTo>
                <a:lnTo>
                  <a:pt x="763982" y="57607"/>
                </a:lnTo>
                <a:close/>
                <a:moveTo>
                  <a:pt x="603962" y="30175"/>
                </a:moveTo>
                <a:cubicBezTo>
                  <a:pt x="619202" y="32918"/>
                  <a:pt x="651282" y="34290"/>
                  <a:pt x="700202" y="34290"/>
                </a:cubicBezTo>
                <a:cubicBezTo>
                  <a:pt x="749123" y="34290"/>
                  <a:pt x="781203" y="32918"/>
                  <a:pt x="796443" y="30175"/>
                </a:cubicBezTo>
                <a:cubicBezTo>
                  <a:pt x="793700" y="48768"/>
                  <a:pt x="792328" y="70866"/>
                  <a:pt x="792328" y="96469"/>
                </a:cubicBezTo>
                <a:lnTo>
                  <a:pt x="792328" y="372618"/>
                </a:lnTo>
                <a:cubicBezTo>
                  <a:pt x="805739" y="372313"/>
                  <a:pt x="820827" y="371094"/>
                  <a:pt x="837591" y="368960"/>
                </a:cubicBezTo>
                <a:lnTo>
                  <a:pt x="837591" y="400507"/>
                </a:lnTo>
                <a:cubicBezTo>
                  <a:pt x="819303" y="397764"/>
                  <a:pt x="771906" y="396392"/>
                  <a:pt x="695402" y="396392"/>
                </a:cubicBezTo>
                <a:cubicBezTo>
                  <a:pt x="618897" y="396392"/>
                  <a:pt x="571196" y="397764"/>
                  <a:pt x="552298" y="400507"/>
                </a:cubicBezTo>
                <a:lnTo>
                  <a:pt x="552298" y="368960"/>
                </a:lnTo>
                <a:cubicBezTo>
                  <a:pt x="569672" y="370789"/>
                  <a:pt x="588112" y="372008"/>
                  <a:pt x="607619" y="372618"/>
                </a:cubicBezTo>
                <a:lnTo>
                  <a:pt x="607619" y="96469"/>
                </a:lnTo>
                <a:cubicBezTo>
                  <a:pt x="607619" y="69037"/>
                  <a:pt x="606400" y="46939"/>
                  <a:pt x="603962" y="30175"/>
                </a:cubicBezTo>
                <a:close/>
                <a:moveTo>
                  <a:pt x="577901" y="23317"/>
                </a:moveTo>
                <a:cubicBezTo>
                  <a:pt x="565404" y="67818"/>
                  <a:pt x="548488" y="115824"/>
                  <a:pt x="527152" y="167335"/>
                </a:cubicBezTo>
                <a:cubicBezTo>
                  <a:pt x="543002" y="179222"/>
                  <a:pt x="555803" y="194233"/>
                  <a:pt x="565557" y="212369"/>
                </a:cubicBezTo>
                <a:cubicBezTo>
                  <a:pt x="575310" y="230505"/>
                  <a:pt x="580187" y="247497"/>
                  <a:pt x="580187" y="263347"/>
                </a:cubicBezTo>
                <a:cubicBezTo>
                  <a:pt x="580187" y="279196"/>
                  <a:pt x="577977" y="291541"/>
                  <a:pt x="573558" y="300380"/>
                </a:cubicBezTo>
                <a:cubicBezTo>
                  <a:pt x="569138" y="309219"/>
                  <a:pt x="561061" y="316230"/>
                  <a:pt x="549326" y="321411"/>
                </a:cubicBezTo>
                <a:cubicBezTo>
                  <a:pt x="537591" y="326593"/>
                  <a:pt x="520446" y="330860"/>
                  <a:pt x="497891" y="334213"/>
                </a:cubicBezTo>
                <a:cubicBezTo>
                  <a:pt x="496062" y="322021"/>
                  <a:pt x="491490" y="310591"/>
                  <a:pt x="484175" y="299923"/>
                </a:cubicBezTo>
                <a:cubicBezTo>
                  <a:pt x="506730" y="300228"/>
                  <a:pt x="523875" y="298399"/>
                  <a:pt x="535610" y="294436"/>
                </a:cubicBezTo>
                <a:cubicBezTo>
                  <a:pt x="547345" y="290474"/>
                  <a:pt x="553212" y="279349"/>
                  <a:pt x="553212" y="261061"/>
                </a:cubicBezTo>
                <a:cubicBezTo>
                  <a:pt x="553212" y="249174"/>
                  <a:pt x="548336" y="234772"/>
                  <a:pt x="538582" y="217855"/>
                </a:cubicBezTo>
                <a:cubicBezTo>
                  <a:pt x="528828" y="200939"/>
                  <a:pt x="515417" y="185166"/>
                  <a:pt x="498348" y="170535"/>
                </a:cubicBezTo>
                <a:cubicBezTo>
                  <a:pt x="520599" y="122377"/>
                  <a:pt x="535534" y="81534"/>
                  <a:pt x="543154" y="48006"/>
                </a:cubicBezTo>
                <a:lnTo>
                  <a:pt x="467716" y="48006"/>
                </a:lnTo>
                <a:lnTo>
                  <a:pt x="467716" y="319125"/>
                </a:lnTo>
                <a:cubicBezTo>
                  <a:pt x="467716" y="363016"/>
                  <a:pt x="468783" y="395782"/>
                  <a:pt x="470916" y="417423"/>
                </a:cubicBezTo>
                <a:lnTo>
                  <a:pt x="436626" y="417423"/>
                </a:lnTo>
                <a:cubicBezTo>
                  <a:pt x="439674" y="392125"/>
                  <a:pt x="441198" y="359359"/>
                  <a:pt x="441198" y="319125"/>
                </a:cubicBezTo>
                <a:lnTo>
                  <a:pt x="441198" y="83667"/>
                </a:lnTo>
                <a:cubicBezTo>
                  <a:pt x="441198" y="62941"/>
                  <a:pt x="440132" y="42976"/>
                  <a:pt x="437998" y="23774"/>
                </a:cubicBezTo>
                <a:cubicBezTo>
                  <a:pt x="456896" y="24993"/>
                  <a:pt x="479679" y="25603"/>
                  <a:pt x="506349" y="25603"/>
                </a:cubicBezTo>
                <a:cubicBezTo>
                  <a:pt x="533019" y="25603"/>
                  <a:pt x="556870" y="24841"/>
                  <a:pt x="577901" y="23317"/>
                </a:cubicBezTo>
                <a:close/>
                <a:moveTo>
                  <a:pt x="140818" y="0"/>
                </a:moveTo>
                <a:cubicBezTo>
                  <a:pt x="154534" y="1828"/>
                  <a:pt x="167945" y="2743"/>
                  <a:pt x="181052" y="2743"/>
                </a:cubicBezTo>
                <a:cubicBezTo>
                  <a:pt x="186538" y="2743"/>
                  <a:pt x="189281" y="4038"/>
                  <a:pt x="189281" y="6629"/>
                </a:cubicBezTo>
                <a:cubicBezTo>
                  <a:pt x="189281" y="9220"/>
                  <a:pt x="187757" y="11125"/>
                  <a:pt x="184709" y="12344"/>
                </a:cubicBezTo>
                <a:cubicBezTo>
                  <a:pt x="181661" y="13563"/>
                  <a:pt x="179223" y="15849"/>
                  <a:pt x="177394" y="19202"/>
                </a:cubicBezTo>
                <a:cubicBezTo>
                  <a:pt x="175565" y="22555"/>
                  <a:pt x="174651" y="25603"/>
                  <a:pt x="174651" y="28346"/>
                </a:cubicBezTo>
                <a:lnTo>
                  <a:pt x="174651" y="74523"/>
                </a:lnTo>
                <a:cubicBezTo>
                  <a:pt x="240488" y="74218"/>
                  <a:pt x="288189" y="72390"/>
                  <a:pt x="317754" y="69037"/>
                </a:cubicBezTo>
                <a:cubicBezTo>
                  <a:pt x="315621" y="81534"/>
                  <a:pt x="314554" y="98755"/>
                  <a:pt x="314554" y="120700"/>
                </a:cubicBezTo>
                <a:lnTo>
                  <a:pt x="314554" y="255574"/>
                </a:lnTo>
                <a:cubicBezTo>
                  <a:pt x="314554" y="277215"/>
                  <a:pt x="316078" y="299008"/>
                  <a:pt x="319126" y="320954"/>
                </a:cubicBezTo>
                <a:lnTo>
                  <a:pt x="285750" y="320954"/>
                </a:lnTo>
                <a:lnTo>
                  <a:pt x="285750" y="288036"/>
                </a:lnTo>
                <a:lnTo>
                  <a:pt x="174651" y="288036"/>
                </a:lnTo>
                <a:lnTo>
                  <a:pt x="174651" y="352044"/>
                </a:lnTo>
                <a:cubicBezTo>
                  <a:pt x="174651" y="362102"/>
                  <a:pt x="175641" y="369417"/>
                  <a:pt x="177623" y="373989"/>
                </a:cubicBezTo>
                <a:cubicBezTo>
                  <a:pt x="179604" y="378561"/>
                  <a:pt x="183947" y="381838"/>
                  <a:pt x="190653" y="383819"/>
                </a:cubicBezTo>
                <a:cubicBezTo>
                  <a:pt x="197358" y="385800"/>
                  <a:pt x="208179" y="386791"/>
                  <a:pt x="223114" y="386791"/>
                </a:cubicBezTo>
                <a:lnTo>
                  <a:pt x="295352" y="386334"/>
                </a:lnTo>
                <a:cubicBezTo>
                  <a:pt x="313640" y="386334"/>
                  <a:pt x="325908" y="380847"/>
                  <a:pt x="332156" y="369874"/>
                </a:cubicBezTo>
                <a:cubicBezTo>
                  <a:pt x="338405" y="358902"/>
                  <a:pt x="342900" y="342290"/>
                  <a:pt x="345644" y="320040"/>
                </a:cubicBezTo>
                <a:cubicBezTo>
                  <a:pt x="352654" y="328269"/>
                  <a:pt x="363017" y="334518"/>
                  <a:pt x="376733" y="338785"/>
                </a:cubicBezTo>
                <a:cubicBezTo>
                  <a:pt x="369418" y="367131"/>
                  <a:pt x="360350" y="386638"/>
                  <a:pt x="349530" y="397306"/>
                </a:cubicBezTo>
                <a:cubicBezTo>
                  <a:pt x="338709" y="407974"/>
                  <a:pt x="320802" y="413308"/>
                  <a:pt x="295809" y="413308"/>
                </a:cubicBezTo>
                <a:lnTo>
                  <a:pt x="223571" y="412851"/>
                </a:lnTo>
                <a:cubicBezTo>
                  <a:pt x="199492" y="412851"/>
                  <a:pt x="182118" y="411175"/>
                  <a:pt x="171450" y="407822"/>
                </a:cubicBezTo>
                <a:cubicBezTo>
                  <a:pt x="160782" y="404469"/>
                  <a:pt x="153848" y="398602"/>
                  <a:pt x="150648" y="390220"/>
                </a:cubicBezTo>
                <a:cubicBezTo>
                  <a:pt x="147447" y="381838"/>
                  <a:pt x="145847" y="368198"/>
                  <a:pt x="145847" y="349300"/>
                </a:cubicBezTo>
                <a:lnTo>
                  <a:pt x="145847" y="288036"/>
                </a:lnTo>
                <a:lnTo>
                  <a:pt x="32004" y="288036"/>
                </a:lnTo>
                <a:lnTo>
                  <a:pt x="32004" y="330098"/>
                </a:lnTo>
                <a:lnTo>
                  <a:pt x="0" y="330098"/>
                </a:lnTo>
                <a:cubicBezTo>
                  <a:pt x="3353" y="308152"/>
                  <a:pt x="5030" y="284835"/>
                  <a:pt x="5030" y="260146"/>
                </a:cubicBezTo>
                <a:lnTo>
                  <a:pt x="5030" y="120700"/>
                </a:lnTo>
                <a:cubicBezTo>
                  <a:pt x="5030" y="100584"/>
                  <a:pt x="3963" y="83362"/>
                  <a:pt x="1829" y="69037"/>
                </a:cubicBezTo>
                <a:cubicBezTo>
                  <a:pt x="32919" y="72390"/>
                  <a:pt x="80925" y="74218"/>
                  <a:pt x="145847" y="74523"/>
                </a:cubicBezTo>
                <a:cubicBezTo>
                  <a:pt x="145847" y="40690"/>
                  <a:pt x="144171" y="15849"/>
                  <a:pt x="14081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897363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5DA4C1C-43EC-40DD-BBC8-67A9476EE9E8}"/>
              </a:ext>
            </a:extLst>
          </p:cNvPr>
          <p:cNvSpPr/>
          <p:nvPr/>
        </p:nvSpPr>
        <p:spPr>
          <a:xfrm>
            <a:off x="2982954" y="1856364"/>
            <a:ext cx="1712606" cy="984255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2DD4E1-D4D3-4B1B-854A-EC2320CA591B}"/>
              </a:ext>
            </a:extLst>
          </p:cNvPr>
          <p:cNvSpPr/>
          <p:nvPr/>
        </p:nvSpPr>
        <p:spPr>
          <a:xfrm>
            <a:off x="4695559" y="1856364"/>
            <a:ext cx="1712606" cy="984255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5C86428-A9CE-4530-B86A-5876CE766134}"/>
              </a:ext>
            </a:extLst>
          </p:cNvPr>
          <p:cNvGrpSpPr/>
          <p:nvPr/>
        </p:nvGrpSpPr>
        <p:grpSpPr>
          <a:xfrm rot="5400000">
            <a:off x="590022" y="3734257"/>
            <a:ext cx="743326" cy="499031"/>
            <a:chOff x="2915443" y="4344145"/>
            <a:chExt cx="509929" cy="230183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219A637A-CD09-4C07-AA49-B9F0ECE4BC55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332AA724-6BDB-4FF5-B8CF-5ABE591256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D035EEF2-160C-4C2B-AC0E-EDB4859D6A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8C214D15-FD82-40A5-8A7D-99C870047B34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8E90EC3-D27F-4899-AB64-2EFEC990E858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D8D76DBB-A473-4F63-85D3-D71EF39E1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28A2417D-2741-4109-A684-EB09A974A3DF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0476C09-B85B-4257-BB1F-F9C7DEC4BFD0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EF8D8B9-6D6C-4ABB-9F95-668CDC2FBDB3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C45DD38-1B62-4F01-9D97-1812548A020C}"/>
              </a:ext>
            </a:extLst>
          </p:cNvPr>
          <p:cNvGrpSpPr/>
          <p:nvPr/>
        </p:nvGrpSpPr>
        <p:grpSpPr>
          <a:xfrm rot="16200000" flipV="1">
            <a:off x="2057657" y="3734257"/>
            <a:ext cx="743325" cy="499031"/>
            <a:chOff x="2915443" y="4344145"/>
            <a:chExt cx="509929" cy="230183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7CFEEDD5-E779-4747-AB6C-1CD6F6FB4093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268F52B-0558-46A2-B62F-022CCF8626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8C32D103-6165-4231-8BEA-DADBFC8227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EAFC022A-17BF-46D9-A6EE-3A9828559270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4C5545CF-3E61-4986-A668-F4B07434A2EA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D4CD2D97-C366-44D7-BA35-E59EF206C8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04608DF6-1014-4142-8DA0-3936CDDB2ED7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562B247-BB61-407D-A3E6-37D68E63DB09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756F609-3F3C-44B2-997A-D4FC142D48B2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D7AA5BC-0664-42DC-A7E1-2262A10BEAFC}"/>
              </a:ext>
            </a:extLst>
          </p:cNvPr>
          <p:cNvCxnSpPr>
            <a:cxnSpLocks/>
            <a:endCxn id="50" idx="2"/>
          </p:cNvCxnSpPr>
          <p:nvPr/>
        </p:nvCxnSpPr>
        <p:spPr>
          <a:xfrm flipH="1">
            <a:off x="1650419" y="2348491"/>
            <a:ext cx="1946" cy="8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5F64648D-C5DD-4EFF-9E1F-4683ECD65BDE}"/>
              </a:ext>
            </a:extLst>
          </p:cNvPr>
          <p:cNvSpPr/>
          <p:nvPr/>
        </p:nvSpPr>
        <p:spPr>
          <a:xfrm rot="16200000" flipH="1">
            <a:off x="1607968" y="3163471"/>
            <a:ext cx="84902" cy="1156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3D2D6FD-CB32-4C51-A132-4E570FCF5C88}"/>
              </a:ext>
            </a:extLst>
          </p:cNvPr>
          <p:cNvCxnSpPr>
            <a:cxnSpLocks/>
          </p:cNvCxnSpPr>
          <p:nvPr/>
        </p:nvCxnSpPr>
        <p:spPr>
          <a:xfrm flipH="1">
            <a:off x="829523" y="3238666"/>
            <a:ext cx="822842" cy="3490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3E511B0-AEDC-493D-B151-DA7336F1EB0D}"/>
              </a:ext>
            </a:extLst>
          </p:cNvPr>
          <p:cNvCxnSpPr>
            <a:cxnSpLocks/>
          </p:cNvCxnSpPr>
          <p:nvPr/>
        </p:nvCxnSpPr>
        <p:spPr>
          <a:xfrm>
            <a:off x="909799" y="4355437"/>
            <a:ext cx="5822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C522D57-1AAC-4743-BBBF-88D8F4D84FDF}"/>
              </a:ext>
            </a:extLst>
          </p:cNvPr>
          <p:cNvCxnSpPr>
            <a:cxnSpLocks/>
          </p:cNvCxnSpPr>
          <p:nvPr/>
        </p:nvCxnSpPr>
        <p:spPr>
          <a:xfrm>
            <a:off x="2713524" y="2348491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C465FB9-6D1B-474B-92BB-ECFA3B51DBC1}"/>
              </a:ext>
            </a:extLst>
          </p:cNvPr>
          <p:cNvGrpSpPr/>
          <p:nvPr/>
        </p:nvGrpSpPr>
        <p:grpSpPr>
          <a:xfrm>
            <a:off x="4141376" y="4361988"/>
            <a:ext cx="344972" cy="327332"/>
            <a:chOff x="4276725" y="3573463"/>
            <a:chExt cx="279400" cy="265112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6874A61-B194-4EDC-BE18-C42767948D05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1955239-BD26-410D-89FC-705D1C852BF2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226C1BE-EEBF-4F53-B974-85E18AEEF6AB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52588A6-F3AF-4975-81AB-5942851B0B05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340E009-93E4-4CC9-BDEF-94DFDB0D4130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110CCA-675C-4EB0-9F04-A9DB8A2D6B51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椭圆 56">
            <a:extLst>
              <a:ext uri="{FF2B5EF4-FFF2-40B4-BE49-F238E27FC236}">
                <a16:creationId xmlns:a16="http://schemas.microsoft.com/office/drawing/2014/main" id="{FD45885A-319A-4E03-9AB5-C782648ED549}"/>
              </a:ext>
            </a:extLst>
          </p:cNvPr>
          <p:cNvSpPr/>
          <p:nvPr/>
        </p:nvSpPr>
        <p:spPr>
          <a:xfrm rot="16200000" flipH="1">
            <a:off x="2327870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26609AA-E75B-404A-817F-330A0A30938E}"/>
              </a:ext>
            </a:extLst>
          </p:cNvPr>
          <p:cNvSpPr/>
          <p:nvPr/>
        </p:nvSpPr>
        <p:spPr>
          <a:xfrm rot="16200000" flipH="1">
            <a:off x="4258417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E2EB865-5F93-46DE-9262-A0899140691E}"/>
              </a:ext>
            </a:extLst>
          </p:cNvPr>
          <p:cNvCxnSpPr>
            <a:cxnSpLocks/>
          </p:cNvCxnSpPr>
          <p:nvPr/>
        </p:nvCxnSpPr>
        <p:spPr>
          <a:xfrm>
            <a:off x="6732753" y="2391840"/>
            <a:ext cx="0" cy="1963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9584E80-9CA1-4BD5-B38B-098A6241B0A9}"/>
              </a:ext>
            </a:extLst>
          </p:cNvPr>
          <p:cNvCxnSpPr>
            <a:cxnSpLocks/>
          </p:cNvCxnSpPr>
          <p:nvPr/>
        </p:nvCxnSpPr>
        <p:spPr>
          <a:xfrm>
            <a:off x="6408166" y="2391840"/>
            <a:ext cx="3245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C7C409D-25F9-4F36-AE81-2FF22E0BA3A4}"/>
              </a:ext>
            </a:extLst>
          </p:cNvPr>
          <p:cNvSpPr txBox="1"/>
          <p:nvPr/>
        </p:nvSpPr>
        <p:spPr>
          <a:xfrm>
            <a:off x="3819195" y="2196470"/>
            <a:ext cx="200005" cy="319829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85507DF-D0E0-4BAD-9EEE-82CDC445F164}"/>
              </a:ext>
            </a:extLst>
          </p:cNvPr>
          <p:cNvSpPr txBox="1"/>
          <p:nvPr/>
        </p:nvSpPr>
        <p:spPr>
          <a:xfrm>
            <a:off x="5394830" y="2196470"/>
            <a:ext cx="251229" cy="319829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C8FC1A-06E9-4CC7-AFAF-A86089BFDECD}"/>
              </a:ext>
            </a:extLst>
          </p:cNvPr>
          <p:cNvSpPr txBox="1"/>
          <p:nvPr/>
        </p:nvSpPr>
        <p:spPr>
          <a:xfrm>
            <a:off x="2764312" y="3842495"/>
            <a:ext cx="261214" cy="252772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855DFA6-D44C-43D2-AFA9-B654CDB7BB0D}"/>
              </a:ext>
            </a:extLst>
          </p:cNvPr>
          <p:cNvSpPr txBox="1"/>
          <p:nvPr/>
        </p:nvSpPr>
        <p:spPr>
          <a:xfrm>
            <a:off x="309965" y="3796602"/>
            <a:ext cx="335205" cy="27049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E6CDC88-79F3-4B36-8F19-23787889EBCF}"/>
              </a:ext>
            </a:extLst>
          </p:cNvPr>
          <p:cNvGrpSpPr/>
          <p:nvPr/>
        </p:nvGrpSpPr>
        <p:grpSpPr>
          <a:xfrm>
            <a:off x="1821248" y="2182094"/>
            <a:ext cx="892276" cy="174267"/>
            <a:chOff x="2650635" y="2186847"/>
            <a:chExt cx="6360015" cy="1242153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40346E9-9700-45FF-89B4-41EC6603244E}"/>
                </a:ext>
              </a:extLst>
            </p:cNvPr>
            <p:cNvCxnSpPr/>
            <p:nvPr/>
          </p:nvCxnSpPr>
          <p:spPr>
            <a:xfrm>
              <a:off x="2650635" y="3429000"/>
              <a:ext cx="8169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C0216C04-3478-4355-BEE1-59F85356F361}"/>
                </a:ext>
              </a:extLst>
            </p:cNvPr>
            <p:cNvCxnSpPr/>
            <p:nvPr/>
          </p:nvCxnSpPr>
          <p:spPr>
            <a:xfrm>
              <a:off x="8193688" y="3428503"/>
              <a:ext cx="8169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375F9A02-8134-4A7D-A34D-96E6F5536315}"/>
                </a:ext>
              </a:extLst>
            </p:cNvPr>
            <p:cNvSpPr/>
            <p:nvPr/>
          </p:nvSpPr>
          <p:spPr>
            <a:xfrm>
              <a:off x="3469198" y="2478017"/>
              <a:ext cx="4724490" cy="950486"/>
            </a:xfrm>
            <a:custGeom>
              <a:avLst/>
              <a:gdLst>
                <a:gd name="connsiteX0" fmla="*/ 0 w 2426494"/>
                <a:gd name="connsiteY0" fmla="*/ 654011 h 675578"/>
                <a:gd name="connsiteX1" fmla="*/ 102394 w 2426494"/>
                <a:gd name="connsiteY1" fmla="*/ 458748 h 675578"/>
                <a:gd name="connsiteX2" fmla="*/ 297656 w 2426494"/>
                <a:gd name="connsiteY2" fmla="*/ 239673 h 675578"/>
                <a:gd name="connsiteX3" fmla="*/ 521494 w 2426494"/>
                <a:gd name="connsiteY3" fmla="*/ 101561 h 675578"/>
                <a:gd name="connsiteX4" fmla="*/ 728663 w 2426494"/>
                <a:gd name="connsiteY4" fmla="*/ 32504 h 675578"/>
                <a:gd name="connsiteX5" fmla="*/ 933450 w 2426494"/>
                <a:gd name="connsiteY5" fmla="*/ 1548 h 675578"/>
                <a:gd name="connsiteX6" fmla="*/ 1157288 w 2426494"/>
                <a:gd name="connsiteY6" fmla="*/ 11073 h 675578"/>
                <a:gd name="connsiteX7" fmla="*/ 1400175 w 2426494"/>
                <a:gd name="connsiteY7" fmla="*/ 65842 h 675578"/>
                <a:gd name="connsiteX8" fmla="*/ 1709738 w 2426494"/>
                <a:gd name="connsiteY8" fmla="*/ 239673 h 675578"/>
                <a:gd name="connsiteX9" fmla="*/ 1943100 w 2426494"/>
                <a:gd name="connsiteY9" fmla="*/ 520661 h 675578"/>
                <a:gd name="connsiteX10" fmla="*/ 2005013 w 2426494"/>
                <a:gd name="connsiteY10" fmla="*/ 675442 h 675578"/>
                <a:gd name="connsiteX11" fmla="*/ 2057400 w 2426494"/>
                <a:gd name="connsiteY11" fmla="*/ 544473 h 675578"/>
                <a:gd name="connsiteX12" fmla="*/ 2169319 w 2426494"/>
                <a:gd name="connsiteY12" fmla="*/ 365879 h 675578"/>
                <a:gd name="connsiteX13" fmla="*/ 2426494 w 2426494"/>
                <a:gd name="connsiteY13" fmla="*/ 153948 h 675578"/>
                <a:gd name="connsiteX0" fmla="*/ 0 w 7409974"/>
                <a:gd name="connsiteY0" fmla="*/ 668983 h 690550"/>
                <a:gd name="connsiteX1" fmla="*/ 102394 w 7409974"/>
                <a:gd name="connsiteY1" fmla="*/ 473720 h 690550"/>
                <a:gd name="connsiteX2" fmla="*/ 297656 w 7409974"/>
                <a:gd name="connsiteY2" fmla="*/ 254645 h 690550"/>
                <a:gd name="connsiteX3" fmla="*/ 521494 w 7409974"/>
                <a:gd name="connsiteY3" fmla="*/ 116533 h 690550"/>
                <a:gd name="connsiteX4" fmla="*/ 728663 w 7409974"/>
                <a:gd name="connsiteY4" fmla="*/ 47476 h 690550"/>
                <a:gd name="connsiteX5" fmla="*/ 933450 w 7409974"/>
                <a:gd name="connsiteY5" fmla="*/ 16520 h 690550"/>
                <a:gd name="connsiteX6" fmla="*/ 1157288 w 7409974"/>
                <a:gd name="connsiteY6" fmla="*/ 26045 h 690550"/>
                <a:gd name="connsiteX7" fmla="*/ 1400175 w 7409974"/>
                <a:gd name="connsiteY7" fmla="*/ 80814 h 690550"/>
                <a:gd name="connsiteX8" fmla="*/ 1709738 w 7409974"/>
                <a:gd name="connsiteY8" fmla="*/ 254645 h 690550"/>
                <a:gd name="connsiteX9" fmla="*/ 1943100 w 7409974"/>
                <a:gd name="connsiteY9" fmla="*/ 535633 h 690550"/>
                <a:gd name="connsiteX10" fmla="*/ 2005013 w 7409974"/>
                <a:gd name="connsiteY10" fmla="*/ 690414 h 690550"/>
                <a:gd name="connsiteX11" fmla="*/ 2057400 w 7409974"/>
                <a:gd name="connsiteY11" fmla="*/ 559445 h 690550"/>
                <a:gd name="connsiteX12" fmla="*/ 2169319 w 7409974"/>
                <a:gd name="connsiteY12" fmla="*/ 380851 h 690550"/>
                <a:gd name="connsiteX13" fmla="*/ 7409974 w 7409974"/>
                <a:gd name="connsiteY13" fmla="*/ 77480 h 690550"/>
                <a:gd name="connsiteX0" fmla="*/ 0 w 8057674"/>
                <a:gd name="connsiteY0" fmla="*/ 654012 h 675579"/>
                <a:gd name="connsiteX1" fmla="*/ 102394 w 8057674"/>
                <a:gd name="connsiteY1" fmla="*/ 458749 h 675579"/>
                <a:gd name="connsiteX2" fmla="*/ 297656 w 8057674"/>
                <a:gd name="connsiteY2" fmla="*/ 239674 h 675579"/>
                <a:gd name="connsiteX3" fmla="*/ 521494 w 8057674"/>
                <a:gd name="connsiteY3" fmla="*/ 101562 h 675579"/>
                <a:gd name="connsiteX4" fmla="*/ 728663 w 8057674"/>
                <a:gd name="connsiteY4" fmla="*/ 32505 h 675579"/>
                <a:gd name="connsiteX5" fmla="*/ 933450 w 8057674"/>
                <a:gd name="connsiteY5" fmla="*/ 1549 h 675579"/>
                <a:gd name="connsiteX6" fmla="*/ 1157288 w 8057674"/>
                <a:gd name="connsiteY6" fmla="*/ 11074 h 675579"/>
                <a:gd name="connsiteX7" fmla="*/ 1400175 w 8057674"/>
                <a:gd name="connsiteY7" fmla="*/ 65843 h 675579"/>
                <a:gd name="connsiteX8" fmla="*/ 1709738 w 8057674"/>
                <a:gd name="connsiteY8" fmla="*/ 239674 h 675579"/>
                <a:gd name="connsiteX9" fmla="*/ 1943100 w 8057674"/>
                <a:gd name="connsiteY9" fmla="*/ 520662 h 675579"/>
                <a:gd name="connsiteX10" fmla="*/ 2005013 w 8057674"/>
                <a:gd name="connsiteY10" fmla="*/ 675443 h 675579"/>
                <a:gd name="connsiteX11" fmla="*/ 2057400 w 8057674"/>
                <a:gd name="connsiteY11" fmla="*/ 544474 h 675579"/>
                <a:gd name="connsiteX12" fmla="*/ 2169319 w 8057674"/>
                <a:gd name="connsiteY12" fmla="*/ 365880 h 675579"/>
                <a:gd name="connsiteX13" fmla="*/ 8057674 w 8057674"/>
                <a:gd name="connsiteY13" fmla="*/ 662584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8033862 w 8033862"/>
                <a:gd name="connsiteY13" fmla="*/ 660203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4114800 w 8033862"/>
                <a:gd name="connsiteY13" fmla="*/ 349212 h 675579"/>
                <a:gd name="connsiteX14" fmla="*/ 8033862 w 8033862"/>
                <a:gd name="connsiteY14" fmla="*/ 660203 h 675579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169319 w 8033862"/>
                <a:gd name="connsiteY12" fmla="*/ 365880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3224213 w 8033862"/>
                <a:gd name="connsiteY13" fmla="*/ 482562 h 703193"/>
                <a:gd name="connsiteX14" fmla="*/ 4024313 w 8033862"/>
                <a:gd name="connsiteY14" fmla="*/ 692112 h 703193"/>
                <a:gd name="connsiteX15" fmla="*/ 8033862 w 8033862"/>
                <a:gd name="connsiteY15" fmla="*/ 660203 h 703193"/>
                <a:gd name="connsiteX0" fmla="*/ 0 w 8033862"/>
                <a:gd name="connsiteY0" fmla="*/ 654012 h 717981"/>
                <a:gd name="connsiteX1" fmla="*/ 102394 w 8033862"/>
                <a:gd name="connsiteY1" fmla="*/ 458749 h 717981"/>
                <a:gd name="connsiteX2" fmla="*/ 297656 w 8033862"/>
                <a:gd name="connsiteY2" fmla="*/ 239674 h 717981"/>
                <a:gd name="connsiteX3" fmla="*/ 521494 w 8033862"/>
                <a:gd name="connsiteY3" fmla="*/ 101562 h 717981"/>
                <a:gd name="connsiteX4" fmla="*/ 728663 w 8033862"/>
                <a:gd name="connsiteY4" fmla="*/ 32505 h 717981"/>
                <a:gd name="connsiteX5" fmla="*/ 933450 w 8033862"/>
                <a:gd name="connsiteY5" fmla="*/ 1549 h 717981"/>
                <a:gd name="connsiteX6" fmla="*/ 1157288 w 8033862"/>
                <a:gd name="connsiteY6" fmla="*/ 11074 h 717981"/>
                <a:gd name="connsiteX7" fmla="*/ 1400175 w 8033862"/>
                <a:gd name="connsiteY7" fmla="*/ 65843 h 717981"/>
                <a:gd name="connsiteX8" fmla="*/ 1709738 w 8033862"/>
                <a:gd name="connsiteY8" fmla="*/ 239674 h 717981"/>
                <a:gd name="connsiteX9" fmla="*/ 1943100 w 8033862"/>
                <a:gd name="connsiteY9" fmla="*/ 520662 h 717981"/>
                <a:gd name="connsiteX10" fmla="*/ 2005013 w 8033862"/>
                <a:gd name="connsiteY10" fmla="*/ 675443 h 717981"/>
                <a:gd name="connsiteX11" fmla="*/ 2057400 w 8033862"/>
                <a:gd name="connsiteY11" fmla="*/ 544474 h 717981"/>
                <a:gd name="connsiteX12" fmla="*/ 2550319 w 8033862"/>
                <a:gd name="connsiteY12" fmla="*/ 89655 h 717981"/>
                <a:gd name="connsiteX13" fmla="*/ 3224213 w 8033862"/>
                <a:gd name="connsiteY13" fmla="*/ 482562 h 717981"/>
                <a:gd name="connsiteX14" fmla="*/ 4024313 w 8033862"/>
                <a:gd name="connsiteY14" fmla="*/ 692112 h 717981"/>
                <a:gd name="connsiteX15" fmla="*/ 4476750 w 8033862"/>
                <a:gd name="connsiteY15" fmla="*/ 711162 h 717981"/>
                <a:gd name="connsiteX16" fmla="*/ 8033862 w 8033862"/>
                <a:gd name="connsiteY16" fmla="*/ 660203 h 717981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8033862 w 8033862"/>
                <a:gd name="connsiteY17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8033862 w 8033862"/>
                <a:gd name="connsiteY18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8033862 w 8033862"/>
                <a:gd name="connsiteY19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8033862 w 8033862"/>
                <a:gd name="connsiteY20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481888 w 8033862"/>
                <a:gd name="connsiteY20" fmla="*/ 644487 h 716223"/>
                <a:gd name="connsiteX21" fmla="*/ 8033862 w 8033862"/>
                <a:gd name="connsiteY21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8317 h 750528"/>
                <a:gd name="connsiteX1" fmla="*/ 102394 w 8033862"/>
                <a:gd name="connsiteY1" fmla="*/ 493054 h 750528"/>
                <a:gd name="connsiteX2" fmla="*/ 297656 w 8033862"/>
                <a:gd name="connsiteY2" fmla="*/ 273979 h 750528"/>
                <a:gd name="connsiteX3" fmla="*/ 521494 w 8033862"/>
                <a:gd name="connsiteY3" fmla="*/ 135867 h 750528"/>
                <a:gd name="connsiteX4" fmla="*/ 728663 w 8033862"/>
                <a:gd name="connsiteY4" fmla="*/ 66810 h 750528"/>
                <a:gd name="connsiteX5" fmla="*/ 933450 w 8033862"/>
                <a:gd name="connsiteY5" fmla="*/ 35854 h 750528"/>
                <a:gd name="connsiteX6" fmla="*/ 1157288 w 8033862"/>
                <a:gd name="connsiteY6" fmla="*/ 45379 h 750528"/>
                <a:gd name="connsiteX7" fmla="*/ 1400175 w 8033862"/>
                <a:gd name="connsiteY7" fmla="*/ 100148 h 750528"/>
                <a:gd name="connsiteX8" fmla="*/ 1709738 w 8033862"/>
                <a:gd name="connsiteY8" fmla="*/ 273979 h 750528"/>
                <a:gd name="connsiteX9" fmla="*/ 1916906 w 8033862"/>
                <a:gd name="connsiteY9" fmla="*/ 509723 h 750528"/>
                <a:gd name="connsiteX10" fmla="*/ 2007394 w 8033862"/>
                <a:gd name="connsiteY10" fmla="*/ 688317 h 750528"/>
                <a:gd name="connsiteX11" fmla="*/ 2157413 w 8033862"/>
                <a:gd name="connsiteY11" fmla="*/ 423998 h 750528"/>
                <a:gd name="connsiteX12" fmla="*/ 2550319 w 8033862"/>
                <a:gd name="connsiteY12" fmla="*/ 123960 h 750528"/>
                <a:gd name="connsiteX13" fmla="*/ 3043238 w 8033862"/>
                <a:gd name="connsiteY13" fmla="*/ 38235 h 750528"/>
                <a:gd name="connsiteX14" fmla="*/ 4024313 w 8033862"/>
                <a:gd name="connsiteY14" fmla="*/ 726417 h 750528"/>
                <a:gd name="connsiteX15" fmla="*/ 4476750 w 8033862"/>
                <a:gd name="connsiteY15" fmla="*/ 745467 h 750528"/>
                <a:gd name="connsiteX16" fmla="*/ 5143500 w 8033862"/>
                <a:gd name="connsiteY16" fmla="*/ 721654 h 750528"/>
                <a:gd name="connsiteX17" fmla="*/ 5957888 w 8033862"/>
                <a:gd name="connsiteY17" fmla="*/ 707367 h 750528"/>
                <a:gd name="connsiteX18" fmla="*/ 6219825 w 8033862"/>
                <a:gd name="connsiteY18" fmla="*/ 697842 h 750528"/>
                <a:gd name="connsiteX19" fmla="*/ 6715125 w 8033862"/>
                <a:gd name="connsiteY19" fmla="*/ 693079 h 750528"/>
                <a:gd name="connsiteX20" fmla="*/ 7134225 w 8033862"/>
                <a:gd name="connsiteY20" fmla="*/ 683554 h 750528"/>
                <a:gd name="connsiteX21" fmla="*/ 7481888 w 8033862"/>
                <a:gd name="connsiteY21" fmla="*/ 678792 h 750528"/>
                <a:gd name="connsiteX22" fmla="*/ 8033862 w 8033862"/>
                <a:gd name="connsiteY22" fmla="*/ 694508 h 750528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9796 h 752007"/>
                <a:gd name="connsiteX1" fmla="*/ 102394 w 8033862"/>
                <a:gd name="connsiteY1" fmla="*/ 494533 h 752007"/>
                <a:gd name="connsiteX2" fmla="*/ 297656 w 8033862"/>
                <a:gd name="connsiteY2" fmla="*/ 275458 h 752007"/>
                <a:gd name="connsiteX3" fmla="*/ 521494 w 8033862"/>
                <a:gd name="connsiteY3" fmla="*/ 137346 h 752007"/>
                <a:gd name="connsiteX4" fmla="*/ 728663 w 8033862"/>
                <a:gd name="connsiteY4" fmla="*/ 68289 h 752007"/>
                <a:gd name="connsiteX5" fmla="*/ 933450 w 8033862"/>
                <a:gd name="connsiteY5" fmla="*/ 37333 h 752007"/>
                <a:gd name="connsiteX6" fmla="*/ 1157288 w 8033862"/>
                <a:gd name="connsiteY6" fmla="*/ 46858 h 752007"/>
                <a:gd name="connsiteX7" fmla="*/ 1400175 w 8033862"/>
                <a:gd name="connsiteY7" fmla="*/ 101627 h 752007"/>
                <a:gd name="connsiteX8" fmla="*/ 1709738 w 8033862"/>
                <a:gd name="connsiteY8" fmla="*/ 275458 h 752007"/>
                <a:gd name="connsiteX9" fmla="*/ 1916906 w 8033862"/>
                <a:gd name="connsiteY9" fmla="*/ 511202 h 752007"/>
                <a:gd name="connsiteX10" fmla="*/ 2007394 w 8033862"/>
                <a:gd name="connsiteY10" fmla="*/ 689796 h 752007"/>
                <a:gd name="connsiteX11" fmla="*/ 2157413 w 8033862"/>
                <a:gd name="connsiteY11" fmla="*/ 425477 h 752007"/>
                <a:gd name="connsiteX12" fmla="*/ 2550319 w 8033862"/>
                <a:gd name="connsiteY12" fmla="*/ 125439 h 752007"/>
                <a:gd name="connsiteX13" fmla="*/ 3043238 w 8033862"/>
                <a:gd name="connsiteY13" fmla="*/ 39714 h 752007"/>
                <a:gd name="connsiteX14" fmla="*/ 4024313 w 8033862"/>
                <a:gd name="connsiteY14" fmla="*/ 727896 h 752007"/>
                <a:gd name="connsiteX15" fmla="*/ 4476750 w 8033862"/>
                <a:gd name="connsiteY15" fmla="*/ 746946 h 752007"/>
                <a:gd name="connsiteX16" fmla="*/ 5143500 w 8033862"/>
                <a:gd name="connsiteY16" fmla="*/ 723133 h 752007"/>
                <a:gd name="connsiteX17" fmla="*/ 5957888 w 8033862"/>
                <a:gd name="connsiteY17" fmla="*/ 708846 h 752007"/>
                <a:gd name="connsiteX18" fmla="*/ 6219825 w 8033862"/>
                <a:gd name="connsiteY18" fmla="*/ 699321 h 752007"/>
                <a:gd name="connsiteX19" fmla="*/ 6715125 w 8033862"/>
                <a:gd name="connsiteY19" fmla="*/ 694558 h 752007"/>
                <a:gd name="connsiteX20" fmla="*/ 7134225 w 8033862"/>
                <a:gd name="connsiteY20" fmla="*/ 685033 h 752007"/>
                <a:gd name="connsiteX21" fmla="*/ 7481888 w 8033862"/>
                <a:gd name="connsiteY21" fmla="*/ 680271 h 752007"/>
                <a:gd name="connsiteX22" fmla="*/ 8033862 w 8033862"/>
                <a:gd name="connsiteY22" fmla="*/ 695987 h 752007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6817 h 735969"/>
                <a:gd name="connsiteX1" fmla="*/ 102394 w 8033862"/>
                <a:gd name="connsiteY1" fmla="*/ 461554 h 735969"/>
                <a:gd name="connsiteX2" fmla="*/ 297656 w 8033862"/>
                <a:gd name="connsiteY2" fmla="*/ 242479 h 735969"/>
                <a:gd name="connsiteX3" fmla="*/ 521494 w 8033862"/>
                <a:gd name="connsiteY3" fmla="*/ 104367 h 735969"/>
                <a:gd name="connsiteX4" fmla="*/ 728663 w 8033862"/>
                <a:gd name="connsiteY4" fmla="*/ 35310 h 735969"/>
                <a:gd name="connsiteX5" fmla="*/ 933450 w 8033862"/>
                <a:gd name="connsiteY5" fmla="*/ 4354 h 735969"/>
                <a:gd name="connsiteX6" fmla="*/ 1157288 w 8033862"/>
                <a:gd name="connsiteY6" fmla="*/ 13879 h 735969"/>
                <a:gd name="connsiteX7" fmla="*/ 1400175 w 8033862"/>
                <a:gd name="connsiteY7" fmla="*/ 68648 h 735969"/>
                <a:gd name="connsiteX8" fmla="*/ 1709738 w 8033862"/>
                <a:gd name="connsiteY8" fmla="*/ 242479 h 735969"/>
                <a:gd name="connsiteX9" fmla="*/ 1916906 w 8033862"/>
                <a:gd name="connsiteY9" fmla="*/ 478223 h 735969"/>
                <a:gd name="connsiteX10" fmla="*/ 2007394 w 8033862"/>
                <a:gd name="connsiteY10" fmla="*/ 656817 h 735969"/>
                <a:gd name="connsiteX11" fmla="*/ 2157413 w 8033862"/>
                <a:gd name="connsiteY11" fmla="*/ 392498 h 735969"/>
                <a:gd name="connsiteX12" fmla="*/ 2550319 w 8033862"/>
                <a:gd name="connsiteY12" fmla="*/ 92460 h 735969"/>
                <a:gd name="connsiteX13" fmla="*/ 3043238 w 8033862"/>
                <a:gd name="connsiteY13" fmla="*/ 6735 h 735969"/>
                <a:gd name="connsiteX14" fmla="*/ 3490913 w 8033862"/>
                <a:gd name="connsiteY14" fmla="*/ 240098 h 735969"/>
                <a:gd name="connsiteX15" fmla="*/ 4024313 w 8033862"/>
                <a:gd name="connsiteY15" fmla="*/ 694917 h 735969"/>
                <a:gd name="connsiteX16" fmla="*/ 4476750 w 8033862"/>
                <a:gd name="connsiteY16" fmla="*/ 713967 h 735969"/>
                <a:gd name="connsiteX17" fmla="*/ 5143500 w 8033862"/>
                <a:gd name="connsiteY17" fmla="*/ 690154 h 735969"/>
                <a:gd name="connsiteX18" fmla="*/ 5957888 w 8033862"/>
                <a:gd name="connsiteY18" fmla="*/ 675867 h 735969"/>
                <a:gd name="connsiteX19" fmla="*/ 6219825 w 8033862"/>
                <a:gd name="connsiteY19" fmla="*/ 666342 h 735969"/>
                <a:gd name="connsiteX20" fmla="*/ 6715125 w 8033862"/>
                <a:gd name="connsiteY20" fmla="*/ 661579 h 735969"/>
                <a:gd name="connsiteX21" fmla="*/ 7134225 w 8033862"/>
                <a:gd name="connsiteY21" fmla="*/ 652054 h 735969"/>
                <a:gd name="connsiteX22" fmla="*/ 7481888 w 8033862"/>
                <a:gd name="connsiteY22" fmla="*/ 647292 h 735969"/>
                <a:gd name="connsiteX23" fmla="*/ 8033862 w 8033862"/>
                <a:gd name="connsiteY23" fmla="*/ 663008 h 735969"/>
                <a:gd name="connsiteX0" fmla="*/ 0 w 8033862"/>
                <a:gd name="connsiteY0" fmla="*/ 654012 h 733164"/>
                <a:gd name="connsiteX1" fmla="*/ 102394 w 8033862"/>
                <a:gd name="connsiteY1" fmla="*/ 458749 h 733164"/>
                <a:gd name="connsiteX2" fmla="*/ 297656 w 8033862"/>
                <a:gd name="connsiteY2" fmla="*/ 239674 h 733164"/>
                <a:gd name="connsiteX3" fmla="*/ 521494 w 8033862"/>
                <a:gd name="connsiteY3" fmla="*/ 101562 h 733164"/>
                <a:gd name="connsiteX4" fmla="*/ 728663 w 8033862"/>
                <a:gd name="connsiteY4" fmla="*/ 32505 h 733164"/>
                <a:gd name="connsiteX5" fmla="*/ 933450 w 8033862"/>
                <a:gd name="connsiteY5" fmla="*/ 1549 h 733164"/>
                <a:gd name="connsiteX6" fmla="*/ 1157288 w 8033862"/>
                <a:gd name="connsiteY6" fmla="*/ 11074 h 733164"/>
                <a:gd name="connsiteX7" fmla="*/ 1400175 w 8033862"/>
                <a:gd name="connsiteY7" fmla="*/ 65843 h 733164"/>
                <a:gd name="connsiteX8" fmla="*/ 1709738 w 8033862"/>
                <a:gd name="connsiteY8" fmla="*/ 239674 h 733164"/>
                <a:gd name="connsiteX9" fmla="*/ 1916906 w 8033862"/>
                <a:gd name="connsiteY9" fmla="*/ 475418 h 733164"/>
                <a:gd name="connsiteX10" fmla="*/ 2007394 w 8033862"/>
                <a:gd name="connsiteY10" fmla="*/ 654012 h 733164"/>
                <a:gd name="connsiteX11" fmla="*/ 2157413 w 8033862"/>
                <a:gd name="connsiteY11" fmla="*/ 389693 h 733164"/>
                <a:gd name="connsiteX12" fmla="*/ 2550319 w 8033862"/>
                <a:gd name="connsiteY12" fmla="*/ 89655 h 733164"/>
                <a:gd name="connsiteX13" fmla="*/ 3043238 w 8033862"/>
                <a:gd name="connsiteY13" fmla="*/ 3930 h 733164"/>
                <a:gd name="connsiteX14" fmla="*/ 3631407 w 8033862"/>
                <a:gd name="connsiteY14" fmla="*/ 182524 h 733164"/>
                <a:gd name="connsiteX15" fmla="*/ 4024313 w 8033862"/>
                <a:gd name="connsiteY15" fmla="*/ 692112 h 733164"/>
                <a:gd name="connsiteX16" fmla="*/ 4476750 w 8033862"/>
                <a:gd name="connsiteY16" fmla="*/ 711162 h 733164"/>
                <a:gd name="connsiteX17" fmla="*/ 5143500 w 8033862"/>
                <a:gd name="connsiteY17" fmla="*/ 687349 h 733164"/>
                <a:gd name="connsiteX18" fmla="*/ 5957888 w 8033862"/>
                <a:gd name="connsiteY18" fmla="*/ 673062 h 733164"/>
                <a:gd name="connsiteX19" fmla="*/ 6219825 w 8033862"/>
                <a:gd name="connsiteY19" fmla="*/ 663537 h 733164"/>
                <a:gd name="connsiteX20" fmla="*/ 6715125 w 8033862"/>
                <a:gd name="connsiteY20" fmla="*/ 658774 h 733164"/>
                <a:gd name="connsiteX21" fmla="*/ 7134225 w 8033862"/>
                <a:gd name="connsiteY21" fmla="*/ 649249 h 733164"/>
                <a:gd name="connsiteX22" fmla="*/ 7481888 w 8033862"/>
                <a:gd name="connsiteY22" fmla="*/ 644487 h 733164"/>
                <a:gd name="connsiteX23" fmla="*/ 8033862 w 8033862"/>
                <a:gd name="connsiteY23" fmla="*/ 660203 h 733164"/>
                <a:gd name="connsiteX0" fmla="*/ 0 w 8033862"/>
                <a:gd name="connsiteY0" fmla="*/ 654012 h 714279"/>
                <a:gd name="connsiteX1" fmla="*/ 102394 w 8033862"/>
                <a:gd name="connsiteY1" fmla="*/ 458749 h 714279"/>
                <a:gd name="connsiteX2" fmla="*/ 297656 w 8033862"/>
                <a:gd name="connsiteY2" fmla="*/ 239674 h 714279"/>
                <a:gd name="connsiteX3" fmla="*/ 521494 w 8033862"/>
                <a:gd name="connsiteY3" fmla="*/ 101562 h 714279"/>
                <a:gd name="connsiteX4" fmla="*/ 728663 w 8033862"/>
                <a:gd name="connsiteY4" fmla="*/ 32505 h 714279"/>
                <a:gd name="connsiteX5" fmla="*/ 933450 w 8033862"/>
                <a:gd name="connsiteY5" fmla="*/ 1549 h 714279"/>
                <a:gd name="connsiteX6" fmla="*/ 1157288 w 8033862"/>
                <a:gd name="connsiteY6" fmla="*/ 11074 h 714279"/>
                <a:gd name="connsiteX7" fmla="*/ 1400175 w 8033862"/>
                <a:gd name="connsiteY7" fmla="*/ 65843 h 714279"/>
                <a:gd name="connsiteX8" fmla="*/ 1709738 w 8033862"/>
                <a:gd name="connsiteY8" fmla="*/ 239674 h 714279"/>
                <a:gd name="connsiteX9" fmla="*/ 1916906 w 8033862"/>
                <a:gd name="connsiteY9" fmla="*/ 475418 h 714279"/>
                <a:gd name="connsiteX10" fmla="*/ 2007394 w 8033862"/>
                <a:gd name="connsiteY10" fmla="*/ 654012 h 714279"/>
                <a:gd name="connsiteX11" fmla="*/ 2157413 w 8033862"/>
                <a:gd name="connsiteY11" fmla="*/ 389693 h 714279"/>
                <a:gd name="connsiteX12" fmla="*/ 2550319 w 8033862"/>
                <a:gd name="connsiteY12" fmla="*/ 89655 h 714279"/>
                <a:gd name="connsiteX13" fmla="*/ 3043238 w 8033862"/>
                <a:gd name="connsiteY13" fmla="*/ 3930 h 714279"/>
                <a:gd name="connsiteX14" fmla="*/ 3631407 w 8033862"/>
                <a:gd name="connsiteY14" fmla="*/ 182524 h 714279"/>
                <a:gd name="connsiteX15" fmla="*/ 4031456 w 8033862"/>
                <a:gd name="connsiteY15" fmla="*/ 654012 h 714279"/>
                <a:gd name="connsiteX16" fmla="*/ 4476750 w 8033862"/>
                <a:gd name="connsiteY16" fmla="*/ 711162 h 714279"/>
                <a:gd name="connsiteX17" fmla="*/ 5143500 w 8033862"/>
                <a:gd name="connsiteY17" fmla="*/ 687349 h 714279"/>
                <a:gd name="connsiteX18" fmla="*/ 5957888 w 8033862"/>
                <a:gd name="connsiteY18" fmla="*/ 673062 h 714279"/>
                <a:gd name="connsiteX19" fmla="*/ 6219825 w 8033862"/>
                <a:gd name="connsiteY19" fmla="*/ 663537 h 714279"/>
                <a:gd name="connsiteX20" fmla="*/ 6715125 w 8033862"/>
                <a:gd name="connsiteY20" fmla="*/ 658774 h 714279"/>
                <a:gd name="connsiteX21" fmla="*/ 7134225 w 8033862"/>
                <a:gd name="connsiteY21" fmla="*/ 649249 h 714279"/>
                <a:gd name="connsiteX22" fmla="*/ 7481888 w 8033862"/>
                <a:gd name="connsiteY22" fmla="*/ 644487 h 714279"/>
                <a:gd name="connsiteX23" fmla="*/ 8033862 w 8033862"/>
                <a:gd name="connsiteY23" fmla="*/ 660203 h 714279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5546 h 712699"/>
                <a:gd name="connsiteX1" fmla="*/ 102394 w 8033862"/>
                <a:gd name="connsiteY1" fmla="*/ 460283 h 712699"/>
                <a:gd name="connsiteX2" fmla="*/ 297656 w 8033862"/>
                <a:gd name="connsiteY2" fmla="*/ 241208 h 712699"/>
                <a:gd name="connsiteX3" fmla="*/ 521494 w 8033862"/>
                <a:gd name="connsiteY3" fmla="*/ 103096 h 712699"/>
                <a:gd name="connsiteX4" fmla="*/ 728663 w 8033862"/>
                <a:gd name="connsiteY4" fmla="*/ 34039 h 712699"/>
                <a:gd name="connsiteX5" fmla="*/ 933450 w 8033862"/>
                <a:gd name="connsiteY5" fmla="*/ 3083 h 712699"/>
                <a:gd name="connsiteX6" fmla="*/ 1157288 w 8033862"/>
                <a:gd name="connsiteY6" fmla="*/ 12608 h 712699"/>
                <a:gd name="connsiteX7" fmla="*/ 1400175 w 8033862"/>
                <a:gd name="connsiteY7" fmla="*/ 67377 h 712699"/>
                <a:gd name="connsiteX8" fmla="*/ 1709738 w 8033862"/>
                <a:gd name="connsiteY8" fmla="*/ 241208 h 712699"/>
                <a:gd name="connsiteX9" fmla="*/ 1916906 w 8033862"/>
                <a:gd name="connsiteY9" fmla="*/ 476952 h 712699"/>
                <a:gd name="connsiteX10" fmla="*/ 2007394 w 8033862"/>
                <a:gd name="connsiteY10" fmla="*/ 655546 h 712699"/>
                <a:gd name="connsiteX11" fmla="*/ 2157413 w 8033862"/>
                <a:gd name="connsiteY11" fmla="*/ 391227 h 712699"/>
                <a:gd name="connsiteX12" fmla="*/ 2550319 w 8033862"/>
                <a:gd name="connsiteY12" fmla="*/ 91189 h 712699"/>
                <a:gd name="connsiteX13" fmla="*/ 2995613 w 8033862"/>
                <a:gd name="connsiteY13" fmla="*/ 702 h 712699"/>
                <a:gd name="connsiteX14" fmla="*/ 3631407 w 8033862"/>
                <a:gd name="connsiteY14" fmla="*/ 184058 h 712699"/>
                <a:gd name="connsiteX15" fmla="*/ 4031456 w 8033862"/>
                <a:gd name="connsiteY15" fmla="*/ 655546 h 712699"/>
                <a:gd name="connsiteX16" fmla="*/ 4476750 w 8033862"/>
                <a:gd name="connsiteY16" fmla="*/ 712696 h 712699"/>
                <a:gd name="connsiteX17" fmla="*/ 5143500 w 8033862"/>
                <a:gd name="connsiteY17" fmla="*/ 688883 h 712699"/>
                <a:gd name="connsiteX18" fmla="*/ 5957888 w 8033862"/>
                <a:gd name="connsiteY18" fmla="*/ 674596 h 712699"/>
                <a:gd name="connsiteX19" fmla="*/ 6219825 w 8033862"/>
                <a:gd name="connsiteY19" fmla="*/ 665071 h 712699"/>
                <a:gd name="connsiteX20" fmla="*/ 6715125 w 8033862"/>
                <a:gd name="connsiteY20" fmla="*/ 660308 h 712699"/>
                <a:gd name="connsiteX21" fmla="*/ 7134225 w 8033862"/>
                <a:gd name="connsiteY21" fmla="*/ 650783 h 712699"/>
                <a:gd name="connsiteX22" fmla="*/ 7481888 w 8033862"/>
                <a:gd name="connsiteY22" fmla="*/ 646021 h 712699"/>
                <a:gd name="connsiteX23" fmla="*/ 8033862 w 8033862"/>
                <a:gd name="connsiteY23" fmla="*/ 661737 h 712699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286250 w 8033862"/>
                <a:gd name="connsiteY16" fmla="*/ 29319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82044 h 701094"/>
                <a:gd name="connsiteX1" fmla="*/ 102394 w 8033862"/>
                <a:gd name="connsiteY1" fmla="*/ 486781 h 701094"/>
                <a:gd name="connsiteX2" fmla="*/ 297656 w 8033862"/>
                <a:gd name="connsiteY2" fmla="*/ 267706 h 701094"/>
                <a:gd name="connsiteX3" fmla="*/ 521494 w 8033862"/>
                <a:gd name="connsiteY3" fmla="*/ 129594 h 701094"/>
                <a:gd name="connsiteX4" fmla="*/ 728663 w 8033862"/>
                <a:gd name="connsiteY4" fmla="*/ 60537 h 701094"/>
                <a:gd name="connsiteX5" fmla="*/ 933450 w 8033862"/>
                <a:gd name="connsiteY5" fmla="*/ 29581 h 701094"/>
                <a:gd name="connsiteX6" fmla="*/ 1157288 w 8033862"/>
                <a:gd name="connsiteY6" fmla="*/ 39106 h 701094"/>
                <a:gd name="connsiteX7" fmla="*/ 1400175 w 8033862"/>
                <a:gd name="connsiteY7" fmla="*/ 93875 h 701094"/>
                <a:gd name="connsiteX8" fmla="*/ 1709738 w 8033862"/>
                <a:gd name="connsiteY8" fmla="*/ 267706 h 701094"/>
                <a:gd name="connsiteX9" fmla="*/ 1916906 w 8033862"/>
                <a:gd name="connsiteY9" fmla="*/ 503450 h 701094"/>
                <a:gd name="connsiteX10" fmla="*/ 2007394 w 8033862"/>
                <a:gd name="connsiteY10" fmla="*/ 682044 h 701094"/>
                <a:gd name="connsiteX11" fmla="*/ 2157413 w 8033862"/>
                <a:gd name="connsiteY11" fmla="*/ 417725 h 701094"/>
                <a:gd name="connsiteX12" fmla="*/ 2550319 w 8033862"/>
                <a:gd name="connsiteY12" fmla="*/ 117687 h 701094"/>
                <a:gd name="connsiteX13" fmla="*/ 2995613 w 8033862"/>
                <a:gd name="connsiteY13" fmla="*/ 27200 h 701094"/>
                <a:gd name="connsiteX14" fmla="*/ 3631407 w 8033862"/>
                <a:gd name="connsiteY14" fmla="*/ 210556 h 701094"/>
                <a:gd name="connsiteX15" fmla="*/ 4031456 w 8033862"/>
                <a:gd name="connsiteY15" fmla="*/ 682044 h 701094"/>
                <a:gd name="connsiteX16" fmla="*/ 4286250 w 8033862"/>
                <a:gd name="connsiteY16" fmla="*/ 320094 h 701094"/>
                <a:gd name="connsiteX17" fmla="*/ 5053012 w 8033862"/>
                <a:gd name="connsiteY17" fmla="*/ 29581 h 701094"/>
                <a:gd name="connsiteX18" fmla="*/ 5957888 w 8033862"/>
                <a:gd name="connsiteY18" fmla="*/ 701094 h 701094"/>
                <a:gd name="connsiteX19" fmla="*/ 6219825 w 8033862"/>
                <a:gd name="connsiteY19" fmla="*/ 691569 h 701094"/>
                <a:gd name="connsiteX20" fmla="*/ 6715125 w 8033862"/>
                <a:gd name="connsiteY20" fmla="*/ 686806 h 701094"/>
                <a:gd name="connsiteX21" fmla="*/ 7134225 w 8033862"/>
                <a:gd name="connsiteY21" fmla="*/ 677281 h 701094"/>
                <a:gd name="connsiteX22" fmla="*/ 7481888 w 8033862"/>
                <a:gd name="connsiteY22" fmla="*/ 672519 h 701094"/>
                <a:gd name="connsiteX23" fmla="*/ 8033862 w 8033862"/>
                <a:gd name="connsiteY23" fmla="*/ 688235 h 701094"/>
                <a:gd name="connsiteX0" fmla="*/ 0 w 8033862"/>
                <a:gd name="connsiteY0" fmla="*/ 700854 h 719904"/>
                <a:gd name="connsiteX1" fmla="*/ 102394 w 8033862"/>
                <a:gd name="connsiteY1" fmla="*/ 505591 h 719904"/>
                <a:gd name="connsiteX2" fmla="*/ 297656 w 8033862"/>
                <a:gd name="connsiteY2" fmla="*/ 286516 h 719904"/>
                <a:gd name="connsiteX3" fmla="*/ 521494 w 8033862"/>
                <a:gd name="connsiteY3" fmla="*/ 148404 h 719904"/>
                <a:gd name="connsiteX4" fmla="*/ 728663 w 8033862"/>
                <a:gd name="connsiteY4" fmla="*/ 79347 h 719904"/>
                <a:gd name="connsiteX5" fmla="*/ 933450 w 8033862"/>
                <a:gd name="connsiteY5" fmla="*/ 48391 h 719904"/>
                <a:gd name="connsiteX6" fmla="*/ 1157288 w 8033862"/>
                <a:gd name="connsiteY6" fmla="*/ 57916 h 719904"/>
                <a:gd name="connsiteX7" fmla="*/ 1400175 w 8033862"/>
                <a:gd name="connsiteY7" fmla="*/ 112685 h 719904"/>
                <a:gd name="connsiteX8" fmla="*/ 1709738 w 8033862"/>
                <a:gd name="connsiteY8" fmla="*/ 286516 h 719904"/>
                <a:gd name="connsiteX9" fmla="*/ 1916906 w 8033862"/>
                <a:gd name="connsiteY9" fmla="*/ 522260 h 719904"/>
                <a:gd name="connsiteX10" fmla="*/ 2007394 w 8033862"/>
                <a:gd name="connsiteY10" fmla="*/ 700854 h 719904"/>
                <a:gd name="connsiteX11" fmla="*/ 2157413 w 8033862"/>
                <a:gd name="connsiteY11" fmla="*/ 436535 h 719904"/>
                <a:gd name="connsiteX12" fmla="*/ 2550319 w 8033862"/>
                <a:gd name="connsiteY12" fmla="*/ 136497 h 719904"/>
                <a:gd name="connsiteX13" fmla="*/ 2995613 w 8033862"/>
                <a:gd name="connsiteY13" fmla="*/ 46010 h 719904"/>
                <a:gd name="connsiteX14" fmla="*/ 3631407 w 8033862"/>
                <a:gd name="connsiteY14" fmla="*/ 229366 h 719904"/>
                <a:gd name="connsiteX15" fmla="*/ 4031456 w 8033862"/>
                <a:gd name="connsiteY15" fmla="*/ 700854 h 719904"/>
                <a:gd name="connsiteX16" fmla="*/ 4286250 w 8033862"/>
                <a:gd name="connsiteY16" fmla="*/ 338904 h 719904"/>
                <a:gd name="connsiteX17" fmla="*/ 5053012 w 8033862"/>
                <a:gd name="connsiteY17" fmla="*/ 48391 h 719904"/>
                <a:gd name="connsiteX18" fmla="*/ 5957888 w 8033862"/>
                <a:gd name="connsiteY18" fmla="*/ 719904 h 719904"/>
                <a:gd name="connsiteX19" fmla="*/ 6219825 w 8033862"/>
                <a:gd name="connsiteY19" fmla="*/ 710379 h 719904"/>
                <a:gd name="connsiteX20" fmla="*/ 6715125 w 8033862"/>
                <a:gd name="connsiteY20" fmla="*/ 705616 h 719904"/>
                <a:gd name="connsiteX21" fmla="*/ 7134225 w 8033862"/>
                <a:gd name="connsiteY21" fmla="*/ 696091 h 719904"/>
                <a:gd name="connsiteX22" fmla="*/ 7481888 w 8033862"/>
                <a:gd name="connsiteY22" fmla="*/ 691329 h 719904"/>
                <a:gd name="connsiteX23" fmla="*/ 8033862 w 8033862"/>
                <a:gd name="connsiteY23" fmla="*/ 707045 h 71990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64199 h 683249"/>
                <a:gd name="connsiteX1" fmla="*/ 102394 w 8033862"/>
                <a:gd name="connsiteY1" fmla="*/ 468936 h 683249"/>
                <a:gd name="connsiteX2" fmla="*/ 297656 w 8033862"/>
                <a:gd name="connsiteY2" fmla="*/ 249861 h 683249"/>
                <a:gd name="connsiteX3" fmla="*/ 521494 w 8033862"/>
                <a:gd name="connsiteY3" fmla="*/ 111749 h 683249"/>
                <a:gd name="connsiteX4" fmla="*/ 728663 w 8033862"/>
                <a:gd name="connsiteY4" fmla="*/ 42692 h 683249"/>
                <a:gd name="connsiteX5" fmla="*/ 933450 w 8033862"/>
                <a:gd name="connsiteY5" fmla="*/ 11736 h 683249"/>
                <a:gd name="connsiteX6" fmla="*/ 1157288 w 8033862"/>
                <a:gd name="connsiteY6" fmla="*/ 21261 h 683249"/>
                <a:gd name="connsiteX7" fmla="*/ 1400175 w 8033862"/>
                <a:gd name="connsiteY7" fmla="*/ 76030 h 683249"/>
                <a:gd name="connsiteX8" fmla="*/ 1709738 w 8033862"/>
                <a:gd name="connsiteY8" fmla="*/ 249861 h 683249"/>
                <a:gd name="connsiteX9" fmla="*/ 1916906 w 8033862"/>
                <a:gd name="connsiteY9" fmla="*/ 485605 h 683249"/>
                <a:gd name="connsiteX10" fmla="*/ 2007394 w 8033862"/>
                <a:gd name="connsiteY10" fmla="*/ 664199 h 683249"/>
                <a:gd name="connsiteX11" fmla="*/ 2157413 w 8033862"/>
                <a:gd name="connsiteY11" fmla="*/ 399880 h 683249"/>
                <a:gd name="connsiteX12" fmla="*/ 2550319 w 8033862"/>
                <a:gd name="connsiteY12" fmla="*/ 99842 h 683249"/>
                <a:gd name="connsiteX13" fmla="*/ 2995613 w 8033862"/>
                <a:gd name="connsiteY13" fmla="*/ 9355 h 683249"/>
                <a:gd name="connsiteX14" fmla="*/ 3631407 w 8033862"/>
                <a:gd name="connsiteY14" fmla="*/ 192711 h 683249"/>
                <a:gd name="connsiteX15" fmla="*/ 4031456 w 8033862"/>
                <a:gd name="connsiteY15" fmla="*/ 664199 h 683249"/>
                <a:gd name="connsiteX16" fmla="*/ 4291013 w 8033862"/>
                <a:gd name="connsiteY16" fmla="*/ 307012 h 683249"/>
                <a:gd name="connsiteX17" fmla="*/ 5053012 w 8033862"/>
                <a:gd name="connsiteY17" fmla="*/ 11736 h 683249"/>
                <a:gd name="connsiteX18" fmla="*/ 5957888 w 8033862"/>
                <a:gd name="connsiteY18" fmla="*/ 683249 h 683249"/>
                <a:gd name="connsiteX19" fmla="*/ 6219825 w 8033862"/>
                <a:gd name="connsiteY19" fmla="*/ 673724 h 683249"/>
                <a:gd name="connsiteX20" fmla="*/ 6715125 w 8033862"/>
                <a:gd name="connsiteY20" fmla="*/ 668961 h 683249"/>
                <a:gd name="connsiteX21" fmla="*/ 7134225 w 8033862"/>
                <a:gd name="connsiteY21" fmla="*/ 659436 h 683249"/>
                <a:gd name="connsiteX22" fmla="*/ 7481888 w 8033862"/>
                <a:gd name="connsiteY22" fmla="*/ 654674 h 683249"/>
                <a:gd name="connsiteX23" fmla="*/ 8033862 w 8033862"/>
                <a:gd name="connsiteY23" fmla="*/ 670390 h 683249"/>
                <a:gd name="connsiteX0" fmla="*/ 0 w 8033862"/>
                <a:gd name="connsiteY0" fmla="*/ 664844 h 683894"/>
                <a:gd name="connsiteX1" fmla="*/ 102394 w 8033862"/>
                <a:gd name="connsiteY1" fmla="*/ 469581 h 683894"/>
                <a:gd name="connsiteX2" fmla="*/ 297656 w 8033862"/>
                <a:gd name="connsiteY2" fmla="*/ 250506 h 683894"/>
                <a:gd name="connsiteX3" fmla="*/ 521494 w 8033862"/>
                <a:gd name="connsiteY3" fmla="*/ 112394 h 683894"/>
                <a:gd name="connsiteX4" fmla="*/ 728663 w 8033862"/>
                <a:gd name="connsiteY4" fmla="*/ 43337 h 683894"/>
                <a:gd name="connsiteX5" fmla="*/ 933450 w 8033862"/>
                <a:gd name="connsiteY5" fmla="*/ 12381 h 683894"/>
                <a:gd name="connsiteX6" fmla="*/ 1157288 w 8033862"/>
                <a:gd name="connsiteY6" fmla="*/ 21906 h 683894"/>
                <a:gd name="connsiteX7" fmla="*/ 1400175 w 8033862"/>
                <a:gd name="connsiteY7" fmla="*/ 76675 h 683894"/>
                <a:gd name="connsiteX8" fmla="*/ 1709738 w 8033862"/>
                <a:gd name="connsiteY8" fmla="*/ 250506 h 683894"/>
                <a:gd name="connsiteX9" fmla="*/ 1916906 w 8033862"/>
                <a:gd name="connsiteY9" fmla="*/ 486250 h 683894"/>
                <a:gd name="connsiteX10" fmla="*/ 2007394 w 8033862"/>
                <a:gd name="connsiteY10" fmla="*/ 664844 h 683894"/>
                <a:gd name="connsiteX11" fmla="*/ 2157413 w 8033862"/>
                <a:gd name="connsiteY11" fmla="*/ 400525 h 683894"/>
                <a:gd name="connsiteX12" fmla="*/ 2550319 w 8033862"/>
                <a:gd name="connsiteY12" fmla="*/ 100487 h 683894"/>
                <a:gd name="connsiteX13" fmla="*/ 2995613 w 8033862"/>
                <a:gd name="connsiteY13" fmla="*/ 10000 h 683894"/>
                <a:gd name="connsiteX14" fmla="*/ 3631407 w 8033862"/>
                <a:gd name="connsiteY14" fmla="*/ 193356 h 683894"/>
                <a:gd name="connsiteX15" fmla="*/ 4031456 w 8033862"/>
                <a:gd name="connsiteY15" fmla="*/ 664844 h 683894"/>
                <a:gd name="connsiteX16" fmla="*/ 4291013 w 8033862"/>
                <a:gd name="connsiteY16" fmla="*/ 307657 h 683894"/>
                <a:gd name="connsiteX17" fmla="*/ 5053012 w 8033862"/>
                <a:gd name="connsiteY17" fmla="*/ 12381 h 683894"/>
                <a:gd name="connsiteX18" fmla="*/ 5957888 w 8033862"/>
                <a:gd name="connsiteY18" fmla="*/ 683894 h 683894"/>
                <a:gd name="connsiteX19" fmla="*/ 6219825 w 8033862"/>
                <a:gd name="connsiteY19" fmla="*/ 674369 h 683894"/>
                <a:gd name="connsiteX20" fmla="*/ 6715125 w 8033862"/>
                <a:gd name="connsiteY20" fmla="*/ 669606 h 683894"/>
                <a:gd name="connsiteX21" fmla="*/ 7134225 w 8033862"/>
                <a:gd name="connsiteY21" fmla="*/ 660081 h 683894"/>
                <a:gd name="connsiteX22" fmla="*/ 7481888 w 8033862"/>
                <a:gd name="connsiteY22" fmla="*/ 655319 h 683894"/>
                <a:gd name="connsiteX23" fmla="*/ 8033862 w 8033862"/>
                <a:gd name="connsiteY23" fmla="*/ 671035 h 68389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91013 w 8033862"/>
                <a:gd name="connsiteY16" fmla="*/ 297953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96093 h 702284"/>
                <a:gd name="connsiteX1" fmla="*/ 102394 w 8033862"/>
                <a:gd name="connsiteY1" fmla="*/ 500830 h 702284"/>
                <a:gd name="connsiteX2" fmla="*/ 297656 w 8033862"/>
                <a:gd name="connsiteY2" fmla="*/ 281755 h 702284"/>
                <a:gd name="connsiteX3" fmla="*/ 521494 w 8033862"/>
                <a:gd name="connsiteY3" fmla="*/ 143643 h 702284"/>
                <a:gd name="connsiteX4" fmla="*/ 728663 w 8033862"/>
                <a:gd name="connsiteY4" fmla="*/ 74586 h 702284"/>
                <a:gd name="connsiteX5" fmla="*/ 933450 w 8033862"/>
                <a:gd name="connsiteY5" fmla="*/ 43630 h 702284"/>
                <a:gd name="connsiteX6" fmla="*/ 1157288 w 8033862"/>
                <a:gd name="connsiteY6" fmla="*/ 53155 h 702284"/>
                <a:gd name="connsiteX7" fmla="*/ 1400175 w 8033862"/>
                <a:gd name="connsiteY7" fmla="*/ 107924 h 702284"/>
                <a:gd name="connsiteX8" fmla="*/ 1709738 w 8033862"/>
                <a:gd name="connsiteY8" fmla="*/ 281755 h 702284"/>
                <a:gd name="connsiteX9" fmla="*/ 1916906 w 8033862"/>
                <a:gd name="connsiteY9" fmla="*/ 517499 h 702284"/>
                <a:gd name="connsiteX10" fmla="*/ 2007394 w 8033862"/>
                <a:gd name="connsiteY10" fmla="*/ 696093 h 702284"/>
                <a:gd name="connsiteX11" fmla="*/ 2157413 w 8033862"/>
                <a:gd name="connsiteY11" fmla="*/ 431774 h 702284"/>
                <a:gd name="connsiteX12" fmla="*/ 2550319 w 8033862"/>
                <a:gd name="connsiteY12" fmla="*/ 131736 h 702284"/>
                <a:gd name="connsiteX13" fmla="*/ 2995613 w 8033862"/>
                <a:gd name="connsiteY13" fmla="*/ 41249 h 702284"/>
                <a:gd name="connsiteX14" fmla="*/ 3631407 w 8033862"/>
                <a:gd name="connsiteY14" fmla="*/ 224605 h 702284"/>
                <a:gd name="connsiteX15" fmla="*/ 4031456 w 8033862"/>
                <a:gd name="connsiteY15" fmla="*/ 696093 h 702284"/>
                <a:gd name="connsiteX16" fmla="*/ 4291013 w 8033862"/>
                <a:gd name="connsiteY16" fmla="*/ 338906 h 702284"/>
                <a:gd name="connsiteX17" fmla="*/ 5053012 w 8033862"/>
                <a:gd name="connsiteY17" fmla="*/ 43630 h 702284"/>
                <a:gd name="connsiteX18" fmla="*/ 5772150 w 8033862"/>
                <a:gd name="connsiteY18" fmla="*/ 272231 h 702284"/>
                <a:gd name="connsiteX19" fmla="*/ 6067425 w 8033862"/>
                <a:gd name="connsiteY19" fmla="*/ 696093 h 702284"/>
                <a:gd name="connsiteX20" fmla="*/ 6496050 w 8033862"/>
                <a:gd name="connsiteY20" fmla="*/ 200792 h 702284"/>
                <a:gd name="connsiteX21" fmla="*/ 7110412 w 8033862"/>
                <a:gd name="connsiteY21" fmla="*/ 62680 h 702284"/>
                <a:gd name="connsiteX22" fmla="*/ 7481888 w 8033862"/>
                <a:gd name="connsiteY22" fmla="*/ 686568 h 702284"/>
                <a:gd name="connsiteX23" fmla="*/ 8033862 w 8033862"/>
                <a:gd name="connsiteY23" fmla="*/ 702284 h 702284"/>
                <a:gd name="connsiteX0" fmla="*/ 0 w 8033862"/>
                <a:gd name="connsiteY0" fmla="*/ 722041 h 728232"/>
                <a:gd name="connsiteX1" fmla="*/ 102394 w 8033862"/>
                <a:gd name="connsiteY1" fmla="*/ 526778 h 728232"/>
                <a:gd name="connsiteX2" fmla="*/ 297656 w 8033862"/>
                <a:gd name="connsiteY2" fmla="*/ 307703 h 728232"/>
                <a:gd name="connsiteX3" fmla="*/ 521494 w 8033862"/>
                <a:gd name="connsiteY3" fmla="*/ 169591 h 728232"/>
                <a:gd name="connsiteX4" fmla="*/ 728663 w 8033862"/>
                <a:gd name="connsiteY4" fmla="*/ 100534 h 728232"/>
                <a:gd name="connsiteX5" fmla="*/ 933450 w 8033862"/>
                <a:gd name="connsiteY5" fmla="*/ 69578 h 728232"/>
                <a:gd name="connsiteX6" fmla="*/ 1157288 w 8033862"/>
                <a:gd name="connsiteY6" fmla="*/ 79103 h 728232"/>
                <a:gd name="connsiteX7" fmla="*/ 1400175 w 8033862"/>
                <a:gd name="connsiteY7" fmla="*/ 133872 h 728232"/>
                <a:gd name="connsiteX8" fmla="*/ 1709738 w 8033862"/>
                <a:gd name="connsiteY8" fmla="*/ 307703 h 728232"/>
                <a:gd name="connsiteX9" fmla="*/ 1916906 w 8033862"/>
                <a:gd name="connsiteY9" fmla="*/ 543447 h 728232"/>
                <a:gd name="connsiteX10" fmla="*/ 2007394 w 8033862"/>
                <a:gd name="connsiteY10" fmla="*/ 722041 h 728232"/>
                <a:gd name="connsiteX11" fmla="*/ 2157413 w 8033862"/>
                <a:gd name="connsiteY11" fmla="*/ 457722 h 728232"/>
                <a:gd name="connsiteX12" fmla="*/ 2550319 w 8033862"/>
                <a:gd name="connsiteY12" fmla="*/ 157684 h 728232"/>
                <a:gd name="connsiteX13" fmla="*/ 2995613 w 8033862"/>
                <a:gd name="connsiteY13" fmla="*/ 67197 h 728232"/>
                <a:gd name="connsiteX14" fmla="*/ 3631407 w 8033862"/>
                <a:gd name="connsiteY14" fmla="*/ 250553 h 728232"/>
                <a:gd name="connsiteX15" fmla="*/ 4031456 w 8033862"/>
                <a:gd name="connsiteY15" fmla="*/ 722041 h 728232"/>
                <a:gd name="connsiteX16" fmla="*/ 4291013 w 8033862"/>
                <a:gd name="connsiteY16" fmla="*/ 364854 h 728232"/>
                <a:gd name="connsiteX17" fmla="*/ 5053012 w 8033862"/>
                <a:gd name="connsiteY17" fmla="*/ 69578 h 728232"/>
                <a:gd name="connsiteX18" fmla="*/ 5772150 w 8033862"/>
                <a:gd name="connsiteY18" fmla="*/ 298179 h 728232"/>
                <a:gd name="connsiteX19" fmla="*/ 6067425 w 8033862"/>
                <a:gd name="connsiteY19" fmla="*/ 722041 h 728232"/>
                <a:gd name="connsiteX20" fmla="*/ 6496050 w 8033862"/>
                <a:gd name="connsiteY20" fmla="*/ 226740 h 728232"/>
                <a:gd name="connsiteX21" fmla="*/ 7110412 w 8033862"/>
                <a:gd name="connsiteY21" fmla="*/ 88628 h 728232"/>
                <a:gd name="connsiteX22" fmla="*/ 7481888 w 8033862"/>
                <a:gd name="connsiteY22" fmla="*/ 712516 h 728232"/>
                <a:gd name="connsiteX23" fmla="*/ 8033862 w 8033862"/>
                <a:gd name="connsiteY23" fmla="*/ 728232 h 728232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10412 w 8033862"/>
                <a:gd name="connsiteY21" fmla="*/ 2172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05650 w 8033862"/>
                <a:gd name="connsiteY21" fmla="*/ 26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7810 h 664001"/>
                <a:gd name="connsiteX1" fmla="*/ 102394 w 8033862"/>
                <a:gd name="connsiteY1" fmla="*/ 462547 h 664001"/>
                <a:gd name="connsiteX2" fmla="*/ 297656 w 8033862"/>
                <a:gd name="connsiteY2" fmla="*/ 243472 h 664001"/>
                <a:gd name="connsiteX3" fmla="*/ 521494 w 8033862"/>
                <a:gd name="connsiteY3" fmla="*/ 105360 h 664001"/>
                <a:gd name="connsiteX4" fmla="*/ 728663 w 8033862"/>
                <a:gd name="connsiteY4" fmla="*/ 36303 h 664001"/>
                <a:gd name="connsiteX5" fmla="*/ 933450 w 8033862"/>
                <a:gd name="connsiteY5" fmla="*/ 5347 h 664001"/>
                <a:gd name="connsiteX6" fmla="*/ 1157288 w 8033862"/>
                <a:gd name="connsiteY6" fmla="*/ 14872 h 664001"/>
                <a:gd name="connsiteX7" fmla="*/ 1400175 w 8033862"/>
                <a:gd name="connsiteY7" fmla="*/ 69641 h 664001"/>
                <a:gd name="connsiteX8" fmla="*/ 1709738 w 8033862"/>
                <a:gd name="connsiteY8" fmla="*/ 243472 h 664001"/>
                <a:gd name="connsiteX9" fmla="*/ 1916906 w 8033862"/>
                <a:gd name="connsiteY9" fmla="*/ 479216 h 664001"/>
                <a:gd name="connsiteX10" fmla="*/ 2007394 w 8033862"/>
                <a:gd name="connsiteY10" fmla="*/ 657810 h 664001"/>
                <a:gd name="connsiteX11" fmla="*/ 2157413 w 8033862"/>
                <a:gd name="connsiteY11" fmla="*/ 393491 h 664001"/>
                <a:gd name="connsiteX12" fmla="*/ 2550319 w 8033862"/>
                <a:gd name="connsiteY12" fmla="*/ 93453 h 664001"/>
                <a:gd name="connsiteX13" fmla="*/ 2995613 w 8033862"/>
                <a:gd name="connsiteY13" fmla="*/ 2966 h 664001"/>
                <a:gd name="connsiteX14" fmla="*/ 3631407 w 8033862"/>
                <a:gd name="connsiteY14" fmla="*/ 186322 h 664001"/>
                <a:gd name="connsiteX15" fmla="*/ 4031456 w 8033862"/>
                <a:gd name="connsiteY15" fmla="*/ 657810 h 664001"/>
                <a:gd name="connsiteX16" fmla="*/ 4291013 w 8033862"/>
                <a:gd name="connsiteY16" fmla="*/ 300623 h 664001"/>
                <a:gd name="connsiteX17" fmla="*/ 5053012 w 8033862"/>
                <a:gd name="connsiteY17" fmla="*/ 5347 h 664001"/>
                <a:gd name="connsiteX18" fmla="*/ 5772150 w 8033862"/>
                <a:gd name="connsiteY18" fmla="*/ 233948 h 664001"/>
                <a:gd name="connsiteX19" fmla="*/ 6067425 w 8033862"/>
                <a:gd name="connsiteY19" fmla="*/ 657810 h 664001"/>
                <a:gd name="connsiteX20" fmla="*/ 6496050 w 8033862"/>
                <a:gd name="connsiteY20" fmla="*/ 162509 h 664001"/>
                <a:gd name="connsiteX21" fmla="*/ 7081837 w 8033862"/>
                <a:gd name="connsiteY21" fmla="*/ 585 h 664001"/>
                <a:gd name="connsiteX22" fmla="*/ 7481888 w 8033862"/>
                <a:gd name="connsiteY22" fmla="*/ 648285 h 664001"/>
                <a:gd name="connsiteX23" fmla="*/ 8033862 w 8033862"/>
                <a:gd name="connsiteY23" fmla="*/ 664001 h 664001"/>
                <a:gd name="connsiteX0" fmla="*/ 0 w 8033862"/>
                <a:gd name="connsiteY0" fmla="*/ 657304 h 663495"/>
                <a:gd name="connsiteX1" fmla="*/ 102394 w 8033862"/>
                <a:gd name="connsiteY1" fmla="*/ 462041 h 663495"/>
                <a:gd name="connsiteX2" fmla="*/ 297656 w 8033862"/>
                <a:gd name="connsiteY2" fmla="*/ 242966 h 663495"/>
                <a:gd name="connsiteX3" fmla="*/ 521494 w 8033862"/>
                <a:gd name="connsiteY3" fmla="*/ 104854 h 663495"/>
                <a:gd name="connsiteX4" fmla="*/ 728663 w 8033862"/>
                <a:gd name="connsiteY4" fmla="*/ 35797 h 663495"/>
                <a:gd name="connsiteX5" fmla="*/ 933450 w 8033862"/>
                <a:gd name="connsiteY5" fmla="*/ 4841 h 663495"/>
                <a:gd name="connsiteX6" fmla="*/ 1157288 w 8033862"/>
                <a:gd name="connsiteY6" fmla="*/ 14366 h 663495"/>
                <a:gd name="connsiteX7" fmla="*/ 1400175 w 8033862"/>
                <a:gd name="connsiteY7" fmla="*/ 69135 h 663495"/>
                <a:gd name="connsiteX8" fmla="*/ 1709738 w 8033862"/>
                <a:gd name="connsiteY8" fmla="*/ 242966 h 663495"/>
                <a:gd name="connsiteX9" fmla="*/ 1916906 w 8033862"/>
                <a:gd name="connsiteY9" fmla="*/ 478710 h 663495"/>
                <a:gd name="connsiteX10" fmla="*/ 2007394 w 8033862"/>
                <a:gd name="connsiteY10" fmla="*/ 657304 h 663495"/>
                <a:gd name="connsiteX11" fmla="*/ 2157413 w 8033862"/>
                <a:gd name="connsiteY11" fmla="*/ 392985 h 663495"/>
                <a:gd name="connsiteX12" fmla="*/ 2550319 w 8033862"/>
                <a:gd name="connsiteY12" fmla="*/ 92947 h 663495"/>
                <a:gd name="connsiteX13" fmla="*/ 2995613 w 8033862"/>
                <a:gd name="connsiteY13" fmla="*/ 2460 h 663495"/>
                <a:gd name="connsiteX14" fmla="*/ 3631407 w 8033862"/>
                <a:gd name="connsiteY14" fmla="*/ 185816 h 663495"/>
                <a:gd name="connsiteX15" fmla="*/ 4031456 w 8033862"/>
                <a:gd name="connsiteY15" fmla="*/ 657304 h 663495"/>
                <a:gd name="connsiteX16" fmla="*/ 4291013 w 8033862"/>
                <a:gd name="connsiteY16" fmla="*/ 300117 h 663495"/>
                <a:gd name="connsiteX17" fmla="*/ 5053012 w 8033862"/>
                <a:gd name="connsiteY17" fmla="*/ 4841 h 663495"/>
                <a:gd name="connsiteX18" fmla="*/ 5772150 w 8033862"/>
                <a:gd name="connsiteY18" fmla="*/ 233442 h 663495"/>
                <a:gd name="connsiteX19" fmla="*/ 6067425 w 8033862"/>
                <a:gd name="connsiteY19" fmla="*/ 657304 h 663495"/>
                <a:gd name="connsiteX20" fmla="*/ 6496050 w 8033862"/>
                <a:gd name="connsiteY20" fmla="*/ 162003 h 663495"/>
                <a:gd name="connsiteX21" fmla="*/ 7081837 w 8033862"/>
                <a:gd name="connsiteY21" fmla="*/ 79 h 663495"/>
                <a:gd name="connsiteX22" fmla="*/ 7481888 w 8033862"/>
                <a:gd name="connsiteY22" fmla="*/ 647779 h 663495"/>
                <a:gd name="connsiteX23" fmla="*/ 8033862 w 8033862"/>
                <a:gd name="connsiteY23" fmla="*/ 663495 h 663495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33862" h="659143">
                  <a:moveTo>
                    <a:pt x="0" y="659143"/>
                  </a:moveTo>
                  <a:cubicBezTo>
                    <a:pt x="26392" y="596039"/>
                    <a:pt x="52785" y="532936"/>
                    <a:pt x="102394" y="463880"/>
                  </a:cubicBezTo>
                  <a:cubicBezTo>
                    <a:pt x="152003" y="394824"/>
                    <a:pt x="227806" y="304336"/>
                    <a:pt x="297656" y="244805"/>
                  </a:cubicBezTo>
                  <a:cubicBezTo>
                    <a:pt x="367506" y="185274"/>
                    <a:pt x="449660" y="141221"/>
                    <a:pt x="521494" y="106693"/>
                  </a:cubicBezTo>
                  <a:cubicBezTo>
                    <a:pt x="593328" y="72165"/>
                    <a:pt x="660004" y="54305"/>
                    <a:pt x="728663" y="37636"/>
                  </a:cubicBezTo>
                  <a:cubicBezTo>
                    <a:pt x="797322" y="20967"/>
                    <a:pt x="862013" y="10252"/>
                    <a:pt x="933450" y="6680"/>
                  </a:cubicBezTo>
                  <a:cubicBezTo>
                    <a:pt x="1004888" y="3108"/>
                    <a:pt x="1079500" y="5489"/>
                    <a:pt x="1157288" y="16205"/>
                  </a:cubicBezTo>
                  <a:cubicBezTo>
                    <a:pt x="1235076" y="26921"/>
                    <a:pt x="1308100" y="32874"/>
                    <a:pt x="1400175" y="70974"/>
                  </a:cubicBezTo>
                  <a:cubicBezTo>
                    <a:pt x="1492250" y="109074"/>
                    <a:pt x="1623616" y="176543"/>
                    <a:pt x="1709738" y="244805"/>
                  </a:cubicBezTo>
                  <a:cubicBezTo>
                    <a:pt x="1795860" y="313067"/>
                    <a:pt x="1867297" y="411493"/>
                    <a:pt x="1916906" y="480549"/>
                  </a:cubicBezTo>
                  <a:cubicBezTo>
                    <a:pt x="1966515" y="549605"/>
                    <a:pt x="1983979" y="609136"/>
                    <a:pt x="2007394" y="659143"/>
                  </a:cubicBezTo>
                  <a:cubicBezTo>
                    <a:pt x="2040333" y="611518"/>
                    <a:pt x="2074070" y="498408"/>
                    <a:pt x="2157413" y="394824"/>
                  </a:cubicBezTo>
                  <a:cubicBezTo>
                    <a:pt x="2240756" y="291240"/>
                    <a:pt x="2410619" y="159874"/>
                    <a:pt x="2550319" y="94786"/>
                  </a:cubicBezTo>
                  <a:cubicBezTo>
                    <a:pt x="2690019" y="29699"/>
                    <a:pt x="2814803" y="715"/>
                    <a:pt x="2995613" y="4299"/>
                  </a:cubicBezTo>
                  <a:cubicBezTo>
                    <a:pt x="3175794" y="7871"/>
                    <a:pt x="3340282" y="21407"/>
                    <a:pt x="3631407" y="187655"/>
                  </a:cubicBezTo>
                  <a:cubicBezTo>
                    <a:pt x="3904605" y="343666"/>
                    <a:pt x="3969544" y="568259"/>
                    <a:pt x="4031456" y="659143"/>
                  </a:cubicBezTo>
                  <a:cubicBezTo>
                    <a:pt x="4102893" y="561909"/>
                    <a:pt x="4140960" y="437224"/>
                    <a:pt x="4291013" y="301956"/>
                  </a:cubicBezTo>
                  <a:cubicBezTo>
                    <a:pt x="4480322" y="131300"/>
                    <a:pt x="4806156" y="17792"/>
                    <a:pt x="5053012" y="6680"/>
                  </a:cubicBezTo>
                  <a:cubicBezTo>
                    <a:pt x="5299868" y="-4432"/>
                    <a:pt x="5640439" y="125363"/>
                    <a:pt x="5772150" y="235281"/>
                  </a:cubicBezTo>
                  <a:cubicBezTo>
                    <a:pt x="5904352" y="345609"/>
                    <a:pt x="5969000" y="379744"/>
                    <a:pt x="6067425" y="659143"/>
                  </a:cubicBezTo>
                  <a:cubicBezTo>
                    <a:pt x="6164262" y="422605"/>
                    <a:pt x="6326981" y="273380"/>
                    <a:pt x="6496050" y="163842"/>
                  </a:cubicBezTo>
                  <a:cubicBezTo>
                    <a:pt x="6665119" y="54305"/>
                    <a:pt x="6867524" y="-12370"/>
                    <a:pt x="7081837" y="1918"/>
                  </a:cubicBezTo>
                  <a:cubicBezTo>
                    <a:pt x="7296150" y="16206"/>
                    <a:pt x="7556580" y="69147"/>
                    <a:pt x="7781926" y="249568"/>
                  </a:cubicBezTo>
                  <a:cubicBezTo>
                    <a:pt x="7932191" y="369876"/>
                    <a:pt x="7992745" y="498170"/>
                    <a:pt x="8033862" y="65580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A45C1F7-B7E3-4908-B59A-82BE34B25D29}"/>
                </a:ext>
              </a:extLst>
            </p:cNvPr>
            <p:cNvCxnSpPr>
              <a:cxnSpLocks/>
            </p:cNvCxnSpPr>
            <p:nvPr/>
          </p:nvCxnSpPr>
          <p:spPr>
            <a:xfrm>
              <a:off x="3467597" y="2186847"/>
              <a:ext cx="47660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63AAD8E-750B-40D4-BB73-B9981670FE62}"/>
              </a:ext>
            </a:extLst>
          </p:cNvPr>
          <p:cNvCxnSpPr>
            <a:cxnSpLocks/>
          </p:cNvCxnSpPr>
          <p:nvPr/>
        </p:nvCxnSpPr>
        <p:spPr>
          <a:xfrm>
            <a:off x="1653627" y="2356385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671A003D-A9ED-4B8B-A0D1-7157034A64D3}"/>
              </a:ext>
            </a:extLst>
          </p:cNvPr>
          <p:cNvSpPr txBox="1"/>
          <p:nvPr/>
        </p:nvSpPr>
        <p:spPr>
          <a:xfrm>
            <a:off x="2215762" y="1897200"/>
            <a:ext cx="131017" cy="188848"/>
          </a:xfrm>
          <a:custGeom>
            <a:avLst/>
            <a:gdLst/>
            <a:ahLst/>
            <a:cxnLst/>
            <a:rect l="l" t="t" r="r" b="b"/>
            <a:pathLst>
              <a:path w="105705" h="152363"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2481" y="142094"/>
                </a:lnTo>
                <a:lnTo>
                  <a:pt x="59940" y="142094"/>
                </a:lnTo>
                <a:cubicBezTo>
                  <a:pt x="64926" y="142094"/>
                  <a:pt x="68851" y="141610"/>
                  <a:pt x="71716" y="140643"/>
                </a:cubicBezTo>
                <a:cubicBezTo>
                  <a:pt x="74581" y="139676"/>
                  <a:pt x="77297" y="137908"/>
                  <a:pt x="79864" y="135341"/>
                </a:cubicBezTo>
                <a:cubicBezTo>
                  <a:pt x="82432" y="132774"/>
                  <a:pt x="84943" y="129295"/>
                  <a:pt x="87399" y="124904"/>
                </a:cubicBezTo>
                <a:cubicBezTo>
                  <a:pt x="89855" y="120514"/>
                  <a:pt x="92347" y="115044"/>
                  <a:pt x="94877" y="108496"/>
                </a:cubicBezTo>
                <a:lnTo>
                  <a:pt x="105705" y="108496"/>
                </a:lnTo>
                <a:lnTo>
                  <a:pt x="94431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2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1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4158945"/>
      </p:ext>
    </p:extLst>
  </p:cSld>
  <p:clrMapOvr>
    <a:masterClrMapping/>
  </p:clrMapOvr>
  <p:transition spd="slow" advClick="0" advTm="0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4216E16C-67DD-4F26-9C9E-C8BDAE6FF570}"/>
              </a:ext>
            </a:extLst>
          </p:cNvPr>
          <p:cNvGrpSpPr/>
          <p:nvPr/>
        </p:nvGrpSpPr>
        <p:grpSpPr>
          <a:xfrm>
            <a:off x="7482075" y="1548869"/>
            <a:ext cx="4399960" cy="3911841"/>
            <a:chOff x="7482075" y="1548869"/>
            <a:chExt cx="4399960" cy="3911841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71E8F08-B077-4E57-A23D-866300DBC6AD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3381968"/>
              <a:ext cx="439996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FEFC315-4361-470F-842E-6A4C3F911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075" y="1548869"/>
              <a:ext cx="0" cy="391184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84BA88F-A6D3-4825-8E01-85C07BDCDDF3}"/>
              </a:ext>
            </a:extLst>
          </p:cNvPr>
          <p:cNvCxnSpPr>
            <a:cxnSpLocks/>
          </p:cNvCxnSpPr>
          <p:nvPr/>
        </p:nvCxnSpPr>
        <p:spPr>
          <a:xfrm>
            <a:off x="10124140" y="1542542"/>
            <a:ext cx="442482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98E63AD-EBCA-48BB-BB0E-940A22B97BD3}"/>
              </a:ext>
            </a:extLst>
          </p:cNvPr>
          <p:cNvCxnSpPr>
            <a:cxnSpLocks/>
          </p:cNvCxnSpPr>
          <p:nvPr/>
        </p:nvCxnSpPr>
        <p:spPr>
          <a:xfrm>
            <a:off x="10124140" y="1815720"/>
            <a:ext cx="442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666AA02-1F2B-4DD7-AE09-BDD205CE84EC}"/>
              </a:ext>
            </a:extLst>
          </p:cNvPr>
          <p:cNvCxnSpPr>
            <a:cxnSpLocks/>
          </p:cNvCxnSpPr>
          <p:nvPr/>
        </p:nvCxnSpPr>
        <p:spPr>
          <a:xfrm>
            <a:off x="10124140" y="2088897"/>
            <a:ext cx="44248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227224B-7595-4477-A939-9240808C0D9F}"/>
              </a:ext>
            </a:extLst>
          </p:cNvPr>
          <p:cNvSpPr txBox="1"/>
          <p:nvPr/>
        </p:nvSpPr>
        <p:spPr>
          <a:xfrm>
            <a:off x="10566621" y="1397291"/>
            <a:ext cx="839232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电源电压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9F4EA1-6AAA-48AA-A90A-D932F32369EF}"/>
              </a:ext>
            </a:extLst>
          </p:cNvPr>
          <p:cNvSpPr txBox="1"/>
          <p:nvPr/>
        </p:nvSpPr>
        <p:spPr>
          <a:xfrm>
            <a:off x="10566621" y="1670468"/>
            <a:ext cx="1000623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二极管电流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78D5F5-82F5-4263-BF95-C637E548827F}"/>
              </a:ext>
            </a:extLst>
          </p:cNvPr>
          <p:cNvSpPr txBox="1"/>
          <p:nvPr/>
        </p:nvSpPr>
        <p:spPr>
          <a:xfrm>
            <a:off x="10558630" y="1943645"/>
            <a:ext cx="1323405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二极管两端电压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64625B-4252-41BF-9AD7-E3A4D2E9C4EB}"/>
              </a:ext>
            </a:extLst>
          </p:cNvPr>
          <p:cNvGrpSpPr/>
          <p:nvPr/>
        </p:nvGrpSpPr>
        <p:grpSpPr>
          <a:xfrm>
            <a:off x="7142093" y="2665805"/>
            <a:ext cx="1424543" cy="1001251"/>
            <a:chOff x="7142093" y="2665805"/>
            <a:chExt cx="1424543" cy="1001251"/>
          </a:xfrm>
        </p:grpSpPr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2E0A487F-48FF-4DD9-9FAE-C67DF56EF491}"/>
                </a:ext>
              </a:extLst>
            </p:cNvPr>
            <p:cNvCxnSpPr>
              <a:cxnSpLocks/>
            </p:cNvCxnSpPr>
            <p:nvPr/>
          </p:nvCxnSpPr>
          <p:spPr>
            <a:xfrm>
              <a:off x="7474083" y="3220471"/>
              <a:ext cx="1057923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0ADAEC8-1F97-495A-98BF-43392428E9F6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2747595"/>
              <a:ext cx="105754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C0B8CA2-7304-4A0E-91EB-7EBFCA321219}"/>
                </a:ext>
              </a:extLst>
            </p:cNvPr>
            <p:cNvSpPr txBox="1"/>
            <p:nvPr/>
          </p:nvSpPr>
          <p:spPr>
            <a:xfrm>
              <a:off x="7159746" y="2665805"/>
              <a:ext cx="183250" cy="209435"/>
            </a:xfrm>
            <a:custGeom>
              <a:avLst/>
              <a:gdLst/>
              <a:ahLst/>
              <a:cxnLst/>
              <a:rect l="l" t="t" r="r" b="b"/>
              <a:pathLst>
                <a:path w="174984" h="199988">
                  <a:moveTo>
                    <a:pt x="96040" y="91409"/>
                  </a:moveTo>
                  <a:lnTo>
                    <a:pt x="174984" y="91409"/>
                  </a:lnTo>
                  <a:lnTo>
                    <a:pt x="169040" y="117528"/>
                  </a:lnTo>
                  <a:lnTo>
                    <a:pt x="160083" y="117528"/>
                  </a:lnTo>
                  <a:cubicBezTo>
                    <a:pt x="159804" y="114459"/>
                    <a:pt x="159525" y="111835"/>
                    <a:pt x="159246" y="109659"/>
                  </a:cubicBezTo>
                  <a:cubicBezTo>
                    <a:pt x="158967" y="107482"/>
                    <a:pt x="158464" y="105696"/>
                    <a:pt x="157739" y="104301"/>
                  </a:cubicBezTo>
                  <a:cubicBezTo>
                    <a:pt x="157013" y="102906"/>
                    <a:pt x="155981" y="101901"/>
                    <a:pt x="154641" y="101287"/>
                  </a:cubicBezTo>
                  <a:cubicBezTo>
                    <a:pt x="153302" y="100673"/>
                    <a:pt x="151460" y="100339"/>
                    <a:pt x="149116" y="100283"/>
                  </a:cubicBezTo>
                  <a:lnTo>
                    <a:pt x="121741" y="100283"/>
                  </a:lnTo>
                  <a:lnTo>
                    <a:pt x="112532" y="141052"/>
                  </a:lnTo>
                  <a:lnTo>
                    <a:pt x="129024" y="141052"/>
                  </a:lnTo>
                  <a:cubicBezTo>
                    <a:pt x="130978" y="141052"/>
                    <a:pt x="132596" y="140927"/>
                    <a:pt x="133880" y="140676"/>
                  </a:cubicBezTo>
                  <a:cubicBezTo>
                    <a:pt x="135163" y="140424"/>
                    <a:pt x="136335" y="139838"/>
                    <a:pt x="137396" y="138918"/>
                  </a:cubicBezTo>
                  <a:cubicBezTo>
                    <a:pt x="138456" y="137997"/>
                    <a:pt x="139503" y="136685"/>
                    <a:pt x="140535" y="134983"/>
                  </a:cubicBezTo>
                  <a:cubicBezTo>
                    <a:pt x="141568" y="133281"/>
                    <a:pt x="142837" y="131006"/>
                    <a:pt x="144344" y="128160"/>
                  </a:cubicBezTo>
                  <a:lnTo>
                    <a:pt x="152716" y="128160"/>
                  </a:lnTo>
                  <a:lnTo>
                    <a:pt x="144679" y="162902"/>
                  </a:lnTo>
                  <a:lnTo>
                    <a:pt x="136559" y="162902"/>
                  </a:lnTo>
                  <a:cubicBezTo>
                    <a:pt x="136559" y="159888"/>
                    <a:pt x="136475" y="157502"/>
                    <a:pt x="136307" y="155744"/>
                  </a:cubicBezTo>
                  <a:cubicBezTo>
                    <a:pt x="136140" y="153986"/>
                    <a:pt x="135777" y="152661"/>
                    <a:pt x="135219" y="151768"/>
                  </a:cubicBezTo>
                  <a:cubicBezTo>
                    <a:pt x="134661" y="150875"/>
                    <a:pt x="133824" y="150317"/>
                    <a:pt x="132708" y="150094"/>
                  </a:cubicBezTo>
                  <a:cubicBezTo>
                    <a:pt x="131592" y="149870"/>
                    <a:pt x="130085" y="149759"/>
                    <a:pt x="128187" y="149759"/>
                  </a:cubicBezTo>
                  <a:lnTo>
                    <a:pt x="110607" y="149759"/>
                  </a:lnTo>
                  <a:cubicBezTo>
                    <a:pt x="109881" y="152996"/>
                    <a:pt x="109072" y="156526"/>
                    <a:pt x="108179" y="160349"/>
                  </a:cubicBezTo>
                  <a:cubicBezTo>
                    <a:pt x="107286" y="164172"/>
                    <a:pt x="106449" y="167897"/>
                    <a:pt x="105668" y="171525"/>
                  </a:cubicBezTo>
                  <a:cubicBezTo>
                    <a:pt x="104886" y="175153"/>
                    <a:pt x="104230" y="178459"/>
                    <a:pt x="103700" y="181445"/>
                  </a:cubicBezTo>
                  <a:cubicBezTo>
                    <a:pt x="103170" y="184431"/>
                    <a:pt x="102905" y="186650"/>
                    <a:pt x="102905" y="188101"/>
                  </a:cubicBezTo>
                  <a:cubicBezTo>
                    <a:pt x="102905" y="189217"/>
                    <a:pt x="103058" y="190180"/>
                    <a:pt x="103365" y="190989"/>
                  </a:cubicBezTo>
                  <a:cubicBezTo>
                    <a:pt x="103672" y="191798"/>
                    <a:pt x="104175" y="192482"/>
                    <a:pt x="104872" y="193040"/>
                  </a:cubicBezTo>
                  <a:cubicBezTo>
                    <a:pt x="105570" y="193598"/>
                    <a:pt x="106560" y="194017"/>
                    <a:pt x="107844" y="194296"/>
                  </a:cubicBezTo>
                  <a:cubicBezTo>
                    <a:pt x="109128" y="194575"/>
                    <a:pt x="110774" y="194770"/>
                    <a:pt x="112783" y="194882"/>
                  </a:cubicBezTo>
                  <a:lnTo>
                    <a:pt x="111611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37" y="194254"/>
                    <a:pt x="80553" y="193835"/>
                  </a:cubicBezTo>
                  <a:cubicBezTo>
                    <a:pt x="81669" y="193417"/>
                    <a:pt x="82660" y="192607"/>
                    <a:pt x="83525" y="191407"/>
                  </a:cubicBezTo>
                  <a:cubicBezTo>
                    <a:pt x="84390" y="190207"/>
                    <a:pt x="85171" y="188408"/>
                    <a:pt x="85869" y="186008"/>
                  </a:cubicBezTo>
                  <a:cubicBezTo>
                    <a:pt x="86566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4" y="110301"/>
                    <a:pt x="103323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8" y="98357"/>
                  </a:cubicBezTo>
                  <a:cubicBezTo>
                    <a:pt x="100603" y="97297"/>
                    <a:pt x="98245" y="96739"/>
                    <a:pt x="94784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3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8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3" y="6493"/>
                    <a:pt x="31812" y="5693"/>
                    <a:pt x="28016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28D37A8-130E-49E9-A686-22DF4A495E23}"/>
                </a:ext>
              </a:extLst>
            </p:cNvPr>
            <p:cNvSpPr txBox="1"/>
            <p:nvPr/>
          </p:nvSpPr>
          <p:spPr>
            <a:xfrm>
              <a:off x="7142093" y="3170595"/>
              <a:ext cx="218434" cy="241457"/>
            </a:xfrm>
            <a:custGeom>
              <a:avLst/>
              <a:gdLst/>
              <a:ahLst/>
              <a:cxnLst/>
              <a:rect l="l" t="t" r="r" b="b"/>
              <a:pathLst>
                <a:path w="208280" h="230232">
                  <a:moveTo>
                    <a:pt x="158423" y="142796"/>
                  </a:moveTo>
                  <a:cubicBezTo>
                    <a:pt x="154764" y="142796"/>
                    <a:pt x="151353" y="143602"/>
                    <a:pt x="148191" y="145214"/>
                  </a:cubicBezTo>
                  <a:cubicBezTo>
                    <a:pt x="145028" y="146827"/>
                    <a:pt x="142145" y="149028"/>
                    <a:pt x="139540" y="151819"/>
                  </a:cubicBezTo>
                  <a:cubicBezTo>
                    <a:pt x="136936" y="154609"/>
                    <a:pt x="134626" y="157834"/>
                    <a:pt x="132610" y="161492"/>
                  </a:cubicBezTo>
                  <a:cubicBezTo>
                    <a:pt x="130595" y="165151"/>
                    <a:pt x="128890" y="169027"/>
                    <a:pt x="127494" y="173120"/>
                  </a:cubicBezTo>
                  <a:cubicBezTo>
                    <a:pt x="126099" y="177212"/>
                    <a:pt x="125045" y="181414"/>
                    <a:pt x="124332" y="185724"/>
                  </a:cubicBezTo>
                  <a:cubicBezTo>
                    <a:pt x="123619" y="190033"/>
                    <a:pt x="123262" y="194173"/>
                    <a:pt x="123262" y="198141"/>
                  </a:cubicBezTo>
                  <a:cubicBezTo>
                    <a:pt x="123262" y="204839"/>
                    <a:pt x="124208" y="209815"/>
                    <a:pt x="126099" y="213071"/>
                  </a:cubicBezTo>
                  <a:cubicBezTo>
                    <a:pt x="127990" y="216326"/>
                    <a:pt x="131044" y="217954"/>
                    <a:pt x="135261" y="217954"/>
                  </a:cubicBezTo>
                  <a:cubicBezTo>
                    <a:pt x="137370" y="217954"/>
                    <a:pt x="139401" y="217582"/>
                    <a:pt x="141354" y="216838"/>
                  </a:cubicBezTo>
                  <a:cubicBezTo>
                    <a:pt x="143307" y="216094"/>
                    <a:pt x="145369" y="214916"/>
                    <a:pt x="147540" y="213303"/>
                  </a:cubicBezTo>
                  <a:cubicBezTo>
                    <a:pt x="152997" y="209024"/>
                    <a:pt x="157647" y="203815"/>
                    <a:pt x="161492" y="197676"/>
                  </a:cubicBezTo>
                  <a:cubicBezTo>
                    <a:pt x="165337" y="191537"/>
                    <a:pt x="168220" y="184282"/>
                    <a:pt x="170143" y="175910"/>
                  </a:cubicBezTo>
                  <a:cubicBezTo>
                    <a:pt x="171011" y="172065"/>
                    <a:pt x="171693" y="168593"/>
                    <a:pt x="172189" y="165492"/>
                  </a:cubicBezTo>
                  <a:cubicBezTo>
                    <a:pt x="172685" y="162392"/>
                    <a:pt x="172933" y="159446"/>
                    <a:pt x="172933" y="156656"/>
                  </a:cubicBezTo>
                  <a:cubicBezTo>
                    <a:pt x="172933" y="151695"/>
                    <a:pt x="171771" y="148144"/>
                    <a:pt x="169445" y="146005"/>
                  </a:cubicBezTo>
                  <a:cubicBezTo>
                    <a:pt x="167120" y="143866"/>
                    <a:pt x="163446" y="142796"/>
                    <a:pt x="158423" y="142796"/>
                  </a:cubicBezTo>
                  <a:close/>
                  <a:moveTo>
                    <a:pt x="156748" y="133587"/>
                  </a:moveTo>
                  <a:cubicBezTo>
                    <a:pt x="161647" y="133587"/>
                    <a:pt x="165973" y="134161"/>
                    <a:pt x="169724" y="135308"/>
                  </a:cubicBezTo>
                  <a:cubicBezTo>
                    <a:pt x="173476" y="136455"/>
                    <a:pt x="176902" y="138021"/>
                    <a:pt x="180003" y="140005"/>
                  </a:cubicBezTo>
                  <a:lnTo>
                    <a:pt x="189025" y="133587"/>
                  </a:lnTo>
                  <a:lnTo>
                    <a:pt x="196560" y="135541"/>
                  </a:lnTo>
                  <a:lnTo>
                    <a:pt x="182514" y="196467"/>
                  </a:lnTo>
                  <a:cubicBezTo>
                    <a:pt x="181708" y="199940"/>
                    <a:pt x="181150" y="202808"/>
                    <a:pt x="180840" y="205071"/>
                  </a:cubicBezTo>
                  <a:cubicBezTo>
                    <a:pt x="180530" y="207335"/>
                    <a:pt x="180375" y="209335"/>
                    <a:pt x="180375" y="211071"/>
                  </a:cubicBezTo>
                  <a:cubicBezTo>
                    <a:pt x="180375" y="213427"/>
                    <a:pt x="180855" y="215133"/>
                    <a:pt x="181817" y="216187"/>
                  </a:cubicBezTo>
                  <a:cubicBezTo>
                    <a:pt x="182778" y="217241"/>
                    <a:pt x="184157" y="217768"/>
                    <a:pt x="185956" y="217768"/>
                  </a:cubicBezTo>
                  <a:cubicBezTo>
                    <a:pt x="187072" y="217768"/>
                    <a:pt x="188173" y="217551"/>
                    <a:pt x="189258" y="217117"/>
                  </a:cubicBezTo>
                  <a:cubicBezTo>
                    <a:pt x="190343" y="216683"/>
                    <a:pt x="191521" y="216001"/>
                    <a:pt x="192793" y="215071"/>
                  </a:cubicBezTo>
                  <a:cubicBezTo>
                    <a:pt x="194064" y="214140"/>
                    <a:pt x="195459" y="212947"/>
                    <a:pt x="196978" y="211489"/>
                  </a:cubicBezTo>
                  <a:cubicBezTo>
                    <a:pt x="198498" y="210032"/>
                    <a:pt x="200219" y="208280"/>
                    <a:pt x="202141" y="206234"/>
                  </a:cubicBezTo>
                  <a:cubicBezTo>
                    <a:pt x="203133" y="207288"/>
                    <a:pt x="204156" y="208327"/>
                    <a:pt x="205210" y="209350"/>
                  </a:cubicBezTo>
                  <a:cubicBezTo>
                    <a:pt x="206265" y="210373"/>
                    <a:pt x="207288" y="211381"/>
                    <a:pt x="208280" y="212373"/>
                  </a:cubicBezTo>
                  <a:cubicBezTo>
                    <a:pt x="205179" y="215536"/>
                    <a:pt x="202358" y="218249"/>
                    <a:pt x="199815" y="220512"/>
                  </a:cubicBezTo>
                  <a:cubicBezTo>
                    <a:pt x="197273" y="222776"/>
                    <a:pt x="194808" y="224636"/>
                    <a:pt x="192421" y="226093"/>
                  </a:cubicBezTo>
                  <a:cubicBezTo>
                    <a:pt x="190033" y="227550"/>
                    <a:pt x="187692" y="228605"/>
                    <a:pt x="185398" y="229256"/>
                  </a:cubicBezTo>
                  <a:cubicBezTo>
                    <a:pt x="183103" y="229907"/>
                    <a:pt x="180716" y="230232"/>
                    <a:pt x="178235" y="230232"/>
                  </a:cubicBezTo>
                  <a:cubicBezTo>
                    <a:pt x="173771" y="230232"/>
                    <a:pt x="170298" y="228791"/>
                    <a:pt x="167817" y="225907"/>
                  </a:cubicBezTo>
                  <a:cubicBezTo>
                    <a:pt x="165337" y="223024"/>
                    <a:pt x="164097" y="219070"/>
                    <a:pt x="164097" y="214047"/>
                  </a:cubicBezTo>
                  <a:cubicBezTo>
                    <a:pt x="164097" y="211257"/>
                    <a:pt x="164531" y="208590"/>
                    <a:pt x="165399" y="206048"/>
                  </a:cubicBezTo>
                  <a:lnTo>
                    <a:pt x="164097" y="205490"/>
                  </a:lnTo>
                  <a:cubicBezTo>
                    <a:pt x="160934" y="209893"/>
                    <a:pt x="157865" y="213644"/>
                    <a:pt x="154888" y="216745"/>
                  </a:cubicBezTo>
                  <a:cubicBezTo>
                    <a:pt x="151911" y="219846"/>
                    <a:pt x="148966" y="222403"/>
                    <a:pt x="146051" y="224419"/>
                  </a:cubicBezTo>
                  <a:cubicBezTo>
                    <a:pt x="143137" y="226434"/>
                    <a:pt x="140191" y="227907"/>
                    <a:pt x="137215" y="228837"/>
                  </a:cubicBezTo>
                  <a:cubicBezTo>
                    <a:pt x="134238" y="229767"/>
                    <a:pt x="131137" y="230232"/>
                    <a:pt x="127913" y="230232"/>
                  </a:cubicBezTo>
                  <a:cubicBezTo>
                    <a:pt x="120533" y="230232"/>
                    <a:pt x="114828" y="227581"/>
                    <a:pt x="110798" y="222279"/>
                  </a:cubicBezTo>
                  <a:cubicBezTo>
                    <a:pt x="106767" y="216977"/>
                    <a:pt x="104751" y="209273"/>
                    <a:pt x="104751" y="199165"/>
                  </a:cubicBezTo>
                  <a:cubicBezTo>
                    <a:pt x="104751" y="193149"/>
                    <a:pt x="105387" y="187367"/>
                    <a:pt x="106658" y="181817"/>
                  </a:cubicBezTo>
                  <a:cubicBezTo>
                    <a:pt x="107930" y="176267"/>
                    <a:pt x="109728" y="171058"/>
                    <a:pt x="112053" y="166190"/>
                  </a:cubicBezTo>
                  <a:cubicBezTo>
                    <a:pt x="114379" y="161322"/>
                    <a:pt x="117154" y="156888"/>
                    <a:pt x="120378" y="152888"/>
                  </a:cubicBezTo>
                  <a:cubicBezTo>
                    <a:pt x="123603" y="148889"/>
                    <a:pt x="127138" y="145462"/>
                    <a:pt x="130982" y="142610"/>
                  </a:cubicBezTo>
                  <a:cubicBezTo>
                    <a:pt x="134827" y="139757"/>
                    <a:pt x="138920" y="137540"/>
                    <a:pt x="143261" y="135959"/>
                  </a:cubicBezTo>
                  <a:cubicBezTo>
                    <a:pt x="147602" y="134378"/>
                    <a:pt x="152097" y="133587"/>
                    <a:pt x="156748" y="133587"/>
                  </a:cubicBezTo>
                  <a:close/>
                  <a:moveTo>
                    <a:pt x="1381" y="0"/>
                  </a:moveTo>
                  <a:lnTo>
                    <a:pt x="53369" y="0"/>
                  </a:lnTo>
                  <a:lnTo>
                    <a:pt x="51987" y="6153"/>
                  </a:lnTo>
                  <a:cubicBezTo>
                    <a:pt x="48304" y="6572"/>
                    <a:pt x="45437" y="7660"/>
                    <a:pt x="43385" y="9418"/>
                  </a:cubicBezTo>
                  <a:cubicBezTo>
                    <a:pt x="41334" y="11176"/>
                    <a:pt x="39890" y="13625"/>
                    <a:pt x="39053" y="16764"/>
                  </a:cubicBezTo>
                  <a:cubicBezTo>
                    <a:pt x="38216" y="19903"/>
                    <a:pt x="37797" y="24110"/>
                    <a:pt x="37797" y="29384"/>
                  </a:cubicBezTo>
                  <a:cubicBezTo>
                    <a:pt x="37797" y="30640"/>
                    <a:pt x="37923" y="34407"/>
                    <a:pt x="38174" y="40686"/>
                  </a:cubicBezTo>
                  <a:lnTo>
                    <a:pt x="41690" y="132606"/>
                  </a:lnTo>
                  <a:lnTo>
                    <a:pt x="41690" y="142652"/>
                  </a:lnTo>
                  <a:lnTo>
                    <a:pt x="42946" y="142652"/>
                  </a:lnTo>
                  <a:lnTo>
                    <a:pt x="97319" y="44579"/>
                  </a:lnTo>
                  <a:cubicBezTo>
                    <a:pt x="100501" y="38802"/>
                    <a:pt x="102886" y="33842"/>
                    <a:pt x="104477" y="29698"/>
                  </a:cubicBezTo>
                  <a:cubicBezTo>
                    <a:pt x="106068" y="25554"/>
                    <a:pt x="106863" y="21892"/>
                    <a:pt x="106863" y="18710"/>
                  </a:cubicBezTo>
                  <a:cubicBezTo>
                    <a:pt x="106863" y="11678"/>
                    <a:pt x="102677" y="7493"/>
                    <a:pt x="94306" y="6153"/>
                  </a:cubicBezTo>
                  <a:lnTo>
                    <a:pt x="95687" y="0"/>
                  </a:lnTo>
                  <a:lnTo>
                    <a:pt x="147047" y="0"/>
                  </a:lnTo>
                  <a:lnTo>
                    <a:pt x="145665" y="6153"/>
                  </a:lnTo>
                  <a:cubicBezTo>
                    <a:pt x="143405" y="6488"/>
                    <a:pt x="141249" y="7346"/>
                    <a:pt x="139198" y="8727"/>
                  </a:cubicBezTo>
                  <a:cubicBezTo>
                    <a:pt x="137147" y="10109"/>
                    <a:pt x="134845" y="12411"/>
                    <a:pt x="132292" y="15634"/>
                  </a:cubicBezTo>
                  <a:cubicBezTo>
                    <a:pt x="129738" y="18857"/>
                    <a:pt x="125783" y="25073"/>
                    <a:pt x="120425" y="34282"/>
                  </a:cubicBezTo>
                  <a:lnTo>
                    <a:pt x="40058" y="173417"/>
                  </a:lnTo>
                  <a:lnTo>
                    <a:pt x="23356" y="173417"/>
                  </a:lnTo>
                  <a:lnTo>
                    <a:pt x="14943" y="33403"/>
                  </a:lnTo>
                  <a:cubicBezTo>
                    <a:pt x="14608" y="27961"/>
                    <a:pt x="14001" y="23294"/>
                    <a:pt x="13122" y="19401"/>
                  </a:cubicBezTo>
                  <a:cubicBezTo>
                    <a:pt x="12243" y="15508"/>
                    <a:pt x="10862" y="12474"/>
                    <a:pt x="8978" y="10297"/>
                  </a:cubicBezTo>
                  <a:cubicBezTo>
                    <a:pt x="7095" y="8120"/>
                    <a:pt x="4102" y="6739"/>
                    <a:pt x="0" y="61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ED0CF26-CE4F-41F2-B534-6B08DB7BC350}"/>
                </a:ext>
              </a:extLst>
            </p:cNvPr>
            <p:cNvSpPr txBox="1"/>
            <p:nvPr/>
          </p:nvSpPr>
          <p:spPr>
            <a:xfrm>
              <a:off x="8333569" y="3474439"/>
              <a:ext cx="167693" cy="192617"/>
            </a:xfrm>
            <a:custGeom>
              <a:avLst/>
              <a:gdLst/>
              <a:ahLst/>
              <a:cxnLst/>
              <a:rect l="l" t="t" r="r" b="b"/>
              <a:pathLst>
                <a:path w="159897" h="183663">
                  <a:moveTo>
                    <a:pt x="122309" y="81614"/>
                  </a:moveTo>
                  <a:cubicBezTo>
                    <a:pt x="118402" y="81614"/>
                    <a:pt x="115137" y="82632"/>
                    <a:pt x="112514" y="84669"/>
                  </a:cubicBezTo>
                  <a:cubicBezTo>
                    <a:pt x="109891" y="86706"/>
                    <a:pt x="107812" y="89692"/>
                    <a:pt x="106277" y="93627"/>
                  </a:cubicBezTo>
                  <a:cubicBezTo>
                    <a:pt x="104742" y="97561"/>
                    <a:pt x="103654" y="102361"/>
                    <a:pt x="103012" y="108026"/>
                  </a:cubicBezTo>
                  <a:cubicBezTo>
                    <a:pt x="102370" y="113691"/>
                    <a:pt x="102049" y="120123"/>
                    <a:pt x="102049" y="127322"/>
                  </a:cubicBezTo>
                  <a:cubicBezTo>
                    <a:pt x="102049" y="135638"/>
                    <a:pt x="102454" y="142824"/>
                    <a:pt x="103263" y="148879"/>
                  </a:cubicBezTo>
                  <a:cubicBezTo>
                    <a:pt x="104073" y="154935"/>
                    <a:pt x="105328" y="159916"/>
                    <a:pt x="107031" y="163823"/>
                  </a:cubicBezTo>
                  <a:cubicBezTo>
                    <a:pt x="108733" y="167729"/>
                    <a:pt x="110868" y="170603"/>
                    <a:pt x="113435" y="172445"/>
                  </a:cubicBezTo>
                  <a:cubicBezTo>
                    <a:pt x="116002" y="174287"/>
                    <a:pt x="119072" y="175208"/>
                    <a:pt x="122644" y="175208"/>
                  </a:cubicBezTo>
                  <a:cubicBezTo>
                    <a:pt x="125992" y="175208"/>
                    <a:pt x="128922" y="174343"/>
                    <a:pt x="131434" y="172613"/>
                  </a:cubicBezTo>
                  <a:cubicBezTo>
                    <a:pt x="133945" y="170883"/>
                    <a:pt x="136024" y="168190"/>
                    <a:pt x="137671" y="164534"/>
                  </a:cubicBezTo>
                  <a:cubicBezTo>
                    <a:pt x="139317" y="160879"/>
                    <a:pt x="140559" y="156246"/>
                    <a:pt x="141396" y="150637"/>
                  </a:cubicBezTo>
                  <a:cubicBezTo>
                    <a:pt x="142233" y="145028"/>
                    <a:pt x="142652" y="138401"/>
                    <a:pt x="142652" y="130755"/>
                  </a:cubicBezTo>
                  <a:cubicBezTo>
                    <a:pt x="142652" y="122160"/>
                    <a:pt x="142191" y="114765"/>
                    <a:pt x="141270" y="108570"/>
                  </a:cubicBezTo>
                  <a:cubicBezTo>
                    <a:pt x="140349" y="102375"/>
                    <a:pt x="139052" y="97282"/>
                    <a:pt x="137378" y="93292"/>
                  </a:cubicBezTo>
                  <a:cubicBezTo>
                    <a:pt x="135703" y="89301"/>
                    <a:pt x="133596" y="86357"/>
                    <a:pt x="131057" y="84460"/>
                  </a:cubicBezTo>
                  <a:cubicBezTo>
                    <a:pt x="128518" y="82562"/>
                    <a:pt x="125602" y="81614"/>
                    <a:pt x="122309" y="81614"/>
                  </a:cubicBezTo>
                  <a:close/>
                  <a:moveTo>
                    <a:pt x="122644" y="73493"/>
                  </a:moveTo>
                  <a:cubicBezTo>
                    <a:pt x="129285" y="73493"/>
                    <a:pt x="134964" y="74735"/>
                    <a:pt x="139680" y="77218"/>
                  </a:cubicBezTo>
                  <a:cubicBezTo>
                    <a:pt x="144396" y="79702"/>
                    <a:pt x="148247" y="83246"/>
                    <a:pt x="151233" y="87850"/>
                  </a:cubicBezTo>
                  <a:cubicBezTo>
                    <a:pt x="154218" y="92455"/>
                    <a:pt x="156409" y="98078"/>
                    <a:pt x="157804" y="104719"/>
                  </a:cubicBezTo>
                  <a:cubicBezTo>
                    <a:pt x="159199" y="111361"/>
                    <a:pt x="159897" y="118867"/>
                    <a:pt x="159897" y="127239"/>
                  </a:cubicBezTo>
                  <a:cubicBezTo>
                    <a:pt x="159897" y="145824"/>
                    <a:pt x="156604" y="159874"/>
                    <a:pt x="150019" y="169390"/>
                  </a:cubicBezTo>
                  <a:cubicBezTo>
                    <a:pt x="143433" y="178905"/>
                    <a:pt x="133889" y="183663"/>
                    <a:pt x="121388" y="183663"/>
                  </a:cubicBezTo>
                  <a:cubicBezTo>
                    <a:pt x="108998" y="183663"/>
                    <a:pt x="99789" y="179170"/>
                    <a:pt x="93762" y="170185"/>
                  </a:cubicBezTo>
                  <a:cubicBezTo>
                    <a:pt x="87734" y="161199"/>
                    <a:pt x="84720" y="147582"/>
                    <a:pt x="84720" y="129332"/>
                  </a:cubicBezTo>
                  <a:cubicBezTo>
                    <a:pt x="84720" y="119788"/>
                    <a:pt x="85655" y="111528"/>
                    <a:pt x="87525" y="104552"/>
                  </a:cubicBezTo>
                  <a:cubicBezTo>
                    <a:pt x="89394" y="97575"/>
                    <a:pt x="92018" y="91785"/>
                    <a:pt x="95394" y="87181"/>
                  </a:cubicBezTo>
                  <a:cubicBezTo>
                    <a:pt x="98771" y="82576"/>
                    <a:pt x="102775" y="79144"/>
                    <a:pt x="107407" y="76884"/>
                  </a:cubicBezTo>
                  <a:cubicBezTo>
                    <a:pt x="112040" y="74623"/>
                    <a:pt x="117118" y="73493"/>
                    <a:pt x="122644" y="73493"/>
                  </a:cubicBezTo>
                  <a:close/>
                  <a:moveTo>
                    <a:pt x="30584" y="0"/>
                  </a:moveTo>
                  <a:lnTo>
                    <a:pt x="45988" y="0"/>
                  </a:lnTo>
                  <a:lnTo>
                    <a:pt x="39849" y="27570"/>
                  </a:lnTo>
                  <a:lnTo>
                    <a:pt x="73781" y="27570"/>
                  </a:lnTo>
                  <a:lnTo>
                    <a:pt x="71326" y="38844"/>
                  </a:lnTo>
                  <a:lnTo>
                    <a:pt x="37393" y="38844"/>
                  </a:lnTo>
                  <a:lnTo>
                    <a:pt x="27459" y="82153"/>
                  </a:lnTo>
                  <a:cubicBezTo>
                    <a:pt x="25524" y="90562"/>
                    <a:pt x="24296" y="96608"/>
                    <a:pt x="23775" y="100292"/>
                  </a:cubicBezTo>
                  <a:cubicBezTo>
                    <a:pt x="23254" y="103975"/>
                    <a:pt x="22994" y="106933"/>
                    <a:pt x="22994" y="109165"/>
                  </a:cubicBezTo>
                  <a:cubicBezTo>
                    <a:pt x="22994" y="118393"/>
                    <a:pt x="26826" y="123006"/>
                    <a:pt x="34491" y="123006"/>
                  </a:cubicBezTo>
                  <a:cubicBezTo>
                    <a:pt x="37765" y="123006"/>
                    <a:pt x="41244" y="121760"/>
                    <a:pt x="44927" y="119267"/>
                  </a:cubicBezTo>
                  <a:cubicBezTo>
                    <a:pt x="48611" y="116774"/>
                    <a:pt x="52983" y="112514"/>
                    <a:pt x="58043" y="106486"/>
                  </a:cubicBezTo>
                  <a:lnTo>
                    <a:pt x="64517" y="113184"/>
                  </a:lnTo>
                  <a:cubicBezTo>
                    <a:pt x="58043" y="120997"/>
                    <a:pt x="51811" y="126764"/>
                    <a:pt x="45820" y="130485"/>
                  </a:cubicBezTo>
                  <a:cubicBezTo>
                    <a:pt x="39830" y="134206"/>
                    <a:pt x="33561" y="136066"/>
                    <a:pt x="27012" y="136066"/>
                  </a:cubicBezTo>
                  <a:cubicBezTo>
                    <a:pt x="11460" y="136066"/>
                    <a:pt x="3683" y="128215"/>
                    <a:pt x="3683" y="112514"/>
                  </a:cubicBezTo>
                  <a:cubicBezTo>
                    <a:pt x="3683" y="107528"/>
                    <a:pt x="4316" y="102282"/>
                    <a:pt x="5581" y="96775"/>
                  </a:cubicBezTo>
                  <a:lnTo>
                    <a:pt x="18752" y="38844"/>
                  </a:lnTo>
                  <a:lnTo>
                    <a:pt x="0" y="38844"/>
                  </a:lnTo>
                  <a:lnTo>
                    <a:pt x="1674" y="31142"/>
                  </a:lnTo>
                  <a:cubicBezTo>
                    <a:pt x="6065" y="31068"/>
                    <a:pt x="9395" y="30733"/>
                    <a:pt x="11664" y="30138"/>
                  </a:cubicBezTo>
                  <a:cubicBezTo>
                    <a:pt x="13934" y="29542"/>
                    <a:pt x="15832" y="28724"/>
                    <a:pt x="17357" y="27682"/>
                  </a:cubicBezTo>
                  <a:cubicBezTo>
                    <a:pt x="18882" y="26640"/>
                    <a:pt x="20278" y="25152"/>
                    <a:pt x="21543" y="23217"/>
                  </a:cubicBezTo>
                  <a:cubicBezTo>
                    <a:pt x="22808" y="21282"/>
                    <a:pt x="24036" y="18808"/>
                    <a:pt x="25226" y="15794"/>
                  </a:cubicBezTo>
                  <a:cubicBezTo>
                    <a:pt x="26417" y="12781"/>
                    <a:pt x="28203" y="7516"/>
                    <a:pt x="3058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3B8770-E22C-46DF-B23B-1F3702D52111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3243068"/>
              <a:ext cx="1084561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95DA4C1C-43EC-40DD-BBC8-67A9476EE9E8}"/>
              </a:ext>
            </a:extLst>
          </p:cNvPr>
          <p:cNvSpPr/>
          <p:nvPr/>
        </p:nvSpPr>
        <p:spPr>
          <a:xfrm>
            <a:off x="2982954" y="1856364"/>
            <a:ext cx="1712606" cy="984255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2DD4E1-D4D3-4B1B-854A-EC2320CA591B}"/>
              </a:ext>
            </a:extLst>
          </p:cNvPr>
          <p:cNvSpPr/>
          <p:nvPr/>
        </p:nvSpPr>
        <p:spPr>
          <a:xfrm>
            <a:off x="4695559" y="1856364"/>
            <a:ext cx="1712606" cy="984255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5C86428-A9CE-4530-B86A-5876CE766134}"/>
              </a:ext>
            </a:extLst>
          </p:cNvPr>
          <p:cNvGrpSpPr/>
          <p:nvPr/>
        </p:nvGrpSpPr>
        <p:grpSpPr>
          <a:xfrm rot="5400000">
            <a:off x="590022" y="3734257"/>
            <a:ext cx="743326" cy="499031"/>
            <a:chOff x="2915443" y="4344145"/>
            <a:chExt cx="509929" cy="230183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219A637A-CD09-4C07-AA49-B9F0ECE4BC55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332AA724-6BDB-4FF5-B8CF-5ABE591256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D035EEF2-160C-4C2B-AC0E-EDB4859D6A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8C214D15-FD82-40A5-8A7D-99C870047B34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8E90EC3-D27F-4899-AB64-2EFEC990E858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D8D76DBB-A473-4F63-85D3-D71EF39E1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28A2417D-2741-4109-A684-EB09A974A3DF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0476C09-B85B-4257-BB1F-F9C7DEC4BFD0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EF8D8B9-6D6C-4ABB-9F95-668CDC2FBDB3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C45DD38-1B62-4F01-9D97-1812548A020C}"/>
              </a:ext>
            </a:extLst>
          </p:cNvPr>
          <p:cNvGrpSpPr/>
          <p:nvPr/>
        </p:nvGrpSpPr>
        <p:grpSpPr>
          <a:xfrm rot="16200000" flipV="1">
            <a:off x="2057657" y="3734257"/>
            <a:ext cx="743325" cy="499031"/>
            <a:chOff x="2915443" y="4344145"/>
            <a:chExt cx="509929" cy="230183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7CFEEDD5-E779-4747-AB6C-1CD6F6FB4093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268F52B-0558-46A2-B62F-022CCF8626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8C32D103-6165-4231-8BEA-DADBFC8227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EAFC022A-17BF-46D9-A6EE-3A9828559270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4C5545CF-3E61-4986-A668-F4B07434A2EA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D4CD2D97-C366-44D7-BA35-E59EF206C8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04608DF6-1014-4142-8DA0-3936CDDB2ED7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562B247-BB61-407D-A3E6-37D68E63DB09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756F609-3F3C-44B2-997A-D4FC142D48B2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D7AA5BC-0664-42DC-A7E1-2262A10BEAFC}"/>
              </a:ext>
            </a:extLst>
          </p:cNvPr>
          <p:cNvCxnSpPr>
            <a:cxnSpLocks/>
            <a:endCxn id="50" idx="2"/>
          </p:cNvCxnSpPr>
          <p:nvPr/>
        </p:nvCxnSpPr>
        <p:spPr>
          <a:xfrm flipH="1">
            <a:off x="1650419" y="2348491"/>
            <a:ext cx="1946" cy="8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5F64648D-C5DD-4EFF-9E1F-4683ECD65BDE}"/>
              </a:ext>
            </a:extLst>
          </p:cNvPr>
          <p:cNvSpPr/>
          <p:nvPr/>
        </p:nvSpPr>
        <p:spPr>
          <a:xfrm rot="16200000" flipH="1">
            <a:off x="1607968" y="3163471"/>
            <a:ext cx="84902" cy="1156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3D2D6FD-CB32-4C51-A132-4E570FCF5C88}"/>
              </a:ext>
            </a:extLst>
          </p:cNvPr>
          <p:cNvCxnSpPr>
            <a:cxnSpLocks/>
          </p:cNvCxnSpPr>
          <p:nvPr/>
        </p:nvCxnSpPr>
        <p:spPr>
          <a:xfrm flipH="1">
            <a:off x="829523" y="3238666"/>
            <a:ext cx="822842" cy="3490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3E511B0-AEDC-493D-B151-DA7336F1EB0D}"/>
              </a:ext>
            </a:extLst>
          </p:cNvPr>
          <p:cNvCxnSpPr>
            <a:cxnSpLocks/>
          </p:cNvCxnSpPr>
          <p:nvPr/>
        </p:nvCxnSpPr>
        <p:spPr>
          <a:xfrm>
            <a:off x="909799" y="4355437"/>
            <a:ext cx="5822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C522D57-1AAC-4743-BBBF-88D8F4D84FDF}"/>
              </a:ext>
            </a:extLst>
          </p:cNvPr>
          <p:cNvCxnSpPr>
            <a:cxnSpLocks/>
          </p:cNvCxnSpPr>
          <p:nvPr/>
        </p:nvCxnSpPr>
        <p:spPr>
          <a:xfrm>
            <a:off x="2713524" y="2348491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C465FB9-6D1B-474B-92BB-ECFA3B51DBC1}"/>
              </a:ext>
            </a:extLst>
          </p:cNvPr>
          <p:cNvGrpSpPr/>
          <p:nvPr/>
        </p:nvGrpSpPr>
        <p:grpSpPr>
          <a:xfrm>
            <a:off x="4141376" y="4361988"/>
            <a:ext cx="344972" cy="327332"/>
            <a:chOff x="4276725" y="3573463"/>
            <a:chExt cx="279400" cy="265112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6874A61-B194-4EDC-BE18-C42767948D05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1955239-BD26-410D-89FC-705D1C852BF2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226C1BE-EEBF-4F53-B974-85E18AEEF6AB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52588A6-F3AF-4975-81AB-5942851B0B05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340E009-93E4-4CC9-BDEF-94DFDB0D4130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110CCA-675C-4EB0-9F04-A9DB8A2D6B51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椭圆 56">
            <a:extLst>
              <a:ext uri="{FF2B5EF4-FFF2-40B4-BE49-F238E27FC236}">
                <a16:creationId xmlns:a16="http://schemas.microsoft.com/office/drawing/2014/main" id="{FD45885A-319A-4E03-9AB5-C782648ED549}"/>
              </a:ext>
            </a:extLst>
          </p:cNvPr>
          <p:cNvSpPr/>
          <p:nvPr/>
        </p:nvSpPr>
        <p:spPr>
          <a:xfrm rot="16200000" flipH="1">
            <a:off x="2327870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26609AA-E75B-404A-817F-330A0A30938E}"/>
              </a:ext>
            </a:extLst>
          </p:cNvPr>
          <p:cNvSpPr/>
          <p:nvPr/>
        </p:nvSpPr>
        <p:spPr>
          <a:xfrm rot="16200000" flipH="1">
            <a:off x="4258417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E2EB865-5F93-46DE-9262-A0899140691E}"/>
              </a:ext>
            </a:extLst>
          </p:cNvPr>
          <p:cNvCxnSpPr>
            <a:cxnSpLocks/>
          </p:cNvCxnSpPr>
          <p:nvPr/>
        </p:nvCxnSpPr>
        <p:spPr>
          <a:xfrm>
            <a:off x="6732753" y="2391840"/>
            <a:ext cx="0" cy="1963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9584E80-9CA1-4BD5-B38B-098A6241B0A9}"/>
              </a:ext>
            </a:extLst>
          </p:cNvPr>
          <p:cNvCxnSpPr>
            <a:cxnSpLocks/>
          </p:cNvCxnSpPr>
          <p:nvPr/>
        </p:nvCxnSpPr>
        <p:spPr>
          <a:xfrm>
            <a:off x="6408166" y="2391840"/>
            <a:ext cx="3245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C7C409D-25F9-4F36-AE81-2FF22E0BA3A4}"/>
              </a:ext>
            </a:extLst>
          </p:cNvPr>
          <p:cNvSpPr txBox="1"/>
          <p:nvPr/>
        </p:nvSpPr>
        <p:spPr>
          <a:xfrm>
            <a:off x="3819195" y="2196470"/>
            <a:ext cx="200005" cy="319829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85507DF-D0E0-4BAD-9EEE-82CDC445F164}"/>
              </a:ext>
            </a:extLst>
          </p:cNvPr>
          <p:cNvSpPr txBox="1"/>
          <p:nvPr/>
        </p:nvSpPr>
        <p:spPr>
          <a:xfrm>
            <a:off x="5394830" y="2196470"/>
            <a:ext cx="251229" cy="319829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C8FC1A-06E9-4CC7-AFAF-A86089BFDECD}"/>
              </a:ext>
            </a:extLst>
          </p:cNvPr>
          <p:cNvSpPr txBox="1"/>
          <p:nvPr/>
        </p:nvSpPr>
        <p:spPr>
          <a:xfrm>
            <a:off x="2764312" y="3842495"/>
            <a:ext cx="261214" cy="252772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993F4F8-35DC-441B-95A6-E7F73AD5309A}"/>
              </a:ext>
            </a:extLst>
          </p:cNvPr>
          <p:cNvCxnSpPr>
            <a:cxnSpLocks/>
          </p:cNvCxnSpPr>
          <p:nvPr/>
        </p:nvCxnSpPr>
        <p:spPr>
          <a:xfrm>
            <a:off x="1994976" y="2665805"/>
            <a:ext cx="4415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1855DFA6-D44C-43D2-AFA9-B654CDB7BB0D}"/>
              </a:ext>
            </a:extLst>
          </p:cNvPr>
          <p:cNvSpPr txBox="1"/>
          <p:nvPr/>
        </p:nvSpPr>
        <p:spPr>
          <a:xfrm>
            <a:off x="309965" y="3796602"/>
            <a:ext cx="335205" cy="27049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E6CDC88-79F3-4B36-8F19-23787889EBCF}"/>
              </a:ext>
            </a:extLst>
          </p:cNvPr>
          <p:cNvGrpSpPr/>
          <p:nvPr/>
        </p:nvGrpSpPr>
        <p:grpSpPr>
          <a:xfrm>
            <a:off x="1821248" y="2182094"/>
            <a:ext cx="892276" cy="174267"/>
            <a:chOff x="2650635" y="2186847"/>
            <a:chExt cx="6360015" cy="1242153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40346E9-9700-45FF-89B4-41EC6603244E}"/>
                </a:ext>
              </a:extLst>
            </p:cNvPr>
            <p:cNvCxnSpPr/>
            <p:nvPr/>
          </p:nvCxnSpPr>
          <p:spPr>
            <a:xfrm>
              <a:off x="2650635" y="3429000"/>
              <a:ext cx="81696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C0216C04-3478-4355-BEE1-59F85356F361}"/>
                </a:ext>
              </a:extLst>
            </p:cNvPr>
            <p:cNvCxnSpPr/>
            <p:nvPr/>
          </p:nvCxnSpPr>
          <p:spPr>
            <a:xfrm>
              <a:off x="8193688" y="3428503"/>
              <a:ext cx="81696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375F9A02-8134-4A7D-A34D-96E6F5536315}"/>
                </a:ext>
              </a:extLst>
            </p:cNvPr>
            <p:cNvSpPr/>
            <p:nvPr/>
          </p:nvSpPr>
          <p:spPr>
            <a:xfrm>
              <a:off x="3469198" y="2478017"/>
              <a:ext cx="4724490" cy="950486"/>
            </a:xfrm>
            <a:custGeom>
              <a:avLst/>
              <a:gdLst>
                <a:gd name="connsiteX0" fmla="*/ 0 w 2426494"/>
                <a:gd name="connsiteY0" fmla="*/ 654011 h 675578"/>
                <a:gd name="connsiteX1" fmla="*/ 102394 w 2426494"/>
                <a:gd name="connsiteY1" fmla="*/ 458748 h 675578"/>
                <a:gd name="connsiteX2" fmla="*/ 297656 w 2426494"/>
                <a:gd name="connsiteY2" fmla="*/ 239673 h 675578"/>
                <a:gd name="connsiteX3" fmla="*/ 521494 w 2426494"/>
                <a:gd name="connsiteY3" fmla="*/ 101561 h 675578"/>
                <a:gd name="connsiteX4" fmla="*/ 728663 w 2426494"/>
                <a:gd name="connsiteY4" fmla="*/ 32504 h 675578"/>
                <a:gd name="connsiteX5" fmla="*/ 933450 w 2426494"/>
                <a:gd name="connsiteY5" fmla="*/ 1548 h 675578"/>
                <a:gd name="connsiteX6" fmla="*/ 1157288 w 2426494"/>
                <a:gd name="connsiteY6" fmla="*/ 11073 h 675578"/>
                <a:gd name="connsiteX7" fmla="*/ 1400175 w 2426494"/>
                <a:gd name="connsiteY7" fmla="*/ 65842 h 675578"/>
                <a:gd name="connsiteX8" fmla="*/ 1709738 w 2426494"/>
                <a:gd name="connsiteY8" fmla="*/ 239673 h 675578"/>
                <a:gd name="connsiteX9" fmla="*/ 1943100 w 2426494"/>
                <a:gd name="connsiteY9" fmla="*/ 520661 h 675578"/>
                <a:gd name="connsiteX10" fmla="*/ 2005013 w 2426494"/>
                <a:gd name="connsiteY10" fmla="*/ 675442 h 675578"/>
                <a:gd name="connsiteX11" fmla="*/ 2057400 w 2426494"/>
                <a:gd name="connsiteY11" fmla="*/ 544473 h 675578"/>
                <a:gd name="connsiteX12" fmla="*/ 2169319 w 2426494"/>
                <a:gd name="connsiteY12" fmla="*/ 365879 h 675578"/>
                <a:gd name="connsiteX13" fmla="*/ 2426494 w 2426494"/>
                <a:gd name="connsiteY13" fmla="*/ 153948 h 675578"/>
                <a:gd name="connsiteX0" fmla="*/ 0 w 7409974"/>
                <a:gd name="connsiteY0" fmla="*/ 668983 h 690550"/>
                <a:gd name="connsiteX1" fmla="*/ 102394 w 7409974"/>
                <a:gd name="connsiteY1" fmla="*/ 473720 h 690550"/>
                <a:gd name="connsiteX2" fmla="*/ 297656 w 7409974"/>
                <a:gd name="connsiteY2" fmla="*/ 254645 h 690550"/>
                <a:gd name="connsiteX3" fmla="*/ 521494 w 7409974"/>
                <a:gd name="connsiteY3" fmla="*/ 116533 h 690550"/>
                <a:gd name="connsiteX4" fmla="*/ 728663 w 7409974"/>
                <a:gd name="connsiteY4" fmla="*/ 47476 h 690550"/>
                <a:gd name="connsiteX5" fmla="*/ 933450 w 7409974"/>
                <a:gd name="connsiteY5" fmla="*/ 16520 h 690550"/>
                <a:gd name="connsiteX6" fmla="*/ 1157288 w 7409974"/>
                <a:gd name="connsiteY6" fmla="*/ 26045 h 690550"/>
                <a:gd name="connsiteX7" fmla="*/ 1400175 w 7409974"/>
                <a:gd name="connsiteY7" fmla="*/ 80814 h 690550"/>
                <a:gd name="connsiteX8" fmla="*/ 1709738 w 7409974"/>
                <a:gd name="connsiteY8" fmla="*/ 254645 h 690550"/>
                <a:gd name="connsiteX9" fmla="*/ 1943100 w 7409974"/>
                <a:gd name="connsiteY9" fmla="*/ 535633 h 690550"/>
                <a:gd name="connsiteX10" fmla="*/ 2005013 w 7409974"/>
                <a:gd name="connsiteY10" fmla="*/ 690414 h 690550"/>
                <a:gd name="connsiteX11" fmla="*/ 2057400 w 7409974"/>
                <a:gd name="connsiteY11" fmla="*/ 559445 h 690550"/>
                <a:gd name="connsiteX12" fmla="*/ 2169319 w 7409974"/>
                <a:gd name="connsiteY12" fmla="*/ 380851 h 690550"/>
                <a:gd name="connsiteX13" fmla="*/ 7409974 w 7409974"/>
                <a:gd name="connsiteY13" fmla="*/ 77480 h 690550"/>
                <a:gd name="connsiteX0" fmla="*/ 0 w 8057674"/>
                <a:gd name="connsiteY0" fmla="*/ 654012 h 675579"/>
                <a:gd name="connsiteX1" fmla="*/ 102394 w 8057674"/>
                <a:gd name="connsiteY1" fmla="*/ 458749 h 675579"/>
                <a:gd name="connsiteX2" fmla="*/ 297656 w 8057674"/>
                <a:gd name="connsiteY2" fmla="*/ 239674 h 675579"/>
                <a:gd name="connsiteX3" fmla="*/ 521494 w 8057674"/>
                <a:gd name="connsiteY3" fmla="*/ 101562 h 675579"/>
                <a:gd name="connsiteX4" fmla="*/ 728663 w 8057674"/>
                <a:gd name="connsiteY4" fmla="*/ 32505 h 675579"/>
                <a:gd name="connsiteX5" fmla="*/ 933450 w 8057674"/>
                <a:gd name="connsiteY5" fmla="*/ 1549 h 675579"/>
                <a:gd name="connsiteX6" fmla="*/ 1157288 w 8057674"/>
                <a:gd name="connsiteY6" fmla="*/ 11074 h 675579"/>
                <a:gd name="connsiteX7" fmla="*/ 1400175 w 8057674"/>
                <a:gd name="connsiteY7" fmla="*/ 65843 h 675579"/>
                <a:gd name="connsiteX8" fmla="*/ 1709738 w 8057674"/>
                <a:gd name="connsiteY8" fmla="*/ 239674 h 675579"/>
                <a:gd name="connsiteX9" fmla="*/ 1943100 w 8057674"/>
                <a:gd name="connsiteY9" fmla="*/ 520662 h 675579"/>
                <a:gd name="connsiteX10" fmla="*/ 2005013 w 8057674"/>
                <a:gd name="connsiteY10" fmla="*/ 675443 h 675579"/>
                <a:gd name="connsiteX11" fmla="*/ 2057400 w 8057674"/>
                <a:gd name="connsiteY11" fmla="*/ 544474 h 675579"/>
                <a:gd name="connsiteX12" fmla="*/ 2169319 w 8057674"/>
                <a:gd name="connsiteY12" fmla="*/ 365880 h 675579"/>
                <a:gd name="connsiteX13" fmla="*/ 8057674 w 8057674"/>
                <a:gd name="connsiteY13" fmla="*/ 662584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8033862 w 8033862"/>
                <a:gd name="connsiteY13" fmla="*/ 660203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4114800 w 8033862"/>
                <a:gd name="connsiteY13" fmla="*/ 349212 h 675579"/>
                <a:gd name="connsiteX14" fmla="*/ 8033862 w 8033862"/>
                <a:gd name="connsiteY14" fmla="*/ 660203 h 675579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169319 w 8033862"/>
                <a:gd name="connsiteY12" fmla="*/ 365880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3224213 w 8033862"/>
                <a:gd name="connsiteY13" fmla="*/ 482562 h 703193"/>
                <a:gd name="connsiteX14" fmla="*/ 4024313 w 8033862"/>
                <a:gd name="connsiteY14" fmla="*/ 692112 h 703193"/>
                <a:gd name="connsiteX15" fmla="*/ 8033862 w 8033862"/>
                <a:gd name="connsiteY15" fmla="*/ 660203 h 703193"/>
                <a:gd name="connsiteX0" fmla="*/ 0 w 8033862"/>
                <a:gd name="connsiteY0" fmla="*/ 654012 h 717981"/>
                <a:gd name="connsiteX1" fmla="*/ 102394 w 8033862"/>
                <a:gd name="connsiteY1" fmla="*/ 458749 h 717981"/>
                <a:gd name="connsiteX2" fmla="*/ 297656 w 8033862"/>
                <a:gd name="connsiteY2" fmla="*/ 239674 h 717981"/>
                <a:gd name="connsiteX3" fmla="*/ 521494 w 8033862"/>
                <a:gd name="connsiteY3" fmla="*/ 101562 h 717981"/>
                <a:gd name="connsiteX4" fmla="*/ 728663 w 8033862"/>
                <a:gd name="connsiteY4" fmla="*/ 32505 h 717981"/>
                <a:gd name="connsiteX5" fmla="*/ 933450 w 8033862"/>
                <a:gd name="connsiteY5" fmla="*/ 1549 h 717981"/>
                <a:gd name="connsiteX6" fmla="*/ 1157288 w 8033862"/>
                <a:gd name="connsiteY6" fmla="*/ 11074 h 717981"/>
                <a:gd name="connsiteX7" fmla="*/ 1400175 w 8033862"/>
                <a:gd name="connsiteY7" fmla="*/ 65843 h 717981"/>
                <a:gd name="connsiteX8" fmla="*/ 1709738 w 8033862"/>
                <a:gd name="connsiteY8" fmla="*/ 239674 h 717981"/>
                <a:gd name="connsiteX9" fmla="*/ 1943100 w 8033862"/>
                <a:gd name="connsiteY9" fmla="*/ 520662 h 717981"/>
                <a:gd name="connsiteX10" fmla="*/ 2005013 w 8033862"/>
                <a:gd name="connsiteY10" fmla="*/ 675443 h 717981"/>
                <a:gd name="connsiteX11" fmla="*/ 2057400 w 8033862"/>
                <a:gd name="connsiteY11" fmla="*/ 544474 h 717981"/>
                <a:gd name="connsiteX12" fmla="*/ 2550319 w 8033862"/>
                <a:gd name="connsiteY12" fmla="*/ 89655 h 717981"/>
                <a:gd name="connsiteX13" fmla="*/ 3224213 w 8033862"/>
                <a:gd name="connsiteY13" fmla="*/ 482562 h 717981"/>
                <a:gd name="connsiteX14" fmla="*/ 4024313 w 8033862"/>
                <a:gd name="connsiteY14" fmla="*/ 692112 h 717981"/>
                <a:gd name="connsiteX15" fmla="*/ 4476750 w 8033862"/>
                <a:gd name="connsiteY15" fmla="*/ 711162 h 717981"/>
                <a:gd name="connsiteX16" fmla="*/ 8033862 w 8033862"/>
                <a:gd name="connsiteY16" fmla="*/ 660203 h 717981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8033862 w 8033862"/>
                <a:gd name="connsiteY17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8033862 w 8033862"/>
                <a:gd name="connsiteY18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8033862 w 8033862"/>
                <a:gd name="connsiteY19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8033862 w 8033862"/>
                <a:gd name="connsiteY20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481888 w 8033862"/>
                <a:gd name="connsiteY20" fmla="*/ 644487 h 716223"/>
                <a:gd name="connsiteX21" fmla="*/ 8033862 w 8033862"/>
                <a:gd name="connsiteY21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8317 h 750528"/>
                <a:gd name="connsiteX1" fmla="*/ 102394 w 8033862"/>
                <a:gd name="connsiteY1" fmla="*/ 493054 h 750528"/>
                <a:gd name="connsiteX2" fmla="*/ 297656 w 8033862"/>
                <a:gd name="connsiteY2" fmla="*/ 273979 h 750528"/>
                <a:gd name="connsiteX3" fmla="*/ 521494 w 8033862"/>
                <a:gd name="connsiteY3" fmla="*/ 135867 h 750528"/>
                <a:gd name="connsiteX4" fmla="*/ 728663 w 8033862"/>
                <a:gd name="connsiteY4" fmla="*/ 66810 h 750528"/>
                <a:gd name="connsiteX5" fmla="*/ 933450 w 8033862"/>
                <a:gd name="connsiteY5" fmla="*/ 35854 h 750528"/>
                <a:gd name="connsiteX6" fmla="*/ 1157288 w 8033862"/>
                <a:gd name="connsiteY6" fmla="*/ 45379 h 750528"/>
                <a:gd name="connsiteX7" fmla="*/ 1400175 w 8033862"/>
                <a:gd name="connsiteY7" fmla="*/ 100148 h 750528"/>
                <a:gd name="connsiteX8" fmla="*/ 1709738 w 8033862"/>
                <a:gd name="connsiteY8" fmla="*/ 273979 h 750528"/>
                <a:gd name="connsiteX9" fmla="*/ 1916906 w 8033862"/>
                <a:gd name="connsiteY9" fmla="*/ 509723 h 750528"/>
                <a:gd name="connsiteX10" fmla="*/ 2007394 w 8033862"/>
                <a:gd name="connsiteY10" fmla="*/ 688317 h 750528"/>
                <a:gd name="connsiteX11" fmla="*/ 2157413 w 8033862"/>
                <a:gd name="connsiteY11" fmla="*/ 423998 h 750528"/>
                <a:gd name="connsiteX12" fmla="*/ 2550319 w 8033862"/>
                <a:gd name="connsiteY12" fmla="*/ 123960 h 750528"/>
                <a:gd name="connsiteX13" fmla="*/ 3043238 w 8033862"/>
                <a:gd name="connsiteY13" fmla="*/ 38235 h 750528"/>
                <a:gd name="connsiteX14" fmla="*/ 4024313 w 8033862"/>
                <a:gd name="connsiteY14" fmla="*/ 726417 h 750528"/>
                <a:gd name="connsiteX15" fmla="*/ 4476750 w 8033862"/>
                <a:gd name="connsiteY15" fmla="*/ 745467 h 750528"/>
                <a:gd name="connsiteX16" fmla="*/ 5143500 w 8033862"/>
                <a:gd name="connsiteY16" fmla="*/ 721654 h 750528"/>
                <a:gd name="connsiteX17" fmla="*/ 5957888 w 8033862"/>
                <a:gd name="connsiteY17" fmla="*/ 707367 h 750528"/>
                <a:gd name="connsiteX18" fmla="*/ 6219825 w 8033862"/>
                <a:gd name="connsiteY18" fmla="*/ 697842 h 750528"/>
                <a:gd name="connsiteX19" fmla="*/ 6715125 w 8033862"/>
                <a:gd name="connsiteY19" fmla="*/ 693079 h 750528"/>
                <a:gd name="connsiteX20" fmla="*/ 7134225 w 8033862"/>
                <a:gd name="connsiteY20" fmla="*/ 683554 h 750528"/>
                <a:gd name="connsiteX21" fmla="*/ 7481888 w 8033862"/>
                <a:gd name="connsiteY21" fmla="*/ 678792 h 750528"/>
                <a:gd name="connsiteX22" fmla="*/ 8033862 w 8033862"/>
                <a:gd name="connsiteY22" fmla="*/ 694508 h 750528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9796 h 752007"/>
                <a:gd name="connsiteX1" fmla="*/ 102394 w 8033862"/>
                <a:gd name="connsiteY1" fmla="*/ 494533 h 752007"/>
                <a:gd name="connsiteX2" fmla="*/ 297656 w 8033862"/>
                <a:gd name="connsiteY2" fmla="*/ 275458 h 752007"/>
                <a:gd name="connsiteX3" fmla="*/ 521494 w 8033862"/>
                <a:gd name="connsiteY3" fmla="*/ 137346 h 752007"/>
                <a:gd name="connsiteX4" fmla="*/ 728663 w 8033862"/>
                <a:gd name="connsiteY4" fmla="*/ 68289 h 752007"/>
                <a:gd name="connsiteX5" fmla="*/ 933450 w 8033862"/>
                <a:gd name="connsiteY5" fmla="*/ 37333 h 752007"/>
                <a:gd name="connsiteX6" fmla="*/ 1157288 w 8033862"/>
                <a:gd name="connsiteY6" fmla="*/ 46858 h 752007"/>
                <a:gd name="connsiteX7" fmla="*/ 1400175 w 8033862"/>
                <a:gd name="connsiteY7" fmla="*/ 101627 h 752007"/>
                <a:gd name="connsiteX8" fmla="*/ 1709738 w 8033862"/>
                <a:gd name="connsiteY8" fmla="*/ 275458 h 752007"/>
                <a:gd name="connsiteX9" fmla="*/ 1916906 w 8033862"/>
                <a:gd name="connsiteY9" fmla="*/ 511202 h 752007"/>
                <a:gd name="connsiteX10" fmla="*/ 2007394 w 8033862"/>
                <a:gd name="connsiteY10" fmla="*/ 689796 h 752007"/>
                <a:gd name="connsiteX11" fmla="*/ 2157413 w 8033862"/>
                <a:gd name="connsiteY11" fmla="*/ 425477 h 752007"/>
                <a:gd name="connsiteX12" fmla="*/ 2550319 w 8033862"/>
                <a:gd name="connsiteY12" fmla="*/ 125439 h 752007"/>
                <a:gd name="connsiteX13" fmla="*/ 3043238 w 8033862"/>
                <a:gd name="connsiteY13" fmla="*/ 39714 h 752007"/>
                <a:gd name="connsiteX14" fmla="*/ 4024313 w 8033862"/>
                <a:gd name="connsiteY14" fmla="*/ 727896 h 752007"/>
                <a:gd name="connsiteX15" fmla="*/ 4476750 w 8033862"/>
                <a:gd name="connsiteY15" fmla="*/ 746946 h 752007"/>
                <a:gd name="connsiteX16" fmla="*/ 5143500 w 8033862"/>
                <a:gd name="connsiteY16" fmla="*/ 723133 h 752007"/>
                <a:gd name="connsiteX17" fmla="*/ 5957888 w 8033862"/>
                <a:gd name="connsiteY17" fmla="*/ 708846 h 752007"/>
                <a:gd name="connsiteX18" fmla="*/ 6219825 w 8033862"/>
                <a:gd name="connsiteY18" fmla="*/ 699321 h 752007"/>
                <a:gd name="connsiteX19" fmla="*/ 6715125 w 8033862"/>
                <a:gd name="connsiteY19" fmla="*/ 694558 h 752007"/>
                <a:gd name="connsiteX20" fmla="*/ 7134225 w 8033862"/>
                <a:gd name="connsiteY20" fmla="*/ 685033 h 752007"/>
                <a:gd name="connsiteX21" fmla="*/ 7481888 w 8033862"/>
                <a:gd name="connsiteY21" fmla="*/ 680271 h 752007"/>
                <a:gd name="connsiteX22" fmla="*/ 8033862 w 8033862"/>
                <a:gd name="connsiteY22" fmla="*/ 695987 h 752007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6817 h 735969"/>
                <a:gd name="connsiteX1" fmla="*/ 102394 w 8033862"/>
                <a:gd name="connsiteY1" fmla="*/ 461554 h 735969"/>
                <a:gd name="connsiteX2" fmla="*/ 297656 w 8033862"/>
                <a:gd name="connsiteY2" fmla="*/ 242479 h 735969"/>
                <a:gd name="connsiteX3" fmla="*/ 521494 w 8033862"/>
                <a:gd name="connsiteY3" fmla="*/ 104367 h 735969"/>
                <a:gd name="connsiteX4" fmla="*/ 728663 w 8033862"/>
                <a:gd name="connsiteY4" fmla="*/ 35310 h 735969"/>
                <a:gd name="connsiteX5" fmla="*/ 933450 w 8033862"/>
                <a:gd name="connsiteY5" fmla="*/ 4354 h 735969"/>
                <a:gd name="connsiteX6" fmla="*/ 1157288 w 8033862"/>
                <a:gd name="connsiteY6" fmla="*/ 13879 h 735969"/>
                <a:gd name="connsiteX7" fmla="*/ 1400175 w 8033862"/>
                <a:gd name="connsiteY7" fmla="*/ 68648 h 735969"/>
                <a:gd name="connsiteX8" fmla="*/ 1709738 w 8033862"/>
                <a:gd name="connsiteY8" fmla="*/ 242479 h 735969"/>
                <a:gd name="connsiteX9" fmla="*/ 1916906 w 8033862"/>
                <a:gd name="connsiteY9" fmla="*/ 478223 h 735969"/>
                <a:gd name="connsiteX10" fmla="*/ 2007394 w 8033862"/>
                <a:gd name="connsiteY10" fmla="*/ 656817 h 735969"/>
                <a:gd name="connsiteX11" fmla="*/ 2157413 w 8033862"/>
                <a:gd name="connsiteY11" fmla="*/ 392498 h 735969"/>
                <a:gd name="connsiteX12" fmla="*/ 2550319 w 8033862"/>
                <a:gd name="connsiteY12" fmla="*/ 92460 h 735969"/>
                <a:gd name="connsiteX13" fmla="*/ 3043238 w 8033862"/>
                <a:gd name="connsiteY13" fmla="*/ 6735 h 735969"/>
                <a:gd name="connsiteX14" fmla="*/ 3490913 w 8033862"/>
                <a:gd name="connsiteY14" fmla="*/ 240098 h 735969"/>
                <a:gd name="connsiteX15" fmla="*/ 4024313 w 8033862"/>
                <a:gd name="connsiteY15" fmla="*/ 694917 h 735969"/>
                <a:gd name="connsiteX16" fmla="*/ 4476750 w 8033862"/>
                <a:gd name="connsiteY16" fmla="*/ 713967 h 735969"/>
                <a:gd name="connsiteX17" fmla="*/ 5143500 w 8033862"/>
                <a:gd name="connsiteY17" fmla="*/ 690154 h 735969"/>
                <a:gd name="connsiteX18" fmla="*/ 5957888 w 8033862"/>
                <a:gd name="connsiteY18" fmla="*/ 675867 h 735969"/>
                <a:gd name="connsiteX19" fmla="*/ 6219825 w 8033862"/>
                <a:gd name="connsiteY19" fmla="*/ 666342 h 735969"/>
                <a:gd name="connsiteX20" fmla="*/ 6715125 w 8033862"/>
                <a:gd name="connsiteY20" fmla="*/ 661579 h 735969"/>
                <a:gd name="connsiteX21" fmla="*/ 7134225 w 8033862"/>
                <a:gd name="connsiteY21" fmla="*/ 652054 h 735969"/>
                <a:gd name="connsiteX22" fmla="*/ 7481888 w 8033862"/>
                <a:gd name="connsiteY22" fmla="*/ 647292 h 735969"/>
                <a:gd name="connsiteX23" fmla="*/ 8033862 w 8033862"/>
                <a:gd name="connsiteY23" fmla="*/ 663008 h 735969"/>
                <a:gd name="connsiteX0" fmla="*/ 0 w 8033862"/>
                <a:gd name="connsiteY0" fmla="*/ 654012 h 733164"/>
                <a:gd name="connsiteX1" fmla="*/ 102394 w 8033862"/>
                <a:gd name="connsiteY1" fmla="*/ 458749 h 733164"/>
                <a:gd name="connsiteX2" fmla="*/ 297656 w 8033862"/>
                <a:gd name="connsiteY2" fmla="*/ 239674 h 733164"/>
                <a:gd name="connsiteX3" fmla="*/ 521494 w 8033862"/>
                <a:gd name="connsiteY3" fmla="*/ 101562 h 733164"/>
                <a:gd name="connsiteX4" fmla="*/ 728663 w 8033862"/>
                <a:gd name="connsiteY4" fmla="*/ 32505 h 733164"/>
                <a:gd name="connsiteX5" fmla="*/ 933450 w 8033862"/>
                <a:gd name="connsiteY5" fmla="*/ 1549 h 733164"/>
                <a:gd name="connsiteX6" fmla="*/ 1157288 w 8033862"/>
                <a:gd name="connsiteY6" fmla="*/ 11074 h 733164"/>
                <a:gd name="connsiteX7" fmla="*/ 1400175 w 8033862"/>
                <a:gd name="connsiteY7" fmla="*/ 65843 h 733164"/>
                <a:gd name="connsiteX8" fmla="*/ 1709738 w 8033862"/>
                <a:gd name="connsiteY8" fmla="*/ 239674 h 733164"/>
                <a:gd name="connsiteX9" fmla="*/ 1916906 w 8033862"/>
                <a:gd name="connsiteY9" fmla="*/ 475418 h 733164"/>
                <a:gd name="connsiteX10" fmla="*/ 2007394 w 8033862"/>
                <a:gd name="connsiteY10" fmla="*/ 654012 h 733164"/>
                <a:gd name="connsiteX11" fmla="*/ 2157413 w 8033862"/>
                <a:gd name="connsiteY11" fmla="*/ 389693 h 733164"/>
                <a:gd name="connsiteX12" fmla="*/ 2550319 w 8033862"/>
                <a:gd name="connsiteY12" fmla="*/ 89655 h 733164"/>
                <a:gd name="connsiteX13" fmla="*/ 3043238 w 8033862"/>
                <a:gd name="connsiteY13" fmla="*/ 3930 h 733164"/>
                <a:gd name="connsiteX14" fmla="*/ 3631407 w 8033862"/>
                <a:gd name="connsiteY14" fmla="*/ 182524 h 733164"/>
                <a:gd name="connsiteX15" fmla="*/ 4024313 w 8033862"/>
                <a:gd name="connsiteY15" fmla="*/ 692112 h 733164"/>
                <a:gd name="connsiteX16" fmla="*/ 4476750 w 8033862"/>
                <a:gd name="connsiteY16" fmla="*/ 711162 h 733164"/>
                <a:gd name="connsiteX17" fmla="*/ 5143500 w 8033862"/>
                <a:gd name="connsiteY17" fmla="*/ 687349 h 733164"/>
                <a:gd name="connsiteX18" fmla="*/ 5957888 w 8033862"/>
                <a:gd name="connsiteY18" fmla="*/ 673062 h 733164"/>
                <a:gd name="connsiteX19" fmla="*/ 6219825 w 8033862"/>
                <a:gd name="connsiteY19" fmla="*/ 663537 h 733164"/>
                <a:gd name="connsiteX20" fmla="*/ 6715125 w 8033862"/>
                <a:gd name="connsiteY20" fmla="*/ 658774 h 733164"/>
                <a:gd name="connsiteX21" fmla="*/ 7134225 w 8033862"/>
                <a:gd name="connsiteY21" fmla="*/ 649249 h 733164"/>
                <a:gd name="connsiteX22" fmla="*/ 7481888 w 8033862"/>
                <a:gd name="connsiteY22" fmla="*/ 644487 h 733164"/>
                <a:gd name="connsiteX23" fmla="*/ 8033862 w 8033862"/>
                <a:gd name="connsiteY23" fmla="*/ 660203 h 733164"/>
                <a:gd name="connsiteX0" fmla="*/ 0 w 8033862"/>
                <a:gd name="connsiteY0" fmla="*/ 654012 h 714279"/>
                <a:gd name="connsiteX1" fmla="*/ 102394 w 8033862"/>
                <a:gd name="connsiteY1" fmla="*/ 458749 h 714279"/>
                <a:gd name="connsiteX2" fmla="*/ 297656 w 8033862"/>
                <a:gd name="connsiteY2" fmla="*/ 239674 h 714279"/>
                <a:gd name="connsiteX3" fmla="*/ 521494 w 8033862"/>
                <a:gd name="connsiteY3" fmla="*/ 101562 h 714279"/>
                <a:gd name="connsiteX4" fmla="*/ 728663 w 8033862"/>
                <a:gd name="connsiteY4" fmla="*/ 32505 h 714279"/>
                <a:gd name="connsiteX5" fmla="*/ 933450 w 8033862"/>
                <a:gd name="connsiteY5" fmla="*/ 1549 h 714279"/>
                <a:gd name="connsiteX6" fmla="*/ 1157288 w 8033862"/>
                <a:gd name="connsiteY6" fmla="*/ 11074 h 714279"/>
                <a:gd name="connsiteX7" fmla="*/ 1400175 w 8033862"/>
                <a:gd name="connsiteY7" fmla="*/ 65843 h 714279"/>
                <a:gd name="connsiteX8" fmla="*/ 1709738 w 8033862"/>
                <a:gd name="connsiteY8" fmla="*/ 239674 h 714279"/>
                <a:gd name="connsiteX9" fmla="*/ 1916906 w 8033862"/>
                <a:gd name="connsiteY9" fmla="*/ 475418 h 714279"/>
                <a:gd name="connsiteX10" fmla="*/ 2007394 w 8033862"/>
                <a:gd name="connsiteY10" fmla="*/ 654012 h 714279"/>
                <a:gd name="connsiteX11" fmla="*/ 2157413 w 8033862"/>
                <a:gd name="connsiteY11" fmla="*/ 389693 h 714279"/>
                <a:gd name="connsiteX12" fmla="*/ 2550319 w 8033862"/>
                <a:gd name="connsiteY12" fmla="*/ 89655 h 714279"/>
                <a:gd name="connsiteX13" fmla="*/ 3043238 w 8033862"/>
                <a:gd name="connsiteY13" fmla="*/ 3930 h 714279"/>
                <a:gd name="connsiteX14" fmla="*/ 3631407 w 8033862"/>
                <a:gd name="connsiteY14" fmla="*/ 182524 h 714279"/>
                <a:gd name="connsiteX15" fmla="*/ 4031456 w 8033862"/>
                <a:gd name="connsiteY15" fmla="*/ 654012 h 714279"/>
                <a:gd name="connsiteX16" fmla="*/ 4476750 w 8033862"/>
                <a:gd name="connsiteY16" fmla="*/ 711162 h 714279"/>
                <a:gd name="connsiteX17" fmla="*/ 5143500 w 8033862"/>
                <a:gd name="connsiteY17" fmla="*/ 687349 h 714279"/>
                <a:gd name="connsiteX18" fmla="*/ 5957888 w 8033862"/>
                <a:gd name="connsiteY18" fmla="*/ 673062 h 714279"/>
                <a:gd name="connsiteX19" fmla="*/ 6219825 w 8033862"/>
                <a:gd name="connsiteY19" fmla="*/ 663537 h 714279"/>
                <a:gd name="connsiteX20" fmla="*/ 6715125 w 8033862"/>
                <a:gd name="connsiteY20" fmla="*/ 658774 h 714279"/>
                <a:gd name="connsiteX21" fmla="*/ 7134225 w 8033862"/>
                <a:gd name="connsiteY21" fmla="*/ 649249 h 714279"/>
                <a:gd name="connsiteX22" fmla="*/ 7481888 w 8033862"/>
                <a:gd name="connsiteY22" fmla="*/ 644487 h 714279"/>
                <a:gd name="connsiteX23" fmla="*/ 8033862 w 8033862"/>
                <a:gd name="connsiteY23" fmla="*/ 660203 h 714279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5546 h 712699"/>
                <a:gd name="connsiteX1" fmla="*/ 102394 w 8033862"/>
                <a:gd name="connsiteY1" fmla="*/ 460283 h 712699"/>
                <a:gd name="connsiteX2" fmla="*/ 297656 w 8033862"/>
                <a:gd name="connsiteY2" fmla="*/ 241208 h 712699"/>
                <a:gd name="connsiteX3" fmla="*/ 521494 w 8033862"/>
                <a:gd name="connsiteY3" fmla="*/ 103096 h 712699"/>
                <a:gd name="connsiteX4" fmla="*/ 728663 w 8033862"/>
                <a:gd name="connsiteY4" fmla="*/ 34039 h 712699"/>
                <a:gd name="connsiteX5" fmla="*/ 933450 w 8033862"/>
                <a:gd name="connsiteY5" fmla="*/ 3083 h 712699"/>
                <a:gd name="connsiteX6" fmla="*/ 1157288 w 8033862"/>
                <a:gd name="connsiteY6" fmla="*/ 12608 h 712699"/>
                <a:gd name="connsiteX7" fmla="*/ 1400175 w 8033862"/>
                <a:gd name="connsiteY7" fmla="*/ 67377 h 712699"/>
                <a:gd name="connsiteX8" fmla="*/ 1709738 w 8033862"/>
                <a:gd name="connsiteY8" fmla="*/ 241208 h 712699"/>
                <a:gd name="connsiteX9" fmla="*/ 1916906 w 8033862"/>
                <a:gd name="connsiteY9" fmla="*/ 476952 h 712699"/>
                <a:gd name="connsiteX10" fmla="*/ 2007394 w 8033862"/>
                <a:gd name="connsiteY10" fmla="*/ 655546 h 712699"/>
                <a:gd name="connsiteX11" fmla="*/ 2157413 w 8033862"/>
                <a:gd name="connsiteY11" fmla="*/ 391227 h 712699"/>
                <a:gd name="connsiteX12" fmla="*/ 2550319 w 8033862"/>
                <a:gd name="connsiteY12" fmla="*/ 91189 h 712699"/>
                <a:gd name="connsiteX13" fmla="*/ 2995613 w 8033862"/>
                <a:gd name="connsiteY13" fmla="*/ 702 h 712699"/>
                <a:gd name="connsiteX14" fmla="*/ 3631407 w 8033862"/>
                <a:gd name="connsiteY14" fmla="*/ 184058 h 712699"/>
                <a:gd name="connsiteX15" fmla="*/ 4031456 w 8033862"/>
                <a:gd name="connsiteY15" fmla="*/ 655546 h 712699"/>
                <a:gd name="connsiteX16" fmla="*/ 4476750 w 8033862"/>
                <a:gd name="connsiteY16" fmla="*/ 712696 h 712699"/>
                <a:gd name="connsiteX17" fmla="*/ 5143500 w 8033862"/>
                <a:gd name="connsiteY17" fmla="*/ 688883 h 712699"/>
                <a:gd name="connsiteX18" fmla="*/ 5957888 w 8033862"/>
                <a:gd name="connsiteY18" fmla="*/ 674596 h 712699"/>
                <a:gd name="connsiteX19" fmla="*/ 6219825 w 8033862"/>
                <a:gd name="connsiteY19" fmla="*/ 665071 h 712699"/>
                <a:gd name="connsiteX20" fmla="*/ 6715125 w 8033862"/>
                <a:gd name="connsiteY20" fmla="*/ 660308 h 712699"/>
                <a:gd name="connsiteX21" fmla="*/ 7134225 w 8033862"/>
                <a:gd name="connsiteY21" fmla="*/ 650783 h 712699"/>
                <a:gd name="connsiteX22" fmla="*/ 7481888 w 8033862"/>
                <a:gd name="connsiteY22" fmla="*/ 646021 h 712699"/>
                <a:gd name="connsiteX23" fmla="*/ 8033862 w 8033862"/>
                <a:gd name="connsiteY23" fmla="*/ 661737 h 712699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286250 w 8033862"/>
                <a:gd name="connsiteY16" fmla="*/ 29319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82044 h 701094"/>
                <a:gd name="connsiteX1" fmla="*/ 102394 w 8033862"/>
                <a:gd name="connsiteY1" fmla="*/ 486781 h 701094"/>
                <a:gd name="connsiteX2" fmla="*/ 297656 w 8033862"/>
                <a:gd name="connsiteY2" fmla="*/ 267706 h 701094"/>
                <a:gd name="connsiteX3" fmla="*/ 521494 w 8033862"/>
                <a:gd name="connsiteY3" fmla="*/ 129594 h 701094"/>
                <a:gd name="connsiteX4" fmla="*/ 728663 w 8033862"/>
                <a:gd name="connsiteY4" fmla="*/ 60537 h 701094"/>
                <a:gd name="connsiteX5" fmla="*/ 933450 w 8033862"/>
                <a:gd name="connsiteY5" fmla="*/ 29581 h 701094"/>
                <a:gd name="connsiteX6" fmla="*/ 1157288 w 8033862"/>
                <a:gd name="connsiteY6" fmla="*/ 39106 h 701094"/>
                <a:gd name="connsiteX7" fmla="*/ 1400175 w 8033862"/>
                <a:gd name="connsiteY7" fmla="*/ 93875 h 701094"/>
                <a:gd name="connsiteX8" fmla="*/ 1709738 w 8033862"/>
                <a:gd name="connsiteY8" fmla="*/ 267706 h 701094"/>
                <a:gd name="connsiteX9" fmla="*/ 1916906 w 8033862"/>
                <a:gd name="connsiteY9" fmla="*/ 503450 h 701094"/>
                <a:gd name="connsiteX10" fmla="*/ 2007394 w 8033862"/>
                <a:gd name="connsiteY10" fmla="*/ 682044 h 701094"/>
                <a:gd name="connsiteX11" fmla="*/ 2157413 w 8033862"/>
                <a:gd name="connsiteY11" fmla="*/ 417725 h 701094"/>
                <a:gd name="connsiteX12" fmla="*/ 2550319 w 8033862"/>
                <a:gd name="connsiteY12" fmla="*/ 117687 h 701094"/>
                <a:gd name="connsiteX13" fmla="*/ 2995613 w 8033862"/>
                <a:gd name="connsiteY13" fmla="*/ 27200 h 701094"/>
                <a:gd name="connsiteX14" fmla="*/ 3631407 w 8033862"/>
                <a:gd name="connsiteY14" fmla="*/ 210556 h 701094"/>
                <a:gd name="connsiteX15" fmla="*/ 4031456 w 8033862"/>
                <a:gd name="connsiteY15" fmla="*/ 682044 h 701094"/>
                <a:gd name="connsiteX16" fmla="*/ 4286250 w 8033862"/>
                <a:gd name="connsiteY16" fmla="*/ 320094 h 701094"/>
                <a:gd name="connsiteX17" fmla="*/ 5053012 w 8033862"/>
                <a:gd name="connsiteY17" fmla="*/ 29581 h 701094"/>
                <a:gd name="connsiteX18" fmla="*/ 5957888 w 8033862"/>
                <a:gd name="connsiteY18" fmla="*/ 701094 h 701094"/>
                <a:gd name="connsiteX19" fmla="*/ 6219825 w 8033862"/>
                <a:gd name="connsiteY19" fmla="*/ 691569 h 701094"/>
                <a:gd name="connsiteX20" fmla="*/ 6715125 w 8033862"/>
                <a:gd name="connsiteY20" fmla="*/ 686806 h 701094"/>
                <a:gd name="connsiteX21" fmla="*/ 7134225 w 8033862"/>
                <a:gd name="connsiteY21" fmla="*/ 677281 h 701094"/>
                <a:gd name="connsiteX22" fmla="*/ 7481888 w 8033862"/>
                <a:gd name="connsiteY22" fmla="*/ 672519 h 701094"/>
                <a:gd name="connsiteX23" fmla="*/ 8033862 w 8033862"/>
                <a:gd name="connsiteY23" fmla="*/ 688235 h 701094"/>
                <a:gd name="connsiteX0" fmla="*/ 0 w 8033862"/>
                <a:gd name="connsiteY0" fmla="*/ 700854 h 719904"/>
                <a:gd name="connsiteX1" fmla="*/ 102394 w 8033862"/>
                <a:gd name="connsiteY1" fmla="*/ 505591 h 719904"/>
                <a:gd name="connsiteX2" fmla="*/ 297656 w 8033862"/>
                <a:gd name="connsiteY2" fmla="*/ 286516 h 719904"/>
                <a:gd name="connsiteX3" fmla="*/ 521494 w 8033862"/>
                <a:gd name="connsiteY3" fmla="*/ 148404 h 719904"/>
                <a:gd name="connsiteX4" fmla="*/ 728663 w 8033862"/>
                <a:gd name="connsiteY4" fmla="*/ 79347 h 719904"/>
                <a:gd name="connsiteX5" fmla="*/ 933450 w 8033862"/>
                <a:gd name="connsiteY5" fmla="*/ 48391 h 719904"/>
                <a:gd name="connsiteX6" fmla="*/ 1157288 w 8033862"/>
                <a:gd name="connsiteY6" fmla="*/ 57916 h 719904"/>
                <a:gd name="connsiteX7" fmla="*/ 1400175 w 8033862"/>
                <a:gd name="connsiteY7" fmla="*/ 112685 h 719904"/>
                <a:gd name="connsiteX8" fmla="*/ 1709738 w 8033862"/>
                <a:gd name="connsiteY8" fmla="*/ 286516 h 719904"/>
                <a:gd name="connsiteX9" fmla="*/ 1916906 w 8033862"/>
                <a:gd name="connsiteY9" fmla="*/ 522260 h 719904"/>
                <a:gd name="connsiteX10" fmla="*/ 2007394 w 8033862"/>
                <a:gd name="connsiteY10" fmla="*/ 700854 h 719904"/>
                <a:gd name="connsiteX11" fmla="*/ 2157413 w 8033862"/>
                <a:gd name="connsiteY11" fmla="*/ 436535 h 719904"/>
                <a:gd name="connsiteX12" fmla="*/ 2550319 w 8033862"/>
                <a:gd name="connsiteY12" fmla="*/ 136497 h 719904"/>
                <a:gd name="connsiteX13" fmla="*/ 2995613 w 8033862"/>
                <a:gd name="connsiteY13" fmla="*/ 46010 h 719904"/>
                <a:gd name="connsiteX14" fmla="*/ 3631407 w 8033862"/>
                <a:gd name="connsiteY14" fmla="*/ 229366 h 719904"/>
                <a:gd name="connsiteX15" fmla="*/ 4031456 w 8033862"/>
                <a:gd name="connsiteY15" fmla="*/ 700854 h 719904"/>
                <a:gd name="connsiteX16" fmla="*/ 4286250 w 8033862"/>
                <a:gd name="connsiteY16" fmla="*/ 338904 h 719904"/>
                <a:gd name="connsiteX17" fmla="*/ 5053012 w 8033862"/>
                <a:gd name="connsiteY17" fmla="*/ 48391 h 719904"/>
                <a:gd name="connsiteX18" fmla="*/ 5957888 w 8033862"/>
                <a:gd name="connsiteY18" fmla="*/ 719904 h 719904"/>
                <a:gd name="connsiteX19" fmla="*/ 6219825 w 8033862"/>
                <a:gd name="connsiteY19" fmla="*/ 710379 h 719904"/>
                <a:gd name="connsiteX20" fmla="*/ 6715125 w 8033862"/>
                <a:gd name="connsiteY20" fmla="*/ 705616 h 719904"/>
                <a:gd name="connsiteX21" fmla="*/ 7134225 w 8033862"/>
                <a:gd name="connsiteY21" fmla="*/ 696091 h 719904"/>
                <a:gd name="connsiteX22" fmla="*/ 7481888 w 8033862"/>
                <a:gd name="connsiteY22" fmla="*/ 691329 h 719904"/>
                <a:gd name="connsiteX23" fmla="*/ 8033862 w 8033862"/>
                <a:gd name="connsiteY23" fmla="*/ 707045 h 71990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64199 h 683249"/>
                <a:gd name="connsiteX1" fmla="*/ 102394 w 8033862"/>
                <a:gd name="connsiteY1" fmla="*/ 468936 h 683249"/>
                <a:gd name="connsiteX2" fmla="*/ 297656 w 8033862"/>
                <a:gd name="connsiteY2" fmla="*/ 249861 h 683249"/>
                <a:gd name="connsiteX3" fmla="*/ 521494 w 8033862"/>
                <a:gd name="connsiteY3" fmla="*/ 111749 h 683249"/>
                <a:gd name="connsiteX4" fmla="*/ 728663 w 8033862"/>
                <a:gd name="connsiteY4" fmla="*/ 42692 h 683249"/>
                <a:gd name="connsiteX5" fmla="*/ 933450 w 8033862"/>
                <a:gd name="connsiteY5" fmla="*/ 11736 h 683249"/>
                <a:gd name="connsiteX6" fmla="*/ 1157288 w 8033862"/>
                <a:gd name="connsiteY6" fmla="*/ 21261 h 683249"/>
                <a:gd name="connsiteX7" fmla="*/ 1400175 w 8033862"/>
                <a:gd name="connsiteY7" fmla="*/ 76030 h 683249"/>
                <a:gd name="connsiteX8" fmla="*/ 1709738 w 8033862"/>
                <a:gd name="connsiteY8" fmla="*/ 249861 h 683249"/>
                <a:gd name="connsiteX9" fmla="*/ 1916906 w 8033862"/>
                <a:gd name="connsiteY9" fmla="*/ 485605 h 683249"/>
                <a:gd name="connsiteX10" fmla="*/ 2007394 w 8033862"/>
                <a:gd name="connsiteY10" fmla="*/ 664199 h 683249"/>
                <a:gd name="connsiteX11" fmla="*/ 2157413 w 8033862"/>
                <a:gd name="connsiteY11" fmla="*/ 399880 h 683249"/>
                <a:gd name="connsiteX12" fmla="*/ 2550319 w 8033862"/>
                <a:gd name="connsiteY12" fmla="*/ 99842 h 683249"/>
                <a:gd name="connsiteX13" fmla="*/ 2995613 w 8033862"/>
                <a:gd name="connsiteY13" fmla="*/ 9355 h 683249"/>
                <a:gd name="connsiteX14" fmla="*/ 3631407 w 8033862"/>
                <a:gd name="connsiteY14" fmla="*/ 192711 h 683249"/>
                <a:gd name="connsiteX15" fmla="*/ 4031456 w 8033862"/>
                <a:gd name="connsiteY15" fmla="*/ 664199 h 683249"/>
                <a:gd name="connsiteX16" fmla="*/ 4291013 w 8033862"/>
                <a:gd name="connsiteY16" fmla="*/ 307012 h 683249"/>
                <a:gd name="connsiteX17" fmla="*/ 5053012 w 8033862"/>
                <a:gd name="connsiteY17" fmla="*/ 11736 h 683249"/>
                <a:gd name="connsiteX18" fmla="*/ 5957888 w 8033862"/>
                <a:gd name="connsiteY18" fmla="*/ 683249 h 683249"/>
                <a:gd name="connsiteX19" fmla="*/ 6219825 w 8033862"/>
                <a:gd name="connsiteY19" fmla="*/ 673724 h 683249"/>
                <a:gd name="connsiteX20" fmla="*/ 6715125 w 8033862"/>
                <a:gd name="connsiteY20" fmla="*/ 668961 h 683249"/>
                <a:gd name="connsiteX21" fmla="*/ 7134225 w 8033862"/>
                <a:gd name="connsiteY21" fmla="*/ 659436 h 683249"/>
                <a:gd name="connsiteX22" fmla="*/ 7481888 w 8033862"/>
                <a:gd name="connsiteY22" fmla="*/ 654674 h 683249"/>
                <a:gd name="connsiteX23" fmla="*/ 8033862 w 8033862"/>
                <a:gd name="connsiteY23" fmla="*/ 670390 h 683249"/>
                <a:gd name="connsiteX0" fmla="*/ 0 w 8033862"/>
                <a:gd name="connsiteY0" fmla="*/ 664844 h 683894"/>
                <a:gd name="connsiteX1" fmla="*/ 102394 w 8033862"/>
                <a:gd name="connsiteY1" fmla="*/ 469581 h 683894"/>
                <a:gd name="connsiteX2" fmla="*/ 297656 w 8033862"/>
                <a:gd name="connsiteY2" fmla="*/ 250506 h 683894"/>
                <a:gd name="connsiteX3" fmla="*/ 521494 w 8033862"/>
                <a:gd name="connsiteY3" fmla="*/ 112394 h 683894"/>
                <a:gd name="connsiteX4" fmla="*/ 728663 w 8033862"/>
                <a:gd name="connsiteY4" fmla="*/ 43337 h 683894"/>
                <a:gd name="connsiteX5" fmla="*/ 933450 w 8033862"/>
                <a:gd name="connsiteY5" fmla="*/ 12381 h 683894"/>
                <a:gd name="connsiteX6" fmla="*/ 1157288 w 8033862"/>
                <a:gd name="connsiteY6" fmla="*/ 21906 h 683894"/>
                <a:gd name="connsiteX7" fmla="*/ 1400175 w 8033862"/>
                <a:gd name="connsiteY7" fmla="*/ 76675 h 683894"/>
                <a:gd name="connsiteX8" fmla="*/ 1709738 w 8033862"/>
                <a:gd name="connsiteY8" fmla="*/ 250506 h 683894"/>
                <a:gd name="connsiteX9" fmla="*/ 1916906 w 8033862"/>
                <a:gd name="connsiteY9" fmla="*/ 486250 h 683894"/>
                <a:gd name="connsiteX10" fmla="*/ 2007394 w 8033862"/>
                <a:gd name="connsiteY10" fmla="*/ 664844 h 683894"/>
                <a:gd name="connsiteX11" fmla="*/ 2157413 w 8033862"/>
                <a:gd name="connsiteY11" fmla="*/ 400525 h 683894"/>
                <a:gd name="connsiteX12" fmla="*/ 2550319 w 8033862"/>
                <a:gd name="connsiteY12" fmla="*/ 100487 h 683894"/>
                <a:gd name="connsiteX13" fmla="*/ 2995613 w 8033862"/>
                <a:gd name="connsiteY13" fmla="*/ 10000 h 683894"/>
                <a:gd name="connsiteX14" fmla="*/ 3631407 w 8033862"/>
                <a:gd name="connsiteY14" fmla="*/ 193356 h 683894"/>
                <a:gd name="connsiteX15" fmla="*/ 4031456 w 8033862"/>
                <a:gd name="connsiteY15" fmla="*/ 664844 h 683894"/>
                <a:gd name="connsiteX16" fmla="*/ 4291013 w 8033862"/>
                <a:gd name="connsiteY16" fmla="*/ 307657 h 683894"/>
                <a:gd name="connsiteX17" fmla="*/ 5053012 w 8033862"/>
                <a:gd name="connsiteY17" fmla="*/ 12381 h 683894"/>
                <a:gd name="connsiteX18" fmla="*/ 5957888 w 8033862"/>
                <a:gd name="connsiteY18" fmla="*/ 683894 h 683894"/>
                <a:gd name="connsiteX19" fmla="*/ 6219825 w 8033862"/>
                <a:gd name="connsiteY19" fmla="*/ 674369 h 683894"/>
                <a:gd name="connsiteX20" fmla="*/ 6715125 w 8033862"/>
                <a:gd name="connsiteY20" fmla="*/ 669606 h 683894"/>
                <a:gd name="connsiteX21" fmla="*/ 7134225 w 8033862"/>
                <a:gd name="connsiteY21" fmla="*/ 660081 h 683894"/>
                <a:gd name="connsiteX22" fmla="*/ 7481888 w 8033862"/>
                <a:gd name="connsiteY22" fmla="*/ 655319 h 683894"/>
                <a:gd name="connsiteX23" fmla="*/ 8033862 w 8033862"/>
                <a:gd name="connsiteY23" fmla="*/ 671035 h 68389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91013 w 8033862"/>
                <a:gd name="connsiteY16" fmla="*/ 297953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96093 h 702284"/>
                <a:gd name="connsiteX1" fmla="*/ 102394 w 8033862"/>
                <a:gd name="connsiteY1" fmla="*/ 500830 h 702284"/>
                <a:gd name="connsiteX2" fmla="*/ 297656 w 8033862"/>
                <a:gd name="connsiteY2" fmla="*/ 281755 h 702284"/>
                <a:gd name="connsiteX3" fmla="*/ 521494 w 8033862"/>
                <a:gd name="connsiteY3" fmla="*/ 143643 h 702284"/>
                <a:gd name="connsiteX4" fmla="*/ 728663 w 8033862"/>
                <a:gd name="connsiteY4" fmla="*/ 74586 h 702284"/>
                <a:gd name="connsiteX5" fmla="*/ 933450 w 8033862"/>
                <a:gd name="connsiteY5" fmla="*/ 43630 h 702284"/>
                <a:gd name="connsiteX6" fmla="*/ 1157288 w 8033862"/>
                <a:gd name="connsiteY6" fmla="*/ 53155 h 702284"/>
                <a:gd name="connsiteX7" fmla="*/ 1400175 w 8033862"/>
                <a:gd name="connsiteY7" fmla="*/ 107924 h 702284"/>
                <a:gd name="connsiteX8" fmla="*/ 1709738 w 8033862"/>
                <a:gd name="connsiteY8" fmla="*/ 281755 h 702284"/>
                <a:gd name="connsiteX9" fmla="*/ 1916906 w 8033862"/>
                <a:gd name="connsiteY9" fmla="*/ 517499 h 702284"/>
                <a:gd name="connsiteX10" fmla="*/ 2007394 w 8033862"/>
                <a:gd name="connsiteY10" fmla="*/ 696093 h 702284"/>
                <a:gd name="connsiteX11" fmla="*/ 2157413 w 8033862"/>
                <a:gd name="connsiteY11" fmla="*/ 431774 h 702284"/>
                <a:gd name="connsiteX12" fmla="*/ 2550319 w 8033862"/>
                <a:gd name="connsiteY12" fmla="*/ 131736 h 702284"/>
                <a:gd name="connsiteX13" fmla="*/ 2995613 w 8033862"/>
                <a:gd name="connsiteY13" fmla="*/ 41249 h 702284"/>
                <a:gd name="connsiteX14" fmla="*/ 3631407 w 8033862"/>
                <a:gd name="connsiteY14" fmla="*/ 224605 h 702284"/>
                <a:gd name="connsiteX15" fmla="*/ 4031456 w 8033862"/>
                <a:gd name="connsiteY15" fmla="*/ 696093 h 702284"/>
                <a:gd name="connsiteX16" fmla="*/ 4291013 w 8033862"/>
                <a:gd name="connsiteY16" fmla="*/ 338906 h 702284"/>
                <a:gd name="connsiteX17" fmla="*/ 5053012 w 8033862"/>
                <a:gd name="connsiteY17" fmla="*/ 43630 h 702284"/>
                <a:gd name="connsiteX18" fmla="*/ 5772150 w 8033862"/>
                <a:gd name="connsiteY18" fmla="*/ 272231 h 702284"/>
                <a:gd name="connsiteX19" fmla="*/ 6067425 w 8033862"/>
                <a:gd name="connsiteY19" fmla="*/ 696093 h 702284"/>
                <a:gd name="connsiteX20" fmla="*/ 6496050 w 8033862"/>
                <a:gd name="connsiteY20" fmla="*/ 200792 h 702284"/>
                <a:gd name="connsiteX21" fmla="*/ 7110412 w 8033862"/>
                <a:gd name="connsiteY21" fmla="*/ 62680 h 702284"/>
                <a:gd name="connsiteX22" fmla="*/ 7481888 w 8033862"/>
                <a:gd name="connsiteY22" fmla="*/ 686568 h 702284"/>
                <a:gd name="connsiteX23" fmla="*/ 8033862 w 8033862"/>
                <a:gd name="connsiteY23" fmla="*/ 702284 h 702284"/>
                <a:gd name="connsiteX0" fmla="*/ 0 w 8033862"/>
                <a:gd name="connsiteY0" fmla="*/ 722041 h 728232"/>
                <a:gd name="connsiteX1" fmla="*/ 102394 w 8033862"/>
                <a:gd name="connsiteY1" fmla="*/ 526778 h 728232"/>
                <a:gd name="connsiteX2" fmla="*/ 297656 w 8033862"/>
                <a:gd name="connsiteY2" fmla="*/ 307703 h 728232"/>
                <a:gd name="connsiteX3" fmla="*/ 521494 w 8033862"/>
                <a:gd name="connsiteY3" fmla="*/ 169591 h 728232"/>
                <a:gd name="connsiteX4" fmla="*/ 728663 w 8033862"/>
                <a:gd name="connsiteY4" fmla="*/ 100534 h 728232"/>
                <a:gd name="connsiteX5" fmla="*/ 933450 w 8033862"/>
                <a:gd name="connsiteY5" fmla="*/ 69578 h 728232"/>
                <a:gd name="connsiteX6" fmla="*/ 1157288 w 8033862"/>
                <a:gd name="connsiteY6" fmla="*/ 79103 h 728232"/>
                <a:gd name="connsiteX7" fmla="*/ 1400175 w 8033862"/>
                <a:gd name="connsiteY7" fmla="*/ 133872 h 728232"/>
                <a:gd name="connsiteX8" fmla="*/ 1709738 w 8033862"/>
                <a:gd name="connsiteY8" fmla="*/ 307703 h 728232"/>
                <a:gd name="connsiteX9" fmla="*/ 1916906 w 8033862"/>
                <a:gd name="connsiteY9" fmla="*/ 543447 h 728232"/>
                <a:gd name="connsiteX10" fmla="*/ 2007394 w 8033862"/>
                <a:gd name="connsiteY10" fmla="*/ 722041 h 728232"/>
                <a:gd name="connsiteX11" fmla="*/ 2157413 w 8033862"/>
                <a:gd name="connsiteY11" fmla="*/ 457722 h 728232"/>
                <a:gd name="connsiteX12" fmla="*/ 2550319 w 8033862"/>
                <a:gd name="connsiteY12" fmla="*/ 157684 h 728232"/>
                <a:gd name="connsiteX13" fmla="*/ 2995613 w 8033862"/>
                <a:gd name="connsiteY13" fmla="*/ 67197 h 728232"/>
                <a:gd name="connsiteX14" fmla="*/ 3631407 w 8033862"/>
                <a:gd name="connsiteY14" fmla="*/ 250553 h 728232"/>
                <a:gd name="connsiteX15" fmla="*/ 4031456 w 8033862"/>
                <a:gd name="connsiteY15" fmla="*/ 722041 h 728232"/>
                <a:gd name="connsiteX16" fmla="*/ 4291013 w 8033862"/>
                <a:gd name="connsiteY16" fmla="*/ 364854 h 728232"/>
                <a:gd name="connsiteX17" fmla="*/ 5053012 w 8033862"/>
                <a:gd name="connsiteY17" fmla="*/ 69578 h 728232"/>
                <a:gd name="connsiteX18" fmla="*/ 5772150 w 8033862"/>
                <a:gd name="connsiteY18" fmla="*/ 298179 h 728232"/>
                <a:gd name="connsiteX19" fmla="*/ 6067425 w 8033862"/>
                <a:gd name="connsiteY19" fmla="*/ 722041 h 728232"/>
                <a:gd name="connsiteX20" fmla="*/ 6496050 w 8033862"/>
                <a:gd name="connsiteY20" fmla="*/ 226740 h 728232"/>
                <a:gd name="connsiteX21" fmla="*/ 7110412 w 8033862"/>
                <a:gd name="connsiteY21" fmla="*/ 88628 h 728232"/>
                <a:gd name="connsiteX22" fmla="*/ 7481888 w 8033862"/>
                <a:gd name="connsiteY22" fmla="*/ 712516 h 728232"/>
                <a:gd name="connsiteX23" fmla="*/ 8033862 w 8033862"/>
                <a:gd name="connsiteY23" fmla="*/ 728232 h 728232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10412 w 8033862"/>
                <a:gd name="connsiteY21" fmla="*/ 2172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05650 w 8033862"/>
                <a:gd name="connsiteY21" fmla="*/ 26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7810 h 664001"/>
                <a:gd name="connsiteX1" fmla="*/ 102394 w 8033862"/>
                <a:gd name="connsiteY1" fmla="*/ 462547 h 664001"/>
                <a:gd name="connsiteX2" fmla="*/ 297656 w 8033862"/>
                <a:gd name="connsiteY2" fmla="*/ 243472 h 664001"/>
                <a:gd name="connsiteX3" fmla="*/ 521494 w 8033862"/>
                <a:gd name="connsiteY3" fmla="*/ 105360 h 664001"/>
                <a:gd name="connsiteX4" fmla="*/ 728663 w 8033862"/>
                <a:gd name="connsiteY4" fmla="*/ 36303 h 664001"/>
                <a:gd name="connsiteX5" fmla="*/ 933450 w 8033862"/>
                <a:gd name="connsiteY5" fmla="*/ 5347 h 664001"/>
                <a:gd name="connsiteX6" fmla="*/ 1157288 w 8033862"/>
                <a:gd name="connsiteY6" fmla="*/ 14872 h 664001"/>
                <a:gd name="connsiteX7" fmla="*/ 1400175 w 8033862"/>
                <a:gd name="connsiteY7" fmla="*/ 69641 h 664001"/>
                <a:gd name="connsiteX8" fmla="*/ 1709738 w 8033862"/>
                <a:gd name="connsiteY8" fmla="*/ 243472 h 664001"/>
                <a:gd name="connsiteX9" fmla="*/ 1916906 w 8033862"/>
                <a:gd name="connsiteY9" fmla="*/ 479216 h 664001"/>
                <a:gd name="connsiteX10" fmla="*/ 2007394 w 8033862"/>
                <a:gd name="connsiteY10" fmla="*/ 657810 h 664001"/>
                <a:gd name="connsiteX11" fmla="*/ 2157413 w 8033862"/>
                <a:gd name="connsiteY11" fmla="*/ 393491 h 664001"/>
                <a:gd name="connsiteX12" fmla="*/ 2550319 w 8033862"/>
                <a:gd name="connsiteY12" fmla="*/ 93453 h 664001"/>
                <a:gd name="connsiteX13" fmla="*/ 2995613 w 8033862"/>
                <a:gd name="connsiteY13" fmla="*/ 2966 h 664001"/>
                <a:gd name="connsiteX14" fmla="*/ 3631407 w 8033862"/>
                <a:gd name="connsiteY14" fmla="*/ 186322 h 664001"/>
                <a:gd name="connsiteX15" fmla="*/ 4031456 w 8033862"/>
                <a:gd name="connsiteY15" fmla="*/ 657810 h 664001"/>
                <a:gd name="connsiteX16" fmla="*/ 4291013 w 8033862"/>
                <a:gd name="connsiteY16" fmla="*/ 300623 h 664001"/>
                <a:gd name="connsiteX17" fmla="*/ 5053012 w 8033862"/>
                <a:gd name="connsiteY17" fmla="*/ 5347 h 664001"/>
                <a:gd name="connsiteX18" fmla="*/ 5772150 w 8033862"/>
                <a:gd name="connsiteY18" fmla="*/ 233948 h 664001"/>
                <a:gd name="connsiteX19" fmla="*/ 6067425 w 8033862"/>
                <a:gd name="connsiteY19" fmla="*/ 657810 h 664001"/>
                <a:gd name="connsiteX20" fmla="*/ 6496050 w 8033862"/>
                <a:gd name="connsiteY20" fmla="*/ 162509 h 664001"/>
                <a:gd name="connsiteX21" fmla="*/ 7081837 w 8033862"/>
                <a:gd name="connsiteY21" fmla="*/ 585 h 664001"/>
                <a:gd name="connsiteX22" fmla="*/ 7481888 w 8033862"/>
                <a:gd name="connsiteY22" fmla="*/ 648285 h 664001"/>
                <a:gd name="connsiteX23" fmla="*/ 8033862 w 8033862"/>
                <a:gd name="connsiteY23" fmla="*/ 664001 h 664001"/>
                <a:gd name="connsiteX0" fmla="*/ 0 w 8033862"/>
                <a:gd name="connsiteY0" fmla="*/ 657304 h 663495"/>
                <a:gd name="connsiteX1" fmla="*/ 102394 w 8033862"/>
                <a:gd name="connsiteY1" fmla="*/ 462041 h 663495"/>
                <a:gd name="connsiteX2" fmla="*/ 297656 w 8033862"/>
                <a:gd name="connsiteY2" fmla="*/ 242966 h 663495"/>
                <a:gd name="connsiteX3" fmla="*/ 521494 w 8033862"/>
                <a:gd name="connsiteY3" fmla="*/ 104854 h 663495"/>
                <a:gd name="connsiteX4" fmla="*/ 728663 w 8033862"/>
                <a:gd name="connsiteY4" fmla="*/ 35797 h 663495"/>
                <a:gd name="connsiteX5" fmla="*/ 933450 w 8033862"/>
                <a:gd name="connsiteY5" fmla="*/ 4841 h 663495"/>
                <a:gd name="connsiteX6" fmla="*/ 1157288 w 8033862"/>
                <a:gd name="connsiteY6" fmla="*/ 14366 h 663495"/>
                <a:gd name="connsiteX7" fmla="*/ 1400175 w 8033862"/>
                <a:gd name="connsiteY7" fmla="*/ 69135 h 663495"/>
                <a:gd name="connsiteX8" fmla="*/ 1709738 w 8033862"/>
                <a:gd name="connsiteY8" fmla="*/ 242966 h 663495"/>
                <a:gd name="connsiteX9" fmla="*/ 1916906 w 8033862"/>
                <a:gd name="connsiteY9" fmla="*/ 478710 h 663495"/>
                <a:gd name="connsiteX10" fmla="*/ 2007394 w 8033862"/>
                <a:gd name="connsiteY10" fmla="*/ 657304 h 663495"/>
                <a:gd name="connsiteX11" fmla="*/ 2157413 w 8033862"/>
                <a:gd name="connsiteY11" fmla="*/ 392985 h 663495"/>
                <a:gd name="connsiteX12" fmla="*/ 2550319 w 8033862"/>
                <a:gd name="connsiteY12" fmla="*/ 92947 h 663495"/>
                <a:gd name="connsiteX13" fmla="*/ 2995613 w 8033862"/>
                <a:gd name="connsiteY13" fmla="*/ 2460 h 663495"/>
                <a:gd name="connsiteX14" fmla="*/ 3631407 w 8033862"/>
                <a:gd name="connsiteY14" fmla="*/ 185816 h 663495"/>
                <a:gd name="connsiteX15" fmla="*/ 4031456 w 8033862"/>
                <a:gd name="connsiteY15" fmla="*/ 657304 h 663495"/>
                <a:gd name="connsiteX16" fmla="*/ 4291013 w 8033862"/>
                <a:gd name="connsiteY16" fmla="*/ 300117 h 663495"/>
                <a:gd name="connsiteX17" fmla="*/ 5053012 w 8033862"/>
                <a:gd name="connsiteY17" fmla="*/ 4841 h 663495"/>
                <a:gd name="connsiteX18" fmla="*/ 5772150 w 8033862"/>
                <a:gd name="connsiteY18" fmla="*/ 233442 h 663495"/>
                <a:gd name="connsiteX19" fmla="*/ 6067425 w 8033862"/>
                <a:gd name="connsiteY19" fmla="*/ 657304 h 663495"/>
                <a:gd name="connsiteX20" fmla="*/ 6496050 w 8033862"/>
                <a:gd name="connsiteY20" fmla="*/ 162003 h 663495"/>
                <a:gd name="connsiteX21" fmla="*/ 7081837 w 8033862"/>
                <a:gd name="connsiteY21" fmla="*/ 79 h 663495"/>
                <a:gd name="connsiteX22" fmla="*/ 7481888 w 8033862"/>
                <a:gd name="connsiteY22" fmla="*/ 647779 h 663495"/>
                <a:gd name="connsiteX23" fmla="*/ 8033862 w 8033862"/>
                <a:gd name="connsiteY23" fmla="*/ 663495 h 663495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33862" h="659143">
                  <a:moveTo>
                    <a:pt x="0" y="659143"/>
                  </a:moveTo>
                  <a:cubicBezTo>
                    <a:pt x="26392" y="596039"/>
                    <a:pt x="52785" y="532936"/>
                    <a:pt x="102394" y="463880"/>
                  </a:cubicBezTo>
                  <a:cubicBezTo>
                    <a:pt x="152003" y="394824"/>
                    <a:pt x="227806" y="304336"/>
                    <a:pt x="297656" y="244805"/>
                  </a:cubicBezTo>
                  <a:cubicBezTo>
                    <a:pt x="367506" y="185274"/>
                    <a:pt x="449660" y="141221"/>
                    <a:pt x="521494" y="106693"/>
                  </a:cubicBezTo>
                  <a:cubicBezTo>
                    <a:pt x="593328" y="72165"/>
                    <a:pt x="660004" y="54305"/>
                    <a:pt x="728663" y="37636"/>
                  </a:cubicBezTo>
                  <a:cubicBezTo>
                    <a:pt x="797322" y="20967"/>
                    <a:pt x="862013" y="10252"/>
                    <a:pt x="933450" y="6680"/>
                  </a:cubicBezTo>
                  <a:cubicBezTo>
                    <a:pt x="1004888" y="3108"/>
                    <a:pt x="1079500" y="5489"/>
                    <a:pt x="1157288" y="16205"/>
                  </a:cubicBezTo>
                  <a:cubicBezTo>
                    <a:pt x="1235076" y="26921"/>
                    <a:pt x="1308100" y="32874"/>
                    <a:pt x="1400175" y="70974"/>
                  </a:cubicBezTo>
                  <a:cubicBezTo>
                    <a:pt x="1492250" y="109074"/>
                    <a:pt x="1623616" y="176543"/>
                    <a:pt x="1709738" y="244805"/>
                  </a:cubicBezTo>
                  <a:cubicBezTo>
                    <a:pt x="1795860" y="313067"/>
                    <a:pt x="1867297" y="411493"/>
                    <a:pt x="1916906" y="480549"/>
                  </a:cubicBezTo>
                  <a:cubicBezTo>
                    <a:pt x="1966515" y="549605"/>
                    <a:pt x="1983979" y="609136"/>
                    <a:pt x="2007394" y="659143"/>
                  </a:cubicBezTo>
                  <a:cubicBezTo>
                    <a:pt x="2040333" y="611518"/>
                    <a:pt x="2074070" y="498408"/>
                    <a:pt x="2157413" y="394824"/>
                  </a:cubicBezTo>
                  <a:cubicBezTo>
                    <a:pt x="2240756" y="291240"/>
                    <a:pt x="2410619" y="159874"/>
                    <a:pt x="2550319" y="94786"/>
                  </a:cubicBezTo>
                  <a:cubicBezTo>
                    <a:pt x="2690019" y="29699"/>
                    <a:pt x="2814803" y="715"/>
                    <a:pt x="2995613" y="4299"/>
                  </a:cubicBezTo>
                  <a:cubicBezTo>
                    <a:pt x="3175794" y="7871"/>
                    <a:pt x="3340282" y="21407"/>
                    <a:pt x="3631407" y="187655"/>
                  </a:cubicBezTo>
                  <a:cubicBezTo>
                    <a:pt x="3904605" y="343666"/>
                    <a:pt x="3969544" y="568259"/>
                    <a:pt x="4031456" y="659143"/>
                  </a:cubicBezTo>
                  <a:cubicBezTo>
                    <a:pt x="4102893" y="561909"/>
                    <a:pt x="4140960" y="437224"/>
                    <a:pt x="4291013" y="301956"/>
                  </a:cubicBezTo>
                  <a:cubicBezTo>
                    <a:pt x="4480322" y="131300"/>
                    <a:pt x="4806156" y="17792"/>
                    <a:pt x="5053012" y="6680"/>
                  </a:cubicBezTo>
                  <a:cubicBezTo>
                    <a:pt x="5299868" y="-4432"/>
                    <a:pt x="5640439" y="125363"/>
                    <a:pt x="5772150" y="235281"/>
                  </a:cubicBezTo>
                  <a:cubicBezTo>
                    <a:pt x="5904352" y="345609"/>
                    <a:pt x="5969000" y="379744"/>
                    <a:pt x="6067425" y="659143"/>
                  </a:cubicBezTo>
                  <a:cubicBezTo>
                    <a:pt x="6164262" y="422605"/>
                    <a:pt x="6326981" y="273380"/>
                    <a:pt x="6496050" y="163842"/>
                  </a:cubicBezTo>
                  <a:cubicBezTo>
                    <a:pt x="6665119" y="54305"/>
                    <a:pt x="6867524" y="-12370"/>
                    <a:pt x="7081837" y="1918"/>
                  </a:cubicBezTo>
                  <a:cubicBezTo>
                    <a:pt x="7296150" y="16206"/>
                    <a:pt x="7556580" y="69147"/>
                    <a:pt x="7781926" y="249568"/>
                  </a:cubicBezTo>
                  <a:cubicBezTo>
                    <a:pt x="7932191" y="369876"/>
                    <a:pt x="7992745" y="498170"/>
                    <a:pt x="8033862" y="655809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A45C1F7-B7E3-4908-B59A-82BE34B25D29}"/>
                </a:ext>
              </a:extLst>
            </p:cNvPr>
            <p:cNvCxnSpPr>
              <a:cxnSpLocks/>
            </p:cNvCxnSpPr>
            <p:nvPr/>
          </p:nvCxnSpPr>
          <p:spPr>
            <a:xfrm>
              <a:off x="3467597" y="2186847"/>
              <a:ext cx="4766039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63AAD8E-750B-40D4-BB73-B9981670FE62}"/>
              </a:ext>
            </a:extLst>
          </p:cNvPr>
          <p:cNvCxnSpPr>
            <a:cxnSpLocks/>
          </p:cNvCxnSpPr>
          <p:nvPr/>
        </p:nvCxnSpPr>
        <p:spPr>
          <a:xfrm>
            <a:off x="1653627" y="2356385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671A003D-A9ED-4B8B-A0D1-7157034A64D3}"/>
              </a:ext>
            </a:extLst>
          </p:cNvPr>
          <p:cNvSpPr txBox="1"/>
          <p:nvPr/>
        </p:nvSpPr>
        <p:spPr>
          <a:xfrm>
            <a:off x="2215762" y="1897200"/>
            <a:ext cx="131017" cy="188848"/>
          </a:xfrm>
          <a:custGeom>
            <a:avLst/>
            <a:gdLst/>
            <a:ahLst/>
            <a:cxnLst/>
            <a:rect l="l" t="t" r="r" b="b"/>
            <a:pathLst>
              <a:path w="105705" h="152363"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2481" y="142094"/>
                </a:lnTo>
                <a:lnTo>
                  <a:pt x="59940" y="142094"/>
                </a:lnTo>
                <a:cubicBezTo>
                  <a:pt x="64926" y="142094"/>
                  <a:pt x="68851" y="141610"/>
                  <a:pt x="71716" y="140643"/>
                </a:cubicBezTo>
                <a:cubicBezTo>
                  <a:pt x="74581" y="139676"/>
                  <a:pt x="77297" y="137908"/>
                  <a:pt x="79864" y="135341"/>
                </a:cubicBezTo>
                <a:cubicBezTo>
                  <a:pt x="82432" y="132774"/>
                  <a:pt x="84943" y="129295"/>
                  <a:pt x="87399" y="124904"/>
                </a:cubicBezTo>
                <a:cubicBezTo>
                  <a:pt x="89855" y="120514"/>
                  <a:pt x="92347" y="115044"/>
                  <a:pt x="94877" y="108496"/>
                </a:cubicBezTo>
                <a:lnTo>
                  <a:pt x="105705" y="108496"/>
                </a:lnTo>
                <a:lnTo>
                  <a:pt x="94431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2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1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402A2D0-8B6B-47E3-B644-9B14AC07D237}"/>
              </a:ext>
            </a:extLst>
          </p:cNvPr>
          <p:cNvSpPr txBox="1"/>
          <p:nvPr/>
        </p:nvSpPr>
        <p:spPr>
          <a:xfrm>
            <a:off x="6570459" y="773591"/>
            <a:ext cx="980045" cy="279806"/>
          </a:xfrm>
          <a:custGeom>
            <a:avLst/>
            <a:gdLst/>
            <a:ahLst/>
            <a:cxnLst/>
            <a:rect l="l" t="t" r="r" b="b"/>
            <a:pathLst>
              <a:path w="980045" h="279806">
                <a:moveTo>
                  <a:pt x="733462" y="132283"/>
                </a:moveTo>
                <a:lnTo>
                  <a:pt x="733462" y="204521"/>
                </a:lnTo>
                <a:lnTo>
                  <a:pt x="791983" y="204521"/>
                </a:lnTo>
                <a:lnTo>
                  <a:pt x="791983" y="132283"/>
                </a:lnTo>
                <a:close/>
                <a:moveTo>
                  <a:pt x="850200" y="121006"/>
                </a:moveTo>
                <a:cubicBezTo>
                  <a:pt x="869301" y="143358"/>
                  <a:pt x="884236" y="163170"/>
                  <a:pt x="895006" y="180442"/>
                </a:cubicBezTo>
                <a:lnTo>
                  <a:pt x="877328" y="192024"/>
                </a:lnTo>
                <a:cubicBezTo>
                  <a:pt x="867167" y="170891"/>
                  <a:pt x="852943" y="150673"/>
                  <a:pt x="834656" y="131369"/>
                </a:cubicBezTo>
                <a:close/>
                <a:moveTo>
                  <a:pt x="398264" y="52161"/>
                </a:moveTo>
                <a:lnTo>
                  <a:pt x="398264" y="74486"/>
                </a:lnTo>
                <a:lnTo>
                  <a:pt x="236637" y="144584"/>
                </a:lnTo>
                <a:lnTo>
                  <a:pt x="398264" y="214682"/>
                </a:lnTo>
                <a:lnTo>
                  <a:pt x="398264" y="237006"/>
                </a:lnTo>
                <a:lnTo>
                  <a:pt x="214312" y="155002"/>
                </a:lnTo>
                <a:lnTo>
                  <a:pt x="214312" y="134166"/>
                </a:lnTo>
                <a:close/>
                <a:moveTo>
                  <a:pt x="42714" y="46804"/>
                </a:moveTo>
                <a:lnTo>
                  <a:pt x="78432" y="46804"/>
                </a:lnTo>
                <a:lnTo>
                  <a:pt x="69800" y="84011"/>
                </a:lnTo>
                <a:lnTo>
                  <a:pt x="105966" y="84011"/>
                </a:lnTo>
                <a:lnTo>
                  <a:pt x="101947" y="102614"/>
                </a:lnTo>
                <a:lnTo>
                  <a:pt x="65484" y="102614"/>
                </a:lnTo>
                <a:lnTo>
                  <a:pt x="51048" y="162145"/>
                </a:lnTo>
                <a:cubicBezTo>
                  <a:pt x="48568" y="172365"/>
                  <a:pt x="46856" y="180129"/>
                  <a:pt x="45913" y="185437"/>
                </a:cubicBezTo>
                <a:cubicBezTo>
                  <a:pt x="44971" y="190745"/>
                  <a:pt x="44500" y="195235"/>
                  <a:pt x="44500" y="198906"/>
                </a:cubicBezTo>
                <a:cubicBezTo>
                  <a:pt x="44500" y="203569"/>
                  <a:pt x="45343" y="206967"/>
                  <a:pt x="47030" y="209101"/>
                </a:cubicBezTo>
                <a:cubicBezTo>
                  <a:pt x="48716" y="211234"/>
                  <a:pt x="51197" y="212300"/>
                  <a:pt x="54471" y="212300"/>
                </a:cubicBezTo>
                <a:cubicBezTo>
                  <a:pt x="58936" y="212300"/>
                  <a:pt x="63525" y="210713"/>
                  <a:pt x="68238" y="207538"/>
                </a:cubicBezTo>
                <a:cubicBezTo>
                  <a:pt x="72951" y="204363"/>
                  <a:pt x="78035" y="199452"/>
                  <a:pt x="83493" y="192804"/>
                </a:cubicBezTo>
                <a:lnTo>
                  <a:pt x="94952" y="204561"/>
                </a:lnTo>
                <a:cubicBezTo>
                  <a:pt x="84931" y="215575"/>
                  <a:pt x="75729" y="223239"/>
                  <a:pt x="67345" y="227555"/>
                </a:cubicBezTo>
                <a:cubicBezTo>
                  <a:pt x="58961" y="231871"/>
                  <a:pt x="49064" y="234029"/>
                  <a:pt x="37653" y="234029"/>
                </a:cubicBezTo>
                <a:cubicBezTo>
                  <a:pt x="26343" y="234029"/>
                  <a:pt x="17661" y="231127"/>
                  <a:pt x="11609" y="225323"/>
                </a:cubicBezTo>
                <a:cubicBezTo>
                  <a:pt x="5556" y="219519"/>
                  <a:pt x="2530" y="211507"/>
                  <a:pt x="2530" y="201287"/>
                </a:cubicBezTo>
                <a:cubicBezTo>
                  <a:pt x="2530" y="196624"/>
                  <a:pt x="2877" y="192184"/>
                  <a:pt x="3572" y="187967"/>
                </a:cubicBezTo>
                <a:cubicBezTo>
                  <a:pt x="4266" y="183750"/>
                  <a:pt x="5705" y="176830"/>
                  <a:pt x="7888" y="167205"/>
                </a:cubicBezTo>
                <a:lnTo>
                  <a:pt x="23217" y="102614"/>
                </a:lnTo>
                <a:lnTo>
                  <a:pt x="0" y="102614"/>
                </a:lnTo>
                <a:lnTo>
                  <a:pt x="2828" y="90559"/>
                </a:lnTo>
                <a:cubicBezTo>
                  <a:pt x="9773" y="90559"/>
                  <a:pt x="15032" y="89914"/>
                  <a:pt x="18603" y="88624"/>
                </a:cubicBezTo>
                <a:cubicBezTo>
                  <a:pt x="22175" y="87334"/>
                  <a:pt x="25177" y="85400"/>
                  <a:pt x="27608" y="82820"/>
                </a:cubicBezTo>
                <a:cubicBezTo>
                  <a:pt x="30038" y="80240"/>
                  <a:pt x="32395" y="76321"/>
                  <a:pt x="34677" y="71063"/>
                </a:cubicBezTo>
                <a:cubicBezTo>
                  <a:pt x="36959" y="65804"/>
                  <a:pt x="39638" y="57718"/>
                  <a:pt x="42714" y="46804"/>
                </a:cubicBezTo>
                <a:close/>
                <a:moveTo>
                  <a:pt x="733462" y="43282"/>
                </a:moveTo>
                <a:lnTo>
                  <a:pt x="733462" y="117958"/>
                </a:lnTo>
                <a:lnTo>
                  <a:pt x="791983" y="117958"/>
                </a:lnTo>
                <a:lnTo>
                  <a:pt x="791983" y="43282"/>
                </a:lnTo>
                <a:close/>
                <a:moveTo>
                  <a:pt x="597545" y="42785"/>
                </a:moveTo>
                <a:cubicBezTo>
                  <a:pt x="590500" y="42785"/>
                  <a:pt x="584944" y="45886"/>
                  <a:pt x="580876" y="52087"/>
                </a:cubicBezTo>
                <a:cubicBezTo>
                  <a:pt x="576808" y="58288"/>
                  <a:pt x="573881" y="67515"/>
                  <a:pt x="572095" y="79769"/>
                </a:cubicBezTo>
                <a:cubicBezTo>
                  <a:pt x="570309" y="92022"/>
                  <a:pt x="569416" y="107972"/>
                  <a:pt x="569416" y="127617"/>
                </a:cubicBezTo>
                <a:cubicBezTo>
                  <a:pt x="569416" y="149445"/>
                  <a:pt x="570384" y="166809"/>
                  <a:pt x="572319" y="179707"/>
                </a:cubicBezTo>
                <a:cubicBezTo>
                  <a:pt x="574253" y="192605"/>
                  <a:pt x="577304" y="202106"/>
                  <a:pt x="581471" y="208208"/>
                </a:cubicBezTo>
                <a:cubicBezTo>
                  <a:pt x="585639" y="214310"/>
                  <a:pt x="591195" y="217361"/>
                  <a:pt x="598140" y="217361"/>
                </a:cubicBezTo>
                <a:cubicBezTo>
                  <a:pt x="601911" y="217361"/>
                  <a:pt x="605210" y="216443"/>
                  <a:pt x="608037" y="214607"/>
                </a:cubicBezTo>
                <a:cubicBezTo>
                  <a:pt x="610865" y="212772"/>
                  <a:pt x="613395" y="209894"/>
                  <a:pt x="615628" y="205975"/>
                </a:cubicBezTo>
                <a:cubicBezTo>
                  <a:pt x="617860" y="202056"/>
                  <a:pt x="619770" y="196847"/>
                  <a:pt x="621357" y="190348"/>
                </a:cubicBezTo>
                <a:cubicBezTo>
                  <a:pt x="622945" y="183849"/>
                  <a:pt x="624086" y="175763"/>
                  <a:pt x="624780" y="166089"/>
                </a:cubicBezTo>
                <a:cubicBezTo>
                  <a:pt x="625475" y="156415"/>
                  <a:pt x="625822" y="145625"/>
                  <a:pt x="625822" y="133719"/>
                </a:cubicBezTo>
                <a:cubicBezTo>
                  <a:pt x="625822" y="115959"/>
                  <a:pt x="625153" y="101027"/>
                  <a:pt x="623813" y="88922"/>
                </a:cubicBezTo>
                <a:cubicBezTo>
                  <a:pt x="622474" y="76817"/>
                  <a:pt x="620564" y="67491"/>
                  <a:pt x="618083" y="60942"/>
                </a:cubicBezTo>
                <a:cubicBezTo>
                  <a:pt x="615603" y="54394"/>
                  <a:pt x="612676" y="49730"/>
                  <a:pt x="609302" y="46952"/>
                </a:cubicBezTo>
                <a:cubicBezTo>
                  <a:pt x="605929" y="44174"/>
                  <a:pt x="602010" y="42785"/>
                  <a:pt x="597545" y="42785"/>
                </a:cubicBezTo>
                <a:close/>
                <a:moveTo>
                  <a:pt x="598438" y="26116"/>
                </a:moveTo>
                <a:cubicBezTo>
                  <a:pt x="622846" y="26116"/>
                  <a:pt x="641052" y="34426"/>
                  <a:pt x="653058" y="51045"/>
                </a:cubicBezTo>
                <a:cubicBezTo>
                  <a:pt x="665063" y="67664"/>
                  <a:pt x="671066" y="93089"/>
                  <a:pt x="671066" y="127320"/>
                </a:cubicBezTo>
                <a:cubicBezTo>
                  <a:pt x="671066" y="162443"/>
                  <a:pt x="664691" y="189009"/>
                  <a:pt x="651942" y="207017"/>
                </a:cubicBezTo>
                <a:cubicBezTo>
                  <a:pt x="639192" y="225025"/>
                  <a:pt x="620464" y="234029"/>
                  <a:pt x="595759" y="234029"/>
                </a:cubicBezTo>
                <a:cubicBezTo>
                  <a:pt x="571351" y="234029"/>
                  <a:pt x="553318" y="225571"/>
                  <a:pt x="541660" y="208654"/>
                </a:cubicBezTo>
                <a:cubicBezTo>
                  <a:pt x="530002" y="191737"/>
                  <a:pt x="524173" y="166164"/>
                  <a:pt x="524173" y="131933"/>
                </a:cubicBezTo>
                <a:cubicBezTo>
                  <a:pt x="524173" y="97604"/>
                  <a:pt x="530671" y="71385"/>
                  <a:pt x="543669" y="53278"/>
                </a:cubicBezTo>
                <a:cubicBezTo>
                  <a:pt x="556667" y="35170"/>
                  <a:pt x="574923" y="26116"/>
                  <a:pt x="598438" y="26116"/>
                </a:cubicBezTo>
                <a:close/>
                <a:moveTo>
                  <a:pt x="713040" y="25298"/>
                </a:moveTo>
                <a:cubicBezTo>
                  <a:pt x="719543" y="26924"/>
                  <a:pt x="736154" y="27737"/>
                  <a:pt x="762875" y="27737"/>
                </a:cubicBezTo>
                <a:cubicBezTo>
                  <a:pt x="789596" y="27737"/>
                  <a:pt x="806207" y="26924"/>
                  <a:pt x="812710" y="25298"/>
                </a:cubicBezTo>
                <a:cubicBezTo>
                  <a:pt x="811491" y="30582"/>
                  <a:pt x="810881" y="41859"/>
                  <a:pt x="810881" y="59131"/>
                </a:cubicBezTo>
                <a:lnTo>
                  <a:pt x="810881" y="206959"/>
                </a:lnTo>
                <a:cubicBezTo>
                  <a:pt x="810881" y="219964"/>
                  <a:pt x="811592" y="233375"/>
                  <a:pt x="813015" y="247193"/>
                </a:cubicBezTo>
                <a:lnTo>
                  <a:pt x="791983" y="247193"/>
                </a:lnTo>
                <a:lnTo>
                  <a:pt x="791983" y="218846"/>
                </a:lnTo>
                <a:lnTo>
                  <a:pt x="733462" y="218846"/>
                </a:lnTo>
                <a:lnTo>
                  <a:pt x="733462" y="254813"/>
                </a:lnTo>
                <a:lnTo>
                  <a:pt x="712735" y="254813"/>
                </a:lnTo>
                <a:cubicBezTo>
                  <a:pt x="714158" y="243230"/>
                  <a:pt x="714869" y="228702"/>
                  <a:pt x="714869" y="211226"/>
                </a:cubicBezTo>
                <a:lnTo>
                  <a:pt x="714869" y="59131"/>
                </a:lnTo>
                <a:cubicBezTo>
                  <a:pt x="714869" y="42875"/>
                  <a:pt x="714260" y="31598"/>
                  <a:pt x="713040" y="25298"/>
                </a:cubicBezTo>
                <a:close/>
                <a:moveTo>
                  <a:pt x="911465" y="0"/>
                </a:moveTo>
                <a:cubicBezTo>
                  <a:pt x="916748" y="1422"/>
                  <a:pt x="924673" y="2134"/>
                  <a:pt x="935239" y="2134"/>
                </a:cubicBezTo>
                <a:cubicBezTo>
                  <a:pt x="938694" y="2134"/>
                  <a:pt x="940421" y="2946"/>
                  <a:pt x="940421" y="4572"/>
                </a:cubicBezTo>
                <a:cubicBezTo>
                  <a:pt x="940421" y="6198"/>
                  <a:pt x="939253" y="7671"/>
                  <a:pt x="936916" y="8992"/>
                </a:cubicBezTo>
                <a:cubicBezTo>
                  <a:pt x="934579" y="10312"/>
                  <a:pt x="933411" y="14326"/>
                  <a:pt x="933411" y="21031"/>
                </a:cubicBezTo>
                <a:lnTo>
                  <a:pt x="933411" y="75895"/>
                </a:lnTo>
                <a:cubicBezTo>
                  <a:pt x="950479" y="75692"/>
                  <a:pt x="966024" y="74879"/>
                  <a:pt x="980045" y="73457"/>
                </a:cubicBezTo>
                <a:lnTo>
                  <a:pt x="980045" y="93878"/>
                </a:lnTo>
                <a:cubicBezTo>
                  <a:pt x="969072" y="92456"/>
                  <a:pt x="953528" y="91745"/>
                  <a:pt x="933411" y="91745"/>
                </a:cubicBezTo>
                <a:lnTo>
                  <a:pt x="933411" y="242926"/>
                </a:lnTo>
                <a:cubicBezTo>
                  <a:pt x="933411" y="252476"/>
                  <a:pt x="931938" y="259791"/>
                  <a:pt x="928991" y="264871"/>
                </a:cubicBezTo>
                <a:cubicBezTo>
                  <a:pt x="926045" y="269951"/>
                  <a:pt x="919999" y="273710"/>
                  <a:pt x="910856" y="276149"/>
                </a:cubicBezTo>
                <a:cubicBezTo>
                  <a:pt x="901712" y="278587"/>
                  <a:pt x="887691" y="279806"/>
                  <a:pt x="868793" y="279806"/>
                </a:cubicBezTo>
                <a:cubicBezTo>
                  <a:pt x="868793" y="270256"/>
                  <a:pt x="865135" y="261620"/>
                  <a:pt x="857820" y="253898"/>
                </a:cubicBezTo>
                <a:cubicBezTo>
                  <a:pt x="871435" y="256134"/>
                  <a:pt x="882357" y="257251"/>
                  <a:pt x="890586" y="257251"/>
                </a:cubicBezTo>
                <a:cubicBezTo>
                  <a:pt x="898816" y="257251"/>
                  <a:pt x="904912" y="255626"/>
                  <a:pt x="908874" y="252374"/>
                </a:cubicBezTo>
                <a:cubicBezTo>
                  <a:pt x="912837" y="249123"/>
                  <a:pt x="914818" y="242519"/>
                  <a:pt x="914818" y="232562"/>
                </a:cubicBezTo>
                <a:lnTo>
                  <a:pt x="914818" y="91440"/>
                </a:lnTo>
                <a:lnTo>
                  <a:pt x="875804" y="91440"/>
                </a:lnTo>
                <a:cubicBezTo>
                  <a:pt x="853655" y="91440"/>
                  <a:pt x="834452" y="92253"/>
                  <a:pt x="818196" y="93878"/>
                </a:cubicBezTo>
                <a:lnTo>
                  <a:pt x="818196" y="73457"/>
                </a:lnTo>
                <a:cubicBezTo>
                  <a:pt x="834249" y="75082"/>
                  <a:pt x="853452" y="75895"/>
                  <a:pt x="875804" y="75895"/>
                </a:cubicBezTo>
                <a:lnTo>
                  <a:pt x="914818" y="75895"/>
                </a:lnTo>
                <a:cubicBezTo>
                  <a:pt x="914818" y="36271"/>
                  <a:pt x="913700" y="10973"/>
                  <a:pt x="911465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3633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8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5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4216E16C-67DD-4F26-9C9E-C8BDAE6FF570}"/>
              </a:ext>
            </a:extLst>
          </p:cNvPr>
          <p:cNvGrpSpPr/>
          <p:nvPr/>
        </p:nvGrpSpPr>
        <p:grpSpPr>
          <a:xfrm>
            <a:off x="7482075" y="1548869"/>
            <a:ext cx="4399960" cy="3911841"/>
            <a:chOff x="7482075" y="1548869"/>
            <a:chExt cx="4399960" cy="3911841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71E8F08-B077-4E57-A23D-866300DBC6AD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3381968"/>
              <a:ext cx="439996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FEFC315-4361-470F-842E-6A4C3F911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075" y="1548869"/>
              <a:ext cx="0" cy="391184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84BA88F-A6D3-4825-8E01-85C07BDCDDF3}"/>
              </a:ext>
            </a:extLst>
          </p:cNvPr>
          <p:cNvCxnSpPr>
            <a:cxnSpLocks/>
          </p:cNvCxnSpPr>
          <p:nvPr/>
        </p:nvCxnSpPr>
        <p:spPr>
          <a:xfrm>
            <a:off x="10124140" y="1542542"/>
            <a:ext cx="442482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98E63AD-EBCA-48BB-BB0E-940A22B97BD3}"/>
              </a:ext>
            </a:extLst>
          </p:cNvPr>
          <p:cNvCxnSpPr>
            <a:cxnSpLocks/>
          </p:cNvCxnSpPr>
          <p:nvPr/>
        </p:nvCxnSpPr>
        <p:spPr>
          <a:xfrm>
            <a:off x="10124140" y="1815720"/>
            <a:ext cx="442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666AA02-1F2B-4DD7-AE09-BDD205CE84EC}"/>
              </a:ext>
            </a:extLst>
          </p:cNvPr>
          <p:cNvCxnSpPr>
            <a:cxnSpLocks/>
          </p:cNvCxnSpPr>
          <p:nvPr/>
        </p:nvCxnSpPr>
        <p:spPr>
          <a:xfrm>
            <a:off x="10124140" y="2088897"/>
            <a:ext cx="44248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227224B-7595-4477-A939-9240808C0D9F}"/>
              </a:ext>
            </a:extLst>
          </p:cNvPr>
          <p:cNvSpPr txBox="1"/>
          <p:nvPr/>
        </p:nvSpPr>
        <p:spPr>
          <a:xfrm>
            <a:off x="10566621" y="1397291"/>
            <a:ext cx="839232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电源电压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9F4EA1-6AAA-48AA-A90A-D932F32369EF}"/>
              </a:ext>
            </a:extLst>
          </p:cNvPr>
          <p:cNvSpPr txBox="1"/>
          <p:nvPr/>
        </p:nvSpPr>
        <p:spPr>
          <a:xfrm>
            <a:off x="10566621" y="1670468"/>
            <a:ext cx="1000623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二极管电流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78D5F5-82F5-4263-BF95-C637E548827F}"/>
              </a:ext>
            </a:extLst>
          </p:cNvPr>
          <p:cNvSpPr txBox="1"/>
          <p:nvPr/>
        </p:nvSpPr>
        <p:spPr>
          <a:xfrm>
            <a:off x="10558630" y="1943645"/>
            <a:ext cx="1323405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二极管两端电压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64625B-4252-41BF-9AD7-E3A4D2E9C4EB}"/>
              </a:ext>
            </a:extLst>
          </p:cNvPr>
          <p:cNvGrpSpPr/>
          <p:nvPr/>
        </p:nvGrpSpPr>
        <p:grpSpPr>
          <a:xfrm>
            <a:off x="7142093" y="2665805"/>
            <a:ext cx="1424543" cy="1001251"/>
            <a:chOff x="7142093" y="2665805"/>
            <a:chExt cx="1424543" cy="1001251"/>
          </a:xfrm>
        </p:grpSpPr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2E0A487F-48FF-4DD9-9FAE-C67DF56EF491}"/>
                </a:ext>
              </a:extLst>
            </p:cNvPr>
            <p:cNvCxnSpPr>
              <a:cxnSpLocks/>
            </p:cNvCxnSpPr>
            <p:nvPr/>
          </p:nvCxnSpPr>
          <p:spPr>
            <a:xfrm>
              <a:off x="7474083" y="3220471"/>
              <a:ext cx="1057923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0ADAEC8-1F97-495A-98BF-43392428E9F6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2747595"/>
              <a:ext cx="105754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C0B8CA2-7304-4A0E-91EB-7EBFCA321219}"/>
                </a:ext>
              </a:extLst>
            </p:cNvPr>
            <p:cNvSpPr txBox="1"/>
            <p:nvPr/>
          </p:nvSpPr>
          <p:spPr>
            <a:xfrm>
              <a:off x="7159746" y="2665805"/>
              <a:ext cx="183250" cy="209435"/>
            </a:xfrm>
            <a:custGeom>
              <a:avLst/>
              <a:gdLst/>
              <a:ahLst/>
              <a:cxnLst/>
              <a:rect l="l" t="t" r="r" b="b"/>
              <a:pathLst>
                <a:path w="174984" h="199988">
                  <a:moveTo>
                    <a:pt x="96040" y="91409"/>
                  </a:moveTo>
                  <a:lnTo>
                    <a:pt x="174984" y="91409"/>
                  </a:lnTo>
                  <a:lnTo>
                    <a:pt x="169040" y="117528"/>
                  </a:lnTo>
                  <a:lnTo>
                    <a:pt x="160083" y="117528"/>
                  </a:lnTo>
                  <a:cubicBezTo>
                    <a:pt x="159804" y="114459"/>
                    <a:pt x="159525" y="111835"/>
                    <a:pt x="159246" y="109659"/>
                  </a:cubicBezTo>
                  <a:cubicBezTo>
                    <a:pt x="158967" y="107482"/>
                    <a:pt x="158464" y="105696"/>
                    <a:pt x="157739" y="104301"/>
                  </a:cubicBezTo>
                  <a:cubicBezTo>
                    <a:pt x="157013" y="102906"/>
                    <a:pt x="155981" y="101901"/>
                    <a:pt x="154641" y="101287"/>
                  </a:cubicBezTo>
                  <a:cubicBezTo>
                    <a:pt x="153302" y="100673"/>
                    <a:pt x="151460" y="100339"/>
                    <a:pt x="149116" y="100283"/>
                  </a:cubicBezTo>
                  <a:lnTo>
                    <a:pt x="121741" y="100283"/>
                  </a:lnTo>
                  <a:lnTo>
                    <a:pt x="112532" y="141052"/>
                  </a:lnTo>
                  <a:lnTo>
                    <a:pt x="129024" y="141052"/>
                  </a:lnTo>
                  <a:cubicBezTo>
                    <a:pt x="130978" y="141052"/>
                    <a:pt x="132596" y="140927"/>
                    <a:pt x="133880" y="140676"/>
                  </a:cubicBezTo>
                  <a:cubicBezTo>
                    <a:pt x="135163" y="140424"/>
                    <a:pt x="136335" y="139838"/>
                    <a:pt x="137396" y="138918"/>
                  </a:cubicBezTo>
                  <a:cubicBezTo>
                    <a:pt x="138456" y="137997"/>
                    <a:pt x="139503" y="136685"/>
                    <a:pt x="140535" y="134983"/>
                  </a:cubicBezTo>
                  <a:cubicBezTo>
                    <a:pt x="141568" y="133281"/>
                    <a:pt x="142837" y="131006"/>
                    <a:pt x="144344" y="128160"/>
                  </a:cubicBezTo>
                  <a:lnTo>
                    <a:pt x="152716" y="128160"/>
                  </a:lnTo>
                  <a:lnTo>
                    <a:pt x="144679" y="162902"/>
                  </a:lnTo>
                  <a:lnTo>
                    <a:pt x="136559" y="162902"/>
                  </a:lnTo>
                  <a:cubicBezTo>
                    <a:pt x="136559" y="159888"/>
                    <a:pt x="136475" y="157502"/>
                    <a:pt x="136307" y="155744"/>
                  </a:cubicBezTo>
                  <a:cubicBezTo>
                    <a:pt x="136140" y="153986"/>
                    <a:pt x="135777" y="152661"/>
                    <a:pt x="135219" y="151768"/>
                  </a:cubicBezTo>
                  <a:cubicBezTo>
                    <a:pt x="134661" y="150875"/>
                    <a:pt x="133824" y="150317"/>
                    <a:pt x="132708" y="150094"/>
                  </a:cubicBezTo>
                  <a:cubicBezTo>
                    <a:pt x="131592" y="149870"/>
                    <a:pt x="130085" y="149759"/>
                    <a:pt x="128187" y="149759"/>
                  </a:cubicBezTo>
                  <a:lnTo>
                    <a:pt x="110607" y="149759"/>
                  </a:lnTo>
                  <a:cubicBezTo>
                    <a:pt x="109881" y="152996"/>
                    <a:pt x="109072" y="156526"/>
                    <a:pt x="108179" y="160349"/>
                  </a:cubicBezTo>
                  <a:cubicBezTo>
                    <a:pt x="107286" y="164172"/>
                    <a:pt x="106449" y="167897"/>
                    <a:pt x="105668" y="171525"/>
                  </a:cubicBezTo>
                  <a:cubicBezTo>
                    <a:pt x="104886" y="175153"/>
                    <a:pt x="104230" y="178459"/>
                    <a:pt x="103700" y="181445"/>
                  </a:cubicBezTo>
                  <a:cubicBezTo>
                    <a:pt x="103170" y="184431"/>
                    <a:pt x="102905" y="186650"/>
                    <a:pt x="102905" y="188101"/>
                  </a:cubicBezTo>
                  <a:cubicBezTo>
                    <a:pt x="102905" y="189217"/>
                    <a:pt x="103058" y="190180"/>
                    <a:pt x="103365" y="190989"/>
                  </a:cubicBezTo>
                  <a:cubicBezTo>
                    <a:pt x="103672" y="191798"/>
                    <a:pt x="104175" y="192482"/>
                    <a:pt x="104872" y="193040"/>
                  </a:cubicBezTo>
                  <a:cubicBezTo>
                    <a:pt x="105570" y="193598"/>
                    <a:pt x="106560" y="194017"/>
                    <a:pt x="107844" y="194296"/>
                  </a:cubicBezTo>
                  <a:cubicBezTo>
                    <a:pt x="109128" y="194575"/>
                    <a:pt x="110774" y="194770"/>
                    <a:pt x="112783" y="194882"/>
                  </a:cubicBezTo>
                  <a:lnTo>
                    <a:pt x="111611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37" y="194254"/>
                    <a:pt x="80553" y="193835"/>
                  </a:cubicBezTo>
                  <a:cubicBezTo>
                    <a:pt x="81669" y="193417"/>
                    <a:pt x="82660" y="192607"/>
                    <a:pt x="83525" y="191407"/>
                  </a:cubicBezTo>
                  <a:cubicBezTo>
                    <a:pt x="84390" y="190207"/>
                    <a:pt x="85171" y="188408"/>
                    <a:pt x="85869" y="186008"/>
                  </a:cubicBezTo>
                  <a:cubicBezTo>
                    <a:pt x="86566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4" y="110301"/>
                    <a:pt x="103323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8" y="98357"/>
                  </a:cubicBezTo>
                  <a:cubicBezTo>
                    <a:pt x="100603" y="97297"/>
                    <a:pt x="98245" y="96739"/>
                    <a:pt x="94784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3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8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3" y="6493"/>
                    <a:pt x="31812" y="5693"/>
                    <a:pt x="28016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28D37A8-130E-49E9-A686-22DF4A495E23}"/>
                </a:ext>
              </a:extLst>
            </p:cNvPr>
            <p:cNvSpPr txBox="1"/>
            <p:nvPr/>
          </p:nvSpPr>
          <p:spPr>
            <a:xfrm>
              <a:off x="7142093" y="3170595"/>
              <a:ext cx="218434" cy="241457"/>
            </a:xfrm>
            <a:custGeom>
              <a:avLst/>
              <a:gdLst/>
              <a:ahLst/>
              <a:cxnLst/>
              <a:rect l="l" t="t" r="r" b="b"/>
              <a:pathLst>
                <a:path w="208280" h="230232">
                  <a:moveTo>
                    <a:pt x="158423" y="142796"/>
                  </a:moveTo>
                  <a:cubicBezTo>
                    <a:pt x="154764" y="142796"/>
                    <a:pt x="151353" y="143602"/>
                    <a:pt x="148191" y="145214"/>
                  </a:cubicBezTo>
                  <a:cubicBezTo>
                    <a:pt x="145028" y="146827"/>
                    <a:pt x="142145" y="149028"/>
                    <a:pt x="139540" y="151819"/>
                  </a:cubicBezTo>
                  <a:cubicBezTo>
                    <a:pt x="136936" y="154609"/>
                    <a:pt x="134626" y="157834"/>
                    <a:pt x="132610" y="161492"/>
                  </a:cubicBezTo>
                  <a:cubicBezTo>
                    <a:pt x="130595" y="165151"/>
                    <a:pt x="128890" y="169027"/>
                    <a:pt x="127494" y="173120"/>
                  </a:cubicBezTo>
                  <a:cubicBezTo>
                    <a:pt x="126099" y="177212"/>
                    <a:pt x="125045" y="181414"/>
                    <a:pt x="124332" y="185724"/>
                  </a:cubicBezTo>
                  <a:cubicBezTo>
                    <a:pt x="123619" y="190033"/>
                    <a:pt x="123262" y="194173"/>
                    <a:pt x="123262" y="198141"/>
                  </a:cubicBezTo>
                  <a:cubicBezTo>
                    <a:pt x="123262" y="204839"/>
                    <a:pt x="124208" y="209815"/>
                    <a:pt x="126099" y="213071"/>
                  </a:cubicBezTo>
                  <a:cubicBezTo>
                    <a:pt x="127990" y="216326"/>
                    <a:pt x="131044" y="217954"/>
                    <a:pt x="135261" y="217954"/>
                  </a:cubicBezTo>
                  <a:cubicBezTo>
                    <a:pt x="137370" y="217954"/>
                    <a:pt x="139401" y="217582"/>
                    <a:pt x="141354" y="216838"/>
                  </a:cubicBezTo>
                  <a:cubicBezTo>
                    <a:pt x="143307" y="216094"/>
                    <a:pt x="145369" y="214916"/>
                    <a:pt x="147540" y="213303"/>
                  </a:cubicBezTo>
                  <a:cubicBezTo>
                    <a:pt x="152997" y="209024"/>
                    <a:pt x="157647" y="203815"/>
                    <a:pt x="161492" y="197676"/>
                  </a:cubicBezTo>
                  <a:cubicBezTo>
                    <a:pt x="165337" y="191537"/>
                    <a:pt x="168220" y="184282"/>
                    <a:pt x="170143" y="175910"/>
                  </a:cubicBezTo>
                  <a:cubicBezTo>
                    <a:pt x="171011" y="172065"/>
                    <a:pt x="171693" y="168593"/>
                    <a:pt x="172189" y="165492"/>
                  </a:cubicBezTo>
                  <a:cubicBezTo>
                    <a:pt x="172685" y="162392"/>
                    <a:pt x="172933" y="159446"/>
                    <a:pt x="172933" y="156656"/>
                  </a:cubicBezTo>
                  <a:cubicBezTo>
                    <a:pt x="172933" y="151695"/>
                    <a:pt x="171771" y="148144"/>
                    <a:pt x="169445" y="146005"/>
                  </a:cubicBezTo>
                  <a:cubicBezTo>
                    <a:pt x="167120" y="143866"/>
                    <a:pt x="163446" y="142796"/>
                    <a:pt x="158423" y="142796"/>
                  </a:cubicBezTo>
                  <a:close/>
                  <a:moveTo>
                    <a:pt x="156748" y="133587"/>
                  </a:moveTo>
                  <a:cubicBezTo>
                    <a:pt x="161647" y="133587"/>
                    <a:pt x="165973" y="134161"/>
                    <a:pt x="169724" y="135308"/>
                  </a:cubicBezTo>
                  <a:cubicBezTo>
                    <a:pt x="173476" y="136455"/>
                    <a:pt x="176902" y="138021"/>
                    <a:pt x="180003" y="140005"/>
                  </a:cubicBezTo>
                  <a:lnTo>
                    <a:pt x="189025" y="133587"/>
                  </a:lnTo>
                  <a:lnTo>
                    <a:pt x="196560" y="135541"/>
                  </a:lnTo>
                  <a:lnTo>
                    <a:pt x="182514" y="196467"/>
                  </a:lnTo>
                  <a:cubicBezTo>
                    <a:pt x="181708" y="199940"/>
                    <a:pt x="181150" y="202808"/>
                    <a:pt x="180840" y="205071"/>
                  </a:cubicBezTo>
                  <a:cubicBezTo>
                    <a:pt x="180530" y="207335"/>
                    <a:pt x="180375" y="209335"/>
                    <a:pt x="180375" y="211071"/>
                  </a:cubicBezTo>
                  <a:cubicBezTo>
                    <a:pt x="180375" y="213427"/>
                    <a:pt x="180855" y="215133"/>
                    <a:pt x="181817" y="216187"/>
                  </a:cubicBezTo>
                  <a:cubicBezTo>
                    <a:pt x="182778" y="217241"/>
                    <a:pt x="184157" y="217768"/>
                    <a:pt x="185956" y="217768"/>
                  </a:cubicBezTo>
                  <a:cubicBezTo>
                    <a:pt x="187072" y="217768"/>
                    <a:pt x="188173" y="217551"/>
                    <a:pt x="189258" y="217117"/>
                  </a:cubicBezTo>
                  <a:cubicBezTo>
                    <a:pt x="190343" y="216683"/>
                    <a:pt x="191521" y="216001"/>
                    <a:pt x="192793" y="215071"/>
                  </a:cubicBezTo>
                  <a:cubicBezTo>
                    <a:pt x="194064" y="214140"/>
                    <a:pt x="195459" y="212947"/>
                    <a:pt x="196978" y="211489"/>
                  </a:cubicBezTo>
                  <a:cubicBezTo>
                    <a:pt x="198498" y="210032"/>
                    <a:pt x="200219" y="208280"/>
                    <a:pt x="202141" y="206234"/>
                  </a:cubicBezTo>
                  <a:cubicBezTo>
                    <a:pt x="203133" y="207288"/>
                    <a:pt x="204156" y="208327"/>
                    <a:pt x="205210" y="209350"/>
                  </a:cubicBezTo>
                  <a:cubicBezTo>
                    <a:pt x="206265" y="210373"/>
                    <a:pt x="207288" y="211381"/>
                    <a:pt x="208280" y="212373"/>
                  </a:cubicBezTo>
                  <a:cubicBezTo>
                    <a:pt x="205179" y="215536"/>
                    <a:pt x="202358" y="218249"/>
                    <a:pt x="199815" y="220512"/>
                  </a:cubicBezTo>
                  <a:cubicBezTo>
                    <a:pt x="197273" y="222776"/>
                    <a:pt x="194808" y="224636"/>
                    <a:pt x="192421" y="226093"/>
                  </a:cubicBezTo>
                  <a:cubicBezTo>
                    <a:pt x="190033" y="227550"/>
                    <a:pt x="187692" y="228605"/>
                    <a:pt x="185398" y="229256"/>
                  </a:cubicBezTo>
                  <a:cubicBezTo>
                    <a:pt x="183103" y="229907"/>
                    <a:pt x="180716" y="230232"/>
                    <a:pt x="178235" y="230232"/>
                  </a:cubicBezTo>
                  <a:cubicBezTo>
                    <a:pt x="173771" y="230232"/>
                    <a:pt x="170298" y="228791"/>
                    <a:pt x="167817" y="225907"/>
                  </a:cubicBezTo>
                  <a:cubicBezTo>
                    <a:pt x="165337" y="223024"/>
                    <a:pt x="164097" y="219070"/>
                    <a:pt x="164097" y="214047"/>
                  </a:cubicBezTo>
                  <a:cubicBezTo>
                    <a:pt x="164097" y="211257"/>
                    <a:pt x="164531" y="208590"/>
                    <a:pt x="165399" y="206048"/>
                  </a:cubicBezTo>
                  <a:lnTo>
                    <a:pt x="164097" y="205490"/>
                  </a:lnTo>
                  <a:cubicBezTo>
                    <a:pt x="160934" y="209893"/>
                    <a:pt x="157865" y="213644"/>
                    <a:pt x="154888" y="216745"/>
                  </a:cubicBezTo>
                  <a:cubicBezTo>
                    <a:pt x="151911" y="219846"/>
                    <a:pt x="148966" y="222403"/>
                    <a:pt x="146051" y="224419"/>
                  </a:cubicBezTo>
                  <a:cubicBezTo>
                    <a:pt x="143137" y="226434"/>
                    <a:pt x="140191" y="227907"/>
                    <a:pt x="137215" y="228837"/>
                  </a:cubicBezTo>
                  <a:cubicBezTo>
                    <a:pt x="134238" y="229767"/>
                    <a:pt x="131137" y="230232"/>
                    <a:pt x="127913" y="230232"/>
                  </a:cubicBezTo>
                  <a:cubicBezTo>
                    <a:pt x="120533" y="230232"/>
                    <a:pt x="114828" y="227581"/>
                    <a:pt x="110798" y="222279"/>
                  </a:cubicBezTo>
                  <a:cubicBezTo>
                    <a:pt x="106767" y="216977"/>
                    <a:pt x="104751" y="209273"/>
                    <a:pt x="104751" y="199165"/>
                  </a:cubicBezTo>
                  <a:cubicBezTo>
                    <a:pt x="104751" y="193149"/>
                    <a:pt x="105387" y="187367"/>
                    <a:pt x="106658" y="181817"/>
                  </a:cubicBezTo>
                  <a:cubicBezTo>
                    <a:pt x="107930" y="176267"/>
                    <a:pt x="109728" y="171058"/>
                    <a:pt x="112053" y="166190"/>
                  </a:cubicBezTo>
                  <a:cubicBezTo>
                    <a:pt x="114379" y="161322"/>
                    <a:pt x="117154" y="156888"/>
                    <a:pt x="120378" y="152888"/>
                  </a:cubicBezTo>
                  <a:cubicBezTo>
                    <a:pt x="123603" y="148889"/>
                    <a:pt x="127138" y="145462"/>
                    <a:pt x="130982" y="142610"/>
                  </a:cubicBezTo>
                  <a:cubicBezTo>
                    <a:pt x="134827" y="139757"/>
                    <a:pt x="138920" y="137540"/>
                    <a:pt x="143261" y="135959"/>
                  </a:cubicBezTo>
                  <a:cubicBezTo>
                    <a:pt x="147602" y="134378"/>
                    <a:pt x="152097" y="133587"/>
                    <a:pt x="156748" y="133587"/>
                  </a:cubicBezTo>
                  <a:close/>
                  <a:moveTo>
                    <a:pt x="1381" y="0"/>
                  </a:moveTo>
                  <a:lnTo>
                    <a:pt x="53369" y="0"/>
                  </a:lnTo>
                  <a:lnTo>
                    <a:pt x="51987" y="6153"/>
                  </a:lnTo>
                  <a:cubicBezTo>
                    <a:pt x="48304" y="6572"/>
                    <a:pt x="45437" y="7660"/>
                    <a:pt x="43385" y="9418"/>
                  </a:cubicBezTo>
                  <a:cubicBezTo>
                    <a:pt x="41334" y="11176"/>
                    <a:pt x="39890" y="13625"/>
                    <a:pt x="39053" y="16764"/>
                  </a:cubicBezTo>
                  <a:cubicBezTo>
                    <a:pt x="38216" y="19903"/>
                    <a:pt x="37797" y="24110"/>
                    <a:pt x="37797" y="29384"/>
                  </a:cubicBezTo>
                  <a:cubicBezTo>
                    <a:pt x="37797" y="30640"/>
                    <a:pt x="37923" y="34407"/>
                    <a:pt x="38174" y="40686"/>
                  </a:cubicBezTo>
                  <a:lnTo>
                    <a:pt x="41690" y="132606"/>
                  </a:lnTo>
                  <a:lnTo>
                    <a:pt x="41690" y="142652"/>
                  </a:lnTo>
                  <a:lnTo>
                    <a:pt x="42946" y="142652"/>
                  </a:lnTo>
                  <a:lnTo>
                    <a:pt x="97319" y="44579"/>
                  </a:lnTo>
                  <a:cubicBezTo>
                    <a:pt x="100501" y="38802"/>
                    <a:pt x="102886" y="33842"/>
                    <a:pt x="104477" y="29698"/>
                  </a:cubicBezTo>
                  <a:cubicBezTo>
                    <a:pt x="106068" y="25554"/>
                    <a:pt x="106863" y="21892"/>
                    <a:pt x="106863" y="18710"/>
                  </a:cubicBezTo>
                  <a:cubicBezTo>
                    <a:pt x="106863" y="11678"/>
                    <a:pt x="102677" y="7493"/>
                    <a:pt x="94306" y="6153"/>
                  </a:cubicBezTo>
                  <a:lnTo>
                    <a:pt x="95687" y="0"/>
                  </a:lnTo>
                  <a:lnTo>
                    <a:pt x="147047" y="0"/>
                  </a:lnTo>
                  <a:lnTo>
                    <a:pt x="145665" y="6153"/>
                  </a:lnTo>
                  <a:cubicBezTo>
                    <a:pt x="143405" y="6488"/>
                    <a:pt x="141249" y="7346"/>
                    <a:pt x="139198" y="8727"/>
                  </a:cubicBezTo>
                  <a:cubicBezTo>
                    <a:pt x="137147" y="10109"/>
                    <a:pt x="134845" y="12411"/>
                    <a:pt x="132292" y="15634"/>
                  </a:cubicBezTo>
                  <a:cubicBezTo>
                    <a:pt x="129738" y="18857"/>
                    <a:pt x="125783" y="25073"/>
                    <a:pt x="120425" y="34282"/>
                  </a:cubicBezTo>
                  <a:lnTo>
                    <a:pt x="40058" y="173417"/>
                  </a:lnTo>
                  <a:lnTo>
                    <a:pt x="23356" y="173417"/>
                  </a:lnTo>
                  <a:lnTo>
                    <a:pt x="14943" y="33403"/>
                  </a:lnTo>
                  <a:cubicBezTo>
                    <a:pt x="14608" y="27961"/>
                    <a:pt x="14001" y="23294"/>
                    <a:pt x="13122" y="19401"/>
                  </a:cubicBezTo>
                  <a:cubicBezTo>
                    <a:pt x="12243" y="15508"/>
                    <a:pt x="10862" y="12474"/>
                    <a:pt x="8978" y="10297"/>
                  </a:cubicBezTo>
                  <a:cubicBezTo>
                    <a:pt x="7095" y="8120"/>
                    <a:pt x="4102" y="6739"/>
                    <a:pt x="0" y="61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ED0CF26-CE4F-41F2-B534-6B08DB7BC350}"/>
                </a:ext>
              </a:extLst>
            </p:cNvPr>
            <p:cNvSpPr txBox="1"/>
            <p:nvPr/>
          </p:nvSpPr>
          <p:spPr>
            <a:xfrm>
              <a:off x="8333569" y="3474439"/>
              <a:ext cx="167693" cy="192617"/>
            </a:xfrm>
            <a:custGeom>
              <a:avLst/>
              <a:gdLst/>
              <a:ahLst/>
              <a:cxnLst/>
              <a:rect l="l" t="t" r="r" b="b"/>
              <a:pathLst>
                <a:path w="159897" h="183663">
                  <a:moveTo>
                    <a:pt x="122309" y="81614"/>
                  </a:moveTo>
                  <a:cubicBezTo>
                    <a:pt x="118402" y="81614"/>
                    <a:pt x="115137" y="82632"/>
                    <a:pt x="112514" y="84669"/>
                  </a:cubicBezTo>
                  <a:cubicBezTo>
                    <a:pt x="109891" y="86706"/>
                    <a:pt x="107812" y="89692"/>
                    <a:pt x="106277" y="93627"/>
                  </a:cubicBezTo>
                  <a:cubicBezTo>
                    <a:pt x="104742" y="97561"/>
                    <a:pt x="103654" y="102361"/>
                    <a:pt x="103012" y="108026"/>
                  </a:cubicBezTo>
                  <a:cubicBezTo>
                    <a:pt x="102370" y="113691"/>
                    <a:pt x="102049" y="120123"/>
                    <a:pt x="102049" y="127322"/>
                  </a:cubicBezTo>
                  <a:cubicBezTo>
                    <a:pt x="102049" y="135638"/>
                    <a:pt x="102454" y="142824"/>
                    <a:pt x="103263" y="148879"/>
                  </a:cubicBezTo>
                  <a:cubicBezTo>
                    <a:pt x="104073" y="154935"/>
                    <a:pt x="105328" y="159916"/>
                    <a:pt x="107031" y="163823"/>
                  </a:cubicBezTo>
                  <a:cubicBezTo>
                    <a:pt x="108733" y="167729"/>
                    <a:pt x="110868" y="170603"/>
                    <a:pt x="113435" y="172445"/>
                  </a:cubicBezTo>
                  <a:cubicBezTo>
                    <a:pt x="116002" y="174287"/>
                    <a:pt x="119072" y="175208"/>
                    <a:pt x="122644" y="175208"/>
                  </a:cubicBezTo>
                  <a:cubicBezTo>
                    <a:pt x="125992" y="175208"/>
                    <a:pt x="128922" y="174343"/>
                    <a:pt x="131434" y="172613"/>
                  </a:cubicBezTo>
                  <a:cubicBezTo>
                    <a:pt x="133945" y="170883"/>
                    <a:pt x="136024" y="168190"/>
                    <a:pt x="137671" y="164534"/>
                  </a:cubicBezTo>
                  <a:cubicBezTo>
                    <a:pt x="139317" y="160879"/>
                    <a:pt x="140559" y="156246"/>
                    <a:pt x="141396" y="150637"/>
                  </a:cubicBezTo>
                  <a:cubicBezTo>
                    <a:pt x="142233" y="145028"/>
                    <a:pt x="142652" y="138401"/>
                    <a:pt x="142652" y="130755"/>
                  </a:cubicBezTo>
                  <a:cubicBezTo>
                    <a:pt x="142652" y="122160"/>
                    <a:pt x="142191" y="114765"/>
                    <a:pt x="141270" y="108570"/>
                  </a:cubicBezTo>
                  <a:cubicBezTo>
                    <a:pt x="140349" y="102375"/>
                    <a:pt x="139052" y="97282"/>
                    <a:pt x="137378" y="93292"/>
                  </a:cubicBezTo>
                  <a:cubicBezTo>
                    <a:pt x="135703" y="89301"/>
                    <a:pt x="133596" y="86357"/>
                    <a:pt x="131057" y="84460"/>
                  </a:cubicBezTo>
                  <a:cubicBezTo>
                    <a:pt x="128518" y="82562"/>
                    <a:pt x="125602" y="81614"/>
                    <a:pt x="122309" y="81614"/>
                  </a:cubicBezTo>
                  <a:close/>
                  <a:moveTo>
                    <a:pt x="122644" y="73493"/>
                  </a:moveTo>
                  <a:cubicBezTo>
                    <a:pt x="129285" y="73493"/>
                    <a:pt x="134964" y="74735"/>
                    <a:pt x="139680" y="77218"/>
                  </a:cubicBezTo>
                  <a:cubicBezTo>
                    <a:pt x="144396" y="79702"/>
                    <a:pt x="148247" y="83246"/>
                    <a:pt x="151233" y="87850"/>
                  </a:cubicBezTo>
                  <a:cubicBezTo>
                    <a:pt x="154218" y="92455"/>
                    <a:pt x="156409" y="98078"/>
                    <a:pt x="157804" y="104719"/>
                  </a:cubicBezTo>
                  <a:cubicBezTo>
                    <a:pt x="159199" y="111361"/>
                    <a:pt x="159897" y="118867"/>
                    <a:pt x="159897" y="127239"/>
                  </a:cubicBezTo>
                  <a:cubicBezTo>
                    <a:pt x="159897" y="145824"/>
                    <a:pt x="156604" y="159874"/>
                    <a:pt x="150019" y="169390"/>
                  </a:cubicBezTo>
                  <a:cubicBezTo>
                    <a:pt x="143433" y="178905"/>
                    <a:pt x="133889" y="183663"/>
                    <a:pt x="121388" y="183663"/>
                  </a:cubicBezTo>
                  <a:cubicBezTo>
                    <a:pt x="108998" y="183663"/>
                    <a:pt x="99789" y="179170"/>
                    <a:pt x="93762" y="170185"/>
                  </a:cubicBezTo>
                  <a:cubicBezTo>
                    <a:pt x="87734" y="161199"/>
                    <a:pt x="84720" y="147582"/>
                    <a:pt x="84720" y="129332"/>
                  </a:cubicBezTo>
                  <a:cubicBezTo>
                    <a:pt x="84720" y="119788"/>
                    <a:pt x="85655" y="111528"/>
                    <a:pt x="87525" y="104552"/>
                  </a:cubicBezTo>
                  <a:cubicBezTo>
                    <a:pt x="89394" y="97575"/>
                    <a:pt x="92018" y="91785"/>
                    <a:pt x="95394" y="87181"/>
                  </a:cubicBezTo>
                  <a:cubicBezTo>
                    <a:pt x="98771" y="82576"/>
                    <a:pt x="102775" y="79144"/>
                    <a:pt x="107407" y="76884"/>
                  </a:cubicBezTo>
                  <a:cubicBezTo>
                    <a:pt x="112040" y="74623"/>
                    <a:pt x="117118" y="73493"/>
                    <a:pt x="122644" y="73493"/>
                  </a:cubicBezTo>
                  <a:close/>
                  <a:moveTo>
                    <a:pt x="30584" y="0"/>
                  </a:moveTo>
                  <a:lnTo>
                    <a:pt x="45988" y="0"/>
                  </a:lnTo>
                  <a:lnTo>
                    <a:pt x="39849" y="27570"/>
                  </a:lnTo>
                  <a:lnTo>
                    <a:pt x="73781" y="27570"/>
                  </a:lnTo>
                  <a:lnTo>
                    <a:pt x="71326" y="38844"/>
                  </a:lnTo>
                  <a:lnTo>
                    <a:pt x="37393" y="38844"/>
                  </a:lnTo>
                  <a:lnTo>
                    <a:pt x="27459" y="82153"/>
                  </a:lnTo>
                  <a:cubicBezTo>
                    <a:pt x="25524" y="90562"/>
                    <a:pt x="24296" y="96608"/>
                    <a:pt x="23775" y="100292"/>
                  </a:cubicBezTo>
                  <a:cubicBezTo>
                    <a:pt x="23254" y="103975"/>
                    <a:pt x="22994" y="106933"/>
                    <a:pt x="22994" y="109165"/>
                  </a:cubicBezTo>
                  <a:cubicBezTo>
                    <a:pt x="22994" y="118393"/>
                    <a:pt x="26826" y="123006"/>
                    <a:pt x="34491" y="123006"/>
                  </a:cubicBezTo>
                  <a:cubicBezTo>
                    <a:pt x="37765" y="123006"/>
                    <a:pt x="41244" y="121760"/>
                    <a:pt x="44927" y="119267"/>
                  </a:cubicBezTo>
                  <a:cubicBezTo>
                    <a:pt x="48611" y="116774"/>
                    <a:pt x="52983" y="112514"/>
                    <a:pt x="58043" y="106486"/>
                  </a:cubicBezTo>
                  <a:lnTo>
                    <a:pt x="64517" y="113184"/>
                  </a:lnTo>
                  <a:cubicBezTo>
                    <a:pt x="58043" y="120997"/>
                    <a:pt x="51811" y="126764"/>
                    <a:pt x="45820" y="130485"/>
                  </a:cubicBezTo>
                  <a:cubicBezTo>
                    <a:pt x="39830" y="134206"/>
                    <a:pt x="33561" y="136066"/>
                    <a:pt x="27012" y="136066"/>
                  </a:cubicBezTo>
                  <a:cubicBezTo>
                    <a:pt x="11460" y="136066"/>
                    <a:pt x="3683" y="128215"/>
                    <a:pt x="3683" y="112514"/>
                  </a:cubicBezTo>
                  <a:cubicBezTo>
                    <a:pt x="3683" y="107528"/>
                    <a:pt x="4316" y="102282"/>
                    <a:pt x="5581" y="96775"/>
                  </a:cubicBezTo>
                  <a:lnTo>
                    <a:pt x="18752" y="38844"/>
                  </a:lnTo>
                  <a:lnTo>
                    <a:pt x="0" y="38844"/>
                  </a:lnTo>
                  <a:lnTo>
                    <a:pt x="1674" y="31142"/>
                  </a:lnTo>
                  <a:cubicBezTo>
                    <a:pt x="6065" y="31068"/>
                    <a:pt x="9395" y="30733"/>
                    <a:pt x="11664" y="30138"/>
                  </a:cubicBezTo>
                  <a:cubicBezTo>
                    <a:pt x="13934" y="29542"/>
                    <a:pt x="15832" y="28724"/>
                    <a:pt x="17357" y="27682"/>
                  </a:cubicBezTo>
                  <a:cubicBezTo>
                    <a:pt x="18882" y="26640"/>
                    <a:pt x="20278" y="25152"/>
                    <a:pt x="21543" y="23217"/>
                  </a:cubicBezTo>
                  <a:cubicBezTo>
                    <a:pt x="22808" y="21282"/>
                    <a:pt x="24036" y="18808"/>
                    <a:pt x="25226" y="15794"/>
                  </a:cubicBezTo>
                  <a:cubicBezTo>
                    <a:pt x="26417" y="12781"/>
                    <a:pt x="28203" y="7516"/>
                    <a:pt x="3058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3B8770-E22C-46DF-B23B-1F3702D52111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3243068"/>
              <a:ext cx="1084561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95DA4C1C-43EC-40DD-BBC8-67A9476EE9E8}"/>
              </a:ext>
            </a:extLst>
          </p:cNvPr>
          <p:cNvSpPr/>
          <p:nvPr/>
        </p:nvSpPr>
        <p:spPr>
          <a:xfrm>
            <a:off x="2982954" y="1856364"/>
            <a:ext cx="1712606" cy="984255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2DD4E1-D4D3-4B1B-854A-EC2320CA591B}"/>
              </a:ext>
            </a:extLst>
          </p:cNvPr>
          <p:cNvSpPr/>
          <p:nvPr/>
        </p:nvSpPr>
        <p:spPr>
          <a:xfrm>
            <a:off x="4695559" y="1856364"/>
            <a:ext cx="1712606" cy="984255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5C86428-A9CE-4530-B86A-5876CE766134}"/>
              </a:ext>
            </a:extLst>
          </p:cNvPr>
          <p:cNvGrpSpPr/>
          <p:nvPr/>
        </p:nvGrpSpPr>
        <p:grpSpPr>
          <a:xfrm rot="5400000">
            <a:off x="590022" y="3734257"/>
            <a:ext cx="743326" cy="499031"/>
            <a:chOff x="2915443" y="4344145"/>
            <a:chExt cx="509929" cy="230183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219A637A-CD09-4C07-AA49-B9F0ECE4BC55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332AA724-6BDB-4FF5-B8CF-5ABE591256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D035EEF2-160C-4C2B-AC0E-EDB4859D6A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8C214D15-FD82-40A5-8A7D-99C870047B34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8E90EC3-D27F-4899-AB64-2EFEC990E858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D8D76DBB-A473-4F63-85D3-D71EF39E1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28A2417D-2741-4109-A684-EB09A974A3DF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0476C09-B85B-4257-BB1F-F9C7DEC4BFD0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EF8D8B9-6D6C-4ABB-9F95-668CDC2FBDB3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C45DD38-1B62-4F01-9D97-1812548A020C}"/>
              </a:ext>
            </a:extLst>
          </p:cNvPr>
          <p:cNvGrpSpPr/>
          <p:nvPr/>
        </p:nvGrpSpPr>
        <p:grpSpPr>
          <a:xfrm rot="16200000" flipV="1">
            <a:off x="2057657" y="3734257"/>
            <a:ext cx="743325" cy="499031"/>
            <a:chOff x="2915443" y="4344145"/>
            <a:chExt cx="509929" cy="230183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7CFEEDD5-E779-4747-AB6C-1CD6F6FB4093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268F52B-0558-46A2-B62F-022CCF8626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8C32D103-6165-4231-8BEA-DADBFC8227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EAFC022A-17BF-46D9-A6EE-3A9828559270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4C5545CF-3E61-4986-A668-F4B07434A2EA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D4CD2D97-C366-44D7-BA35-E59EF206C8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04608DF6-1014-4142-8DA0-3936CDDB2ED7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562B247-BB61-407D-A3E6-37D68E63DB09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756F609-3F3C-44B2-997A-D4FC142D48B2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D7AA5BC-0664-42DC-A7E1-2262A10BEAFC}"/>
              </a:ext>
            </a:extLst>
          </p:cNvPr>
          <p:cNvCxnSpPr>
            <a:cxnSpLocks/>
            <a:endCxn id="50" idx="2"/>
          </p:cNvCxnSpPr>
          <p:nvPr/>
        </p:nvCxnSpPr>
        <p:spPr>
          <a:xfrm flipH="1">
            <a:off x="1650419" y="2348491"/>
            <a:ext cx="1946" cy="8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5F64648D-C5DD-4EFF-9E1F-4683ECD65BDE}"/>
              </a:ext>
            </a:extLst>
          </p:cNvPr>
          <p:cNvSpPr/>
          <p:nvPr/>
        </p:nvSpPr>
        <p:spPr>
          <a:xfrm rot="16200000" flipH="1">
            <a:off x="1607968" y="3163471"/>
            <a:ext cx="84902" cy="1156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3D2D6FD-CB32-4C51-A132-4E570FCF5C88}"/>
              </a:ext>
            </a:extLst>
          </p:cNvPr>
          <p:cNvCxnSpPr>
            <a:cxnSpLocks/>
          </p:cNvCxnSpPr>
          <p:nvPr/>
        </p:nvCxnSpPr>
        <p:spPr>
          <a:xfrm>
            <a:off x="1652365" y="3238666"/>
            <a:ext cx="946544" cy="45404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3E511B0-AEDC-493D-B151-DA7336F1EB0D}"/>
              </a:ext>
            </a:extLst>
          </p:cNvPr>
          <p:cNvCxnSpPr>
            <a:cxnSpLocks/>
          </p:cNvCxnSpPr>
          <p:nvPr/>
        </p:nvCxnSpPr>
        <p:spPr>
          <a:xfrm>
            <a:off x="909799" y="4355437"/>
            <a:ext cx="5822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C522D57-1AAC-4743-BBBF-88D8F4D84FDF}"/>
              </a:ext>
            </a:extLst>
          </p:cNvPr>
          <p:cNvCxnSpPr>
            <a:cxnSpLocks/>
          </p:cNvCxnSpPr>
          <p:nvPr/>
        </p:nvCxnSpPr>
        <p:spPr>
          <a:xfrm>
            <a:off x="2713524" y="2348491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C465FB9-6D1B-474B-92BB-ECFA3B51DBC1}"/>
              </a:ext>
            </a:extLst>
          </p:cNvPr>
          <p:cNvGrpSpPr/>
          <p:nvPr/>
        </p:nvGrpSpPr>
        <p:grpSpPr>
          <a:xfrm>
            <a:off x="4141376" y="4361988"/>
            <a:ext cx="344972" cy="327332"/>
            <a:chOff x="4276725" y="3573463"/>
            <a:chExt cx="279400" cy="265112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6874A61-B194-4EDC-BE18-C42767948D05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1955239-BD26-410D-89FC-705D1C852BF2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226C1BE-EEBF-4F53-B974-85E18AEEF6AB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52588A6-F3AF-4975-81AB-5942851B0B05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340E009-93E4-4CC9-BDEF-94DFDB0D4130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110CCA-675C-4EB0-9F04-A9DB8A2D6B51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椭圆 56">
            <a:extLst>
              <a:ext uri="{FF2B5EF4-FFF2-40B4-BE49-F238E27FC236}">
                <a16:creationId xmlns:a16="http://schemas.microsoft.com/office/drawing/2014/main" id="{FD45885A-319A-4E03-9AB5-C782648ED549}"/>
              </a:ext>
            </a:extLst>
          </p:cNvPr>
          <p:cNvSpPr/>
          <p:nvPr/>
        </p:nvSpPr>
        <p:spPr>
          <a:xfrm rot="16200000" flipH="1">
            <a:off x="2327870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26609AA-E75B-404A-817F-330A0A30938E}"/>
              </a:ext>
            </a:extLst>
          </p:cNvPr>
          <p:cNvSpPr/>
          <p:nvPr/>
        </p:nvSpPr>
        <p:spPr>
          <a:xfrm rot="16200000" flipH="1">
            <a:off x="4258417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E2EB865-5F93-46DE-9262-A0899140691E}"/>
              </a:ext>
            </a:extLst>
          </p:cNvPr>
          <p:cNvCxnSpPr>
            <a:cxnSpLocks/>
          </p:cNvCxnSpPr>
          <p:nvPr/>
        </p:nvCxnSpPr>
        <p:spPr>
          <a:xfrm>
            <a:off x="6732753" y="2391840"/>
            <a:ext cx="0" cy="1963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9584E80-9CA1-4BD5-B38B-098A6241B0A9}"/>
              </a:ext>
            </a:extLst>
          </p:cNvPr>
          <p:cNvCxnSpPr>
            <a:cxnSpLocks/>
          </p:cNvCxnSpPr>
          <p:nvPr/>
        </p:nvCxnSpPr>
        <p:spPr>
          <a:xfrm>
            <a:off x="6408166" y="2391840"/>
            <a:ext cx="3245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C7C409D-25F9-4F36-AE81-2FF22E0BA3A4}"/>
              </a:ext>
            </a:extLst>
          </p:cNvPr>
          <p:cNvSpPr txBox="1"/>
          <p:nvPr/>
        </p:nvSpPr>
        <p:spPr>
          <a:xfrm>
            <a:off x="3819195" y="2196470"/>
            <a:ext cx="200005" cy="319829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85507DF-D0E0-4BAD-9EEE-82CDC445F164}"/>
              </a:ext>
            </a:extLst>
          </p:cNvPr>
          <p:cNvSpPr txBox="1"/>
          <p:nvPr/>
        </p:nvSpPr>
        <p:spPr>
          <a:xfrm>
            <a:off x="5394830" y="2196470"/>
            <a:ext cx="251229" cy="319829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C8FC1A-06E9-4CC7-AFAF-A86089BFDECD}"/>
              </a:ext>
            </a:extLst>
          </p:cNvPr>
          <p:cNvSpPr txBox="1"/>
          <p:nvPr/>
        </p:nvSpPr>
        <p:spPr>
          <a:xfrm>
            <a:off x="2764312" y="3842495"/>
            <a:ext cx="261214" cy="252772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855DFA6-D44C-43D2-AFA9-B654CDB7BB0D}"/>
              </a:ext>
            </a:extLst>
          </p:cNvPr>
          <p:cNvSpPr txBox="1"/>
          <p:nvPr/>
        </p:nvSpPr>
        <p:spPr>
          <a:xfrm>
            <a:off x="309965" y="3796602"/>
            <a:ext cx="335205" cy="27049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E6CDC88-79F3-4B36-8F19-23787889EBCF}"/>
              </a:ext>
            </a:extLst>
          </p:cNvPr>
          <p:cNvGrpSpPr/>
          <p:nvPr/>
        </p:nvGrpSpPr>
        <p:grpSpPr>
          <a:xfrm>
            <a:off x="1821248" y="2182094"/>
            <a:ext cx="892276" cy="174267"/>
            <a:chOff x="2650635" y="2186847"/>
            <a:chExt cx="6360015" cy="1242153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40346E9-9700-45FF-89B4-41EC6603244E}"/>
                </a:ext>
              </a:extLst>
            </p:cNvPr>
            <p:cNvCxnSpPr/>
            <p:nvPr/>
          </p:nvCxnSpPr>
          <p:spPr>
            <a:xfrm>
              <a:off x="2650635" y="3429000"/>
              <a:ext cx="81696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C0216C04-3478-4355-BEE1-59F85356F361}"/>
                </a:ext>
              </a:extLst>
            </p:cNvPr>
            <p:cNvCxnSpPr/>
            <p:nvPr/>
          </p:nvCxnSpPr>
          <p:spPr>
            <a:xfrm>
              <a:off x="8193688" y="3428503"/>
              <a:ext cx="81696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375F9A02-8134-4A7D-A34D-96E6F5536315}"/>
                </a:ext>
              </a:extLst>
            </p:cNvPr>
            <p:cNvSpPr/>
            <p:nvPr/>
          </p:nvSpPr>
          <p:spPr>
            <a:xfrm>
              <a:off x="3469198" y="2478017"/>
              <a:ext cx="4724490" cy="950486"/>
            </a:xfrm>
            <a:custGeom>
              <a:avLst/>
              <a:gdLst>
                <a:gd name="connsiteX0" fmla="*/ 0 w 2426494"/>
                <a:gd name="connsiteY0" fmla="*/ 654011 h 675578"/>
                <a:gd name="connsiteX1" fmla="*/ 102394 w 2426494"/>
                <a:gd name="connsiteY1" fmla="*/ 458748 h 675578"/>
                <a:gd name="connsiteX2" fmla="*/ 297656 w 2426494"/>
                <a:gd name="connsiteY2" fmla="*/ 239673 h 675578"/>
                <a:gd name="connsiteX3" fmla="*/ 521494 w 2426494"/>
                <a:gd name="connsiteY3" fmla="*/ 101561 h 675578"/>
                <a:gd name="connsiteX4" fmla="*/ 728663 w 2426494"/>
                <a:gd name="connsiteY4" fmla="*/ 32504 h 675578"/>
                <a:gd name="connsiteX5" fmla="*/ 933450 w 2426494"/>
                <a:gd name="connsiteY5" fmla="*/ 1548 h 675578"/>
                <a:gd name="connsiteX6" fmla="*/ 1157288 w 2426494"/>
                <a:gd name="connsiteY6" fmla="*/ 11073 h 675578"/>
                <a:gd name="connsiteX7" fmla="*/ 1400175 w 2426494"/>
                <a:gd name="connsiteY7" fmla="*/ 65842 h 675578"/>
                <a:gd name="connsiteX8" fmla="*/ 1709738 w 2426494"/>
                <a:gd name="connsiteY8" fmla="*/ 239673 h 675578"/>
                <a:gd name="connsiteX9" fmla="*/ 1943100 w 2426494"/>
                <a:gd name="connsiteY9" fmla="*/ 520661 h 675578"/>
                <a:gd name="connsiteX10" fmla="*/ 2005013 w 2426494"/>
                <a:gd name="connsiteY10" fmla="*/ 675442 h 675578"/>
                <a:gd name="connsiteX11" fmla="*/ 2057400 w 2426494"/>
                <a:gd name="connsiteY11" fmla="*/ 544473 h 675578"/>
                <a:gd name="connsiteX12" fmla="*/ 2169319 w 2426494"/>
                <a:gd name="connsiteY12" fmla="*/ 365879 h 675578"/>
                <a:gd name="connsiteX13" fmla="*/ 2426494 w 2426494"/>
                <a:gd name="connsiteY13" fmla="*/ 153948 h 675578"/>
                <a:gd name="connsiteX0" fmla="*/ 0 w 7409974"/>
                <a:gd name="connsiteY0" fmla="*/ 668983 h 690550"/>
                <a:gd name="connsiteX1" fmla="*/ 102394 w 7409974"/>
                <a:gd name="connsiteY1" fmla="*/ 473720 h 690550"/>
                <a:gd name="connsiteX2" fmla="*/ 297656 w 7409974"/>
                <a:gd name="connsiteY2" fmla="*/ 254645 h 690550"/>
                <a:gd name="connsiteX3" fmla="*/ 521494 w 7409974"/>
                <a:gd name="connsiteY3" fmla="*/ 116533 h 690550"/>
                <a:gd name="connsiteX4" fmla="*/ 728663 w 7409974"/>
                <a:gd name="connsiteY4" fmla="*/ 47476 h 690550"/>
                <a:gd name="connsiteX5" fmla="*/ 933450 w 7409974"/>
                <a:gd name="connsiteY5" fmla="*/ 16520 h 690550"/>
                <a:gd name="connsiteX6" fmla="*/ 1157288 w 7409974"/>
                <a:gd name="connsiteY6" fmla="*/ 26045 h 690550"/>
                <a:gd name="connsiteX7" fmla="*/ 1400175 w 7409974"/>
                <a:gd name="connsiteY7" fmla="*/ 80814 h 690550"/>
                <a:gd name="connsiteX8" fmla="*/ 1709738 w 7409974"/>
                <a:gd name="connsiteY8" fmla="*/ 254645 h 690550"/>
                <a:gd name="connsiteX9" fmla="*/ 1943100 w 7409974"/>
                <a:gd name="connsiteY9" fmla="*/ 535633 h 690550"/>
                <a:gd name="connsiteX10" fmla="*/ 2005013 w 7409974"/>
                <a:gd name="connsiteY10" fmla="*/ 690414 h 690550"/>
                <a:gd name="connsiteX11" fmla="*/ 2057400 w 7409974"/>
                <a:gd name="connsiteY11" fmla="*/ 559445 h 690550"/>
                <a:gd name="connsiteX12" fmla="*/ 2169319 w 7409974"/>
                <a:gd name="connsiteY12" fmla="*/ 380851 h 690550"/>
                <a:gd name="connsiteX13" fmla="*/ 7409974 w 7409974"/>
                <a:gd name="connsiteY13" fmla="*/ 77480 h 690550"/>
                <a:gd name="connsiteX0" fmla="*/ 0 w 8057674"/>
                <a:gd name="connsiteY0" fmla="*/ 654012 h 675579"/>
                <a:gd name="connsiteX1" fmla="*/ 102394 w 8057674"/>
                <a:gd name="connsiteY1" fmla="*/ 458749 h 675579"/>
                <a:gd name="connsiteX2" fmla="*/ 297656 w 8057674"/>
                <a:gd name="connsiteY2" fmla="*/ 239674 h 675579"/>
                <a:gd name="connsiteX3" fmla="*/ 521494 w 8057674"/>
                <a:gd name="connsiteY3" fmla="*/ 101562 h 675579"/>
                <a:gd name="connsiteX4" fmla="*/ 728663 w 8057674"/>
                <a:gd name="connsiteY4" fmla="*/ 32505 h 675579"/>
                <a:gd name="connsiteX5" fmla="*/ 933450 w 8057674"/>
                <a:gd name="connsiteY5" fmla="*/ 1549 h 675579"/>
                <a:gd name="connsiteX6" fmla="*/ 1157288 w 8057674"/>
                <a:gd name="connsiteY6" fmla="*/ 11074 h 675579"/>
                <a:gd name="connsiteX7" fmla="*/ 1400175 w 8057674"/>
                <a:gd name="connsiteY7" fmla="*/ 65843 h 675579"/>
                <a:gd name="connsiteX8" fmla="*/ 1709738 w 8057674"/>
                <a:gd name="connsiteY8" fmla="*/ 239674 h 675579"/>
                <a:gd name="connsiteX9" fmla="*/ 1943100 w 8057674"/>
                <a:gd name="connsiteY9" fmla="*/ 520662 h 675579"/>
                <a:gd name="connsiteX10" fmla="*/ 2005013 w 8057674"/>
                <a:gd name="connsiteY10" fmla="*/ 675443 h 675579"/>
                <a:gd name="connsiteX11" fmla="*/ 2057400 w 8057674"/>
                <a:gd name="connsiteY11" fmla="*/ 544474 h 675579"/>
                <a:gd name="connsiteX12" fmla="*/ 2169319 w 8057674"/>
                <a:gd name="connsiteY12" fmla="*/ 365880 h 675579"/>
                <a:gd name="connsiteX13" fmla="*/ 8057674 w 8057674"/>
                <a:gd name="connsiteY13" fmla="*/ 662584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8033862 w 8033862"/>
                <a:gd name="connsiteY13" fmla="*/ 660203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4114800 w 8033862"/>
                <a:gd name="connsiteY13" fmla="*/ 349212 h 675579"/>
                <a:gd name="connsiteX14" fmla="*/ 8033862 w 8033862"/>
                <a:gd name="connsiteY14" fmla="*/ 660203 h 675579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169319 w 8033862"/>
                <a:gd name="connsiteY12" fmla="*/ 365880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3224213 w 8033862"/>
                <a:gd name="connsiteY13" fmla="*/ 482562 h 703193"/>
                <a:gd name="connsiteX14" fmla="*/ 4024313 w 8033862"/>
                <a:gd name="connsiteY14" fmla="*/ 692112 h 703193"/>
                <a:gd name="connsiteX15" fmla="*/ 8033862 w 8033862"/>
                <a:gd name="connsiteY15" fmla="*/ 660203 h 703193"/>
                <a:gd name="connsiteX0" fmla="*/ 0 w 8033862"/>
                <a:gd name="connsiteY0" fmla="*/ 654012 h 717981"/>
                <a:gd name="connsiteX1" fmla="*/ 102394 w 8033862"/>
                <a:gd name="connsiteY1" fmla="*/ 458749 h 717981"/>
                <a:gd name="connsiteX2" fmla="*/ 297656 w 8033862"/>
                <a:gd name="connsiteY2" fmla="*/ 239674 h 717981"/>
                <a:gd name="connsiteX3" fmla="*/ 521494 w 8033862"/>
                <a:gd name="connsiteY3" fmla="*/ 101562 h 717981"/>
                <a:gd name="connsiteX4" fmla="*/ 728663 w 8033862"/>
                <a:gd name="connsiteY4" fmla="*/ 32505 h 717981"/>
                <a:gd name="connsiteX5" fmla="*/ 933450 w 8033862"/>
                <a:gd name="connsiteY5" fmla="*/ 1549 h 717981"/>
                <a:gd name="connsiteX6" fmla="*/ 1157288 w 8033862"/>
                <a:gd name="connsiteY6" fmla="*/ 11074 h 717981"/>
                <a:gd name="connsiteX7" fmla="*/ 1400175 w 8033862"/>
                <a:gd name="connsiteY7" fmla="*/ 65843 h 717981"/>
                <a:gd name="connsiteX8" fmla="*/ 1709738 w 8033862"/>
                <a:gd name="connsiteY8" fmla="*/ 239674 h 717981"/>
                <a:gd name="connsiteX9" fmla="*/ 1943100 w 8033862"/>
                <a:gd name="connsiteY9" fmla="*/ 520662 h 717981"/>
                <a:gd name="connsiteX10" fmla="*/ 2005013 w 8033862"/>
                <a:gd name="connsiteY10" fmla="*/ 675443 h 717981"/>
                <a:gd name="connsiteX11" fmla="*/ 2057400 w 8033862"/>
                <a:gd name="connsiteY11" fmla="*/ 544474 h 717981"/>
                <a:gd name="connsiteX12" fmla="*/ 2550319 w 8033862"/>
                <a:gd name="connsiteY12" fmla="*/ 89655 h 717981"/>
                <a:gd name="connsiteX13" fmla="*/ 3224213 w 8033862"/>
                <a:gd name="connsiteY13" fmla="*/ 482562 h 717981"/>
                <a:gd name="connsiteX14" fmla="*/ 4024313 w 8033862"/>
                <a:gd name="connsiteY14" fmla="*/ 692112 h 717981"/>
                <a:gd name="connsiteX15" fmla="*/ 4476750 w 8033862"/>
                <a:gd name="connsiteY15" fmla="*/ 711162 h 717981"/>
                <a:gd name="connsiteX16" fmla="*/ 8033862 w 8033862"/>
                <a:gd name="connsiteY16" fmla="*/ 660203 h 717981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8033862 w 8033862"/>
                <a:gd name="connsiteY17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8033862 w 8033862"/>
                <a:gd name="connsiteY18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8033862 w 8033862"/>
                <a:gd name="connsiteY19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8033862 w 8033862"/>
                <a:gd name="connsiteY20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481888 w 8033862"/>
                <a:gd name="connsiteY20" fmla="*/ 644487 h 716223"/>
                <a:gd name="connsiteX21" fmla="*/ 8033862 w 8033862"/>
                <a:gd name="connsiteY21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8317 h 750528"/>
                <a:gd name="connsiteX1" fmla="*/ 102394 w 8033862"/>
                <a:gd name="connsiteY1" fmla="*/ 493054 h 750528"/>
                <a:gd name="connsiteX2" fmla="*/ 297656 w 8033862"/>
                <a:gd name="connsiteY2" fmla="*/ 273979 h 750528"/>
                <a:gd name="connsiteX3" fmla="*/ 521494 w 8033862"/>
                <a:gd name="connsiteY3" fmla="*/ 135867 h 750528"/>
                <a:gd name="connsiteX4" fmla="*/ 728663 w 8033862"/>
                <a:gd name="connsiteY4" fmla="*/ 66810 h 750528"/>
                <a:gd name="connsiteX5" fmla="*/ 933450 w 8033862"/>
                <a:gd name="connsiteY5" fmla="*/ 35854 h 750528"/>
                <a:gd name="connsiteX6" fmla="*/ 1157288 w 8033862"/>
                <a:gd name="connsiteY6" fmla="*/ 45379 h 750528"/>
                <a:gd name="connsiteX7" fmla="*/ 1400175 w 8033862"/>
                <a:gd name="connsiteY7" fmla="*/ 100148 h 750528"/>
                <a:gd name="connsiteX8" fmla="*/ 1709738 w 8033862"/>
                <a:gd name="connsiteY8" fmla="*/ 273979 h 750528"/>
                <a:gd name="connsiteX9" fmla="*/ 1916906 w 8033862"/>
                <a:gd name="connsiteY9" fmla="*/ 509723 h 750528"/>
                <a:gd name="connsiteX10" fmla="*/ 2007394 w 8033862"/>
                <a:gd name="connsiteY10" fmla="*/ 688317 h 750528"/>
                <a:gd name="connsiteX11" fmla="*/ 2157413 w 8033862"/>
                <a:gd name="connsiteY11" fmla="*/ 423998 h 750528"/>
                <a:gd name="connsiteX12" fmla="*/ 2550319 w 8033862"/>
                <a:gd name="connsiteY12" fmla="*/ 123960 h 750528"/>
                <a:gd name="connsiteX13" fmla="*/ 3043238 w 8033862"/>
                <a:gd name="connsiteY13" fmla="*/ 38235 h 750528"/>
                <a:gd name="connsiteX14" fmla="*/ 4024313 w 8033862"/>
                <a:gd name="connsiteY14" fmla="*/ 726417 h 750528"/>
                <a:gd name="connsiteX15" fmla="*/ 4476750 w 8033862"/>
                <a:gd name="connsiteY15" fmla="*/ 745467 h 750528"/>
                <a:gd name="connsiteX16" fmla="*/ 5143500 w 8033862"/>
                <a:gd name="connsiteY16" fmla="*/ 721654 h 750528"/>
                <a:gd name="connsiteX17" fmla="*/ 5957888 w 8033862"/>
                <a:gd name="connsiteY17" fmla="*/ 707367 h 750528"/>
                <a:gd name="connsiteX18" fmla="*/ 6219825 w 8033862"/>
                <a:gd name="connsiteY18" fmla="*/ 697842 h 750528"/>
                <a:gd name="connsiteX19" fmla="*/ 6715125 w 8033862"/>
                <a:gd name="connsiteY19" fmla="*/ 693079 h 750528"/>
                <a:gd name="connsiteX20" fmla="*/ 7134225 w 8033862"/>
                <a:gd name="connsiteY20" fmla="*/ 683554 h 750528"/>
                <a:gd name="connsiteX21" fmla="*/ 7481888 w 8033862"/>
                <a:gd name="connsiteY21" fmla="*/ 678792 h 750528"/>
                <a:gd name="connsiteX22" fmla="*/ 8033862 w 8033862"/>
                <a:gd name="connsiteY22" fmla="*/ 694508 h 750528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9796 h 752007"/>
                <a:gd name="connsiteX1" fmla="*/ 102394 w 8033862"/>
                <a:gd name="connsiteY1" fmla="*/ 494533 h 752007"/>
                <a:gd name="connsiteX2" fmla="*/ 297656 w 8033862"/>
                <a:gd name="connsiteY2" fmla="*/ 275458 h 752007"/>
                <a:gd name="connsiteX3" fmla="*/ 521494 w 8033862"/>
                <a:gd name="connsiteY3" fmla="*/ 137346 h 752007"/>
                <a:gd name="connsiteX4" fmla="*/ 728663 w 8033862"/>
                <a:gd name="connsiteY4" fmla="*/ 68289 h 752007"/>
                <a:gd name="connsiteX5" fmla="*/ 933450 w 8033862"/>
                <a:gd name="connsiteY5" fmla="*/ 37333 h 752007"/>
                <a:gd name="connsiteX6" fmla="*/ 1157288 w 8033862"/>
                <a:gd name="connsiteY6" fmla="*/ 46858 h 752007"/>
                <a:gd name="connsiteX7" fmla="*/ 1400175 w 8033862"/>
                <a:gd name="connsiteY7" fmla="*/ 101627 h 752007"/>
                <a:gd name="connsiteX8" fmla="*/ 1709738 w 8033862"/>
                <a:gd name="connsiteY8" fmla="*/ 275458 h 752007"/>
                <a:gd name="connsiteX9" fmla="*/ 1916906 w 8033862"/>
                <a:gd name="connsiteY9" fmla="*/ 511202 h 752007"/>
                <a:gd name="connsiteX10" fmla="*/ 2007394 w 8033862"/>
                <a:gd name="connsiteY10" fmla="*/ 689796 h 752007"/>
                <a:gd name="connsiteX11" fmla="*/ 2157413 w 8033862"/>
                <a:gd name="connsiteY11" fmla="*/ 425477 h 752007"/>
                <a:gd name="connsiteX12" fmla="*/ 2550319 w 8033862"/>
                <a:gd name="connsiteY12" fmla="*/ 125439 h 752007"/>
                <a:gd name="connsiteX13" fmla="*/ 3043238 w 8033862"/>
                <a:gd name="connsiteY13" fmla="*/ 39714 h 752007"/>
                <a:gd name="connsiteX14" fmla="*/ 4024313 w 8033862"/>
                <a:gd name="connsiteY14" fmla="*/ 727896 h 752007"/>
                <a:gd name="connsiteX15" fmla="*/ 4476750 w 8033862"/>
                <a:gd name="connsiteY15" fmla="*/ 746946 h 752007"/>
                <a:gd name="connsiteX16" fmla="*/ 5143500 w 8033862"/>
                <a:gd name="connsiteY16" fmla="*/ 723133 h 752007"/>
                <a:gd name="connsiteX17" fmla="*/ 5957888 w 8033862"/>
                <a:gd name="connsiteY17" fmla="*/ 708846 h 752007"/>
                <a:gd name="connsiteX18" fmla="*/ 6219825 w 8033862"/>
                <a:gd name="connsiteY18" fmla="*/ 699321 h 752007"/>
                <a:gd name="connsiteX19" fmla="*/ 6715125 w 8033862"/>
                <a:gd name="connsiteY19" fmla="*/ 694558 h 752007"/>
                <a:gd name="connsiteX20" fmla="*/ 7134225 w 8033862"/>
                <a:gd name="connsiteY20" fmla="*/ 685033 h 752007"/>
                <a:gd name="connsiteX21" fmla="*/ 7481888 w 8033862"/>
                <a:gd name="connsiteY21" fmla="*/ 680271 h 752007"/>
                <a:gd name="connsiteX22" fmla="*/ 8033862 w 8033862"/>
                <a:gd name="connsiteY22" fmla="*/ 695987 h 752007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6817 h 735969"/>
                <a:gd name="connsiteX1" fmla="*/ 102394 w 8033862"/>
                <a:gd name="connsiteY1" fmla="*/ 461554 h 735969"/>
                <a:gd name="connsiteX2" fmla="*/ 297656 w 8033862"/>
                <a:gd name="connsiteY2" fmla="*/ 242479 h 735969"/>
                <a:gd name="connsiteX3" fmla="*/ 521494 w 8033862"/>
                <a:gd name="connsiteY3" fmla="*/ 104367 h 735969"/>
                <a:gd name="connsiteX4" fmla="*/ 728663 w 8033862"/>
                <a:gd name="connsiteY4" fmla="*/ 35310 h 735969"/>
                <a:gd name="connsiteX5" fmla="*/ 933450 w 8033862"/>
                <a:gd name="connsiteY5" fmla="*/ 4354 h 735969"/>
                <a:gd name="connsiteX6" fmla="*/ 1157288 w 8033862"/>
                <a:gd name="connsiteY6" fmla="*/ 13879 h 735969"/>
                <a:gd name="connsiteX7" fmla="*/ 1400175 w 8033862"/>
                <a:gd name="connsiteY7" fmla="*/ 68648 h 735969"/>
                <a:gd name="connsiteX8" fmla="*/ 1709738 w 8033862"/>
                <a:gd name="connsiteY8" fmla="*/ 242479 h 735969"/>
                <a:gd name="connsiteX9" fmla="*/ 1916906 w 8033862"/>
                <a:gd name="connsiteY9" fmla="*/ 478223 h 735969"/>
                <a:gd name="connsiteX10" fmla="*/ 2007394 w 8033862"/>
                <a:gd name="connsiteY10" fmla="*/ 656817 h 735969"/>
                <a:gd name="connsiteX11" fmla="*/ 2157413 w 8033862"/>
                <a:gd name="connsiteY11" fmla="*/ 392498 h 735969"/>
                <a:gd name="connsiteX12" fmla="*/ 2550319 w 8033862"/>
                <a:gd name="connsiteY12" fmla="*/ 92460 h 735969"/>
                <a:gd name="connsiteX13" fmla="*/ 3043238 w 8033862"/>
                <a:gd name="connsiteY13" fmla="*/ 6735 h 735969"/>
                <a:gd name="connsiteX14" fmla="*/ 3490913 w 8033862"/>
                <a:gd name="connsiteY14" fmla="*/ 240098 h 735969"/>
                <a:gd name="connsiteX15" fmla="*/ 4024313 w 8033862"/>
                <a:gd name="connsiteY15" fmla="*/ 694917 h 735969"/>
                <a:gd name="connsiteX16" fmla="*/ 4476750 w 8033862"/>
                <a:gd name="connsiteY16" fmla="*/ 713967 h 735969"/>
                <a:gd name="connsiteX17" fmla="*/ 5143500 w 8033862"/>
                <a:gd name="connsiteY17" fmla="*/ 690154 h 735969"/>
                <a:gd name="connsiteX18" fmla="*/ 5957888 w 8033862"/>
                <a:gd name="connsiteY18" fmla="*/ 675867 h 735969"/>
                <a:gd name="connsiteX19" fmla="*/ 6219825 w 8033862"/>
                <a:gd name="connsiteY19" fmla="*/ 666342 h 735969"/>
                <a:gd name="connsiteX20" fmla="*/ 6715125 w 8033862"/>
                <a:gd name="connsiteY20" fmla="*/ 661579 h 735969"/>
                <a:gd name="connsiteX21" fmla="*/ 7134225 w 8033862"/>
                <a:gd name="connsiteY21" fmla="*/ 652054 h 735969"/>
                <a:gd name="connsiteX22" fmla="*/ 7481888 w 8033862"/>
                <a:gd name="connsiteY22" fmla="*/ 647292 h 735969"/>
                <a:gd name="connsiteX23" fmla="*/ 8033862 w 8033862"/>
                <a:gd name="connsiteY23" fmla="*/ 663008 h 735969"/>
                <a:gd name="connsiteX0" fmla="*/ 0 w 8033862"/>
                <a:gd name="connsiteY0" fmla="*/ 654012 h 733164"/>
                <a:gd name="connsiteX1" fmla="*/ 102394 w 8033862"/>
                <a:gd name="connsiteY1" fmla="*/ 458749 h 733164"/>
                <a:gd name="connsiteX2" fmla="*/ 297656 w 8033862"/>
                <a:gd name="connsiteY2" fmla="*/ 239674 h 733164"/>
                <a:gd name="connsiteX3" fmla="*/ 521494 w 8033862"/>
                <a:gd name="connsiteY3" fmla="*/ 101562 h 733164"/>
                <a:gd name="connsiteX4" fmla="*/ 728663 w 8033862"/>
                <a:gd name="connsiteY4" fmla="*/ 32505 h 733164"/>
                <a:gd name="connsiteX5" fmla="*/ 933450 w 8033862"/>
                <a:gd name="connsiteY5" fmla="*/ 1549 h 733164"/>
                <a:gd name="connsiteX6" fmla="*/ 1157288 w 8033862"/>
                <a:gd name="connsiteY6" fmla="*/ 11074 h 733164"/>
                <a:gd name="connsiteX7" fmla="*/ 1400175 w 8033862"/>
                <a:gd name="connsiteY7" fmla="*/ 65843 h 733164"/>
                <a:gd name="connsiteX8" fmla="*/ 1709738 w 8033862"/>
                <a:gd name="connsiteY8" fmla="*/ 239674 h 733164"/>
                <a:gd name="connsiteX9" fmla="*/ 1916906 w 8033862"/>
                <a:gd name="connsiteY9" fmla="*/ 475418 h 733164"/>
                <a:gd name="connsiteX10" fmla="*/ 2007394 w 8033862"/>
                <a:gd name="connsiteY10" fmla="*/ 654012 h 733164"/>
                <a:gd name="connsiteX11" fmla="*/ 2157413 w 8033862"/>
                <a:gd name="connsiteY11" fmla="*/ 389693 h 733164"/>
                <a:gd name="connsiteX12" fmla="*/ 2550319 w 8033862"/>
                <a:gd name="connsiteY12" fmla="*/ 89655 h 733164"/>
                <a:gd name="connsiteX13" fmla="*/ 3043238 w 8033862"/>
                <a:gd name="connsiteY13" fmla="*/ 3930 h 733164"/>
                <a:gd name="connsiteX14" fmla="*/ 3631407 w 8033862"/>
                <a:gd name="connsiteY14" fmla="*/ 182524 h 733164"/>
                <a:gd name="connsiteX15" fmla="*/ 4024313 w 8033862"/>
                <a:gd name="connsiteY15" fmla="*/ 692112 h 733164"/>
                <a:gd name="connsiteX16" fmla="*/ 4476750 w 8033862"/>
                <a:gd name="connsiteY16" fmla="*/ 711162 h 733164"/>
                <a:gd name="connsiteX17" fmla="*/ 5143500 w 8033862"/>
                <a:gd name="connsiteY17" fmla="*/ 687349 h 733164"/>
                <a:gd name="connsiteX18" fmla="*/ 5957888 w 8033862"/>
                <a:gd name="connsiteY18" fmla="*/ 673062 h 733164"/>
                <a:gd name="connsiteX19" fmla="*/ 6219825 w 8033862"/>
                <a:gd name="connsiteY19" fmla="*/ 663537 h 733164"/>
                <a:gd name="connsiteX20" fmla="*/ 6715125 w 8033862"/>
                <a:gd name="connsiteY20" fmla="*/ 658774 h 733164"/>
                <a:gd name="connsiteX21" fmla="*/ 7134225 w 8033862"/>
                <a:gd name="connsiteY21" fmla="*/ 649249 h 733164"/>
                <a:gd name="connsiteX22" fmla="*/ 7481888 w 8033862"/>
                <a:gd name="connsiteY22" fmla="*/ 644487 h 733164"/>
                <a:gd name="connsiteX23" fmla="*/ 8033862 w 8033862"/>
                <a:gd name="connsiteY23" fmla="*/ 660203 h 733164"/>
                <a:gd name="connsiteX0" fmla="*/ 0 w 8033862"/>
                <a:gd name="connsiteY0" fmla="*/ 654012 h 714279"/>
                <a:gd name="connsiteX1" fmla="*/ 102394 w 8033862"/>
                <a:gd name="connsiteY1" fmla="*/ 458749 h 714279"/>
                <a:gd name="connsiteX2" fmla="*/ 297656 w 8033862"/>
                <a:gd name="connsiteY2" fmla="*/ 239674 h 714279"/>
                <a:gd name="connsiteX3" fmla="*/ 521494 w 8033862"/>
                <a:gd name="connsiteY3" fmla="*/ 101562 h 714279"/>
                <a:gd name="connsiteX4" fmla="*/ 728663 w 8033862"/>
                <a:gd name="connsiteY4" fmla="*/ 32505 h 714279"/>
                <a:gd name="connsiteX5" fmla="*/ 933450 w 8033862"/>
                <a:gd name="connsiteY5" fmla="*/ 1549 h 714279"/>
                <a:gd name="connsiteX6" fmla="*/ 1157288 w 8033862"/>
                <a:gd name="connsiteY6" fmla="*/ 11074 h 714279"/>
                <a:gd name="connsiteX7" fmla="*/ 1400175 w 8033862"/>
                <a:gd name="connsiteY7" fmla="*/ 65843 h 714279"/>
                <a:gd name="connsiteX8" fmla="*/ 1709738 w 8033862"/>
                <a:gd name="connsiteY8" fmla="*/ 239674 h 714279"/>
                <a:gd name="connsiteX9" fmla="*/ 1916906 w 8033862"/>
                <a:gd name="connsiteY9" fmla="*/ 475418 h 714279"/>
                <a:gd name="connsiteX10" fmla="*/ 2007394 w 8033862"/>
                <a:gd name="connsiteY10" fmla="*/ 654012 h 714279"/>
                <a:gd name="connsiteX11" fmla="*/ 2157413 w 8033862"/>
                <a:gd name="connsiteY11" fmla="*/ 389693 h 714279"/>
                <a:gd name="connsiteX12" fmla="*/ 2550319 w 8033862"/>
                <a:gd name="connsiteY12" fmla="*/ 89655 h 714279"/>
                <a:gd name="connsiteX13" fmla="*/ 3043238 w 8033862"/>
                <a:gd name="connsiteY13" fmla="*/ 3930 h 714279"/>
                <a:gd name="connsiteX14" fmla="*/ 3631407 w 8033862"/>
                <a:gd name="connsiteY14" fmla="*/ 182524 h 714279"/>
                <a:gd name="connsiteX15" fmla="*/ 4031456 w 8033862"/>
                <a:gd name="connsiteY15" fmla="*/ 654012 h 714279"/>
                <a:gd name="connsiteX16" fmla="*/ 4476750 w 8033862"/>
                <a:gd name="connsiteY16" fmla="*/ 711162 h 714279"/>
                <a:gd name="connsiteX17" fmla="*/ 5143500 w 8033862"/>
                <a:gd name="connsiteY17" fmla="*/ 687349 h 714279"/>
                <a:gd name="connsiteX18" fmla="*/ 5957888 w 8033862"/>
                <a:gd name="connsiteY18" fmla="*/ 673062 h 714279"/>
                <a:gd name="connsiteX19" fmla="*/ 6219825 w 8033862"/>
                <a:gd name="connsiteY19" fmla="*/ 663537 h 714279"/>
                <a:gd name="connsiteX20" fmla="*/ 6715125 w 8033862"/>
                <a:gd name="connsiteY20" fmla="*/ 658774 h 714279"/>
                <a:gd name="connsiteX21" fmla="*/ 7134225 w 8033862"/>
                <a:gd name="connsiteY21" fmla="*/ 649249 h 714279"/>
                <a:gd name="connsiteX22" fmla="*/ 7481888 w 8033862"/>
                <a:gd name="connsiteY22" fmla="*/ 644487 h 714279"/>
                <a:gd name="connsiteX23" fmla="*/ 8033862 w 8033862"/>
                <a:gd name="connsiteY23" fmla="*/ 660203 h 714279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5546 h 712699"/>
                <a:gd name="connsiteX1" fmla="*/ 102394 w 8033862"/>
                <a:gd name="connsiteY1" fmla="*/ 460283 h 712699"/>
                <a:gd name="connsiteX2" fmla="*/ 297656 w 8033862"/>
                <a:gd name="connsiteY2" fmla="*/ 241208 h 712699"/>
                <a:gd name="connsiteX3" fmla="*/ 521494 w 8033862"/>
                <a:gd name="connsiteY3" fmla="*/ 103096 h 712699"/>
                <a:gd name="connsiteX4" fmla="*/ 728663 w 8033862"/>
                <a:gd name="connsiteY4" fmla="*/ 34039 h 712699"/>
                <a:gd name="connsiteX5" fmla="*/ 933450 w 8033862"/>
                <a:gd name="connsiteY5" fmla="*/ 3083 h 712699"/>
                <a:gd name="connsiteX6" fmla="*/ 1157288 w 8033862"/>
                <a:gd name="connsiteY6" fmla="*/ 12608 h 712699"/>
                <a:gd name="connsiteX7" fmla="*/ 1400175 w 8033862"/>
                <a:gd name="connsiteY7" fmla="*/ 67377 h 712699"/>
                <a:gd name="connsiteX8" fmla="*/ 1709738 w 8033862"/>
                <a:gd name="connsiteY8" fmla="*/ 241208 h 712699"/>
                <a:gd name="connsiteX9" fmla="*/ 1916906 w 8033862"/>
                <a:gd name="connsiteY9" fmla="*/ 476952 h 712699"/>
                <a:gd name="connsiteX10" fmla="*/ 2007394 w 8033862"/>
                <a:gd name="connsiteY10" fmla="*/ 655546 h 712699"/>
                <a:gd name="connsiteX11" fmla="*/ 2157413 w 8033862"/>
                <a:gd name="connsiteY11" fmla="*/ 391227 h 712699"/>
                <a:gd name="connsiteX12" fmla="*/ 2550319 w 8033862"/>
                <a:gd name="connsiteY12" fmla="*/ 91189 h 712699"/>
                <a:gd name="connsiteX13" fmla="*/ 2995613 w 8033862"/>
                <a:gd name="connsiteY13" fmla="*/ 702 h 712699"/>
                <a:gd name="connsiteX14" fmla="*/ 3631407 w 8033862"/>
                <a:gd name="connsiteY14" fmla="*/ 184058 h 712699"/>
                <a:gd name="connsiteX15" fmla="*/ 4031456 w 8033862"/>
                <a:gd name="connsiteY15" fmla="*/ 655546 h 712699"/>
                <a:gd name="connsiteX16" fmla="*/ 4476750 w 8033862"/>
                <a:gd name="connsiteY16" fmla="*/ 712696 h 712699"/>
                <a:gd name="connsiteX17" fmla="*/ 5143500 w 8033862"/>
                <a:gd name="connsiteY17" fmla="*/ 688883 h 712699"/>
                <a:gd name="connsiteX18" fmla="*/ 5957888 w 8033862"/>
                <a:gd name="connsiteY18" fmla="*/ 674596 h 712699"/>
                <a:gd name="connsiteX19" fmla="*/ 6219825 w 8033862"/>
                <a:gd name="connsiteY19" fmla="*/ 665071 h 712699"/>
                <a:gd name="connsiteX20" fmla="*/ 6715125 w 8033862"/>
                <a:gd name="connsiteY20" fmla="*/ 660308 h 712699"/>
                <a:gd name="connsiteX21" fmla="*/ 7134225 w 8033862"/>
                <a:gd name="connsiteY21" fmla="*/ 650783 h 712699"/>
                <a:gd name="connsiteX22" fmla="*/ 7481888 w 8033862"/>
                <a:gd name="connsiteY22" fmla="*/ 646021 h 712699"/>
                <a:gd name="connsiteX23" fmla="*/ 8033862 w 8033862"/>
                <a:gd name="connsiteY23" fmla="*/ 661737 h 712699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286250 w 8033862"/>
                <a:gd name="connsiteY16" fmla="*/ 29319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82044 h 701094"/>
                <a:gd name="connsiteX1" fmla="*/ 102394 w 8033862"/>
                <a:gd name="connsiteY1" fmla="*/ 486781 h 701094"/>
                <a:gd name="connsiteX2" fmla="*/ 297656 w 8033862"/>
                <a:gd name="connsiteY2" fmla="*/ 267706 h 701094"/>
                <a:gd name="connsiteX3" fmla="*/ 521494 w 8033862"/>
                <a:gd name="connsiteY3" fmla="*/ 129594 h 701094"/>
                <a:gd name="connsiteX4" fmla="*/ 728663 w 8033862"/>
                <a:gd name="connsiteY4" fmla="*/ 60537 h 701094"/>
                <a:gd name="connsiteX5" fmla="*/ 933450 w 8033862"/>
                <a:gd name="connsiteY5" fmla="*/ 29581 h 701094"/>
                <a:gd name="connsiteX6" fmla="*/ 1157288 w 8033862"/>
                <a:gd name="connsiteY6" fmla="*/ 39106 h 701094"/>
                <a:gd name="connsiteX7" fmla="*/ 1400175 w 8033862"/>
                <a:gd name="connsiteY7" fmla="*/ 93875 h 701094"/>
                <a:gd name="connsiteX8" fmla="*/ 1709738 w 8033862"/>
                <a:gd name="connsiteY8" fmla="*/ 267706 h 701094"/>
                <a:gd name="connsiteX9" fmla="*/ 1916906 w 8033862"/>
                <a:gd name="connsiteY9" fmla="*/ 503450 h 701094"/>
                <a:gd name="connsiteX10" fmla="*/ 2007394 w 8033862"/>
                <a:gd name="connsiteY10" fmla="*/ 682044 h 701094"/>
                <a:gd name="connsiteX11" fmla="*/ 2157413 w 8033862"/>
                <a:gd name="connsiteY11" fmla="*/ 417725 h 701094"/>
                <a:gd name="connsiteX12" fmla="*/ 2550319 w 8033862"/>
                <a:gd name="connsiteY12" fmla="*/ 117687 h 701094"/>
                <a:gd name="connsiteX13" fmla="*/ 2995613 w 8033862"/>
                <a:gd name="connsiteY13" fmla="*/ 27200 h 701094"/>
                <a:gd name="connsiteX14" fmla="*/ 3631407 w 8033862"/>
                <a:gd name="connsiteY14" fmla="*/ 210556 h 701094"/>
                <a:gd name="connsiteX15" fmla="*/ 4031456 w 8033862"/>
                <a:gd name="connsiteY15" fmla="*/ 682044 h 701094"/>
                <a:gd name="connsiteX16" fmla="*/ 4286250 w 8033862"/>
                <a:gd name="connsiteY16" fmla="*/ 320094 h 701094"/>
                <a:gd name="connsiteX17" fmla="*/ 5053012 w 8033862"/>
                <a:gd name="connsiteY17" fmla="*/ 29581 h 701094"/>
                <a:gd name="connsiteX18" fmla="*/ 5957888 w 8033862"/>
                <a:gd name="connsiteY18" fmla="*/ 701094 h 701094"/>
                <a:gd name="connsiteX19" fmla="*/ 6219825 w 8033862"/>
                <a:gd name="connsiteY19" fmla="*/ 691569 h 701094"/>
                <a:gd name="connsiteX20" fmla="*/ 6715125 w 8033862"/>
                <a:gd name="connsiteY20" fmla="*/ 686806 h 701094"/>
                <a:gd name="connsiteX21" fmla="*/ 7134225 w 8033862"/>
                <a:gd name="connsiteY21" fmla="*/ 677281 h 701094"/>
                <a:gd name="connsiteX22" fmla="*/ 7481888 w 8033862"/>
                <a:gd name="connsiteY22" fmla="*/ 672519 h 701094"/>
                <a:gd name="connsiteX23" fmla="*/ 8033862 w 8033862"/>
                <a:gd name="connsiteY23" fmla="*/ 688235 h 701094"/>
                <a:gd name="connsiteX0" fmla="*/ 0 w 8033862"/>
                <a:gd name="connsiteY0" fmla="*/ 700854 h 719904"/>
                <a:gd name="connsiteX1" fmla="*/ 102394 w 8033862"/>
                <a:gd name="connsiteY1" fmla="*/ 505591 h 719904"/>
                <a:gd name="connsiteX2" fmla="*/ 297656 w 8033862"/>
                <a:gd name="connsiteY2" fmla="*/ 286516 h 719904"/>
                <a:gd name="connsiteX3" fmla="*/ 521494 w 8033862"/>
                <a:gd name="connsiteY3" fmla="*/ 148404 h 719904"/>
                <a:gd name="connsiteX4" fmla="*/ 728663 w 8033862"/>
                <a:gd name="connsiteY4" fmla="*/ 79347 h 719904"/>
                <a:gd name="connsiteX5" fmla="*/ 933450 w 8033862"/>
                <a:gd name="connsiteY5" fmla="*/ 48391 h 719904"/>
                <a:gd name="connsiteX6" fmla="*/ 1157288 w 8033862"/>
                <a:gd name="connsiteY6" fmla="*/ 57916 h 719904"/>
                <a:gd name="connsiteX7" fmla="*/ 1400175 w 8033862"/>
                <a:gd name="connsiteY7" fmla="*/ 112685 h 719904"/>
                <a:gd name="connsiteX8" fmla="*/ 1709738 w 8033862"/>
                <a:gd name="connsiteY8" fmla="*/ 286516 h 719904"/>
                <a:gd name="connsiteX9" fmla="*/ 1916906 w 8033862"/>
                <a:gd name="connsiteY9" fmla="*/ 522260 h 719904"/>
                <a:gd name="connsiteX10" fmla="*/ 2007394 w 8033862"/>
                <a:gd name="connsiteY10" fmla="*/ 700854 h 719904"/>
                <a:gd name="connsiteX11" fmla="*/ 2157413 w 8033862"/>
                <a:gd name="connsiteY11" fmla="*/ 436535 h 719904"/>
                <a:gd name="connsiteX12" fmla="*/ 2550319 w 8033862"/>
                <a:gd name="connsiteY12" fmla="*/ 136497 h 719904"/>
                <a:gd name="connsiteX13" fmla="*/ 2995613 w 8033862"/>
                <a:gd name="connsiteY13" fmla="*/ 46010 h 719904"/>
                <a:gd name="connsiteX14" fmla="*/ 3631407 w 8033862"/>
                <a:gd name="connsiteY14" fmla="*/ 229366 h 719904"/>
                <a:gd name="connsiteX15" fmla="*/ 4031456 w 8033862"/>
                <a:gd name="connsiteY15" fmla="*/ 700854 h 719904"/>
                <a:gd name="connsiteX16" fmla="*/ 4286250 w 8033862"/>
                <a:gd name="connsiteY16" fmla="*/ 338904 h 719904"/>
                <a:gd name="connsiteX17" fmla="*/ 5053012 w 8033862"/>
                <a:gd name="connsiteY17" fmla="*/ 48391 h 719904"/>
                <a:gd name="connsiteX18" fmla="*/ 5957888 w 8033862"/>
                <a:gd name="connsiteY18" fmla="*/ 719904 h 719904"/>
                <a:gd name="connsiteX19" fmla="*/ 6219825 w 8033862"/>
                <a:gd name="connsiteY19" fmla="*/ 710379 h 719904"/>
                <a:gd name="connsiteX20" fmla="*/ 6715125 w 8033862"/>
                <a:gd name="connsiteY20" fmla="*/ 705616 h 719904"/>
                <a:gd name="connsiteX21" fmla="*/ 7134225 w 8033862"/>
                <a:gd name="connsiteY21" fmla="*/ 696091 h 719904"/>
                <a:gd name="connsiteX22" fmla="*/ 7481888 w 8033862"/>
                <a:gd name="connsiteY22" fmla="*/ 691329 h 719904"/>
                <a:gd name="connsiteX23" fmla="*/ 8033862 w 8033862"/>
                <a:gd name="connsiteY23" fmla="*/ 707045 h 71990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64199 h 683249"/>
                <a:gd name="connsiteX1" fmla="*/ 102394 w 8033862"/>
                <a:gd name="connsiteY1" fmla="*/ 468936 h 683249"/>
                <a:gd name="connsiteX2" fmla="*/ 297656 w 8033862"/>
                <a:gd name="connsiteY2" fmla="*/ 249861 h 683249"/>
                <a:gd name="connsiteX3" fmla="*/ 521494 w 8033862"/>
                <a:gd name="connsiteY3" fmla="*/ 111749 h 683249"/>
                <a:gd name="connsiteX4" fmla="*/ 728663 w 8033862"/>
                <a:gd name="connsiteY4" fmla="*/ 42692 h 683249"/>
                <a:gd name="connsiteX5" fmla="*/ 933450 w 8033862"/>
                <a:gd name="connsiteY5" fmla="*/ 11736 h 683249"/>
                <a:gd name="connsiteX6" fmla="*/ 1157288 w 8033862"/>
                <a:gd name="connsiteY6" fmla="*/ 21261 h 683249"/>
                <a:gd name="connsiteX7" fmla="*/ 1400175 w 8033862"/>
                <a:gd name="connsiteY7" fmla="*/ 76030 h 683249"/>
                <a:gd name="connsiteX8" fmla="*/ 1709738 w 8033862"/>
                <a:gd name="connsiteY8" fmla="*/ 249861 h 683249"/>
                <a:gd name="connsiteX9" fmla="*/ 1916906 w 8033862"/>
                <a:gd name="connsiteY9" fmla="*/ 485605 h 683249"/>
                <a:gd name="connsiteX10" fmla="*/ 2007394 w 8033862"/>
                <a:gd name="connsiteY10" fmla="*/ 664199 h 683249"/>
                <a:gd name="connsiteX11" fmla="*/ 2157413 w 8033862"/>
                <a:gd name="connsiteY11" fmla="*/ 399880 h 683249"/>
                <a:gd name="connsiteX12" fmla="*/ 2550319 w 8033862"/>
                <a:gd name="connsiteY12" fmla="*/ 99842 h 683249"/>
                <a:gd name="connsiteX13" fmla="*/ 2995613 w 8033862"/>
                <a:gd name="connsiteY13" fmla="*/ 9355 h 683249"/>
                <a:gd name="connsiteX14" fmla="*/ 3631407 w 8033862"/>
                <a:gd name="connsiteY14" fmla="*/ 192711 h 683249"/>
                <a:gd name="connsiteX15" fmla="*/ 4031456 w 8033862"/>
                <a:gd name="connsiteY15" fmla="*/ 664199 h 683249"/>
                <a:gd name="connsiteX16" fmla="*/ 4291013 w 8033862"/>
                <a:gd name="connsiteY16" fmla="*/ 307012 h 683249"/>
                <a:gd name="connsiteX17" fmla="*/ 5053012 w 8033862"/>
                <a:gd name="connsiteY17" fmla="*/ 11736 h 683249"/>
                <a:gd name="connsiteX18" fmla="*/ 5957888 w 8033862"/>
                <a:gd name="connsiteY18" fmla="*/ 683249 h 683249"/>
                <a:gd name="connsiteX19" fmla="*/ 6219825 w 8033862"/>
                <a:gd name="connsiteY19" fmla="*/ 673724 h 683249"/>
                <a:gd name="connsiteX20" fmla="*/ 6715125 w 8033862"/>
                <a:gd name="connsiteY20" fmla="*/ 668961 h 683249"/>
                <a:gd name="connsiteX21" fmla="*/ 7134225 w 8033862"/>
                <a:gd name="connsiteY21" fmla="*/ 659436 h 683249"/>
                <a:gd name="connsiteX22" fmla="*/ 7481888 w 8033862"/>
                <a:gd name="connsiteY22" fmla="*/ 654674 h 683249"/>
                <a:gd name="connsiteX23" fmla="*/ 8033862 w 8033862"/>
                <a:gd name="connsiteY23" fmla="*/ 670390 h 683249"/>
                <a:gd name="connsiteX0" fmla="*/ 0 w 8033862"/>
                <a:gd name="connsiteY0" fmla="*/ 664844 h 683894"/>
                <a:gd name="connsiteX1" fmla="*/ 102394 w 8033862"/>
                <a:gd name="connsiteY1" fmla="*/ 469581 h 683894"/>
                <a:gd name="connsiteX2" fmla="*/ 297656 w 8033862"/>
                <a:gd name="connsiteY2" fmla="*/ 250506 h 683894"/>
                <a:gd name="connsiteX3" fmla="*/ 521494 w 8033862"/>
                <a:gd name="connsiteY3" fmla="*/ 112394 h 683894"/>
                <a:gd name="connsiteX4" fmla="*/ 728663 w 8033862"/>
                <a:gd name="connsiteY4" fmla="*/ 43337 h 683894"/>
                <a:gd name="connsiteX5" fmla="*/ 933450 w 8033862"/>
                <a:gd name="connsiteY5" fmla="*/ 12381 h 683894"/>
                <a:gd name="connsiteX6" fmla="*/ 1157288 w 8033862"/>
                <a:gd name="connsiteY6" fmla="*/ 21906 h 683894"/>
                <a:gd name="connsiteX7" fmla="*/ 1400175 w 8033862"/>
                <a:gd name="connsiteY7" fmla="*/ 76675 h 683894"/>
                <a:gd name="connsiteX8" fmla="*/ 1709738 w 8033862"/>
                <a:gd name="connsiteY8" fmla="*/ 250506 h 683894"/>
                <a:gd name="connsiteX9" fmla="*/ 1916906 w 8033862"/>
                <a:gd name="connsiteY9" fmla="*/ 486250 h 683894"/>
                <a:gd name="connsiteX10" fmla="*/ 2007394 w 8033862"/>
                <a:gd name="connsiteY10" fmla="*/ 664844 h 683894"/>
                <a:gd name="connsiteX11" fmla="*/ 2157413 w 8033862"/>
                <a:gd name="connsiteY11" fmla="*/ 400525 h 683894"/>
                <a:gd name="connsiteX12" fmla="*/ 2550319 w 8033862"/>
                <a:gd name="connsiteY12" fmla="*/ 100487 h 683894"/>
                <a:gd name="connsiteX13" fmla="*/ 2995613 w 8033862"/>
                <a:gd name="connsiteY13" fmla="*/ 10000 h 683894"/>
                <a:gd name="connsiteX14" fmla="*/ 3631407 w 8033862"/>
                <a:gd name="connsiteY14" fmla="*/ 193356 h 683894"/>
                <a:gd name="connsiteX15" fmla="*/ 4031456 w 8033862"/>
                <a:gd name="connsiteY15" fmla="*/ 664844 h 683894"/>
                <a:gd name="connsiteX16" fmla="*/ 4291013 w 8033862"/>
                <a:gd name="connsiteY16" fmla="*/ 307657 h 683894"/>
                <a:gd name="connsiteX17" fmla="*/ 5053012 w 8033862"/>
                <a:gd name="connsiteY17" fmla="*/ 12381 h 683894"/>
                <a:gd name="connsiteX18" fmla="*/ 5957888 w 8033862"/>
                <a:gd name="connsiteY18" fmla="*/ 683894 h 683894"/>
                <a:gd name="connsiteX19" fmla="*/ 6219825 w 8033862"/>
                <a:gd name="connsiteY19" fmla="*/ 674369 h 683894"/>
                <a:gd name="connsiteX20" fmla="*/ 6715125 w 8033862"/>
                <a:gd name="connsiteY20" fmla="*/ 669606 h 683894"/>
                <a:gd name="connsiteX21" fmla="*/ 7134225 w 8033862"/>
                <a:gd name="connsiteY21" fmla="*/ 660081 h 683894"/>
                <a:gd name="connsiteX22" fmla="*/ 7481888 w 8033862"/>
                <a:gd name="connsiteY22" fmla="*/ 655319 h 683894"/>
                <a:gd name="connsiteX23" fmla="*/ 8033862 w 8033862"/>
                <a:gd name="connsiteY23" fmla="*/ 671035 h 68389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91013 w 8033862"/>
                <a:gd name="connsiteY16" fmla="*/ 297953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96093 h 702284"/>
                <a:gd name="connsiteX1" fmla="*/ 102394 w 8033862"/>
                <a:gd name="connsiteY1" fmla="*/ 500830 h 702284"/>
                <a:gd name="connsiteX2" fmla="*/ 297656 w 8033862"/>
                <a:gd name="connsiteY2" fmla="*/ 281755 h 702284"/>
                <a:gd name="connsiteX3" fmla="*/ 521494 w 8033862"/>
                <a:gd name="connsiteY3" fmla="*/ 143643 h 702284"/>
                <a:gd name="connsiteX4" fmla="*/ 728663 w 8033862"/>
                <a:gd name="connsiteY4" fmla="*/ 74586 h 702284"/>
                <a:gd name="connsiteX5" fmla="*/ 933450 w 8033862"/>
                <a:gd name="connsiteY5" fmla="*/ 43630 h 702284"/>
                <a:gd name="connsiteX6" fmla="*/ 1157288 w 8033862"/>
                <a:gd name="connsiteY6" fmla="*/ 53155 h 702284"/>
                <a:gd name="connsiteX7" fmla="*/ 1400175 w 8033862"/>
                <a:gd name="connsiteY7" fmla="*/ 107924 h 702284"/>
                <a:gd name="connsiteX8" fmla="*/ 1709738 w 8033862"/>
                <a:gd name="connsiteY8" fmla="*/ 281755 h 702284"/>
                <a:gd name="connsiteX9" fmla="*/ 1916906 w 8033862"/>
                <a:gd name="connsiteY9" fmla="*/ 517499 h 702284"/>
                <a:gd name="connsiteX10" fmla="*/ 2007394 w 8033862"/>
                <a:gd name="connsiteY10" fmla="*/ 696093 h 702284"/>
                <a:gd name="connsiteX11" fmla="*/ 2157413 w 8033862"/>
                <a:gd name="connsiteY11" fmla="*/ 431774 h 702284"/>
                <a:gd name="connsiteX12" fmla="*/ 2550319 w 8033862"/>
                <a:gd name="connsiteY12" fmla="*/ 131736 h 702284"/>
                <a:gd name="connsiteX13" fmla="*/ 2995613 w 8033862"/>
                <a:gd name="connsiteY13" fmla="*/ 41249 h 702284"/>
                <a:gd name="connsiteX14" fmla="*/ 3631407 w 8033862"/>
                <a:gd name="connsiteY14" fmla="*/ 224605 h 702284"/>
                <a:gd name="connsiteX15" fmla="*/ 4031456 w 8033862"/>
                <a:gd name="connsiteY15" fmla="*/ 696093 h 702284"/>
                <a:gd name="connsiteX16" fmla="*/ 4291013 w 8033862"/>
                <a:gd name="connsiteY16" fmla="*/ 338906 h 702284"/>
                <a:gd name="connsiteX17" fmla="*/ 5053012 w 8033862"/>
                <a:gd name="connsiteY17" fmla="*/ 43630 h 702284"/>
                <a:gd name="connsiteX18" fmla="*/ 5772150 w 8033862"/>
                <a:gd name="connsiteY18" fmla="*/ 272231 h 702284"/>
                <a:gd name="connsiteX19" fmla="*/ 6067425 w 8033862"/>
                <a:gd name="connsiteY19" fmla="*/ 696093 h 702284"/>
                <a:gd name="connsiteX20" fmla="*/ 6496050 w 8033862"/>
                <a:gd name="connsiteY20" fmla="*/ 200792 h 702284"/>
                <a:gd name="connsiteX21" fmla="*/ 7110412 w 8033862"/>
                <a:gd name="connsiteY21" fmla="*/ 62680 h 702284"/>
                <a:gd name="connsiteX22" fmla="*/ 7481888 w 8033862"/>
                <a:gd name="connsiteY22" fmla="*/ 686568 h 702284"/>
                <a:gd name="connsiteX23" fmla="*/ 8033862 w 8033862"/>
                <a:gd name="connsiteY23" fmla="*/ 702284 h 702284"/>
                <a:gd name="connsiteX0" fmla="*/ 0 w 8033862"/>
                <a:gd name="connsiteY0" fmla="*/ 722041 h 728232"/>
                <a:gd name="connsiteX1" fmla="*/ 102394 w 8033862"/>
                <a:gd name="connsiteY1" fmla="*/ 526778 h 728232"/>
                <a:gd name="connsiteX2" fmla="*/ 297656 w 8033862"/>
                <a:gd name="connsiteY2" fmla="*/ 307703 h 728232"/>
                <a:gd name="connsiteX3" fmla="*/ 521494 w 8033862"/>
                <a:gd name="connsiteY3" fmla="*/ 169591 h 728232"/>
                <a:gd name="connsiteX4" fmla="*/ 728663 w 8033862"/>
                <a:gd name="connsiteY4" fmla="*/ 100534 h 728232"/>
                <a:gd name="connsiteX5" fmla="*/ 933450 w 8033862"/>
                <a:gd name="connsiteY5" fmla="*/ 69578 h 728232"/>
                <a:gd name="connsiteX6" fmla="*/ 1157288 w 8033862"/>
                <a:gd name="connsiteY6" fmla="*/ 79103 h 728232"/>
                <a:gd name="connsiteX7" fmla="*/ 1400175 w 8033862"/>
                <a:gd name="connsiteY7" fmla="*/ 133872 h 728232"/>
                <a:gd name="connsiteX8" fmla="*/ 1709738 w 8033862"/>
                <a:gd name="connsiteY8" fmla="*/ 307703 h 728232"/>
                <a:gd name="connsiteX9" fmla="*/ 1916906 w 8033862"/>
                <a:gd name="connsiteY9" fmla="*/ 543447 h 728232"/>
                <a:gd name="connsiteX10" fmla="*/ 2007394 w 8033862"/>
                <a:gd name="connsiteY10" fmla="*/ 722041 h 728232"/>
                <a:gd name="connsiteX11" fmla="*/ 2157413 w 8033862"/>
                <a:gd name="connsiteY11" fmla="*/ 457722 h 728232"/>
                <a:gd name="connsiteX12" fmla="*/ 2550319 w 8033862"/>
                <a:gd name="connsiteY12" fmla="*/ 157684 h 728232"/>
                <a:gd name="connsiteX13" fmla="*/ 2995613 w 8033862"/>
                <a:gd name="connsiteY13" fmla="*/ 67197 h 728232"/>
                <a:gd name="connsiteX14" fmla="*/ 3631407 w 8033862"/>
                <a:gd name="connsiteY14" fmla="*/ 250553 h 728232"/>
                <a:gd name="connsiteX15" fmla="*/ 4031456 w 8033862"/>
                <a:gd name="connsiteY15" fmla="*/ 722041 h 728232"/>
                <a:gd name="connsiteX16" fmla="*/ 4291013 w 8033862"/>
                <a:gd name="connsiteY16" fmla="*/ 364854 h 728232"/>
                <a:gd name="connsiteX17" fmla="*/ 5053012 w 8033862"/>
                <a:gd name="connsiteY17" fmla="*/ 69578 h 728232"/>
                <a:gd name="connsiteX18" fmla="*/ 5772150 w 8033862"/>
                <a:gd name="connsiteY18" fmla="*/ 298179 h 728232"/>
                <a:gd name="connsiteX19" fmla="*/ 6067425 w 8033862"/>
                <a:gd name="connsiteY19" fmla="*/ 722041 h 728232"/>
                <a:gd name="connsiteX20" fmla="*/ 6496050 w 8033862"/>
                <a:gd name="connsiteY20" fmla="*/ 226740 h 728232"/>
                <a:gd name="connsiteX21" fmla="*/ 7110412 w 8033862"/>
                <a:gd name="connsiteY21" fmla="*/ 88628 h 728232"/>
                <a:gd name="connsiteX22" fmla="*/ 7481888 w 8033862"/>
                <a:gd name="connsiteY22" fmla="*/ 712516 h 728232"/>
                <a:gd name="connsiteX23" fmla="*/ 8033862 w 8033862"/>
                <a:gd name="connsiteY23" fmla="*/ 728232 h 728232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10412 w 8033862"/>
                <a:gd name="connsiteY21" fmla="*/ 2172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05650 w 8033862"/>
                <a:gd name="connsiteY21" fmla="*/ 26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7810 h 664001"/>
                <a:gd name="connsiteX1" fmla="*/ 102394 w 8033862"/>
                <a:gd name="connsiteY1" fmla="*/ 462547 h 664001"/>
                <a:gd name="connsiteX2" fmla="*/ 297656 w 8033862"/>
                <a:gd name="connsiteY2" fmla="*/ 243472 h 664001"/>
                <a:gd name="connsiteX3" fmla="*/ 521494 w 8033862"/>
                <a:gd name="connsiteY3" fmla="*/ 105360 h 664001"/>
                <a:gd name="connsiteX4" fmla="*/ 728663 w 8033862"/>
                <a:gd name="connsiteY4" fmla="*/ 36303 h 664001"/>
                <a:gd name="connsiteX5" fmla="*/ 933450 w 8033862"/>
                <a:gd name="connsiteY5" fmla="*/ 5347 h 664001"/>
                <a:gd name="connsiteX6" fmla="*/ 1157288 w 8033862"/>
                <a:gd name="connsiteY6" fmla="*/ 14872 h 664001"/>
                <a:gd name="connsiteX7" fmla="*/ 1400175 w 8033862"/>
                <a:gd name="connsiteY7" fmla="*/ 69641 h 664001"/>
                <a:gd name="connsiteX8" fmla="*/ 1709738 w 8033862"/>
                <a:gd name="connsiteY8" fmla="*/ 243472 h 664001"/>
                <a:gd name="connsiteX9" fmla="*/ 1916906 w 8033862"/>
                <a:gd name="connsiteY9" fmla="*/ 479216 h 664001"/>
                <a:gd name="connsiteX10" fmla="*/ 2007394 w 8033862"/>
                <a:gd name="connsiteY10" fmla="*/ 657810 h 664001"/>
                <a:gd name="connsiteX11" fmla="*/ 2157413 w 8033862"/>
                <a:gd name="connsiteY11" fmla="*/ 393491 h 664001"/>
                <a:gd name="connsiteX12" fmla="*/ 2550319 w 8033862"/>
                <a:gd name="connsiteY12" fmla="*/ 93453 h 664001"/>
                <a:gd name="connsiteX13" fmla="*/ 2995613 w 8033862"/>
                <a:gd name="connsiteY13" fmla="*/ 2966 h 664001"/>
                <a:gd name="connsiteX14" fmla="*/ 3631407 w 8033862"/>
                <a:gd name="connsiteY14" fmla="*/ 186322 h 664001"/>
                <a:gd name="connsiteX15" fmla="*/ 4031456 w 8033862"/>
                <a:gd name="connsiteY15" fmla="*/ 657810 h 664001"/>
                <a:gd name="connsiteX16" fmla="*/ 4291013 w 8033862"/>
                <a:gd name="connsiteY16" fmla="*/ 300623 h 664001"/>
                <a:gd name="connsiteX17" fmla="*/ 5053012 w 8033862"/>
                <a:gd name="connsiteY17" fmla="*/ 5347 h 664001"/>
                <a:gd name="connsiteX18" fmla="*/ 5772150 w 8033862"/>
                <a:gd name="connsiteY18" fmla="*/ 233948 h 664001"/>
                <a:gd name="connsiteX19" fmla="*/ 6067425 w 8033862"/>
                <a:gd name="connsiteY19" fmla="*/ 657810 h 664001"/>
                <a:gd name="connsiteX20" fmla="*/ 6496050 w 8033862"/>
                <a:gd name="connsiteY20" fmla="*/ 162509 h 664001"/>
                <a:gd name="connsiteX21" fmla="*/ 7081837 w 8033862"/>
                <a:gd name="connsiteY21" fmla="*/ 585 h 664001"/>
                <a:gd name="connsiteX22" fmla="*/ 7481888 w 8033862"/>
                <a:gd name="connsiteY22" fmla="*/ 648285 h 664001"/>
                <a:gd name="connsiteX23" fmla="*/ 8033862 w 8033862"/>
                <a:gd name="connsiteY23" fmla="*/ 664001 h 664001"/>
                <a:gd name="connsiteX0" fmla="*/ 0 w 8033862"/>
                <a:gd name="connsiteY0" fmla="*/ 657304 h 663495"/>
                <a:gd name="connsiteX1" fmla="*/ 102394 w 8033862"/>
                <a:gd name="connsiteY1" fmla="*/ 462041 h 663495"/>
                <a:gd name="connsiteX2" fmla="*/ 297656 w 8033862"/>
                <a:gd name="connsiteY2" fmla="*/ 242966 h 663495"/>
                <a:gd name="connsiteX3" fmla="*/ 521494 w 8033862"/>
                <a:gd name="connsiteY3" fmla="*/ 104854 h 663495"/>
                <a:gd name="connsiteX4" fmla="*/ 728663 w 8033862"/>
                <a:gd name="connsiteY4" fmla="*/ 35797 h 663495"/>
                <a:gd name="connsiteX5" fmla="*/ 933450 w 8033862"/>
                <a:gd name="connsiteY5" fmla="*/ 4841 h 663495"/>
                <a:gd name="connsiteX6" fmla="*/ 1157288 w 8033862"/>
                <a:gd name="connsiteY6" fmla="*/ 14366 h 663495"/>
                <a:gd name="connsiteX7" fmla="*/ 1400175 w 8033862"/>
                <a:gd name="connsiteY7" fmla="*/ 69135 h 663495"/>
                <a:gd name="connsiteX8" fmla="*/ 1709738 w 8033862"/>
                <a:gd name="connsiteY8" fmla="*/ 242966 h 663495"/>
                <a:gd name="connsiteX9" fmla="*/ 1916906 w 8033862"/>
                <a:gd name="connsiteY9" fmla="*/ 478710 h 663495"/>
                <a:gd name="connsiteX10" fmla="*/ 2007394 w 8033862"/>
                <a:gd name="connsiteY10" fmla="*/ 657304 h 663495"/>
                <a:gd name="connsiteX11" fmla="*/ 2157413 w 8033862"/>
                <a:gd name="connsiteY11" fmla="*/ 392985 h 663495"/>
                <a:gd name="connsiteX12" fmla="*/ 2550319 w 8033862"/>
                <a:gd name="connsiteY12" fmla="*/ 92947 h 663495"/>
                <a:gd name="connsiteX13" fmla="*/ 2995613 w 8033862"/>
                <a:gd name="connsiteY13" fmla="*/ 2460 h 663495"/>
                <a:gd name="connsiteX14" fmla="*/ 3631407 w 8033862"/>
                <a:gd name="connsiteY14" fmla="*/ 185816 h 663495"/>
                <a:gd name="connsiteX15" fmla="*/ 4031456 w 8033862"/>
                <a:gd name="connsiteY15" fmla="*/ 657304 h 663495"/>
                <a:gd name="connsiteX16" fmla="*/ 4291013 w 8033862"/>
                <a:gd name="connsiteY16" fmla="*/ 300117 h 663495"/>
                <a:gd name="connsiteX17" fmla="*/ 5053012 w 8033862"/>
                <a:gd name="connsiteY17" fmla="*/ 4841 h 663495"/>
                <a:gd name="connsiteX18" fmla="*/ 5772150 w 8033862"/>
                <a:gd name="connsiteY18" fmla="*/ 233442 h 663495"/>
                <a:gd name="connsiteX19" fmla="*/ 6067425 w 8033862"/>
                <a:gd name="connsiteY19" fmla="*/ 657304 h 663495"/>
                <a:gd name="connsiteX20" fmla="*/ 6496050 w 8033862"/>
                <a:gd name="connsiteY20" fmla="*/ 162003 h 663495"/>
                <a:gd name="connsiteX21" fmla="*/ 7081837 w 8033862"/>
                <a:gd name="connsiteY21" fmla="*/ 79 h 663495"/>
                <a:gd name="connsiteX22" fmla="*/ 7481888 w 8033862"/>
                <a:gd name="connsiteY22" fmla="*/ 647779 h 663495"/>
                <a:gd name="connsiteX23" fmla="*/ 8033862 w 8033862"/>
                <a:gd name="connsiteY23" fmla="*/ 663495 h 663495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33862" h="659143">
                  <a:moveTo>
                    <a:pt x="0" y="659143"/>
                  </a:moveTo>
                  <a:cubicBezTo>
                    <a:pt x="26392" y="596039"/>
                    <a:pt x="52785" y="532936"/>
                    <a:pt x="102394" y="463880"/>
                  </a:cubicBezTo>
                  <a:cubicBezTo>
                    <a:pt x="152003" y="394824"/>
                    <a:pt x="227806" y="304336"/>
                    <a:pt x="297656" y="244805"/>
                  </a:cubicBezTo>
                  <a:cubicBezTo>
                    <a:pt x="367506" y="185274"/>
                    <a:pt x="449660" y="141221"/>
                    <a:pt x="521494" y="106693"/>
                  </a:cubicBezTo>
                  <a:cubicBezTo>
                    <a:pt x="593328" y="72165"/>
                    <a:pt x="660004" y="54305"/>
                    <a:pt x="728663" y="37636"/>
                  </a:cubicBezTo>
                  <a:cubicBezTo>
                    <a:pt x="797322" y="20967"/>
                    <a:pt x="862013" y="10252"/>
                    <a:pt x="933450" y="6680"/>
                  </a:cubicBezTo>
                  <a:cubicBezTo>
                    <a:pt x="1004888" y="3108"/>
                    <a:pt x="1079500" y="5489"/>
                    <a:pt x="1157288" y="16205"/>
                  </a:cubicBezTo>
                  <a:cubicBezTo>
                    <a:pt x="1235076" y="26921"/>
                    <a:pt x="1308100" y="32874"/>
                    <a:pt x="1400175" y="70974"/>
                  </a:cubicBezTo>
                  <a:cubicBezTo>
                    <a:pt x="1492250" y="109074"/>
                    <a:pt x="1623616" y="176543"/>
                    <a:pt x="1709738" y="244805"/>
                  </a:cubicBezTo>
                  <a:cubicBezTo>
                    <a:pt x="1795860" y="313067"/>
                    <a:pt x="1867297" y="411493"/>
                    <a:pt x="1916906" y="480549"/>
                  </a:cubicBezTo>
                  <a:cubicBezTo>
                    <a:pt x="1966515" y="549605"/>
                    <a:pt x="1983979" y="609136"/>
                    <a:pt x="2007394" y="659143"/>
                  </a:cubicBezTo>
                  <a:cubicBezTo>
                    <a:pt x="2040333" y="611518"/>
                    <a:pt x="2074070" y="498408"/>
                    <a:pt x="2157413" y="394824"/>
                  </a:cubicBezTo>
                  <a:cubicBezTo>
                    <a:pt x="2240756" y="291240"/>
                    <a:pt x="2410619" y="159874"/>
                    <a:pt x="2550319" y="94786"/>
                  </a:cubicBezTo>
                  <a:cubicBezTo>
                    <a:pt x="2690019" y="29699"/>
                    <a:pt x="2814803" y="715"/>
                    <a:pt x="2995613" y="4299"/>
                  </a:cubicBezTo>
                  <a:cubicBezTo>
                    <a:pt x="3175794" y="7871"/>
                    <a:pt x="3340282" y="21407"/>
                    <a:pt x="3631407" y="187655"/>
                  </a:cubicBezTo>
                  <a:cubicBezTo>
                    <a:pt x="3904605" y="343666"/>
                    <a:pt x="3969544" y="568259"/>
                    <a:pt x="4031456" y="659143"/>
                  </a:cubicBezTo>
                  <a:cubicBezTo>
                    <a:pt x="4102893" y="561909"/>
                    <a:pt x="4140960" y="437224"/>
                    <a:pt x="4291013" y="301956"/>
                  </a:cubicBezTo>
                  <a:cubicBezTo>
                    <a:pt x="4480322" y="131300"/>
                    <a:pt x="4806156" y="17792"/>
                    <a:pt x="5053012" y="6680"/>
                  </a:cubicBezTo>
                  <a:cubicBezTo>
                    <a:pt x="5299868" y="-4432"/>
                    <a:pt x="5640439" y="125363"/>
                    <a:pt x="5772150" y="235281"/>
                  </a:cubicBezTo>
                  <a:cubicBezTo>
                    <a:pt x="5904352" y="345609"/>
                    <a:pt x="5969000" y="379744"/>
                    <a:pt x="6067425" y="659143"/>
                  </a:cubicBezTo>
                  <a:cubicBezTo>
                    <a:pt x="6164262" y="422605"/>
                    <a:pt x="6326981" y="273380"/>
                    <a:pt x="6496050" y="163842"/>
                  </a:cubicBezTo>
                  <a:cubicBezTo>
                    <a:pt x="6665119" y="54305"/>
                    <a:pt x="6867524" y="-12370"/>
                    <a:pt x="7081837" y="1918"/>
                  </a:cubicBezTo>
                  <a:cubicBezTo>
                    <a:pt x="7296150" y="16206"/>
                    <a:pt x="7556580" y="69147"/>
                    <a:pt x="7781926" y="249568"/>
                  </a:cubicBezTo>
                  <a:cubicBezTo>
                    <a:pt x="7932191" y="369876"/>
                    <a:pt x="7992745" y="498170"/>
                    <a:pt x="8033862" y="655809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A45C1F7-B7E3-4908-B59A-82BE34B25D29}"/>
                </a:ext>
              </a:extLst>
            </p:cNvPr>
            <p:cNvCxnSpPr>
              <a:cxnSpLocks/>
            </p:cNvCxnSpPr>
            <p:nvPr/>
          </p:nvCxnSpPr>
          <p:spPr>
            <a:xfrm>
              <a:off x="3467597" y="2186847"/>
              <a:ext cx="4766039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63AAD8E-750B-40D4-BB73-B9981670FE62}"/>
              </a:ext>
            </a:extLst>
          </p:cNvPr>
          <p:cNvCxnSpPr>
            <a:cxnSpLocks/>
          </p:cNvCxnSpPr>
          <p:nvPr/>
        </p:nvCxnSpPr>
        <p:spPr>
          <a:xfrm>
            <a:off x="1653627" y="2356385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671A003D-A9ED-4B8B-A0D1-7157034A64D3}"/>
              </a:ext>
            </a:extLst>
          </p:cNvPr>
          <p:cNvSpPr txBox="1"/>
          <p:nvPr/>
        </p:nvSpPr>
        <p:spPr>
          <a:xfrm>
            <a:off x="2215762" y="1897200"/>
            <a:ext cx="131017" cy="188848"/>
          </a:xfrm>
          <a:custGeom>
            <a:avLst/>
            <a:gdLst/>
            <a:ahLst/>
            <a:cxnLst/>
            <a:rect l="l" t="t" r="r" b="b"/>
            <a:pathLst>
              <a:path w="105705" h="152363"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2481" y="142094"/>
                </a:lnTo>
                <a:lnTo>
                  <a:pt x="59940" y="142094"/>
                </a:lnTo>
                <a:cubicBezTo>
                  <a:pt x="64926" y="142094"/>
                  <a:pt x="68851" y="141610"/>
                  <a:pt x="71716" y="140643"/>
                </a:cubicBezTo>
                <a:cubicBezTo>
                  <a:pt x="74581" y="139676"/>
                  <a:pt x="77297" y="137908"/>
                  <a:pt x="79864" y="135341"/>
                </a:cubicBezTo>
                <a:cubicBezTo>
                  <a:pt x="82432" y="132774"/>
                  <a:pt x="84943" y="129295"/>
                  <a:pt x="87399" y="124904"/>
                </a:cubicBezTo>
                <a:cubicBezTo>
                  <a:pt x="89855" y="120514"/>
                  <a:pt x="92347" y="115044"/>
                  <a:pt x="94877" y="108496"/>
                </a:cubicBezTo>
                <a:lnTo>
                  <a:pt x="105705" y="108496"/>
                </a:lnTo>
                <a:lnTo>
                  <a:pt x="94431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2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1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F15CAA3B-B11E-46B6-BDDF-8E0F80A7B15D}"/>
              </a:ext>
            </a:extLst>
          </p:cNvPr>
          <p:cNvCxnSpPr>
            <a:cxnSpLocks/>
          </p:cNvCxnSpPr>
          <p:nvPr/>
        </p:nvCxnSpPr>
        <p:spPr>
          <a:xfrm>
            <a:off x="1994976" y="2665805"/>
            <a:ext cx="4415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D444A44-693C-4210-8A21-F05C65FBFA65}"/>
              </a:ext>
            </a:extLst>
          </p:cNvPr>
          <p:cNvSpPr txBox="1"/>
          <p:nvPr/>
        </p:nvSpPr>
        <p:spPr>
          <a:xfrm>
            <a:off x="6555945" y="723006"/>
            <a:ext cx="1029309" cy="294530"/>
          </a:xfrm>
          <a:custGeom>
            <a:avLst/>
            <a:gdLst/>
            <a:ahLst/>
            <a:cxnLst/>
            <a:rect l="l" t="t" r="r" b="b"/>
            <a:pathLst>
              <a:path w="1470874" h="420881">
                <a:moveTo>
                  <a:pt x="330993" y="250896"/>
                </a:moveTo>
                <a:lnTo>
                  <a:pt x="606028" y="250896"/>
                </a:lnTo>
                <a:lnTo>
                  <a:pt x="606028" y="280587"/>
                </a:lnTo>
                <a:lnTo>
                  <a:pt x="330993" y="280587"/>
                </a:lnTo>
                <a:close/>
                <a:moveTo>
                  <a:pt x="1108022" y="203797"/>
                </a:moveTo>
                <a:lnTo>
                  <a:pt x="1108022" y="301409"/>
                </a:lnTo>
                <a:lnTo>
                  <a:pt x="1184996" y="301409"/>
                </a:lnTo>
                <a:lnTo>
                  <a:pt x="1184996" y="203797"/>
                </a:lnTo>
                <a:close/>
                <a:moveTo>
                  <a:pt x="1276064" y="178058"/>
                </a:moveTo>
                <a:cubicBezTo>
                  <a:pt x="1306163" y="212543"/>
                  <a:pt x="1329388" y="243718"/>
                  <a:pt x="1345737" y="271584"/>
                </a:cubicBezTo>
                <a:lnTo>
                  <a:pt x="1313276" y="291708"/>
                </a:lnTo>
                <a:cubicBezTo>
                  <a:pt x="1297065" y="259423"/>
                  <a:pt x="1275236" y="227974"/>
                  <a:pt x="1247789" y="197360"/>
                </a:cubicBezTo>
                <a:close/>
                <a:moveTo>
                  <a:pt x="330993" y="158250"/>
                </a:moveTo>
                <a:lnTo>
                  <a:pt x="606028" y="158250"/>
                </a:lnTo>
                <a:lnTo>
                  <a:pt x="606028" y="187941"/>
                </a:lnTo>
                <a:lnTo>
                  <a:pt x="330993" y="187941"/>
                </a:lnTo>
                <a:close/>
                <a:moveTo>
                  <a:pt x="1108022" y="72830"/>
                </a:moveTo>
                <a:lnTo>
                  <a:pt x="1108022" y="174036"/>
                </a:lnTo>
                <a:lnTo>
                  <a:pt x="1184996" y="174036"/>
                </a:lnTo>
                <a:lnTo>
                  <a:pt x="1184996" y="72830"/>
                </a:lnTo>
                <a:close/>
                <a:moveTo>
                  <a:pt x="64070" y="72748"/>
                </a:moveTo>
                <a:lnTo>
                  <a:pt x="117648" y="72748"/>
                </a:lnTo>
                <a:lnTo>
                  <a:pt x="104700" y="128559"/>
                </a:lnTo>
                <a:lnTo>
                  <a:pt x="158948" y="128559"/>
                </a:lnTo>
                <a:lnTo>
                  <a:pt x="152920" y="156464"/>
                </a:lnTo>
                <a:lnTo>
                  <a:pt x="98226" y="156464"/>
                </a:lnTo>
                <a:lnTo>
                  <a:pt x="76572" y="245761"/>
                </a:lnTo>
                <a:cubicBezTo>
                  <a:pt x="72851" y="261090"/>
                  <a:pt x="70284" y="272736"/>
                  <a:pt x="68870" y="280698"/>
                </a:cubicBezTo>
                <a:cubicBezTo>
                  <a:pt x="67456" y="288661"/>
                  <a:pt x="66749" y="295395"/>
                  <a:pt x="66749" y="300902"/>
                </a:cubicBezTo>
                <a:cubicBezTo>
                  <a:pt x="66749" y="307897"/>
                  <a:pt x="68014" y="312994"/>
                  <a:pt x="70544" y="316194"/>
                </a:cubicBezTo>
                <a:cubicBezTo>
                  <a:pt x="73074" y="319394"/>
                  <a:pt x="76795" y="320994"/>
                  <a:pt x="81706" y="320994"/>
                </a:cubicBezTo>
                <a:cubicBezTo>
                  <a:pt x="88403" y="320994"/>
                  <a:pt x="95287" y="318612"/>
                  <a:pt x="102356" y="313850"/>
                </a:cubicBezTo>
                <a:cubicBezTo>
                  <a:pt x="109425" y="309087"/>
                  <a:pt x="117053" y="301720"/>
                  <a:pt x="125238" y="291749"/>
                </a:cubicBezTo>
                <a:lnTo>
                  <a:pt x="142428" y="309385"/>
                </a:lnTo>
                <a:cubicBezTo>
                  <a:pt x="127396" y="325905"/>
                  <a:pt x="113593" y="337402"/>
                  <a:pt x="101017" y="343876"/>
                </a:cubicBezTo>
                <a:cubicBezTo>
                  <a:pt x="88441" y="350350"/>
                  <a:pt x="73595" y="353587"/>
                  <a:pt x="56480" y="353587"/>
                </a:cubicBezTo>
                <a:cubicBezTo>
                  <a:pt x="39513" y="353587"/>
                  <a:pt x="26491" y="349234"/>
                  <a:pt x="17412" y="340527"/>
                </a:cubicBezTo>
                <a:cubicBezTo>
                  <a:pt x="8334" y="331821"/>
                  <a:pt x="3795" y="319803"/>
                  <a:pt x="3795" y="304474"/>
                </a:cubicBezTo>
                <a:cubicBezTo>
                  <a:pt x="3795" y="297479"/>
                  <a:pt x="4316" y="290819"/>
                  <a:pt x="5357" y="284493"/>
                </a:cubicBezTo>
                <a:cubicBezTo>
                  <a:pt x="6399" y="278168"/>
                  <a:pt x="8557" y="267788"/>
                  <a:pt x="11831" y="253351"/>
                </a:cubicBezTo>
                <a:lnTo>
                  <a:pt x="34825" y="156464"/>
                </a:lnTo>
                <a:lnTo>
                  <a:pt x="0" y="156464"/>
                </a:lnTo>
                <a:lnTo>
                  <a:pt x="4241" y="138381"/>
                </a:lnTo>
                <a:cubicBezTo>
                  <a:pt x="14659" y="138381"/>
                  <a:pt x="22547" y="137414"/>
                  <a:pt x="27905" y="135479"/>
                </a:cubicBezTo>
                <a:cubicBezTo>
                  <a:pt x="33263" y="133545"/>
                  <a:pt x="37765" y="130642"/>
                  <a:pt x="41411" y="126773"/>
                </a:cubicBezTo>
                <a:cubicBezTo>
                  <a:pt x="45057" y="122903"/>
                  <a:pt x="48592" y="117025"/>
                  <a:pt x="52015" y="109137"/>
                </a:cubicBezTo>
                <a:cubicBezTo>
                  <a:pt x="55438" y="101249"/>
                  <a:pt x="59456" y="89119"/>
                  <a:pt x="64070" y="72748"/>
                </a:cubicBezTo>
                <a:close/>
                <a:moveTo>
                  <a:pt x="901079" y="66721"/>
                </a:moveTo>
                <a:cubicBezTo>
                  <a:pt x="890513" y="66721"/>
                  <a:pt x="882178" y="71372"/>
                  <a:pt x="876076" y="80673"/>
                </a:cubicBezTo>
                <a:cubicBezTo>
                  <a:pt x="869974" y="89975"/>
                  <a:pt x="865584" y="103816"/>
                  <a:pt x="862905" y="122196"/>
                </a:cubicBezTo>
                <a:cubicBezTo>
                  <a:pt x="860226" y="140577"/>
                  <a:pt x="858887" y="164501"/>
                  <a:pt x="858887" y="193969"/>
                </a:cubicBezTo>
                <a:cubicBezTo>
                  <a:pt x="858887" y="226711"/>
                  <a:pt x="860338" y="252756"/>
                  <a:pt x="863240" y="272104"/>
                </a:cubicBezTo>
                <a:cubicBezTo>
                  <a:pt x="866142" y="291451"/>
                  <a:pt x="870718" y="305701"/>
                  <a:pt x="876969" y="314854"/>
                </a:cubicBezTo>
                <a:cubicBezTo>
                  <a:pt x="883220" y="324007"/>
                  <a:pt x="891554" y="328584"/>
                  <a:pt x="901972" y="328584"/>
                </a:cubicBezTo>
                <a:cubicBezTo>
                  <a:pt x="907628" y="328584"/>
                  <a:pt x="912576" y="327207"/>
                  <a:pt x="916818" y="324454"/>
                </a:cubicBezTo>
                <a:cubicBezTo>
                  <a:pt x="921060" y="321700"/>
                  <a:pt x="924855" y="317384"/>
                  <a:pt x="928203" y="311506"/>
                </a:cubicBezTo>
                <a:cubicBezTo>
                  <a:pt x="931552" y="305627"/>
                  <a:pt x="934417" y="297814"/>
                  <a:pt x="936798" y="288065"/>
                </a:cubicBezTo>
                <a:cubicBezTo>
                  <a:pt x="939179" y="278317"/>
                  <a:pt x="940891" y="266188"/>
                  <a:pt x="941933" y="251677"/>
                </a:cubicBezTo>
                <a:cubicBezTo>
                  <a:pt x="942975" y="237166"/>
                  <a:pt x="943495" y="220981"/>
                  <a:pt x="943495" y="203122"/>
                </a:cubicBezTo>
                <a:cubicBezTo>
                  <a:pt x="943495" y="176481"/>
                  <a:pt x="942491" y="154083"/>
                  <a:pt x="940482" y="135926"/>
                </a:cubicBezTo>
                <a:cubicBezTo>
                  <a:pt x="938473" y="117769"/>
                  <a:pt x="935608" y="103779"/>
                  <a:pt x="931887" y="93956"/>
                </a:cubicBezTo>
                <a:cubicBezTo>
                  <a:pt x="928166" y="84134"/>
                  <a:pt x="923776" y="77139"/>
                  <a:pt x="918716" y="72971"/>
                </a:cubicBezTo>
                <a:cubicBezTo>
                  <a:pt x="913655" y="68804"/>
                  <a:pt x="907777" y="66721"/>
                  <a:pt x="901079" y="66721"/>
                </a:cubicBezTo>
                <a:close/>
                <a:moveTo>
                  <a:pt x="902419" y="41718"/>
                </a:moveTo>
                <a:cubicBezTo>
                  <a:pt x="939031" y="41718"/>
                  <a:pt x="966341" y="54182"/>
                  <a:pt x="984349" y="79111"/>
                </a:cubicBezTo>
                <a:cubicBezTo>
                  <a:pt x="1002357" y="104039"/>
                  <a:pt x="1011361" y="142177"/>
                  <a:pt x="1011361" y="193522"/>
                </a:cubicBezTo>
                <a:cubicBezTo>
                  <a:pt x="1011361" y="246207"/>
                  <a:pt x="1001799" y="286056"/>
                  <a:pt x="982674" y="313068"/>
                </a:cubicBezTo>
                <a:cubicBezTo>
                  <a:pt x="963550" y="340081"/>
                  <a:pt x="935459" y="353587"/>
                  <a:pt x="898401" y="353587"/>
                </a:cubicBezTo>
                <a:cubicBezTo>
                  <a:pt x="861789" y="353587"/>
                  <a:pt x="834739" y="340899"/>
                  <a:pt x="817252" y="315524"/>
                </a:cubicBezTo>
                <a:cubicBezTo>
                  <a:pt x="799765" y="290149"/>
                  <a:pt x="791021" y="251788"/>
                  <a:pt x="791021" y="200443"/>
                </a:cubicBezTo>
                <a:cubicBezTo>
                  <a:pt x="791021" y="148948"/>
                  <a:pt x="800769" y="109620"/>
                  <a:pt x="820266" y="82459"/>
                </a:cubicBezTo>
                <a:cubicBezTo>
                  <a:pt x="839762" y="55298"/>
                  <a:pt x="867147" y="41718"/>
                  <a:pt x="902419" y="41718"/>
                </a:cubicBezTo>
                <a:close/>
                <a:moveTo>
                  <a:pt x="1068831" y="37226"/>
                </a:moveTo>
                <a:cubicBezTo>
                  <a:pt x="1081828" y="39926"/>
                  <a:pt x="1107786" y="41276"/>
                  <a:pt x="1146705" y="41276"/>
                </a:cubicBezTo>
                <a:cubicBezTo>
                  <a:pt x="1185625" y="41276"/>
                  <a:pt x="1211602" y="39926"/>
                  <a:pt x="1224637" y="37226"/>
                </a:cubicBezTo>
                <a:cubicBezTo>
                  <a:pt x="1222846" y="48361"/>
                  <a:pt x="1221951" y="66480"/>
                  <a:pt x="1221951" y="91583"/>
                </a:cubicBezTo>
                <a:lnTo>
                  <a:pt x="1221951" y="309110"/>
                </a:lnTo>
                <a:cubicBezTo>
                  <a:pt x="1221951" y="328455"/>
                  <a:pt x="1222996" y="349715"/>
                  <a:pt x="1225087" y="372889"/>
                </a:cubicBezTo>
                <a:lnTo>
                  <a:pt x="1184996" y="372889"/>
                </a:lnTo>
                <a:lnTo>
                  <a:pt x="1184996" y="331177"/>
                </a:lnTo>
                <a:lnTo>
                  <a:pt x="1108022" y="331177"/>
                </a:lnTo>
                <a:lnTo>
                  <a:pt x="1108022" y="384105"/>
                </a:lnTo>
                <a:lnTo>
                  <a:pt x="1068381" y="384105"/>
                </a:lnTo>
                <a:cubicBezTo>
                  <a:pt x="1070477" y="363703"/>
                  <a:pt x="1071525" y="340797"/>
                  <a:pt x="1071525" y="315389"/>
                </a:cubicBezTo>
                <a:lnTo>
                  <a:pt x="1071525" y="91583"/>
                </a:lnTo>
                <a:cubicBezTo>
                  <a:pt x="1071525" y="68037"/>
                  <a:pt x="1070627" y="49918"/>
                  <a:pt x="1068831" y="37226"/>
                </a:cubicBezTo>
                <a:close/>
                <a:moveTo>
                  <a:pt x="1360811" y="0"/>
                </a:moveTo>
                <a:cubicBezTo>
                  <a:pt x="1371917" y="2400"/>
                  <a:pt x="1385102" y="3600"/>
                  <a:pt x="1400366" y="3600"/>
                </a:cubicBezTo>
                <a:cubicBezTo>
                  <a:pt x="1408500" y="3600"/>
                  <a:pt x="1412567" y="5927"/>
                  <a:pt x="1412567" y="10580"/>
                </a:cubicBezTo>
                <a:cubicBezTo>
                  <a:pt x="1412567" y="15233"/>
                  <a:pt x="1410848" y="18531"/>
                  <a:pt x="1407409" y="20474"/>
                </a:cubicBezTo>
                <a:cubicBezTo>
                  <a:pt x="1403971" y="22417"/>
                  <a:pt x="1402252" y="27432"/>
                  <a:pt x="1402252" y="35519"/>
                </a:cubicBezTo>
                <a:lnTo>
                  <a:pt x="1402252" y="112142"/>
                </a:lnTo>
                <a:cubicBezTo>
                  <a:pt x="1423935" y="111890"/>
                  <a:pt x="1446809" y="110540"/>
                  <a:pt x="1470874" y="108092"/>
                </a:cubicBezTo>
                <a:lnTo>
                  <a:pt x="1470874" y="147290"/>
                </a:lnTo>
                <a:cubicBezTo>
                  <a:pt x="1451234" y="145194"/>
                  <a:pt x="1428360" y="144146"/>
                  <a:pt x="1402252" y="144146"/>
                </a:cubicBezTo>
                <a:lnTo>
                  <a:pt x="1402252" y="362038"/>
                </a:lnTo>
                <a:cubicBezTo>
                  <a:pt x="1402252" y="376926"/>
                  <a:pt x="1399825" y="388553"/>
                  <a:pt x="1394972" y="396921"/>
                </a:cubicBezTo>
                <a:cubicBezTo>
                  <a:pt x="1390119" y="405289"/>
                  <a:pt x="1380563" y="411374"/>
                  <a:pt x="1366304" y="415177"/>
                </a:cubicBezTo>
                <a:cubicBezTo>
                  <a:pt x="1352045" y="418980"/>
                  <a:pt x="1329283" y="420881"/>
                  <a:pt x="1298017" y="420881"/>
                </a:cubicBezTo>
                <a:cubicBezTo>
                  <a:pt x="1298017" y="405070"/>
                  <a:pt x="1292635" y="389313"/>
                  <a:pt x="1281872" y="373611"/>
                </a:cubicBezTo>
                <a:cubicBezTo>
                  <a:pt x="1305161" y="377207"/>
                  <a:pt x="1322517" y="379004"/>
                  <a:pt x="1333939" y="379004"/>
                </a:cubicBezTo>
                <a:cubicBezTo>
                  <a:pt x="1345362" y="379004"/>
                  <a:pt x="1353519" y="376998"/>
                  <a:pt x="1358410" y="372986"/>
                </a:cubicBezTo>
                <a:cubicBezTo>
                  <a:pt x="1363301" y="368973"/>
                  <a:pt x="1365747" y="360240"/>
                  <a:pt x="1365747" y="346786"/>
                </a:cubicBezTo>
                <a:lnTo>
                  <a:pt x="1365747" y="143696"/>
                </a:lnTo>
                <a:lnTo>
                  <a:pt x="1312912" y="143696"/>
                </a:lnTo>
                <a:cubicBezTo>
                  <a:pt x="1280603" y="143696"/>
                  <a:pt x="1250821" y="144894"/>
                  <a:pt x="1223565" y="147290"/>
                </a:cubicBezTo>
                <a:lnTo>
                  <a:pt x="1223565" y="108092"/>
                </a:lnTo>
                <a:cubicBezTo>
                  <a:pt x="1250092" y="110788"/>
                  <a:pt x="1279874" y="112135"/>
                  <a:pt x="1312912" y="112135"/>
                </a:cubicBezTo>
                <a:lnTo>
                  <a:pt x="1365747" y="112135"/>
                </a:lnTo>
                <a:cubicBezTo>
                  <a:pt x="1365747" y="56957"/>
                  <a:pt x="1364102" y="19579"/>
                  <a:pt x="136081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9CBDBD-F5C8-47FF-BDD0-95F48724D529}"/>
              </a:ext>
            </a:extLst>
          </p:cNvPr>
          <p:cNvGrpSpPr/>
          <p:nvPr/>
        </p:nvGrpSpPr>
        <p:grpSpPr>
          <a:xfrm>
            <a:off x="7857837" y="1976267"/>
            <a:ext cx="708799" cy="1032308"/>
            <a:chOff x="7857837" y="1976267"/>
            <a:chExt cx="708799" cy="1032308"/>
          </a:xfrm>
        </p:grpSpPr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EE38A92E-298B-4986-BBB9-5C2654F7D53B}"/>
                </a:ext>
              </a:extLst>
            </p:cNvPr>
            <p:cNvSpPr txBox="1"/>
            <p:nvPr/>
          </p:nvSpPr>
          <p:spPr>
            <a:xfrm>
              <a:off x="7857837" y="1976267"/>
              <a:ext cx="239745" cy="508912"/>
            </a:xfrm>
            <a:custGeom>
              <a:avLst/>
              <a:gdLst/>
              <a:ahLst/>
              <a:cxnLst/>
              <a:rect l="l" t="t" r="r" b="b"/>
              <a:pathLst>
                <a:path w="228600" h="485254">
                  <a:moveTo>
                    <a:pt x="71326" y="383679"/>
                  </a:moveTo>
                  <a:cubicBezTo>
                    <a:pt x="63736" y="383679"/>
                    <a:pt x="56927" y="386748"/>
                    <a:pt x="50899" y="392888"/>
                  </a:cubicBezTo>
                  <a:cubicBezTo>
                    <a:pt x="44872" y="399027"/>
                    <a:pt x="40128" y="407305"/>
                    <a:pt x="36668" y="417723"/>
                  </a:cubicBezTo>
                  <a:cubicBezTo>
                    <a:pt x="33208" y="428141"/>
                    <a:pt x="31477" y="438522"/>
                    <a:pt x="31477" y="448866"/>
                  </a:cubicBezTo>
                  <a:cubicBezTo>
                    <a:pt x="31477" y="456605"/>
                    <a:pt x="32538" y="462390"/>
                    <a:pt x="34659" y="466223"/>
                  </a:cubicBezTo>
                  <a:cubicBezTo>
                    <a:pt x="36779" y="470055"/>
                    <a:pt x="40333" y="471971"/>
                    <a:pt x="45318" y="471971"/>
                  </a:cubicBezTo>
                  <a:cubicBezTo>
                    <a:pt x="47625" y="471971"/>
                    <a:pt x="49969" y="471469"/>
                    <a:pt x="52351" y="470464"/>
                  </a:cubicBezTo>
                  <a:cubicBezTo>
                    <a:pt x="54732" y="469460"/>
                    <a:pt x="57206" y="467841"/>
                    <a:pt x="59773" y="465609"/>
                  </a:cubicBezTo>
                  <a:cubicBezTo>
                    <a:pt x="62341" y="463376"/>
                    <a:pt x="64871" y="460660"/>
                    <a:pt x="67364" y="457460"/>
                  </a:cubicBezTo>
                  <a:cubicBezTo>
                    <a:pt x="69856" y="454261"/>
                    <a:pt x="72145" y="451042"/>
                    <a:pt x="74228" y="447805"/>
                  </a:cubicBezTo>
                  <a:cubicBezTo>
                    <a:pt x="76312" y="444568"/>
                    <a:pt x="78247" y="440736"/>
                    <a:pt x="80033" y="436308"/>
                  </a:cubicBezTo>
                  <a:cubicBezTo>
                    <a:pt x="81818" y="431881"/>
                    <a:pt x="83344" y="426541"/>
                    <a:pt x="84609" y="420291"/>
                  </a:cubicBezTo>
                  <a:lnTo>
                    <a:pt x="85614" y="415491"/>
                  </a:lnTo>
                  <a:cubicBezTo>
                    <a:pt x="86730" y="410133"/>
                    <a:pt x="87288" y="405073"/>
                    <a:pt x="87288" y="400310"/>
                  </a:cubicBezTo>
                  <a:cubicBezTo>
                    <a:pt x="87288" y="394506"/>
                    <a:pt x="86060" y="390283"/>
                    <a:pt x="83604" y="387641"/>
                  </a:cubicBezTo>
                  <a:cubicBezTo>
                    <a:pt x="81149" y="385000"/>
                    <a:pt x="77056" y="383679"/>
                    <a:pt x="71326" y="383679"/>
                  </a:cubicBezTo>
                  <a:close/>
                  <a:moveTo>
                    <a:pt x="176994" y="349188"/>
                  </a:moveTo>
                  <a:lnTo>
                    <a:pt x="192398" y="349188"/>
                  </a:lnTo>
                  <a:lnTo>
                    <a:pt x="186259" y="376758"/>
                  </a:lnTo>
                  <a:lnTo>
                    <a:pt x="220191" y="376758"/>
                  </a:lnTo>
                  <a:lnTo>
                    <a:pt x="217736" y="388032"/>
                  </a:lnTo>
                  <a:lnTo>
                    <a:pt x="183803" y="388032"/>
                  </a:lnTo>
                  <a:lnTo>
                    <a:pt x="173869" y="431341"/>
                  </a:lnTo>
                  <a:cubicBezTo>
                    <a:pt x="171934" y="439750"/>
                    <a:pt x="170706" y="445796"/>
                    <a:pt x="170185" y="449480"/>
                  </a:cubicBezTo>
                  <a:cubicBezTo>
                    <a:pt x="169664" y="453163"/>
                    <a:pt x="169404" y="456121"/>
                    <a:pt x="169404" y="458353"/>
                  </a:cubicBezTo>
                  <a:cubicBezTo>
                    <a:pt x="169404" y="467581"/>
                    <a:pt x="173236" y="472194"/>
                    <a:pt x="180901" y="472194"/>
                  </a:cubicBezTo>
                  <a:cubicBezTo>
                    <a:pt x="184175" y="472194"/>
                    <a:pt x="187654" y="470948"/>
                    <a:pt x="191337" y="468455"/>
                  </a:cubicBezTo>
                  <a:cubicBezTo>
                    <a:pt x="195021" y="465962"/>
                    <a:pt x="199393" y="461702"/>
                    <a:pt x="204453" y="455674"/>
                  </a:cubicBezTo>
                  <a:lnTo>
                    <a:pt x="210927" y="462372"/>
                  </a:lnTo>
                  <a:cubicBezTo>
                    <a:pt x="204453" y="470185"/>
                    <a:pt x="198221" y="475952"/>
                    <a:pt x="192230" y="479673"/>
                  </a:cubicBezTo>
                  <a:cubicBezTo>
                    <a:pt x="186240" y="483394"/>
                    <a:pt x="179971" y="485254"/>
                    <a:pt x="173422" y="485254"/>
                  </a:cubicBezTo>
                  <a:cubicBezTo>
                    <a:pt x="157870" y="485254"/>
                    <a:pt x="150093" y="477403"/>
                    <a:pt x="150093" y="461702"/>
                  </a:cubicBezTo>
                  <a:cubicBezTo>
                    <a:pt x="150093" y="456716"/>
                    <a:pt x="150726" y="451470"/>
                    <a:pt x="151991" y="445963"/>
                  </a:cubicBezTo>
                  <a:lnTo>
                    <a:pt x="165162" y="388032"/>
                  </a:lnTo>
                  <a:lnTo>
                    <a:pt x="146410" y="388032"/>
                  </a:lnTo>
                  <a:lnTo>
                    <a:pt x="148084" y="380330"/>
                  </a:lnTo>
                  <a:cubicBezTo>
                    <a:pt x="152475" y="380256"/>
                    <a:pt x="155805" y="379921"/>
                    <a:pt x="158074" y="379326"/>
                  </a:cubicBezTo>
                  <a:cubicBezTo>
                    <a:pt x="160344" y="378730"/>
                    <a:pt x="162241" y="377912"/>
                    <a:pt x="163767" y="376870"/>
                  </a:cubicBezTo>
                  <a:cubicBezTo>
                    <a:pt x="165292" y="375828"/>
                    <a:pt x="166688" y="374340"/>
                    <a:pt x="167953" y="372405"/>
                  </a:cubicBezTo>
                  <a:cubicBezTo>
                    <a:pt x="169218" y="370470"/>
                    <a:pt x="170446" y="367996"/>
                    <a:pt x="171636" y="364982"/>
                  </a:cubicBezTo>
                  <a:cubicBezTo>
                    <a:pt x="172827" y="361969"/>
                    <a:pt x="174613" y="356704"/>
                    <a:pt x="176994" y="349188"/>
                  </a:cubicBezTo>
                  <a:close/>
                  <a:moveTo>
                    <a:pt x="118095" y="323850"/>
                  </a:moveTo>
                  <a:lnTo>
                    <a:pt x="124681" y="323850"/>
                  </a:lnTo>
                  <a:lnTo>
                    <a:pt x="96887" y="447415"/>
                  </a:lnTo>
                  <a:cubicBezTo>
                    <a:pt x="95250" y="454707"/>
                    <a:pt x="94432" y="460214"/>
                    <a:pt x="94432" y="463934"/>
                  </a:cubicBezTo>
                  <a:cubicBezTo>
                    <a:pt x="94432" y="466911"/>
                    <a:pt x="94915" y="469069"/>
                    <a:pt x="95883" y="470408"/>
                  </a:cubicBezTo>
                  <a:cubicBezTo>
                    <a:pt x="96850" y="471748"/>
                    <a:pt x="98376" y="472418"/>
                    <a:pt x="100459" y="472418"/>
                  </a:cubicBezTo>
                  <a:cubicBezTo>
                    <a:pt x="102692" y="472418"/>
                    <a:pt x="105073" y="471506"/>
                    <a:pt x="107603" y="469683"/>
                  </a:cubicBezTo>
                  <a:cubicBezTo>
                    <a:pt x="110133" y="467860"/>
                    <a:pt x="113705" y="464381"/>
                    <a:pt x="118319" y="459246"/>
                  </a:cubicBezTo>
                  <a:lnTo>
                    <a:pt x="124681" y="465497"/>
                  </a:lnTo>
                  <a:cubicBezTo>
                    <a:pt x="117835" y="472715"/>
                    <a:pt x="112068" y="477813"/>
                    <a:pt x="107380" y="480789"/>
                  </a:cubicBezTo>
                  <a:cubicBezTo>
                    <a:pt x="102692" y="483766"/>
                    <a:pt x="97631" y="485254"/>
                    <a:pt x="92199" y="485254"/>
                  </a:cubicBezTo>
                  <a:cubicBezTo>
                    <a:pt x="87586" y="485254"/>
                    <a:pt x="83902" y="483729"/>
                    <a:pt x="81149" y="480678"/>
                  </a:cubicBezTo>
                  <a:cubicBezTo>
                    <a:pt x="78395" y="477627"/>
                    <a:pt x="77019" y="473571"/>
                    <a:pt x="77019" y="468511"/>
                  </a:cubicBezTo>
                  <a:cubicBezTo>
                    <a:pt x="77019" y="464418"/>
                    <a:pt x="77875" y="460065"/>
                    <a:pt x="79586" y="455451"/>
                  </a:cubicBezTo>
                  <a:lnTo>
                    <a:pt x="78135" y="455005"/>
                  </a:lnTo>
                  <a:cubicBezTo>
                    <a:pt x="70991" y="465423"/>
                    <a:pt x="64220" y="473050"/>
                    <a:pt x="57820" y="477887"/>
                  </a:cubicBezTo>
                  <a:cubicBezTo>
                    <a:pt x="51420" y="482724"/>
                    <a:pt x="44649" y="485142"/>
                    <a:pt x="37505" y="485142"/>
                  </a:cubicBezTo>
                  <a:cubicBezTo>
                    <a:pt x="29319" y="485142"/>
                    <a:pt x="22976" y="482054"/>
                    <a:pt x="18474" y="475878"/>
                  </a:cubicBezTo>
                  <a:cubicBezTo>
                    <a:pt x="13971" y="469702"/>
                    <a:pt x="11720" y="461032"/>
                    <a:pt x="11720" y="449870"/>
                  </a:cubicBezTo>
                  <a:cubicBezTo>
                    <a:pt x="11720" y="437071"/>
                    <a:pt x="14232" y="424774"/>
                    <a:pt x="19255" y="412979"/>
                  </a:cubicBezTo>
                  <a:cubicBezTo>
                    <a:pt x="24278" y="401185"/>
                    <a:pt x="31180" y="391883"/>
                    <a:pt x="39961" y="385074"/>
                  </a:cubicBezTo>
                  <a:cubicBezTo>
                    <a:pt x="48741" y="378265"/>
                    <a:pt x="58527" y="374861"/>
                    <a:pt x="69317" y="374861"/>
                  </a:cubicBezTo>
                  <a:cubicBezTo>
                    <a:pt x="73856" y="374861"/>
                    <a:pt x="78042" y="375326"/>
                    <a:pt x="81874" y="376256"/>
                  </a:cubicBezTo>
                  <a:cubicBezTo>
                    <a:pt x="85707" y="377186"/>
                    <a:pt x="89632" y="378805"/>
                    <a:pt x="93650" y="381112"/>
                  </a:cubicBezTo>
                  <a:lnTo>
                    <a:pt x="99455" y="355327"/>
                  </a:lnTo>
                  <a:cubicBezTo>
                    <a:pt x="100050" y="352871"/>
                    <a:pt x="100571" y="350155"/>
                    <a:pt x="101017" y="347179"/>
                  </a:cubicBezTo>
                  <a:cubicBezTo>
                    <a:pt x="101464" y="344202"/>
                    <a:pt x="101687" y="341598"/>
                    <a:pt x="101687" y="339365"/>
                  </a:cubicBezTo>
                  <a:cubicBezTo>
                    <a:pt x="101687" y="337133"/>
                    <a:pt x="101278" y="335440"/>
                    <a:pt x="100459" y="334287"/>
                  </a:cubicBezTo>
                  <a:cubicBezTo>
                    <a:pt x="99641" y="333133"/>
                    <a:pt x="98469" y="332296"/>
                    <a:pt x="96943" y="331775"/>
                  </a:cubicBezTo>
                  <a:cubicBezTo>
                    <a:pt x="95418" y="331254"/>
                    <a:pt x="92683" y="330882"/>
                    <a:pt x="88739" y="330659"/>
                  </a:cubicBezTo>
                  <a:lnTo>
                    <a:pt x="90078" y="324855"/>
                  </a:lnTo>
                  <a:close/>
                  <a:moveTo>
                    <a:pt x="0" y="264393"/>
                  </a:moveTo>
                  <a:lnTo>
                    <a:pt x="76200" y="264393"/>
                  </a:lnTo>
                  <a:lnTo>
                    <a:pt x="152400" y="264393"/>
                  </a:lnTo>
                  <a:lnTo>
                    <a:pt x="228600" y="264393"/>
                  </a:lnTo>
                  <a:lnTo>
                    <a:pt x="228600" y="273918"/>
                  </a:lnTo>
                  <a:lnTo>
                    <a:pt x="152400" y="273918"/>
                  </a:lnTo>
                  <a:lnTo>
                    <a:pt x="76200" y="273918"/>
                  </a:lnTo>
                  <a:lnTo>
                    <a:pt x="0" y="273918"/>
                  </a:lnTo>
                  <a:close/>
                  <a:moveTo>
                    <a:pt x="80851" y="59829"/>
                  </a:moveTo>
                  <a:cubicBezTo>
                    <a:pt x="73261" y="59829"/>
                    <a:pt x="66452" y="62898"/>
                    <a:pt x="60424" y="69038"/>
                  </a:cubicBezTo>
                  <a:cubicBezTo>
                    <a:pt x="54397" y="75177"/>
                    <a:pt x="49653" y="83455"/>
                    <a:pt x="46193" y="93873"/>
                  </a:cubicBezTo>
                  <a:cubicBezTo>
                    <a:pt x="42733" y="104291"/>
                    <a:pt x="41002" y="114672"/>
                    <a:pt x="41002" y="125016"/>
                  </a:cubicBezTo>
                  <a:cubicBezTo>
                    <a:pt x="41002" y="132755"/>
                    <a:pt x="42063" y="138540"/>
                    <a:pt x="44184" y="142373"/>
                  </a:cubicBezTo>
                  <a:cubicBezTo>
                    <a:pt x="46304" y="146205"/>
                    <a:pt x="49858" y="148121"/>
                    <a:pt x="54843" y="148121"/>
                  </a:cubicBezTo>
                  <a:cubicBezTo>
                    <a:pt x="57150" y="148121"/>
                    <a:pt x="59494" y="147619"/>
                    <a:pt x="61876" y="146614"/>
                  </a:cubicBezTo>
                  <a:cubicBezTo>
                    <a:pt x="64257" y="145610"/>
                    <a:pt x="66731" y="143991"/>
                    <a:pt x="69298" y="141759"/>
                  </a:cubicBezTo>
                  <a:cubicBezTo>
                    <a:pt x="71866" y="139526"/>
                    <a:pt x="74396" y="136810"/>
                    <a:pt x="76889" y="133610"/>
                  </a:cubicBezTo>
                  <a:cubicBezTo>
                    <a:pt x="79381" y="130411"/>
                    <a:pt x="81670" y="127192"/>
                    <a:pt x="83753" y="123955"/>
                  </a:cubicBezTo>
                  <a:cubicBezTo>
                    <a:pt x="85837" y="120718"/>
                    <a:pt x="87772" y="116886"/>
                    <a:pt x="89558" y="112458"/>
                  </a:cubicBezTo>
                  <a:cubicBezTo>
                    <a:pt x="91343" y="108031"/>
                    <a:pt x="92869" y="102691"/>
                    <a:pt x="94134" y="96441"/>
                  </a:cubicBezTo>
                  <a:lnTo>
                    <a:pt x="95139" y="91641"/>
                  </a:lnTo>
                  <a:cubicBezTo>
                    <a:pt x="96255" y="86283"/>
                    <a:pt x="96813" y="81223"/>
                    <a:pt x="96813" y="76460"/>
                  </a:cubicBezTo>
                  <a:cubicBezTo>
                    <a:pt x="96813" y="70656"/>
                    <a:pt x="95585" y="66433"/>
                    <a:pt x="93129" y="63791"/>
                  </a:cubicBezTo>
                  <a:cubicBezTo>
                    <a:pt x="90674" y="61150"/>
                    <a:pt x="86581" y="59829"/>
                    <a:pt x="80851" y="59829"/>
                  </a:cubicBezTo>
                  <a:close/>
                  <a:moveTo>
                    <a:pt x="189198" y="51904"/>
                  </a:moveTo>
                  <a:lnTo>
                    <a:pt x="195784" y="51904"/>
                  </a:lnTo>
                  <a:lnTo>
                    <a:pt x="179710" y="123565"/>
                  </a:lnTo>
                  <a:cubicBezTo>
                    <a:pt x="178073" y="130857"/>
                    <a:pt x="177255" y="136364"/>
                    <a:pt x="177255" y="140084"/>
                  </a:cubicBezTo>
                  <a:cubicBezTo>
                    <a:pt x="177255" y="143061"/>
                    <a:pt x="177738" y="145219"/>
                    <a:pt x="178706" y="146558"/>
                  </a:cubicBezTo>
                  <a:cubicBezTo>
                    <a:pt x="179673" y="147898"/>
                    <a:pt x="181198" y="148568"/>
                    <a:pt x="183282" y="148568"/>
                  </a:cubicBezTo>
                  <a:cubicBezTo>
                    <a:pt x="185514" y="148568"/>
                    <a:pt x="187896" y="147656"/>
                    <a:pt x="190426" y="145833"/>
                  </a:cubicBezTo>
                  <a:cubicBezTo>
                    <a:pt x="192956" y="144010"/>
                    <a:pt x="196528" y="140531"/>
                    <a:pt x="201141" y="135396"/>
                  </a:cubicBezTo>
                  <a:lnTo>
                    <a:pt x="207504" y="141647"/>
                  </a:lnTo>
                  <a:cubicBezTo>
                    <a:pt x="200211" y="149312"/>
                    <a:pt x="194295" y="154521"/>
                    <a:pt x="189756" y="157274"/>
                  </a:cubicBezTo>
                  <a:cubicBezTo>
                    <a:pt x="185217" y="160027"/>
                    <a:pt x="180119" y="161404"/>
                    <a:pt x="174464" y="161404"/>
                  </a:cubicBezTo>
                  <a:cubicBezTo>
                    <a:pt x="169627" y="161404"/>
                    <a:pt x="165758" y="159637"/>
                    <a:pt x="162855" y="156102"/>
                  </a:cubicBezTo>
                  <a:cubicBezTo>
                    <a:pt x="159953" y="152567"/>
                    <a:pt x="158502" y="148047"/>
                    <a:pt x="158502" y="142540"/>
                  </a:cubicBezTo>
                  <a:cubicBezTo>
                    <a:pt x="158502" y="136885"/>
                    <a:pt x="159544" y="129666"/>
                    <a:pt x="161628" y="120886"/>
                  </a:cubicBezTo>
                  <a:lnTo>
                    <a:pt x="169999" y="84386"/>
                  </a:lnTo>
                  <a:cubicBezTo>
                    <a:pt x="171711" y="76944"/>
                    <a:pt x="172566" y="71363"/>
                    <a:pt x="172566" y="67642"/>
                  </a:cubicBezTo>
                  <a:cubicBezTo>
                    <a:pt x="172566" y="64294"/>
                    <a:pt x="171766" y="62024"/>
                    <a:pt x="170167" y="60833"/>
                  </a:cubicBezTo>
                  <a:cubicBezTo>
                    <a:pt x="168567" y="59643"/>
                    <a:pt x="165423" y="58973"/>
                    <a:pt x="160735" y="58824"/>
                  </a:cubicBezTo>
                  <a:lnTo>
                    <a:pt x="161962" y="52908"/>
                  </a:lnTo>
                  <a:close/>
                  <a:moveTo>
                    <a:pt x="186184" y="9153"/>
                  </a:moveTo>
                  <a:lnTo>
                    <a:pt x="205941" y="9153"/>
                  </a:lnTo>
                  <a:lnTo>
                    <a:pt x="200807" y="30807"/>
                  </a:lnTo>
                  <a:lnTo>
                    <a:pt x="181050" y="30807"/>
                  </a:lnTo>
                  <a:close/>
                  <a:moveTo>
                    <a:pt x="127620" y="0"/>
                  </a:moveTo>
                  <a:lnTo>
                    <a:pt x="134206" y="0"/>
                  </a:lnTo>
                  <a:lnTo>
                    <a:pt x="106412" y="123565"/>
                  </a:lnTo>
                  <a:cubicBezTo>
                    <a:pt x="104775" y="130857"/>
                    <a:pt x="103957" y="136364"/>
                    <a:pt x="103957" y="140084"/>
                  </a:cubicBezTo>
                  <a:cubicBezTo>
                    <a:pt x="103957" y="143061"/>
                    <a:pt x="104440" y="145219"/>
                    <a:pt x="105408" y="146558"/>
                  </a:cubicBezTo>
                  <a:cubicBezTo>
                    <a:pt x="106375" y="147898"/>
                    <a:pt x="107901" y="148568"/>
                    <a:pt x="109984" y="148568"/>
                  </a:cubicBezTo>
                  <a:cubicBezTo>
                    <a:pt x="112217" y="148568"/>
                    <a:pt x="114598" y="147656"/>
                    <a:pt x="117128" y="145833"/>
                  </a:cubicBezTo>
                  <a:cubicBezTo>
                    <a:pt x="119658" y="144010"/>
                    <a:pt x="123230" y="140531"/>
                    <a:pt x="127844" y="135396"/>
                  </a:cubicBezTo>
                  <a:lnTo>
                    <a:pt x="134206" y="141647"/>
                  </a:lnTo>
                  <a:cubicBezTo>
                    <a:pt x="127360" y="148865"/>
                    <a:pt x="121593" y="153963"/>
                    <a:pt x="116905" y="156939"/>
                  </a:cubicBezTo>
                  <a:cubicBezTo>
                    <a:pt x="112217" y="159916"/>
                    <a:pt x="107156" y="161404"/>
                    <a:pt x="101724" y="161404"/>
                  </a:cubicBezTo>
                  <a:cubicBezTo>
                    <a:pt x="97111" y="161404"/>
                    <a:pt x="93427" y="159879"/>
                    <a:pt x="90674" y="156828"/>
                  </a:cubicBezTo>
                  <a:cubicBezTo>
                    <a:pt x="87920" y="153777"/>
                    <a:pt x="86544" y="149721"/>
                    <a:pt x="86544" y="144661"/>
                  </a:cubicBezTo>
                  <a:cubicBezTo>
                    <a:pt x="86544" y="140568"/>
                    <a:pt x="87400" y="136215"/>
                    <a:pt x="89111" y="131601"/>
                  </a:cubicBezTo>
                  <a:lnTo>
                    <a:pt x="87660" y="131155"/>
                  </a:lnTo>
                  <a:cubicBezTo>
                    <a:pt x="80516" y="141573"/>
                    <a:pt x="73745" y="149200"/>
                    <a:pt x="67345" y="154037"/>
                  </a:cubicBezTo>
                  <a:cubicBezTo>
                    <a:pt x="60945" y="158874"/>
                    <a:pt x="54174" y="161292"/>
                    <a:pt x="47030" y="161292"/>
                  </a:cubicBezTo>
                  <a:cubicBezTo>
                    <a:pt x="38844" y="161292"/>
                    <a:pt x="32501" y="158204"/>
                    <a:pt x="27999" y="152028"/>
                  </a:cubicBezTo>
                  <a:cubicBezTo>
                    <a:pt x="23496" y="145852"/>
                    <a:pt x="21245" y="137182"/>
                    <a:pt x="21245" y="126020"/>
                  </a:cubicBezTo>
                  <a:cubicBezTo>
                    <a:pt x="21245" y="113221"/>
                    <a:pt x="23757" y="100924"/>
                    <a:pt x="28780" y="89129"/>
                  </a:cubicBezTo>
                  <a:cubicBezTo>
                    <a:pt x="33803" y="77335"/>
                    <a:pt x="40705" y="68033"/>
                    <a:pt x="49486" y="61224"/>
                  </a:cubicBezTo>
                  <a:cubicBezTo>
                    <a:pt x="58266" y="54415"/>
                    <a:pt x="68052" y="51011"/>
                    <a:pt x="78842" y="51011"/>
                  </a:cubicBezTo>
                  <a:cubicBezTo>
                    <a:pt x="83381" y="51011"/>
                    <a:pt x="87567" y="51476"/>
                    <a:pt x="91399" y="52406"/>
                  </a:cubicBezTo>
                  <a:cubicBezTo>
                    <a:pt x="95232" y="53336"/>
                    <a:pt x="99157" y="54955"/>
                    <a:pt x="103175" y="57262"/>
                  </a:cubicBezTo>
                  <a:lnTo>
                    <a:pt x="108980" y="31477"/>
                  </a:lnTo>
                  <a:cubicBezTo>
                    <a:pt x="109575" y="29021"/>
                    <a:pt x="110096" y="26305"/>
                    <a:pt x="110542" y="23329"/>
                  </a:cubicBezTo>
                  <a:cubicBezTo>
                    <a:pt x="110989" y="20352"/>
                    <a:pt x="111212" y="17748"/>
                    <a:pt x="111212" y="15515"/>
                  </a:cubicBezTo>
                  <a:cubicBezTo>
                    <a:pt x="111212" y="13283"/>
                    <a:pt x="110803" y="11590"/>
                    <a:pt x="109984" y="10437"/>
                  </a:cubicBezTo>
                  <a:cubicBezTo>
                    <a:pt x="109166" y="9283"/>
                    <a:pt x="107994" y="8446"/>
                    <a:pt x="106468" y="7925"/>
                  </a:cubicBezTo>
                  <a:cubicBezTo>
                    <a:pt x="104943" y="7404"/>
                    <a:pt x="102208" y="7032"/>
                    <a:pt x="98264" y="6809"/>
                  </a:cubicBezTo>
                  <a:lnTo>
                    <a:pt x="99603" y="100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474C818F-8371-422F-94C2-1B11183BC5FE}"/>
                </a:ext>
              </a:extLst>
            </p:cNvPr>
            <p:cNvCxnSpPr/>
            <p:nvPr/>
          </p:nvCxnSpPr>
          <p:spPr>
            <a:xfrm>
              <a:off x="7977917" y="2544318"/>
              <a:ext cx="588719" cy="4642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F67C22B8-181F-45C0-9CA3-62913FAA1F64}"/>
              </a:ext>
            </a:extLst>
          </p:cNvPr>
          <p:cNvCxnSpPr>
            <a:cxnSpLocks/>
          </p:cNvCxnSpPr>
          <p:nvPr/>
        </p:nvCxnSpPr>
        <p:spPr>
          <a:xfrm>
            <a:off x="8526297" y="3220471"/>
            <a:ext cx="0" cy="14011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A936C9B-5944-466E-8EB3-D779853AD488}"/>
              </a:ext>
            </a:extLst>
          </p:cNvPr>
          <p:cNvGrpSpPr/>
          <p:nvPr/>
        </p:nvGrpSpPr>
        <p:grpSpPr>
          <a:xfrm>
            <a:off x="8526297" y="2744601"/>
            <a:ext cx="474045" cy="1877004"/>
            <a:chOff x="8526297" y="2744601"/>
            <a:chExt cx="474045" cy="187700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9ACFC77-BDAF-46A1-A53B-85D4DB8A36EA}"/>
                </a:ext>
              </a:extLst>
            </p:cNvPr>
            <p:cNvGrpSpPr/>
            <p:nvPr/>
          </p:nvGrpSpPr>
          <p:grpSpPr>
            <a:xfrm>
              <a:off x="8526297" y="2744601"/>
              <a:ext cx="349634" cy="1877004"/>
              <a:chOff x="8526297" y="2744601"/>
              <a:chExt cx="349634" cy="1877004"/>
            </a:xfrm>
          </p:grpSpPr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5540E3EE-C229-4648-AEB3-354A1ECEF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6297" y="4621605"/>
                <a:ext cx="349634" cy="0"/>
              </a:xfrm>
              <a:prstGeom prst="line">
                <a:avLst/>
              </a:prstGeom>
              <a:ln w="254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C8E18053-060E-4B58-9DBC-7C3599DD2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8112" y="2744601"/>
                <a:ext cx="327819" cy="149591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AA5D9607-3A4B-49BD-8F67-2B800DBC4EA9}"/>
                </a:ext>
              </a:extLst>
            </p:cNvPr>
            <p:cNvSpPr/>
            <p:nvPr/>
          </p:nvSpPr>
          <p:spPr>
            <a:xfrm>
              <a:off x="8556647" y="3241313"/>
              <a:ext cx="443695" cy="85000"/>
            </a:xfrm>
            <a:custGeom>
              <a:avLst/>
              <a:gdLst>
                <a:gd name="connsiteX0" fmla="*/ 0 w 430856"/>
                <a:gd name="connsiteY0" fmla="*/ 3456 h 62014"/>
                <a:gd name="connsiteX1" fmla="*/ 190500 w 430856"/>
                <a:gd name="connsiteY1" fmla="*/ 281 h 62014"/>
                <a:gd name="connsiteX2" fmla="*/ 298450 w 430856"/>
                <a:gd name="connsiteY2" fmla="*/ 9806 h 62014"/>
                <a:gd name="connsiteX3" fmla="*/ 415925 w 430856"/>
                <a:gd name="connsiteY3" fmla="*/ 57431 h 62014"/>
                <a:gd name="connsiteX4" fmla="*/ 425450 w 430856"/>
                <a:gd name="connsiteY4" fmla="*/ 57431 h 62014"/>
                <a:gd name="connsiteX0" fmla="*/ 0 w 430856"/>
                <a:gd name="connsiteY0" fmla="*/ 4770 h 63328"/>
                <a:gd name="connsiteX1" fmla="*/ 190500 w 430856"/>
                <a:gd name="connsiteY1" fmla="*/ 1595 h 63328"/>
                <a:gd name="connsiteX2" fmla="*/ 298450 w 430856"/>
                <a:gd name="connsiteY2" fmla="*/ 30170 h 63328"/>
                <a:gd name="connsiteX3" fmla="*/ 415925 w 430856"/>
                <a:gd name="connsiteY3" fmla="*/ 58745 h 63328"/>
                <a:gd name="connsiteX4" fmla="*/ 425450 w 430856"/>
                <a:gd name="connsiteY4" fmla="*/ 58745 h 63328"/>
                <a:gd name="connsiteX0" fmla="*/ 0 w 430856"/>
                <a:gd name="connsiteY0" fmla="*/ 1605 h 60163"/>
                <a:gd name="connsiteX1" fmla="*/ 190500 w 430856"/>
                <a:gd name="connsiteY1" fmla="*/ 3193 h 60163"/>
                <a:gd name="connsiteX2" fmla="*/ 298450 w 430856"/>
                <a:gd name="connsiteY2" fmla="*/ 27005 h 60163"/>
                <a:gd name="connsiteX3" fmla="*/ 415925 w 430856"/>
                <a:gd name="connsiteY3" fmla="*/ 55580 h 60163"/>
                <a:gd name="connsiteX4" fmla="*/ 425450 w 430856"/>
                <a:gd name="connsiteY4" fmla="*/ 55580 h 60163"/>
                <a:gd name="connsiteX0" fmla="*/ 0 w 430856"/>
                <a:gd name="connsiteY0" fmla="*/ 1605 h 60163"/>
                <a:gd name="connsiteX1" fmla="*/ 190500 w 430856"/>
                <a:gd name="connsiteY1" fmla="*/ 3193 h 60163"/>
                <a:gd name="connsiteX2" fmla="*/ 322262 w 430856"/>
                <a:gd name="connsiteY2" fmla="*/ 27005 h 60163"/>
                <a:gd name="connsiteX3" fmla="*/ 415925 w 430856"/>
                <a:gd name="connsiteY3" fmla="*/ 55580 h 60163"/>
                <a:gd name="connsiteX4" fmla="*/ 425450 w 430856"/>
                <a:gd name="connsiteY4" fmla="*/ 55580 h 60163"/>
                <a:gd name="connsiteX0" fmla="*/ 0 w 434737"/>
                <a:gd name="connsiteY0" fmla="*/ 1605 h 78538"/>
                <a:gd name="connsiteX1" fmla="*/ 190500 w 434737"/>
                <a:gd name="connsiteY1" fmla="*/ 3193 h 78538"/>
                <a:gd name="connsiteX2" fmla="*/ 322262 w 434737"/>
                <a:gd name="connsiteY2" fmla="*/ 27005 h 78538"/>
                <a:gd name="connsiteX3" fmla="*/ 423069 w 434737"/>
                <a:gd name="connsiteY3" fmla="*/ 77011 h 78538"/>
                <a:gd name="connsiteX4" fmla="*/ 425450 w 434737"/>
                <a:gd name="connsiteY4" fmla="*/ 55580 h 78538"/>
                <a:gd name="connsiteX0" fmla="*/ 0 w 423069"/>
                <a:gd name="connsiteY0" fmla="*/ 1605 h 77011"/>
                <a:gd name="connsiteX1" fmla="*/ 190500 w 423069"/>
                <a:gd name="connsiteY1" fmla="*/ 3193 h 77011"/>
                <a:gd name="connsiteX2" fmla="*/ 322262 w 423069"/>
                <a:gd name="connsiteY2" fmla="*/ 27005 h 77011"/>
                <a:gd name="connsiteX3" fmla="*/ 423069 w 423069"/>
                <a:gd name="connsiteY3" fmla="*/ 77011 h 77011"/>
                <a:gd name="connsiteX0" fmla="*/ 0 w 423069"/>
                <a:gd name="connsiteY0" fmla="*/ 880 h 76286"/>
                <a:gd name="connsiteX1" fmla="*/ 188119 w 423069"/>
                <a:gd name="connsiteY1" fmla="*/ 4849 h 76286"/>
                <a:gd name="connsiteX2" fmla="*/ 322262 w 423069"/>
                <a:gd name="connsiteY2" fmla="*/ 26280 h 76286"/>
                <a:gd name="connsiteX3" fmla="*/ 423069 w 423069"/>
                <a:gd name="connsiteY3" fmla="*/ 76286 h 76286"/>
                <a:gd name="connsiteX0" fmla="*/ 0 w 423069"/>
                <a:gd name="connsiteY0" fmla="*/ 880 h 81049"/>
                <a:gd name="connsiteX1" fmla="*/ 188119 w 423069"/>
                <a:gd name="connsiteY1" fmla="*/ 4849 h 81049"/>
                <a:gd name="connsiteX2" fmla="*/ 322262 w 423069"/>
                <a:gd name="connsiteY2" fmla="*/ 26280 h 81049"/>
                <a:gd name="connsiteX3" fmla="*/ 423069 w 423069"/>
                <a:gd name="connsiteY3" fmla="*/ 81049 h 8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069" h="81049">
                  <a:moveTo>
                    <a:pt x="0" y="880"/>
                  </a:moveTo>
                  <a:cubicBezTo>
                    <a:pt x="70379" y="-1237"/>
                    <a:pt x="134409" y="616"/>
                    <a:pt x="188119" y="4849"/>
                  </a:cubicBezTo>
                  <a:cubicBezTo>
                    <a:pt x="241829" y="9082"/>
                    <a:pt x="283104" y="13580"/>
                    <a:pt x="322262" y="26280"/>
                  </a:cubicBezTo>
                  <a:cubicBezTo>
                    <a:pt x="361420" y="38980"/>
                    <a:pt x="423069" y="81049"/>
                    <a:pt x="423069" y="81049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16862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4216E16C-67DD-4F26-9C9E-C8BDAE6FF570}"/>
              </a:ext>
            </a:extLst>
          </p:cNvPr>
          <p:cNvGrpSpPr/>
          <p:nvPr/>
        </p:nvGrpSpPr>
        <p:grpSpPr>
          <a:xfrm>
            <a:off x="7482075" y="1548869"/>
            <a:ext cx="4399960" cy="3911841"/>
            <a:chOff x="7482075" y="1548869"/>
            <a:chExt cx="4399960" cy="3911841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B71E8F08-B077-4E57-A23D-866300DBC6AD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3381968"/>
              <a:ext cx="439996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FEFC315-4361-470F-842E-6A4C3F911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075" y="1548869"/>
              <a:ext cx="0" cy="391184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84BA88F-A6D3-4825-8E01-85C07BDCDDF3}"/>
              </a:ext>
            </a:extLst>
          </p:cNvPr>
          <p:cNvCxnSpPr>
            <a:cxnSpLocks/>
          </p:cNvCxnSpPr>
          <p:nvPr/>
        </p:nvCxnSpPr>
        <p:spPr>
          <a:xfrm>
            <a:off x="10124140" y="1542542"/>
            <a:ext cx="442482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98E63AD-EBCA-48BB-BB0E-940A22B97BD3}"/>
              </a:ext>
            </a:extLst>
          </p:cNvPr>
          <p:cNvCxnSpPr>
            <a:cxnSpLocks/>
          </p:cNvCxnSpPr>
          <p:nvPr/>
        </p:nvCxnSpPr>
        <p:spPr>
          <a:xfrm>
            <a:off x="10124140" y="1815720"/>
            <a:ext cx="442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666AA02-1F2B-4DD7-AE09-BDD205CE84EC}"/>
              </a:ext>
            </a:extLst>
          </p:cNvPr>
          <p:cNvCxnSpPr>
            <a:cxnSpLocks/>
          </p:cNvCxnSpPr>
          <p:nvPr/>
        </p:nvCxnSpPr>
        <p:spPr>
          <a:xfrm>
            <a:off x="10124140" y="2088897"/>
            <a:ext cx="44248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227224B-7595-4477-A939-9240808C0D9F}"/>
              </a:ext>
            </a:extLst>
          </p:cNvPr>
          <p:cNvSpPr txBox="1"/>
          <p:nvPr/>
        </p:nvSpPr>
        <p:spPr>
          <a:xfrm>
            <a:off x="10566621" y="1397291"/>
            <a:ext cx="839232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电源电压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9F4EA1-6AAA-48AA-A90A-D932F32369EF}"/>
              </a:ext>
            </a:extLst>
          </p:cNvPr>
          <p:cNvSpPr txBox="1"/>
          <p:nvPr/>
        </p:nvSpPr>
        <p:spPr>
          <a:xfrm>
            <a:off x="10566621" y="1670468"/>
            <a:ext cx="1000623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二极管电流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78D5F5-82F5-4263-BF95-C637E548827F}"/>
              </a:ext>
            </a:extLst>
          </p:cNvPr>
          <p:cNvSpPr txBox="1"/>
          <p:nvPr/>
        </p:nvSpPr>
        <p:spPr>
          <a:xfrm>
            <a:off x="10558630" y="1943645"/>
            <a:ext cx="1323405" cy="290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二极管两端电压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64625B-4252-41BF-9AD7-E3A4D2E9C4EB}"/>
              </a:ext>
            </a:extLst>
          </p:cNvPr>
          <p:cNvGrpSpPr/>
          <p:nvPr/>
        </p:nvGrpSpPr>
        <p:grpSpPr>
          <a:xfrm>
            <a:off x="7142093" y="2665805"/>
            <a:ext cx="1424543" cy="1001251"/>
            <a:chOff x="7142093" y="2665805"/>
            <a:chExt cx="1424543" cy="1001251"/>
          </a:xfrm>
        </p:grpSpPr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2E0A487F-48FF-4DD9-9FAE-C67DF56EF491}"/>
                </a:ext>
              </a:extLst>
            </p:cNvPr>
            <p:cNvCxnSpPr>
              <a:cxnSpLocks/>
            </p:cNvCxnSpPr>
            <p:nvPr/>
          </p:nvCxnSpPr>
          <p:spPr>
            <a:xfrm>
              <a:off x="7474083" y="3220471"/>
              <a:ext cx="1057923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0ADAEC8-1F97-495A-98BF-43392428E9F6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2747595"/>
              <a:ext cx="105754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C0B8CA2-7304-4A0E-91EB-7EBFCA321219}"/>
                </a:ext>
              </a:extLst>
            </p:cNvPr>
            <p:cNvSpPr txBox="1"/>
            <p:nvPr/>
          </p:nvSpPr>
          <p:spPr>
            <a:xfrm>
              <a:off x="7159746" y="2665805"/>
              <a:ext cx="183250" cy="209435"/>
            </a:xfrm>
            <a:custGeom>
              <a:avLst/>
              <a:gdLst/>
              <a:ahLst/>
              <a:cxnLst/>
              <a:rect l="l" t="t" r="r" b="b"/>
              <a:pathLst>
                <a:path w="174984" h="199988">
                  <a:moveTo>
                    <a:pt x="96040" y="91409"/>
                  </a:moveTo>
                  <a:lnTo>
                    <a:pt x="174984" y="91409"/>
                  </a:lnTo>
                  <a:lnTo>
                    <a:pt x="169040" y="117528"/>
                  </a:lnTo>
                  <a:lnTo>
                    <a:pt x="160083" y="117528"/>
                  </a:lnTo>
                  <a:cubicBezTo>
                    <a:pt x="159804" y="114459"/>
                    <a:pt x="159525" y="111835"/>
                    <a:pt x="159246" y="109659"/>
                  </a:cubicBezTo>
                  <a:cubicBezTo>
                    <a:pt x="158967" y="107482"/>
                    <a:pt x="158464" y="105696"/>
                    <a:pt x="157739" y="104301"/>
                  </a:cubicBezTo>
                  <a:cubicBezTo>
                    <a:pt x="157013" y="102906"/>
                    <a:pt x="155981" y="101901"/>
                    <a:pt x="154641" y="101287"/>
                  </a:cubicBezTo>
                  <a:cubicBezTo>
                    <a:pt x="153302" y="100673"/>
                    <a:pt x="151460" y="100339"/>
                    <a:pt x="149116" y="100283"/>
                  </a:cubicBezTo>
                  <a:lnTo>
                    <a:pt x="121741" y="100283"/>
                  </a:lnTo>
                  <a:lnTo>
                    <a:pt x="112532" y="141052"/>
                  </a:lnTo>
                  <a:lnTo>
                    <a:pt x="129024" y="141052"/>
                  </a:lnTo>
                  <a:cubicBezTo>
                    <a:pt x="130978" y="141052"/>
                    <a:pt x="132596" y="140927"/>
                    <a:pt x="133880" y="140676"/>
                  </a:cubicBezTo>
                  <a:cubicBezTo>
                    <a:pt x="135163" y="140424"/>
                    <a:pt x="136335" y="139838"/>
                    <a:pt x="137396" y="138918"/>
                  </a:cubicBezTo>
                  <a:cubicBezTo>
                    <a:pt x="138456" y="137997"/>
                    <a:pt x="139503" y="136685"/>
                    <a:pt x="140535" y="134983"/>
                  </a:cubicBezTo>
                  <a:cubicBezTo>
                    <a:pt x="141568" y="133281"/>
                    <a:pt x="142837" y="131006"/>
                    <a:pt x="144344" y="128160"/>
                  </a:cubicBezTo>
                  <a:lnTo>
                    <a:pt x="152716" y="128160"/>
                  </a:lnTo>
                  <a:lnTo>
                    <a:pt x="144679" y="162902"/>
                  </a:lnTo>
                  <a:lnTo>
                    <a:pt x="136559" y="162902"/>
                  </a:lnTo>
                  <a:cubicBezTo>
                    <a:pt x="136559" y="159888"/>
                    <a:pt x="136475" y="157502"/>
                    <a:pt x="136307" y="155744"/>
                  </a:cubicBezTo>
                  <a:cubicBezTo>
                    <a:pt x="136140" y="153986"/>
                    <a:pt x="135777" y="152661"/>
                    <a:pt x="135219" y="151768"/>
                  </a:cubicBezTo>
                  <a:cubicBezTo>
                    <a:pt x="134661" y="150875"/>
                    <a:pt x="133824" y="150317"/>
                    <a:pt x="132708" y="150094"/>
                  </a:cubicBezTo>
                  <a:cubicBezTo>
                    <a:pt x="131592" y="149870"/>
                    <a:pt x="130085" y="149759"/>
                    <a:pt x="128187" y="149759"/>
                  </a:cubicBezTo>
                  <a:lnTo>
                    <a:pt x="110607" y="149759"/>
                  </a:lnTo>
                  <a:cubicBezTo>
                    <a:pt x="109881" y="152996"/>
                    <a:pt x="109072" y="156526"/>
                    <a:pt x="108179" y="160349"/>
                  </a:cubicBezTo>
                  <a:cubicBezTo>
                    <a:pt x="107286" y="164172"/>
                    <a:pt x="106449" y="167897"/>
                    <a:pt x="105668" y="171525"/>
                  </a:cubicBezTo>
                  <a:cubicBezTo>
                    <a:pt x="104886" y="175153"/>
                    <a:pt x="104230" y="178459"/>
                    <a:pt x="103700" y="181445"/>
                  </a:cubicBezTo>
                  <a:cubicBezTo>
                    <a:pt x="103170" y="184431"/>
                    <a:pt x="102905" y="186650"/>
                    <a:pt x="102905" y="188101"/>
                  </a:cubicBezTo>
                  <a:cubicBezTo>
                    <a:pt x="102905" y="189217"/>
                    <a:pt x="103058" y="190180"/>
                    <a:pt x="103365" y="190989"/>
                  </a:cubicBezTo>
                  <a:cubicBezTo>
                    <a:pt x="103672" y="191798"/>
                    <a:pt x="104175" y="192482"/>
                    <a:pt x="104872" y="193040"/>
                  </a:cubicBezTo>
                  <a:cubicBezTo>
                    <a:pt x="105570" y="193598"/>
                    <a:pt x="106560" y="194017"/>
                    <a:pt x="107844" y="194296"/>
                  </a:cubicBezTo>
                  <a:cubicBezTo>
                    <a:pt x="109128" y="194575"/>
                    <a:pt x="110774" y="194770"/>
                    <a:pt x="112783" y="194882"/>
                  </a:cubicBezTo>
                  <a:lnTo>
                    <a:pt x="111611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37" y="194254"/>
                    <a:pt x="80553" y="193835"/>
                  </a:cubicBezTo>
                  <a:cubicBezTo>
                    <a:pt x="81669" y="193417"/>
                    <a:pt x="82660" y="192607"/>
                    <a:pt x="83525" y="191407"/>
                  </a:cubicBezTo>
                  <a:cubicBezTo>
                    <a:pt x="84390" y="190207"/>
                    <a:pt x="85171" y="188408"/>
                    <a:pt x="85869" y="186008"/>
                  </a:cubicBezTo>
                  <a:cubicBezTo>
                    <a:pt x="86566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4" y="110301"/>
                    <a:pt x="103323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8" y="98357"/>
                  </a:cubicBezTo>
                  <a:cubicBezTo>
                    <a:pt x="100603" y="97297"/>
                    <a:pt x="98245" y="96739"/>
                    <a:pt x="94784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3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8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3" y="6493"/>
                    <a:pt x="31812" y="5693"/>
                    <a:pt x="28016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28D37A8-130E-49E9-A686-22DF4A495E23}"/>
                </a:ext>
              </a:extLst>
            </p:cNvPr>
            <p:cNvSpPr txBox="1"/>
            <p:nvPr/>
          </p:nvSpPr>
          <p:spPr>
            <a:xfrm>
              <a:off x="7142093" y="3170595"/>
              <a:ext cx="218434" cy="241457"/>
            </a:xfrm>
            <a:custGeom>
              <a:avLst/>
              <a:gdLst/>
              <a:ahLst/>
              <a:cxnLst/>
              <a:rect l="l" t="t" r="r" b="b"/>
              <a:pathLst>
                <a:path w="208280" h="230232">
                  <a:moveTo>
                    <a:pt x="158423" y="142796"/>
                  </a:moveTo>
                  <a:cubicBezTo>
                    <a:pt x="154764" y="142796"/>
                    <a:pt x="151353" y="143602"/>
                    <a:pt x="148191" y="145214"/>
                  </a:cubicBezTo>
                  <a:cubicBezTo>
                    <a:pt x="145028" y="146827"/>
                    <a:pt x="142145" y="149028"/>
                    <a:pt x="139540" y="151819"/>
                  </a:cubicBezTo>
                  <a:cubicBezTo>
                    <a:pt x="136936" y="154609"/>
                    <a:pt x="134626" y="157834"/>
                    <a:pt x="132610" y="161492"/>
                  </a:cubicBezTo>
                  <a:cubicBezTo>
                    <a:pt x="130595" y="165151"/>
                    <a:pt x="128890" y="169027"/>
                    <a:pt x="127494" y="173120"/>
                  </a:cubicBezTo>
                  <a:cubicBezTo>
                    <a:pt x="126099" y="177212"/>
                    <a:pt x="125045" y="181414"/>
                    <a:pt x="124332" y="185724"/>
                  </a:cubicBezTo>
                  <a:cubicBezTo>
                    <a:pt x="123619" y="190033"/>
                    <a:pt x="123262" y="194173"/>
                    <a:pt x="123262" y="198141"/>
                  </a:cubicBezTo>
                  <a:cubicBezTo>
                    <a:pt x="123262" y="204839"/>
                    <a:pt x="124208" y="209815"/>
                    <a:pt x="126099" y="213071"/>
                  </a:cubicBezTo>
                  <a:cubicBezTo>
                    <a:pt x="127990" y="216326"/>
                    <a:pt x="131044" y="217954"/>
                    <a:pt x="135261" y="217954"/>
                  </a:cubicBezTo>
                  <a:cubicBezTo>
                    <a:pt x="137370" y="217954"/>
                    <a:pt x="139401" y="217582"/>
                    <a:pt x="141354" y="216838"/>
                  </a:cubicBezTo>
                  <a:cubicBezTo>
                    <a:pt x="143307" y="216094"/>
                    <a:pt x="145369" y="214916"/>
                    <a:pt x="147540" y="213303"/>
                  </a:cubicBezTo>
                  <a:cubicBezTo>
                    <a:pt x="152997" y="209024"/>
                    <a:pt x="157647" y="203815"/>
                    <a:pt x="161492" y="197676"/>
                  </a:cubicBezTo>
                  <a:cubicBezTo>
                    <a:pt x="165337" y="191537"/>
                    <a:pt x="168220" y="184282"/>
                    <a:pt x="170143" y="175910"/>
                  </a:cubicBezTo>
                  <a:cubicBezTo>
                    <a:pt x="171011" y="172065"/>
                    <a:pt x="171693" y="168593"/>
                    <a:pt x="172189" y="165492"/>
                  </a:cubicBezTo>
                  <a:cubicBezTo>
                    <a:pt x="172685" y="162392"/>
                    <a:pt x="172933" y="159446"/>
                    <a:pt x="172933" y="156656"/>
                  </a:cubicBezTo>
                  <a:cubicBezTo>
                    <a:pt x="172933" y="151695"/>
                    <a:pt x="171771" y="148144"/>
                    <a:pt x="169445" y="146005"/>
                  </a:cubicBezTo>
                  <a:cubicBezTo>
                    <a:pt x="167120" y="143866"/>
                    <a:pt x="163446" y="142796"/>
                    <a:pt x="158423" y="142796"/>
                  </a:cubicBezTo>
                  <a:close/>
                  <a:moveTo>
                    <a:pt x="156748" y="133587"/>
                  </a:moveTo>
                  <a:cubicBezTo>
                    <a:pt x="161647" y="133587"/>
                    <a:pt x="165973" y="134161"/>
                    <a:pt x="169724" y="135308"/>
                  </a:cubicBezTo>
                  <a:cubicBezTo>
                    <a:pt x="173476" y="136455"/>
                    <a:pt x="176902" y="138021"/>
                    <a:pt x="180003" y="140005"/>
                  </a:cubicBezTo>
                  <a:lnTo>
                    <a:pt x="189025" y="133587"/>
                  </a:lnTo>
                  <a:lnTo>
                    <a:pt x="196560" y="135541"/>
                  </a:lnTo>
                  <a:lnTo>
                    <a:pt x="182514" y="196467"/>
                  </a:lnTo>
                  <a:cubicBezTo>
                    <a:pt x="181708" y="199940"/>
                    <a:pt x="181150" y="202808"/>
                    <a:pt x="180840" y="205071"/>
                  </a:cubicBezTo>
                  <a:cubicBezTo>
                    <a:pt x="180530" y="207335"/>
                    <a:pt x="180375" y="209335"/>
                    <a:pt x="180375" y="211071"/>
                  </a:cubicBezTo>
                  <a:cubicBezTo>
                    <a:pt x="180375" y="213427"/>
                    <a:pt x="180855" y="215133"/>
                    <a:pt x="181817" y="216187"/>
                  </a:cubicBezTo>
                  <a:cubicBezTo>
                    <a:pt x="182778" y="217241"/>
                    <a:pt x="184157" y="217768"/>
                    <a:pt x="185956" y="217768"/>
                  </a:cubicBezTo>
                  <a:cubicBezTo>
                    <a:pt x="187072" y="217768"/>
                    <a:pt x="188173" y="217551"/>
                    <a:pt x="189258" y="217117"/>
                  </a:cubicBezTo>
                  <a:cubicBezTo>
                    <a:pt x="190343" y="216683"/>
                    <a:pt x="191521" y="216001"/>
                    <a:pt x="192793" y="215071"/>
                  </a:cubicBezTo>
                  <a:cubicBezTo>
                    <a:pt x="194064" y="214140"/>
                    <a:pt x="195459" y="212947"/>
                    <a:pt x="196978" y="211489"/>
                  </a:cubicBezTo>
                  <a:cubicBezTo>
                    <a:pt x="198498" y="210032"/>
                    <a:pt x="200219" y="208280"/>
                    <a:pt x="202141" y="206234"/>
                  </a:cubicBezTo>
                  <a:cubicBezTo>
                    <a:pt x="203133" y="207288"/>
                    <a:pt x="204156" y="208327"/>
                    <a:pt x="205210" y="209350"/>
                  </a:cubicBezTo>
                  <a:cubicBezTo>
                    <a:pt x="206265" y="210373"/>
                    <a:pt x="207288" y="211381"/>
                    <a:pt x="208280" y="212373"/>
                  </a:cubicBezTo>
                  <a:cubicBezTo>
                    <a:pt x="205179" y="215536"/>
                    <a:pt x="202358" y="218249"/>
                    <a:pt x="199815" y="220512"/>
                  </a:cubicBezTo>
                  <a:cubicBezTo>
                    <a:pt x="197273" y="222776"/>
                    <a:pt x="194808" y="224636"/>
                    <a:pt x="192421" y="226093"/>
                  </a:cubicBezTo>
                  <a:cubicBezTo>
                    <a:pt x="190033" y="227550"/>
                    <a:pt x="187692" y="228605"/>
                    <a:pt x="185398" y="229256"/>
                  </a:cubicBezTo>
                  <a:cubicBezTo>
                    <a:pt x="183103" y="229907"/>
                    <a:pt x="180716" y="230232"/>
                    <a:pt x="178235" y="230232"/>
                  </a:cubicBezTo>
                  <a:cubicBezTo>
                    <a:pt x="173771" y="230232"/>
                    <a:pt x="170298" y="228791"/>
                    <a:pt x="167817" y="225907"/>
                  </a:cubicBezTo>
                  <a:cubicBezTo>
                    <a:pt x="165337" y="223024"/>
                    <a:pt x="164097" y="219070"/>
                    <a:pt x="164097" y="214047"/>
                  </a:cubicBezTo>
                  <a:cubicBezTo>
                    <a:pt x="164097" y="211257"/>
                    <a:pt x="164531" y="208590"/>
                    <a:pt x="165399" y="206048"/>
                  </a:cubicBezTo>
                  <a:lnTo>
                    <a:pt x="164097" y="205490"/>
                  </a:lnTo>
                  <a:cubicBezTo>
                    <a:pt x="160934" y="209893"/>
                    <a:pt x="157865" y="213644"/>
                    <a:pt x="154888" y="216745"/>
                  </a:cubicBezTo>
                  <a:cubicBezTo>
                    <a:pt x="151911" y="219846"/>
                    <a:pt x="148966" y="222403"/>
                    <a:pt x="146051" y="224419"/>
                  </a:cubicBezTo>
                  <a:cubicBezTo>
                    <a:pt x="143137" y="226434"/>
                    <a:pt x="140191" y="227907"/>
                    <a:pt x="137215" y="228837"/>
                  </a:cubicBezTo>
                  <a:cubicBezTo>
                    <a:pt x="134238" y="229767"/>
                    <a:pt x="131137" y="230232"/>
                    <a:pt x="127913" y="230232"/>
                  </a:cubicBezTo>
                  <a:cubicBezTo>
                    <a:pt x="120533" y="230232"/>
                    <a:pt x="114828" y="227581"/>
                    <a:pt x="110798" y="222279"/>
                  </a:cubicBezTo>
                  <a:cubicBezTo>
                    <a:pt x="106767" y="216977"/>
                    <a:pt x="104751" y="209273"/>
                    <a:pt x="104751" y="199165"/>
                  </a:cubicBezTo>
                  <a:cubicBezTo>
                    <a:pt x="104751" y="193149"/>
                    <a:pt x="105387" y="187367"/>
                    <a:pt x="106658" y="181817"/>
                  </a:cubicBezTo>
                  <a:cubicBezTo>
                    <a:pt x="107930" y="176267"/>
                    <a:pt x="109728" y="171058"/>
                    <a:pt x="112053" y="166190"/>
                  </a:cubicBezTo>
                  <a:cubicBezTo>
                    <a:pt x="114379" y="161322"/>
                    <a:pt x="117154" y="156888"/>
                    <a:pt x="120378" y="152888"/>
                  </a:cubicBezTo>
                  <a:cubicBezTo>
                    <a:pt x="123603" y="148889"/>
                    <a:pt x="127138" y="145462"/>
                    <a:pt x="130982" y="142610"/>
                  </a:cubicBezTo>
                  <a:cubicBezTo>
                    <a:pt x="134827" y="139757"/>
                    <a:pt x="138920" y="137540"/>
                    <a:pt x="143261" y="135959"/>
                  </a:cubicBezTo>
                  <a:cubicBezTo>
                    <a:pt x="147602" y="134378"/>
                    <a:pt x="152097" y="133587"/>
                    <a:pt x="156748" y="133587"/>
                  </a:cubicBezTo>
                  <a:close/>
                  <a:moveTo>
                    <a:pt x="1381" y="0"/>
                  </a:moveTo>
                  <a:lnTo>
                    <a:pt x="53369" y="0"/>
                  </a:lnTo>
                  <a:lnTo>
                    <a:pt x="51987" y="6153"/>
                  </a:lnTo>
                  <a:cubicBezTo>
                    <a:pt x="48304" y="6572"/>
                    <a:pt x="45437" y="7660"/>
                    <a:pt x="43385" y="9418"/>
                  </a:cubicBezTo>
                  <a:cubicBezTo>
                    <a:pt x="41334" y="11176"/>
                    <a:pt x="39890" y="13625"/>
                    <a:pt x="39053" y="16764"/>
                  </a:cubicBezTo>
                  <a:cubicBezTo>
                    <a:pt x="38216" y="19903"/>
                    <a:pt x="37797" y="24110"/>
                    <a:pt x="37797" y="29384"/>
                  </a:cubicBezTo>
                  <a:cubicBezTo>
                    <a:pt x="37797" y="30640"/>
                    <a:pt x="37923" y="34407"/>
                    <a:pt x="38174" y="40686"/>
                  </a:cubicBezTo>
                  <a:lnTo>
                    <a:pt x="41690" y="132606"/>
                  </a:lnTo>
                  <a:lnTo>
                    <a:pt x="41690" y="142652"/>
                  </a:lnTo>
                  <a:lnTo>
                    <a:pt x="42946" y="142652"/>
                  </a:lnTo>
                  <a:lnTo>
                    <a:pt x="97319" y="44579"/>
                  </a:lnTo>
                  <a:cubicBezTo>
                    <a:pt x="100501" y="38802"/>
                    <a:pt x="102886" y="33842"/>
                    <a:pt x="104477" y="29698"/>
                  </a:cubicBezTo>
                  <a:cubicBezTo>
                    <a:pt x="106068" y="25554"/>
                    <a:pt x="106863" y="21892"/>
                    <a:pt x="106863" y="18710"/>
                  </a:cubicBezTo>
                  <a:cubicBezTo>
                    <a:pt x="106863" y="11678"/>
                    <a:pt x="102677" y="7493"/>
                    <a:pt x="94306" y="6153"/>
                  </a:cubicBezTo>
                  <a:lnTo>
                    <a:pt x="95687" y="0"/>
                  </a:lnTo>
                  <a:lnTo>
                    <a:pt x="147047" y="0"/>
                  </a:lnTo>
                  <a:lnTo>
                    <a:pt x="145665" y="6153"/>
                  </a:lnTo>
                  <a:cubicBezTo>
                    <a:pt x="143405" y="6488"/>
                    <a:pt x="141249" y="7346"/>
                    <a:pt x="139198" y="8727"/>
                  </a:cubicBezTo>
                  <a:cubicBezTo>
                    <a:pt x="137147" y="10109"/>
                    <a:pt x="134845" y="12411"/>
                    <a:pt x="132292" y="15634"/>
                  </a:cubicBezTo>
                  <a:cubicBezTo>
                    <a:pt x="129738" y="18857"/>
                    <a:pt x="125783" y="25073"/>
                    <a:pt x="120425" y="34282"/>
                  </a:cubicBezTo>
                  <a:lnTo>
                    <a:pt x="40058" y="173417"/>
                  </a:lnTo>
                  <a:lnTo>
                    <a:pt x="23356" y="173417"/>
                  </a:lnTo>
                  <a:lnTo>
                    <a:pt x="14943" y="33403"/>
                  </a:lnTo>
                  <a:cubicBezTo>
                    <a:pt x="14608" y="27961"/>
                    <a:pt x="14001" y="23294"/>
                    <a:pt x="13122" y="19401"/>
                  </a:cubicBezTo>
                  <a:cubicBezTo>
                    <a:pt x="12243" y="15508"/>
                    <a:pt x="10862" y="12474"/>
                    <a:pt x="8978" y="10297"/>
                  </a:cubicBezTo>
                  <a:cubicBezTo>
                    <a:pt x="7095" y="8120"/>
                    <a:pt x="4102" y="6739"/>
                    <a:pt x="0" y="61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000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ED0CF26-CE4F-41F2-B534-6B08DB7BC350}"/>
                </a:ext>
              </a:extLst>
            </p:cNvPr>
            <p:cNvSpPr txBox="1"/>
            <p:nvPr/>
          </p:nvSpPr>
          <p:spPr>
            <a:xfrm>
              <a:off x="8333569" y="3474439"/>
              <a:ext cx="167693" cy="192617"/>
            </a:xfrm>
            <a:custGeom>
              <a:avLst/>
              <a:gdLst/>
              <a:ahLst/>
              <a:cxnLst/>
              <a:rect l="l" t="t" r="r" b="b"/>
              <a:pathLst>
                <a:path w="159897" h="183663">
                  <a:moveTo>
                    <a:pt x="122309" y="81614"/>
                  </a:moveTo>
                  <a:cubicBezTo>
                    <a:pt x="118402" y="81614"/>
                    <a:pt x="115137" y="82632"/>
                    <a:pt x="112514" y="84669"/>
                  </a:cubicBezTo>
                  <a:cubicBezTo>
                    <a:pt x="109891" y="86706"/>
                    <a:pt x="107812" y="89692"/>
                    <a:pt x="106277" y="93627"/>
                  </a:cubicBezTo>
                  <a:cubicBezTo>
                    <a:pt x="104742" y="97561"/>
                    <a:pt x="103654" y="102361"/>
                    <a:pt x="103012" y="108026"/>
                  </a:cubicBezTo>
                  <a:cubicBezTo>
                    <a:pt x="102370" y="113691"/>
                    <a:pt x="102049" y="120123"/>
                    <a:pt x="102049" y="127322"/>
                  </a:cubicBezTo>
                  <a:cubicBezTo>
                    <a:pt x="102049" y="135638"/>
                    <a:pt x="102454" y="142824"/>
                    <a:pt x="103263" y="148879"/>
                  </a:cubicBezTo>
                  <a:cubicBezTo>
                    <a:pt x="104073" y="154935"/>
                    <a:pt x="105328" y="159916"/>
                    <a:pt x="107031" y="163823"/>
                  </a:cubicBezTo>
                  <a:cubicBezTo>
                    <a:pt x="108733" y="167729"/>
                    <a:pt x="110868" y="170603"/>
                    <a:pt x="113435" y="172445"/>
                  </a:cubicBezTo>
                  <a:cubicBezTo>
                    <a:pt x="116002" y="174287"/>
                    <a:pt x="119072" y="175208"/>
                    <a:pt x="122644" y="175208"/>
                  </a:cubicBezTo>
                  <a:cubicBezTo>
                    <a:pt x="125992" y="175208"/>
                    <a:pt x="128922" y="174343"/>
                    <a:pt x="131434" y="172613"/>
                  </a:cubicBezTo>
                  <a:cubicBezTo>
                    <a:pt x="133945" y="170883"/>
                    <a:pt x="136024" y="168190"/>
                    <a:pt x="137671" y="164534"/>
                  </a:cubicBezTo>
                  <a:cubicBezTo>
                    <a:pt x="139317" y="160879"/>
                    <a:pt x="140559" y="156246"/>
                    <a:pt x="141396" y="150637"/>
                  </a:cubicBezTo>
                  <a:cubicBezTo>
                    <a:pt x="142233" y="145028"/>
                    <a:pt x="142652" y="138401"/>
                    <a:pt x="142652" y="130755"/>
                  </a:cubicBezTo>
                  <a:cubicBezTo>
                    <a:pt x="142652" y="122160"/>
                    <a:pt x="142191" y="114765"/>
                    <a:pt x="141270" y="108570"/>
                  </a:cubicBezTo>
                  <a:cubicBezTo>
                    <a:pt x="140349" y="102375"/>
                    <a:pt x="139052" y="97282"/>
                    <a:pt x="137378" y="93292"/>
                  </a:cubicBezTo>
                  <a:cubicBezTo>
                    <a:pt x="135703" y="89301"/>
                    <a:pt x="133596" y="86357"/>
                    <a:pt x="131057" y="84460"/>
                  </a:cubicBezTo>
                  <a:cubicBezTo>
                    <a:pt x="128518" y="82562"/>
                    <a:pt x="125602" y="81614"/>
                    <a:pt x="122309" y="81614"/>
                  </a:cubicBezTo>
                  <a:close/>
                  <a:moveTo>
                    <a:pt x="122644" y="73493"/>
                  </a:moveTo>
                  <a:cubicBezTo>
                    <a:pt x="129285" y="73493"/>
                    <a:pt x="134964" y="74735"/>
                    <a:pt x="139680" y="77218"/>
                  </a:cubicBezTo>
                  <a:cubicBezTo>
                    <a:pt x="144396" y="79702"/>
                    <a:pt x="148247" y="83246"/>
                    <a:pt x="151233" y="87850"/>
                  </a:cubicBezTo>
                  <a:cubicBezTo>
                    <a:pt x="154218" y="92455"/>
                    <a:pt x="156409" y="98078"/>
                    <a:pt x="157804" y="104719"/>
                  </a:cubicBezTo>
                  <a:cubicBezTo>
                    <a:pt x="159199" y="111361"/>
                    <a:pt x="159897" y="118867"/>
                    <a:pt x="159897" y="127239"/>
                  </a:cubicBezTo>
                  <a:cubicBezTo>
                    <a:pt x="159897" y="145824"/>
                    <a:pt x="156604" y="159874"/>
                    <a:pt x="150019" y="169390"/>
                  </a:cubicBezTo>
                  <a:cubicBezTo>
                    <a:pt x="143433" y="178905"/>
                    <a:pt x="133889" y="183663"/>
                    <a:pt x="121388" y="183663"/>
                  </a:cubicBezTo>
                  <a:cubicBezTo>
                    <a:pt x="108998" y="183663"/>
                    <a:pt x="99789" y="179170"/>
                    <a:pt x="93762" y="170185"/>
                  </a:cubicBezTo>
                  <a:cubicBezTo>
                    <a:pt x="87734" y="161199"/>
                    <a:pt x="84720" y="147582"/>
                    <a:pt x="84720" y="129332"/>
                  </a:cubicBezTo>
                  <a:cubicBezTo>
                    <a:pt x="84720" y="119788"/>
                    <a:pt x="85655" y="111528"/>
                    <a:pt x="87525" y="104552"/>
                  </a:cubicBezTo>
                  <a:cubicBezTo>
                    <a:pt x="89394" y="97575"/>
                    <a:pt x="92018" y="91785"/>
                    <a:pt x="95394" y="87181"/>
                  </a:cubicBezTo>
                  <a:cubicBezTo>
                    <a:pt x="98771" y="82576"/>
                    <a:pt x="102775" y="79144"/>
                    <a:pt x="107407" y="76884"/>
                  </a:cubicBezTo>
                  <a:cubicBezTo>
                    <a:pt x="112040" y="74623"/>
                    <a:pt x="117118" y="73493"/>
                    <a:pt x="122644" y="73493"/>
                  </a:cubicBezTo>
                  <a:close/>
                  <a:moveTo>
                    <a:pt x="30584" y="0"/>
                  </a:moveTo>
                  <a:lnTo>
                    <a:pt x="45988" y="0"/>
                  </a:lnTo>
                  <a:lnTo>
                    <a:pt x="39849" y="27570"/>
                  </a:lnTo>
                  <a:lnTo>
                    <a:pt x="73781" y="27570"/>
                  </a:lnTo>
                  <a:lnTo>
                    <a:pt x="71326" y="38844"/>
                  </a:lnTo>
                  <a:lnTo>
                    <a:pt x="37393" y="38844"/>
                  </a:lnTo>
                  <a:lnTo>
                    <a:pt x="27459" y="82153"/>
                  </a:lnTo>
                  <a:cubicBezTo>
                    <a:pt x="25524" y="90562"/>
                    <a:pt x="24296" y="96608"/>
                    <a:pt x="23775" y="100292"/>
                  </a:cubicBezTo>
                  <a:cubicBezTo>
                    <a:pt x="23254" y="103975"/>
                    <a:pt x="22994" y="106933"/>
                    <a:pt x="22994" y="109165"/>
                  </a:cubicBezTo>
                  <a:cubicBezTo>
                    <a:pt x="22994" y="118393"/>
                    <a:pt x="26826" y="123006"/>
                    <a:pt x="34491" y="123006"/>
                  </a:cubicBezTo>
                  <a:cubicBezTo>
                    <a:pt x="37765" y="123006"/>
                    <a:pt x="41244" y="121760"/>
                    <a:pt x="44927" y="119267"/>
                  </a:cubicBezTo>
                  <a:cubicBezTo>
                    <a:pt x="48611" y="116774"/>
                    <a:pt x="52983" y="112514"/>
                    <a:pt x="58043" y="106486"/>
                  </a:cubicBezTo>
                  <a:lnTo>
                    <a:pt x="64517" y="113184"/>
                  </a:lnTo>
                  <a:cubicBezTo>
                    <a:pt x="58043" y="120997"/>
                    <a:pt x="51811" y="126764"/>
                    <a:pt x="45820" y="130485"/>
                  </a:cubicBezTo>
                  <a:cubicBezTo>
                    <a:pt x="39830" y="134206"/>
                    <a:pt x="33561" y="136066"/>
                    <a:pt x="27012" y="136066"/>
                  </a:cubicBezTo>
                  <a:cubicBezTo>
                    <a:pt x="11460" y="136066"/>
                    <a:pt x="3683" y="128215"/>
                    <a:pt x="3683" y="112514"/>
                  </a:cubicBezTo>
                  <a:cubicBezTo>
                    <a:pt x="3683" y="107528"/>
                    <a:pt x="4316" y="102282"/>
                    <a:pt x="5581" y="96775"/>
                  </a:cubicBezTo>
                  <a:lnTo>
                    <a:pt x="18752" y="38844"/>
                  </a:lnTo>
                  <a:lnTo>
                    <a:pt x="0" y="38844"/>
                  </a:lnTo>
                  <a:lnTo>
                    <a:pt x="1674" y="31142"/>
                  </a:lnTo>
                  <a:cubicBezTo>
                    <a:pt x="6065" y="31068"/>
                    <a:pt x="9395" y="30733"/>
                    <a:pt x="11664" y="30138"/>
                  </a:cubicBezTo>
                  <a:cubicBezTo>
                    <a:pt x="13934" y="29542"/>
                    <a:pt x="15832" y="28724"/>
                    <a:pt x="17357" y="27682"/>
                  </a:cubicBezTo>
                  <a:cubicBezTo>
                    <a:pt x="18882" y="26640"/>
                    <a:pt x="20278" y="25152"/>
                    <a:pt x="21543" y="23217"/>
                  </a:cubicBezTo>
                  <a:cubicBezTo>
                    <a:pt x="22808" y="21282"/>
                    <a:pt x="24036" y="18808"/>
                    <a:pt x="25226" y="15794"/>
                  </a:cubicBezTo>
                  <a:cubicBezTo>
                    <a:pt x="26417" y="12781"/>
                    <a:pt x="28203" y="7516"/>
                    <a:pt x="3058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3B8770-E22C-46DF-B23B-1F3702D52111}"/>
                </a:ext>
              </a:extLst>
            </p:cNvPr>
            <p:cNvCxnSpPr>
              <a:cxnSpLocks/>
            </p:cNvCxnSpPr>
            <p:nvPr/>
          </p:nvCxnSpPr>
          <p:spPr>
            <a:xfrm>
              <a:off x="7482075" y="3243068"/>
              <a:ext cx="1084561" cy="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95DA4C1C-43EC-40DD-BBC8-67A9476EE9E8}"/>
              </a:ext>
            </a:extLst>
          </p:cNvPr>
          <p:cNvSpPr/>
          <p:nvPr/>
        </p:nvSpPr>
        <p:spPr>
          <a:xfrm>
            <a:off x="2982954" y="1856364"/>
            <a:ext cx="1712606" cy="984255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2DD4E1-D4D3-4B1B-854A-EC2320CA591B}"/>
              </a:ext>
            </a:extLst>
          </p:cNvPr>
          <p:cNvSpPr/>
          <p:nvPr/>
        </p:nvSpPr>
        <p:spPr>
          <a:xfrm>
            <a:off x="4695559" y="1856364"/>
            <a:ext cx="1712606" cy="984255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5C86428-A9CE-4530-B86A-5876CE766134}"/>
              </a:ext>
            </a:extLst>
          </p:cNvPr>
          <p:cNvGrpSpPr/>
          <p:nvPr/>
        </p:nvGrpSpPr>
        <p:grpSpPr>
          <a:xfrm rot="5400000">
            <a:off x="590022" y="3734257"/>
            <a:ext cx="743326" cy="499031"/>
            <a:chOff x="2915443" y="4344145"/>
            <a:chExt cx="509929" cy="230183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219A637A-CD09-4C07-AA49-B9F0ECE4BC55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332AA724-6BDB-4FF5-B8CF-5ABE591256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D035EEF2-160C-4C2B-AC0E-EDB4859D6A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8C214D15-FD82-40A5-8A7D-99C870047B34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8E90EC3-D27F-4899-AB64-2EFEC990E858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D8D76DBB-A473-4F63-85D3-D71EF39E1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28A2417D-2741-4109-A684-EB09A974A3DF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0476C09-B85B-4257-BB1F-F9C7DEC4BFD0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EF8D8B9-6D6C-4ABB-9F95-668CDC2FBDB3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C45DD38-1B62-4F01-9D97-1812548A020C}"/>
              </a:ext>
            </a:extLst>
          </p:cNvPr>
          <p:cNvGrpSpPr/>
          <p:nvPr/>
        </p:nvGrpSpPr>
        <p:grpSpPr>
          <a:xfrm rot="16200000" flipV="1">
            <a:off x="2057657" y="3734257"/>
            <a:ext cx="743325" cy="499031"/>
            <a:chOff x="2915443" y="4344145"/>
            <a:chExt cx="509929" cy="230183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7CFEEDD5-E779-4747-AB6C-1CD6F6FB4093}"/>
                </a:ext>
              </a:extLst>
            </p:cNvPr>
            <p:cNvGrpSpPr/>
            <p:nvPr/>
          </p:nvGrpSpPr>
          <p:grpSpPr>
            <a:xfrm>
              <a:off x="2915443" y="4385862"/>
              <a:ext cx="509929" cy="188466"/>
              <a:chOff x="2915443" y="4261175"/>
              <a:chExt cx="509929" cy="313153"/>
            </a:xfrm>
          </p:grpSpPr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268F52B-0558-46A2-B62F-022CCF8626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3468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8C32D103-6165-4231-8BEA-DADBFC822749}"/>
                  </a:ext>
                </a:extLst>
              </p:cNvPr>
              <p:cNvCxnSpPr/>
              <p:nvPr/>
            </p:nvCxnSpPr>
            <p:spPr>
              <a:xfrm rot="10800000">
                <a:off x="3083149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EAFC022A-17BF-46D9-A6EE-3A9828559270}"/>
                  </a:ext>
                </a:extLst>
              </p:cNvPr>
              <p:cNvCxnSpPr/>
              <p:nvPr/>
            </p:nvCxnSpPr>
            <p:spPr>
              <a:xfrm rot="10800000" flipH="1">
                <a:off x="2915443" y="4422858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4C5545CF-3E61-4986-A668-F4B07434A2EA}"/>
                  </a:ext>
                </a:extLst>
              </p:cNvPr>
              <p:cNvCxnSpPr/>
              <p:nvPr/>
            </p:nvCxnSpPr>
            <p:spPr>
              <a:xfrm rot="10800000" flipH="1">
                <a:off x="3257666" y="4419497"/>
                <a:ext cx="167706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D4CD2D97-C366-44D7-BA35-E59EF206C8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6644" y="4354610"/>
                <a:ext cx="0" cy="1297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04608DF6-1014-4142-8DA0-3936CDDB2ED7}"/>
                  </a:ext>
                </a:extLst>
              </p:cNvPr>
              <p:cNvCxnSpPr/>
              <p:nvPr/>
            </p:nvCxnSpPr>
            <p:spPr>
              <a:xfrm rot="10800000">
                <a:off x="3196325" y="4261175"/>
                <a:ext cx="0" cy="3131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562B247-BB61-407D-A3E6-37D68E63DB09}"/>
                </a:ext>
              </a:extLst>
            </p:cNvPr>
            <p:cNvSpPr txBox="1"/>
            <p:nvPr/>
          </p:nvSpPr>
          <p:spPr>
            <a:xfrm>
              <a:off x="2957817" y="4344145"/>
              <a:ext cx="75285" cy="74676"/>
            </a:xfrm>
            <a:custGeom>
              <a:avLst/>
              <a:gdLst/>
              <a:ahLst/>
              <a:cxnLst/>
              <a:rect l="l" t="t" r="r" b="b"/>
              <a:pathLst>
                <a:path w="75285" h="74676">
                  <a:moveTo>
                    <a:pt x="32613" y="0"/>
                  </a:moveTo>
                  <a:lnTo>
                    <a:pt x="42672" y="0"/>
                  </a:lnTo>
                  <a:lnTo>
                    <a:pt x="42672" y="32156"/>
                  </a:lnTo>
                  <a:lnTo>
                    <a:pt x="75285" y="32156"/>
                  </a:lnTo>
                  <a:lnTo>
                    <a:pt x="75285" y="42367"/>
                  </a:lnTo>
                  <a:lnTo>
                    <a:pt x="42672" y="42367"/>
                  </a:lnTo>
                  <a:lnTo>
                    <a:pt x="42672" y="74676"/>
                  </a:lnTo>
                  <a:lnTo>
                    <a:pt x="32613" y="74676"/>
                  </a:lnTo>
                  <a:lnTo>
                    <a:pt x="32613" y="42367"/>
                  </a:lnTo>
                  <a:lnTo>
                    <a:pt x="0" y="42367"/>
                  </a:lnTo>
                  <a:lnTo>
                    <a:pt x="0" y="32156"/>
                  </a:lnTo>
                  <a:lnTo>
                    <a:pt x="32613" y="321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756F609-3F3C-44B2-997A-D4FC142D48B2}"/>
                </a:ext>
              </a:extLst>
            </p:cNvPr>
            <p:cNvSpPr txBox="1"/>
            <p:nvPr/>
          </p:nvSpPr>
          <p:spPr>
            <a:xfrm>
              <a:off x="3308812" y="4366118"/>
              <a:ext cx="61265" cy="13716"/>
            </a:xfrm>
            <a:custGeom>
              <a:avLst/>
              <a:gdLst/>
              <a:ahLst/>
              <a:cxnLst/>
              <a:rect l="l" t="t" r="r" b="b"/>
              <a:pathLst>
                <a:path w="61265" h="13716">
                  <a:moveTo>
                    <a:pt x="0" y="0"/>
                  </a:moveTo>
                  <a:lnTo>
                    <a:pt x="61265" y="0"/>
                  </a:lnTo>
                  <a:lnTo>
                    <a:pt x="61265" y="13716"/>
                  </a:lnTo>
                  <a:lnTo>
                    <a:pt x="0" y="137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D7AA5BC-0664-42DC-A7E1-2262A10BEAFC}"/>
              </a:ext>
            </a:extLst>
          </p:cNvPr>
          <p:cNvCxnSpPr>
            <a:cxnSpLocks/>
            <a:endCxn id="50" idx="2"/>
          </p:cNvCxnSpPr>
          <p:nvPr/>
        </p:nvCxnSpPr>
        <p:spPr>
          <a:xfrm flipH="1">
            <a:off x="1650419" y="2348491"/>
            <a:ext cx="1946" cy="8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5F64648D-C5DD-4EFF-9E1F-4683ECD65BDE}"/>
              </a:ext>
            </a:extLst>
          </p:cNvPr>
          <p:cNvSpPr/>
          <p:nvPr/>
        </p:nvSpPr>
        <p:spPr>
          <a:xfrm rot="16200000" flipH="1">
            <a:off x="1607968" y="3163471"/>
            <a:ext cx="84902" cy="1156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3D2D6FD-CB32-4C51-A132-4E570FCF5C88}"/>
              </a:ext>
            </a:extLst>
          </p:cNvPr>
          <p:cNvCxnSpPr>
            <a:cxnSpLocks/>
          </p:cNvCxnSpPr>
          <p:nvPr/>
        </p:nvCxnSpPr>
        <p:spPr>
          <a:xfrm>
            <a:off x="1652365" y="3238666"/>
            <a:ext cx="946544" cy="45404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3E511B0-AEDC-493D-B151-DA7336F1EB0D}"/>
              </a:ext>
            </a:extLst>
          </p:cNvPr>
          <p:cNvCxnSpPr>
            <a:cxnSpLocks/>
          </p:cNvCxnSpPr>
          <p:nvPr/>
        </p:nvCxnSpPr>
        <p:spPr>
          <a:xfrm>
            <a:off x="909799" y="4355437"/>
            <a:ext cx="5822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C522D57-1AAC-4743-BBBF-88D8F4D84FDF}"/>
              </a:ext>
            </a:extLst>
          </p:cNvPr>
          <p:cNvCxnSpPr>
            <a:cxnSpLocks/>
          </p:cNvCxnSpPr>
          <p:nvPr/>
        </p:nvCxnSpPr>
        <p:spPr>
          <a:xfrm>
            <a:off x="2713524" y="2348491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C465FB9-6D1B-474B-92BB-ECFA3B51DBC1}"/>
              </a:ext>
            </a:extLst>
          </p:cNvPr>
          <p:cNvGrpSpPr/>
          <p:nvPr/>
        </p:nvGrpSpPr>
        <p:grpSpPr>
          <a:xfrm>
            <a:off x="4141376" y="4361988"/>
            <a:ext cx="344972" cy="327332"/>
            <a:chOff x="4276725" y="3573463"/>
            <a:chExt cx="279400" cy="265112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6874A61-B194-4EDC-BE18-C42767948D05}"/>
                </a:ext>
              </a:extLst>
            </p:cNvPr>
            <p:cNvCxnSpPr/>
            <p:nvPr/>
          </p:nvCxnSpPr>
          <p:spPr>
            <a:xfrm>
              <a:off x="4276725" y="3717925"/>
              <a:ext cx="2794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C1955239-BD26-410D-89FC-705D1C852BF2}"/>
                </a:ext>
              </a:extLst>
            </p:cNvPr>
            <p:cNvCxnSpPr/>
            <p:nvPr/>
          </p:nvCxnSpPr>
          <p:spPr>
            <a:xfrm>
              <a:off x="4318000" y="3759200"/>
              <a:ext cx="1936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226C1BE-EEBF-4F53-B974-85E18AEEF6AB}"/>
                </a:ext>
              </a:extLst>
            </p:cNvPr>
            <p:cNvCxnSpPr/>
            <p:nvPr/>
          </p:nvCxnSpPr>
          <p:spPr>
            <a:xfrm>
              <a:off x="4359275" y="380047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52588A6-F3AF-4975-81AB-5942851B0B05}"/>
                </a:ext>
              </a:extLst>
            </p:cNvPr>
            <p:cNvCxnSpPr/>
            <p:nvPr/>
          </p:nvCxnSpPr>
          <p:spPr>
            <a:xfrm>
              <a:off x="4414837" y="3838575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340E009-93E4-4CC9-BDEF-94DFDB0D4130}"/>
                </a:ext>
              </a:extLst>
            </p:cNvPr>
            <p:cNvCxnSpPr/>
            <p:nvPr/>
          </p:nvCxnSpPr>
          <p:spPr>
            <a:xfrm flipV="1">
              <a:off x="4413250" y="3573463"/>
              <a:ext cx="0" cy="14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110CCA-675C-4EB0-9F04-A9DB8A2D6B51}"/>
                </a:ext>
              </a:extLst>
            </p:cNvPr>
            <p:cNvCxnSpPr/>
            <p:nvPr/>
          </p:nvCxnSpPr>
          <p:spPr>
            <a:xfrm>
              <a:off x="4384675" y="3835400"/>
              <a:ext cx="539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椭圆 56">
            <a:extLst>
              <a:ext uri="{FF2B5EF4-FFF2-40B4-BE49-F238E27FC236}">
                <a16:creationId xmlns:a16="http://schemas.microsoft.com/office/drawing/2014/main" id="{FD45885A-319A-4E03-9AB5-C782648ED549}"/>
              </a:ext>
            </a:extLst>
          </p:cNvPr>
          <p:cNvSpPr/>
          <p:nvPr/>
        </p:nvSpPr>
        <p:spPr>
          <a:xfrm rot="16200000" flipH="1">
            <a:off x="2327870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26609AA-E75B-404A-817F-330A0A30938E}"/>
              </a:ext>
            </a:extLst>
          </p:cNvPr>
          <p:cNvSpPr/>
          <p:nvPr/>
        </p:nvSpPr>
        <p:spPr>
          <a:xfrm rot="16200000" flipH="1">
            <a:off x="4258417" y="4306192"/>
            <a:ext cx="99126" cy="10504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E2EB865-5F93-46DE-9262-A0899140691E}"/>
              </a:ext>
            </a:extLst>
          </p:cNvPr>
          <p:cNvCxnSpPr>
            <a:cxnSpLocks/>
          </p:cNvCxnSpPr>
          <p:nvPr/>
        </p:nvCxnSpPr>
        <p:spPr>
          <a:xfrm>
            <a:off x="6732753" y="2391840"/>
            <a:ext cx="0" cy="1963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9584E80-9CA1-4BD5-B38B-098A6241B0A9}"/>
              </a:ext>
            </a:extLst>
          </p:cNvPr>
          <p:cNvCxnSpPr>
            <a:cxnSpLocks/>
          </p:cNvCxnSpPr>
          <p:nvPr/>
        </p:nvCxnSpPr>
        <p:spPr>
          <a:xfrm>
            <a:off x="6408166" y="2391840"/>
            <a:ext cx="3245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C7C409D-25F9-4F36-AE81-2FF22E0BA3A4}"/>
              </a:ext>
            </a:extLst>
          </p:cNvPr>
          <p:cNvSpPr txBox="1"/>
          <p:nvPr/>
        </p:nvSpPr>
        <p:spPr>
          <a:xfrm>
            <a:off x="3819195" y="2196470"/>
            <a:ext cx="200005" cy="319829"/>
          </a:xfrm>
          <a:custGeom>
            <a:avLst/>
            <a:gdLst/>
            <a:ahLst/>
            <a:cxnLst/>
            <a:rect l="l" t="t" r="r" b="b"/>
            <a:pathLst>
              <a:path w="158239" h="253041">
                <a:moveTo>
                  <a:pt x="25375" y="24670"/>
                </a:moveTo>
                <a:lnTo>
                  <a:pt x="25375" y="111014"/>
                </a:lnTo>
                <a:lnTo>
                  <a:pt x="68018" y="111014"/>
                </a:lnTo>
                <a:cubicBezTo>
                  <a:pt x="93628" y="111484"/>
                  <a:pt x="110662" y="107313"/>
                  <a:pt x="119120" y="98503"/>
                </a:cubicBezTo>
                <a:cubicBezTo>
                  <a:pt x="127578" y="89692"/>
                  <a:pt x="131807" y="79296"/>
                  <a:pt x="131807" y="67313"/>
                </a:cubicBezTo>
                <a:cubicBezTo>
                  <a:pt x="131807" y="38884"/>
                  <a:pt x="111249" y="24670"/>
                  <a:pt x="70133" y="24670"/>
                </a:cubicBezTo>
                <a:close/>
                <a:moveTo>
                  <a:pt x="0" y="0"/>
                </a:moveTo>
                <a:lnTo>
                  <a:pt x="50397" y="0"/>
                </a:lnTo>
                <a:cubicBezTo>
                  <a:pt x="80236" y="0"/>
                  <a:pt x="99736" y="1175"/>
                  <a:pt x="108900" y="3524"/>
                </a:cubicBezTo>
                <a:cubicBezTo>
                  <a:pt x="118063" y="5874"/>
                  <a:pt x="126462" y="9985"/>
                  <a:pt x="134098" y="15859"/>
                </a:cubicBezTo>
                <a:cubicBezTo>
                  <a:pt x="141734" y="21733"/>
                  <a:pt x="147666" y="29075"/>
                  <a:pt x="151895" y="37886"/>
                </a:cubicBezTo>
                <a:cubicBezTo>
                  <a:pt x="156124" y="46696"/>
                  <a:pt x="158239" y="56505"/>
                  <a:pt x="158239" y="67313"/>
                </a:cubicBezTo>
                <a:cubicBezTo>
                  <a:pt x="158239" y="84699"/>
                  <a:pt x="153540" y="98914"/>
                  <a:pt x="144142" y="109957"/>
                </a:cubicBezTo>
                <a:cubicBezTo>
                  <a:pt x="134744" y="120999"/>
                  <a:pt x="122938" y="127989"/>
                  <a:pt x="108723" y="130926"/>
                </a:cubicBezTo>
                <a:cubicBezTo>
                  <a:pt x="94509" y="133863"/>
                  <a:pt x="72717" y="135331"/>
                  <a:pt x="43349" y="135331"/>
                </a:cubicBezTo>
                <a:lnTo>
                  <a:pt x="25375" y="135331"/>
                </a:lnTo>
                <a:lnTo>
                  <a:pt x="25375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85507DF-D0E0-4BAD-9EEE-82CDC445F164}"/>
              </a:ext>
            </a:extLst>
          </p:cNvPr>
          <p:cNvSpPr txBox="1"/>
          <p:nvPr/>
        </p:nvSpPr>
        <p:spPr>
          <a:xfrm>
            <a:off x="5394830" y="2196470"/>
            <a:ext cx="251229" cy="319829"/>
          </a:xfrm>
          <a:custGeom>
            <a:avLst/>
            <a:gdLst/>
            <a:ahLst/>
            <a:cxnLst/>
            <a:rect l="l" t="t" r="r" b="b"/>
            <a:pathLst>
              <a:path w="198767" h="253041">
                <a:moveTo>
                  <a:pt x="0" y="0"/>
                </a:moveTo>
                <a:lnTo>
                  <a:pt x="5638" y="0"/>
                </a:lnTo>
                <a:lnTo>
                  <a:pt x="173745" y="193834"/>
                </a:lnTo>
                <a:lnTo>
                  <a:pt x="173745" y="0"/>
                </a:lnTo>
                <a:lnTo>
                  <a:pt x="198767" y="0"/>
                </a:lnTo>
                <a:lnTo>
                  <a:pt x="198767" y="253041"/>
                </a:lnTo>
                <a:lnTo>
                  <a:pt x="193129" y="253041"/>
                </a:lnTo>
                <a:lnTo>
                  <a:pt x="26079" y="61674"/>
                </a:lnTo>
                <a:lnTo>
                  <a:pt x="26079" y="253041"/>
                </a:lnTo>
                <a:lnTo>
                  <a:pt x="0" y="2530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C8FC1A-06E9-4CC7-AFAF-A86089BFDECD}"/>
              </a:ext>
            </a:extLst>
          </p:cNvPr>
          <p:cNvSpPr txBox="1"/>
          <p:nvPr/>
        </p:nvSpPr>
        <p:spPr>
          <a:xfrm>
            <a:off x="2764312" y="3842495"/>
            <a:ext cx="261214" cy="252772"/>
          </a:xfrm>
          <a:custGeom>
            <a:avLst/>
            <a:gdLst/>
            <a:ahLst/>
            <a:cxnLst/>
            <a:rect l="l" t="t" r="r" b="b"/>
            <a:pathLst>
              <a:path w="206667" h="199988">
                <a:moveTo>
                  <a:pt x="165227" y="100283"/>
                </a:moveTo>
                <a:cubicBezTo>
                  <a:pt x="163888" y="100283"/>
                  <a:pt x="162353" y="100311"/>
                  <a:pt x="160623" y="100366"/>
                </a:cubicBezTo>
                <a:cubicBezTo>
                  <a:pt x="158893" y="100422"/>
                  <a:pt x="157219" y="100450"/>
                  <a:pt x="155600" y="100450"/>
                </a:cubicBezTo>
                <a:lnTo>
                  <a:pt x="145638" y="144234"/>
                </a:lnTo>
                <a:lnTo>
                  <a:pt x="155600" y="144234"/>
                </a:lnTo>
                <a:cubicBezTo>
                  <a:pt x="166651" y="144234"/>
                  <a:pt x="175134" y="141987"/>
                  <a:pt x="181050" y="137494"/>
                </a:cubicBezTo>
                <a:cubicBezTo>
                  <a:pt x="186966" y="133002"/>
                  <a:pt x="189924" y="126179"/>
                  <a:pt x="189924" y="117026"/>
                </a:cubicBezTo>
                <a:cubicBezTo>
                  <a:pt x="189924" y="113956"/>
                  <a:pt x="189463" y="111347"/>
                  <a:pt x="188542" y="109198"/>
                </a:cubicBezTo>
                <a:cubicBezTo>
                  <a:pt x="187621" y="107050"/>
                  <a:pt x="186156" y="105320"/>
                  <a:pt x="184147" y="104008"/>
                </a:cubicBezTo>
                <a:cubicBezTo>
                  <a:pt x="182138" y="102697"/>
                  <a:pt x="179585" y="101748"/>
                  <a:pt x="176487" y="101162"/>
                </a:cubicBezTo>
                <a:cubicBezTo>
                  <a:pt x="173390" y="100576"/>
                  <a:pt x="169636" y="100283"/>
                  <a:pt x="165227" y="100283"/>
                </a:cubicBezTo>
                <a:close/>
                <a:moveTo>
                  <a:pt x="129899" y="91409"/>
                </a:moveTo>
                <a:lnTo>
                  <a:pt x="168325" y="91409"/>
                </a:lnTo>
                <a:cubicBezTo>
                  <a:pt x="175692" y="91409"/>
                  <a:pt x="181831" y="92051"/>
                  <a:pt x="186742" y="93334"/>
                </a:cubicBezTo>
                <a:cubicBezTo>
                  <a:pt x="191654" y="94618"/>
                  <a:pt x="195588" y="96390"/>
                  <a:pt x="198546" y="98650"/>
                </a:cubicBezTo>
                <a:cubicBezTo>
                  <a:pt x="201504" y="100911"/>
                  <a:pt x="203597" y="103576"/>
                  <a:pt x="204825" y="106645"/>
                </a:cubicBezTo>
                <a:cubicBezTo>
                  <a:pt x="206053" y="109715"/>
                  <a:pt x="206667" y="113035"/>
                  <a:pt x="206667" y="116607"/>
                </a:cubicBezTo>
                <a:cubicBezTo>
                  <a:pt x="206667" y="124867"/>
                  <a:pt x="204141" y="131760"/>
                  <a:pt x="199090" y="137285"/>
                </a:cubicBezTo>
                <a:cubicBezTo>
                  <a:pt x="194040" y="142810"/>
                  <a:pt x="186380" y="147024"/>
                  <a:pt x="176110" y="149926"/>
                </a:cubicBezTo>
                <a:cubicBezTo>
                  <a:pt x="175999" y="150149"/>
                  <a:pt x="175943" y="150345"/>
                  <a:pt x="175943" y="150512"/>
                </a:cubicBezTo>
                <a:cubicBezTo>
                  <a:pt x="175943" y="150680"/>
                  <a:pt x="175943" y="150875"/>
                  <a:pt x="175943" y="151098"/>
                </a:cubicBezTo>
                <a:cubicBezTo>
                  <a:pt x="178566" y="152884"/>
                  <a:pt x="180673" y="155117"/>
                  <a:pt x="182264" y="157795"/>
                </a:cubicBezTo>
                <a:cubicBezTo>
                  <a:pt x="183854" y="160474"/>
                  <a:pt x="185235" y="164018"/>
                  <a:pt x="186407" y="168427"/>
                </a:cubicBezTo>
                <a:cubicBezTo>
                  <a:pt x="187747" y="173674"/>
                  <a:pt x="188849" y="177915"/>
                  <a:pt x="189714" y="181152"/>
                </a:cubicBezTo>
                <a:cubicBezTo>
                  <a:pt x="190579" y="184389"/>
                  <a:pt x="191584" y="186943"/>
                  <a:pt x="192728" y="188812"/>
                </a:cubicBezTo>
                <a:cubicBezTo>
                  <a:pt x="193872" y="190682"/>
                  <a:pt x="195323" y="192049"/>
                  <a:pt x="197081" y="192914"/>
                </a:cubicBezTo>
                <a:cubicBezTo>
                  <a:pt x="198839" y="193779"/>
                  <a:pt x="201225" y="194435"/>
                  <a:pt x="204239" y="194882"/>
                </a:cubicBezTo>
                <a:lnTo>
                  <a:pt x="203067" y="199988"/>
                </a:lnTo>
                <a:lnTo>
                  <a:pt x="178706" y="199988"/>
                </a:lnTo>
                <a:cubicBezTo>
                  <a:pt x="177701" y="197812"/>
                  <a:pt x="176724" y="195147"/>
                  <a:pt x="175776" y="191993"/>
                </a:cubicBezTo>
                <a:cubicBezTo>
                  <a:pt x="174827" y="188840"/>
                  <a:pt x="173990" y="185757"/>
                  <a:pt x="173264" y="182743"/>
                </a:cubicBezTo>
                <a:cubicBezTo>
                  <a:pt x="172148" y="178334"/>
                  <a:pt x="171213" y="174525"/>
                  <a:pt x="170460" y="171316"/>
                </a:cubicBezTo>
                <a:cubicBezTo>
                  <a:pt x="169706" y="168106"/>
                  <a:pt x="168967" y="165400"/>
                  <a:pt x="168241" y="163195"/>
                </a:cubicBezTo>
                <a:cubicBezTo>
                  <a:pt x="167516" y="160991"/>
                  <a:pt x="166762" y="159233"/>
                  <a:pt x="165981" y="157921"/>
                </a:cubicBezTo>
                <a:cubicBezTo>
                  <a:pt x="165199" y="156609"/>
                  <a:pt x="164279" y="155563"/>
                  <a:pt x="163218" y="154782"/>
                </a:cubicBezTo>
                <a:cubicBezTo>
                  <a:pt x="162158" y="154000"/>
                  <a:pt x="160874" y="153484"/>
                  <a:pt x="159367" y="153233"/>
                </a:cubicBezTo>
                <a:cubicBezTo>
                  <a:pt x="157860" y="152982"/>
                  <a:pt x="156019" y="152800"/>
                  <a:pt x="153842" y="152689"/>
                </a:cubicBezTo>
                <a:lnTo>
                  <a:pt x="143880" y="152689"/>
                </a:lnTo>
                <a:cubicBezTo>
                  <a:pt x="143210" y="155647"/>
                  <a:pt x="142485" y="158828"/>
                  <a:pt x="141703" y="162232"/>
                </a:cubicBezTo>
                <a:cubicBezTo>
                  <a:pt x="140922" y="165637"/>
                  <a:pt x="140154" y="168958"/>
                  <a:pt x="139401" y="172195"/>
                </a:cubicBezTo>
                <a:cubicBezTo>
                  <a:pt x="138648" y="175432"/>
                  <a:pt x="138020" y="178459"/>
                  <a:pt x="137517" y="181278"/>
                </a:cubicBezTo>
                <a:cubicBezTo>
                  <a:pt x="137015" y="184096"/>
                  <a:pt x="136764" y="186370"/>
                  <a:pt x="136764" y="188101"/>
                </a:cubicBezTo>
                <a:cubicBezTo>
                  <a:pt x="136764" y="189273"/>
                  <a:pt x="136904" y="190263"/>
                  <a:pt x="137183" y="191073"/>
                </a:cubicBezTo>
                <a:cubicBezTo>
                  <a:pt x="137462" y="191882"/>
                  <a:pt x="137950" y="192538"/>
                  <a:pt x="138648" y="193040"/>
                </a:cubicBezTo>
                <a:cubicBezTo>
                  <a:pt x="139345" y="193542"/>
                  <a:pt x="140294" y="193933"/>
                  <a:pt x="141494" y="194212"/>
                </a:cubicBezTo>
                <a:cubicBezTo>
                  <a:pt x="142694" y="194491"/>
                  <a:pt x="144215" y="194714"/>
                  <a:pt x="146056" y="194882"/>
                </a:cubicBezTo>
                <a:lnTo>
                  <a:pt x="144968" y="199988"/>
                </a:lnTo>
                <a:lnTo>
                  <a:pt x="109221" y="199988"/>
                </a:lnTo>
                <a:lnTo>
                  <a:pt x="110142" y="194882"/>
                </a:lnTo>
                <a:cubicBezTo>
                  <a:pt x="111872" y="194603"/>
                  <a:pt x="113282" y="194254"/>
                  <a:pt x="114370" y="193835"/>
                </a:cubicBezTo>
                <a:cubicBezTo>
                  <a:pt x="115458" y="193417"/>
                  <a:pt x="116435" y="192607"/>
                  <a:pt x="117300" y="191407"/>
                </a:cubicBezTo>
                <a:cubicBezTo>
                  <a:pt x="118165" y="190207"/>
                  <a:pt x="118960" y="188408"/>
                  <a:pt x="119686" y="186008"/>
                </a:cubicBezTo>
                <a:cubicBezTo>
                  <a:pt x="120412" y="183608"/>
                  <a:pt x="121249" y="180259"/>
                  <a:pt x="122197" y="175962"/>
                </a:cubicBezTo>
                <a:lnTo>
                  <a:pt x="135927" y="114933"/>
                </a:lnTo>
                <a:cubicBezTo>
                  <a:pt x="136485" y="112477"/>
                  <a:pt x="136904" y="110301"/>
                  <a:pt x="137183" y="108403"/>
                </a:cubicBezTo>
                <a:cubicBezTo>
                  <a:pt x="137462" y="106506"/>
                  <a:pt x="137601" y="104943"/>
                  <a:pt x="137601" y="103715"/>
                </a:cubicBezTo>
                <a:cubicBezTo>
                  <a:pt x="137601" y="101204"/>
                  <a:pt x="136973" y="99418"/>
                  <a:pt x="135718" y="98357"/>
                </a:cubicBezTo>
                <a:cubicBezTo>
                  <a:pt x="134462" y="97297"/>
                  <a:pt x="132104" y="96739"/>
                  <a:pt x="128644" y="96683"/>
                </a:cubicBezTo>
                <a:close/>
                <a:moveTo>
                  <a:pt x="1228" y="0"/>
                </a:moveTo>
                <a:lnTo>
                  <a:pt x="47439" y="0"/>
                </a:lnTo>
                <a:lnTo>
                  <a:pt x="46211" y="5470"/>
                </a:lnTo>
                <a:cubicBezTo>
                  <a:pt x="42937" y="5842"/>
                  <a:pt x="40388" y="6809"/>
                  <a:pt x="38565" y="8372"/>
                </a:cubicBezTo>
                <a:cubicBezTo>
                  <a:pt x="36742" y="9935"/>
                  <a:pt x="35459" y="12111"/>
                  <a:pt x="34714" y="14902"/>
                </a:cubicBezTo>
                <a:cubicBezTo>
                  <a:pt x="33970" y="17692"/>
                  <a:pt x="33598" y="21432"/>
                  <a:pt x="33598" y="26120"/>
                </a:cubicBezTo>
                <a:cubicBezTo>
                  <a:pt x="33598" y="27236"/>
                  <a:pt x="33710" y="30585"/>
                  <a:pt x="33933" y="36166"/>
                </a:cubicBezTo>
                <a:lnTo>
                  <a:pt x="37058" y="117872"/>
                </a:lnTo>
                <a:lnTo>
                  <a:pt x="37058" y="126802"/>
                </a:lnTo>
                <a:lnTo>
                  <a:pt x="38175" y="126802"/>
                </a:lnTo>
                <a:lnTo>
                  <a:pt x="86507" y="39626"/>
                </a:lnTo>
                <a:cubicBezTo>
                  <a:pt x="89334" y="34491"/>
                  <a:pt x="91455" y="30082"/>
                  <a:pt x="92869" y="26399"/>
                </a:cubicBezTo>
                <a:cubicBezTo>
                  <a:pt x="94283" y="22715"/>
                  <a:pt x="94990" y="19460"/>
                  <a:pt x="94990" y="16632"/>
                </a:cubicBezTo>
                <a:cubicBezTo>
                  <a:pt x="94990" y="10381"/>
                  <a:pt x="91269" y="6661"/>
                  <a:pt x="83828" y="5470"/>
                </a:cubicBezTo>
                <a:lnTo>
                  <a:pt x="85056" y="0"/>
                </a:lnTo>
                <a:lnTo>
                  <a:pt x="130709" y="0"/>
                </a:lnTo>
                <a:lnTo>
                  <a:pt x="129481" y="5470"/>
                </a:lnTo>
                <a:cubicBezTo>
                  <a:pt x="127472" y="5768"/>
                  <a:pt x="125555" y="6530"/>
                  <a:pt x="123732" y="7758"/>
                </a:cubicBezTo>
                <a:cubicBezTo>
                  <a:pt x="121909" y="8986"/>
                  <a:pt x="119863" y="11032"/>
                  <a:pt x="117593" y="13897"/>
                </a:cubicBezTo>
                <a:cubicBezTo>
                  <a:pt x="115323" y="16762"/>
                  <a:pt x="111807" y="22287"/>
                  <a:pt x="107045" y="30473"/>
                </a:cubicBezTo>
                <a:lnTo>
                  <a:pt x="35607" y="154149"/>
                </a:lnTo>
                <a:lnTo>
                  <a:pt x="20762" y="154149"/>
                </a:lnTo>
                <a:lnTo>
                  <a:pt x="13283" y="29692"/>
                </a:lnTo>
                <a:cubicBezTo>
                  <a:pt x="12985" y="24855"/>
                  <a:pt x="12446" y="20706"/>
                  <a:pt x="11665" y="17246"/>
                </a:cubicBezTo>
                <a:cubicBezTo>
                  <a:pt x="10883" y="13786"/>
                  <a:pt x="9655" y="11088"/>
                  <a:pt x="7981" y="9153"/>
                </a:cubicBezTo>
                <a:cubicBezTo>
                  <a:pt x="6307" y="7219"/>
                  <a:pt x="3646" y="5991"/>
                  <a:pt x="0" y="54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855DFA6-D44C-43D2-AFA9-B654CDB7BB0D}"/>
              </a:ext>
            </a:extLst>
          </p:cNvPr>
          <p:cNvSpPr txBox="1"/>
          <p:nvPr/>
        </p:nvSpPr>
        <p:spPr>
          <a:xfrm>
            <a:off x="309965" y="3796602"/>
            <a:ext cx="335205" cy="270491"/>
          </a:xfrm>
          <a:custGeom>
            <a:avLst/>
            <a:gdLst/>
            <a:ahLst/>
            <a:cxnLst/>
            <a:rect l="l" t="t" r="r" b="b"/>
            <a:pathLst>
              <a:path w="265207" h="214006">
                <a:moveTo>
                  <a:pt x="207871" y="113454"/>
                </a:moveTo>
                <a:cubicBezTo>
                  <a:pt x="203664" y="113454"/>
                  <a:pt x="199742" y="114381"/>
                  <a:pt x="196105" y="116235"/>
                </a:cubicBezTo>
                <a:cubicBezTo>
                  <a:pt x="192468" y="118089"/>
                  <a:pt x="189151" y="120621"/>
                  <a:pt x="186156" y="123830"/>
                </a:cubicBezTo>
                <a:cubicBezTo>
                  <a:pt x="183161" y="127039"/>
                  <a:pt x="180505" y="130747"/>
                  <a:pt x="178187" y="134955"/>
                </a:cubicBezTo>
                <a:cubicBezTo>
                  <a:pt x="175869" y="139162"/>
                  <a:pt x="173908" y="143619"/>
                  <a:pt x="172304" y="148326"/>
                </a:cubicBezTo>
                <a:cubicBezTo>
                  <a:pt x="170699" y="153033"/>
                  <a:pt x="169487" y="157864"/>
                  <a:pt x="168667" y="162820"/>
                </a:cubicBezTo>
                <a:cubicBezTo>
                  <a:pt x="167847" y="167777"/>
                  <a:pt x="167437" y="172537"/>
                  <a:pt x="167437" y="177101"/>
                </a:cubicBezTo>
                <a:cubicBezTo>
                  <a:pt x="167437" y="184803"/>
                  <a:pt x="168524" y="190526"/>
                  <a:pt x="170699" y="194270"/>
                </a:cubicBezTo>
                <a:cubicBezTo>
                  <a:pt x="172874" y="198014"/>
                  <a:pt x="176386" y="199886"/>
                  <a:pt x="181236" y="199886"/>
                </a:cubicBezTo>
                <a:cubicBezTo>
                  <a:pt x="183660" y="199886"/>
                  <a:pt x="185996" y="199458"/>
                  <a:pt x="188242" y="198602"/>
                </a:cubicBezTo>
                <a:cubicBezTo>
                  <a:pt x="190489" y="197746"/>
                  <a:pt x="192860" y="196391"/>
                  <a:pt x="195356" y="194537"/>
                </a:cubicBezTo>
                <a:cubicBezTo>
                  <a:pt x="201631" y="189616"/>
                  <a:pt x="206980" y="183626"/>
                  <a:pt x="211401" y="176566"/>
                </a:cubicBezTo>
                <a:cubicBezTo>
                  <a:pt x="215823" y="169506"/>
                  <a:pt x="219139" y="161162"/>
                  <a:pt x="221349" y="151535"/>
                </a:cubicBezTo>
                <a:cubicBezTo>
                  <a:pt x="222348" y="147114"/>
                  <a:pt x="223132" y="143120"/>
                  <a:pt x="223703" y="139554"/>
                </a:cubicBezTo>
                <a:cubicBezTo>
                  <a:pt x="224273" y="135989"/>
                  <a:pt x="224559" y="132601"/>
                  <a:pt x="224559" y="129392"/>
                </a:cubicBezTo>
                <a:cubicBezTo>
                  <a:pt x="224559" y="123687"/>
                  <a:pt x="223221" y="119604"/>
                  <a:pt x="220547" y="117144"/>
                </a:cubicBezTo>
                <a:cubicBezTo>
                  <a:pt x="217873" y="114684"/>
                  <a:pt x="213648" y="113454"/>
                  <a:pt x="207871" y="113454"/>
                </a:cubicBezTo>
                <a:close/>
                <a:moveTo>
                  <a:pt x="205946" y="102864"/>
                </a:moveTo>
                <a:cubicBezTo>
                  <a:pt x="211580" y="102864"/>
                  <a:pt x="216554" y="103523"/>
                  <a:pt x="220868" y="104842"/>
                </a:cubicBezTo>
                <a:cubicBezTo>
                  <a:pt x="225183" y="106162"/>
                  <a:pt x="229123" y="107962"/>
                  <a:pt x="232688" y="110244"/>
                </a:cubicBezTo>
                <a:lnTo>
                  <a:pt x="243064" y="102864"/>
                </a:lnTo>
                <a:lnTo>
                  <a:pt x="251729" y="105110"/>
                </a:lnTo>
                <a:lnTo>
                  <a:pt x="235577" y="175175"/>
                </a:lnTo>
                <a:cubicBezTo>
                  <a:pt x="234649" y="179169"/>
                  <a:pt x="234008" y="182467"/>
                  <a:pt x="233651" y="185070"/>
                </a:cubicBezTo>
                <a:cubicBezTo>
                  <a:pt x="233295" y="187673"/>
                  <a:pt x="233116" y="189973"/>
                  <a:pt x="233116" y="191970"/>
                </a:cubicBezTo>
                <a:cubicBezTo>
                  <a:pt x="233116" y="194680"/>
                  <a:pt x="233669" y="196641"/>
                  <a:pt x="234774" y="197853"/>
                </a:cubicBezTo>
                <a:cubicBezTo>
                  <a:pt x="235880" y="199065"/>
                  <a:pt x="237466" y="199672"/>
                  <a:pt x="239534" y="199672"/>
                </a:cubicBezTo>
                <a:cubicBezTo>
                  <a:pt x="240818" y="199672"/>
                  <a:pt x="242084" y="199422"/>
                  <a:pt x="243332" y="198923"/>
                </a:cubicBezTo>
                <a:cubicBezTo>
                  <a:pt x="244580" y="198424"/>
                  <a:pt x="245935" y="197639"/>
                  <a:pt x="247397" y="196569"/>
                </a:cubicBezTo>
                <a:cubicBezTo>
                  <a:pt x="248859" y="195500"/>
                  <a:pt x="250463" y="194127"/>
                  <a:pt x="252210" y="192451"/>
                </a:cubicBezTo>
                <a:cubicBezTo>
                  <a:pt x="253958" y="190775"/>
                  <a:pt x="255937" y="188761"/>
                  <a:pt x="258147" y="186407"/>
                </a:cubicBezTo>
                <a:cubicBezTo>
                  <a:pt x="259288" y="187620"/>
                  <a:pt x="260465" y="188814"/>
                  <a:pt x="261677" y="189991"/>
                </a:cubicBezTo>
                <a:cubicBezTo>
                  <a:pt x="262890" y="191167"/>
                  <a:pt x="264066" y="192326"/>
                  <a:pt x="265207" y="193467"/>
                </a:cubicBezTo>
                <a:cubicBezTo>
                  <a:pt x="261642" y="197104"/>
                  <a:pt x="258397" y="200224"/>
                  <a:pt x="255473" y="202827"/>
                </a:cubicBezTo>
                <a:cubicBezTo>
                  <a:pt x="252549" y="205430"/>
                  <a:pt x="249714" y="207570"/>
                  <a:pt x="246969" y="209245"/>
                </a:cubicBezTo>
                <a:cubicBezTo>
                  <a:pt x="244223" y="210921"/>
                  <a:pt x="241531" y="212134"/>
                  <a:pt x="238893" y="212882"/>
                </a:cubicBezTo>
                <a:cubicBezTo>
                  <a:pt x="236254" y="213631"/>
                  <a:pt x="233508" y="214006"/>
                  <a:pt x="230656" y="214006"/>
                </a:cubicBezTo>
                <a:cubicBezTo>
                  <a:pt x="225521" y="214006"/>
                  <a:pt x="221528" y="212348"/>
                  <a:pt x="218675" y="209031"/>
                </a:cubicBezTo>
                <a:cubicBezTo>
                  <a:pt x="215823" y="205715"/>
                  <a:pt x="214396" y="201169"/>
                  <a:pt x="214396" y="195393"/>
                </a:cubicBezTo>
                <a:cubicBezTo>
                  <a:pt x="214396" y="192184"/>
                  <a:pt x="214896" y="189117"/>
                  <a:pt x="215894" y="186193"/>
                </a:cubicBezTo>
                <a:lnTo>
                  <a:pt x="214396" y="185552"/>
                </a:lnTo>
                <a:cubicBezTo>
                  <a:pt x="210759" y="190615"/>
                  <a:pt x="207229" y="194929"/>
                  <a:pt x="203806" y="198495"/>
                </a:cubicBezTo>
                <a:cubicBezTo>
                  <a:pt x="200383" y="202061"/>
                  <a:pt x="196996" y="205002"/>
                  <a:pt x="193644" y="207320"/>
                </a:cubicBezTo>
                <a:cubicBezTo>
                  <a:pt x="190292" y="209638"/>
                  <a:pt x="186905" y="211331"/>
                  <a:pt x="183482" y="212401"/>
                </a:cubicBezTo>
                <a:cubicBezTo>
                  <a:pt x="180059" y="213471"/>
                  <a:pt x="176493" y="214006"/>
                  <a:pt x="172785" y="214006"/>
                </a:cubicBezTo>
                <a:cubicBezTo>
                  <a:pt x="164299" y="214006"/>
                  <a:pt x="157738" y="210957"/>
                  <a:pt x="153102" y="204860"/>
                </a:cubicBezTo>
                <a:cubicBezTo>
                  <a:pt x="148467" y="198762"/>
                  <a:pt x="146149" y="189902"/>
                  <a:pt x="146149" y="178278"/>
                </a:cubicBezTo>
                <a:cubicBezTo>
                  <a:pt x="146149" y="171360"/>
                  <a:pt x="146880" y="164710"/>
                  <a:pt x="148342" y="158328"/>
                </a:cubicBezTo>
                <a:cubicBezTo>
                  <a:pt x="149804" y="151945"/>
                  <a:pt x="151872" y="145955"/>
                  <a:pt x="154547" y="140357"/>
                </a:cubicBezTo>
                <a:cubicBezTo>
                  <a:pt x="157221" y="134759"/>
                  <a:pt x="160412" y="129660"/>
                  <a:pt x="164120" y="125060"/>
                </a:cubicBezTo>
                <a:cubicBezTo>
                  <a:pt x="167829" y="120460"/>
                  <a:pt x="171894" y="116520"/>
                  <a:pt x="176315" y="113240"/>
                </a:cubicBezTo>
                <a:cubicBezTo>
                  <a:pt x="180736" y="109959"/>
                  <a:pt x="185443" y="107410"/>
                  <a:pt x="190435" y="105591"/>
                </a:cubicBezTo>
                <a:cubicBezTo>
                  <a:pt x="195427" y="103773"/>
                  <a:pt x="200597" y="102864"/>
                  <a:pt x="205946" y="102864"/>
                </a:cubicBezTo>
                <a:close/>
                <a:moveTo>
                  <a:pt x="130522" y="0"/>
                </a:moveTo>
                <a:cubicBezTo>
                  <a:pt x="137666" y="0"/>
                  <a:pt x="142826" y="1860"/>
                  <a:pt x="146001" y="5581"/>
                </a:cubicBezTo>
                <a:cubicBezTo>
                  <a:pt x="149176" y="9302"/>
                  <a:pt x="150763" y="14288"/>
                  <a:pt x="150763" y="20538"/>
                </a:cubicBezTo>
                <a:cubicBezTo>
                  <a:pt x="150763" y="25301"/>
                  <a:pt x="149920" y="30758"/>
                  <a:pt x="148233" y="36909"/>
                </a:cubicBezTo>
                <a:cubicBezTo>
                  <a:pt x="146546" y="43061"/>
                  <a:pt x="144165" y="49560"/>
                  <a:pt x="141089" y="56406"/>
                </a:cubicBezTo>
                <a:cubicBezTo>
                  <a:pt x="138013" y="63252"/>
                  <a:pt x="134342" y="70272"/>
                  <a:pt x="130076" y="77465"/>
                </a:cubicBezTo>
                <a:cubicBezTo>
                  <a:pt x="125810" y="84658"/>
                  <a:pt x="121097" y="91653"/>
                  <a:pt x="115937" y="98450"/>
                </a:cubicBezTo>
                <a:cubicBezTo>
                  <a:pt x="110778" y="105246"/>
                  <a:pt x="105271" y="111646"/>
                  <a:pt x="99417" y="117649"/>
                </a:cubicBezTo>
                <a:cubicBezTo>
                  <a:pt x="93563" y="123651"/>
                  <a:pt x="87486" y="128885"/>
                  <a:pt x="81186" y="133350"/>
                </a:cubicBezTo>
                <a:cubicBezTo>
                  <a:pt x="74886" y="137815"/>
                  <a:pt x="68486" y="141362"/>
                  <a:pt x="61987" y="143991"/>
                </a:cubicBezTo>
                <a:cubicBezTo>
                  <a:pt x="55488" y="146621"/>
                  <a:pt x="49014" y="147935"/>
                  <a:pt x="42565" y="147935"/>
                </a:cubicBezTo>
                <a:cubicBezTo>
                  <a:pt x="39688" y="147935"/>
                  <a:pt x="37282" y="147216"/>
                  <a:pt x="35347" y="145777"/>
                </a:cubicBezTo>
                <a:cubicBezTo>
                  <a:pt x="33412" y="144339"/>
                  <a:pt x="31849" y="142305"/>
                  <a:pt x="30659" y="139675"/>
                </a:cubicBezTo>
                <a:cubicBezTo>
                  <a:pt x="29468" y="137046"/>
                  <a:pt x="28625" y="133945"/>
                  <a:pt x="28129" y="130374"/>
                </a:cubicBezTo>
                <a:cubicBezTo>
                  <a:pt x="27633" y="126802"/>
                  <a:pt x="27385" y="122882"/>
                  <a:pt x="27385" y="118616"/>
                </a:cubicBezTo>
                <a:cubicBezTo>
                  <a:pt x="27385" y="112961"/>
                  <a:pt x="27732" y="106908"/>
                  <a:pt x="28426" y="100459"/>
                </a:cubicBezTo>
                <a:cubicBezTo>
                  <a:pt x="29121" y="94010"/>
                  <a:pt x="30014" y="87511"/>
                  <a:pt x="31105" y="80963"/>
                </a:cubicBezTo>
                <a:lnTo>
                  <a:pt x="37356" y="39737"/>
                </a:lnTo>
                <a:cubicBezTo>
                  <a:pt x="37753" y="37356"/>
                  <a:pt x="38075" y="35099"/>
                  <a:pt x="38323" y="32965"/>
                </a:cubicBezTo>
                <a:cubicBezTo>
                  <a:pt x="38572" y="30832"/>
                  <a:pt x="38696" y="29270"/>
                  <a:pt x="38696" y="28277"/>
                </a:cubicBezTo>
                <a:cubicBezTo>
                  <a:pt x="38696" y="25202"/>
                  <a:pt x="38199" y="22672"/>
                  <a:pt x="37207" y="20687"/>
                </a:cubicBezTo>
                <a:cubicBezTo>
                  <a:pt x="36215" y="18703"/>
                  <a:pt x="34528" y="17711"/>
                  <a:pt x="32147" y="17711"/>
                </a:cubicBezTo>
                <a:cubicBezTo>
                  <a:pt x="30262" y="17711"/>
                  <a:pt x="28228" y="18281"/>
                  <a:pt x="26045" y="19422"/>
                </a:cubicBezTo>
                <a:cubicBezTo>
                  <a:pt x="23862" y="20563"/>
                  <a:pt x="21655" y="22027"/>
                  <a:pt x="19422" y="23813"/>
                </a:cubicBezTo>
                <a:cubicBezTo>
                  <a:pt x="17190" y="25598"/>
                  <a:pt x="15032" y="27508"/>
                  <a:pt x="12948" y="29542"/>
                </a:cubicBezTo>
                <a:cubicBezTo>
                  <a:pt x="10865" y="31576"/>
                  <a:pt x="8930" y="33486"/>
                  <a:pt x="7144" y="35272"/>
                </a:cubicBezTo>
                <a:lnTo>
                  <a:pt x="0" y="26938"/>
                </a:lnTo>
                <a:cubicBezTo>
                  <a:pt x="3076" y="23763"/>
                  <a:pt x="6350" y="20613"/>
                  <a:pt x="9823" y="17487"/>
                </a:cubicBezTo>
                <a:cubicBezTo>
                  <a:pt x="13296" y="14362"/>
                  <a:pt x="16967" y="11534"/>
                  <a:pt x="20836" y="9004"/>
                </a:cubicBezTo>
                <a:cubicBezTo>
                  <a:pt x="24706" y="6474"/>
                  <a:pt x="28774" y="4440"/>
                  <a:pt x="33040" y="2902"/>
                </a:cubicBezTo>
                <a:cubicBezTo>
                  <a:pt x="37306" y="1364"/>
                  <a:pt x="41672" y="595"/>
                  <a:pt x="46137" y="595"/>
                </a:cubicBezTo>
                <a:cubicBezTo>
                  <a:pt x="49907" y="595"/>
                  <a:pt x="52983" y="1215"/>
                  <a:pt x="55364" y="2456"/>
                </a:cubicBezTo>
                <a:cubicBezTo>
                  <a:pt x="57746" y="3696"/>
                  <a:pt x="59606" y="5333"/>
                  <a:pt x="60945" y="7367"/>
                </a:cubicBezTo>
                <a:cubicBezTo>
                  <a:pt x="62285" y="9401"/>
                  <a:pt x="63203" y="11633"/>
                  <a:pt x="63699" y="14064"/>
                </a:cubicBezTo>
                <a:cubicBezTo>
                  <a:pt x="64195" y="16495"/>
                  <a:pt x="64443" y="18901"/>
                  <a:pt x="64443" y="21282"/>
                </a:cubicBezTo>
                <a:cubicBezTo>
                  <a:pt x="64443" y="22672"/>
                  <a:pt x="64393" y="24011"/>
                  <a:pt x="64294" y="25301"/>
                </a:cubicBezTo>
                <a:cubicBezTo>
                  <a:pt x="64195" y="26591"/>
                  <a:pt x="64046" y="27781"/>
                  <a:pt x="63847" y="28873"/>
                </a:cubicBezTo>
                <a:lnTo>
                  <a:pt x="55513" y="82748"/>
                </a:lnTo>
                <a:cubicBezTo>
                  <a:pt x="54620" y="88404"/>
                  <a:pt x="53876" y="93935"/>
                  <a:pt x="53281" y="99343"/>
                </a:cubicBezTo>
                <a:cubicBezTo>
                  <a:pt x="52685" y="104750"/>
                  <a:pt x="52388" y="109538"/>
                  <a:pt x="52388" y="113705"/>
                </a:cubicBezTo>
                <a:cubicBezTo>
                  <a:pt x="52388" y="117872"/>
                  <a:pt x="52636" y="121245"/>
                  <a:pt x="53132" y="123825"/>
                </a:cubicBezTo>
                <a:cubicBezTo>
                  <a:pt x="53628" y="126405"/>
                  <a:pt x="54571" y="127695"/>
                  <a:pt x="55960" y="127695"/>
                </a:cubicBezTo>
                <a:cubicBezTo>
                  <a:pt x="59234" y="127695"/>
                  <a:pt x="63351" y="126380"/>
                  <a:pt x="68312" y="123751"/>
                </a:cubicBezTo>
                <a:cubicBezTo>
                  <a:pt x="73273" y="121121"/>
                  <a:pt x="78482" y="117500"/>
                  <a:pt x="83939" y="112886"/>
                </a:cubicBezTo>
                <a:cubicBezTo>
                  <a:pt x="89396" y="108273"/>
                  <a:pt x="94853" y="102815"/>
                  <a:pt x="100310" y="96515"/>
                </a:cubicBezTo>
                <a:cubicBezTo>
                  <a:pt x="105767" y="90215"/>
                  <a:pt x="110679" y="83393"/>
                  <a:pt x="115044" y="76051"/>
                </a:cubicBezTo>
                <a:cubicBezTo>
                  <a:pt x="119410" y="68709"/>
                  <a:pt x="122957" y="60970"/>
                  <a:pt x="125686" y="52834"/>
                </a:cubicBezTo>
                <a:cubicBezTo>
                  <a:pt x="128414" y="44698"/>
                  <a:pt x="129778" y="36513"/>
                  <a:pt x="129778" y="28277"/>
                </a:cubicBezTo>
                <a:cubicBezTo>
                  <a:pt x="129778" y="24706"/>
                  <a:pt x="129009" y="21952"/>
                  <a:pt x="127471" y="20017"/>
                </a:cubicBezTo>
                <a:cubicBezTo>
                  <a:pt x="125934" y="18083"/>
                  <a:pt x="123528" y="17115"/>
                  <a:pt x="120253" y="17115"/>
                </a:cubicBezTo>
                <a:cubicBezTo>
                  <a:pt x="116086" y="17115"/>
                  <a:pt x="112241" y="18728"/>
                  <a:pt x="108719" y="21952"/>
                </a:cubicBezTo>
                <a:cubicBezTo>
                  <a:pt x="105197" y="25177"/>
                  <a:pt x="101551" y="29418"/>
                  <a:pt x="97780" y="34677"/>
                </a:cubicBezTo>
                <a:lnTo>
                  <a:pt x="89297" y="27087"/>
                </a:lnTo>
                <a:cubicBezTo>
                  <a:pt x="91678" y="23515"/>
                  <a:pt x="94481" y="20092"/>
                  <a:pt x="97706" y="16818"/>
                </a:cubicBezTo>
                <a:cubicBezTo>
                  <a:pt x="100930" y="13543"/>
                  <a:pt x="104354" y="10666"/>
                  <a:pt x="107975" y="8186"/>
                </a:cubicBezTo>
                <a:cubicBezTo>
                  <a:pt x="111596" y="5705"/>
                  <a:pt x="115342" y="3721"/>
                  <a:pt x="119212" y="2232"/>
                </a:cubicBezTo>
                <a:cubicBezTo>
                  <a:pt x="123081" y="744"/>
                  <a:pt x="126851" y="0"/>
                  <a:pt x="1305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2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E6CDC88-79F3-4B36-8F19-23787889EBCF}"/>
              </a:ext>
            </a:extLst>
          </p:cNvPr>
          <p:cNvGrpSpPr/>
          <p:nvPr/>
        </p:nvGrpSpPr>
        <p:grpSpPr>
          <a:xfrm>
            <a:off x="1821248" y="2182094"/>
            <a:ext cx="892276" cy="174267"/>
            <a:chOff x="2650635" y="2186847"/>
            <a:chExt cx="6360015" cy="1242153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40346E9-9700-45FF-89B4-41EC6603244E}"/>
                </a:ext>
              </a:extLst>
            </p:cNvPr>
            <p:cNvCxnSpPr/>
            <p:nvPr/>
          </p:nvCxnSpPr>
          <p:spPr>
            <a:xfrm>
              <a:off x="2650635" y="3429000"/>
              <a:ext cx="81696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C0216C04-3478-4355-BEE1-59F85356F361}"/>
                </a:ext>
              </a:extLst>
            </p:cNvPr>
            <p:cNvCxnSpPr/>
            <p:nvPr/>
          </p:nvCxnSpPr>
          <p:spPr>
            <a:xfrm>
              <a:off x="8193688" y="3428503"/>
              <a:ext cx="81696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375F9A02-8134-4A7D-A34D-96E6F5536315}"/>
                </a:ext>
              </a:extLst>
            </p:cNvPr>
            <p:cNvSpPr/>
            <p:nvPr/>
          </p:nvSpPr>
          <p:spPr>
            <a:xfrm>
              <a:off x="3469198" y="2478017"/>
              <a:ext cx="4724490" cy="950486"/>
            </a:xfrm>
            <a:custGeom>
              <a:avLst/>
              <a:gdLst>
                <a:gd name="connsiteX0" fmla="*/ 0 w 2426494"/>
                <a:gd name="connsiteY0" fmla="*/ 654011 h 675578"/>
                <a:gd name="connsiteX1" fmla="*/ 102394 w 2426494"/>
                <a:gd name="connsiteY1" fmla="*/ 458748 h 675578"/>
                <a:gd name="connsiteX2" fmla="*/ 297656 w 2426494"/>
                <a:gd name="connsiteY2" fmla="*/ 239673 h 675578"/>
                <a:gd name="connsiteX3" fmla="*/ 521494 w 2426494"/>
                <a:gd name="connsiteY3" fmla="*/ 101561 h 675578"/>
                <a:gd name="connsiteX4" fmla="*/ 728663 w 2426494"/>
                <a:gd name="connsiteY4" fmla="*/ 32504 h 675578"/>
                <a:gd name="connsiteX5" fmla="*/ 933450 w 2426494"/>
                <a:gd name="connsiteY5" fmla="*/ 1548 h 675578"/>
                <a:gd name="connsiteX6" fmla="*/ 1157288 w 2426494"/>
                <a:gd name="connsiteY6" fmla="*/ 11073 h 675578"/>
                <a:gd name="connsiteX7" fmla="*/ 1400175 w 2426494"/>
                <a:gd name="connsiteY7" fmla="*/ 65842 h 675578"/>
                <a:gd name="connsiteX8" fmla="*/ 1709738 w 2426494"/>
                <a:gd name="connsiteY8" fmla="*/ 239673 h 675578"/>
                <a:gd name="connsiteX9" fmla="*/ 1943100 w 2426494"/>
                <a:gd name="connsiteY9" fmla="*/ 520661 h 675578"/>
                <a:gd name="connsiteX10" fmla="*/ 2005013 w 2426494"/>
                <a:gd name="connsiteY10" fmla="*/ 675442 h 675578"/>
                <a:gd name="connsiteX11" fmla="*/ 2057400 w 2426494"/>
                <a:gd name="connsiteY11" fmla="*/ 544473 h 675578"/>
                <a:gd name="connsiteX12" fmla="*/ 2169319 w 2426494"/>
                <a:gd name="connsiteY12" fmla="*/ 365879 h 675578"/>
                <a:gd name="connsiteX13" fmla="*/ 2426494 w 2426494"/>
                <a:gd name="connsiteY13" fmla="*/ 153948 h 675578"/>
                <a:gd name="connsiteX0" fmla="*/ 0 w 7409974"/>
                <a:gd name="connsiteY0" fmla="*/ 668983 h 690550"/>
                <a:gd name="connsiteX1" fmla="*/ 102394 w 7409974"/>
                <a:gd name="connsiteY1" fmla="*/ 473720 h 690550"/>
                <a:gd name="connsiteX2" fmla="*/ 297656 w 7409974"/>
                <a:gd name="connsiteY2" fmla="*/ 254645 h 690550"/>
                <a:gd name="connsiteX3" fmla="*/ 521494 w 7409974"/>
                <a:gd name="connsiteY3" fmla="*/ 116533 h 690550"/>
                <a:gd name="connsiteX4" fmla="*/ 728663 w 7409974"/>
                <a:gd name="connsiteY4" fmla="*/ 47476 h 690550"/>
                <a:gd name="connsiteX5" fmla="*/ 933450 w 7409974"/>
                <a:gd name="connsiteY5" fmla="*/ 16520 h 690550"/>
                <a:gd name="connsiteX6" fmla="*/ 1157288 w 7409974"/>
                <a:gd name="connsiteY6" fmla="*/ 26045 h 690550"/>
                <a:gd name="connsiteX7" fmla="*/ 1400175 w 7409974"/>
                <a:gd name="connsiteY7" fmla="*/ 80814 h 690550"/>
                <a:gd name="connsiteX8" fmla="*/ 1709738 w 7409974"/>
                <a:gd name="connsiteY8" fmla="*/ 254645 h 690550"/>
                <a:gd name="connsiteX9" fmla="*/ 1943100 w 7409974"/>
                <a:gd name="connsiteY9" fmla="*/ 535633 h 690550"/>
                <a:gd name="connsiteX10" fmla="*/ 2005013 w 7409974"/>
                <a:gd name="connsiteY10" fmla="*/ 690414 h 690550"/>
                <a:gd name="connsiteX11" fmla="*/ 2057400 w 7409974"/>
                <a:gd name="connsiteY11" fmla="*/ 559445 h 690550"/>
                <a:gd name="connsiteX12" fmla="*/ 2169319 w 7409974"/>
                <a:gd name="connsiteY12" fmla="*/ 380851 h 690550"/>
                <a:gd name="connsiteX13" fmla="*/ 7409974 w 7409974"/>
                <a:gd name="connsiteY13" fmla="*/ 77480 h 690550"/>
                <a:gd name="connsiteX0" fmla="*/ 0 w 8057674"/>
                <a:gd name="connsiteY0" fmla="*/ 654012 h 675579"/>
                <a:gd name="connsiteX1" fmla="*/ 102394 w 8057674"/>
                <a:gd name="connsiteY1" fmla="*/ 458749 h 675579"/>
                <a:gd name="connsiteX2" fmla="*/ 297656 w 8057674"/>
                <a:gd name="connsiteY2" fmla="*/ 239674 h 675579"/>
                <a:gd name="connsiteX3" fmla="*/ 521494 w 8057674"/>
                <a:gd name="connsiteY3" fmla="*/ 101562 h 675579"/>
                <a:gd name="connsiteX4" fmla="*/ 728663 w 8057674"/>
                <a:gd name="connsiteY4" fmla="*/ 32505 h 675579"/>
                <a:gd name="connsiteX5" fmla="*/ 933450 w 8057674"/>
                <a:gd name="connsiteY5" fmla="*/ 1549 h 675579"/>
                <a:gd name="connsiteX6" fmla="*/ 1157288 w 8057674"/>
                <a:gd name="connsiteY6" fmla="*/ 11074 h 675579"/>
                <a:gd name="connsiteX7" fmla="*/ 1400175 w 8057674"/>
                <a:gd name="connsiteY7" fmla="*/ 65843 h 675579"/>
                <a:gd name="connsiteX8" fmla="*/ 1709738 w 8057674"/>
                <a:gd name="connsiteY8" fmla="*/ 239674 h 675579"/>
                <a:gd name="connsiteX9" fmla="*/ 1943100 w 8057674"/>
                <a:gd name="connsiteY9" fmla="*/ 520662 h 675579"/>
                <a:gd name="connsiteX10" fmla="*/ 2005013 w 8057674"/>
                <a:gd name="connsiteY10" fmla="*/ 675443 h 675579"/>
                <a:gd name="connsiteX11" fmla="*/ 2057400 w 8057674"/>
                <a:gd name="connsiteY11" fmla="*/ 544474 h 675579"/>
                <a:gd name="connsiteX12" fmla="*/ 2169319 w 8057674"/>
                <a:gd name="connsiteY12" fmla="*/ 365880 h 675579"/>
                <a:gd name="connsiteX13" fmla="*/ 8057674 w 8057674"/>
                <a:gd name="connsiteY13" fmla="*/ 662584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8033862 w 8033862"/>
                <a:gd name="connsiteY13" fmla="*/ 660203 h 675579"/>
                <a:gd name="connsiteX0" fmla="*/ 0 w 8033862"/>
                <a:gd name="connsiteY0" fmla="*/ 654012 h 675579"/>
                <a:gd name="connsiteX1" fmla="*/ 102394 w 8033862"/>
                <a:gd name="connsiteY1" fmla="*/ 458749 h 675579"/>
                <a:gd name="connsiteX2" fmla="*/ 297656 w 8033862"/>
                <a:gd name="connsiteY2" fmla="*/ 239674 h 675579"/>
                <a:gd name="connsiteX3" fmla="*/ 521494 w 8033862"/>
                <a:gd name="connsiteY3" fmla="*/ 101562 h 675579"/>
                <a:gd name="connsiteX4" fmla="*/ 728663 w 8033862"/>
                <a:gd name="connsiteY4" fmla="*/ 32505 h 675579"/>
                <a:gd name="connsiteX5" fmla="*/ 933450 w 8033862"/>
                <a:gd name="connsiteY5" fmla="*/ 1549 h 675579"/>
                <a:gd name="connsiteX6" fmla="*/ 1157288 w 8033862"/>
                <a:gd name="connsiteY6" fmla="*/ 11074 h 675579"/>
                <a:gd name="connsiteX7" fmla="*/ 1400175 w 8033862"/>
                <a:gd name="connsiteY7" fmla="*/ 65843 h 675579"/>
                <a:gd name="connsiteX8" fmla="*/ 1709738 w 8033862"/>
                <a:gd name="connsiteY8" fmla="*/ 239674 h 675579"/>
                <a:gd name="connsiteX9" fmla="*/ 1943100 w 8033862"/>
                <a:gd name="connsiteY9" fmla="*/ 520662 h 675579"/>
                <a:gd name="connsiteX10" fmla="*/ 2005013 w 8033862"/>
                <a:gd name="connsiteY10" fmla="*/ 675443 h 675579"/>
                <a:gd name="connsiteX11" fmla="*/ 2057400 w 8033862"/>
                <a:gd name="connsiteY11" fmla="*/ 544474 h 675579"/>
                <a:gd name="connsiteX12" fmla="*/ 2169319 w 8033862"/>
                <a:gd name="connsiteY12" fmla="*/ 365880 h 675579"/>
                <a:gd name="connsiteX13" fmla="*/ 4114800 w 8033862"/>
                <a:gd name="connsiteY13" fmla="*/ 349212 h 675579"/>
                <a:gd name="connsiteX14" fmla="*/ 8033862 w 8033862"/>
                <a:gd name="connsiteY14" fmla="*/ 660203 h 675579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169319 w 8033862"/>
                <a:gd name="connsiteY12" fmla="*/ 365880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4024313 w 8033862"/>
                <a:gd name="connsiteY13" fmla="*/ 692112 h 703193"/>
                <a:gd name="connsiteX14" fmla="*/ 8033862 w 8033862"/>
                <a:gd name="connsiteY14" fmla="*/ 660203 h 703193"/>
                <a:gd name="connsiteX0" fmla="*/ 0 w 8033862"/>
                <a:gd name="connsiteY0" fmla="*/ 654012 h 703193"/>
                <a:gd name="connsiteX1" fmla="*/ 102394 w 8033862"/>
                <a:gd name="connsiteY1" fmla="*/ 458749 h 703193"/>
                <a:gd name="connsiteX2" fmla="*/ 297656 w 8033862"/>
                <a:gd name="connsiteY2" fmla="*/ 239674 h 703193"/>
                <a:gd name="connsiteX3" fmla="*/ 521494 w 8033862"/>
                <a:gd name="connsiteY3" fmla="*/ 101562 h 703193"/>
                <a:gd name="connsiteX4" fmla="*/ 728663 w 8033862"/>
                <a:gd name="connsiteY4" fmla="*/ 32505 h 703193"/>
                <a:gd name="connsiteX5" fmla="*/ 933450 w 8033862"/>
                <a:gd name="connsiteY5" fmla="*/ 1549 h 703193"/>
                <a:gd name="connsiteX6" fmla="*/ 1157288 w 8033862"/>
                <a:gd name="connsiteY6" fmla="*/ 11074 h 703193"/>
                <a:gd name="connsiteX7" fmla="*/ 1400175 w 8033862"/>
                <a:gd name="connsiteY7" fmla="*/ 65843 h 703193"/>
                <a:gd name="connsiteX8" fmla="*/ 1709738 w 8033862"/>
                <a:gd name="connsiteY8" fmla="*/ 239674 h 703193"/>
                <a:gd name="connsiteX9" fmla="*/ 1943100 w 8033862"/>
                <a:gd name="connsiteY9" fmla="*/ 520662 h 703193"/>
                <a:gd name="connsiteX10" fmla="*/ 2005013 w 8033862"/>
                <a:gd name="connsiteY10" fmla="*/ 675443 h 703193"/>
                <a:gd name="connsiteX11" fmla="*/ 2057400 w 8033862"/>
                <a:gd name="connsiteY11" fmla="*/ 544474 h 703193"/>
                <a:gd name="connsiteX12" fmla="*/ 2550319 w 8033862"/>
                <a:gd name="connsiteY12" fmla="*/ 89655 h 703193"/>
                <a:gd name="connsiteX13" fmla="*/ 3224213 w 8033862"/>
                <a:gd name="connsiteY13" fmla="*/ 482562 h 703193"/>
                <a:gd name="connsiteX14" fmla="*/ 4024313 w 8033862"/>
                <a:gd name="connsiteY14" fmla="*/ 692112 h 703193"/>
                <a:gd name="connsiteX15" fmla="*/ 8033862 w 8033862"/>
                <a:gd name="connsiteY15" fmla="*/ 660203 h 703193"/>
                <a:gd name="connsiteX0" fmla="*/ 0 w 8033862"/>
                <a:gd name="connsiteY0" fmla="*/ 654012 h 717981"/>
                <a:gd name="connsiteX1" fmla="*/ 102394 w 8033862"/>
                <a:gd name="connsiteY1" fmla="*/ 458749 h 717981"/>
                <a:gd name="connsiteX2" fmla="*/ 297656 w 8033862"/>
                <a:gd name="connsiteY2" fmla="*/ 239674 h 717981"/>
                <a:gd name="connsiteX3" fmla="*/ 521494 w 8033862"/>
                <a:gd name="connsiteY3" fmla="*/ 101562 h 717981"/>
                <a:gd name="connsiteX4" fmla="*/ 728663 w 8033862"/>
                <a:gd name="connsiteY4" fmla="*/ 32505 h 717981"/>
                <a:gd name="connsiteX5" fmla="*/ 933450 w 8033862"/>
                <a:gd name="connsiteY5" fmla="*/ 1549 h 717981"/>
                <a:gd name="connsiteX6" fmla="*/ 1157288 w 8033862"/>
                <a:gd name="connsiteY6" fmla="*/ 11074 h 717981"/>
                <a:gd name="connsiteX7" fmla="*/ 1400175 w 8033862"/>
                <a:gd name="connsiteY7" fmla="*/ 65843 h 717981"/>
                <a:gd name="connsiteX8" fmla="*/ 1709738 w 8033862"/>
                <a:gd name="connsiteY8" fmla="*/ 239674 h 717981"/>
                <a:gd name="connsiteX9" fmla="*/ 1943100 w 8033862"/>
                <a:gd name="connsiteY9" fmla="*/ 520662 h 717981"/>
                <a:gd name="connsiteX10" fmla="*/ 2005013 w 8033862"/>
                <a:gd name="connsiteY10" fmla="*/ 675443 h 717981"/>
                <a:gd name="connsiteX11" fmla="*/ 2057400 w 8033862"/>
                <a:gd name="connsiteY11" fmla="*/ 544474 h 717981"/>
                <a:gd name="connsiteX12" fmla="*/ 2550319 w 8033862"/>
                <a:gd name="connsiteY12" fmla="*/ 89655 h 717981"/>
                <a:gd name="connsiteX13" fmla="*/ 3224213 w 8033862"/>
                <a:gd name="connsiteY13" fmla="*/ 482562 h 717981"/>
                <a:gd name="connsiteX14" fmla="*/ 4024313 w 8033862"/>
                <a:gd name="connsiteY14" fmla="*/ 692112 h 717981"/>
                <a:gd name="connsiteX15" fmla="*/ 4476750 w 8033862"/>
                <a:gd name="connsiteY15" fmla="*/ 711162 h 717981"/>
                <a:gd name="connsiteX16" fmla="*/ 8033862 w 8033862"/>
                <a:gd name="connsiteY16" fmla="*/ 660203 h 717981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8033862 w 8033862"/>
                <a:gd name="connsiteY17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8033862 w 8033862"/>
                <a:gd name="connsiteY18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8033862 w 8033862"/>
                <a:gd name="connsiteY19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8033862 w 8033862"/>
                <a:gd name="connsiteY20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481888 w 8033862"/>
                <a:gd name="connsiteY20" fmla="*/ 644487 h 716223"/>
                <a:gd name="connsiteX21" fmla="*/ 8033862 w 8033862"/>
                <a:gd name="connsiteY21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224213 w 8033862"/>
                <a:gd name="connsiteY13" fmla="*/ 482562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5013 w 8033862"/>
                <a:gd name="connsiteY10" fmla="*/ 67544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057400 w 8033862"/>
                <a:gd name="connsiteY11" fmla="*/ 544474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43100 w 8033862"/>
                <a:gd name="connsiteY9" fmla="*/ 520662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0250 w 8033862"/>
                <a:gd name="connsiteY10" fmla="*/ 656393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519488 w 8033862"/>
                <a:gd name="connsiteY13" fmla="*/ 125374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8317 h 750528"/>
                <a:gd name="connsiteX1" fmla="*/ 102394 w 8033862"/>
                <a:gd name="connsiteY1" fmla="*/ 493054 h 750528"/>
                <a:gd name="connsiteX2" fmla="*/ 297656 w 8033862"/>
                <a:gd name="connsiteY2" fmla="*/ 273979 h 750528"/>
                <a:gd name="connsiteX3" fmla="*/ 521494 w 8033862"/>
                <a:gd name="connsiteY3" fmla="*/ 135867 h 750528"/>
                <a:gd name="connsiteX4" fmla="*/ 728663 w 8033862"/>
                <a:gd name="connsiteY4" fmla="*/ 66810 h 750528"/>
                <a:gd name="connsiteX5" fmla="*/ 933450 w 8033862"/>
                <a:gd name="connsiteY5" fmla="*/ 35854 h 750528"/>
                <a:gd name="connsiteX6" fmla="*/ 1157288 w 8033862"/>
                <a:gd name="connsiteY6" fmla="*/ 45379 h 750528"/>
                <a:gd name="connsiteX7" fmla="*/ 1400175 w 8033862"/>
                <a:gd name="connsiteY7" fmla="*/ 100148 h 750528"/>
                <a:gd name="connsiteX8" fmla="*/ 1709738 w 8033862"/>
                <a:gd name="connsiteY8" fmla="*/ 273979 h 750528"/>
                <a:gd name="connsiteX9" fmla="*/ 1916906 w 8033862"/>
                <a:gd name="connsiteY9" fmla="*/ 509723 h 750528"/>
                <a:gd name="connsiteX10" fmla="*/ 2007394 w 8033862"/>
                <a:gd name="connsiteY10" fmla="*/ 688317 h 750528"/>
                <a:gd name="connsiteX11" fmla="*/ 2157413 w 8033862"/>
                <a:gd name="connsiteY11" fmla="*/ 423998 h 750528"/>
                <a:gd name="connsiteX12" fmla="*/ 2550319 w 8033862"/>
                <a:gd name="connsiteY12" fmla="*/ 123960 h 750528"/>
                <a:gd name="connsiteX13" fmla="*/ 3043238 w 8033862"/>
                <a:gd name="connsiteY13" fmla="*/ 38235 h 750528"/>
                <a:gd name="connsiteX14" fmla="*/ 4024313 w 8033862"/>
                <a:gd name="connsiteY14" fmla="*/ 726417 h 750528"/>
                <a:gd name="connsiteX15" fmla="*/ 4476750 w 8033862"/>
                <a:gd name="connsiteY15" fmla="*/ 745467 h 750528"/>
                <a:gd name="connsiteX16" fmla="*/ 5143500 w 8033862"/>
                <a:gd name="connsiteY16" fmla="*/ 721654 h 750528"/>
                <a:gd name="connsiteX17" fmla="*/ 5957888 w 8033862"/>
                <a:gd name="connsiteY17" fmla="*/ 707367 h 750528"/>
                <a:gd name="connsiteX18" fmla="*/ 6219825 w 8033862"/>
                <a:gd name="connsiteY18" fmla="*/ 697842 h 750528"/>
                <a:gd name="connsiteX19" fmla="*/ 6715125 w 8033862"/>
                <a:gd name="connsiteY19" fmla="*/ 693079 h 750528"/>
                <a:gd name="connsiteX20" fmla="*/ 7134225 w 8033862"/>
                <a:gd name="connsiteY20" fmla="*/ 683554 h 750528"/>
                <a:gd name="connsiteX21" fmla="*/ 7481888 w 8033862"/>
                <a:gd name="connsiteY21" fmla="*/ 678792 h 750528"/>
                <a:gd name="connsiteX22" fmla="*/ 8033862 w 8033862"/>
                <a:gd name="connsiteY22" fmla="*/ 694508 h 750528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89796 h 752007"/>
                <a:gd name="connsiteX1" fmla="*/ 102394 w 8033862"/>
                <a:gd name="connsiteY1" fmla="*/ 494533 h 752007"/>
                <a:gd name="connsiteX2" fmla="*/ 297656 w 8033862"/>
                <a:gd name="connsiteY2" fmla="*/ 275458 h 752007"/>
                <a:gd name="connsiteX3" fmla="*/ 521494 w 8033862"/>
                <a:gd name="connsiteY3" fmla="*/ 137346 h 752007"/>
                <a:gd name="connsiteX4" fmla="*/ 728663 w 8033862"/>
                <a:gd name="connsiteY4" fmla="*/ 68289 h 752007"/>
                <a:gd name="connsiteX5" fmla="*/ 933450 w 8033862"/>
                <a:gd name="connsiteY5" fmla="*/ 37333 h 752007"/>
                <a:gd name="connsiteX6" fmla="*/ 1157288 w 8033862"/>
                <a:gd name="connsiteY6" fmla="*/ 46858 h 752007"/>
                <a:gd name="connsiteX7" fmla="*/ 1400175 w 8033862"/>
                <a:gd name="connsiteY7" fmla="*/ 101627 h 752007"/>
                <a:gd name="connsiteX8" fmla="*/ 1709738 w 8033862"/>
                <a:gd name="connsiteY8" fmla="*/ 275458 h 752007"/>
                <a:gd name="connsiteX9" fmla="*/ 1916906 w 8033862"/>
                <a:gd name="connsiteY9" fmla="*/ 511202 h 752007"/>
                <a:gd name="connsiteX10" fmla="*/ 2007394 w 8033862"/>
                <a:gd name="connsiteY10" fmla="*/ 689796 h 752007"/>
                <a:gd name="connsiteX11" fmla="*/ 2157413 w 8033862"/>
                <a:gd name="connsiteY11" fmla="*/ 425477 h 752007"/>
                <a:gd name="connsiteX12" fmla="*/ 2550319 w 8033862"/>
                <a:gd name="connsiteY12" fmla="*/ 125439 h 752007"/>
                <a:gd name="connsiteX13" fmla="*/ 3043238 w 8033862"/>
                <a:gd name="connsiteY13" fmla="*/ 39714 h 752007"/>
                <a:gd name="connsiteX14" fmla="*/ 4024313 w 8033862"/>
                <a:gd name="connsiteY14" fmla="*/ 727896 h 752007"/>
                <a:gd name="connsiteX15" fmla="*/ 4476750 w 8033862"/>
                <a:gd name="connsiteY15" fmla="*/ 746946 h 752007"/>
                <a:gd name="connsiteX16" fmla="*/ 5143500 w 8033862"/>
                <a:gd name="connsiteY16" fmla="*/ 723133 h 752007"/>
                <a:gd name="connsiteX17" fmla="*/ 5957888 w 8033862"/>
                <a:gd name="connsiteY17" fmla="*/ 708846 h 752007"/>
                <a:gd name="connsiteX18" fmla="*/ 6219825 w 8033862"/>
                <a:gd name="connsiteY18" fmla="*/ 699321 h 752007"/>
                <a:gd name="connsiteX19" fmla="*/ 6715125 w 8033862"/>
                <a:gd name="connsiteY19" fmla="*/ 694558 h 752007"/>
                <a:gd name="connsiteX20" fmla="*/ 7134225 w 8033862"/>
                <a:gd name="connsiteY20" fmla="*/ 685033 h 752007"/>
                <a:gd name="connsiteX21" fmla="*/ 7481888 w 8033862"/>
                <a:gd name="connsiteY21" fmla="*/ 680271 h 752007"/>
                <a:gd name="connsiteX22" fmla="*/ 8033862 w 8033862"/>
                <a:gd name="connsiteY22" fmla="*/ 695987 h 752007"/>
                <a:gd name="connsiteX0" fmla="*/ 0 w 8033862"/>
                <a:gd name="connsiteY0" fmla="*/ 654012 h 716223"/>
                <a:gd name="connsiteX1" fmla="*/ 102394 w 8033862"/>
                <a:gd name="connsiteY1" fmla="*/ 458749 h 716223"/>
                <a:gd name="connsiteX2" fmla="*/ 297656 w 8033862"/>
                <a:gd name="connsiteY2" fmla="*/ 239674 h 716223"/>
                <a:gd name="connsiteX3" fmla="*/ 521494 w 8033862"/>
                <a:gd name="connsiteY3" fmla="*/ 101562 h 716223"/>
                <a:gd name="connsiteX4" fmla="*/ 728663 w 8033862"/>
                <a:gd name="connsiteY4" fmla="*/ 32505 h 716223"/>
                <a:gd name="connsiteX5" fmla="*/ 933450 w 8033862"/>
                <a:gd name="connsiteY5" fmla="*/ 1549 h 716223"/>
                <a:gd name="connsiteX6" fmla="*/ 1157288 w 8033862"/>
                <a:gd name="connsiteY6" fmla="*/ 11074 h 716223"/>
                <a:gd name="connsiteX7" fmla="*/ 1400175 w 8033862"/>
                <a:gd name="connsiteY7" fmla="*/ 65843 h 716223"/>
                <a:gd name="connsiteX8" fmla="*/ 1709738 w 8033862"/>
                <a:gd name="connsiteY8" fmla="*/ 239674 h 716223"/>
                <a:gd name="connsiteX9" fmla="*/ 1916906 w 8033862"/>
                <a:gd name="connsiteY9" fmla="*/ 475418 h 716223"/>
                <a:gd name="connsiteX10" fmla="*/ 2007394 w 8033862"/>
                <a:gd name="connsiteY10" fmla="*/ 654012 h 716223"/>
                <a:gd name="connsiteX11" fmla="*/ 2157413 w 8033862"/>
                <a:gd name="connsiteY11" fmla="*/ 389693 h 716223"/>
                <a:gd name="connsiteX12" fmla="*/ 2550319 w 8033862"/>
                <a:gd name="connsiteY12" fmla="*/ 89655 h 716223"/>
                <a:gd name="connsiteX13" fmla="*/ 3043238 w 8033862"/>
                <a:gd name="connsiteY13" fmla="*/ 3930 h 716223"/>
                <a:gd name="connsiteX14" fmla="*/ 4024313 w 8033862"/>
                <a:gd name="connsiteY14" fmla="*/ 692112 h 716223"/>
                <a:gd name="connsiteX15" fmla="*/ 4476750 w 8033862"/>
                <a:gd name="connsiteY15" fmla="*/ 711162 h 716223"/>
                <a:gd name="connsiteX16" fmla="*/ 5143500 w 8033862"/>
                <a:gd name="connsiteY16" fmla="*/ 687349 h 716223"/>
                <a:gd name="connsiteX17" fmla="*/ 5957888 w 8033862"/>
                <a:gd name="connsiteY17" fmla="*/ 673062 h 716223"/>
                <a:gd name="connsiteX18" fmla="*/ 6219825 w 8033862"/>
                <a:gd name="connsiteY18" fmla="*/ 663537 h 716223"/>
                <a:gd name="connsiteX19" fmla="*/ 6715125 w 8033862"/>
                <a:gd name="connsiteY19" fmla="*/ 658774 h 716223"/>
                <a:gd name="connsiteX20" fmla="*/ 7134225 w 8033862"/>
                <a:gd name="connsiteY20" fmla="*/ 649249 h 716223"/>
                <a:gd name="connsiteX21" fmla="*/ 7481888 w 8033862"/>
                <a:gd name="connsiteY21" fmla="*/ 644487 h 716223"/>
                <a:gd name="connsiteX22" fmla="*/ 8033862 w 8033862"/>
                <a:gd name="connsiteY22" fmla="*/ 660203 h 716223"/>
                <a:gd name="connsiteX0" fmla="*/ 0 w 8033862"/>
                <a:gd name="connsiteY0" fmla="*/ 656817 h 735969"/>
                <a:gd name="connsiteX1" fmla="*/ 102394 w 8033862"/>
                <a:gd name="connsiteY1" fmla="*/ 461554 h 735969"/>
                <a:gd name="connsiteX2" fmla="*/ 297656 w 8033862"/>
                <a:gd name="connsiteY2" fmla="*/ 242479 h 735969"/>
                <a:gd name="connsiteX3" fmla="*/ 521494 w 8033862"/>
                <a:gd name="connsiteY3" fmla="*/ 104367 h 735969"/>
                <a:gd name="connsiteX4" fmla="*/ 728663 w 8033862"/>
                <a:gd name="connsiteY4" fmla="*/ 35310 h 735969"/>
                <a:gd name="connsiteX5" fmla="*/ 933450 w 8033862"/>
                <a:gd name="connsiteY5" fmla="*/ 4354 h 735969"/>
                <a:gd name="connsiteX6" fmla="*/ 1157288 w 8033862"/>
                <a:gd name="connsiteY6" fmla="*/ 13879 h 735969"/>
                <a:gd name="connsiteX7" fmla="*/ 1400175 w 8033862"/>
                <a:gd name="connsiteY7" fmla="*/ 68648 h 735969"/>
                <a:gd name="connsiteX8" fmla="*/ 1709738 w 8033862"/>
                <a:gd name="connsiteY8" fmla="*/ 242479 h 735969"/>
                <a:gd name="connsiteX9" fmla="*/ 1916906 w 8033862"/>
                <a:gd name="connsiteY9" fmla="*/ 478223 h 735969"/>
                <a:gd name="connsiteX10" fmla="*/ 2007394 w 8033862"/>
                <a:gd name="connsiteY10" fmla="*/ 656817 h 735969"/>
                <a:gd name="connsiteX11" fmla="*/ 2157413 w 8033862"/>
                <a:gd name="connsiteY11" fmla="*/ 392498 h 735969"/>
                <a:gd name="connsiteX12" fmla="*/ 2550319 w 8033862"/>
                <a:gd name="connsiteY12" fmla="*/ 92460 h 735969"/>
                <a:gd name="connsiteX13" fmla="*/ 3043238 w 8033862"/>
                <a:gd name="connsiteY13" fmla="*/ 6735 h 735969"/>
                <a:gd name="connsiteX14" fmla="*/ 3490913 w 8033862"/>
                <a:gd name="connsiteY14" fmla="*/ 240098 h 735969"/>
                <a:gd name="connsiteX15" fmla="*/ 4024313 w 8033862"/>
                <a:gd name="connsiteY15" fmla="*/ 694917 h 735969"/>
                <a:gd name="connsiteX16" fmla="*/ 4476750 w 8033862"/>
                <a:gd name="connsiteY16" fmla="*/ 713967 h 735969"/>
                <a:gd name="connsiteX17" fmla="*/ 5143500 w 8033862"/>
                <a:gd name="connsiteY17" fmla="*/ 690154 h 735969"/>
                <a:gd name="connsiteX18" fmla="*/ 5957888 w 8033862"/>
                <a:gd name="connsiteY18" fmla="*/ 675867 h 735969"/>
                <a:gd name="connsiteX19" fmla="*/ 6219825 w 8033862"/>
                <a:gd name="connsiteY19" fmla="*/ 666342 h 735969"/>
                <a:gd name="connsiteX20" fmla="*/ 6715125 w 8033862"/>
                <a:gd name="connsiteY20" fmla="*/ 661579 h 735969"/>
                <a:gd name="connsiteX21" fmla="*/ 7134225 w 8033862"/>
                <a:gd name="connsiteY21" fmla="*/ 652054 h 735969"/>
                <a:gd name="connsiteX22" fmla="*/ 7481888 w 8033862"/>
                <a:gd name="connsiteY22" fmla="*/ 647292 h 735969"/>
                <a:gd name="connsiteX23" fmla="*/ 8033862 w 8033862"/>
                <a:gd name="connsiteY23" fmla="*/ 663008 h 735969"/>
                <a:gd name="connsiteX0" fmla="*/ 0 w 8033862"/>
                <a:gd name="connsiteY0" fmla="*/ 654012 h 733164"/>
                <a:gd name="connsiteX1" fmla="*/ 102394 w 8033862"/>
                <a:gd name="connsiteY1" fmla="*/ 458749 h 733164"/>
                <a:gd name="connsiteX2" fmla="*/ 297656 w 8033862"/>
                <a:gd name="connsiteY2" fmla="*/ 239674 h 733164"/>
                <a:gd name="connsiteX3" fmla="*/ 521494 w 8033862"/>
                <a:gd name="connsiteY3" fmla="*/ 101562 h 733164"/>
                <a:gd name="connsiteX4" fmla="*/ 728663 w 8033862"/>
                <a:gd name="connsiteY4" fmla="*/ 32505 h 733164"/>
                <a:gd name="connsiteX5" fmla="*/ 933450 w 8033862"/>
                <a:gd name="connsiteY5" fmla="*/ 1549 h 733164"/>
                <a:gd name="connsiteX6" fmla="*/ 1157288 w 8033862"/>
                <a:gd name="connsiteY6" fmla="*/ 11074 h 733164"/>
                <a:gd name="connsiteX7" fmla="*/ 1400175 w 8033862"/>
                <a:gd name="connsiteY7" fmla="*/ 65843 h 733164"/>
                <a:gd name="connsiteX8" fmla="*/ 1709738 w 8033862"/>
                <a:gd name="connsiteY8" fmla="*/ 239674 h 733164"/>
                <a:gd name="connsiteX9" fmla="*/ 1916906 w 8033862"/>
                <a:gd name="connsiteY9" fmla="*/ 475418 h 733164"/>
                <a:gd name="connsiteX10" fmla="*/ 2007394 w 8033862"/>
                <a:gd name="connsiteY10" fmla="*/ 654012 h 733164"/>
                <a:gd name="connsiteX11" fmla="*/ 2157413 w 8033862"/>
                <a:gd name="connsiteY11" fmla="*/ 389693 h 733164"/>
                <a:gd name="connsiteX12" fmla="*/ 2550319 w 8033862"/>
                <a:gd name="connsiteY12" fmla="*/ 89655 h 733164"/>
                <a:gd name="connsiteX13" fmla="*/ 3043238 w 8033862"/>
                <a:gd name="connsiteY13" fmla="*/ 3930 h 733164"/>
                <a:gd name="connsiteX14" fmla="*/ 3631407 w 8033862"/>
                <a:gd name="connsiteY14" fmla="*/ 182524 h 733164"/>
                <a:gd name="connsiteX15" fmla="*/ 4024313 w 8033862"/>
                <a:gd name="connsiteY15" fmla="*/ 692112 h 733164"/>
                <a:gd name="connsiteX16" fmla="*/ 4476750 w 8033862"/>
                <a:gd name="connsiteY16" fmla="*/ 711162 h 733164"/>
                <a:gd name="connsiteX17" fmla="*/ 5143500 w 8033862"/>
                <a:gd name="connsiteY17" fmla="*/ 687349 h 733164"/>
                <a:gd name="connsiteX18" fmla="*/ 5957888 w 8033862"/>
                <a:gd name="connsiteY18" fmla="*/ 673062 h 733164"/>
                <a:gd name="connsiteX19" fmla="*/ 6219825 w 8033862"/>
                <a:gd name="connsiteY19" fmla="*/ 663537 h 733164"/>
                <a:gd name="connsiteX20" fmla="*/ 6715125 w 8033862"/>
                <a:gd name="connsiteY20" fmla="*/ 658774 h 733164"/>
                <a:gd name="connsiteX21" fmla="*/ 7134225 w 8033862"/>
                <a:gd name="connsiteY21" fmla="*/ 649249 h 733164"/>
                <a:gd name="connsiteX22" fmla="*/ 7481888 w 8033862"/>
                <a:gd name="connsiteY22" fmla="*/ 644487 h 733164"/>
                <a:gd name="connsiteX23" fmla="*/ 8033862 w 8033862"/>
                <a:gd name="connsiteY23" fmla="*/ 660203 h 733164"/>
                <a:gd name="connsiteX0" fmla="*/ 0 w 8033862"/>
                <a:gd name="connsiteY0" fmla="*/ 654012 h 714279"/>
                <a:gd name="connsiteX1" fmla="*/ 102394 w 8033862"/>
                <a:gd name="connsiteY1" fmla="*/ 458749 h 714279"/>
                <a:gd name="connsiteX2" fmla="*/ 297656 w 8033862"/>
                <a:gd name="connsiteY2" fmla="*/ 239674 h 714279"/>
                <a:gd name="connsiteX3" fmla="*/ 521494 w 8033862"/>
                <a:gd name="connsiteY3" fmla="*/ 101562 h 714279"/>
                <a:gd name="connsiteX4" fmla="*/ 728663 w 8033862"/>
                <a:gd name="connsiteY4" fmla="*/ 32505 h 714279"/>
                <a:gd name="connsiteX5" fmla="*/ 933450 w 8033862"/>
                <a:gd name="connsiteY5" fmla="*/ 1549 h 714279"/>
                <a:gd name="connsiteX6" fmla="*/ 1157288 w 8033862"/>
                <a:gd name="connsiteY6" fmla="*/ 11074 h 714279"/>
                <a:gd name="connsiteX7" fmla="*/ 1400175 w 8033862"/>
                <a:gd name="connsiteY7" fmla="*/ 65843 h 714279"/>
                <a:gd name="connsiteX8" fmla="*/ 1709738 w 8033862"/>
                <a:gd name="connsiteY8" fmla="*/ 239674 h 714279"/>
                <a:gd name="connsiteX9" fmla="*/ 1916906 w 8033862"/>
                <a:gd name="connsiteY9" fmla="*/ 475418 h 714279"/>
                <a:gd name="connsiteX10" fmla="*/ 2007394 w 8033862"/>
                <a:gd name="connsiteY10" fmla="*/ 654012 h 714279"/>
                <a:gd name="connsiteX11" fmla="*/ 2157413 w 8033862"/>
                <a:gd name="connsiteY11" fmla="*/ 389693 h 714279"/>
                <a:gd name="connsiteX12" fmla="*/ 2550319 w 8033862"/>
                <a:gd name="connsiteY12" fmla="*/ 89655 h 714279"/>
                <a:gd name="connsiteX13" fmla="*/ 3043238 w 8033862"/>
                <a:gd name="connsiteY13" fmla="*/ 3930 h 714279"/>
                <a:gd name="connsiteX14" fmla="*/ 3631407 w 8033862"/>
                <a:gd name="connsiteY14" fmla="*/ 182524 h 714279"/>
                <a:gd name="connsiteX15" fmla="*/ 4031456 w 8033862"/>
                <a:gd name="connsiteY15" fmla="*/ 654012 h 714279"/>
                <a:gd name="connsiteX16" fmla="*/ 4476750 w 8033862"/>
                <a:gd name="connsiteY16" fmla="*/ 711162 h 714279"/>
                <a:gd name="connsiteX17" fmla="*/ 5143500 w 8033862"/>
                <a:gd name="connsiteY17" fmla="*/ 687349 h 714279"/>
                <a:gd name="connsiteX18" fmla="*/ 5957888 w 8033862"/>
                <a:gd name="connsiteY18" fmla="*/ 673062 h 714279"/>
                <a:gd name="connsiteX19" fmla="*/ 6219825 w 8033862"/>
                <a:gd name="connsiteY19" fmla="*/ 663537 h 714279"/>
                <a:gd name="connsiteX20" fmla="*/ 6715125 w 8033862"/>
                <a:gd name="connsiteY20" fmla="*/ 658774 h 714279"/>
                <a:gd name="connsiteX21" fmla="*/ 7134225 w 8033862"/>
                <a:gd name="connsiteY21" fmla="*/ 649249 h 714279"/>
                <a:gd name="connsiteX22" fmla="*/ 7481888 w 8033862"/>
                <a:gd name="connsiteY22" fmla="*/ 644487 h 714279"/>
                <a:gd name="connsiteX23" fmla="*/ 8033862 w 8033862"/>
                <a:gd name="connsiteY23" fmla="*/ 660203 h 714279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4012 h 711165"/>
                <a:gd name="connsiteX1" fmla="*/ 102394 w 8033862"/>
                <a:gd name="connsiteY1" fmla="*/ 458749 h 711165"/>
                <a:gd name="connsiteX2" fmla="*/ 297656 w 8033862"/>
                <a:gd name="connsiteY2" fmla="*/ 239674 h 711165"/>
                <a:gd name="connsiteX3" fmla="*/ 521494 w 8033862"/>
                <a:gd name="connsiteY3" fmla="*/ 101562 h 711165"/>
                <a:gd name="connsiteX4" fmla="*/ 728663 w 8033862"/>
                <a:gd name="connsiteY4" fmla="*/ 32505 h 711165"/>
                <a:gd name="connsiteX5" fmla="*/ 933450 w 8033862"/>
                <a:gd name="connsiteY5" fmla="*/ 1549 h 711165"/>
                <a:gd name="connsiteX6" fmla="*/ 1157288 w 8033862"/>
                <a:gd name="connsiteY6" fmla="*/ 11074 h 711165"/>
                <a:gd name="connsiteX7" fmla="*/ 1400175 w 8033862"/>
                <a:gd name="connsiteY7" fmla="*/ 65843 h 711165"/>
                <a:gd name="connsiteX8" fmla="*/ 1709738 w 8033862"/>
                <a:gd name="connsiteY8" fmla="*/ 239674 h 711165"/>
                <a:gd name="connsiteX9" fmla="*/ 1916906 w 8033862"/>
                <a:gd name="connsiteY9" fmla="*/ 475418 h 711165"/>
                <a:gd name="connsiteX10" fmla="*/ 2007394 w 8033862"/>
                <a:gd name="connsiteY10" fmla="*/ 654012 h 711165"/>
                <a:gd name="connsiteX11" fmla="*/ 2157413 w 8033862"/>
                <a:gd name="connsiteY11" fmla="*/ 389693 h 711165"/>
                <a:gd name="connsiteX12" fmla="*/ 2550319 w 8033862"/>
                <a:gd name="connsiteY12" fmla="*/ 89655 h 711165"/>
                <a:gd name="connsiteX13" fmla="*/ 3043238 w 8033862"/>
                <a:gd name="connsiteY13" fmla="*/ 3930 h 711165"/>
                <a:gd name="connsiteX14" fmla="*/ 3631407 w 8033862"/>
                <a:gd name="connsiteY14" fmla="*/ 182524 h 711165"/>
                <a:gd name="connsiteX15" fmla="*/ 4031456 w 8033862"/>
                <a:gd name="connsiteY15" fmla="*/ 654012 h 711165"/>
                <a:gd name="connsiteX16" fmla="*/ 4476750 w 8033862"/>
                <a:gd name="connsiteY16" fmla="*/ 711162 h 711165"/>
                <a:gd name="connsiteX17" fmla="*/ 5143500 w 8033862"/>
                <a:gd name="connsiteY17" fmla="*/ 687349 h 711165"/>
                <a:gd name="connsiteX18" fmla="*/ 5957888 w 8033862"/>
                <a:gd name="connsiteY18" fmla="*/ 673062 h 711165"/>
                <a:gd name="connsiteX19" fmla="*/ 6219825 w 8033862"/>
                <a:gd name="connsiteY19" fmla="*/ 663537 h 711165"/>
                <a:gd name="connsiteX20" fmla="*/ 6715125 w 8033862"/>
                <a:gd name="connsiteY20" fmla="*/ 658774 h 711165"/>
                <a:gd name="connsiteX21" fmla="*/ 7134225 w 8033862"/>
                <a:gd name="connsiteY21" fmla="*/ 649249 h 711165"/>
                <a:gd name="connsiteX22" fmla="*/ 7481888 w 8033862"/>
                <a:gd name="connsiteY22" fmla="*/ 644487 h 711165"/>
                <a:gd name="connsiteX23" fmla="*/ 8033862 w 8033862"/>
                <a:gd name="connsiteY23" fmla="*/ 660203 h 711165"/>
                <a:gd name="connsiteX0" fmla="*/ 0 w 8033862"/>
                <a:gd name="connsiteY0" fmla="*/ 655546 h 712699"/>
                <a:gd name="connsiteX1" fmla="*/ 102394 w 8033862"/>
                <a:gd name="connsiteY1" fmla="*/ 460283 h 712699"/>
                <a:gd name="connsiteX2" fmla="*/ 297656 w 8033862"/>
                <a:gd name="connsiteY2" fmla="*/ 241208 h 712699"/>
                <a:gd name="connsiteX3" fmla="*/ 521494 w 8033862"/>
                <a:gd name="connsiteY3" fmla="*/ 103096 h 712699"/>
                <a:gd name="connsiteX4" fmla="*/ 728663 w 8033862"/>
                <a:gd name="connsiteY4" fmla="*/ 34039 h 712699"/>
                <a:gd name="connsiteX5" fmla="*/ 933450 w 8033862"/>
                <a:gd name="connsiteY5" fmla="*/ 3083 h 712699"/>
                <a:gd name="connsiteX6" fmla="*/ 1157288 w 8033862"/>
                <a:gd name="connsiteY6" fmla="*/ 12608 h 712699"/>
                <a:gd name="connsiteX7" fmla="*/ 1400175 w 8033862"/>
                <a:gd name="connsiteY7" fmla="*/ 67377 h 712699"/>
                <a:gd name="connsiteX8" fmla="*/ 1709738 w 8033862"/>
                <a:gd name="connsiteY8" fmla="*/ 241208 h 712699"/>
                <a:gd name="connsiteX9" fmla="*/ 1916906 w 8033862"/>
                <a:gd name="connsiteY9" fmla="*/ 476952 h 712699"/>
                <a:gd name="connsiteX10" fmla="*/ 2007394 w 8033862"/>
                <a:gd name="connsiteY10" fmla="*/ 655546 h 712699"/>
                <a:gd name="connsiteX11" fmla="*/ 2157413 w 8033862"/>
                <a:gd name="connsiteY11" fmla="*/ 391227 h 712699"/>
                <a:gd name="connsiteX12" fmla="*/ 2550319 w 8033862"/>
                <a:gd name="connsiteY12" fmla="*/ 91189 h 712699"/>
                <a:gd name="connsiteX13" fmla="*/ 2995613 w 8033862"/>
                <a:gd name="connsiteY13" fmla="*/ 702 h 712699"/>
                <a:gd name="connsiteX14" fmla="*/ 3631407 w 8033862"/>
                <a:gd name="connsiteY14" fmla="*/ 184058 h 712699"/>
                <a:gd name="connsiteX15" fmla="*/ 4031456 w 8033862"/>
                <a:gd name="connsiteY15" fmla="*/ 655546 h 712699"/>
                <a:gd name="connsiteX16" fmla="*/ 4476750 w 8033862"/>
                <a:gd name="connsiteY16" fmla="*/ 712696 h 712699"/>
                <a:gd name="connsiteX17" fmla="*/ 5143500 w 8033862"/>
                <a:gd name="connsiteY17" fmla="*/ 688883 h 712699"/>
                <a:gd name="connsiteX18" fmla="*/ 5957888 w 8033862"/>
                <a:gd name="connsiteY18" fmla="*/ 674596 h 712699"/>
                <a:gd name="connsiteX19" fmla="*/ 6219825 w 8033862"/>
                <a:gd name="connsiteY19" fmla="*/ 665071 h 712699"/>
                <a:gd name="connsiteX20" fmla="*/ 6715125 w 8033862"/>
                <a:gd name="connsiteY20" fmla="*/ 660308 h 712699"/>
                <a:gd name="connsiteX21" fmla="*/ 7134225 w 8033862"/>
                <a:gd name="connsiteY21" fmla="*/ 650783 h 712699"/>
                <a:gd name="connsiteX22" fmla="*/ 7481888 w 8033862"/>
                <a:gd name="connsiteY22" fmla="*/ 646021 h 712699"/>
                <a:gd name="connsiteX23" fmla="*/ 8033862 w 8033862"/>
                <a:gd name="connsiteY23" fmla="*/ 661737 h 712699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712293"/>
                <a:gd name="connsiteX1" fmla="*/ 102394 w 8033862"/>
                <a:gd name="connsiteY1" fmla="*/ 459877 h 712293"/>
                <a:gd name="connsiteX2" fmla="*/ 297656 w 8033862"/>
                <a:gd name="connsiteY2" fmla="*/ 240802 h 712293"/>
                <a:gd name="connsiteX3" fmla="*/ 521494 w 8033862"/>
                <a:gd name="connsiteY3" fmla="*/ 102690 h 712293"/>
                <a:gd name="connsiteX4" fmla="*/ 728663 w 8033862"/>
                <a:gd name="connsiteY4" fmla="*/ 33633 h 712293"/>
                <a:gd name="connsiteX5" fmla="*/ 933450 w 8033862"/>
                <a:gd name="connsiteY5" fmla="*/ 2677 h 712293"/>
                <a:gd name="connsiteX6" fmla="*/ 1157288 w 8033862"/>
                <a:gd name="connsiteY6" fmla="*/ 12202 h 712293"/>
                <a:gd name="connsiteX7" fmla="*/ 1400175 w 8033862"/>
                <a:gd name="connsiteY7" fmla="*/ 66971 h 712293"/>
                <a:gd name="connsiteX8" fmla="*/ 1709738 w 8033862"/>
                <a:gd name="connsiteY8" fmla="*/ 240802 h 712293"/>
                <a:gd name="connsiteX9" fmla="*/ 1916906 w 8033862"/>
                <a:gd name="connsiteY9" fmla="*/ 476546 h 712293"/>
                <a:gd name="connsiteX10" fmla="*/ 2007394 w 8033862"/>
                <a:gd name="connsiteY10" fmla="*/ 655140 h 712293"/>
                <a:gd name="connsiteX11" fmla="*/ 2157413 w 8033862"/>
                <a:gd name="connsiteY11" fmla="*/ 390821 h 712293"/>
                <a:gd name="connsiteX12" fmla="*/ 2550319 w 8033862"/>
                <a:gd name="connsiteY12" fmla="*/ 90783 h 712293"/>
                <a:gd name="connsiteX13" fmla="*/ 2995613 w 8033862"/>
                <a:gd name="connsiteY13" fmla="*/ 296 h 712293"/>
                <a:gd name="connsiteX14" fmla="*/ 3631407 w 8033862"/>
                <a:gd name="connsiteY14" fmla="*/ 183652 h 712293"/>
                <a:gd name="connsiteX15" fmla="*/ 4031456 w 8033862"/>
                <a:gd name="connsiteY15" fmla="*/ 655140 h 712293"/>
                <a:gd name="connsiteX16" fmla="*/ 4476750 w 8033862"/>
                <a:gd name="connsiteY16" fmla="*/ 712290 h 712293"/>
                <a:gd name="connsiteX17" fmla="*/ 5143500 w 8033862"/>
                <a:gd name="connsiteY17" fmla="*/ 688477 h 712293"/>
                <a:gd name="connsiteX18" fmla="*/ 5957888 w 8033862"/>
                <a:gd name="connsiteY18" fmla="*/ 674190 h 712293"/>
                <a:gd name="connsiteX19" fmla="*/ 6219825 w 8033862"/>
                <a:gd name="connsiteY19" fmla="*/ 664665 h 712293"/>
                <a:gd name="connsiteX20" fmla="*/ 6715125 w 8033862"/>
                <a:gd name="connsiteY20" fmla="*/ 659902 h 712293"/>
                <a:gd name="connsiteX21" fmla="*/ 7134225 w 8033862"/>
                <a:gd name="connsiteY21" fmla="*/ 650377 h 712293"/>
                <a:gd name="connsiteX22" fmla="*/ 7481888 w 8033862"/>
                <a:gd name="connsiteY22" fmla="*/ 645615 h 712293"/>
                <a:gd name="connsiteX23" fmla="*/ 8033862 w 8033862"/>
                <a:gd name="connsiteY23" fmla="*/ 661331 h 712293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333875 w 8033862"/>
                <a:gd name="connsiteY16" fmla="*/ 31224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55140 h 688477"/>
                <a:gd name="connsiteX1" fmla="*/ 102394 w 8033862"/>
                <a:gd name="connsiteY1" fmla="*/ 459877 h 688477"/>
                <a:gd name="connsiteX2" fmla="*/ 297656 w 8033862"/>
                <a:gd name="connsiteY2" fmla="*/ 240802 h 688477"/>
                <a:gd name="connsiteX3" fmla="*/ 521494 w 8033862"/>
                <a:gd name="connsiteY3" fmla="*/ 102690 h 688477"/>
                <a:gd name="connsiteX4" fmla="*/ 728663 w 8033862"/>
                <a:gd name="connsiteY4" fmla="*/ 33633 h 688477"/>
                <a:gd name="connsiteX5" fmla="*/ 933450 w 8033862"/>
                <a:gd name="connsiteY5" fmla="*/ 2677 h 688477"/>
                <a:gd name="connsiteX6" fmla="*/ 1157288 w 8033862"/>
                <a:gd name="connsiteY6" fmla="*/ 12202 h 688477"/>
                <a:gd name="connsiteX7" fmla="*/ 1400175 w 8033862"/>
                <a:gd name="connsiteY7" fmla="*/ 66971 h 688477"/>
                <a:gd name="connsiteX8" fmla="*/ 1709738 w 8033862"/>
                <a:gd name="connsiteY8" fmla="*/ 240802 h 688477"/>
                <a:gd name="connsiteX9" fmla="*/ 1916906 w 8033862"/>
                <a:gd name="connsiteY9" fmla="*/ 476546 h 688477"/>
                <a:gd name="connsiteX10" fmla="*/ 2007394 w 8033862"/>
                <a:gd name="connsiteY10" fmla="*/ 655140 h 688477"/>
                <a:gd name="connsiteX11" fmla="*/ 2157413 w 8033862"/>
                <a:gd name="connsiteY11" fmla="*/ 390821 h 688477"/>
                <a:gd name="connsiteX12" fmla="*/ 2550319 w 8033862"/>
                <a:gd name="connsiteY12" fmla="*/ 90783 h 688477"/>
                <a:gd name="connsiteX13" fmla="*/ 2995613 w 8033862"/>
                <a:gd name="connsiteY13" fmla="*/ 296 h 688477"/>
                <a:gd name="connsiteX14" fmla="*/ 3631407 w 8033862"/>
                <a:gd name="connsiteY14" fmla="*/ 183652 h 688477"/>
                <a:gd name="connsiteX15" fmla="*/ 4031456 w 8033862"/>
                <a:gd name="connsiteY15" fmla="*/ 655140 h 688477"/>
                <a:gd name="connsiteX16" fmla="*/ 4286250 w 8033862"/>
                <a:gd name="connsiteY16" fmla="*/ 293190 h 688477"/>
                <a:gd name="connsiteX17" fmla="*/ 5143500 w 8033862"/>
                <a:gd name="connsiteY17" fmla="*/ 688477 h 688477"/>
                <a:gd name="connsiteX18" fmla="*/ 5957888 w 8033862"/>
                <a:gd name="connsiteY18" fmla="*/ 674190 h 688477"/>
                <a:gd name="connsiteX19" fmla="*/ 6219825 w 8033862"/>
                <a:gd name="connsiteY19" fmla="*/ 664665 h 688477"/>
                <a:gd name="connsiteX20" fmla="*/ 6715125 w 8033862"/>
                <a:gd name="connsiteY20" fmla="*/ 659902 h 688477"/>
                <a:gd name="connsiteX21" fmla="*/ 7134225 w 8033862"/>
                <a:gd name="connsiteY21" fmla="*/ 650377 h 688477"/>
                <a:gd name="connsiteX22" fmla="*/ 7481888 w 8033862"/>
                <a:gd name="connsiteY22" fmla="*/ 645615 h 688477"/>
                <a:gd name="connsiteX23" fmla="*/ 8033862 w 8033862"/>
                <a:gd name="connsiteY23" fmla="*/ 661331 h 688477"/>
                <a:gd name="connsiteX0" fmla="*/ 0 w 8033862"/>
                <a:gd name="connsiteY0" fmla="*/ 682044 h 701094"/>
                <a:gd name="connsiteX1" fmla="*/ 102394 w 8033862"/>
                <a:gd name="connsiteY1" fmla="*/ 486781 h 701094"/>
                <a:gd name="connsiteX2" fmla="*/ 297656 w 8033862"/>
                <a:gd name="connsiteY2" fmla="*/ 267706 h 701094"/>
                <a:gd name="connsiteX3" fmla="*/ 521494 w 8033862"/>
                <a:gd name="connsiteY3" fmla="*/ 129594 h 701094"/>
                <a:gd name="connsiteX4" fmla="*/ 728663 w 8033862"/>
                <a:gd name="connsiteY4" fmla="*/ 60537 h 701094"/>
                <a:gd name="connsiteX5" fmla="*/ 933450 w 8033862"/>
                <a:gd name="connsiteY5" fmla="*/ 29581 h 701094"/>
                <a:gd name="connsiteX6" fmla="*/ 1157288 w 8033862"/>
                <a:gd name="connsiteY6" fmla="*/ 39106 h 701094"/>
                <a:gd name="connsiteX7" fmla="*/ 1400175 w 8033862"/>
                <a:gd name="connsiteY7" fmla="*/ 93875 h 701094"/>
                <a:gd name="connsiteX8" fmla="*/ 1709738 w 8033862"/>
                <a:gd name="connsiteY8" fmla="*/ 267706 h 701094"/>
                <a:gd name="connsiteX9" fmla="*/ 1916906 w 8033862"/>
                <a:gd name="connsiteY9" fmla="*/ 503450 h 701094"/>
                <a:gd name="connsiteX10" fmla="*/ 2007394 w 8033862"/>
                <a:gd name="connsiteY10" fmla="*/ 682044 h 701094"/>
                <a:gd name="connsiteX11" fmla="*/ 2157413 w 8033862"/>
                <a:gd name="connsiteY11" fmla="*/ 417725 h 701094"/>
                <a:gd name="connsiteX12" fmla="*/ 2550319 w 8033862"/>
                <a:gd name="connsiteY12" fmla="*/ 117687 h 701094"/>
                <a:gd name="connsiteX13" fmla="*/ 2995613 w 8033862"/>
                <a:gd name="connsiteY13" fmla="*/ 27200 h 701094"/>
                <a:gd name="connsiteX14" fmla="*/ 3631407 w 8033862"/>
                <a:gd name="connsiteY14" fmla="*/ 210556 h 701094"/>
                <a:gd name="connsiteX15" fmla="*/ 4031456 w 8033862"/>
                <a:gd name="connsiteY15" fmla="*/ 682044 h 701094"/>
                <a:gd name="connsiteX16" fmla="*/ 4286250 w 8033862"/>
                <a:gd name="connsiteY16" fmla="*/ 320094 h 701094"/>
                <a:gd name="connsiteX17" fmla="*/ 5053012 w 8033862"/>
                <a:gd name="connsiteY17" fmla="*/ 29581 h 701094"/>
                <a:gd name="connsiteX18" fmla="*/ 5957888 w 8033862"/>
                <a:gd name="connsiteY18" fmla="*/ 701094 h 701094"/>
                <a:gd name="connsiteX19" fmla="*/ 6219825 w 8033862"/>
                <a:gd name="connsiteY19" fmla="*/ 691569 h 701094"/>
                <a:gd name="connsiteX20" fmla="*/ 6715125 w 8033862"/>
                <a:gd name="connsiteY20" fmla="*/ 686806 h 701094"/>
                <a:gd name="connsiteX21" fmla="*/ 7134225 w 8033862"/>
                <a:gd name="connsiteY21" fmla="*/ 677281 h 701094"/>
                <a:gd name="connsiteX22" fmla="*/ 7481888 w 8033862"/>
                <a:gd name="connsiteY22" fmla="*/ 672519 h 701094"/>
                <a:gd name="connsiteX23" fmla="*/ 8033862 w 8033862"/>
                <a:gd name="connsiteY23" fmla="*/ 688235 h 701094"/>
                <a:gd name="connsiteX0" fmla="*/ 0 w 8033862"/>
                <a:gd name="connsiteY0" fmla="*/ 700854 h 719904"/>
                <a:gd name="connsiteX1" fmla="*/ 102394 w 8033862"/>
                <a:gd name="connsiteY1" fmla="*/ 505591 h 719904"/>
                <a:gd name="connsiteX2" fmla="*/ 297656 w 8033862"/>
                <a:gd name="connsiteY2" fmla="*/ 286516 h 719904"/>
                <a:gd name="connsiteX3" fmla="*/ 521494 w 8033862"/>
                <a:gd name="connsiteY3" fmla="*/ 148404 h 719904"/>
                <a:gd name="connsiteX4" fmla="*/ 728663 w 8033862"/>
                <a:gd name="connsiteY4" fmla="*/ 79347 h 719904"/>
                <a:gd name="connsiteX5" fmla="*/ 933450 w 8033862"/>
                <a:gd name="connsiteY5" fmla="*/ 48391 h 719904"/>
                <a:gd name="connsiteX6" fmla="*/ 1157288 w 8033862"/>
                <a:gd name="connsiteY6" fmla="*/ 57916 h 719904"/>
                <a:gd name="connsiteX7" fmla="*/ 1400175 w 8033862"/>
                <a:gd name="connsiteY7" fmla="*/ 112685 h 719904"/>
                <a:gd name="connsiteX8" fmla="*/ 1709738 w 8033862"/>
                <a:gd name="connsiteY8" fmla="*/ 286516 h 719904"/>
                <a:gd name="connsiteX9" fmla="*/ 1916906 w 8033862"/>
                <a:gd name="connsiteY9" fmla="*/ 522260 h 719904"/>
                <a:gd name="connsiteX10" fmla="*/ 2007394 w 8033862"/>
                <a:gd name="connsiteY10" fmla="*/ 700854 h 719904"/>
                <a:gd name="connsiteX11" fmla="*/ 2157413 w 8033862"/>
                <a:gd name="connsiteY11" fmla="*/ 436535 h 719904"/>
                <a:gd name="connsiteX12" fmla="*/ 2550319 w 8033862"/>
                <a:gd name="connsiteY12" fmla="*/ 136497 h 719904"/>
                <a:gd name="connsiteX13" fmla="*/ 2995613 w 8033862"/>
                <a:gd name="connsiteY13" fmla="*/ 46010 h 719904"/>
                <a:gd name="connsiteX14" fmla="*/ 3631407 w 8033862"/>
                <a:gd name="connsiteY14" fmla="*/ 229366 h 719904"/>
                <a:gd name="connsiteX15" fmla="*/ 4031456 w 8033862"/>
                <a:gd name="connsiteY15" fmla="*/ 700854 h 719904"/>
                <a:gd name="connsiteX16" fmla="*/ 4286250 w 8033862"/>
                <a:gd name="connsiteY16" fmla="*/ 338904 h 719904"/>
                <a:gd name="connsiteX17" fmla="*/ 5053012 w 8033862"/>
                <a:gd name="connsiteY17" fmla="*/ 48391 h 719904"/>
                <a:gd name="connsiteX18" fmla="*/ 5957888 w 8033862"/>
                <a:gd name="connsiteY18" fmla="*/ 719904 h 719904"/>
                <a:gd name="connsiteX19" fmla="*/ 6219825 w 8033862"/>
                <a:gd name="connsiteY19" fmla="*/ 710379 h 719904"/>
                <a:gd name="connsiteX20" fmla="*/ 6715125 w 8033862"/>
                <a:gd name="connsiteY20" fmla="*/ 705616 h 719904"/>
                <a:gd name="connsiteX21" fmla="*/ 7134225 w 8033862"/>
                <a:gd name="connsiteY21" fmla="*/ 696091 h 719904"/>
                <a:gd name="connsiteX22" fmla="*/ 7481888 w 8033862"/>
                <a:gd name="connsiteY22" fmla="*/ 691329 h 719904"/>
                <a:gd name="connsiteX23" fmla="*/ 8033862 w 8033862"/>
                <a:gd name="connsiteY23" fmla="*/ 707045 h 71990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86250 w 8033862"/>
                <a:gd name="connsiteY16" fmla="*/ 293190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64199 h 683249"/>
                <a:gd name="connsiteX1" fmla="*/ 102394 w 8033862"/>
                <a:gd name="connsiteY1" fmla="*/ 468936 h 683249"/>
                <a:gd name="connsiteX2" fmla="*/ 297656 w 8033862"/>
                <a:gd name="connsiteY2" fmla="*/ 249861 h 683249"/>
                <a:gd name="connsiteX3" fmla="*/ 521494 w 8033862"/>
                <a:gd name="connsiteY3" fmla="*/ 111749 h 683249"/>
                <a:gd name="connsiteX4" fmla="*/ 728663 w 8033862"/>
                <a:gd name="connsiteY4" fmla="*/ 42692 h 683249"/>
                <a:gd name="connsiteX5" fmla="*/ 933450 w 8033862"/>
                <a:gd name="connsiteY5" fmla="*/ 11736 h 683249"/>
                <a:gd name="connsiteX6" fmla="*/ 1157288 w 8033862"/>
                <a:gd name="connsiteY6" fmla="*/ 21261 h 683249"/>
                <a:gd name="connsiteX7" fmla="*/ 1400175 w 8033862"/>
                <a:gd name="connsiteY7" fmla="*/ 76030 h 683249"/>
                <a:gd name="connsiteX8" fmla="*/ 1709738 w 8033862"/>
                <a:gd name="connsiteY8" fmla="*/ 249861 h 683249"/>
                <a:gd name="connsiteX9" fmla="*/ 1916906 w 8033862"/>
                <a:gd name="connsiteY9" fmla="*/ 485605 h 683249"/>
                <a:gd name="connsiteX10" fmla="*/ 2007394 w 8033862"/>
                <a:gd name="connsiteY10" fmla="*/ 664199 h 683249"/>
                <a:gd name="connsiteX11" fmla="*/ 2157413 w 8033862"/>
                <a:gd name="connsiteY11" fmla="*/ 399880 h 683249"/>
                <a:gd name="connsiteX12" fmla="*/ 2550319 w 8033862"/>
                <a:gd name="connsiteY12" fmla="*/ 99842 h 683249"/>
                <a:gd name="connsiteX13" fmla="*/ 2995613 w 8033862"/>
                <a:gd name="connsiteY13" fmla="*/ 9355 h 683249"/>
                <a:gd name="connsiteX14" fmla="*/ 3631407 w 8033862"/>
                <a:gd name="connsiteY14" fmla="*/ 192711 h 683249"/>
                <a:gd name="connsiteX15" fmla="*/ 4031456 w 8033862"/>
                <a:gd name="connsiteY15" fmla="*/ 664199 h 683249"/>
                <a:gd name="connsiteX16" fmla="*/ 4291013 w 8033862"/>
                <a:gd name="connsiteY16" fmla="*/ 307012 h 683249"/>
                <a:gd name="connsiteX17" fmla="*/ 5053012 w 8033862"/>
                <a:gd name="connsiteY17" fmla="*/ 11736 h 683249"/>
                <a:gd name="connsiteX18" fmla="*/ 5957888 w 8033862"/>
                <a:gd name="connsiteY18" fmla="*/ 683249 h 683249"/>
                <a:gd name="connsiteX19" fmla="*/ 6219825 w 8033862"/>
                <a:gd name="connsiteY19" fmla="*/ 673724 h 683249"/>
                <a:gd name="connsiteX20" fmla="*/ 6715125 w 8033862"/>
                <a:gd name="connsiteY20" fmla="*/ 668961 h 683249"/>
                <a:gd name="connsiteX21" fmla="*/ 7134225 w 8033862"/>
                <a:gd name="connsiteY21" fmla="*/ 659436 h 683249"/>
                <a:gd name="connsiteX22" fmla="*/ 7481888 w 8033862"/>
                <a:gd name="connsiteY22" fmla="*/ 654674 h 683249"/>
                <a:gd name="connsiteX23" fmla="*/ 8033862 w 8033862"/>
                <a:gd name="connsiteY23" fmla="*/ 670390 h 683249"/>
                <a:gd name="connsiteX0" fmla="*/ 0 w 8033862"/>
                <a:gd name="connsiteY0" fmla="*/ 664844 h 683894"/>
                <a:gd name="connsiteX1" fmla="*/ 102394 w 8033862"/>
                <a:gd name="connsiteY1" fmla="*/ 469581 h 683894"/>
                <a:gd name="connsiteX2" fmla="*/ 297656 w 8033862"/>
                <a:gd name="connsiteY2" fmla="*/ 250506 h 683894"/>
                <a:gd name="connsiteX3" fmla="*/ 521494 w 8033862"/>
                <a:gd name="connsiteY3" fmla="*/ 112394 h 683894"/>
                <a:gd name="connsiteX4" fmla="*/ 728663 w 8033862"/>
                <a:gd name="connsiteY4" fmla="*/ 43337 h 683894"/>
                <a:gd name="connsiteX5" fmla="*/ 933450 w 8033862"/>
                <a:gd name="connsiteY5" fmla="*/ 12381 h 683894"/>
                <a:gd name="connsiteX6" fmla="*/ 1157288 w 8033862"/>
                <a:gd name="connsiteY6" fmla="*/ 21906 h 683894"/>
                <a:gd name="connsiteX7" fmla="*/ 1400175 w 8033862"/>
                <a:gd name="connsiteY7" fmla="*/ 76675 h 683894"/>
                <a:gd name="connsiteX8" fmla="*/ 1709738 w 8033862"/>
                <a:gd name="connsiteY8" fmla="*/ 250506 h 683894"/>
                <a:gd name="connsiteX9" fmla="*/ 1916906 w 8033862"/>
                <a:gd name="connsiteY9" fmla="*/ 486250 h 683894"/>
                <a:gd name="connsiteX10" fmla="*/ 2007394 w 8033862"/>
                <a:gd name="connsiteY10" fmla="*/ 664844 h 683894"/>
                <a:gd name="connsiteX11" fmla="*/ 2157413 w 8033862"/>
                <a:gd name="connsiteY11" fmla="*/ 400525 h 683894"/>
                <a:gd name="connsiteX12" fmla="*/ 2550319 w 8033862"/>
                <a:gd name="connsiteY12" fmla="*/ 100487 h 683894"/>
                <a:gd name="connsiteX13" fmla="*/ 2995613 w 8033862"/>
                <a:gd name="connsiteY13" fmla="*/ 10000 h 683894"/>
                <a:gd name="connsiteX14" fmla="*/ 3631407 w 8033862"/>
                <a:gd name="connsiteY14" fmla="*/ 193356 h 683894"/>
                <a:gd name="connsiteX15" fmla="*/ 4031456 w 8033862"/>
                <a:gd name="connsiteY15" fmla="*/ 664844 h 683894"/>
                <a:gd name="connsiteX16" fmla="*/ 4291013 w 8033862"/>
                <a:gd name="connsiteY16" fmla="*/ 307657 h 683894"/>
                <a:gd name="connsiteX17" fmla="*/ 5053012 w 8033862"/>
                <a:gd name="connsiteY17" fmla="*/ 12381 h 683894"/>
                <a:gd name="connsiteX18" fmla="*/ 5957888 w 8033862"/>
                <a:gd name="connsiteY18" fmla="*/ 683894 h 683894"/>
                <a:gd name="connsiteX19" fmla="*/ 6219825 w 8033862"/>
                <a:gd name="connsiteY19" fmla="*/ 674369 h 683894"/>
                <a:gd name="connsiteX20" fmla="*/ 6715125 w 8033862"/>
                <a:gd name="connsiteY20" fmla="*/ 669606 h 683894"/>
                <a:gd name="connsiteX21" fmla="*/ 7134225 w 8033862"/>
                <a:gd name="connsiteY21" fmla="*/ 660081 h 683894"/>
                <a:gd name="connsiteX22" fmla="*/ 7481888 w 8033862"/>
                <a:gd name="connsiteY22" fmla="*/ 655319 h 683894"/>
                <a:gd name="connsiteX23" fmla="*/ 8033862 w 8033862"/>
                <a:gd name="connsiteY23" fmla="*/ 671035 h 683894"/>
                <a:gd name="connsiteX0" fmla="*/ 0 w 8033862"/>
                <a:gd name="connsiteY0" fmla="*/ 655140 h 674190"/>
                <a:gd name="connsiteX1" fmla="*/ 102394 w 8033862"/>
                <a:gd name="connsiteY1" fmla="*/ 459877 h 674190"/>
                <a:gd name="connsiteX2" fmla="*/ 297656 w 8033862"/>
                <a:gd name="connsiteY2" fmla="*/ 240802 h 674190"/>
                <a:gd name="connsiteX3" fmla="*/ 521494 w 8033862"/>
                <a:gd name="connsiteY3" fmla="*/ 102690 h 674190"/>
                <a:gd name="connsiteX4" fmla="*/ 728663 w 8033862"/>
                <a:gd name="connsiteY4" fmla="*/ 33633 h 674190"/>
                <a:gd name="connsiteX5" fmla="*/ 933450 w 8033862"/>
                <a:gd name="connsiteY5" fmla="*/ 2677 h 674190"/>
                <a:gd name="connsiteX6" fmla="*/ 1157288 w 8033862"/>
                <a:gd name="connsiteY6" fmla="*/ 12202 h 674190"/>
                <a:gd name="connsiteX7" fmla="*/ 1400175 w 8033862"/>
                <a:gd name="connsiteY7" fmla="*/ 66971 h 674190"/>
                <a:gd name="connsiteX8" fmla="*/ 1709738 w 8033862"/>
                <a:gd name="connsiteY8" fmla="*/ 240802 h 674190"/>
                <a:gd name="connsiteX9" fmla="*/ 1916906 w 8033862"/>
                <a:gd name="connsiteY9" fmla="*/ 476546 h 674190"/>
                <a:gd name="connsiteX10" fmla="*/ 2007394 w 8033862"/>
                <a:gd name="connsiteY10" fmla="*/ 655140 h 674190"/>
                <a:gd name="connsiteX11" fmla="*/ 2157413 w 8033862"/>
                <a:gd name="connsiteY11" fmla="*/ 390821 h 674190"/>
                <a:gd name="connsiteX12" fmla="*/ 2550319 w 8033862"/>
                <a:gd name="connsiteY12" fmla="*/ 90783 h 674190"/>
                <a:gd name="connsiteX13" fmla="*/ 2995613 w 8033862"/>
                <a:gd name="connsiteY13" fmla="*/ 296 h 674190"/>
                <a:gd name="connsiteX14" fmla="*/ 3631407 w 8033862"/>
                <a:gd name="connsiteY14" fmla="*/ 183652 h 674190"/>
                <a:gd name="connsiteX15" fmla="*/ 4031456 w 8033862"/>
                <a:gd name="connsiteY15" fmla="*/ 655140 h 674190"/>
                <a:gd name="connsiteX16" fmla="*/ 4291013 w 8033862"/>
                <a:gd name="connsiteY16" fmla="*/ 297953 h 674190"/>
                <a:gd name="connsiteX17" fmla="*/ 5053012 w 8033862"/>
                <a:gd name="connsiteY17" fmla="*/ 2677 h 674190"/>
                <a:gd name="connsiteX18" fmla="*/ 5957888 w 8033862"/>
                <a:gd name="connsiteY18" fmla="*/ 674190 h 674190"/>
                <a:gd name="connsiteX19" fmla="*/ 6219825 w 8033862"/>
                <a:gd name="connsiteY19" fmla="*/ 664665 h 674190"/>
                <a:gd name="connsiteX20" fmla="*/ 6715125 w 8033862"/>
                <a:gd name="connsiteY20" fmla="*/ 659902 h 674190"/>
                <a:gd name="connsiteX21" fmla="*/ 7134225 w 8033862"/>
                <a:gd name="connsiteY21" fmla="*/ 650377 h 674190"/>
                <a:gd name="connsiteX22" fmla="*/ 7481888 w 8033862"/>
                <a:gd name="connsiteY22" fmla="*/ 645615 h 674190"/>
                <a:gd name="connsiteX23" fmla="*/ 8033862 w 8033862"/>
                <a:gd name="connsiteY23" fmla="*/ 661331 h 674190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4665"/>
                <a:gd name="connsiteX1" fmla="*/ 102394 w 8033862"/>
                <a:gd name="connsiteY1" fmla="*/ 459877 h 664665"/>
                <a:gd name="connsiteX2" fmla="*/ 297656 w 8033862"/>
                <a:gd name="connsiteY2" fmla="*/ 240802 h 664665"/>
                <a:gd name="connsiteX3" fmla="*/ 521494 w 8033862"/>
                <a:gd name="connsiteY3" fmla="*/ 102690 h 664665"/>
                <a:gd name="connsiteX4" fmla="*/ 728663 w 8033862"/>
                <a:gd name="connsiteY4" fmla="*/ 33633 h 664665"/>
                <a:gd name="connsiteX5" fmla="*/ 933450 w 8033862"/>
                <a:gd name="connsiteY5" fmla="*/ 2677 h 664665"/>
                <a:gd name="connsiteX6" fmla="*/ 1157288 w 8033862"/>
                <a:gd name="connsiteY6" fmla="*/ 12202 h 664665"/>
                <a:gd name="connsiteX7" fmla="*/ 1400175 w 8033862"/>
                <a:gd name="connsiteY7" fmla="*/ 66971 h 664665"/>
                <a:gd name="connsiteX8" fmla="*/ 1709738 w 8033862"/>
                <a:gd name="connsiteY8" fmla="*/ 240802 h 664665"/>
                <a:gd name="connsiteX9" fmla="*/ 1916906 w 8033862"/>
                <a:gd name="connsiteY9" fmla="*/ 476546 h 664665"/>
                <a:gd name="connsiteX10" fmla="*/ 2007394 w 8033862"/>
                <a:gd name="connsiteY10" fmla="*/ 655140 h 664665"/>
                <a:gd name="connsiteX11" fmla="*/ 2157413 w 8033862"/>
                <a:gd name="connsiteY11" fmla="*/ 390821 h 664665"/>
                <a:gd name="connsiteX12" fmla="*/ 2550319 w 8033862"/>
                <a:gd name="connsiteY12" fmla="*/ 90783 h 664665"/>
                <a:gd name="connsiteX13" fmla="*/ 2995613 w 8033862"/>
                <a:gd name="connsiteY13" fmla="*/ 296 h 664665"/>
                <a:gd name="connsiteX14" fmla="*/ 3631407 w 8033862"/>
                <a:gd name="connsiteY14" fmla="*/ 183652 h 664665"/>
                <a:gd name="connsiteX15" fmla="*/ 4031456 w 8033862"/>
                <a:gd name="connsiteY15" fmla="*/ 655140 h 664665"/>
                <a:gd name="connsiteX16" fmla="*/ 4291013 w 8033862"/>
                <a:gd name="connsiteY16" fmla="*/ 297953 h 664665"/>
                <a:gd name="connsiteX17" fmla="*/ 5053012 w 8033862"/>
                <a:gd name="connsiteY17" fmla="*/ 2677 h 664665"/>
                <a:gd name="connsiteX18" fmla="*/ 5772150 w 8033862"/>
                <a:gd name="connsiteY18" fmla="*/ 231278 h 664665"/>
                <a:gd name="connsiteX19" fmla="*/ 6219825 w 8033862"/>
                <a:gd name="connsiteY19" fmla="*/ 664665 h 664665"/>
                <a:gd name="connsiteX20" fmla="*/ 6715125 w 8033862"/>
                <a:gd name="connsiteY20" fmla="*/ 659902 h 664665"/>
                <a:gd name="connsiteX21" fmla="*/ 7134225 w 8033862"/>
                <a:gd name="connsiteY21" fmla="*/ 650377 h 664665"/>
                <a:gd name="connsiteX22" fmla="*/ 7481888 w 8033862"/>
                <a:gd name="connsiteY22" fmla="*/ 645615 h 664665"/>
                <a:gd name="connsiteX23" fmla="*/ 8033862 w 8033862"/>
                <a:gd name="connsiteY23" fmla="*/ 661331 h 664665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715125 w 8033862"/>
                <a:gd name="connsiteY20" fmla="*/ 659902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529387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34225 w 8033862"/>
                <a:gd name="connsiteY21" fmla="*/ 6503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96093 h 702284"/>
                <a:gd name="connsiteX1" fmla="*/ 102394 w 8033862"/>
                <a:gd name="connsiteY1" fmla="*/ 500830 h 702284"/>
                <a:gd name="connsiteX2" fmla="*/ 297656 w 8033862"/>
                <a:gd name="connsiteY2" fmla="*/ 281755 h 702284"/>
                <a:gd name="connsiteX3" fmla="*/ 521494 w 8033862"/>
                <a:gd name="connsiteY3" fmla="*/ 143643 h 702284"/>
                <a:gd name="connsiteX4" fmla="*/ 728663 w 8033862"/>
                <a:gd name="connsiteY4" fmla="*/ 74586 h 702284"/>
                <a:gd name="connsiteX5" fmla="*/ 933450 w 8033862"/>
                <a:gd name="connsiteY5" fmla="*/ 43630 h 702284"/>
                <a:gd name="connsiteX6" fmla="*/ 1157288 w 8033862"/>
                <a:gd name="connsiteY6" fmla="*/ 53155 h 702284"/>
                <a:gd name="connsiteX7" fmla="*/ 1400175 w 8033862"/>
                <a:gd name="connsiteY7" fmla="*/ 107924 h 702284"/>
                <a:gd name="connsiteX8" fmla="*/ 1709738 w 8033862"/>
                <a:gd name="connsiteY8" fmla="*/ 281755 h 702284"/>
                <a:gd name="connsiteX9" fmla="*/ 1916906 w 8033862"/>
                <a:gd name="connsiteY9" fmla="*/ 517499 h 702284"/>
                <a:gd name="connsiteX10" fmla="*/ 2007394 w 8033862"/>
                <a:gd name="connsiteY10" fmla="*/ 696093 h 702284"/>
                <a:gd name="connsiteX11" fmla="*/ 2157413 w 8033862"/>
                <a:gd name="connsiteY11" fmla="*/ 431774 h 702284"/>
                <a:gd name="connsiteX12" fmla="*/ 2550319 w 8033862"/>
                <a:gd name="connsiteY12" fmla="*/ 131736 h 702284"/>
                <a:gd name="connsiteX13" fmla="*/ 2995613 w 8033862"/>
                <a:gd name="connsiteY13" fmla="*/ 41249 h 702284"/>
                <a:gd name="connsiteX14" fmla="*/ 3631407 w 8033862"/>
                <a:gd name="connsiteY14" fmla="*/ 224605 h 702284"/>
                <a:gd name="connsiteX15" fmla="*/ 4031456 w 8033862"/>
                <a:gd name="connsiteY15" fmla="*/ 696093 h 702284"/>
                <a:gd name="connsiteX16" fmla="*/ 4291013 w 8033862"/>
                <a:gd name="connsiteY16" fmla="*/ 338906 h 702284"/>
                <a:gd name="connsiteX17" fmla="*/ 5053012 w 8033862"/>
                <a:gd name="connsiteY17" fmla="*/ 43630 h 702284"/>
                <a:gd name="connsiteX18" fmla="*/ 5772150 w 8033862"/>
                <a:gd name="connsiteY18" fmla="*/ 272231 h 702284"/>
                <a:gd name="connsiteX19" fmla="*/ 6067425 w 8033862"/>
                <a:gd name="connsiteY19" fmla="*/ 696093 h 702284"/>
                <a:gd name="connsiteX20" fmla="*/ 6496050 w 8033862"/>
                <a:gd name="connsiteY20" fmla="*/ 200792 h 702284"/>
                <a:gd name="connsiteX21" fmla="*/ 7110412 w 8033862"/>
                <a:gd name="connsiteY21" fmla="*/ 62680 h 702284"/>
                <a:gd name="connsiteX22" fmla="*/ 7481888 w 8033862"/>
                <a:gd name="connsiteY22" fmla="*/ 686568 h 702284"/>
                <a:gd name="connsiteX23" fmla="*/ 8033862 w 8033862"/>
                <a:gd name="connsiteY23" fmla="*/ 702284 h 702284"/>
                <a:gd name="connsiteX0" fmla="*/ 0 w 8033862"/>
                <a:gd name="connsiteY0" fmla="*/ 722041 h 728232"/>
                <a:gd name="connsiteX1" fmla="*/ 102394 w 8033862"/>
                <a:gd name="connsiteY1" fmla="*/ 526778 h 728232"/>
                <a:gd name="connsiteX2" fmla="*/ 297656 w 8033862"/>
                <a:gd name="connsiteY2" fmla="*/ 307703 h 728232"/>
                <a:gd name="connsiteX3" fmla="*/ 521494 w 8033862"/>
                <a:gd name="connsiteY3" fmla="*/ 169591 h 728232"/>
                <a:gd name="connsiteX4" fmla="*/ 728663 w 8033862"/>
                <a:gd name="connsiteY4" fmla="*/ 100534 h 728232"/>
                <a:gd name="connsiteX5" fmla="*/ 933450 w 8033862"/>
                <a:gd name="connsiteY5" fmla="*/ 69578 h 728232"/>
                <a:gd name="connsiteX6" fmla="*/ 1157288 w 8033862"/>
                <a:gd name="connsiteY6" fmla="*/ 79103 h 728232"/>
                <a:gd name="connsiteX7" fmla="*/ 1400175 w 8033862"/>
                <a:gd name="connsiteY7" fmla="*/ 133872 h 728232"/>
                <a:gd name="connsiteX8" fmla="*/ 1709738 w 8033862"/>
                <a:gd name="connsiteY8" fmla="*/ 307703 h 728232"/>
                <a:gd name="connsiteX9" fmla="*/ 1916906 w 8033862"/>
                <a:gd name="connsiteY9" fmla="*/ 543447 h 728232"/>
                <a:gd name="connsiteX10" fmla="*/ 2007394 w 8033862"/>
                <a:gd name="connsiteY10" fmla="*/ 722041 h 728232"/>
                <a:gd name="connsiteX11" fmla="*/ 2157413 w 8033862"/>
                <a:gd name="connsiteY11" fmla="*/ 457722 h 728232"/>
                <a:gd name="connsiteX12" fmla="*/ 2550319 w 8033862"/>
                <a:gd name="connsiteY12" fmla="*/ 157684 h 728232"/>
                <a:gd name="connsiteX13" fmla="*/ 2995613 w 8033862"/>
                <a:gd name="connsiteY13" fmla="*/ 67197 h 728232"/>
                <a:gd name="connsiteX14" fmla="*/ 3631407 w 8033862"/>
                <a:gd name="connsiteY14" fmla="*/ 250553 h 728232"/>
                <a:gd name="connsiteX15" fmla="*/ 4031456 w 8033862"/>
                <a:gd name="connsiteY15" fmla="*/ 722041 h 728232"/>
                <a:gd name="connsiteX16" fmla="*/ 4291013 w 8033862"/>
                <a:gd name="connsiteY16" fmla="*/ 364854 h 728232"/>
                <a:gd name="connsiteX17" fmla="*/ 5053012 w 8033862"/>
                <a:gd name="connsiteY17" fmla="*/ 69578 h 728232"/>
                <a:gd name="connsiteX18" fmla="*/ 5772150 w 8033862"/>
                <a:gd name="connsiteY18" fmla="*/ 298179 h 728232"/>
                <a:gd name="connsiteX19" fmla="*/ 6067425 w 8033862"/>
                <a:gd name="connsiteY19" fmla="*/ 722041 h 728232"/>
                <a:gd name="connsiteX20" fmla="*/ 6496050 w 8033862"/>
                <a:gd name="connsiteY20" fmla="*/ 226740 h 728232"/>
                <a:gd name="connsiteX21" fmla="*/ 7110412 w 8033862"/>
                <a:gd name="connsiteY21" fmla="*/ 88628 h 728232"/>
                <a:gd name="connsiteX22" fmla="*/ 7481888 w 8033862"/>
                <a:gd name="connsiteY22" fmla="*/ 712516 h 728232"/>
                <a:gd name="connsiteX23" fmla="*/ 8033862 w 8033862"/>
                <a:gd name="connsiteY23" fmla="*/ 728232 h 728232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10412 w 8033862"/>
                <a:gd name="connsiteY21" fmla="*/ 2172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5140 h 661331"/>
                <a:gd name="connsiteX1" fmla="*/ 102394 w 8033862"/>
                <a:gd name="connsiteY1" fmla="*/ 459877 h 661331"/>
                <a:gd name="connsiteX2" fmla="*/ 297656 w 8033862"/>
                <a:gd name="connsiteY2" fmla="*/ 240802 h 661331"/>
                <a:gd name="connsiteX3" fmla="*/ 521494 w 8033862"/>
                <a:gd name="connsiteY3" fmla="*/ 102690 h 661331"/>
                <a:gd name="connsiteX4" fmla="*/ 728663 w 8033862"/>
                <a:gd name="connsiteY4" fmla="*/ 33633 h 661331"/>
                <a:gd name="connsiteX5" fmla="*/ 933450 w 8033862"/>
                <a:gd name="connsiteY5" fmla="*/ 2677 h 661331"/>
                <a:gd name="connsiteX6" fmla="*/ 1157288 w 8033862"/>
                <a:gd name="connsiteY6" fmla="*/ 12202 h 661331"/>
                <a:gd name="connsiteX7" fmla="*/ 1400175 w 8033862"/>
                <a:gd name="connsiteY7" fmla="*/ 66971 h 661331"/>
                <a:gd name="connsiteX8" fmla="*/ 1709738 w 8033862"/>
                <a:gd name="connsiteY8" fmla="*/ 240802 h 661331"/>
                <a:gd name="connsiteX9" fmla="*/ 1916906 w 8033862"/>
                <a:gd name="connsiteY9" fmla="*/ 476546 h 661331"/>
                <a:gd name="connsiteX10" fmla="*/ 2007394 w 8033862"/>
                <a:gd name="connsiteY10" fmla="*/ 655140 h 661331"/>
                <a:gd name="connsiteX11" fmla="*/ 2157413 w 8033862"/>
                <a:gd name="connsiteY11" fmla="*/ 390821 h 661331"/>
                <a:gd name="connsiteX12" fmla="*/ 2550319 w 8033862"/>
                <a:gd name="connsiteY12" fmla="*/ 90783 h 661331"/>
                <a:gd name="connsiteX13" fmla="*/ 2995613 w 8033862"/>
                <a:gd name="connsiteY13" fmla="*/ 296 h 661331"/>
                <a:gd name="connsiteX14" fmla="*/ 3631407 w 8033862"/>
                <a:gd name="connsiteY14" fmla="*/ 183652 h 661331"/>
                <a:gd name="connsiteX15" fmla="*/ 4031456 w 8033862"/>
                <a:gd name="connsiteY15" fmla="*/ 655140 h 661331"/>
                <a:gd name="connsiteX16" fmla="*/ 4291013 w 8033862"/>
                <a:gd name="connsiteY16" fmla="*/ 297953 h 661331"/>
                <a:gd name="connsiteX17" fmla="*/ 5053012 w 8033862"/>
                <a:gd name="connsiteY17" fmla="*/ 2677 h 661331"/>
                <a:gd name="connsiteX18" fmla="*/ 5772150 w 8033862"/>
                <a:gd name="connsiteY18" fmla="*/ 231278 h 661331"/>
                <a:gd name="connsiteX19" fmla="*/ 6067425 w 8033862"/>
                <a:gd name="connsiteY19" fmla="*/ 655140 h 661331"/>
                <a:gd name="connsiteX20" fmla="*/ 6496050 w 8033862"/>
                <a:gd name="connsiteY20" fmla="*/ 159839 h 661331"/>
                <a:gd name="connsiteX21" fmla="*/ 7105650 w 8033862"/>
                <a:gd name="connsiteY21" fmla="*/ 2677 h 661331"/>
                <a:gd name="connsiteX22" fmla="*/ 7481888 w 8033862"/>
                <a:gd name="connsiteY22" fmla="*/ 645615 h 661331"/>
                <a:gd name="connsiteX23" fmla="*/ 8033862 w 8033862"/>
                <a:gd name="connsiteY23" fmla="*/ 661331 h 661331"/>
                <a:gd name="connsiteX0" fmla="*/ 0 w 8033862"/>
                <a:gd name="connsiteY0" fmla="*/ 657810 h 664001"/>
                <a:gd name="connsiteX1" fmla="*/ 102394 w 8033862"/>
                <a:gd name="connsiteY1" fmla="*/ 462547 h 664001"/>
                <a:gd name="connsiteX2" fmla="*/ 297656 w 8033862"/>
                <a:gd name="connsiteY2" fmla="*/ 243472 h 664001"/>
                <a:gd name="connsiteX3" fmla="*/ 521494 w 8033862"/>
                <a:gd name="connsiteY3" fmla="*/ 105360 h 664001"/>
                <a:gd name="connsiteX4" fmla="*/ 728663 w 8033862"/>
                <a:gd name="connsiteY4" fmla="*/ 36303 h 664001"/>
                <a:gd name="connsiteX5" fmla="*/ 933450 w 8033862"/>
                <a:gd name="connsiteY5" fmla="*/ 5347 h 664001"/>
                <a:gd name="connsiteX6" fmla="*/ 1157288 w 8033862"/>
                <a:gd name="connsiteY6" fmla="*/ 14872 h 664001"/>
                <a:gd name="connsiteX7" fmla="*/ 1400175 w 8033862"/>
                <a:gd name="connsiteY7" fmla="*/ 69641 h 664001"/>
                <a:gd name="connsiteX8" fmla="*/ 1709738 w 8033862"/>
                <a:gd name="connsiteY8" fmla="*/ 243472 h 664001"/>
                <a:gd name="connsiteX9" fmla="*/ 1916906 w 8033862"/>
                <a:gd name="connsiteY9" fmla="*/ 479216 h 664001"/>
                <a:gd name="connsiteX10" fmla="*/ 2007394 w 8033862"/>
                <a:gd name="connsiteY10" fmla="*/ 657810 h 664001"/>
                <a:gd name="connsiteX11" fmla="*/ 2157413 w 8033862"/>
                <a:gd name="connsiteY11" fmla="*/ 393491 h 664001"/>
                <a:gd name="connsiteX12" fmla="*/ 2550319 w 8033862"/>
                <a:gd name="connsiteY12" fmla="*/ 93453 h 664001"/>
                <a:gd name="connsiteX13" fmla="*/ 2995613 w 8033862"/>
                <a:gd name="connsiteY13" fmla="*/ 2966 h 664001"/>
                <a:gd name="connsiteX14" fmla="*/ 3631407 w 8033862"/>
                <a:gd name="connsiteY14" fmla="*/ 186322 h 664001"/>
                <a:gd name="connsiteX15" fmla="*/ 4031456 w 8033862"/>
                <a:gd name="connsiteY15" fmla="*/ 657810 h 664001"/>
                <a:gd name="connsiteX16" fmla="*/ 4291013 w 8033862"/>
                <a:gd name="connsiteY16" fmla="*/ 300623 h 664001"/>
                <a:gd name="connsiteX17" fmla="*/ 5053012 w 8033862"/>
                <a:gd name="connsiteY17" fmla="*/ 5347 h 664001"/>
                <a:gd name="connsiteX18" fmla="*/ 5772150 w 8033862"/>
                <a:gd name="connsiteY18" fmla="*/ 233948 h 664001"/>
                <a:gd name="connsiteX19" fmla="*/ 6067425 w 8033862"/>
                <a:gd name="connsiteY19" fmla="*/ 657810 h 664001"/>
                <a:gd name="connsiteX20" fmla="*/ 6496050 w 8033862"/>
                <a:gd name="connsiteY20" fmla="*/ 162509 h 664001"/>
                <a:gd name="connsiteX21" fmla="*/ 7081837 w 8033862"/>
                <a:gd name="connsiteY21" fmla="*/ 585 h 664001"/>
                <a:gd name="connsiteX22" fmla="*/ 7481888 w 8033862"/>
                <a:gd name="connsiteY22" fmla="*/ 648285 h 664001"/>
                <a:gd name="connsiteX23" fmla="*/ 8033862 w 8033862"/>
                <a:gd name="connsiteY23" fmla="*/ 664001 h 664001"/>
                <a:gd name="connsiteX0" fmla="*/ 0 w 8033862"/>
                <a:gd name="connsiteY0" fmla="*/ 657304 h 663495"/>
                <a:gd name="connsiteX1" fmla="*/ 102394 w 8033862"/>
                <a:gd name="connsiteY1" fmla="*/ 462041 h 663495"/>
                <a:gd name="connsiteX2" fmla="*/ 297656 w 8033862"/>
                <a:gd name="connsiteY2" fmla="*/ 242966 h 663495"/>
                <a:gd name="connsiteX3" fmla="*/ 521494 w 8033862"/>
                <a:gd name="connsiteY3" fmla="*/ 104854 h 663495"/>
                <a:gd name="connsiteX4" fmla="*/ 728663 w 8033862"/>
                <a:gd name="connsiteY4" fmla="*/ 35797 h 663495"/>
                <a:gd name="connsiteX5" fmla="*/ 933450 w 8033862"/>
                <a:gd name="connsiteY5" fmla="*/ 4841 h 663495"/>
                <a:gd name="connsiteX6" fmla="*/ 1157288 w 8033862"/>
                <a:gd name="connsiteY6" fmla="*/ 14366 h 663495"/>
                <a:gd name="connsiteX7" fmla="*/ 1400175 w 8033862"/>
                <a:gd name="connsiteY7" fmla="*/ 69135 h 663495"/>
                <a:gd name="connsiteX8" fmla="*/ 1709738 w 8033862"/>
                <a:gd name="connsiteY8" fmla="*/ 242966 h 663495"/>
                <a:gd name="connsiteX9" fmla="*/ 1916906 w 8033862"/>
                <a:gd name="connsiteY9" fmla="*/ 478710 h 663495"/>
                <a:gd name="connsiteX10" fmla="*/ 2007394 w 8033862"/>
                <a:gd name="connsiteY10" fmla="*/ 657304 h 663495"/>
                <a:gd name="connsiteX11" fmla="*/ 2157413 w 8033862"/>
                <a:gd name="connsiteY11" fmla="*/ 392985 h 663495"/>
                <a:gd name="connsiteX12" fmla="*/ 2550319 w 8033862"/>
                <a:gd name="connsiteY12" fmla="*/ 92947 h 663495"/>
                <a:gd name="connsiteX13" fmla="*/ 2995613 w 8033862"/>
                <a:gd name="connsiteY13" fmla="*/ 2460 h 663495"/>
                <a:gd name="connsiteX14" fmla="*/ 3631407 w 8033862"/>
                <a:gd name="connsiteY14" fmla="*/ 185816 h 663495"/>
                <a:gd name="connsiteX15" fmla="*/ 4031456 w 8033862"/>
                <a:gd name="connsiteY15" fmla="*/ 657304 h 663495"/>
                <a:gd name="connsiteX16" fmla="*/ 4291013 w 8033862"/>
                <a:gd name="connsiteY16" fmla="*/ 300117 h 663495"/>
                <a:gd name="connsiteX17" fmla="*/ 5053012 w 8033862"/>
                <a:gd name="connsiteY17" fmla="*/ 4841 h 663495"/>
                <a:gd name="connsiteX18" fmla="*/ 5772150 w 8033862"/>
                <a:gd name="connsiteY18" fmla="*/ 233442 h 663495"/>
                <a:gd name="connsiteX19" fmla="*/ 6067425 w 8033862"/>
                <a:gd name="connsiteY19" fmla="*/ 657304 h 663495"/>
                <a:gd name="connsiteX20" fmla="*/ 6496050 w 8033862"/>
                <a:gd name="connsiteY20" fmla="*/ 162003 h 663495"/>
                <a:gd name="connsiteX21" fmla="*/ 7081837 w 8033862"/>
                <a:gd name="connsiteY21" fmla="*/ 79 h 663495"/>
                <a:gd name="connsiteX22" fmla="*/ 7481888 w 8033862"/>
                <a:gd name="connsiteY22" fmla="*/ 647779 h 663495"/>
                <a:gd name="connsiteX23" fmla="*/ 8033862 w 8033862"/>
                <a:gd name="connsiteY23" fmla="*/ 663495 h 663495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65334"/>
                <a:gd name="connsiteX1" fmla="*/ 102394 w 8033862"/>
                <a:gd name="connsiteY1" fmla="*/ 463880 h 665334"/>
                <a:gd name="connsiteX2" fmla="*/ 297656 w 8033862"/>
                <a:gd name="connsiteY2" fmla="*/ 244805 h 665334"/>
                <a:gd name="connsiteX3" fmla="*/ 521494 w 8033862"/>
                <a:gd name="connsiteY3" fmla="*/ 106693 h 665334"/>
                <a:gd name="connsiteX4" fmla="*/ 728663 w 8033862"/>
                <a:gd name="connsiteY4" fmla="*/ 37636 h 665334"/>
                <a:gd name="connsiteX5" fmla="*/ 933450 w 8033862"/>
                <a:gd name="connsiteY5" fmla="*/ 6680 h 665334"/>
                <a:gd name="connsiteX6" fmla="*/ 1157288 w 8033862"/>
                <a:gd name="connsiteY6" fmla="*/ 16205 h 665334"/>
                <a:gd name="connsiteX7" fmla="*/ 1400175 w 8033862"/>
                <a:gd name="connsiteY7" fmla="*/ 70974 h 665334"/>
                <a:gd name="connsiteX8" fmla="*/ 1709738 w 8033862"/>
                <a:gd name="connsiteY8" fmla="*/ 244805 h 665334"/>
                <a:gd name="connsiteX9" fmla="*/ 1916906 w 8033862"/>
                <a:gd name="connsiteY9" fmla="*/ 480549 h 665334"/>
                <a:gd name="connsiteX10" fmla="*/ 2007394 w 8033862"/>
                <a:gd name="connsiteY10" fmla="*/ 659143 h 665334"/>
                <a:gd name="connsiteX11" fmla="*/ 2157413 w 8033862"/>
                <a:gd name="connsiteY11" fmla="*/ 394824 h 665334"/>
                <a:gd name="connsiteX12" fmla="*/ 2550319 w 8033862"/>
                <a:gd name="connsiteY12" fmla="*/ 94786 h 665334"/>
                <a:gd name="connsiteX13" fmla="*/ 2995613 w 8033862"/>
                <a:gd name="connsiteY13" fmla="*/ 4299 h 665334"/>
                <a:gd name="connsiteX14" fmla="*/ 3631407 w 8033862"/>
                <a:gd name="connsiteY14" fmla="*/ 187655 h 665334"/>
                <a:gd name="connsiteX15" fmla="*/ 4031456 w 8033862"/>
                <a:gd name="connsiteY15" fmla="*/ 659143 h 665334"/>
                <a:gd name="connsiteX16" fmla="*/ 4291013 w 8033862"/>
                <a:gd name="connsiteY16" fmla="*/ 301956 h 665334"/>
                <a:gd name="connsiteX17" fmla="*/ 5053012 w 8033862"/>
                <a:gd name="connsiteY17" fmla="*/ 6680 h 665334"/>
                <a:gd name="connsiteX18" fmla="*/ 5772150 w 8033862"/>
                <a:gd name="connsiteY18" fmla="*/ 235281 h 665334"/>
                <a:gd name="connsiteX19" fmla="*/ 6067425 w 8033862"/>
                <a:gd name="connsiteY19" fmla="*/ 659143 h 665334"/>
                <a:gd name="connsiteX20" fmla="*/ 6496050 w 8033862"/>
                <a:gd name="connsiteY20" fmla="*/ 163842 h 665334"/>
                <a:gd name="connsiteX21" fmla="*/ 7081837 w 8033862"/>
                <a:gd name="connsiteY21" fmla="*/ 1918 h 665334"/>
                <a:gd name="connsiteX22" fmla="*/ 7781926 w 8033862"/>
                <a:gd name="connsiteY22" fmla="*/ 249568 h 665334"/>
                <a:gd name="connsiteX23" fmla="*/ 8033862 w 8033862"/>
                <a:gd name="connsiteY23" fmla="*/ 665334 h 665334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  <a:gd name="connsiteX0" fmla="*/ 0 w 8033862"/>
                <a:gd name="connsiteY0" fmla="*/ 659143 h 659143"/>
                <a:gd name="connsiteX1" fmla="*/ 102394 w 8033862"/>
                <a:gd name="connsiteY1" fmla="*/ 463880 h 659143"/>
                <a:gd name="connsiteX2" fmla="*/ 297656 w 8033862"/>
                <a:gd name="connsiteY2" fmla="*/ 244805 h 659143"/>
                <a:gd name="connsiteX3" fmla="*/ 521494 w 8033862"/>
                <a:gd name="connsiteY3" fmla="*/ 106693 h 659143"/>
                <a:gd name="connsiteX4" fmla="*/ 728663 w 8033862"/>
                <a:gd name="connsiteY4" fmla="*/ 37636 h 659143"/>
                <a:gd name="connsiteX5" fmla="*/ 933450 w 8033862"/>
                <a:gd name="connsiteY5" fmla="*/ 6680 h 659143"/>
                <a:gd name="connsiteX6" fmla="*/ 1157288 w 8033862"/>
                <a:gd name="connsiteY6" fmla="*/ 16205 h 659143"/>
                <a:gd name="connsiteX7" fmla="*/ 1400175 w 8033862"/>
                <a:gd name="connsiteY7" fmla="*/ 70974 h 659143"/>
                <a:gd name="connsiteX8" fmla="*/ 1709738 w 8033862"/>
                <a:gd name="connsiteY8" fmla="*/ 244805 h 659143"/>
                <a:gd name="connsiteX9" fmla="*/ 1916906 w 8033862"/>
                <a:gd name="connsiteY9" fmla="*/ 480549 h 659143"/>
                <a:gd name="connsiteX10" fmla="*/ 2007394 w 8033862"/>
                <a:gd name="connsiteY10" fmla="*/ 659143 h 659143"/>
                <a:gd name="connsiteX11" fmla="*/ 2157413 w 8033862"/>
                <a:gd name="connsiteY11" fmla="*/ 394824 h 659143"/>
                <a:gd name="connsiteX12" fmla="*/ 2550319 w 8033862"/>
                <a:gd name="connsiteY12" fmla="*/ 94786 h 659143"/>
                <a:gd name="connsiteX13" fmla="*/ 2995613 w 8033862"/>
                <a:gd name="connsiteY13" fmla="*/ 4299 h 659143"/>
                <a:gd name="connsiteX14" fmla="*/ 3631407 w 8033862"/>
                <a:gd name="connsiteY14" fmla="*/ 187655 h 659143"/>
                <a:gd name="connsiteX15" fmla="*/ 4031456 w 8033862"/>
                <a:gd name="connsiteY15" fmla="*/ 659143 h 659143"/>
                <a:gd name="connsiteX16" fmla="*/ 4291013 w 8033862"/>
                <a:gd name="connsiteY16" fmla="*/ 301956 h 659143"/>
                <a:gd name="connsiteX17" fmla="*/ 5053012 w 8033862"/>
                <a:gd name="connsiteY17" fmla="*/ 6680 h 659143"/>
                <a:gd name="connsiteX18" fmla="*/ 5772150 w 8033862"/>
                <a:gd name="connsiteY18" fmla="*/ 235281 h 659143"/>
                <a:gd name="connsiteX19" fmla="*/ 6067425 w 8033862"/>
                <a:gd name="connsiteY19" fmla="*/ 659143 h 659143"/>
                <a:gd name="connsiteX20" fmla="*/ 6496050 w 8033862"/>
                <a:gd name="connsiteY20" fmla="*/ 163842 h 659143"/>
                <a:gd name="connsiteX21" fmla="*/ 7081837 w 8033862"/>
                <a:gd name="connsiteY21" fmla="*/ 1918 h 659143"/>
                <a:gd name="connsiteX22" fmla="*/ 7781926 w 8033862"/>
                <a:gd name="connsiteY22" fmla="*/ 249568 h 659143"/>
                <a:gd name="connsiteX23" fmla="*/ 8033862 w 8033862"/>
                <a:gd name="connsiteY23" fmla="*/ 655809 h 65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33862" h="659143">
                  <a:moveTo>
                    <a:pt x="0" y="659143"/>
                  </a:moveTo>
                  <a:cubicBezTo>
                    <a:pt x="26392" y="596039"/>
                    <a:pt x="52785" y="532936"/>
                    <a:pt x="102394" y="463880"/>
                  </a:cubicBezTo>
                  <a:cubicBezTo>
                    <a:pt x="152003" y="394824"/>
                    <a:pt x="227806" y="304336"/>
                    <a:pt x="297656" y="244805"/>
                  </a:cubicBezTo>
                  <a:cubicBezTo>
                    <a:pt x="367506" y="185274"/>
                    <a:pt x="449660" y="141221"/>
                    <a:pt x="521494" y="106693"/>
                  </a:cubicBezTo>
                  <a:cubicBezTo>
                    <a:pt x="593328" y="72165"/>
                    <a:pt x="660004" y="54305"/>
                    <a:pt x="728663" y="37636"/>
                  </a:cubicBezTo>
                  <a:cubicBezTo>
                    <a:pt x="797322" y="20967"/>
                    <a:pt x="862013" y="10252"/>
                    <a:pt x="933450" y="6680"/>
                  </a:cubicBezTo>
                  <a:cubicBezTo>
                    <a:pt x="1004888" y="3108"/>
                    <a:pt x="1079500" y="5489"/>
                    <a:pt x="1157288" y="16205"/>
                  </a:cubicBezTo>
                  <a:cubicBezTo>
                    <a:pt x="1235076" y="26921"/>
                    <a:pt x="1308100" y="32874"/>
                    <a:pt x="1400175" y="70974"/>
                  </a:cubicBezTo>
                  <a:cubicBezTo>
                    <a:pt x="1492250" y="109074"/>
                    <a:pt x="1623616" y="176543"/>
                    <a:pt x="1709738" y="244805"/>
                  </a:cubicBezTo>
                  <a:cubicBezTo>
                    <a:pt x="1795860" y="313067"/>
                    <a:pt x="1867297" y="411493"/>
                    <a:pt x="1916906" y="480549"/>
                  </a:cubicBezTo>
                  <a:cubicBezTo>
                    <a:pt x="1966515" y="549605"/>
                    <a:pt x="1983979" y="609136"/>
                    <a:pt x="2007394" y="659143"/>
                  </a:cubicBezTo>
                  <a:cubicBezTo>
                    <a:pt x="2040333" y="611518"/>
                    <a:pt x="2074070" y="498408"/>
                    <a:pt x="2157413" y="394824"/>
                  </a:cubicBezTo>
                  <a:cubicBezTo>
                    <a:pt x="2240756" y="291240"/>
                    <a:pt x="2410619" y="159874"/>
                    <a:pt x="2550319" y="94786"/>
                  </a:cubicBezTo>
                  <a:cubicBezTo>
                    <a:pt x="2690019" y="29699"/>
                    <a:pt x="2814803" y="715"/>
                    <a:pt x="2995613" y="4299"/>
                  </a:cubicBezTo>
                  <a:cubicBezTo>
                    <a:pt x="3175794" y="7871"/>
                    <a:pt x="3340282" y="21407"/>
                    <a:pt x="3631407" y="187655"/>
                  </a:cubicBezTo>
                  <a:cubicBezTo>
                    <a:pt x="3904605" y="343666"/>
                    <a:pt x="3969544" y="568259"/>
                    <a:pt x="4031456" y="659143"/>
                  </a:cubicBezTo>
                  <a:cubicBezTo>
                    <a:pt x="4102893" y="561909"/>
                    <a:pt x="4140960" y="437224"/>
                    <a:pt x="4291013" y="301956"/>
                  </a:cubicBezTo>
                  <a:cubicBezTo>
                    <a:pt x="4480322" y="131300"/>
                    <a:pt x="4806156" y="17792"/>
                    <a:pt x="5053012" y="6680"/>
                  </a:cubicBezTo>
                  <a:cubicBezTo>
                    <a:pt x="5299868" y="-4432"/>
                    <a:pt x="5640439" y="125363"/>
                    <a:pt x="5772150" y="235281"/>
                  </a:cubicBezTo>
                  <a:cubicBezTo>
                    <a:pt x="5904352" y="345609"/>
                    <a:pt x="5969000" y="379744"/>
                    <a:pt x="6067425" y="659143"/>
                  </a:cubicBezTo>
                  <a:cubicBezTo>
                    <a:pt x="6164262" y="422605"/>
                    <a:pt x="6326981" y="273380"/>
                    <a:pt x="6496050" y="163842"/>
                  </a:cubicBezTo>
                  <a:cubicBezTo>
                    <a:pt x="6665119" y="54305"/>
                    <a:pt x="6867524" y="-12370"/>
                    <a:pt x="7081837" y="1918"/>
                  </a:cubicBezTo>
                  <a:cubicBezTo>
                    <a:pt x="7296150" y="16206"/>
                    <a:pt x="7556580" y="69147"/>
                    <a:pt x="7781926" y="249568"/>
                  </a:cubicBezTo>
                  <a:cubicBezTo>
                    <a:pt x="7932191" y="369876"/>
                    <a:pt x="7992745" y="498170"/>
                    <a:pt x="8033862" y="655809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A45C1F7-B7E3-4908-B59A-82BE34B25D29}"/>
                </a:ext>
              </a:extLst>
            </p:cNvPr>
            <p:cNvCxnSpPr>
              <a:cxnSpLocks/>
            </p:cNvCxnSpPr>
            <p:nvPr/>
          </p:nvCxnSpPr>
          <p:spPr>
            <a:xfrm>
              <a:off x="3467597" y="2186847"/>
              <a:ext cx="4766039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63AAD8E-750B-40D4-BB73-B9981670FE62}"/>
              </a:ext>
            </a:extLst>
          </p:cNvPr>
          <p:cNvCxnSpPr>
            <a:cxnSpLocks/>
          </p:cNvCxnSpPr>
          <p:nvPr/>
        </p:nvCxnSpPr>
        <p:spPr>
          <a:xfrm>
            <a:off x="1653627" y="2356385"/>
            <a:ext cx="2749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671A003D-A9ED-4B8B-A0D1-7157034A64D3}"/>
              </a:ext>
            </a:extLst>
          </p:cNvPr>
          <p:cNvSpPr txBox="1"/>
          <p:nvPr/>
        </p:nvSpPr>
        <p:spPr>
          <a:xfrm>
            <a:off x="2215762" y="1897200"/>
            <a:ext cx="131017" cy="188848"/>
          </a:xfrm>
          <a:custGeom>
            <a:avLst/>
            <a:gdLst/>
            <a:ahLst/>
            <a:cxnLst/>
            <a:rect l="l" t="t" r="r" b="b"/>
            <a:pathLst>
              <a:path w="105705" h="152363">
                <a:moveTo>
                  <a:pt x="29244" y="0"/>
                </a:moveTo>
                <a:lnTo>
                  <a:pt x="73893" y="0"/>
                </a:lnTo>
                <a:lnTo>
                  <a:pt x="72665" y="5470"/>
                </a:lnTo>
                <a:cubicBezTo>
                  <a:pt x="69837" y="6065"/>
                  <a:pt x="67809" y="6735"/>
                  <a:pt x="66582" y="7479"/>
                </a:cubicBezTo>
                <a:cubicBezTo>
                  <a:pt x="65354" y="8223"/>
                  <a:pt x="64256" y="9339"/>
                  <a:pt x="63289" y="10828"/>
                </a:cubicBezTo>
                <a:cubicBezTo>
                  <a:pt x="62321" y="12316"/>
                  <a:pt x="61317" y="14641"/>
                  <a:pt x="60275" y="17804"/>
                </a:cubicBezTo>
                <a:cubicBezTo>
                  <a:pt x="59233" y="20966"/>
                  <a:pt x="57931" y="26120"/>
                  <a:pt x="56368" y="33263"/>
                </a:cubicBezTo>
                <a:lnTo>
                  <a:pt x="32481" y="142094"/>
                </a:lnTo>
                <a:lnTo>
                  <a:pt x="59940" y="142094"/>
                </a:lnTo>
                <a:cubicBezTo>
                  <a:pt x="64926" y="142094"/>
                  <a:pt x="68851" y="141610"/>
                  <a:pt x="71716" y="140643"/>
                </a:cubicBezTo>
                <a:cubicBezTo>
                  <a:pt x="74581" y="139676"/>
                  <a:pt x="77297" y="137908"/>
                  <a:pt x="79864" y="135341"/>
                </a:cubicBezTo>
                <a:cubicBezTo>
                  <a:pt x="82432" y="132774"/>
                  <a:pt x="84943" y="129295"/>
                  <a:pt x="87399" y="124904"/>
                </a:cubicBezTo>
                <a:cubicBezTo>
                  <a:pt x="89855" y="120514"/>
                  <a:pt x="92347" y="115044"/>
                  <a:pt x="94877" y="108496"/>
                </a:cubicBezTo>
                <a:lnTo>
                  <a:pt x="105705" y="108496"/>
                </a:lnTo>
                <a:lnTo>
                  <a:pt x="94431" y="152363"/>
                </a:lnTo>
                <a:lnTo>
                  <a:pt x="0" y="152363"/>
                </a:lnTo>
                <a:lnTo>
                  <a:pt x="1227" y="146894"/>
                </a:lnTo>
                <a:cubicBezTo>
                  <a:pt x="4055" y="146447"/>
                  <a:pt x="6176" y="145722"/>
                  <a:pt x="7590" y="144717"/>
                </a:cubicBezTo>
                <a:cubicBezTo>
                  <a:pt x="9004" y="143712"/>
                  <a:pt x="10194" y="142317"/>
                  <a:pt x="11162" y="140531"/>
                </a:cubicBezTo>
                <a:cubicBezTo>
                  <a:pt x="12129" y="138745"/>
                  <a:pt x="13022" y="136569"/>
                  <a:pt x="13841" y="134001"/>
                </a:cubicBezTo>
                <a:cubicBezTo>
                  <a:pt x="14659" y="131434"/>
                  <a:pt x="15887" y="126467"/>
                  <a:pt x="17524" y="119100"/>
                </a:cubicBezTo>
                <a:lnTo>
                  <a:pt x="36500" y="33152"/>
                </a:lnTo>
                <a:cubicBezTo>
                  <a:pt x="38137" y="25710"/>
                  <a:pt x="38955" y="19720"/>
                  <a:pt x="38955" y="15181"/>
                </a:cubicBezTo>
                <a:cubicBezTo>
                  <a:pt x="38955" y="11683"/>
                  <a:pt x="38081" y="9246"/>
                  <a:pt x="36332" y="7870"/>
                </a:cubicBezTo>
                <a:cubicBezTo>
                  <a:pt x="34583" y="6493"/>
                  <a:pt x="31812" y="5693"/>
                  <a:pt x="28016" y="547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F15CAA3B-B11E-46B6-BDDF-8E0F80A7B15D}"/>
              </a:ext>
            </a:extLst>
          </p:cNvPr>
          <p:cNvCxnSpPr>
            <a:cxnSpLocks/>
          </p:cNvCxnSpPr>
          <p:nvPr/>
        </p:nvCxnSpPr>
        <p:spPr>
          <a:xfrm>
            <a:off x="1994976" y="2665805"/>
            <a:ext cx="4415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9CBDBD-F5C8-47FF-BDD0-95F48724D529}"/>
              </a:ext>
            </a:extLst>
          </p:cNvPr>
          <p:cNvGrpSpPr/>
          <p:nvPr/>
        </p:nvGrpSpPr>
        <p:grpSpPr>
          <a:xfrm>
            <a:off x="7857837" y="1976267"/>
            <a:ext cx="708799" cy="1032308"/>
            <a:chOff x="7857837" y="1976267"/>
            <a:chExt cx="708799" cy="1032308"/>
          </a:xfrm>
        </p:grpSpPr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EE38A92E-298B-4986-BBB9-5C2654F7D53B}"/>
                </a:ext>
              </a:extLst>
            </p:cNvPr>
            <p:cNvSpPr txBox="1"/>
            <p:nvPr/>
          </p:nvSpPr>
          <p:spPr>
            <a:xfrm>
              <a:off x="7857837" y="1976267"/>
              <a:ext cx="239745" cy="508912"/>
            </a:xfrm>
            <a:custGeom>
              <a:avLst/>
              <a:gdLst/>
              <a:ahLst/>
              <a:cxnLst/>
              <a:rect l="l" t="t" r="r" b="b"/>
              <a:pathLst>
                <a:path w="228600" h="485254">
                  <a:moveTo>
                    <a:pt x="71326" y="383679"/>
                  </a:moveTo>
                  <a:cubicBezTo>
                    <a:pt x="63736" y="383679"/>
                    <a:pt x="56927" y="386748"/>
                    <a:pt x="50899" y="392888"/>
                  </a:cubicBezTo>
                  <a:cubicBezTo>
                    <a:pt x="44872" y="399027"/>
                    <a:pt x="40128" y="407305"/>
                    <a:pt x="36668" y="417723"/>
                  </a:cubicBezTo>
                  <a:cubicBezTo>
                    <a:pt x="33208" y="428141"/>
                    <a:pt x="31477" y="438522"/>
                    <a:pt x="31477" y="448866"/>
                  </a:cubicBezTo>
                  <a:cubicBezTo>
                    <a:pt x="31477" y="456605"/>
                    <a:pt x="32538" y="462390"/>
                    <a:pt x="34659" y="466223"/>
                  </a:cubicBezTo>
                  <a:cubicBezTo>
                    <a:pt x="36779" y="470055"/>
                    <a:pt x="40333" y="471971"/>
                    <a:pt x="45318" y="471971"/>
                  </a:cubicBezTo>
                  <a:cubicBezTo>
                    <a:pt x="47625" y="471971"/>
                    <a:pt x="49969" y="471469"/>
                    <a:pt x="52351" y="470464"/>
                  </a:cubicBezTo>
                  <a:cubicBezTo>
                    <a:pt x="54732" y="469460"/>
                    <a:pt x="57206" y="467841"/>
                    <a:pt x="59773" y="465609"/>
                  </a:cubicBezTo>
                  <a:cubicBezTo>
                    <a:pt x="62341" y="463376"/>
                    <a:pt x="64871" y="460660"/>
                    <a:pt x="67364" y="457460"/>
                  </a:cubicBezTo>
                  <a:cubicBezTo>
                    <a:pt x="69856" y="454261"/>
                    <a:pt x="72145" y="451042"/>
                    <a:pt x="74228" y="447805"/>
                  </a:cubicBezTo>
                  <a:cubicBezTo>
                    <a:pt x="76312" y="444568"/>
                    <a:pt x="78247" y="440736"/>
                    <a:pt x="80033" y="436308"/>
                  </a:cubicBezTo>
                  <a:cubicBezTo>
                    <a:pt x="81818" y="431881"/>
                    <a:pt x="83344" y="426541"/>
                    <a:pt x="84609" y="420291"/>
                  </a:cubicBezTo>
                  <a:lnTo>
                    <a:pt x="85614" y="415491"/>
                  </a:lnTo>
                  <a:cubicBezTo>
                    <a:pt x="86730" y="410133"/>
                    <a:pt x="87288" y="405073"/>
                    <a:pt x="87288" y="400310"/>
                  </a:cubicBezTo>
                  <a:cubicBezTo>
                    <a:pt x="87288" y="394506"/>
                    <a:pt x="86060" y="390283"/>
                    <a:pt x="83604" y="387641"/>
                  </a:cubicBezTo>
                  <a:cubicBezTo>
                    <a:pt x="81149" y="385000"/>
                    <a:pt x="77056" y="383679"/>
                    <a:pt x="71326" y="383679"/>
                  </a:cubicBezTo>
                  <a:close/>
                  <a:moveTo>
                    <a:pt x="176994" y="349188"/>
                  </a:moveTo>
                  <a:lnTo>
                    <a:pt x="192398" y="349188"/>
                  </a:lnTo>
                  <a:lnTo>
                    <a:pt x="186259" y="376758"/>
                  </a:lnTo>
                  <a:lnTo>
                    <a:pt x="220191" y="376758"/>
                  </a:lnTo>
                  <a:lnTo>
                    <a:pt x="217736" y="388032"/>
                  </a:lnTo>
                  <a:lnTo>
                    <a:pt x="183803" y="388032"/>
                  </a:lnTo>
                  <a:lnTo>
                    <a:pt x="173869" y="431341"/>
                  </a:lnTo>
                  <a:cubicBezTo>
                    <a:pt x="171934" y="439750"/>
                    <a:pt x="170706" y="445796"/>
                    <a:pt x="170185" y="449480"/>
                  </a:cubicBezTo>
                  <a:cubicBezTo>
                    <a:pt x="169664" y="453163"/>
                    <a:pt x="169404" y="456121"/>
                    <a:pt x="169404" y="458353"/>
                  </a:cubicBezTo>
                  <a:cubicBezTo>
                    <a:pt x="169404" y="467581"/>
                    <a:pt x="173236" y="472194"/>
                    <a:pt x="180901" y="472194"/>
                  </a:cubicBezTo>
                  <a:cubicBezTo>
                    <a:pt x="184175" y="472194"/>
                    <a:pt x="187654" y="470948"/>
                    <a:pt x="191337" y="468455"/>
                  </a:cubicBezTo>
                  <a:cubicBezTo>
                    <a:pt x="195021" y="465962"/>
                    <a:pt x="199393" y="461702"/>
                    <a:pt x="204453" y="455674"/>
                  </a:cubicBezTo>
                  <a:lnTo>
                    <a:pt x="210927" y="462372"/>
                  </a:lnTo>
                  <a:cubicBezTo>
                    <a:pt x="204453" y="470185"/>
                    <a:pt x="198221" y="475952"/>
                    <a:pt x="192230" y="479673"/>
                  </a:cubicBezTo>
                  <a:cubicBezTo>
                    <a:pt x="186240" y="483394"/>
                    <a:pt x="179971" y="485254"/>
                    <a:pt x="173422" y="485254"/>
                  </a:cubicBezTo>
                  <a:cubicBezTo>
                    <a:pt x="157870" y="485254"/>
                    <a:pt x="150093" y="477403"/>
                    <a:pt x="150093" y="461702"/>
                  </a:cubicBezTo>
                  <a:cubicBezTo>
                    <a:pt x="150093" y="456716"/>
                    <a:pt x="150726" y="451470"/>
                    <a:pt x="151991" y="445963"/>
                  </a:cubicBezTo>
                  <a:lnTo>
                    <a:pt x="165162" y="388032"/>
                  </a:lnTo>
                  <a:lnTo>
                    <a:pt x="146410" y="388032"/>
                  </a:lnTo>
                  <a:lnTo>
                    <a:pt x="148084" y="380330"/>
                  </a:lnTo>
                  <a:cubicBezTo>
                    <a:pt x="152475" y="380256"/>
                    <a:pt x="155805" y="379921"/>
                    <a:pt x="158074" y="379326"/>
                  </a:cubicBezTo>
                  <a:cubicBezTo>
                    <a:pt x="160344" y="378730"/>
                    <a:pt x="162241" y="377912"/>
                    <a:pt x="163767" y="376870"/>
                  </a:cubicBezTo>
                  <a:cubicBezTo>
                    <a:pt x="165292" y="375828"/>
                    <a:pt x="166688" y="374340"/>
                    <a:pt x="167953" y="372405"/>
                  </a:cubicBezTo>
                  <a:cubicBezTo>
                    <a:pt x="169218" y="370470"/>
                    <a:pt x="170446" y="367996"/>
                    <a:pt x="171636" y="364982"/>
                  </a:cubicBezTo>
                  <a:cubicBezTo>
                    <a:pt x="172827" y="361969"/>
                    <a:pt x="174613" y="356704"/>
                    <a:pt x="176994" y="349188"/>
                  </a:cubicBezTo>
                  <a:close/>
                  <a:moveTo>
                    <a:pt x="118095" y="323850"/>
                  </a:moveTo>
                  <a:lnTo>
                    <a:pt x="124681" y="323850"/>
                  </a:lnTo>
                  <a:lnTo>
                    <a:pt x="96887" y="447415"/>
                  </a:lnTo>
                  <a:cubicBezTo>
                    <a:pt x="95250" y="454707"/>
                    <a:pt x="94432" y="460214"/>
                    <a:pt x="94432" y="463934"/>
                  </a:cubicBezTo>
                  <a:cubicBezTo>
                    <a:pt x="94432" y="466911"/>
                    <a:pt x="94915" y="469069"/>
                    <a:pt x="95883" y="470408"/>
                  </a:cubicBezTo>
                  <a:cubicBezTo>
                    <a:pt x="96850" y="471748"/>
                    <a:pt x="98376" y="472418"/>
                    <a:pt x="100459" y="472418"/>
                  </a:cubicBezTo>
                  <a:cubicBezTo>
                    <a:pt x="102692" y="472418"/>
                    <a:pt x="105073" y="471506"/>
                    <a:pt x="107603" y="469683"/>
                  </a:cubicBezTo>
                  <a:cubicBezTo>
                    <a:pt x="110133" y="467860"/>
                    <a:pt x="113705" y="464381"/>
                    <a:pt x="118319" y="459246"/>
                  </a:cubicBezTo>
                  <a:lnTo>
                    <a:pt x="124681" y="465497"/>
                  </a:lnTo>
                  <a:cubicBezTo>
                    <a:pt x="117835" y="472715"/>
                    <a:pt x="112068" y="477813"/>
                    <a:pt x="107380" y="480789"/>
                  </a:cubicBezTo>
                  <a:cubicBezTo>
                    <a:pt x="102692" y="483766"/>
                    <a:pt x="97631" y="485254"/>
                    <a:pt x="92199" y="485254"/>
                  </a:cubicBezTo>
                  <a:cubicBezTo>
                    <a:pt x="87586" y="485254"/>
                    <a:pt x="83902" y="483729"/>
                    <a:pt x="81149" y="480678"/>
                  </a:cubicBezTo>
                  <a:cubicBezTo>
                    <a:pt x="78395" y="477627"/>
                    <a:pt x="77019" y="473571"/>
                    <a:pt x="77019" y="468511"/>
                  </a:cubicBezTo>
                  <a:cubicBezTo>
                    <a:pt x="77019" y="464418"/>
                    <a:pt x="77875" y="460065"/>
                    <a:pt x="79586" y="455451"/>
                  </a:cubicBezTo>
                  <a:lnTo>
                    <a:pt x="78135" y="455005"/>
                  </a:lnTo>
                  <a:cubicBezTo>
                    <a:pt x="70991" y="465423"/>
                    <a:pt x="64220" y="473050"/>
                    <a:pt x="57820" y="477887"/>
                  </a:cubicBezTo>
                  <a:cubicBezTo>
                    <a:pt x="51420" y="482724"/>
                    <a:pt x="44649" y="485142"/>
                    <a:pt x="37505" y="485142"/>
                  </a:cubicBezTo>
                  <a:cubicBezTo>
                    <a:pt x="29319" y="485142"/>
                    <a:pt x="22976" y="482054"/>
                    <a:pt x="18474" y="475878"/>
                  </a:cubicBezTo>
                  <a:cubicBezTo>
                    <a:pt x="13971" y="469702"/>
                    <a:pt x="11720" y="461032"/>
                    <a:pt x="11720" y="449870"/>
                  </a:cubicBezTo>
                  <a:cubicBezTo>
                    <a:pt x="11720" y="437071"/>
                    <a:pt x="14232" y="424774"/>
                    <a:pt x="19255" y="412979"/>
                  </a:cubicBezTo>
                  <a:cubicBezTo>
                    <a:pt x="24278" y="401185"/>
                    <a:pt x="31180" y="391883"/>
                    <a:pt x="39961" y="385074"/>
                  </a:cubicBezTo>
                  <a:cubicBezTo>
                    <a:pt x="48741" y="378265"/>
                    <a:pt x="58527" y="374861"/>
                    <a:pt x="69317" y="374861"/>
                  </a:cubicBezTo>
                  <a:cubicBezTo>
                    <a:pt x="73856" y="374861"/>
                    <a:pt x="78042" y="375326"/>
                    <a:pt x="81874" y="376256"/>
                  </a:cubicBezTo>
                  <a:cubicBezTo>
                    <a:pt x="85707" y="377186"/>
                    <a:pt x="89632" y="378805"/>
                    <a:pt x="93650" y="381112"/>
                  </a:cubicBezTo>
                  <a:lnTo>
                    <a:pt x="99455" y="355327"/>
                  </a:lnTo>
                  <a:cubicBezTo>
                    <a:pt x="100050" y="352871"/>
                    <a:pt x="100571" y="350155"/>
                    <a:pt x="101017" y="347179"/>
                  </a:cubicBezTo>
                  <a:cubicBezTo>
                    <a:pt x="101464" y="344202"/>
                    <a:pt x="101687" y="341598"/>
                    <a:pt x="101687" y="339365"/>
                  </a:cubicBezTo>
                  <a:cubicBezTo>
                    <a:pt x="101687" y="337133"/>
                    <a:pt x="101278" y="335440"/>
                    <a:pt x="100459" y="334287"/>
                  </a:cubicBezTo>
                  <a:cubicBezTo>
                    <a:pt x="99641" y="333133"/>
                    <a:pt x="98469" y="332296"/>
                    <a:pt x="96943" y="331775"/>
                  </a:cubicBezTo>
                  <a:cubicBezTo>
                    <a:pt x="95418" y="331254"/>
                    <a:pt x="92683" y="330882"/>
                    <a:pt x="88739" y="330659"/>
                  </a:cubicBezTo>
                  <a:lnTo>
                    <a:pt x="90078" y="324855"/>
                  </a:lnTo>
                  <a:close/>
                  <a:moveTo>
                    <a:pt x="0" y="264393"/>
                  </a:moveTo>
                  <a:lnTo>
                    <a:pt x="76200" y="264393"/>
                  </a:lnTo>
                  <a:lnTo>
                    <a:pt x="152400" y="264393"/>
                  </a:lnTo>
                  <a:lnTo>
                    <a:pt x="228600" y="264393"/>
                  </a:lnTo>
                  <a:lnTo>
                    <a:pt x="228600" y="273918"/>
                  </a:lnTo>
                  <a:lnTo>
                    <a:pt x="152400" y="273918"/>
                  </a:lnTo>
                  <a:lnTo>
                    <a:pt x="76200" y="273918"/>
                  </a:lnTo>
                  <a:lnTo>
                    <a:pt x="0" y="273918"/>
                  </a:lnTo>
                  <a:close/>
                  <a:moveTo>
                    <a:pt x="80851" y="59829"/>
                  </a:moveTo>
                  <a:cubicBezTo>
                    <a:pt x="73261" y="59829"/>
                    <a:pt x="66452" y="62898"/>
                    <a:pt x="60424" y="69038"/>
                  </a:cubicBezTo>
                  <a:cubicBezTo>
                    <a:pt x="54397" y="75177"/>
                    <a:pt x="49653" y="83455"/>
                    <a:pt x="46193" y="93873"/>
                  </a:cubicBezTo>
                  <a:cubicBezTo>
                    <a:pt x="42733" y="104291"/>
                    <a:pt x="41002" y="114672"/>
                    <a:pt x="41002" y="125016"/>
                  </a:cubicBezTo>
                  <a:cubicBezTo>
                    <a:pt x="41002" y="132755"/>
                    <a:pt x="42063" y="138540"/>
                    <a:pt x="44184" y="142373"/>
                  </a:cubicBezTo>
                  <a:cubicBezTo>
                    <a:pt x="46304" y="146205"/>
                    <a:pt x="49858" y="148121"/>
                    <a:pt x="54843" y="148121"/>
                  </a:cubicBezTo>
                  <a:cubicBezTo>
                    <a:pt x="57150" y="148121"/>
                    <a:pt x="59494" y="147619"/>
                    <a:pt x="61876" y="146614"/>
                  </a:cubicBezTo>
                  <a:cubicBezTo>
                    <a:pt x="64257" y="145610"/>
                    <a:pt x="66731" y="143991"/>
                    <a:pt x="69298" y="141759"/>
                  </a:cubicBezTo>
                  <a:cubicBezTo>
                    <a:pt x="71866" y="139526"/>
                    <a:pt x="74396" y="136810"/>
                    <a:pt x="76889" y="133610"/>
                  </a:cubicBezTo>
                  <a:cubicBezTo>
                    <a:pt x="79381" y="130411"/>
                    <a:pt x="81670" y="127192"/>
                    <a:pt x="83753" y="123955"/>
                  </a:cubicBezTo>
                  <a:cubicBezTo>
                    <a:pt x="85837" y="120718"/>
                    <a:pt x="87772" y="116886"/>
                    <a:pt x="89558" y="112458"/>
                  </a:cubicBezTo>
                  <a:cubicBezTo>
                    <a:pt x="91343" y="108031"/>
                    <a:pt x="92869" y="102691"/>
                    <a:pt x="94134" y="96441"/>
                  </a:cubicBezTo>
                  <a:lnTo>
                    <a:pt x="95139" y="91641"/>
                  </a:lnTo>
                  <a:cubicBezTo>
                    <a:pt x="96255" y="86283"/>
                    <a:pt x="96813" y="81223"/>
                    <a:pt x="96813" y="76460"/>
                  </a:cubicBezTo>
                  <a:cubicBezTo>
                    <a:pt x="96813" y="70656"/>
                    <a:pt x="95585" y="66433"/>
                    <a:pt x="93129" y="63791"/>
                  </a:cubicBezTo>
                  <a:cubicBezTo>
                    <a:pt x="90674" y="61150"/>
                    <a:pt x="86581" y="59829"/>
                    <a:pt x="80851" y="59829"/>
                  </a:cubicBezTo>
                  <a:close/>
                  <a:moveTo>
                    <a:pt x="189198" y="51904"/>
                  </a:moveTo>
                  <a:lnTo>
                    <a:pt x="195784" y="51904"/>
                  </a:lnTo>
                  <a:lnTo>
                    <a:pt x="179710" y="123565"/>
                  </a:lnTo>
                  <a:cubicBezTo>
                    <a:pt x="178073" y="130857"/>
                    <a:pt x="177255" y="136364"/>
                    <a:pt x="177255" y="140084"/>
                  </a:cubicBezTo>
                  <a:cubicBezTo>
                    <a:pt x="177255" y="143061"/>
                    <a:pt x="177738" y="145219"/>
                    <a:pt x="178706" y="146558"/>
                  </a:cubicBezTo>
                  <a:cubicBezTo>
                    <a:pt x="179673" y="147898"/>
                    <a:pt x="181198" y="148568"/>
                    <a:pt x="183282" y="148568"/>
                  </a:cubicBezTo>
                  <a:cubicBezTo>
                    <a:pt x="185514" y="148568"/>
                    <a:pt x="187896" y="147656"/>
                    <a:pt x="190426" y="145833"/>
                  </a:cubicBezTo>
                  <a:cubicBezTo>
                    <a:pt x="192956" y="144010"/>
                    <a:pt x="196528" y="140531"/>
                    <a:pt x="201141" y="135396"/>
                  </a:cubicBezTo>
                  <a:lnTo>
                    <a:pt x="207504" y="141647"/>
                  </a:lnTo>
                  <a:cubicBezTo>
                    <a:pt x="200211" y="149312"/>
                    <a:pt x="194295" y="154521"/>
                    <a:pt x="189756" y="157274"/>
                  </a:cubicBezTo>
                  <a:cubicBezTo>
                    <a:pt x="185217" y="160027"/>
                    <a:pt x="180119" y="161404"/>
                    <a:pt x="174464" y="161404"/>
                  </a:cubicBezTo>
                  <a:cubicBezTo>
                    <a:pt x="169627" y="161404"/>
                    <a:pt x="165758" y="159637"/>
                    <a:pt x="162855" y="156102"/>
                  </a:cubicBezTo>
                  <a:cubicBezTo>
                    <a:pt x="159953" y="152567"/>
                    <a:pt x="158502" y="148047"/>
                    <a:pt x="158502" y="142540"/>
                  </a:cubicBezTo>
                  <a:cubicBezTo>
                    <a:pt x="158502" y="136885"/>
                    <a:pt x="159544" y="129666"/>
                    <a:pt x="161628" y="120886"/>
                  </a:cubicBezTo>
                  <a:lnTo>
                    <a:pt x="169999" y="84386"/>
                  </a:lnTo>
                  <a:cubicBezTo>
                    <a:pt x="171711" y="76944"/>
                    <a:pt x="172566" y="71363"/>
                    <a:pt x="172566" y="67642"/>
                  </a:cubicBezTo>
                  <a:cubicBezTo>
                    <a:pt x="172566" y="64294"/>
                    <a:pt x="171766" y="62024"/>
                    <a:pt x="170167" y="60833"/>
                  </a:cubicBezTo>
                  <a:cubicBezTo>
                    <a:pt x="168567" y="59643"/>
                    <a:pt x="165423" y="58973"/>
                    <a:pt x="160735" y="58824"/>
                  </a:cubicBezTo>
                  <a:lnTo>
                    <a:pt x="161962" y="52908"/>
                  </a:lnTo>
                  <a:close/>
                  <a:moveTo>
                    <a:pt x="186184" y="9153"/>
                  </a:moveTo>
                  <a:lnTo>
                    <a:pt x="205941" y="9153"/>
                  </a:lnTo>
                  <a:lnTo>
                    <a:pt x="200807" y="30807"/>
                  </a:lnTo>
                  <a:lnTo>
                    <a:pt x="181050" y="30807"/>
                  </a:lnTo>
                  <a:close/>
                  <a:moveTo>
                    <a:pt x="127620" y="0"/>
                  </a:moveTo>
                  <a:lnTo>
                    <a:pt x="134206" y="0"/>
                  </a:lnTo>
                  <a:lnTo>
                    <a:pt x="106412" y="123565"/>
                  </a:lnTo>
                  <a:cubicBezTo>
                    <a:pt x="104775" y="130857"/>
                    <a:pt x="103957" y="136364"/>
                    <a:pt x="103957" y="140084"/>
                  </a:cubicBezTo>
                  <a:cubicBezTo>
                    <a:pt x="103957" y="143061"/>
                    <a:pt x="104440" y="145219"/>
                    <a:pt x="105408" y="146558"/>
                  </a:cubicBezTo>
                  <a:cubicBezTo>
                    <a:pt x="106375" y="147898"/>
                    <a:pt x="107901" y="148568"/>
                    <a:pt x="109984" y="148568"/>
                  </a:cubicBezTo>
                  <a:cubicBezTo>
                    <a:pt x="112217" y="148568"/>
                    <a:pt x="114598" y="147656"/>
                    <a:pt x="117128" y="145833"/>
                  </a:cubicBezTo>
                  <a:cubicBezTo>
                    <a:pt x="119658" y="144010"/>
                    <a:pt x="123230" y="140531"/>
                    <a:pt x="127844" y="135396"/>
                  </a:cubicBezTo>
                  <a:lnTo>
                    <a:pt x="134206" y="141647"/>
                  </a:lnTo>
                  <a:cubicBezTo>
                    <a:pt x="127360" y="148865"/>
                    <a:pt x="121593" y="153963"/>
                    <a:pt x="116905" y="156939"/>
                  </a:cubicBezTo>
                  <a:cubicBezTo>
                    <a:pt x="112217" y="159916"/>
                    <a:pt x="107156" y="161404"/>
                    <a:pt x="101724" y="161404"/>
                  </a:cubicBezTo>
                  <a:cubicBezTo>
                    <a:pt x="97111" y="161404"/>
                    <a:pt x="93427" y="159879"/>
                    <a:pt x="90674" y="156828"/>
                  </a:cubicBezTo>
                  <a:cubicBezTo>
                    <a:pt x="87920" y="153777"/>
                    <a:pt x="86544" y="149721"/>
                    <a:pt x="86544" y="144661"/>
                  </a:cubicBezTo>
                  <a:cubicBezTo>
                    <a:pt x="86544" y="140568"/>
                    <a:pt x="87400" y="136215"/>
                    <a:pt x="89111" y="131601"/>
                  </a:cubicBezTo>
                  <a:lnTo>
                    <a:pt x="87660" y="131155"/>
                  </a:lnTo>
                  <a:cubicBezTo>
                    <a:pt x="80516" y="141573"/>
                    <a:pt x="73745" y="149200"/>
                    <a:pt x="67345" y="154037"/>
                  </a:cubicBezTo>
                  <a:cubicBezTo>
                    <a:pt x="60945" y="158874"/>
                    <a:pt x="54174" y="161292"/>
                    <a:pt x="47030" y="161292"/>
                  </a:cubicBezTo>
                  <a:cubicBezTo>
                    <a:pt x="38844" y="161292"/>
                    <a:pt x="32501" y="158204"/>
                    <a:pt x="27999" y="152028"/>
                  </a:cubicBezTo>
                  <a:cubicBezTo>
                    <a:pt x="23496" y="145852"/>
                    <a:pt x="21245" y="137182"/>
                    <a:pt x="21245" y="126020"/>
                  </a:cubicBezTo>
                  <a:cubicBezTo>
                    <a:pt x="21245" y="113221"/>
                    <a:pt x="23757" y="100924"/>
                    <a:pt x="28780" y="89129"/>
                  </a:cubicBezTo>
                  <a:cubicBezTo>
                    <a:pt x="33803" y="77335"/>
                    <a:pt x="40705" y="68033"/>
                    <a:pt x="49486" y="61224"/>
                  </a:cubicBezTo>
                  <a:cubicBezTo>
                    <a:pt x="58266" y="54415"/>
                    <a:pt x="68052" y="51011"/>
                    <a:pt x="78842" y="51011"/>
                  </a:cubicBezTo>
                  <a:cubicBezTo>
                    <a:pt x="83381" y="51011"/>
                    <a:pt x="87567" y="51476"/>
                    <a:pt x="91399" y="52406"/>
                  </a:cubicBezTo>
                  <a:cubicBezTo>
                    <a:pt x="95232" y="53336"/>
                    <a:pt x="99157" y="54955"/>
                    <a:pt x="103175" y="57262"/>
                  </a:cubicBezTo>
                  <a:lnTo>
                    <a:pt x="108980" y="31477"/>
                  </a:lnTo>
                  <a:cubicBezTo>
                    <a:pt x="109575" y="29021"/>
                    <a:pt x="110096" y="26305"/>
                    <a:pt x="110542" y="23329"/>
                  </a:cubicBezTo>
                  <a:cubicBezTo>
                    <a:pt x="110989" y="20352"/>
                    <a:pt x="111212" y="17748"/>
                    <a:pt x="111212" y="15515"/>
                  </a:cubicBezTo>
                  <a:cubicBezTo>
                    <a:pt x="111212" y="13283"/>
                    <a:pt x="110803" y="11590"/>
                    <a:pt x="109984" y="10437"/>
                  </a:cubicBezTo>
                  <a:cubicBezTo>
                    <a:pt x="109166" y="9283"/>
                    <a:pt x="107994" y="8446"/>
                    <a:pt x="106468" y="7925"/>
                  </a:cubicBezTo>
                  <a:cubicBezTo>
                    <a:pt x="104943" y="7404"/>
                    <a:pt x="102208" y="7032"/>
                    <a:pt x="98264" y="6809"/>
                  </a:cubicBezTo>
                  <a:lnTo>
                    <a:pt x="99603" y="100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474C818F-8371-422F-94C2-1B11183BC5FE}"/>
                </a:ext>
              </a:extLst>
            </p:cNvPr>
            <p:cNvCxnSpPr/>
            <p:nvPr/>
          </p:nvCxnSpPr>
          <p:spPr>
            <a:xfrm>
              <a:off x="7977917" y="2544318"/>
              <a:ext cx="588719" cy="4642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F67C22B8-181F-45C0-9CA3-62913FAA1F64}"/>
              </a:ext>
            </a:extLst>
          </p:cNvPr>
          <p:cNvCxnSpPr>
            <a:cxnSpLocks/>
          </p:cNvCxnSpPr>
          <p:nvPr/>
        </p:nvCxnSpPr>
        <p:spPr>
          <a:xfrm>
            <a:off x="8526297" y="3220471"/>
            <a:ext cx="0" cy="14011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A936C9B-5944-466E-8EB3-D779853AD488}"/>
              </a:ext>
            </a:extLst>
          </p:cNvPr>
          <p:cNvGrpSpPr/>
          <p:nvPr/>
        </p:nvGrpSpPr>
        <p:grpSpPr>
          <a:xfrm>
            <a:off x="8526297" y="2744601"/>
            <a:ext cx="474045" cy="1877004"/>
            <a:chOff x="8526297" y="2744601"/>
            <a:chExt cx="474045" cy="187700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9ACFC77-BDAF-46A1-A53B-85D4DB8A36EA}"/>
                </a:ext>
              </a:extLst>
            </p:cNvPr>
            <p:cNvGrpSpPr/>
            <p:nvPr/>
          </p:nvGrpSpPr>
          <p:grpSpPr>
            <a:xfrm>
              <a:off x="8526297" y="2744601"/>
              <a:ext cx="349634" cy="1877004"/>
              <a:chOff x="8526297" y="2744601"/>
              <a:chExt cx="349634" cy="1877004"/>
            </a:xfrm>
          </p:grpSpPr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5540E3EE-C229-4648-AEB3-354A1ECEF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6297" y="4621605"/>
                <a:ext cx="349634" cy="0"/>
              </a:xfrm>
              <a:prstGeom prst="line">
                <a:avLst/>
              </a:prstGeom>
              <a:ln w="254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C8E18053-060E-4B58-9DBC-7C3599DD2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8112" y="2744601"/>
                <a:ext cx="327819" cy="149591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AA5D9607-3A4B-49BD-8F67-2B800DBC4EA9}"/>
                </a:ext>
              </a:extLst>
            </p:cNvPr>
            <p:cNvSpPr/>
            <p:nvPr/>
          </p:nvSpPr>
          <p:spPr>
            <a:xfrm>
              <a:off x="8556647" y="3241313"/>
              <a:ext cx="443695" cy="85000"/>
            </a:xfrm>
            <a:custGeom>
              <a:avLst/>
              <a:gdLst>
                <a:gd name="connsiteX0" fmla="*/ 0 w 430856"/>
                <a:gd name="connsiteY0" fmla="*/ 3456 h 62014"/>
                <a:gd name="connsiteX1" fmla="*/ 190500 w 430856"/>
                <a:gd name="connsiteY1" fmla="*/ 281 h 62014"/>
                <a:gd name="connsiteX2" fmla="*/ 298450 w 430856"/>
                <a:gd name="connsiteY2" fmla="*/ 9806 h 62014"/>
                <a:gd name="connsiteX3" fmla="*/ 415925 w 430856"/>
                <a:gd name="connsiteY3" fmla="*/ 57431 h 62014"/>
                <a:gd name="connsiteX4" fmla="*/ 425450 w 430856"/>
                <a:gd name="connsiteY4" fmla="*/ 57431 h 62014"/>
                <a:gd name="connsiteX0" fmla="*/ 0 w 430856"/>
                <a:gd name="connsiteY0" fmla="*/ 4770 h 63328"/>
                <a:gd name="connsiteX1" fmla="*/ 190500 w 430856"/>
                <a:gd name="connsiteY1" fmla="*/ 1595 h 63328"/>
                <a:gd name="connsiteX2" fmla="*/ 298450 w 430856"/>
                <a:gd name="connsiteY2" fmla="*/ 30170 h 63328"/>
                <a:gd name="connsiteX3" fmla="*/ 415925 w 430856"/>
                <a:gd name="connsiteY3" fmla="*/ 58745 h 63328"/>
                <a:gd name="connsiteX4" fmla="*/ 425450 w 430856"/>
                <a:gd name="connsiteY4" fmla="*/ 58745 h 63328"/>
                <a:gd name="connsiteX0" fmla="*/ 0 w 430856"/>
                <a:gd name="connsiteY0" fmla="*/ 1605 h 60163"/>
                <a:gd name="connsiteX1" fmla="*/ 190500 w 430856"/>
                <a:gd name="connsiteY1" fmla="*/ 3193 h 60163"/>
                <a:gd name="connsiteX2" fmla="*/ 298450 w 430856"/>
                <a:gd name="connsiteY2" fmla="*/ 27005 h 60163"/>
                <a:gd name="connsiteX3" fmla="*/ 415925 w 430856"/>
                <a:gd name="connsiteY3" fmla="*/ 55580 h 60163"/>
                <a:gd name="connsiteX4" fmla="*/ 425450 w 430856"/>
                <a:gd name="connsiteY4" fmla="*/ 55580 h 60163"/>
                <a:gd name="connsiteX0" fmla="*/ 0 w 430856"/>
                <a:gd name="connsiteY0" fmla="*/ 1605 h 60163"/>
                <a:gd name="connsiteX1" fmla="*/ 190500 w 430856"/>
                <a:gd name="connsiteY1" fmla="*/ 3193 h 60163"/>
                <a:gd name="connsiteX2" fmla="*/ 322262 w 430856"/>
                <a:gd name="connsiteY2" fmla="*/ 27005 h 60163"/>
                <a:gd name="connsiteX3" fmla="*/ 415925 w 430856"/>
                <a:gd name="connsiteY3" fmla="*/ 55580 h 60163"/>
                <a:gd name="connsiteX4" fmla="*/ 425450 w 430856"/>
                <a:gd name="connsiteY4" fmla="*/ 55580 h 60163"/>
                <a:gd name="connsiteX0" fmla="*/ 0 w 434737"/>
                <a:gd name="connsiteY0" fmla="*/ 1605 h 78538"/>
                <a:gd name="connsiteX1" fmla="*/ 190500 w 434737"/>
                <a:gd name="connsiteY1" fmla="*/ 3193 h 78538"/>
                <a:gd name="connsiteX2" fmla="*/ 322262 w 434737"/>
                <a:gd name="connsiteY2" fmla="*/ 27005 h 78538"/>
                <a:gd name="connsiteX3" fmla="*/ 423069 w 434737"/>
                <a:gd name="connsiteY3" fmla="*/ 77011 h 78538"/>
                <a:gd name="connsiteX4" fmla="*/ 425450 w 434737"/>
                <a:gd name="connsiteY4" fmla="*/ 55580 h 78538"/>
                <a:gd name="connsiteX0" fmla="*/ 0 w 423069"/>
                <a:gd name="connsiteY0" fmla="*/ 1605 h 77011"/>
                <a:gd name="connsiteX1" fmla="*/ 190500 w 423069"/>
                <a:gd name="connsiteY1" fmla="*/ 3193 h 77011"/>
                <a:gd name="connsiteX2" fmla="*/ 322262 w 423069"/>
                <a:gd name="connsiteY2" fmla="*/ 27005 h 77011"/>
                <a:gd name="connsiteX3" fmla="*/ 423069 w 423069"/>
                <a:gd name="connsiteY3" fmla="*/ 77011 h 77011"/>
                <a:gd name="connsiteX0" fmla="*/ 0 w 423069"/>
                <a:gd name="connsiteY0" fmla="*/ 880 h 76286"/>
                <a:gd name="connsiteX1" fmla="*/ 188119 w 423069"/>
                <a:gd name="connsiteY1" fmla="*/ 4849 h 76286"/>
                <a:gd name="connsiteX2" fmla="*/ 322262 w 423069"/>
                <a:gd name="connsiteY2" fmla="*/ 26280 h 76286"/>
                <a:gd name="connsiteX3" fmla="*/ 423069 w 423069"/>
                <a:gd name="connsiteY3" fmla="*/ 76286 h 76286"/>
                <a:gd name="connsiteX0" fmla="*/ 0 w 423069"/>
                <a:gd name="connsiteY0" fmla="*/ 880 h 81049"/>
                <a:gd name="connsiteX1" fmla="*/ 188119 w 423069"/>
                <a:gd name="connsiteY1" fmla="*/ 4849 h 81049"/>
                <a:gd name="connsiteX2" fmla="*/ 322262 w 423069"/>
                <a:gd name="connsiteY2" fmla="*/ 26280 h 81049"/>
                <a:gd name="connsiteX3" fmla="*/ 423069 w 423069"/>
                <a:gd name="connsiteY3" fmla="*/ 81049 h 8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069" h="81049">
                  <a:moveTo>
                    <a:pt x="0" y="880"/>
                  </a:moveTo>
                  <a:cubicBezTo>
                    <a:pt x="70379" y="-1237"/>
                    <a:pt x="134409" y="616"/>
                    <a:pt x="188119" y="4849"/>
                  </a:cubicBezTo>
                  <a:cubicBezTo>
                    <a:pt x="241829" y="9082"/>
                    <a:pt x="283104" y="13580"/>
                    <a:pt x="322262" y="26280"/>
                  </a:cubicBezTo>
                  <a:cubicBezTo>
                    <a:pt x="361420" y="38980"/>
                    <a:pt x="423069" y="81049"/>
                    <a:pt x="423069" y="81049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1607D197-DC34-4C17-9678-757AED57C540}"/>
              </a:ext>
            </a:extLst>
          </p:cNvPr>
          <p:cNvSpPr txBox="1"/>
          <p:nvPr/>
        </p:nvSpPr>
        <p:spPr>
          <a:xfrm>
            <a:off x="6287242" y="1232869"/>
            <a:ext cx="1057538" cy="300759"/>
          </a:xfrm>
          <a:custGeom>
            <a:avLst/>
            <a:gdLst/>
            <a:ahLst/>
            <a:cxnLst/>
            <a:rect l="l" t="t" r="r" b="b"/>
            <a:pathLst>
              <a:path w="1223691" h="348012">
                <a:moveTo>
                  <a:pt x="821605" y="219425"/>
                </a:moveTo>
                <a:cubicBezTo>
                  <a:pt x="828051" y="219425"/>
                  <a:pt x="834979" y="219948"/>
                  <a:pt x="842388" y="220994"/>
                </a:cubicBezTo>
                <a:cubicBezTo>
                  <a:pt x="849797" y="222041"/>
                  <a:pt x="856557" y="223443"/>
                  <a:pt x="862668" y="225201"/>
                </a:cubicBezTo>
                <a:lnTo>
                  <a:pt x="856138" y="255213"/>
                </a:lnTo>
                <a:lnTo>
                  <a:pt x="840190" y="255213"/>
                </a:lnTo>
                <a:cubicBezTo>
                  <a:pt x="839437" y="247428"/>
                  <a:pt x="837449" y="241693"/>
                  <a:pt x="834225" y="238010"/>
                </a:cubicBezTo>
                <a:cubicBezTo>
                  <a:pt x="831002" y="234326"/>
                  <a:pt x="826377" y="232484"/>
                  <a:pt x="820350" y="232484"/>
                </a:cubicBezTo>
                <a:cubicBezTo>
                  <a:pt x="814741" y="232484"/>
                  <a:pt x="810241" y="233928"/>
                  <a:pt x="806850" y="236817"/>
                </a:cubicBezTo>
                <a:cubicBezTo>
                  <a:pt x="803460" y="239705"/>
                  <a:pt x="801765" y="243619"/>
                  <a:pt x="801765" y="248558"/>
                </a:cubicBezTo>
                <a:cubicBezTo>
                  <a:pt x="801765" y="252911"/>
                  <a:pt x="803188" y="256720"/>
                  <a:pt x="806034" y="259985"/>
                </a:cubicBezTo>
                <a:cubicBezTo>
                  <a:pt x="808881" y="263250"/>
                  <a:pt x="814406" y="267352"/>
                  <a:pt x="822610" y="272291"/>
                </a:cubicBezTo>
                <a:cubicBezTo>
                  <a:pt x="831484" y="277565"/>
                  <a:pt x="837846" y="283007"/>
                  <a:pt x="841697" y="288616"/>
                </a:cubicBezTo>
                <a:cubicBezTo>
                  <a:pt x="845548" y="294225"/>
                  <a:pt x="847473" y="300796"/>
                  <a:pt x="847473" y="308331"/>
                </a:cubicBezTo>
                <a:cubicBezTo>
                  <a:pt x="847473" y="316870"/>
                  <a:pt x="845192" y="324153"/>
                  <a:pt x="840630" y="330181"/>
                </a:cubicBezTo>
                <a:cubicBezTo>
                  <a:pt x="836067" y="336208"/>
                  <a:pt x="829830" y="340687"/>
                  <a:pt x="821919" y="343617"/>
                </a:cubicBezTo>
                <a:cubicBezTo>
                  <a:pt x="814008" y="346547"/>
                  <a:pt x="804988" y="348012"/>
                  <a:pt x="794858" y="348012"/>
                </a:cubicBezTo>
                <a:cubicBezTo>
                  <a:pt x="778617" y="348012"/>
                  <a:pt x="763046" y="346003"/>
                  <a:pt x="748145" y="341985"/>
                </a:cubicBezTo>
                <a:lnTo>
                  <a:pt x="755177" y="310842"/>
                </a:lnTo>
                <a:lnTo>
                  <a:pt x="771125" y="310842"/>
                </a:lnTo>
                <a:cubicBezTo>
                  <a:pt x="771543" y="318377"/>
                  <a:pt x="773490" y="324279"/>
                  <a:pt x="776964" y="328548"/>
                </a:cubicBezTo>
                <a:cubicBezTo>
                  <a:pt x="780438" y="332818"/>
                  <a:pt x="785775" y="334953"/>
                  <a:pt x="792975" y="334953"/>
                </a:cubicBezTo>
                <a:cubicBezTo>
                  <a:pt x="799588" y="334953"/>
                  <a:pt x="804695" y="333341"/>
                  <a:pt x="808295" y="330118"/>
                </a:cubicBezTo>
                <a:cubicBezTo>
                  <a:pt x="811894" y="326895"/>
                  <a:pt x="813694" y="322353"/>
                  <a:pt x="813694" y="316493"/>
                </a:cubicBezTo>
                <a:cubicBezTo>
                  <a:pt x="813694" y="312977"/>
                  <a:pt x="813108" y="310005"/>
                  <a:pt x="811936" y="307577"/>
                </a:cubicBezTo>
                <a:cubicBezTo>
                  <a:pt x="810764" y="305150"/>
                  <a:pt x="808839" y="302785"/>
                  <a:pt x="806160" y="300483"/>
                </a:cubicBezTo>
                <a:cubicBezTo>
                  <a:pt x="803481" y="298180"/>
                  <a:pt x="799128" y="295188"/>
                  <a:pt x="793100" y="291504"/>
                </a:cubicBezTo>
                <a:cubicBezTo>
                  <a:pt x="784729" y="286481"/>
                  <a:pt x="778638" y="281270"/>
                  <a:pt x="774829" y="275870"/>
                </a:cubicBezTo>
                <a:cubicBezTo>
                  <a:pt x="771020" y="270470"/>
                  <a:pt x="769115" y="264422"/>
                  <a:pt x="769115" y="257725"/>
                </a:cubicBezTo>
                <a:cubicBezTo>
                  <a:pt x="769115" y="245418"/>
                  <a:pt x="773720" y="235959"/>
                  <a:pt x="782929" y="229345"/>
                </a:cubicBezTo>
                <a:cubicBezTo>
                  <a:pt x="792137" y="222731"/>
                  <a:pt x="805030" y="219425"/>
                  <a:pt x="821605" y="219425"/>
                </a:cubicBezTo>
                <a:close/>
                <a:moveTo>
                  <a:pt x="943993" y="157093"/>
                </a:moveTo>
                <a:lnTo>
                  <a:pt x="943993" y="232336"/>
                </a:lnTo>
                <a:lnTo>
                  <a:pt x="1003327" y="232336"/>
                </a:lnTo>
                <a:lnTo>
                  <a:pt x="1003327" y="157093"/>
                </a:lnTo>
                <a:close/>
                <a:moveTo>
                  <a:pt x="1073525" y="137253"/>
                </a:moveTo>
                <a:cubicBezTo>
                  <a:pt x="1096727" y="163835"/>
                  <a:pt x="1114629" y="187866"/>
                  <a:pt x="1127231" y="209346"/>
                </a:cubicBezTo>
                <a:lnTo>
                  <a:pt x="1102209" y="224858"/>
                </a:lnTo>
                <a:cubicBezTo>
                  <a:pt x="1089713" y="199971"/>
                  <a:pt x="1072886" y="175729"/>
                  <a:pt x="1051730" y="152132"/>
                </a:cubicBezTo>
                <a:close/>
                <a:moveTo>
                  <a:pt x="253156" y="62272"/>
                </a:moveTo>
                <a:lnTo>
                  <a:pt x="465850" y="157089"/>
                </a:lnTo>
                <a:lnTo>
                  <a:pt x="465850" y="181181"/>
                </a:lnTo>
                <a:lnTo>
                  <a:pt x="253156" y="275998"/>
                </a:lnTo>
                <a:lnTo>
                  <a:pt x="253156" y="250186"/>
                </a:lnTo>
                <a:lnTo>
                  <a:pt x="440038" y="169135"/>
                </a:lnTo>
                <a:lnTo>
                  <a:pt x="253156" y="88084"/>
                </a:lnTo>
                <a:close/>
                <a:moveTo>
                  <a:pt x="943993" y="56140"/>
                </a:moveTo>
                <a:lnTo>
                  <a:pt x="943993" y="134152"/>
                </a:lnTo>
                <a:lnTo>
                  <a:pt x="1003327" y="134152"/>
                </a:lnTo>
                <a:lnTo>
                  <a:pt x="1003327" y="56140"/>
                </a:lnTo>
                <a:close/>
                <a:moveTo>
                  <a:pt x="658987" y="56077"/>
                </a:moveTo>
                <a:lnTo>
                  <a:pt x="700287" y="56077"/>
                </a:lnTo>
                <a:lnTo>
                  <a:pt x="690306" y="99097"/>
                </a:lnTo>
                <a:lnTo>
                  <a:pt x="732122" y="99097"/>
                </a:lnTo>
                <a:lnTo>
                  <a:pt x="727476" y="120607"/>
                </a:lnTo>
                <a:lnTo>
                  <a:pt x="685316" y="120607"/>
                </a:lnTo>
                <a:lnTo>
                  <a:pt x="668624" y="189440"/>
                </a:lnTo>
                <a:cubicBezTo>
                  <a:pt x="665756" y="201257"/>
                  <a:pt x="663777" y="210234"/>
                  <a:pt x="662687" y="216371"/>
                </a:cubicBezTo>
                <a:cubicBezTo>
                  <a:pt x="661597" y="222509"/>
                  <a:pt x="661052" y="227700"/>
                  <a:pt x="661052" y="231945"/>
                </a:cubicBezTo>
                <a:cubicBezTo>
                  <a:pt x="661052" y="237337"/>
                  <a:pt x="662027" y="241266"/>
                  <a:pt x="663978" y="243733"/>
                </a:cubicBezTo>
                <a:cubicBezTo>
                  <a:pt x="665928" y="246199"/>
                  <a:pt x="668796" y="247432"/>
                  <a:pt x="672582" y="247432"/>
                </a:cubicBezTo>
                <a:cubicBezTo>
                  <a:pt x="677744" y="247432"/>
                  <a:pt x="683050" y="245597"/>
                  <a:pt x="688499" y="241926"/>
                </a:cubicBezTo>
                <a:cubicBezTo>
                  <a:pt x="693949" y="238255"/>
                  <a:pt x="699828" y="232576"/>
                  <a:pt x="706138" y="224889"/>
                </a:cubicBezTo>
                <a:lnTo>
                  <a:pt x="719388" y="238484"/>
                </a:lnTo>
                <a:cubicBezTo>
                  <a:pt x="707801" y="251218"/>
                  <a:pt x="697161" y="260080"/>
                  <a:pt x="687467" y="265071"/>
                </a:cubicBezTo>
                <a:cubicBezTo>
                  <a:pt x="677773" y="270061"/>
                  <a:pt x="666330" y="272556"/>
                  <a:pt x="653137" y="272556"/>
                </a:cubicBezTo>
                <a:cubicBezTo>
                  <a:pt x="640058" y="272556"/>
                  <a:pt x="630020" y="269201"/>
                  <a:pt x="623022" y="262490"/>
                </a:cubicBezTo>
                <a:cubicBezTo>
                  <a:pt x="616024" y="255778"/>
                  <a:pt x="612525" y="246515"/>
                  <a:pt x="612525" y="234698"/>
                </a:cubicBezTo>
                <a:cubicBezTo>
                  <a:pt x="612525" y="229306"/>
                  <a:pt x="612927" y="224172"/>
                  <a:pt x="613730" y="219297"/>
                </a:cubicBezTo>
                <a:cubicBezTo>
                  <a:pt x="614533" y="214421"/>
                  <a:pt x="616196" y="206419"/>
                  <a:pt x="618720" y="195291"/>
                </a:cubicBezTo>
                <a:lnTo>
                  <a:pt x="636445" y="120607"/>
                </a:lnTo>
                <a:lnTo>
                  <a:pt x="609600" y="120607"/>
                </a:lnTo>
                <a:lnTo>
                  <a:pt x="612869" y="106669"/>
                </a:lnTo>
                <a:cubicBezTo>
                  <a:pt x="620900" y="106669"/>
                  <a:pt x="626980" y="105923"/>
                  <a:pt x="631110" y="104432"/>
                </a:cubicBezTo>
                <a:cubicBezTo>
                  <a:pt x="635240" y="102940"/>
                  <a:pt x="638710" y="100703"/>
                  <a:pt x="641521" y="97721"/>
                </a:cubicBezTo>
                <a:cubicBezTo>
                  <a:pt x="644332" y="94738"/>
                  <a:pt x="647056" y="90206"/>
                  <a:pt x="649695" y="84126"/>
                </a:cubicBezTo>
                <a:cubicBezTo>
                  <a:pt x="652333" y="78046"/>
                  <a:pt x="655431" y="68696"/>
                  <a:pt x="658987" y="56077"/>
                </a:cubicBezTo>
                <a:close/>
                <a:moveTo>
                  <a:pt x="49387" y="56077"/>
                </a:moveTo>
                <a:lnTo>
                  <a:pt x="90687" y="56077"/>
                </a:lnTo>
                <a:lnTo>
                  <a:pt x="80706" y="99097"/>
                </a:lnTo>
                <a:lnTo>
                  <a:pt x="122522" y="99097"/>
                </a:lnTo>
                <a:lnTo>
                  <a:pt x="117876" y="120607"/>
                </a:lnTo>
                <a:lnTo>
                  <a:pt x="75716" y="120607"/>
                </a:lnTo>
                <a:lnTo>
                  <a:pt x="59024" y="189440"/>
                </a:lnTo>
                <a:cubicBezTo>
                  <a:pt x="56156" y="201257"/>
                  <a:pt x="54177" y="210234"/>
                  <a:pt x="53087" y="216371"/>
                </a:cubicBezTo>
                <a:cubicBezTo>
                  <a:pt x="51997" y="222509"/>
                  <a:pt x="51452" y="227700"/>
                  <a:pt x="51452" y="231945"/>
                </a:cubicBezTo>
                <a:cubicBezTo>
                  <a:pt x="51452" y="237337"/>
                  <a:pt x="52427" y="241266"/>
                  <a:pt x="54378" y="243733"/>
                </a:cubicBezTo>
                <a:cubicBezTo>
                  <a:pt x="56328" y="246199"/>
                  <a:pt x="59196" y="247432"/>
                  <a:pt x="62982" y="247432"/>
                </a:cubicBezTo>
                <a:cubicBezTo>
                  <a:pt x="68144" y="247432"/>
                  <a:pt x="73450" y="245597"/>
                  <a:pt x="78899" y="241926"/>
                </a:cubicBezTo>
                <a:cubicBezTo>
                  <a:pt x="84349" y="238255"/>
                  <a:pt x="90228" y="232576"/>
                  <a:pt x="96538" y="224889"/>
                </a:cubicBezTo>
                <a:lnTo>
                  <a:pt x="109788" y="238484"/>
                </a:lnTo>
                <a:cubicBezTo>
                  <a:pt x="98201" y="251218"/>
                  <a:pt x="87561" y="260080"/>
                  <a:pt x="77867" y="265071"/>
                </a:cubicBezTo>
                <a:cubicBezTo>
                  <a:pt x="68173" y="270061"/>
                  <a:pt x="56730" y="272556"/>
                  <a:pt x="43537" y="272556"/>
                </a:cubicBezTo>
                <a:cubicBezTo>
                  <a:pt x="30458" y="272556"/>
                  <a:pt x="20420" y="269201"/>
                  <a:pt x="13422" y="262490"/>
                </a:cubicBezTo>
                <a:cubicBezTo>
                  <a:pt x="6424" y="255778"/>
                  <a:pt x="2925" y="246515"/>
                  <a:pt x="2925" y="234698"/>
                </a:cubicBezTo>
                <a:cubicBezTo>
                  <a:pt x="2925" y="229306"/>
                  <a:pt x="3327" y="224172"/>
                  <a:pt x="4130" y="219297"/>
                </a:cubicBezTo>
                <a:cubicBezTo>
                  <a:pt x="4933" y="214421"/>
                  <a:pt x="6596" y="206419"/>
                  <a:pt x="9120" y="195291"/>
                </a:cubicBezTo>
                <a:lnTo>
                  <a:pt x="26845" y="120607"/>
                </a:lnTo>
                <a:lnTo>
                  <a:pt x="0" y="120607"/>
                </a:lnTo>
                <a:lnTo>
                  <a:pt x="3269" y="106669"/>
                </a:lnTo>
                <a:cubicBezTo>
                  <a:pt x="11300" y="106669"/>
                  <a:pt x="17380" y="105923"/>
                  <a:pt x="21510" y="104432"/>
                </a:cubicBezTo>
                <a:cubicBezTo>
                  <a:pt x="25640" y="102940"/>
                  <a:pt x="29110" y="100703"/>
                  <a:pt x="31921" y="97721"/>
                </a:cubicBezTo>
                <a:cubicBezTo>
                  <a:pt x="34732" y="94738"/>
                  <a:pt x="37456" y="90206"/>
                  <a:pt x="40095" y="84126"/>
                </a:cubicBezTo>
                <a:cubicBezTo>
                  <a:pt x="42733" y="78046"/>
                  <a:pt x="45831" y="68696"/>
                  <a:pt x="49387" y="56077"/>
                </a:cubicBezTo>
                <a:close/>
                <a:moveTo>
                  <a:pt x="913783" y="28695"/>
                </a:moveTo>
                <a:cubicBezTo>
                  <a:pt x="923801" y="30776"/>
                  <a:pt x="943811" y="31817"/>
                  <a:pt x="973811" y="31817"/>
                </a:cubicBezTo>
                <a:cubicBezTo>
                  <a:pt x="1003811" y="31817"/>
                  <a:pt x="1023835" y="30776"/>
                  <a:pt x="1033883" y="28695"/>
                </a:cubicBezTo>
                <a:cubicBezTo>
                  <a:pt x="1032503" y="37278"/>
                  <a:pt x="1031812" y="51244"/>
                  <a:pt x="1031812" y="70595"/>
                </a:cubicBezTo>
                <a:lnTo>
                  <a:pt x="1031812" y="238272"/>
                </a:lnTo>
                <a:cubicBezTo>
                  <a:pt x="1031812" y="253184"/>
                  <a:pt x="1032618" y="269572"/>
                  <a:pt x="1034230" y="287435"/>
                </a:cubicBezTo>
                <a:lnTo>
                  <a:pt x="1003327" y="287435"/>
                </a:lnTo>
                <a:lnTo>
                  <a:pt x="1003327" y="255282"/>
                </a:lnTo>
                <a:lnTo>
                  <a:pt x="943993" y="255282"/>
                </a:lnTo>
                <a:lnTo>
                  <a:pt x="943993" y="296081"/>
                </a:lnTo>
                <a:lnTo>
                  <a:pt x="913436" y="296081"/>
                </a:lnTo>
                <a:cubicBezTo>
                  <a:pt x="915051" y="280354"/>
                  <a:pt x="915859" y="262698"/>
                  <a:pt x="915859" y="243112"/>
                </a:cubicBezTo>
                <a:lnTo>
                  <a:pt x="915859" y="70595"/>
                </a:lnTo>
                <a:cubicBezTo>
                  <a:pt x="915859" y="52445"/>
                  <a:pt x="915167" y="38478"/>
                  <a:pt x="913783" y="28695"/>
                </a:cubicBezTo>
                <a:close/>
                <a:moveTo>
                  <a:pt x="1138850" y="0"/>
                </a:moveTo>
                <a:cubicBezTo>
                  <a:pt x="1147411" y="1850"/>
                  <a:pt x="1157575" y="2775"/>
                  <a:pt x="1169341" y="2775"/>
                </a:cubicBezTo>
                <a:cubicBezTo>
                  <a:pt x="1175611" y="2775"/>
                  <a:pt x="1178746" y="4568"/>
                  <a:pt x="1178746" y="8155"/>
                </a:cubicBezTo>
                <a:cubicBezTo>
                  <a:pt x="1178746" y="11742"/>
                  <a:pt x="1177421" y="14284"/>
                  <a:pt x="1174770" y="15782"/>
                </a:cubicBezTo>
                <a:cubicBezTo>
                  <a:pt x="1172120" y="17279"/>
                  <a:pt x="1170795" y="21145"/>
                  <a:pt x="1170795" y="27379"/>
                </a:cubicBezTo>
                <a:lnTo>
                  <a:pt x="1170795" y="86443"/>
                </a:lnTo>
                <a:cubicBezTo>
                  <a:pt x="1187509" y="86248"/>
                  <a:pt x="1205141" y="85208"/>
                  <a:pt x="1223691" y="83321"/>
                </a:cubicBezTo>
                <a:lnTo>
                  <a:pt x="1223691" y="113536"/>
                </a:lnTo>
                <a:cubicBezTo>
                  <a:pt x="1208552" y="111920"/>
                  <a:pt x="1190919" y="111113"/>
                  <a:pt x="1170795" y="111113"/>
                </a:cubicBezTo>
                <a:lnTo>
                  <a:pt x="1170795" y="279071"/>
                </a:lnTo>
                <a:cubicBezTo>
                  <a:pt x="1170795" y="290547"/>
                  <a:pt x="1168924" y="299509"/>
                  <a:pt x="1165183" y="305960"/>
                </a:cubicBezTo>
                <a:cubicBezTo>
                  <a:pt x="1161442" y="312410"/>
                  <a:pt x="1154076" y="317100"/>
                  <a:pt x="1143085" y="320032"/>
                </a:cubicBezTo>
                <a:cubicBezTo>
                  <a:pt x="1132094" y="322963"/>
                  <a:pt x="1114548" y="324429"/>
                  <a:pt x="1090447" y="324429"/>
                </a:cubicBezTo>
                <a:cubicBezTo>
                  <a:pt x="1090447" y="312241"/>
                  <a:pt x="1086299" y="300095"/>
                  <a:pt x="1078002" y="287991"/>
                </a:cubicBezTo>
                <a:cubicBezTo>
                  <a:pt x="1095954" y="290763"/>
                  <a:pt x="1109332" y="292149"/>
                  <a:pt x="1118137" y="292149"/>
                </a:cubicBezTo>
                <a:cubicBezTo>
                  <a:pt x="1126942" y="292149"/>
                  <a:pt x="1133230" y="290603"/>
                  <a:pt x="1137000" y="287510"/>
                </a:cubicBezTo>
                <a:cubicBezTo>
                  <a:pt x="1140770" y="284417"/>
                  <a:pt x="1142655" y="277685"/>
                  <a:pt x="1142655" y="267314"/>
                </a:cubicBezTo>
                <a:lnTo>
                  <a:pt x="1142655" y="110766"/>
                </a:lnTo>
                <a:lnTo>
                  <a:pt x="1101928" y="110766"/>
                </a:lnTo>
                <a:cubicBezTo>
                  <a:pt x="1077024" y="110766"/>
                  <a:pt x="1054067" y="111689"/>
                  <a:pt x="1033057" y="113536"/>
                </a:cubicBezTo>
                <a:lnTo>
                  <a:pt x="1033057" y="83321"/>
                </a:lnTo>
                <a:cubicBezTo>
                  <a:pt x="1053505" y="85398"/>
                  <a:pt x="1076462" y="86437"/>
                  <a:pt x="1101928" y="86437"/>
                </a:cubicBezTo>
                <a:lnTo>
                  <a:pt x="1142655" y="86437"/>
                </a:lnTo>
                <a:cubicBezTo>
                  <a:pt x="1142655" y="43904"/>
                  <a:pt x="1141387" y="15092"/>
                  <a:pt x="113885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28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CFAF66F-7778-4BAE-ACA9-A0F5F898B726}"/>
              </a:ext>
            </a:extLst>
          </p:cNvPr>
          <p:cNvSpPr txBox="1"/>
          <p:nvPr/>
        </p:nvSpPr>
        <p:spPr>
          <a:xfrm>
            <a:off x="8862057" y="3477985"/>
            <a:ext cx="157946" cy="192354"/>
          </a:xfrm>
          <a:custGeom>
            <a:avLst/>
            <a:gdLst/>
            <a:ahLst/>
            <a:cxnLst/>
            <a:rect l="l" t="t" r="r" b="b"/>
            <a:pathLst>
              <a:path w="150604" h="183412">
                <a:moveTo>
                  <a:pt x="122392" y="96431"/>
                </a:moveTo>
                <a:cubicBezTo>
                  <a:pt x="127806" y="96431"/>
                  <a:pt x="132787" y="96766"/>
                  <a:pt x="137335" y="97436"/>
                </a:cubicBezTo>
                <a:cubicBezTo>
                  <a:pt x="141884" y="98106"/>
                  <a:pt x="146307" y="99082"/>
                  <a:pt x="150604" y="100366"/>
                </a:cubicBezTo>
                <a:lnTo>
                  <a:pt x="146586" y="119286"/>
                </a:lnTo>
                <a:lnTo>
                  <a:pt x="139135" y="119286"/>
                </a:lnTo>
                <a:cubicBezTo>
                  <a:pt x="138521" y="114263"/>
                  <a:pt x="136861" y="110551"/>
                  <a:pt x="134154" y="108151"/>
                </a:cubicBezTo>
                <a:cubicBezTo>
                  <a:pt x="131447" y="105752"/>
                  <a:pt x="127248" y="104552"/>
                  <a:pt x="121555" y="104552"/>
                </a:cubicBezTo>
                <a:cubicBezTo>
                  <a:pt x="119267" y="104552"/>
                  <a:pt x="117146" y="104859"/>
                  <a:pt x="115193" y="105473"/>
                </a:cubicBezTo>
                <a:cubicBezTo>
                  <a:pt x="113239" y="106087"/>
                  <a:pt x="111565" y="106938"/>
                  <a:pt x="110170" y="108026"/>
                </a:cubicBezTo>
                <a:cubicBezTo>
                  <a:pt x="108774" y="109114"/>
                  <a:pt x="107686" y="110412"/>
                  <a:pt x="106905" y="111919"/>
                </a:cubicBezTo>
                <a:cubicBezTo>
                  <a:pt x="106123" y="113426"/>
                  <a:pt x="105733" y="115072"/>
                  <a:pt x="105733" y="116858"/>
                </a:cubicBezTo>
                <a:cubicBezTo>
                  <a:pt x="105733" y="118476"/>
                  <a:pt x="105928" y="119955"/>
                  <a:pt x="106319" y="121295"/>
                </a:cubicBezTo>
                <a:cubicBezTo>
                  <a:pt x="106709" y="122634"/>
                  <a:pt x="107477" y="123946"/>
                  <a:pt x="108621" y="125230"/>
                </a:cubicBezTo>
                <a:cubicBezTo>
                  <a:pt x="109765" y="126513"/>
                  <a:pt x="111384" y="127853"/>
                  <a:pt x="113476" y="129248"/>
                </a:cubicBezTo>
                <a:cubicBezTo>
                  <a:pt x="115569" y="130643"/>
                  <a:pt x="118318" y="132234"/>
                  <a:pt x="121722" y="134020"/>
                </a:cubicBezTo>
                <a:cubicBezTo>
                  <a:pt x="125294" y="135973"/>
                  <a:pt x="128266" y="137843"/>
                  <a:pt x="130638" y="139629"/>
                </a:cubicBezTo>
                <a:cubicBezTo>
                  <a:pt x="133010" y="141415"/>
                  <a:pt x="134894" y="143228"/>
                  <a:pt x="136289" y="145070"/>
                </a:cubicBezTo>
                <a:cubicBezTo>
                  <a:pt x="137684" y="146912"/>
                  <a:pt x="138661" y="148879"/>
                  <a:pt x="139219" y="150972"/>
                </a:cubicBezTo>
                <a:cubicBezTo>
                  <a:pt x="139777" y="153065"/>
                  <a:pt x="140056" y="155395"/>
                  <a:pt x="140056" y="157962"/>
                </a:cubicBezTo>
                <a:cubicBezTo>
                  <a:pt x="140056" y="161925"/>
                  <a:pt x="139247" y="165483"/>
                  <a:pt x="137628" y="168636"/>
                </a:cubicBezTo>
                <a:cubicBezTo>
                  <a:pt x="136010" y="171789"/>
                  <a:pt x="133750" y="174454"/>
                  <a:pt x="130847" y="176631"/>
                </a:cubicBezTo>
                <a:cubicBezTo>
                  <a:pt x="127945" y="178808"/>
                  <a:pt x="124527" y="180482"/>
                  <a:pt x="120592" y="181654"/>
                </a:cubicBezTo>
                <a:cubicBezTo>
                  <a:pt x="116658" y="182826"/>
                  <a:pt x="112346" y="183412"/>
                  <a:pt x="107658" y="183412"/>
                </a:cubicBezTo>
                <a:cubicBezTo>
                  <a:pt x="102524" y="183412"/>
                  <a:pt x="97473" y="183077"/>
                  <a:pt x="92506" y="182407"/>
                </a:cubicBezTo>
                <a:cubicBezTo>
                  <a:pt x="87539" y="181738"/>
                  <a:pt x="82292" y="180594"/>
                  <a:pt x="76767" y="178975"/>
                </a:cubicBezTo>
                <a:lnTo>
                  <a:pt x="81120" y="159888"/>
                </a:lnTo>
                <a:lnTo>
                  <a:pt x="88404" y="159888"/>
                </a:lnTo>
                <a:cubicBezTo>
                  <a:pt x="88683" y="165078"/>
                  <a:pt x="90315" y="168971"/>
                  <a:pt x="93301" y="171566"/>
                </a:cubicBezTo>
                <a:cubicBezTo>
                  <a:pt x="96287" y="174161"/>
                  <a:pt x="100905" y="175459"/>
                  <a:pt x="107156" y="175459"/>
                </a:cubicBezTo>
                <a:cubicBezTo>
                  <a:pt x="112737" y="175459"/>
                  <a:pt x="117132" y="174259"/>
                  <a:pt x="120341" y="171859"/>
                </a:cubicBezTo>
                <a:cubicBezTo>
                  <a:pt x="123550" y="169459"/>
                  <a:pt x="125155" y="166111"/>
                  <a:pt x="125155" y="161813"/>
                </a:cubicBezTo>
                <a:cubicBezTo>
                  <a:pt x="125155" y="159860"/>
                  <a:pt x="124959" y="158172"/>
                  <a:pt x="124569" y="156749"/>
                </a:cubicBezTo>
                <a:cubicBezTo>
                  <a:pt x="124178" y="155325"/>
                  <a:pt x="123411" y="153972"/>
                  <a:pt x="122267" y="152688"/>
                </a:cubicBezTo>
                <a:cubicBezTo>
                  <a:pt x="121123" y="151405"/>
                  <a:pt x="119560" y="150079"/>
                  <a:pt x="117579" y="148712"/>
                </a:cubicBezTo>
                <a:cubicBezTo>
                  <a:pt x="115597" y="147344"/>
                  <a:pt x="113016" y="145768"/>
                  <a:pt x="109835" y="143982"/>
                </a:cubicBezTo>
                <a:cubicBezTo>
                  <a:pt x="106542" y="142140"/>
                  <a:pt x="103710" y="140326"/>
                  <a:pt x="101338" y="138540"/>
                </a:cubicBezTo>
                <a:cubicBezTo>
                  <a:pt x="98966" y="136754"/>
                  <a:pt x="97012" y="134941"/>
                  <a:pt x="95478" y="133099"/>
                </a:cubicBezTo>
                <a:cubicBezTo>
                  <a:pt x="93943" y="131257"/>
                  <a:pt x="92813" y="129332"/>
                  <a:pt x="92087" y="127322"/>
                </a:cubicBezTo>
                <a:cubicBezTo>
                  <a:pt x="91362" y="125313"/>
                  <a:pt x="90999" y="123165"/>
                  <a:pt x="90999" y="120876"/>
                </a:cubicBezTo>
                <a:cubicBezTo>
                  <a:pt x="90999" y="117360"/>
                  <a:pt x="91738" y="114109"/>
                  <a:pt x="93217" y="111123"/>
                </a:cubicBezTo>
                <a:cubicBezTo>
                  <a:pt x="94696" y="108138"/>
                  <a:pt x="96803" y="105556"/>
                  <a:pt x="99538" y="103380"/>
                </a:cubicBezTo>
                <a:cubicBezTo>
                  <a:pt x="102273" y="101203"/>
                  <a:pt x="105565" y="99501"/>
                  <a:pt x="109416" y="98273"/>
                </a:cubicBezTo>
                <a:cubicBezTo>
                  <a:pt x="113267" y="97045"/>
                  <a:pt x="117592" y="96431"/>
                  <a:pt x="122392" y="96431"/>
                </a:cubicBezTo>
                <a:close/>
                <a:moveTo>
                  <a:pt x="30584" y="0"/>
                </a:moveTo>
                <a:lnTo>
                  <a:pt x="45988" y="0"/>
                </a:lnTo>
                <a:lnTo>
                  <a:pt x="39848" y="27570"/>
                </a:lnTo>
                <a:lnTo>
                  <a:pt x="73781" y="27570"/>
                </a:lnTo>
                <a:lnTo>
                  <a:pt x="71326" y="38844"/>
                </a:lnTo>
                <a:lnTo>
                  <a:pt x="37393" y="38844"/>
                </a:lnTo>
                <a:lnTo>
                  <a:pt x="27458" y="82153"/>
                </a:lnTo>
                <a:cubicBezTo>
                  <a:pt x="25524" y="90562"/>
                  <a:pt x="24296" y="96608"/>
                  <a:pt x="23775" y="100292"/>
                </a:cubicBezTo>
                <a:cubicBezTo>
                  <a:pt x="23254" y="103975"/>
                  <a:pt x="22994" y="106933"/>
                  <a:pt x="22994" y="109165"/>
                </a:cubicBezTo>
                <a:cubicBezTo>
                  <a:pt x="22994" y="118393"/>
                  <a:pt x="26826" y="123006"/>
                  <a:pt x="34491" y="123006"/>
                </a:cubicBezTo>
                <a:cubicBezTo>
                  <a:pt x="37765" y="123006"/>
                  <a:pt x="41244" y="121760"/>
                  <a:pt x="44927" y="119267"/>
                </a:cubicBezTo>
                <a:cubicBezTo>
                  <a:pt x="48611" y="116774"/>
                  <a:pt x="52982" y="112514"/>
                  <a:pt x="58043" y="106486"/>
                </a:cubicBezTo>
                <a:lnTo>
                  <a:pt x="64517" y="113184"/>
                </a:lnTo>
                <a:cubicBezTo>
                  <a:pt x="58043" y="120997"/>
                  <a:pt x="51810" y="126764"/>
                  <a:pt x="45820" y="130485"/>
                </a:cubicBezTo>
                <a:cubicBezTo>
                  <a:pt x="39830" y="134206"/>
                  <a:pt x="33560" y="136066"/>
                  <a:pt x="27012" y="136066"/>
                </a:cubicBezTo>
                <a:cubicBezTo>
                  <a:pt x="11459" y="136066"/>
                  <a:pt x="3683" y="128215"/>
                  <a:pt x="3683" y="112514"/>
                </a:cubicBezTo>
                <a:cubicBezTo>
                  <a:pt x="3683" y="107528"/>
                  <a:pt x="4316" y="102282"/>
                  <a:pt x="5581" y="96775"/>
                </a:cubicBezTo>
                <a:lnTo>
                  <a:pt x="18752" y="38844"/>
                </a:lnTo>
                <a:lnTo>
                  <a:pt x="0" y="38844"/>
                </a:lnTo>
                <a:lnTo>
                  <a:pt x="1674" y="31142"/>
                </a:lnTo>
                <a:cubicBezTo>
                  <a:pt x="6064" y="31068"/>
                  <a:pt x="9394" y="30733"/>
                  <a:pt x="11664" y="30138"/>
                </a:cubicBezTo>
                <a:cubicBezTo>
                  <a:pt x="13934" y="29542"/>
                  <a:pt x="15831" y="28724"/>
                  <a:pt x="17357" y="27682"/>
                </a:cubicBezTo>
                <a:cubicBezTo>
                  <a:pt x="18882" y="26640"/>
                  <a:pt x="20277" y="25152"/>
                  <a:pt x="21543" y="23217"/>
                </a:cubicBezTo>
                <a:cubicBezTo>
                  <a:pt x="22808" y="21282"/>
                  <a:pt x="24035" y="18808"/>
                  <a:pt x="25226" y="15794"/>
                </a:cubicBezTo>
                <a:cubicBezTo>
                  <a:pt x="26417" y="12781"/>
                  <a:pt x="28203" y="7516"/>
                  <a:pt x="305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CA3317F-9A5D-4BFC-AAB8-AFB167A17D5C}"/>
              </a:ext>
            </a:extLst>
          </p:cNvPr>
          <p:cNvGrpSpPr/>
          <p:nvPr/>
        </p:nvGrpSpPr>
        <p:grpSpPr>
          <a:xfrm>
            <a:off x="7064995" y="4244479"/>
            <a:ext cx="1934153" cy="203224"/>
            <a:chOff x="7064995" y="4244479"/>
            <a:chExt cx="1934153" cy="203224"/>
          </a:xfrm>
        </p:grpSpPr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91258D1F-53FA-49C4-8F8A-51A8438BECAA}"/>
                </a:ext>
              </a:extLst>
            </p:cNvPr>
            <p:cNvSpPr txBox="1"/>
            <p:nvPr/>
          </p:nvSpPr>
          <p:spPr>
            <a:xfrm>
              <a:off x="7064995" y="4244479"/>
              <a:ext cx="334714" cy="203224"/>
            </a:xfrm>
            <a:custGeom>
              <a:avLst/>
              <a:gdLst/>
              <a:ahLst/>
              <a:cxnLst/>
              <a:rect l="l" t="t" r="r" b="b"/>
              <a:pathLst>
                <a:path w="329384" h="199988">
                  <a:moveTo>
                    <a:pt x="131368" y="100283"/>
                  </a:moveTo>
                  <a:cubicBezTo>
                    <a:pt x="130029" y="100283"/>
                    <a:pt x="128494" y="100311"/>
                    <a:pt x="126764" y="100366"/>
                  </a:cubicBezTo>
                  <a:cubicBezTo>
                    <a:pt x="125034" y="100422"/>
                    <a:pt x="123360" y="100450"/>
                    <a:pt x="121741" y="100450"/>
                  </a:cubicBezTo>
                  <a:lnTo>
                    <a:pt x="111779" y="144233"/>
                  </a:lnTo>
                  <a:lnTo>
                    <a:pt x="121741" y="144233"/>
                  </a:lnTo>
                  <a:cubicBezTo>
                    <a:pt x="132792" y="144233"/>
                    <a:pt x="141275" y="141987"/>
                    <a:pt x="147191" y="137494"/>
                  </a:cubicBezTo>
                  <a:cubicBezTo>
                    <a:pt x="153107" y="133002"/>
                    <a:pt x="156065" y="126179"/>
                    <a:pt x="156065" y="117026"/>
                  </a:cubicBezTo>
                  <a:cubicBezTo>
                    <a:pt x="156065" y="113956"/>
                    <a:pt x="155604" y="111347"/>
                    <a:pt x="154683" y="109198"/>
                  </a:cubicBezTo>
                  <a:cubicBezTo>
                    <a:pt x="153762" y="107050"/>
                    <a:pt x="152297" y="105320"/>
                    <a:pt x="150288" y="104008"/>
                  </a:cubicBezTo>
                  <a:cubicBezTo>
                    <a:pt x="148279" y="102696"/>
                    <a:pt x="145726" y="101748"/>
                    <a:pt x="142628" y="101162"/>
                  </a:cubicBezTo>
                  <a:cubicBezTo>
                    <a:pt x="139531" y="100576"/>
                    <a:pt x="135777" y="100283"/>
                    <a:pt x="131368" y="100283"/>
                  </a:cubicBezTo>
                  <a:close/>
                  <a:moveTo>
                    <a:pt x="210173" y="91409"/>
                  </a:moveTo>
                  <a:lnTo>
                    <a:pt x="242152" y="91409"/>
                  </a:lnTo>
                  <a:lnTo>
                    <a:pt x="253119" y="166920"/>
                  </a:lnTo>
                  <a:lnTo>
                    <a:pt x="301423" y="91409"/>
                  </a:lnTo>
                  <a:lnTo>
                    <a:pt x="329384" y="91409"/>
                  </a:lnTo>
                  <a:lnTo>
                    <a:pt x="328380" y="96432"/>
                  </a:lnTo>
                  <a:cubicBezTo>
                    <a:pt x="326538" y="96934"/>
                    <a:pt x="325059" y="97381"/>
                    <a:pt x="323943" y="97771"/>
                  </a:cubicBezTo>
                  <a:cubicBezTo>
                    <a:pt x="322826" y="98162"/>
                    <a:pt x="321878" y="98929"/>
                    <a:pt x="321096" y="100073"/>
                  </a:cubicBezTo>
                  <a:cubicBezTo>
                    <a:pt x="320315" y="101218"/>
                    <a:pt x="319589" y="102962"/>
                    <a:pt x="318920" y="105306"/>
                  </a:cubicBezTo>
                  <a:cubicBezTo>
                    <a:pt x="318250" y="107650"/>
                    <a:pt x="317413" y="111026"/>
                    <a:pt x="316408" y="115435"/>
                  </a:cubicBezTo>
                  <a:lnTo>
                    <a:pt x="302763" y="176632"/>
                  </a:lnTo>
                  <a:cubicBezTo>
                    <a:pt x="302204" y="179366"/>
                    <a:pt x="301786" y="181585"/>
                    <a:pt x="301507" y="183287"/>
                  </a:cubicBezTo>
                  <a:cubicBezTo>
                    <a:pt x="301228" y="184989"/>
                    <a:pt x="301088" y="186594"/>
                    <a:pt x="301088" y="188101"/>
                  </a:cubicBezTo>
                  <a:cubicBezTo>
                    <a:pt x="301088" y="190445"/>
                    <a:pt x="301758" y="192105"/>
                    <a:pt x="303097" y="193082"/>
                  </a:cubicBezTo>
                  <a:cubicBezTo>
                    <a:pt x="304437" y="194058"/>
                    <a:pt x="306753" y="194658"/>
                    <a:pt x="310046" y="194882"/>
                  </a:cubicBezTo>
                  <a:lnTo>
                    <a:pt x="308874" y="199988"/>
                  </a:lnTo>
                  <a:lnTo>
                    <a:pt x="273295" y="199988"/>
                  </a:lnTo>
                  <a:lnTo>
                    <a:pt x="274383" y="194882"/>
                  </a:lnTo>
                  <a:cubicBezTo>
                    <a:pt x="276169" y="194547"/>
                    <a:pt x="277550" y="194156"/>
                    <a:pt x="278527" y="193710"/>
                  </a:cubicBezTo>
                  <a:cubicBezTo>
                    <a:pt x="279503" y="193263"/>
                    <a:pt x="280271" y="192677"/>
                    <a:pt x="280829" y="191952"/>
                  </a:cubicBezTo>
                  <a:cubicBezTo>
                    <a:pt x="281443" y="191393"/>
                    <a:pt x="282099" y="190180"/>
                    <a:pt x="282796" y="188310"/>
                  </a:cubicBezTo>
                  <a:cubicBezTo>
                    <a:pt x="283494" y="186440"/>
                    <a:pt x="284233" y="184138"/>
                    <a:pt x="285015" y="181403"/>
                  </a:cubicBezTo>
                  <a:cubicBezTo>
                    <a:pt x="285796" y="178669"/>
                    <a:pt x="286577" y="175613"/>
                    <a:pt x="287359" y="172236"/>
                  </a:cubicBezTo>
                  <a:cubicBezTo>
                    <a:pt x="288140" y="168860"/>
                    <a:pt x="288949" y="165330"/>
                    <a:pt x="289787" y="161646"/>
                  </a:cubicBezTo>
                  <a:cubicBezTo>
                    <a:pt x="290624" y="157963"/>
                    <a:pt x="291433" y="154238"/>
                    <a:pt x="292214" y="150470"/>
                  </a:cubicBezTo>
                  <a:cubicBezTo>
                    <a:pt x="292996" y="146703"/>
                    <a:pt x="293777" y="143089"/>
                    <a:pt x="294558" y="139629"/>
                  </a:cubicBezTo>
                  <a:cubicBezTo>
                    <a:pt x="294949" y="137620"/>
                    <a:pt x="295451" y="135234"/>
                    <a:pt x="296065" y="132471"/>
                  </a:cubicBezTo>
                  <a:cubicBezTo>
                    <a:pt x="296679" y="129709"/>
                    <a:pt x="297335" y="126960"/>
                    <a:pt x="298033" y="124225"/>
                  </a:cubicBezTo>
                  <a:cubicBezTo>
                    <a:pt x="298730" y="121491"/>
                    <a:pt x="299400" y="118937"/>
                    <a:pt x="300042" y="116565"/>
                  </a:cubicBezTo>
                  <a:cubicBezTo>
                    <a:pt x="300684" y="114193"/>
                    <a:pt x="301256" y="112366"/>
                    <a:pt x="301758" y="111082"/>
                  </a:cubicBezTo>
                  <a:lnTo>
                    <a:pt x="300586" y="111082"/>
                  </a:lnTo>
                  <a:lnTo>
                    <a:pt x="251445" y="187766"/>
                  </a:lnTo>
                  <a:lnTo>
                    <a:pt x="241734" y="187766"/>
                  </a:lnTo>
                  <a:lnTo>
                    <a:pt x="229846" y="108487"/>
                  </a:lnTo>
                  <a:lnTo>
                    <a:pt x="228423" y="108487"/>
                  </a:lnTo>
                  <a:cubicBezTo>
                    <a:pt x="227865" y="112059"/>
                    <a:pt x="227111" y="116538"/>
                    <a:pt x="226163" y="121923"/>
                  </a:cubicBezTo>
                  <a:cubicBezTo>
                    <a:pt x="225214" y="127309"/>
                    <a:pt x="223986" y="133629"/>
                    <a:pt x="222479" y="140885"/>
                  </a:cubicBezTo>
                  <a:cubicBezTo>
                    <a:pt x="221865" y="143452"/>
                    <a:pt x="221223" y="146187"/>
                    <a:pt x="220554" y="149089"/>
                  </a:cubicBezTo>
                  <a:cubicBezTo>
                    <a:pt x="219884" y="151991"/>
                    <a:pt x="219186" y="154977"/>
                    <a:pt x="218461" y="158047"/>
                  </a:cubicBezTo>
                  <a:cubicBezTo>
                    <a:pt x="217735" y="161116"/>
                    <a:pt x="217024" y="164158"/>
                    <a:pt x="216326" y="167172"/>
                  </a:cubicBezTo>
                  <a:cubicBezTo>
                    <a:pt x="215628" y="170185"/>
                    <a:pt x="215014" y="173018"/>
                    <a:pt x="214484" y="175669"/>
                  </a:cubicBezTo>
                  <a:cubicBezTo>
                    <a:pt x="213954" y="178320"/>
                    <a:pt x="213535" y="180734"/>
                    <a:pt x="213228" y="182910"/>
                  </a:cubicBezTo>
                  <a:cubicBezTo>
                    <a:pt x="212922" y="185087"/>
                    <a:pt x="212768" y="186817"/>
                    <a:pt x="212768" y="188101"/>
                  </a:cubicBezTo>
                  <a:cubicBezTo>
                    <a:pt x="212768" y="190445"/>
                    <a:pt x="213438" y="192105"/>
                    <a:pt x="214777" y="193082"/>
                  </a:cubicBezTo>
                  <a:cubicBezTo>
                    <a:pt x="216117" y="194058"/>
                    <a:pt x="218405" y="194658"/>
                    <a:pt x="221642" y="194882"/>
                  </a:cubicBezTo>
                  <a:lnTo>
                    <a:pt x="220721" y="199988"/>
                  </a:lnTo>
                  <a:lnTo>
                    <a:pt x="189495" y="199988"/>
                  </a:lnTo>
                  <a:lnTo>
                    <a:pt x="190583" y="194882"/>
                  </a:lnTo>
                  <a:cubicBezTo>
                    <a:pt x="192202" y="194603"/>
                    <a:pt x="193569" y="194282"/>
                    <a:pt x="194685" y="193919"/>
                  </a:cubicBezTo>
                  <a:cubicBezTo>
                    <a:pt x="195802" y="193556"/>
                    <a:pt x="196792" y="192789"/>
                    <a:pt x="197657" y="191617"/>
                  </a:cubicBezTo>
                  <a:cubicBezTo>
                    <a:pt x="198522" y="190445"/>
                    <a:pt x="199332" y="188659"/>
                    <a:pt x="200085" y="186259"/>
                  </a:cubicBezTo>
                  <a:cubicBezTo>
                    <a:pt x="200839" y="183859"/>
                    <a:pt x="201690" y="180427"/>
                    <a:pt x="202638" y="175962"/>
                  </a:cubicBezTo>
                  <a:lnTo>
                    <a:pt x="216368" y="114933"/>
                  </a:lnTo>
                  <a:cubicBezTo>
                    <a:pt x="216870" y="112701"/>
                    <a:pt x="217247" y="110622"/>
                    <a:pt x="217498" y="108696"/>
                  </a:cubicBezTo>
                  <a:cubicBezTo>
                    <a:pt x="217749" y="106771"/>
                    <a:pt x="217875" y="105054"/>
                    <a:pt x="217875" y="103548"/>
                  </a:cubicBezTo>
                  <a:cubicBezTo>
                    <a:pt x="217875" y="101092"/>
                    <a:pt x="217233" y="99348"/>
                    <a:pt x="215949" y="98315"/>
                  </a:cubicBezTo>
                  <a:cubicBezTo>
                    <a:pt x="214666" y="97283"/>
                    <a:pt x="212322" y="96739"/>
                    <a:pt x="208917" y="96683"/>
                  </a:cubicBezTo>
                  <a:close/>
                  <a:moveTo>
                    <a:pt x="96040" y="91409"/>
                  </a:moveTo>
                  <a:lnTo>
                    <a:pt x="134466" y="91409"/>
                  </a:lnTo>
                  <a:cubicBezTo>
                    <a:pt x="141833" y="91409"/>
                    <a:pt x="147972" y="92051"/>
                    <a:pt x="152883" y="93334"/>
                  </a:cubicBezTo>
                  <a:cubicBezTo>
                    <a:pt x="157795" y="94618"/>
                    <a:pt x="161729" y="96390"/>
                    <a:pt x="164687" y="98650"/>
                  </a:cubicBezTo>
                  <a:cubicBezTo>
                    <a:pt x="167645" y="100911"/>
                    <a:pt x="169738" y="103576"/>
                    <a:pt x="170966" y="106645"/>
                  </a:cubicBezTo>
                  <a:cubicBezTo>
                    <a:pt x="172194" y="109715"/>
                    <a:pt x="172808" y="113035"/>
                    <a:pt x="172808" y="116607"/>
                  </a:cubicBezTo>
                  <a:cubicBezTo>
                    <a:pt x="172808" y="124867"/>
                    <a:pt x="170282" y="131760"/>
                    <a:pt x="165231" y="137285"/>
                  </a:cubicBezTo>
                  <a:cubicBezTo>
                    <a:pt x="160181" y="142810"/>
                    <a:pt x="152521" y="147024"/>
                    <a:pt x="142251" y="149926"/>
                  </a:cubicBezTo>
                  <a:cubicBezTo>
                    <a:pt x="142140" y="150149"/>
                    <a:pt x="142084" y="150345"/>
                    <a:pt x="142084" y="150512"/>
                  </a:cubicBezTo>
                  <a:cubicBezTo>
                    <a:pt x="142084" y="150680"/>
                    <a:pt x="142084" y="150875"/>
                    <a:pt x="142084" y="151098"/>
                  </a:cubicBezTo>
                  <a:cubicBezTo>
                    <a:pt x="144707" y="152884"/>
                    <a:pt x="146814" y="155117"/>
                    <a:pt x="148405" y="157795"/>
                  </a:cubicBezTo>
                  <a:cubicBezTo>
                    <a:pt x="149995" y="160474"/>
                    <a:pt x="151376" y="164018"/>
                    <a:pt x="152548" y="168427"/>
                  </a:cubicBezTo>
                  <a:cubicBezTo>
                    <a:pt x="153888" y="173674"/>
                    <a:pt x="154990" y="177915"/>
                    <a:pt x="155855" y="181152"/>
                  </a:cubicBezTo>
                  <a:cubicBezTo>
                    <a:pt x="156720" y="184389"/>
                    <a:pt x="157725" y="186943"/>
                    <a:pt x="158869" y="188812"/>
                  </a:cubicBezTo>
                  <a:cubicBezTo>
                    <a:pt x="160013" y="190682"/>
                    <a:pt x="161464" y="192049"/>
                    <a:pt x="163222" y="192914"/>
                  </a:cubicBezTo>
                  <a:cubicBezTo>
                    <a:pt x="164980" y="193779"/>
                    <a:pt x="167366" y="194435"/>
                    <a:pt x="170380" y="194882"/>
                  </a:cubicBezTo>
                  <a:lnTo>
                    <a:pt x="169208" y="199988"/>
                  </a:lnTo>
                  <a:lnTo>
                    <a:pt x="144847" y="199988"/>
                  </a:lnTo>
                  <a:cubicBezTo>
                    <a:pt x="143842" y="197812"/>
                    <a:pt x="142865" y="195147"/>
                    <a:pt x="141917" y="191993"/>
                  </a:cubicBezTo>
                  <a:cubicBezTo>
                    <a:pt x="140968" y="188840"/>
                    <a:pt x="140131" y="185757"/>
                    <a:pt x="139405" y="182743"/>
                  </a:cubicBezTo>
                  <a:cubicBezTo>
                    <a:pt x="138289" y="178334"/>
                    <a:pt x="137354" y="174525"/>
                    <a:pt x="136601" y="171316"/>
                  </a:cubicBezTo>
                  <a:cubicBezTo>
                    <a:pt x="135847" y="168106"/>
                    <a:pt x="135108" y="165400"/>
                    <a:pt x="134382" y="163195"/>
                  </a:cubicBezTo>
                  <a:cubicBezTo>
                    <a:pt x="133657" y="160991"/>
                    <a:pt x="132903" y="159233"/>
                    <a:pt x="132122" y="157921"/>
                  </a:cubicBezTo>
                  <a:cubicBezTo>
                    <a:pt x="131340" y="156609"/>
                    <a:pt x="130420" y="155563"/>
                    <a:pt x="129359" y="154782"/>
                  </a:cubicBezTo>
                  <a:cubicBezTo>
                    <a:pt x="128299" y="154000"/>
                    <a:pt x="127015" y="153484"/>
                    <a:pt x="125508" y="153233"/>
                  </a:cubicBezTo>
                  <a:cubicBezTo>
                    <a:pt x="124001" y="152982"/>
                    <a:pt x="122160" y="152800"/>
                    <a:pt x="119983" y="152689"/>
                  </a:cubicBezTo>
                  <a:lnTo>
                    <a:pt x="110021" y="152689"/>
                  </a:lnTo>
                  <a:cubicBezTo>
                    <a:pt x="109351" y="155647"/>
                    <a:pt x="108626" y="158828"/>
                    <a:pt x="107844" y="162232"/>
                  </a:cubicBezTo>
                  <a:cubicBezTo>
                    <a:pt x="107063" y="165637"/>
                    <a:pt x="106295" y="168958"/>
                    <a:pt x="105542" y="172195"/>
                  </a:cubicBezTo>
                  <a:cubicBezTo>
                    <a:pt x="104789" y="175432"/>
                    <a:pt x="104161" y="178459"/>
                    <a:pt x="103658" y="181278"/>
                  </a:cubicBezTo>
                  <a:cubicBezTo>
                    <a:pt x="103156" y="184096"/>
                    <a:pt x="102905" y="186370"/>
                    <a:pt x="102905" y="188101"/>
                  </a:cubicBezTo>
                  <a:cubicBezTo>
                    <a:pt x="102905" y="189273"/>
                    <a:pt x="103045" y="190263"/>
                    <a:pt x="103324" y="191072"/>
                  </a:cubicBezTo>
                  <a:cubicBezTo>
                    <a:pt x="103603" y="191882"/>
                    <a:pt x="104091" y="192538"/>
                    <a:pt x="104789" y="193040"/>
                  </a:cubicBezTo>
                  <a:cubicBezTo>
                    <a:pt x="105486" y="193542"/>
                    <a:pt x="106435" y="193933"/>
                    <a:pt x="107635" y="194212"/>
                  </a:cubicBezTo>
                  <a:cubicBezTo>
                    <a:pt x="108835" y="194491"/>
                    <a:pt x="110356" y="194714"/>
                    <a:pt x="112197" y="194882"/>
                  </a:cubicBezTo>
                  <a:lnTo>
                    <a:pt x="111109" y="199988"/>
                  </a:lnTo>
                  <a:lnTo>
                    <a:pt x="75362" y="199988"/>
                  </a:lnTo>
                  <a:lnTo>
                    <a:pt x="76283" y="194882"/>
                  </a:lnTo>
                  <a:cubicBezTo>
                    <a:pt x="78013" y="194603"/>
                    <a:pt x="79423" y="194254"/>
                    <a:pt x="80511" y="193835"/>
                  </a:cubicBezTo>
                  <a:cubicBezTo>
                    <a:pt x="81599" y="193417"/>
                    <a:pt x="82576" y="192607"/>
                    <a:pt x="83441" y="191407"/>
                  </a:cubicBezTo>
                  <a:cubicBezTo>
                    <a:pt x="84306" y="190207"/>
                    <a:pt x="85101" y="188408"/>
                    <a:pt x="85827" y="186008"/>
                  </a:cubicBezTo>
                  <a:cubicBezTo>
                    <a:pt x="86553" y="183608"/>
                    <a:pt x="87390" y="180259"/>
                    <a:pt x="88338" y="175962"/>
                  </a:cubicBezTo>
                  <a:lnTo>
                    <a:pt x="102068" y="114933"/>
                  </a:lnTo>
                  <a:cubicBezTo>
                    <a:pt x="102626" y="112477"/>
                    <a:pt x="103045" y="110301"/>
                    <a:pt x="103324" y="108403"/>
                  </a:cubicBezTo>
                  <a:cubicBezTo>
                    <a:pt x="103603" y="106506"/>
                    <a:pt x="103742" y="104943"/>
                    <a:pt x="103742" y="103715"/>
                  </a:cubicBezTo>
                  <a:cubicBezTo>
                    <a:pt x="103742" y="101204"/>
                    <a:pt x="103114" y="99418"/>
                    <a:pt x="101859" y="98357"/>
                  </a:cubicBezTo>
                  <a:cubicBezTo>
                    <a:pt x="100603" y="97297"/>
                    <a:pt x="98245" y="96739"/>
                    <a:pt x="94785" y="96683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1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F7F84E92-B379-4F68-A568-500E5C3C4C8C}"/>
                </a:ext>
              </a:extLst>
            </p:cNvPr>
            <p:cNvCxnSpPr/>
            <p:nvPr/>
          </p:nvCxnSpPr>
          <p:spPr>
            <a:xfrm flipH="1">
              <a:off x="7493517" y="4398507"/>
              <a:ext cx="1505631" cy="633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EB6AE2-BFB2-4090-A2FD-4BEBF0775891}"/>
              </a:ext>
            </a:extLst>
          </p:cNvPr>
          <p:cNvGrpSpPr/>
          <p:nvPr/>
        </p:nvGrpSpPr>
        <p:grpSpPr>
          <a:xfrm>
            <a:off x="8526297" y="3325417"/>
            <a:ext cx="3111441" cy="1781135"/>
            <a:chOff x="8526297" y="3325417"/>
            <a:chExt cx="3111441" cy="1781135"/>
          </a:xfrm>
        </p:grpSpPr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1B830637-B5F6-475F-A427-06E484C8B5B5}"/>
                </a:ext>
              </a:extLst>
            </p:cNvPr>
            <p:cNvSpPr/>
            <p:nvPr/>
          </p:nvSpPr>
          <p:spPr>
            <a:xfrm>
              <a:off x="8875931" y="3402898"/>
              <a:ext cx="2761806" cy="996243"/>
            </a:xfrm>
            <a:custGeom>
              <a:avLst/>
              <a:gdLst>
                <a:gd name="connsiteX0" fmla="*/ 0 w 2233612"/>
                <a:gd name="connsiteY0" fmla="*/ 882164 h 882164"/>
                <a:gd name="connsiteX1" fmla="*/ 161925 w 2233612"/>
                <a:gd name="connsiteY1" fmla="*/ 367814 h 882164"/>
                <a:gd name="connsiteX2" fmla="*/ 285750 w 2233612"/>
                <a:gd name="connsiteY2" fmla="*/ 34439 h 882164"/>
                <a:gd name="connsiteX3" fmla="*/ 1885950 w 2233612"/>
                <a:gd name="connsiteY3" fmla="*/ 10627 h 882164"/>
                <a:gd name="connsiteX4" fmla="*/ 2233612 w 2233612"/>
                <a:gd name="connsiteY4" fmla="*/ 5864 h 882164"/>
                <a:gd name="connsiteX0" fmla="*/ 0 w 2233612"/>
                <a:gd name="connsiteY0" fmla="*/ 879583 h 879583"/>
                <a:gd name="connsiteX1" fmla="*/ 161925 w 2233612"/>
                <a:gd name="connsiteY1" fmla="*/ 365233 h 879583"/>
                <a:gd name="connsiteX2" fmla="*/ 338138 w 2233612"/>
                <a:gd name="connsiteY2" fmla="*/ 36621 h 879583"/>
                <a:gd name="connsiteX3" fmla="*/ 1885950 w 2233612"/>
                <a:gd name="connsiteY3" fmla="*/ 8046 h 879583"/>
                <a:gd name="connsiteX4" fmla="*/ 2233612 w 2233612"/>
                <a:gd name="connsiteY4" fmla="*/ 3283 h 879583"/>
                <a:gd name="connsiteX0" fmla="*/ 0 w 2233612"/>
                <a:gd name="connsiteY0" fmla="*/ 876300 h 876300"/>
                <a:gd name="connsiteX1" fmla="*/ 161925 w 2233612"/>
                <a:gd name="connsiteY1" fmla="*/ 361950 h 876300"/>
                <a:gd name="connsiteX2" fmla="*/ 338138 w 2233612"/>
                <a:gd name="connsiteY2" fmla="*/ 33338 h 876300"/>
                <a:gd name="connsiteX3" fmla="*/ 1885950 w 2233612"/>
                <a:gd name="connsiteY3" fmla="*/ 4763 h 876300"/>
                <a:gd name="connsiteX4" fmla="*/ 2233612 w 2233612"/>
                <a:gd name="connsiteY4" fmla="*/ 0 h 876300"/>
                <a:gd name="connsiteX0" fmla="*/ 0 w 2233612"/>
                <a:gd name="connsiteY0" fmla="*/ 876300 h 876300"/>
                <a:gd name="connsiteX1" fmla="*/ 161925 w 2233612"/>
                <a:gd name="connsiteY1" fmla="*/ 361950 h 876300"/>
                <a:gd name="connsiteX2" fmla="*/ 338138 w 2233612"/>
                <a:gd name="connsiteY2" fmla="*/ 33338 h 876300"/>
                <a:gd name="connsiteX3" fmla="*/ 1885950 w 2233612"/>
                <a:gd name="connsiteY3" fmla="*/ 4763 h 876300"/>
                <a:gd name="connsiteX4" fmla="*/ 2233612 w 2233612"/>
                <a:gd name="connsiteY4" fmla="*/ 0 h 876300"/>
                <a:gd name="connsiteX0" fmla="*/ 0 w 2233612"/>
                <a:gd name="connsiteY0" fmla="*/ 876300 h 876300"/>
                <a:gd name="connsiteX1" fmla="*/ 161925 w 2233612"/>
                <a:gd name="connsiteY1" fmla="*/ 361950 h 876300"/>
                <a:gd name="connsiteX2" fmla="*/ 338138 w 2233612"/>
                <a:gd name="connsiteY2" fmla="*/ 33338 h 876300"/>
                <a:gd name="connsiteX3" fmla="*/ 1885950 w 2233612"/>
                <a:gd name="connsiteY3" fmla="*/ 4763 h 876300"/>
                <a:gd name="connsiteX4" fmla="*/ 2233612 w 2233612"/>
                <a:gd name="connsiteY4" fmla="*/ 0 h 876300"/>
                <a:gd name="connsiteX0" fmla="*/ 0 w 2233612"/>
                <a:gd name="connsiteY0" fmla="*/ 877871 h 877871"/>
                <a:gd name="connsiteX1" fmla="*/ 161925 w 2233612"/>
                <a:gd name="connsiteY1" fmla="*/ 363521 h 877871"/>
                <a:gd name="connsiteX2" fmla="*/ 338138 w 2233612"/>
                <a:gd name="connsiteY2" fmla="*/ 34909 h 877871"/>
                <a:gd name="connsiteX3" fmla="*/ 1009423 w 2233612"/>
                <a:gd name="connsiteY3" fmla="*/ 6333 h 877871"/>
                <a:gd name="connsiteX4" fmla="*/ 1885950 w 2233612"/>
                <a:gd name="connsiteY4" fmla="*/ 6334 h 877871"/>
                <a:gd name="connsiteX5" fmla="*/ 2233612 w 2233612"/>
                <a:gd name="connsiteY5" fmla="*/ 1571 h 877871"/>
                <a:gd name="connsiteX0" fmla="*/ 0 w 2233612"/>
                <a:gd name="connsiteY0" fmla="*/ 876300 h 876300"/>
                <a:gd name="connsiteX1" fmla="*/ 161925 w 2233612"/>
                <a:gd name="connsiteY1" fmla="*/ 361950 h 876300"/>
                <a:gd name="connsiteX2" fmla="*/ 338138 w 2233612"/>
                <a:gd name="connsiteY2" fmla="*/ 33338 h 876300"/>
                <a:gd name="connsiteX3" fmla="*/ 1009423 w 2233612"/>
                <a:gd name="connsiteY3" fmla="*/ 14287 h 876300"/>
                <a:gd name="connsiteX4" fmla="*/ 1885950 w 2233612"/>
                <a:gd name="connsiteY4" fmla="*/ 4763 h 876300"/>
                <a:gd name="connsiteX5" fmla="*/ 2233612 w 2233612"/>
                <a:gd name="connsiteY5" fmla="*/ 0 h 876300"/>
                <a:gd name="connsiteX0" fmla="*/ 0 w 2233612"/>
                <a:gd name="connsiteY0" fmla="*/ 873337 h 873337"/>
                <a:gd name="connsiteX1" fmla="*/ 161925 w 2233612"/>
                <a:gd name="connsiteY1" fmla="*/ 358987 h 873337"/>
                <a:gd name="connsiteX2" fmla="*/ 338138 w 2233612"/>
                <a:gd name="connsiteY2" fmla="*/ 30375 h 873337"/>
                <a:gd name="connsiteX3" fmla="*/ 1009423 w 2233612"/>
                <a:gd name="connsiteY3" fmla="*/ 11324 h 873337"/>
                <a:gd name="connsiteX4" fmla="*/ 1885950 w 2233612"/>
                <a:gd name="connsiteY4" fmla="*/ 1800 h 873337"/>
                <a:gd name="connsiteX5" fmla="*/ 2233612 w 2233612"/>
                <a:gd name="connsiteY5" fmla="*/ 6562 h 873337"/>
                <a:gd name="connsiteX0" fmla="*/ 0 w 1885950"/>
                <a:gd name="connsiteY0" fmla="*/ 873337 h 873337"/>
                <a:gd name="connsiteX1" fmla="*/ 161925 w 1885950"/>
                <a:gd name="connsiteY1" fmla="*/ 358987 h 873337"/>
                <a:gd name="connsiteX2" fmla="*/ 338138 w 1885950"/>
                <a:gd name="connsiteY2" fmla="*/ 30375 h 873337"/>
                <a:gd name="connsiteX3" fmla="*/ 1009423 w 1885950"/>
                <a:gd name="connsiteY3" fmla="*/ 11324 h 873337"/>
                <a:gd name="connsiteX4" fmla="*/ 1885950 w 1885950"/>
                <a:gd name="connsiteY4" fmla="*/ 1800 h 8733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524273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9556 w 1885950"/>
                <a:gd name="connsiteY2" fmla="*/ 4286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9556 w 1885950"/>
                <a:gd name="connsiteY2" fmla="*/ 4286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5977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5977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5977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5977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5977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161925 w 1885950"/>
                <a:gd name="connsiteY1" fmla="*/ 357187 h 871537"/>
                <a:gd name="connsiteX2" fmla="*/ 645977 w 1885950"/>
                <a:gd name="connsiteY2" fmla="*/ 61913 h 871537"/>
                <a:gd name="connsiteX3" fmla="*/ 1009423 w 1885950"/>
                <a:gd name="connsiteY3" fmla="*/ 9524 h 871537"/>
                <a:gd name="connsiteX4" fmla="*/ 1885950 w 1885950"/>
                <a:gd name="connsiteY4" fmla="*/ 0 h 871537"/>
                <a:gd name="connsiteX0" fmla="*/ 0 w 1885950"/>
                <a:gd name="connsiteY0" fmla="*/ 871537 h 871537"/>
                <a:gd name="connsiteX1" fmla="*/ 49353 w 1885950"/>
                <a:gd name="connsiteY1" fmla="*/ 704207 h 871537"/>
                <a:gd name="connsiteX2" fmla="*/ 161925 w 1885950"/>
                <a:gd name="connsiteY2" fmla="*/ 357187 h 871537"/>
                <a:gd name="connsiteX3" fmla="*/ 645977 w 1885950"/>
                <a:gd name="connsiteY3" fmla="*/ 61913 h 871537"/>
                <a:gd name="connsiteX4" fmla="*/ 1009423 w 1885950"/>
                <a:gd name="connsiteY4" fmla="*/ 9524 h 871537"/>
                <a:gd name="connsiteX5" fmla="*/ 1885950 w 1885950"/>
                <a:gd name="connsiteY5" fmla="*/ 0 h 871537"/>
                <a:gd name="connsiteX0" fmla="*/ 0 w 1994505"/>
                <a:gd name="connsiteY0" fmla="*/ 901126 h 901126"/>
                <a:gd name="connsiteX1" fmla="*/ 157908 w 1994505"/>
                <a:gd name="connsiteY1" fmla="*/ 704207 h 901126"/>
                <a:gd name="connsiteX2" fmla="*/ 270480 w 1994505"/>
                <a:gd name="connsiteY2" fmla="*/ 357187 h 901126"/>
                <a:gd name="connsiteX3" fmla="*/ 754532 w 1994505"/>
                <a:gd name="connsiteY3" fmla="*/ 61913 h 901126"/>
                <a:gd name="connsiteX4" fmla="*/ 1117978 w 1994505"/>
                <a:gd name="connsiteY4" fmla="*/ 9524 h 901126"/>
                <a:gd name="connsiteX5" fmla="*/ 1994505 w 1994505"/>
                <a:gd name="connsiteY5" fmla="*/ 0 h 901126"/>
                <a:gd name="connsiteX0" fmla="*/ 0 w 1994505"/>
                <a:gd name="connsiteY0" fmla="*/ 901126 h 901126"/>
                <a:gd name="connsiteX1" fmla="*/ 83893 w 1994505"/>
                <a:gd name="connsiteY1" fmla="*/ 810727 h 901126"/>
                <a:gd name="connsiteX2" fmla="*/ 157908 w 1994505"/>
                <a:gd name="connsiteY2" fmla="*/ 704207 h 901126"/>
                <a:gd name="connsiteX3" fmla="*/ 270480 w 1994505"/>
                <a:gd name="connsiteY3" fmla="*/ 357187 h 901126"/>
                <a:gd name="connsiteX4" fmla="*/ 754532 w 1994505"/>
                <a:gd name="connsiteY4" fmla="*/ 61913 h 901126"/>
                <a:gd name="connsiteX5" fmla="*/ 1117978 w 1994505"/>
                <a:gd name="connsiteY5" fmla="*/ 9524 h 901126"/>
                <a:gd name="connsiteX6" fmla="*/ 1994505 w 1994505"/>
                <a:gd name="connsiteY6" fmla="*/ 0 h 901126"/>
                <a:gd name="connsiteX0" fmla="*/ 0 w 1994505"/>
                <a:gd name="connsiteY0" fmla="*/ 901126 h 901126"/>
                <a:gd name="connsiteX1" fmla="*/ 39485 w 1994505"/>
                <a:gd name="connsiteY1" fmla="*/ 884699 h 901126"/>
                <a:gd name="connsiteX2" fmla="*/ 157908 w 1994505"/>
                <a:gd name="connsiteY2" fmla="*/ 704207 h 901126"/>
                <a:gd name="connsiteX3" fmla="*/ 270480 w 1994505"/>
                <a:gd name="connsiteY3" fmla="*/ 357187 h 901126"/>
                <a:gd name="connsiteX4" fmla="*/ 754532 w 1994505"/>
                <a:gd name="connsiteY4" fmla="*/ 61913 h 901126"/>
                <a:gd name="connsiteX5" fmla="*/ 1117978 w 1994505"/>
                <a:gd name="connsiteY5" fmla="*/ 9524 h 901126"/>
                <a:gd name="connsiteX6" fmla="*/ 1994505 w 1994505"/>
                <a:gd name="connsiteY6" fmla="*/ 0 h 901126"/>
                <a:gd name="connsiteX0" fmla="*/ 0 w 2004374"/>
                <a:gd name="connsiteY0" fmla="*/ 877455 h 895319"/>
                <a:gd name="connsiteX1" fmla="*/ 49354 w 2004374"/>
                <a:gd name="connsiteY1" fmla="*/ 884699 h 895319"/>
                <a:gd name="connsiteX2" fmla="*/ 167777 w 2004374"/>
                <a:gd name="connsiteY2" fmla="*/ 704207 h 895319"/>
                <a:gd name="connsiteX3" fmla="*/ 280349 w 2004374"/>
                <a:gd name="connsiteY3" fmla="*/ 357187 h 895319"/>
                <a:gd name="connsiteX4" fmla="*/ 764401 w 2004374"/>
                <a:gd name="connsiteY4" fmla="*/ 61913 h 895319"/>
                <a:gd name="connsiteX5" fmla="*/ 1127847 w 2004374"/>
                <a:gd name="connsiteY5" fmla="*/ 9524 h 895319"/>
                <a:gd name="connsiteX6" fmla="*/ 2004374 w 2004374"/>
                <a:gd name="connsiteY6" fmla="*/ 0 h 895319"/>
                <a:gd name="connsiteX0" fmla="*/ 0 w 2036447"/>
                <a:gd name="connsiteY0" fmla="*/ 759101 h 888840"/>
                <a:gd name="connsiteX1" fmla="*/ 81427 w 2036447"/>
                <a:gd name="connsiteY1" fmla="*/ 884699 h 888840"/>
                <a:gd name="connsiteX2" fmla="*/ 199850 w 2036447"/>
                <a:gd name="connsiteY2" fmla="*/ 704207 h 888840"/>
                <a:gd name="connsiteX3" fmla="*/ 312422 w 2036447"/>
                <a:gd name="connsiteY3" fmla="*/ 357187 h 888840"/>
                <a:gd name="connsiteX4" fmla="*/ 796474 w 2036447"/>
                <a:gd name="connsiteY4" fmla="*/ 61913 h 888840"/>
                <a:gd name="connsiteX5" fmla="*/ 1159920 w 2036447"/>
                <a:gd name="connsiteY5" fmla="*/ 9524 h 888840"/>
                <a:gd name="connsiteX6" fmla="*/ 2036447 w 2036447"/>
                <a:gd name="connsiteY6" fmla="*/ 0 h 888840"/>
                <a:gd name="connsiteX0" fmla="*/ 0 w 2036447"/>
                <a:gd name="connsiteY0" fmla="*/ 759101 h 888840"/>
                <a:gd name="connsiteX1" fmla="*/ 81427 w 2036447"/>
                <a:gd name="connsiteY1" fmla="*/ 884699 h 888840"/>
                <a:gd name="connsiteX2" fmla="*/ 199850 w 2036447"/>
                <a:gd name="connsiteY2" fmla="*/ 704207 h 888840"/>
                <a:gd name="connsiteX3" fmla="*/ 312422 w 2036447"/>
                <a:gd name="connsiteY3" fmla="*/ 357187 h 888840"/>
                <a:gd name="connsiteX4" fmla="*/ 796474 w 2036447"/>
                <a:gd name="connsiteY4" fmla="*/ 61913 h 888840"/>
                <a:gd name="connsiteX5" fmla="*/ 1159920 w 2036447"/>
                <a:gd name="connsiteY5" fmla="*/ 9524 h 888840"/>
                <a:gd name="connsiteX6" fmla="*/ 2036447 w 2036447"/>
                <a:gd name="connsiteY6" fmla="*/ 0 h 888840"/>
                <a:gd name="connsiteX0" fmla="*/ 0 w 2036447"/>
                <a:gd name="connsiteY0" fmla="*/ 759101 h 884699"/>
                <a:gd name="connsiteX1" fmla="*/ 81427 w 2036447"/>
                <a:gd name="connsiteY1" fmla="*/ 884699 h 884699"/>
                <a:gd name="connsiteX2" fmla="*/ 199850 w 2036447"/>
                <a:gd name="connsiteY2" fmla="*/ 704207 h 884699"/>
                <a:gd name="connsiteX3" fmla="*/ 312422 w 2036447"/>
                <a:gd name="connsiteY3" fmla="*/ 357187 h 884699"/>
                <a:gd name="connsiteX4" fmla="*/ 796474 w 2036447"/>
                <a:gd name="connsiteY4" fmla="*/ 61913 h 884699"/>
                <a:gd name="connsiteX5" fmla="*/ 1159920 w 2036447"/>
                <a:gd name="connsiteY5" fmla="*/ 9524 h 884699"/>
                <a:gd name="connsiteX6" fmla="*/ 2036447 w 2036447"/>
                <a:gd name="connsiteY6" fmla="*/ 0 h 884699"/>
                <a:gd name="connsiteX0" fmla="*/ 0 w 2036447"/>
                <a:gd name="connsiteY0" fmla="*/ 759101 h 885023"/>
                <a:gd name="connsiteX1" fmla="*/ 81427 w 2036447"/>
                <a:gd name="connsiteY1" fmla="*/ 884699 h 885023"/>
                <a:gd name="connsiteX2" fmla="*/ 187514 w 2036447"/>
                <a:gd name="connsiteY2" fmla="*/ 710125 h 885023"/>
                <a:gd name="connsiteX3" fmla="*/ 312422 w 2036447"/>
                <a:gd name="connsiteY3" fmla="*/ 357187 h 885023"/>
                <a:gd name="connsiteX4" fmla="*/ 796474 w 2036447"/>
                <a:gd name="connsiteY4" fmla="*/ 61913 h 885023"/>
                <a:gd name="connsiteX5" fmla="*/ 1159920 w 2036447"/>
                <a:gd name="connsiteY5" fmla="*/ 9524 h 885023"/>
                <a:gd name="connsiteX6" fmla="*/ 2036447 w 2036447"/>
                <a:gd name="connsiteY6" fmla="*/ 0 h 885023"/>
                <a:gd name="connsiteX0" fmla="*/ 0 w 2036447"/>
                <a:gd name="connsiteY0" fmla="*/ 759101 h 885023"/>
                <a:gd name="connsiteX1" fmla="*/ 81427 w 2036447"/>
                <a:gd name="connsiteY1" fmla="*/ 884699 h 885023"/>
                <a:gd name="connsiteX2" fmla="*/ 187514 w 2036447"/>
                <a:gd name="connsiteY2" fmla="*/ 710125 h 885023"/>
                <a:gd name="connsiteX3" fmla="*/ 312422 w 2036447"/>
                <a:gd name="connsiteY3" fmla="*/ 357187 h 885023"/>
                <a:gd name="connsiteX4" fmla="*/ 796474 w 2036447"/>
                <a:gd name="connsiteY4" fmla="*/ 61913 h 885023"/>
                <a:gd name="connsiteX5" fmla="*/ 1159920 w 2036447"/>
                <a:gd name="connsiteY5" fmla="*/ 9524 h 885023"/>
                <a:gd name="connsiteX6" fmla="*/ 2036447 w 2036447"/>
                <a:gd name="connsiteY6" fmla="*/ 0 h 885023"/>
                <a:gd name="connsiteX0" fmla="*/ 0 w 2036447"/>
                <a:gd name="connsiteY0" fmla="*/ 759101 h 885023"/>
                <a:gd name="connsiteX1" fmla="*/ 81427 w 2036447"/>
                <a:gd name="connsiteY1" fmla="*/ 884699 h 885023"/>
                <a:gd name="connsiteX2" fmla="*/ 187514 w 2036447"/>
                <a:gd name="connsiteY2" fmla="*/ 710125 h 885023"/>
                <a:gd name="connsiteX3" fmla="*/ 312422 w 2036447"/>
                <a:gd name="connsiteY3" fmla="*/ 357187 h 885023"/>
                <a:gd name="connsiteX4" fmla="*/ 796474 w 2036447"/>
                <a:gd name="connsiteY4" fmla="*/ 61913 h 885023"/>
                <a:gd name="connsiteX5" fmla="*/ 1159920 w 2036447"/>
                <a:gd name="connsiteY5" fmla="*/ 9524 h 885023"/>
                <a:gd name="connsiteX6" fmla="*/ 2036447 w 2036447"/>
                <a:gd name="connsiteY6" fmla="*/ 0 h 885023"/>
                <a:gd name="connsiteX0" fmla="*/ 0 w 2031513"/>
                <a:gd name="connsiteY0" fmla="*/ 797566 h 885960"/>
                <a:gd name="connsiteX1" fmla="*/ 76493 w 2031513"/>
                <a:gd name="connsiteY1" fmla="*/ 884699 h 885960"/>
                <a:gd name="connsiteX2" fmla="*/ 182580 w 2031513"/>
                <a:gd name="connsiteY2" fmla="*/ 710125 h 885960"/>
                <a:gd name="connsiteX3" fmla="*/ 307488 w 2031513"/>
                <a:gd name="connsiteY3" fmla="*/ 357187 h 885960"/>
                <a:gd name="connsiteX4" fmla="*/ 791540 w 2031513"/>
                <a:gd name="connsiteY4" fmla="*/ 61913 h 885960"/>
                <a:gd name="connsiteX5" fmla="*/ 1154986 w 2031513"/>
                <a:gd name="connsiteY5" fmla="*/ 9524 h 885960"/>
                <a:gd name="connsiteX6" fmla="*/ 2031513 w 2031513"/>
                <a:gd name="connsiteY6" fmla="*/ 0 h 885960"/>
                <a:gd name="connsiteX0" fmla="*/ 0 w 2046316"/>
                <a:gd name="connsiteY0" fmla="*/ 744307 h 884846"/>
                <a:gd name="connsiteX1" fmla="*/ 91296 w 2046316"/>
                <a:gd name="connsiteY1" fmla="*/ 884699 h 884846"/>
                <a:gd name="connsiteX2" fmla="*/ 197383 w 2046316"/>
                <a:gd name="connsiteY2" fmla="*/ 710125 h 884846"/>
                <a:gd name="connsiteX3" fmla="*/ 322291 w 2046316"/>
                <a:gd name="connsiteY3" fmla="*/ 357187 h 884846"/>
                <a:gd name="connsiteX4" fmla="*/ 806343 w 2046316"/>
                <a:gd name="connsiteY4" fmla="*/ 61913 h 884846"/>
                <a:gd name="connsiteX5" fmla="*/ 1169789 w 2046316"/>
                <a:gd name="connsiteY5" fmla="*/ 9524 h 884846"/>
                <a:gd name="connsiteX6" fmla="*/ 2046316 w 2046316"/>
                <a:gd name="connsiteY6" fmla="*/ 0 h 884846"/>
                <a:gd name="connsiteX0" fmla="*/ 0 w 2046316"/>
                <a:gd name="connsiteY0" fmla="*/ 744307 h 884928"/>
                <a:gd name="connsiteX1" fmla="*/ 91296 w 2046316"/>
                <a:gd name="connsiteY1" fmla="*/ 884699 h 884928"/>
                <a:gd name="connsiteX2" fmla="*/ 197383 w 2046316"/>
                <a:gd name="connsiteY2" fmla="*/ 710125 h 884928"/>
                <a:gd name="connsiteX3" fmla="*/ 322291 w 2046316"/>
                <a:gd name="connsiteY3" fmla="*/ 357187 h 884928"/>
                <a:gd name="connsiteX4" fmla="*/ 806343 w 2046316"/>
                <a:gd name="connsiteY4" fmla="*/ 61913 h 884928"/>
                <a:gd name="connsiteX5" fmla="*/ 1169789 w 2046316"/>
                <a:gd name="connsiteY5" fmla="*/ 9524 h 884928"/>
                <a:gd name="connsiteX6" fmla="*/ 2046316 w 2046316"/>
                <a:gd name="connsiteY6" fmla="*/ 0 h 884928"/>
                <a:gd name="connsiteX0" fmla="*/ 0 w 2046316"/>
                <a:gd name="connsiteY0" fmla="*/ 744307 h 884754"/>
                <a:gd name="connsiteX1" fmla="*/ 91296 w 2046316"/>
                <a:gd name="connsiteY1" fmla="*/ 884699 h 884754"/>
                <a:gd name="connsiteX2" fmla="*/ 197383 w 2046316"/>
                <a:gd name="connsiteY2" fmla="*/ 710125 h 884754"/>
                <a:gd name="connsiteX3" fmla="*/ 322291 w 2046316"/>
                <a:gd name="connsiteY3" fmla="*/ 357187 h 884754"/>
                <a:gd name="connsiteX4" fmla="*/ 806343 w 2046316"/>
                <a:gd name="connsiteY4" fmla="*/ 61913 h 884754"/>
                <a:gd name="connsiteX5" fmla="*/ 1169789 w 2046316"/>
                <a:gd name="connsiteY5" fmla="*/ 9524 h 884754"/>
                <a:gd name="connsiteX6" fmla="*/ 2046316 w 2046316"/>
                <a:gd name="connsiteY6" fmla="*/ 0 h 884754"/>
                <a:gd name="connsiteX0" fmla="*/ 0 w 2046316"/>
                <a:gd name="connsiteY0" fmla="*/ 744307 h 884774"/>
                <a:gd name="connsiteX1" fmla="*/ 91296 w 2046316"/>
                <a:gd name="connsiteY1" fmla="*/ 884699 h 884774"/>
                <a:gd name="connsiteX2" fmla="*/ 197383 w 2046316"/>
                <a:gd name="connsiteY2" fmla="*/ 710125 h 884774"/>
                <a:gd name="connsiteX3" fmla="*/ 322291 w 2046316"/>
                <a:gd name="connsiteY3" fmla="*/ 357187 h 884774"/>
                <a:gd name="connsiteX4" fmla="*/ 806343 w 2046316"/>
                <a:gd name="connsiteY4" fmla="*/ 61913 h 884774"/>
                <a:gd name="connsiteX5" fmla="*/ 1169789 w 2046316"/>
                <a:gd name="connsiteY5" fmla="*/ 9524 h 884774"/>
                <a:gd name="connsiteX6" fmla="*/ 2046316 w 2046316"/>
                <a:gd name="connsiteY6" fmla="*/ 0 h 884774"/>
                <a:gd name="connsiteX0" fmla="*/ 0 w 2046316"/>
                <a:gd name="connsiteY0" fmla="*/ 744307 h 884850"/>
                <a:gd name="connsiteX1" fmla="*/ 91296 w 2046316"/>
                <a:gd name="connsiteY1" fmla="*/ 884699 h 884850"/>
                <a:gd name="connsiteX2" fmla="*/ 197383 w 2046316"/>
                <a:gd name="connsiteY2" fmla="*/ 710125 h 884850"/>
                <a:gd name="connsiteX3" fmla="*/ 322291 w 2046316"/>
                <a:gd name="connsiteY3" fmla="*/ 357187 h 884850"/>
                <a:gd name="connsiteX4" fmla="*/ 806343 w 2046316"/>
                <a:gd name="connsiteY4" fmla="*/ 61913 h 884850"/>
                <a:gd name="connsiteX5" fmla="*/ 1169789 w 2046316"/>
                <a:gd name="connsiteY5" fmla="*/ 9524 h 884850"/>
                <a:gd name="connsiteX6" fmla="*/ 2046316 w 2046316"/>
                <a:gd name="connsiteY6" fmla="*/ 0 h 884850"/>
                <a:gd name="connsiteX0" fmla="*/ 0 w 2046316"/>
                <a:gd name="connsiteY0" fmla="*/ 744307 h 885262"/>
                <a:gd name="connsiteX1" fmla="*/ 91296 w 2046316"/>
                <a:gd name="connsiteY1" fmla="*/ 884699 h 885262"/>
                <a:gd name="connsiteX2" fmla="*/ 197383 w 2046316"/>
                <a:gd name="connsiteY2" fmla="*/ 710125 h 885262"/>
                <a:gd name="connsiteX3" fmla="*/ 322291 w 2046316"/>
                <a:gd name="connsiteY3" fmla="*/ 357187 h 885262"/>
                <a:gd name="connsiteX4" fmla="*/ 806343 w 2046316"/>
                <a:gd name="connsiteY4" fmla="*/ 61913 h 885262"/>
                <a:gd name="connsiteX5" fmla="*/ 1169789 w 2046316"/>
                <a:gd name="connsiteY5" fmla="*/ 9524 h 885262"/>
                <a:gd name="connsiteX6" fmla="*/ 2046316 w 2046316"/>
                <a:gd name="connsiteY6" fmla="*/ 0 h 88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46316" h="885262">
                  <a:moveTo>
                    <a:pt x="0" y="744307"/>
                  </a:moveTo>
                  <a:cubicBezTo>
                    <a:pt x="23851" y="853514"/>
                    <a:pt x="58399" y="890396"/>
                    <a:pt x="91296" y="884699"/>
                  </a:cubicBezTo>
                  <a:cubicBezTo>
                    <a:pt x="124193" y="879002"/>
                    <a:pt x="166285" y="785715"/>
                    <a:pt x="197383" y="710125"/>
                  </a:cubicBezTo>
                  <a:cubicBezTo>
                    <a:pt x="218612" y="622700"/>
                    <a:pt x="272608" y="432675"/>
                    <a:pt x="322291" y="357187"/>
                  </a:cubicBezTo>
                  <a:cubicBezTo>
                    <a:pt x="371974" y="281699"/>
                    <a:pt x="661514" y="91281"/>
                    <a:pt x="806343" y="61913"/>
                  </a:cubicBezTo>
                  <a:cubicBezTo>
                    <a:pt x="951172" y="32545"/>
                    <a:pt x="1024373" y="12699"/>
                    <a:pt x="1169789" y="9524"/>
                  </a:cubicBezTo>
                  <a:cubicBezTo>
                    <a:pt x="1315205" y="6349"/>
                    <a:pt x="1754140" y="3175"/>
                    <a:pt x="2046316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CBA89C2-AE89-43F4-9BCC-25B5B101A05C}"/>
                </a:ext>
              </a:extLst>
            </p:cNvPr>
            <p:cNvGrpSpPr/>
            <p:nvPr/>
          </p:nvGrpSpPr>
          <p:grpSpPr>
            <a:xfrm>
              <a:off x="8526297" y="3325417"/>
              <a:ext cx="3111441" cy="1781135"/>
              <a:chOff x="8526297" y="3325417"/>
              <a:chExt cx="3111441" cy="1781135"/>
            </a:xfrm>
          </p:grpSpPr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D7ECDEAD-2AD9-4AE3-9408-A918FB1690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6297" y="4621605"/>
                <a:ext cx="3103448" cy="0"/>
              </a:xfrm>
              <a:prstGeom prst="line">
                <a:avLst/>
              </a:prstGeom>
              <a:ln w="254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72B3B444-11A2-42E8-B1E0-31E0D8205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25088" y="4648241"/>
                <a:ext cx="1512650" cy="0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0B271387-8309-4976-8C1F-863A73289403}"/>
                  </a:ext>
                </a:extLst>
              </p:cNvPr>
              <p:cNvSpPr/>
              <p:nvPr/>
            </p:nvSpPr>
            <p:spPr>
              <a:xfrm>
                <a:off x="8996843" y="3325417"/>
                <a:ext cx="1142785" cy="1781135"/>
              </a:xfrm>
              <a:custGeom>
                <a:avLst/>
                <a:gdLst>
                  <a:gd name="connsiteX0" fmla="*/ 0 w 1082040"/>
                  <a:gd name="connsiteY0" fmla="*/ 0 h 1287780"/>
                  <a:gd name="connsiteX1" fmla="*/ 152400 w 1082040"/>
                  <a:gd name="connsiteY1" fmla="*/ 388620 h 1287780"/>
                  <a:gd name="connsiteX2" fmla="*/ 381000 w 1082040"/>
                  <a:gd name="connsiteY2" fmla="*/ 792480 h 1287780"/>
                  <a:gd name="connsiteX3" fmla="*/ 601980 w 1082040"/>
                  <a:gd name="connsiteY3" fmla="*/ 1082040 h 1287780"/>
                  <a:gd name="connsiteX4" fmla="*/ 1082040 w 1082040"/>
                  <a:gd name="connsiteY4" fmla="*/ 1287780 h 1287780"/>
                  <a:gd name="connsiteX0" fmla="*/ 0 w 1082040"/>
                  <a:gd name="connsiteY0" fmla="*/ 0 h 1287780"/>
                  <a:gd name="connsiteX1" fmla="*/ 152400 w 1082040"/>
                  <a:gd name="connsiteY1" fmla="*/ 388620 h 1287780"/>
                  <a:gd name="connsiteX2" fmla="*/ 381000 w 1082040"/>
                  <a:gd name="connsiteY2" fmla="*/ 792480 h 1287780"/>
                  <a:gd name="connsiteX3" fmla="*/ 662940 w 1082040"/>
                  <a:gd name="connsiteY3" fmla="*/ 1089660 h 1287780"/>
                  <a:gd name="connsiteX4" fmla="*/ 1082040 w 1082040"/>
                  <a:gd name="connsiteY4" fmla="*/ 1287780 h 1287780"/>
                  <a:gd name="connsiteX0" fmla="*/ 0 w 1082040"/>
                  <a:gd name="connsiteY0" fmla="*/ 0 h 1946672"/>
                  <a:gd name="connsiteX1" fmla="*/ 152400 w 1082040"/>
                  <a:gd name="connsiteY1" fmla="*/ 388620 h 1946672"/>
                  <a:gd name="connsiteX2" fmla="*/ 449580 w 1082040"/>
                  <a:gd name="connsiteY2" fmla="*/ 1937565 h 1946672"/>
                  <a:gd name="connsiteX3" fmla="*/ 662940 w 1082040"/>
                  <a:gd name="connsiteY3" fmla="*/ 1089660 h 1946672"/>
                  <a:gd name="connsiteX4" fmla="*/ 1082040 w 1082040"/>
                  <a:gd name="connsiteY4" fmla="*/ 1287780 h 1946672"/>
                  <a:gd name="connsiteX0" fmla="*/ 0 w 1082040"/>
                  <a:gd name="connsiteY0" fmla="*/ 0 h 1969452"/>
                  <a:gd name="connsiteX1" fmla="*/ 152400 w 1082040"/>
                  <a:gd name="connsiteY1" fmla="*/ 388620 h 1969452"/>
                  <a:gd name="connsiteX2" fmla="*/ 449580 w 1082040"/>
                  <a:gd name="connsiteY2" fmla="*/ 1937565 h 1969452"/>
                  <a:gd name="connsiteX3" fmla="*/ 693420 w 1082040"/>
                  <a:gd name="connsiteY3" fmla="*/ 1508987 h 1969452"/>
                  <a:gd name="connsiteX4" fmla="*/ 1082040 w 1082040"/>
                  <a:gd name="connsiteY4" fmla="*/ 1287780 h 1969452"/>
                  <a:gd name="connsiteX0" fmla="*/ 0 w 1082040"/>
                  <a:gd name="connsiteY0" fmla="*/ 0 h 1985268"/>
                  <a:gd name="connsiteX1" fmla="*/ 152400 w 1082040"/>
                  <a:gd name="connsiteY1" fmla="*/ 388620 h 1985268"/>
                  <a:gd name="connsiteX2" fmla="*/ 449580 w 1082040"/>
                  <a:gd name="connsiteY2" fmla="*/ 1937565 h 1985268"/>
                  <a:gd name="connsiteX3" fmla="*/ 693420 w 1082040"/>
                  <a:gd name="connsiteY3" fmla="*/ 1508987 h 1985268"/>
                  <a:gd name="connsiteX4" fmla="*/ 1082040 w 1082040"/>
                  <a:gd name="connsiteY4" fmla="*/ 1287780 h 1985268"/>
                  <a:gd name="connsiteX0" fmla="*/ 0 w 1082040"/>
                  <a:gd name="connsiteY0" fmla="*/ 0 h 1969452"/>
                  <a:gd name="connsiteX1" fmla="*/ 152400 w 1082040"/>
                  <a:gd name="connsiteY1" fmla="*/ 388620 h 1969452"/>
                  <a:gd name="connsiteX2" fmla="*/ 449580 w 1082040"/>
                  <a:gd name="connsiteY2" fmla="*/ 1937565 h 1969452"/>
                  <a:gd name="connsiteX3" fmla="*/ 693420 w 1082040"/>
                  <a:gd name="connsiteY3" fmla="*/ 1508987 h 1969452"/>
                  <a:gd name="connsiteX4" fmla="*/ 1082040 w 1082040"/>
                  <a:gd name="connsiteY4" fmla="*/ 1287780 h 1969452"/>
                  <a:gd name="connsiteX0" fmla="*/ 0 w 1082040"/>
                  <a:gd name="connsiteY0" fmla="*/ 0 h 1981179"/>
                  <a:gd name="connsiteX1" fmla="*/ 152400 w 1082040"/>
                  <a:gd name="connsiteY1" fmla="*/ 388620 h 1981179"/>
                  <a:gd name="connsiteX2" fmla="*/ 449580 w 1082040"/>
                  <a:gd name="connsiteY2" fmla="*/ 1937565 h 1981179"/>
                  <a:gd name="connsiteX3" fmla="*/ 693420 w 1082040"/>
                  <a:gd name="connsiteY3" fmla="*/ 1508987 h 1981179"/>
                  <a:gd name="connsiteX4" fmla="*/ 1082040 w 1082040"/>
                  <a:gd name="connsiteY4" fmla="*/ 1287780 h 1981179"/>
                  <a:gd name="connsiteX0" fmla="*/ 0 w 1082040"/>
                  <a:gd name="connsiteY0" fmla="*/ 0 h 1969145"/>
                  <a:gd name="connsiteX1" fmla="*/ 144780 w 1082040"/>
                  <a:gd name="connsiteY1" fmla="*/ 606347 h 1969145"/>
                  <a:gd name="connsiteX2" fmla="*/ 449580 w 1082040"/>
                  <a:gd name="connsiteY2" fmla="*/ 1937565 h 1969145"/>
                  <a:gd name="connsiteX3" fmla="*/ 693420 w 1082040"/>
                  <a:gd name="connsiteY3" fmla="*/ 1508987 h 1969145"/>
                  <a:gd name="connsiteX4" fmla="*/ 1082040 w 1082040"/>
                  <a:gd name="connsiteY4" fmla="*/ 1287780 h 1969145"/>
                  <a:gd name="connsiteX0" fmla="*/ 0 w 1082040"/>
                  <a:gd name="connsiteY0" fmla="*/ 0 h 1969145"/>
                  <a:gd name="connsiteX1" fmla="*/ 144780 w 1082040"/>
                  <a:gd name="connsiteY1" fmla="*/ 606347 h 1969145"/>
                  <a:gd name="connsiteX2" fmla="*/ 449580 w 1082040"/>
                  <a:gd name="connsiteY2" fmla="*/ 1937565 h 1969145"/>
                  <a:gd name="connsiteX3" fmla="*/ 693420 w 1082040"/>
                  <a:gd name="connsiteY3" fmla="*/ 1508987 h 1969145"/>
                  <a:gd name="connsiteX4" fmla="*/ 1082040 w 1082040"/>
                  <a:gd name="connsiteY4" fmla="*/ 1287780 h 1969145"/>
                  <a:gd name="connsiteX0" fmla="*/ 0 w 1082040"/>
                  <a:gd name="connsiteY0" fmla="*/ 0 h 1649225"/>
                  <a:gd name="connsiteX1" fmla="*/ 144780 w 1082040"/>
                  <a:gd name="connsiteY1" fmla="*/ 606347 h 1649225"/>
                  <a:gd name="connsiteX2" fmla="*/ 335280 w 1082040"/>
                  <a:gd name="connsiteY2" fmla="*/ 1590814 h 1649225"/>
                  <a:gd name="connsiteX3" fmla="*/ 693420 w 1082040"/>
                  <a:gd name="connsiteY3" fmla="*/ 1508987 h 1649225"/>
                  <a:gd name="connsiteX4" fmla="*/ 1082040 w 1082040"/>
                  <a:gd name="connsiteY4" fmla="*/ 1287780 h 1649225"/>
                  <a:gd name="connsiteX0" fmla="*/ 0 w 1082040"/>
                  <a:gd name="connsiteY0" fmla="*/ 0 h 1626051"/>
                  <a:gd name="connsiteX1" fmla="*/ 144780 w 1082040"/>
                  <a:gd name="connsiteY1" fmla="*/ 606347 h 1626051"/>
                  <a:gd name="connsiteX2" fmla="*/ 335280 w 1082040"/>
                  <a:gd name="connsiteY2" fmla="*/ 1590814 h 1626051"/>
                  <a:gd name="connsiteX3" fmla="*/ 541020 w 1082040"/>
                  <a:gd name="connsiteY3" fmla="*/ 1396091 h 1626051"/>
                  <a:gd name="connsiteX4" fmla="*/ 1082040 w 1082040"/>
                  <a:gd name="connsiteY4" fmla="*/ 1287780 h 1626051"/>
                  <a:gd name="connsiteX0" fmla="*/ 0 w 1089660"/>
                  <a:gd name="connsiteY0" fmla="*/ 0 h 1625818"/>
                  <a:gd name="connsiteX1" fmla="*/ 144780 w 1089660"/>
                  <a:gd name="connsiteY1" fmla="*/ 606347 h 1625818"/>
                  <a:gd name="connsiteX2" fmla="*/ 335280 w 1089660"/>
                  <a:gd name="connsiteY2" fmla="*/ 1590814 h 1625818"/>
                  <a:gd name="connsiteX3" fmla="*/ 541020 w 1089660"/>
                  <a:gd name="connsiteY3" fmla="*/ 1396091 h 1625818"/>
                  <a:gd name="connsiteX4" fmla="*/ 1089660 w 1089660"/>
                  <a:gd name="connsiteY4" fmla="*/ 1303908 h 1625818"/>
                  <a:gd name="connsiteX0" fmla="*/ 0 w 1089660"/>
                  <a:gd name="connsiteY0" fmla="*/ 0 h 1625818"/>
                  <a:gd name="connsiteX1" fmla="*/ 144780 w 1089660"/>
                  <a:gd name="connsiteY1" fmla="*/ 606347 h 1625818"/>
                  <a:gd name="connsiteX2" fmla="*/ 335280 w 1089660"/>
                  <a:gd name="connsiteY2" fmla="*/ 1590814 h 1625818"/>
                  <a:gd name="connsiteX3" fmla="*/ 541020 w 1089660"/>
                  <a:gd name="connsiteY3" fmla="*/ 1396091 h 1625818"/>
                  <a:gd name="connsiteX4" fmla="*/ 1089660 w 1089660"/>
                  <a:gd name="connsiteY4" fmla="*/ 1303908 h 1625818"/>
                  <a:gd name="connsiteX0" fmla="*/ 0 w 1089660"/>
                  <a:gd name="connsiteY0" fmla="*/ 0 h 1754675"/>
                  <a:gd name="connsiteX1" fmla="*/ 144780 w 1089660"/>
                  <a:gd name="connsiteY1" fmla="*/ 606347 h 1754675"/>
                  <a:gd name="connsiteX2" fmla="*/ 304800 w 1089660"/>
                  <a:gd name="connsiteY2" fmla="*/ 1727901 h 1754675"/>
                  <a:gd name="connsiteX3" fmla="*/ 541020 w 1089660"/>
                  <a:gd name="connsiteY3" fmla="*/ 1396091 h 1754675"/>
                  <a:gd name="connsiteX4" fmla="*/ 1089660 w 1089660"/>
                  <a:gd name="connsiteY4" fmla="*/ 1303908 h 1754675"/>
                  <a:gd name="connsiteX0" fmla="*/ 0 w 1089660"/>
                  <a:gd name="connsiteY0" fmla="*/ 0 h 1754675"/>
                  <a:gd name="connsiteX1" fmla="*/ 144780 w 1089660"/>
                  <a:gd name="connsiteY1" fmla="*/ 606347 h 1754675"/>
                  <a:gd name="connsiteX2" fmla="*/ 304800 w 1089660"/>
                  <a:gd name="connsiteY2" fmla="*/ 1727901 h 1754675"/>
                  <a:gd name="connsiteX3" fmla="*/ 601980 w 1089660"/>
                  <a:gd name="connsiteY3" fmla="*/ 1396091 h 1754675"/>
                  <a:gd name="connsiteX4" fmla="*/ 1089660 w 1089660"/>
                  <a:gd name="connsiteY4" fmla="*/ 1303908 h 1754675"/>
                  <a:gd name="connsiteX0" fmla="*/ 0 w 1089660"/>
                  <a:gd name="connsiteY0" fmla="*/ 0 h 1755098"/>
                  <a:gd name="connsiteX1" fmla="*/ 144780 w 1089660"/>
                  <a:gd name="connsiteY1" fmla="*/ 606347 h 1755098"/>
                  <a:gd name="connsiteX2" fmla="*/ 304800 w 1089660"/>
                  <a:gd name="connsiteY2" fmla="*/ 1727901 h 1755098"/>
                  <a:gd name="connsiteX3" fmla="*/ 601980 w 1089660"/>
                  <a:gd name="connsiteY3" fmla="*/ 1396091 h 1755098"/>
                  <a:gd name="connsiteX4" fmla="*/ 1089660 w 1089660"/>
                  <a:gd name="connsiteY4" fmla="*/ 1303908 h 1755098"/>
                  <a:gd name="connsiteX0" fmla="*/ 0 w 1089660"/>
                  <a:gd name="connsiteY0" fmla="*/ 0 h 1758833"/>
                  <a:gd name="connsiteX1" fmla="*/ 144780 w 1089660"/>
                  <a:gd name="connsiteY1" fmla="*/ 606347 h 1758833"/>
                  <a:gd name="connsiteX2" fmla="*/ 304800 w 1089660"/>
                  <a:gd name="connsiteY2" fmla="*/ 1727901 h 1758833"/>
                  <a:gd name="connsiteX3" fmla="*/ 601980 w 1089660"/>
                  <a:gd name="connsiteY3" fmla="*/ 1428346 h 1758833"/>
                  <a:gd name="connsiteX4" fmla="*/ 1089660 w 1089660"/>
                  <a:gd name="connsiteY4" fmla="*/ 1303908 h 1758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9660" h="1758833">
                    <a:moveTo>
                      <a:pt x="0" y="0"/>
                    </a:moveTo>
                    <a:cubicBezTo>
                      <a:pt x="44450" y="128270"/>
                      <a:pt x="93980" y="318364"/>
                      <a:pt x="144780" y="606347"/>
                    </a:cubicBezTo>
                    <a:cubicBezTo>
                      <a:pt x="195580" y="894330"/>
                      <a:pt x="228600" y="1590901"/>
                      <a:pt x="304800" y="1727901"/>
                    </a:cubicBezTo>
                    <a:cubicBezTo>
                      <a:pt x="381000" y="1864901"/>
                      <a:pt x="494030" y="1507076"/>
                      <a:pt x="601980" y="1428346"/>
                    </a:cubicBezTo>
                    <a:cubicBezTo>
                      <a:pt x="709930" y="1349616"/>
                      <a:pt x="831850" y="1331016"/>
                      <a:pt x="1089660" y="1303908"/>
                    </a:cubicBezTo>
                  </a:path>
                </a:pathLst>
              </a:custGeom>
              <a:noFill/>
              <a:ln w="254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2386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72A3EBB-BDA1-4782-8E78-B4C0A9247E06}"/>
              </a:ext>
            </a:extLst>
          </p:cNvPr>
          <p:cNvSpPr txBox="1"/>
          <p:nvPr/>
        </p:nvSpPr>
        <p:spPr>
          <a:xfrm>
            <a:off x="3832860" y="2389962"/>
            <a:ext cx="4526280" cy="427025"/>
          </a:xfrm>
          <a:custGeom>
            <a:avLst/>
            <a:gdLst/>
            <a:ahLst/>
            <a:cxnLst/>
            <a:rect l="l" t="t" r="r" b="b"/>
            <a:pathLst>
              <a:path w="4526280" h="427025">
                <a:moveTo>
                  <a:pt x="2812237" y="306781"/>
                </a:moveTo>
                <a:lnTo>
                  <a:pt x="2859786" y="306781"/>
                </a:lnTo>
                <a:lnTo>
                  <a:pt x="2859786" y="351587"/>
                </a:lnTo>
                <a:cubicBezTo>
                  <a:pt x="2859786" y="391211"/>
                  <a:pt x="2843937" y="415137"/>
                  <a:pt x="2812237" y="423367"/>
                </a:cubicBezTo>
                <a:lnTo>
                  <a:pt x="2812237" y="403250"/>
                </a:lnTo>
                <a:cubicBezTo>
                  <a:pt x="2821991" y="400507"/>
                  <a:pt x="2828849" y="395706"/>
                  <a:pt x="2832812" y="388848"/>
                </a:cubicBezTo>
                <a:cubicBezTo>
                  <a:pt x="2836774" y="381990"/>
                  <a:pt x="2838755" y="370789"/>
                  <a:pt x="2838755" y="355244"/>
                </a:cubicBezTo>
                <a:lnTo>
                  <a:pt x="2812237" y="355244"/>
                </a:lnTo>
                <a:close/>
                <a:moveTo>
                  <a:pt x="1670609" y="250088"/>
                </a:moveTo>
                <a:cubicBezTo>
                  <a:pt x="1697431" y="278739"/>
                  <a:pt x="1719225" y="305714"/>
                  <a:pt x="1735989" y="331013"/>
                </a:cubicBezTo>
                <a:lnTo>
                  <a:pt x="1712671" y="347015"/>
                </a:lnTo>
                <a:cubicBezTo>
                  <a:pt x="1695907" y="318973"/>
                  <a:pt x="1674876" y="291998"/>
                  <a:pt x="1649578" y="266090"/>
                </a:cubicBezTo>
                <a:close/>
                <a:moveTo>
                  <a:pt x="1126084" y="203454"/>
                </a:moveTo>
                <a:lnTo>
                  <a:pt x="1126084" y="273405"/>
                </a:lnTo>
                <a:lnTo>
                  <a:pt x="1237183" y="273405"/>
                </a:lnTo>
                <a:lnTo>
                  <a:pt x="1237183" y="203454"/>
                </a:lnTo>
                <a:close/>
                <a:moveTo>
                  <a:pt x="983437" y="203454"/>
                </a:moveTo>
                <a:lnTo>
                  <a:pt x="983437" y="273405"/>
                </a:lnTo>
                <a:lnTo>
                  <a:pt x="1097280" y="273405"/>
                </a:lnTo>
                <a:lnTo>
                  <a:pt x="1097280" y="203454"/>
                </a:lnTo>
                <a:close/>
                <a:moveTo>
                  <a:pt x="612191" y="183794"/>
                </a:moveTo>
                <a:lnTo>
                  <a:pt x="612191" y="286664"/>
                </a:lnTo>
                <a:lnTo>
                  <a:pt x="721005" y="286664"/>
                </a:lnTo>
                <a:lnTo>
                  <a:pt x="721005" y="183794"/>
                </a:lnTo>
                <a:close/>
                <a:moveTo>
                  <a:pt x="153162" y="180594"/>
                </a:moveTo>
                <a:cubicBezTo>
                  <a:pt x="168707" y="239115"/>
                  <a:pt x="194005" y="284378"/>
                  <a:pt x="229057" y="316382"/>
                </a:cubicBezTo>
                <a:cubicBezTo>
                  <a:pt x="269596" y="279806"/>
                  <a:pt x="298095" y="234543"/>
                  <a:pt x="314554" y="180594"/>
                </a:cubicBezTo>
                <a:close/>
                <a:moveTo>
                  <a:pt x="583387" y="158191"/>
                </a:moveTo>
                <a:cubicBezTo>
                  <a:pt x="601371" y="160325"/>
                  <a:pt x="629488" y="161391"/>
                  <a:pt x="667741" y="161391"/>
                </a:cubicBezTo>
                <a:cubicBezTo>
                  <a:pt x="705993" y="161391"/>
                  <a:pt x="733501" y="160325"/>
                  <a:pt x="750265" y="158191"/>
                </a:cubicBezTo>
                <a:cubicBezTo>
                  <a:pt x="748741" y="177698"/>
                  <a:pt x="747979" y="204368"/>
                  <a:pt x="747979" y="238201"/>
                </a:cubicBezTo>
                <a:cubicBezTo>
                  <a:pt x="747979" y="272034"/>
                  <a:pt x="748741" y="296113"/>
                  <a:pt x="750265" y="310439"/>
                </a:cubicBezTo>
                <a:cubicBezTo>
                  <a:pt x="724053" y="309219"/>
                  <a:pt x="693192" y="308610"/>
                  <a:pt x="657682" y="308610"/>
                </a:cubicBezTo>
                <a:cubicBezTo>
                  <a:pt x="622173" y="308610"/>
                  <a:pt x="597408" y="309372"/>
                  <a:pt x="583387" y="310896"/>
                </a:cubicBezTo>
                <a:cubicBezTo>
                  <a:pt x="585216" y="294437"/>
                  <a:pt x="586131" y="268910"/>
                  <a:pt x="586131" y="234315"/>
                </a:cubicBezTo>
                <a:cubicBezTo>
                  <a:pt x="586131" y="199720"/>
                  <a:pt x="585216" y="174345"/>
                  <a:pt x="583387" y="158191"/>
                </a:cubicBezTo>
                <a:close/>
                <a:moveTo>
                  <a:pt x="2375611" y="124815"/>
                </a:moveTo>
                <a:cubicBezTo>
                  <a:pt x="2389937" y="131826"/>
                  <a:pt x="2400300" y="135636"/>
                  <a:pt x="2406701" y="136245"/>
                </a:cubicBezTo>
                <a:cubicBezTo>
                  <a:pt x="2413102" y="136855"/>
                  <a:pt x="2416302" y="138531"/>
                  <a:pt x="2416302" y="141275"/>
                </a:cubicBezTo>
                <a:cubicBezTo>
                  <a:pt x="2416302" y="144018"/>
                  <a:pt x="2413254" y="146761"/>
                  <a:pt x="2407158" y="149504"/>
                </a:cubicBezTo>
                <a:cubicBezTo>
                  <a:pt x="2403501" y="151028"/>
                  <a:pt x="2398167" y="162230"/>
                  <a:pt x="2391156" y="183108"/>
                </a:cubicBezTo>
                <a:cubicBezTo>
                  <a:pt x="2384146" y="203987"/>
                  <a:pt x="2373021" y="229895"/>
                  <a:pt x="2357781" y="260832"/>
                </a:cubicBezTo>
                <a:cubicBezTo>
                  <a:pt x="2342541" y="291770"/>
                  <a:pt x="2327148" y="318821"/>
                  <a:pt x="2311603" y="341985"/>
                </a:cubicBezTo>
                <a:cubicBezTo>
                  <a:pt x="2302155" y="331317"/>
                  <a:pt x="2291029" y="325221"/>
                  <a:pt x="2278228" y="323697"/>
                </a:cubicBezTo>
                <a:cubicBezTo>
                  <a:pt x="2300783" y="303581"/>
                  <a:pt x="2320824" y="275615"/>
                  <a:pt x="2338350" y="239801"/>
                </a:cubicBezTo>
                <a:cubicBezTo>
                  <a:pt x="2355876" y="203987"/>
                  <a:pt x="2368296" y="165659"/>
                  <a:pt x="2375611" y="124815"/>
                </a:cubicBezTo>
                <a:close/>
                <a:moveTo>
                  <a:pt x="2589124" y="122987"/>
                </a:moveTo>
                <a:cubicBezTo>
                  <a:pt x="2627529" y="178765"/>
                  <a:pt x="2666391" y="243840"/>
                  <a:pt x="2705710" y="318211"/>
                </a:cubicBezTo>
                <a:lnTo>
                  <a:pt x="2675992" y="335585"/>
                </a:lnTo>
                <a:cubicBezTo>
                  <a:pt x="2634539" y="248107"/>
                  <a:pt x="2597810" y="182270"/>
                  <a:pt x="2565807" y="138074"/>
                </a:cubicBezTo>
                <a:close/>
                <a:moveTo>
                  <a:pt x="3610204" y="106070"/>
                </a:moveTo>
                <a:cubicBezTo>
                  <a:pt x="3618738" y="106070"/>
                  <a:pt x="3628034" y="108813"/>
                  <a:pt x="3638093" y="114300"/>
                </a:cubicBezTo>
                <a:lnTo>
                  <a:pt x="3621634" y="140817"/>
                </a:lnTo>
                <a:cubicBezTo>
                  <a:pt x="3617062" y="138074"/>
                  <a:pt x="3612337" y="136703"/>
                  <a:pt x="3607460" y="136703"/>
                </a:cubicBezTo>
                <a:cubicBezTo>
                  <a:pt x="3598012" y="136703"/>
                  <a:pt x="3589096" y="141579"/>
                  <a:pt x="3580714" y="151333"/>
                </a:cubicBezTo>
                <a:cubicBezTo>
                  <a:pt x="3572332" y="161087"/>
                  <a:pt x="3566160" y="173660"/>
                  <a:pt x="3562198" y="189052"/>
                </a:cubicBezTo>
                <a:cubicBezTo>
                  <a:pt x="3558235" y="204444"/>
                  <a:pt x="3556254" y="232410"/>
                  <a:pt x="3556254" y="272948"/>
                </a:cubicBezTo>
                <a:lnTo>
                  <a:pt x="3556254" y="355244"/>
                </a:lnTo>
                <a:lnTo>
                  <a:pt x="3524250" y="355244"/>
                </a:lnTo>
                <a:lnTo>
                  <a:pt x="3524250" y="112471"/>
                </a:lnTo>
                <a:lnTo>
                  <a:pt x="3556254" y="112471"/>
                </a:lnTo>
                <a:lnTo>
                  <a:pt x="3556254" y="147675"/>
                </a:lnTo>
                <a:cubicBezTo>
                  <a:pt x="3564789" y="133350"/>
                  <a:pt x="3573094" y="122834"/>
                  <a:pt x="3581172" y="116129"/>
                </a:cubicBezTo>
                <a:cubicBezTo>
                  <a:pt x="3589249" y="109423"/>
                  <a:pt x="3598926" y="106070"/>
                  <a:pt x="3610204" y="106070"/>
                </a:cubicBezTo>
                <a:close/>
                <a:moveTo>
                  <a:pt x="3476854" y="106070"/>
                </a:moveTo>
                <a:cubicBezTo>
                  <a:pt x="3485388" y="106070"/>
                  <a:pt x="3494684" y="108813"/>
                  <a:pt x="3504743" y="114300"/>
                </a:cubicBezTo>
                <a:lnTo>
                  <a:pt x="3488284" y="140817"/>
                </a:lnTo>
                <a:cubicBezTo>
                  <a:pt x="3483712" y="138074"/>
                  <a:pt x="3478987" y="136703"/>
                  <a:pt x="3474110" y="136703"/>
                </a:cubicBezTo>
                <a:cubicBezTo>
                  <a:pt x="3464662" y="136703"/>
                  <a:pt x="3455746" y="141579"/>
                  <a:pt x="3447364" y="151333"/>
                </a:cubicBezTo>
                <a:cubicBezTo>
                  <a:pt x="3438982" y="161087"/>
                  <a:pt x="3432810" y="173660"/>
                  <a:pt x="3428848" y="189052"/>
                </a:cubicBezTo>
                <a:cubicBezTo>
                  <a:pt x="3424885" y="204444"/>
                  <a:pt x="3422904" y="232410"/>
                  <a:pt x="3422904" y="272948"/>
                </a:cubicBezTo>
                <a:lnTo>
                  <a:pt x="3422904" y="355244"/>
                </a:lnTo>
                <a:lnTo>
                  <a:pt x="3390900" y="355244"/>
                </a:lnTo>
                <a:lnTo>
                  <a:pt x="3390900" y="112471"/>
                </a:lnTo>
                <a:lnTo>
                  <a:pt x="3422904" y="112471"/>
                </a:lnTo>
                <a:lnTo>
                  <a:pt x="3422904" y="147675"/>
                </a:lnTo>
                <a:cubicBezTo>
                  <a:pt x="3431439" y="133350"/>
                  <a:pt x="3439744" y="122834"/>
                  <a:pt x="3447822" y="116129"/>
                </a:cubicBezTo>
                <a:cubicBezTo>
                  <a:pt x="3455899" y="109423"/>
                  <a:pt x="3465576" y="106070"/>
                  <a:pt x="3476854" y="106070"/>
                </a:cubicBezTo>
                <a:close/>
                <a:moveTo>
                  <a:pt x="1126084" y="106070"/>
                </a:moveTo>
                <a:lnTo>
                  <a:pt x="1126084" y="181051"/>
                </a:lnTo>
                <a:lnTo>
                  <a:pt x="1237183" y="181051"/>
                </a:lnTo>
                <a:lnTo>
                  <a:pt x="1237183" y="106070"/>
                </a:lnTo>
                <a:close/>
                <a:moveTo>
                  <a:pt x="983437" y="106070"/>
                </a:moveTo>
                <a:lnTo>
                  <a:pt x="983437" y="181051"/>
                </a:lnTo>
                <a:lnTo>
                  <a:pt x="1097280" y="181051"/>
                </a:lnTo>
                <a:lnTo>
                  <a:pt x="1097280" y="106070"/>
                </a:lnTo>
                <a:close/>
                <a:moveTo>
                  <a:pt x="1584198" y="92811"/>
                </a:moveTo>
                <a:cubicBezTo>
                  <a:pt x="1594561" y="94640"/>
                  <a:pt x="1606449" y="95555"/>
                  <a:pt x="1619860" y="95555"/>
                </a:cubicBezTo>
                <a:cubicBezTo>
                  <a:pt x="1625041" y="95555"/>
                  <a:pt x="1627632" y="96621"/>
                  <a:pt x="1627632" y="98755"/>
                </a:cubicBezTo>
                <a:cubicBezTo>
                  <a:pt x="1627632" y="100889"/>
                  <a:pt x="1625651" y="103479"/>
                  <a:pt x="1621689" y="106527"/>
                </a:cubicBezTo>
                <a:cubicBezTo>
                  <a:pt x="1617726" y="109575"/>
                  <a:pt x="1615745" y="114909"/>
                  <a:pt x="1615745" y="122529"/>
                </a:cubicBezTo>
                <a:lnTo>
                  <a:pt x="1615745" y="201168"/>
                </a:lnTo>
                <a:cubicBezTo>
                  <a:pt x="1658722" y="200863"/>
                  <a:pt x="1696517" y="199187"/>
                  <a:pt x="1729131" y="196139"/>
                </a:cubicBezTo>
                <a:lnTo>
                  <a:pt x="1729131" y="227685"/>
                </a:lnTo>
                <a:cubicBezTo>
                  <a:pt x="1696517" y="224637"/>
                  <a:pt x="1658722" y="222961"/>
                  <a:pt x="1615745" y="222656"/>
                </a:cubicBezTo>
                <a:lnTo>
                  <a:pt x="1615745" y="373532"/>
                </a:lnTo>
                <a:cubicBezTo>
                  <a:pt x="1676705" y="373227"/>
                  <a:pt x="1729131" y="371246"/>
                  <a:pt x="1773022" y="367589"/>
                </a:cubicBezTo>
                <a:lnTo>
                  <a:pt x="1773022" y="401421"/>
                </a:lnTo>
                <a:cubicBezTo>
                  <a:pt x="1727911" y="397459"/>
                  <a:pt x="1673962" y="395478"/>
                  <a:pt x="1611173" y="395478"/>
                </a:cubicBezTo>
                <a:cubicBezTo>
                  <a:pt x="1548384" y="395478"/>
                  <a:pt x="1491692" y="397459"/>
                  <a:pt x="1441095" y="401421"/>
                </a:cubicBezTo>
                <a:lnTo>
                  <a:pt x="1441095" y="367589"/>
                </a:lnTo>
                <a:cubicBezTo>
                  <a:pt x="1484681" y="371246"/>
                  <a:pt x="1533449" y="373227"/>
                  <a:pt x="1587399" y="373532"/>
                </a:cubicBezTo>
                <a:lnTo>
                  <a:pt x="1587399" y="222656"/>
                </a:lnTo>
                <a:cubicBezTo>
                  <a:pt x="1542288" y="222961"/>
                  <a:pt x="1505712" y="224637"/>
                  <a:pt x="1477671" y="227685"/>
                </a:cubicBezTo>
                <a:lnTo>
                  <a:pt x="1477671" y="196139"/>
                </a:lnTo>
                <a:cubicBezTo>
                  <a:pt x="1505712" y="199187"/>
                  <a:pt x="1542288" y="200863"/>
                  <a:pt x="1587399" y="201168"/>
                </a:cubicBezTo>
                <a:lnTo>
                  <a:pt x="1587399" y="159563"/>
                </a:lnTo>
                <a:cubicBezTo>
                  <a:pt x="1587399" y="125730"/>
                  <a:pt x="1586332" y="103479"/>
                  <a:pt x="1584198" y="92811"/>
                </a:cubicBezTo>
                <a:close/>
                <a:moveTo>
                  <a:pt x="1414120" y="43434"/>
                </a:moveTo>
                <a:cubicBezTo>
                  <a:pt x="1422654" y="45567"/>
                  <a:pt x="1481938" y="46634"/>
                  <a:pt x="1591971" y="46634"/>
                </a:cubicBezTo>
                <a:cubicBezTo>
                  <a:pt x="1702003" y="46634"/>
                  <a:pt x="1760830" y="45567"/>
                  <a:pt x="1768450" y="43434"/>
                </a:cubicBezTo>
                <a:lnTo>
                  <a:pt x="1768450" y="73152"/>
                </a:lnTo>
                <a:cubicBezTo>
                  <a:pt x="1749857" y="71018"/>
                  <a:pt x="1707490" y="69951"/>
                  <a:pt x="1641348" y="69951"/>
                </a:cubicBezTo>
                <a:lnTo>
                  <a:pt x="1442923" y="69951"/>
                </a:lnTo>
                <a:cubicBezTo>
                  <a:pt x="1443228" y="97079"/>
                  <a:pt x="1443381" y="120853"/>
                  <a:pt x="1443381" y="141275"/>
                </a:cubicBezTo>
                <a:cubicBezTo>
                  <a:pt x="1443381" y="216560"/>
                  <a:pt x="1439952" y="271881"/>
                  <a:pt x="1433094" y="307238"/>
                </a:cubicBezTo>
                <a:cubicBezTo>
                  <a:pt x="1426236" y="342595"/>
                  <a:pt x="1413663" y="378257"/>
                  <a:pt x="1395375" y="414223"/>
                </a:cubicBezTo>
                <a:cubicBezTo>
                  <a:pt x="1381659" y="410565"/>
                  <a:pt x="1371143" y="408127"/>
                  <a:pt x="1363828" y="406908"/>
                </a:cubicBezTo>
                <a:cubicBezTo>
                  <a:pt x="1384249" y="378866"/>
                  <a:pt x="1397965" y="347091"/>
                  <a:pt x="1404976" y="311582"/>
                </a:cubicBezTo>
                <a:cubicBezTo>
                  <a:pt x="1411986" y="276072"/>
                  <a:pt x="1415491" y="221285"/>
                  <a:pt x="1415491" y="147218"/>
                </a:cubicBezTo>
                <a:cubicBezTo>
                  <a:pt x="1415491" y="118262"/>
                  <a:pt x="1415034" y="83667"/>
                  <a:pt x="1414120" y="43434"/>
                </a:cubicBezTo>
                <a:close/>
                <a:moveTo>
                  <a:pt x="349301" y="28803"/>
                </a:moveTo>
                <a:cubicBezTo>
                  <a:pt x="354787" y="40995"/>
                  <a:pt x="362255" y="51816"/>
                  <a:pt x="371704" y="61265"/>
                </a:cubicBezTo>
                <a:cubicBezTo>
                  <a:pt x="374447" y="64008"/>
                  <a:pt x="375819" y="66522"/>
                  <a:pt x="375819" y="68808"/>
                </a:cubicBezTo>
                <a:cubicBezTo>
                  <a:pt x="375819" y="71094"/>
                  <a:pt x="374676" y="72237"/>
                  <a:pt x="372390" y="72237"/>
                </a:cubicBezTo>
                <a:cubicBezTo>
                  <a:pt x="370104" y="72237"/>
                  <a:pt x="368046" y="71933"/>
                  <a:pt x="366217" y="71323"/>
                </a:cubicBezTo>
                <a:cubicBezTo>
                  <a:pt x="360731" y="69799"/>
                  <a:pt x="352120" y="69037"/>
                  <a:pt x="340386" y="69037"/>
                </a:cubicBezTo>
                <a:cubicBezTo>
                  <a:pt x="328651" y="69037"/>
                  <a:pt x="309829" y="70028"/>
                  <a:pt x="283921" y="72009"/>
                </a:cubicBezTo>
                <a:cubicBezTo>
                  <a:pt x="258013" y="73990"/>
                  <a:pt x="224485" y="75895"/>
                  <a:pt x="183337" y="77724"/>
                </a:cubicBezTo>
                <a:cubicBezTo>
                  <a:pt x="142189" y="79553"/>
                  <a:pt x="112929" y="80162"/>
                  <a:pt x="95555" y="79553"/>
                </a:cubicBezTo>
                <a:lnTo>
                  <a:pt x="95555" y="156362"/>
                </a:lnTo>
                <a:lnTo>
                  <a:pt x="255118" y="156362"/>
                </a:lnTo>
                <a:cubicBezTo>
                  <a:pt x="294437" y="156362"/>
                  <a:pt x="327508" y="155448"/>
                  <a:pt x="354330" y="153619"/>
                </a:cubicBezTo>
                <a:cubicBezTo>
                  <a:pt x="330556" y="230429"/>
                  <a:pt x="295504" y="290322"/>
                  <a:pt x="249174" y="333299"/>
                </a:cubicBezTo>
                <a:cubicBezTo>
                  <a:pt x="289713" y="361645"/>
                  <a:pt x="339395" y="379171"/>
                  <a:pt x="398221" y="385877"/>
                </a:cubicBezTo>
                <a:cubicBezTo>
                  <a:pt x="389077" y="393801"/>
                  <a:pt x="381610" y="405536"/>
                  <a:pt x="375819" y="421081"/>
                </a:cubicBezTo>
                <a:cubicBezTo>
                  <a:pt x="313944" y="404622"/>
                  <a:pt x="264262" y="381762"/>
                  <a:pt x="226771" y="352501"/>
                </a:cubicBezTo>
                <a:cubicBezTo>
                  <a:pt x="190500" y="380847"/>
                  <a:pt x="146761" y="404927"/>
                  <a:pt x="95555" y="424739"/>
                </a:cubicBezTo>
                <a:cubicBezTo>
                  <a:pt x="90983" y="411327"/>
                  <a:pt x="82296" y="401574"/>
                  <a:pt x="69495" y="395478"/>
                </a:cubicBezTo>
                <a:cubicBezTo>
                  <a:pt x="126187" y="380238"/>
                  <a:pt x="171755" y="359969"/>
                  <a:pt x="206197" y="334670"/>
                </a:cubicBezTo>
                <a:cubicBezTo>
                  <a:pt x="172669" y="297180"/>
                  <a:pt x="145237" y="245821"/>
                  <a:pt x="123901" y="180594"/>
                </a:cubicBezTo>
                <a:lnTo>
                  <a:pt x="95555" y="180594"/>
                </a:lnTo>
                <a:cubicBezTo>
                  <a:pt x="95250" y="230581"/>
                  <a:pt x="90221" y="273786"/>
                  <a:pt x="80467" y="310210"/>
                </a:cubicBezTo>
                <a:cubicBezTo>
                  <a:pt x="70714" y="346634"/>
                  <a:pt x="55017" y="381609"/>
                  <a:pt x="33376" y="415137"/>
                </a:cubicBezTo>
                <a:cubicBezTo>
                  <a:pt x="24232" y="406908"/>
                  <a:pt x="13107" y="401269"/>
                  <a:pt x="0" y="398221"/>
                </a:cubicBezTo>
                <a:cubicBezTo>
                  <a:pt x="44806" y="351282"/>
                  <a:pt x="67209" y="277520"/>
                  <a:pt x="67209" y="176936"/>
                </a:cubicBezTo>
                <a:cubicBezTo>
                  <a:pt x="67209" y="132435"/>
                  <a:pt x="66142" y="90373"/>
                  <a:pt x="64008" y="50749"/>
                </a:cubicBezTo>
                <a:cubicBezTo>
                  <a:pt x="90831" y="51359"/>
                  <a:pt x="115672" y="51663"/>
                  <a:pt x="138532" y="51663"/>
                </a:cubicBezTo>
                <a:cubicBezTo>
                  <a:pt x="244907" y="51663"/>
                  <a:pt x="315163" y="44043"/>
                  <a:pt x="349301" y="28803"/>
                </a:cubicBezTo>
                <a:close/>
                <a:moveTo>
                  <a:pt x="3184855" y="26975"/>
                </a:moveTo>
                <a:lnTo>
                  <a:pt x="3364992" y="26975"/>
                </a:lnTo>
                <a:lnTo>
                  <a:pt x="3364992" y="58979"/>
                </a:lnTo>
                <a:lnTo>
                  <a:pt x="3291840" y="58979"/>
                </a:lnTo>
                <a:lnTo>
                  <a:pt x="3291840" y="355244"/>
                </a:lnTo>
                <a:lnTo>
                  <a:pt x="3258465" y="355244"/>
                </a:lnTo>
                <a:lnTo>
                  <a:pt x="3258465" y="58979"/>
                </a:lnTo>
                <a:lnTo>
                  <a:pt x="3184855" y="58979"/>
                </a:lnTo>
                <a:close/>
                <a:moveTo>
                  <a:pt x="3996842" y="26060"/>
                </a:moveTo>
                <a:cubicBezTo>
                  <a:pt x="4005682" y="32156"/>
                  <a:pt x="4020465" y="45567"/>
                  <a:pt x="4041191" y="66294"/>
                </a:cubicBezTo>
                <a:lnTo>
                  <a:pt x="4024275" y="83667"/>
                </a:lnTo>
                <a:cubicBezTo>
                  <a:pt x="4012387" y="68732"/>
                  <a:pt x="3997757" y="54711"/>
                  <a:pt x="3980383" y="41605"/>
                </a:cubicBezTo>
                <a:close/>
                <a:moveTo>
                  <a:pt x="2168043" y="26060"/>
                </a:moveTo>
                <a:cubicBezTo>
                  <a:pt x="2176882" y="32156"/>
                  <a:pt x="2191664" y="45567"/>
                  <a:pt x="2212391" y="66294"/>
                </a:cubicBezTo>
                <a:lnTo>
                  <a:pt x="2195475" y="83667"/>
                </a:lnTo>
                <a:cubicBezTo>
                  <a:pt x="2183587" y="68732"/>
                  <a:pt x="2168957" y="54711"/>
                  <a:pt x="2151583" y="41605"/>
                </a:cubicBezTo>
                <a:close/>
                <a:moveTo>
                  <a:pt x="4304081" y="13259"/>
                </a:moveTo>
                <a:cubicBezTo>
                  <a:pt x="4313530" y="16611"/>
                  <a:pt x="4322064" y="18288"/>
                  <a:pt x="4329684" y="18288"/>
                </a:cubicBezTo>
                <a:lnTo>
                  <a:pt x="4341114" y="17831"/>
                </a:lnTo>
                <a:cubicBezTo>
                  <a:pt x="4345382" y="17831"/>
                  <a:pt x="4347515" y="19050"/>
                  <a:pt x="4347515" y="21488"/>
                </a:cubicBezTo>
                <a:cubicBezTo>
                  <a:pt x="4347515" y="23927"/>
                  <a:pt x="4346067" y="26136"/>
                  <a:pt x="4343172" y="28118"/>
                </a:cubicBezTo>
                <a:cubicBezTo>
                  <a:pt x="4340276" y="30099"/>
                  <a:pt x="4338066" y="33071"/>
                  <a:pt x="4336542" y="37033"/>
                </a:cubicBezTo>
                <a:cubicBezTo>
                  <a:pt x="4335018" y="40995"/>
                  <a:pt x="4334180" y="44272"/>
                  <a:pt x="4334028" y="46863"/>
                </a:cubicBezTo>
                <a:cubicBezTo>
                  <a:pt x="4333875" y="49454"/>
                  <a:pt x="4333799" y="59664"/>
                  <a:pt x="4333799" y="77495"/>
                </a:cubicBezTo>
                <a:cubicBezTo>
                  <a:pt x="4333799" y="95326"/>
                  <a:pt x="4332885" y="114300"/>
                  <a:pt x="4331056" y="134417"/>
                </a:cubicBezTo>
                <a:cubicBezTo>
                  <a:pt x="4409390" y="134417"/>
                  <a:pt x="4470502" y="133045"/>
                  <a:pt x="4514393" y="130302"/>
                </a:cubicBezTo>
                <a:lnTo>
                  <a:pt x="4514393" y="163677"/>
                </a:lnTo>
                <a:cubicBezTo>
                  <a:pt x="4465930" y="160629"/>
                  <a:pt x="4404970" y="159105"/>
                  <a:pt x="4331513" y="159105"/>
                </a:cubicBezTo>
                <a:cubicBezTo>
                  <a:pt x="4346143" y="207569"/>
                  <a:pt x="4370147" y="250545"/>
                  <a:pt x="4403522" y="288036"/>
                </a:cubicBezTo>
                <a:cubicBezTo>
                  <a:pt x="4436898" y="325526"/>
                  <a:pt x="4477817" y="355244"/>
                  <a:pt x="4526280" y="377190"/>
                </a:cubicBezTo>
                <a:cubicBezTo>
                  <a:pt x="4514088" y="384200"/>
                  <a:pt x="4504030" y="395021"/>
                  <a:pt x="4496105" y="409651"/>
                </a:cubicBezTo>
                <a:cubicBezTo>
                  <a:pt x="4415333" y="360883"/>
                  <a:pt x="4356811" y="291389"/>
                  <a:pt x="4320540" y="201168"/>
                </a:cubicBezTo>
                <a:cubicBezTo>
                  <a:pt x="4310177" y="246583"/>
                  <a:pt x="4291584" y="285369"/>
                  <a:pt x="4264762" y="317525"/>
                </a:cubicBezTo>
                <a:cubicBezTo>
                  <a:pt x="4237940" y="349682"/>
                  <a:pt x="4196487" y="380543"/>
                  <a:pt x="4140403" y="410108"/>
                </a:cubicBezTo>
                <a:cubicBezTo>
                  <a:pt x="4131869" y="398526"/>
                  <a:pt x="4122116" y="389991"/>
                  <a:pt x="4111143" y="384505"/>
                </a:cubicBezTo>
                <a:cubicBezTo>
                  <a:pt x="4226967" y="336347"/>
                  <a:pt x="4290670" y="261213"/>
                  <a:pt x="4302252" y="159105"/>
                </a:cubicBezTo>
                <a:cubicBezTo>
                  <a:pt x="4235501" y="159105"/>
                  <a:pt x="4179723" y="160629"/>
                  <a:pt x="4134917" y="163677"/>
                </a:cubicBezTo>
                <a:lnTo>
                  <a:pt x="4134917" y="130302"/>
                </a:lnTo>
                <a:cubicBezTo>
                  <a:pt x="4185819" y="133045"/>
                  <a:pt x="4242207" y="134417"/>
                  <a:pt x="4304081" y="134417"/>
                </a:cubicBezTo>
                <a:cubicBezTo>
                  <a:pt x="4304386" y="116433"/>
                  <a:pt x="4304615" y="94488"/>
                  <a:pt x="4304767" y="68580"/>
                </a:cubicBezTo>
                <a:cubicBezTo>
                  <a:pt x="4304919" y="42672"/>
                  <a:pt x="4304691" y="24231"/>
                  <a:pt x="4304081" y="13259"/>
                </a:cubicBezTo>
                <a:close/>
                <a:moveTo>
                  <a:pt x="3751326" y="13259"/>
                </a:moveTo>
                <a:cubicBezTo>
                  <a:pt x="3759860" y="14478"/>
                  <a:pt x="3766871" y="15087"/>
                  <a:pt x="3772357" y="15087"/>
                </a:cubicBezTo>
                <a:lnTo>
                  <a:pt x="3787445" y="15087"/>
                </a:lnTo>
                <a:cubicBezTo>
                  <a:pt x="3790493" y="15087"/>
                  <a:pt x="3792017" y="15697"/>
                  <a:pt x="3792017" y="16916"/>
                </a:cubicBezTo>
                <a:cubicBezTo>
                  <a:pt x="3792017" y="18135"/>
                  <a:pt x="3790950" y="19659"/>
                  <a:pt x="3788817" y="21488"/>
                </a:cubicBezTo>
                <a:cubicBezTo>
                  <a:pt x="3783635" y="26365"/>
                  <a:pt x="3781044" y="33528"/>
                  <a:pt x="3781044" y="42977"/>
                </a:cubicBezTo>
                <a:lnTo>
                  <a:pt x="3781044" y="86868"/>
                </a:lnTo>
                <a:cubicBezTo>
                  <a:pt x="3812439" y="86258"/>
                  <a:pt x="3833165" y="85039"/>
                  <a:pt x="3843223" y="83210"/>
                </a:cubicBezTo>
                <a:lnTo>
                  <a:pt x="3843223" y="109271"/>
                </a:lnTo>
                <a:cubicBezTo>
                  <a:pt x="3831031" y="107137"/>
                  <a:pt x="3810305" y="106070"/>
                  <a:pt x="3781044" y="106070"/>
                </a:cubicBezTo>
                <a:lnTo>
                  <a:pt x="3781044" y="168249"/>
                </a:lnTo>
                <a:cubicBezTo>
                  <a:pt x="3806647" y="167945"/>
                  <a:pt x="3828898" y="166878"/>
                  <a:pt x="3847795" y="165049"/>
                </a:cubicBezTo>
                <a:lnTo>
                  <a:pt x="3847795" y="191567"/>
                </a:lnTo>
                <a:cubicBezTo>
                  <a:pt x="3836518" y="190347"/>
                  <a:pt x="3817010" y="189433"/>
                  <a:pt x="3789274" y="188823"/>
                </a:cubicBezTo>
                <a:lnTo>
                  <a:pt x="3789274" y="255117"/>
                </a:lnTo>
                <a:lnTo>
                  <a:pt x="3808476" y="255117"/>
                </a:lnTo>
                <a:cubicBezTo>
                  <a:pt x="3821887" y="255117"/>
                  <a:pt x="3833165" y="254355"/>
                  <a:pt x="3842309" y="252831"/>
                </a:cubicBezTo>
                <a:lnTo>
                  <a:pt x="3842309" y="277977"/>
                </a:lnTo>
                <a:cubicBezTo>
                  <a:pt x="3832251" y="275844"/>
                  <a:pt x="3820820" y="274777"/>
                  <a:pt x="3808019" y="274777"/>
                </a:cubicBezTo>
                <a:lnTo>
                  <a:pt x="3789274" y="274777"/>
                </a:lnTo>
                <a:lnTo>
                  <a:pt x="3789274" y="360731"/>
                </a:lnTo>
                <a:cubicBezTo>
                  <a:pt x="3831641" y="377495"/>
                  <a:pt x="3886657" y="385877"/>
                  <a:pt x="3954323" y="385877"/>
                </a:cubicBezTo>
                <a:cubicBezTo>
                  <a:pt x="3993947" y="385877"/>
                  <a:pt x="4034333" y="382829"/>
                  <a:pt x="4075481" y="376733"/>
                </a:cubicBezTo>
                <a:cubicBezTo>
                  <a:pt x="4071214" y="384962"/>
                  <a:pt x="4068013" y="395478"/>
                  <a:pt x="4065880" y="408279"/>
                </a:cubicBezTo>
                <a:cubicBezTo>
                  <a:pt x="4036009" y="409194"/>
                  <a:pt x="4009187" y="409651"/>
                  <a:pt x="3985413" y="409651"/>
                </a:cubicBezTo>
                <a:cubicBezTo>
                  <a:pt x="3902507" y="409651"/>
                  <a:pt x="3842918" y="404165"/>
                  <a:pt x="3806647" y="393192"/>
                </a:cubicBezTo>
                <a:cubicBezTo>
                  <a:pt x="3770376" y="382219"/>
                  <a:pt x="3739286" y="362559"/>
                  <a:pt x="3713378" y="334213"/>
                </a:cubicBezTo>
                <a:cubicBezTo>
                  <a:pt x="3708197" y="356768"/>
                  <a:pt x="3698901" y="383895"/>
                  <a:pt x="3685489" y="415595"/>
                </a:cubicBezTo>
                <a:cubicBezTo>
                  <a:pt x="3677260" y="411327"/>
                  <a:pt x="3667963" y="408889"/>
                  <a:pt x="3657600" y="408279"/>
                </a:cubicBezTo>
                <a:cubicBezTo>
                  <a:pt x="3685032" y="357378"/>
                  <a:pt x="3699510" y="297027"/>
                  <a:pt x="3701034" y="227228"/>
                </a:cubicBezTo>
                <a:cubicBezTo>
                  <a:pt x="3711702" y="230886"/>
                  <a:pt x="3720846" y="232867"/>
                  <a:pt x="3728466" y="233172"/>
                </a:cubicBezTo>
                <a:cubicBezTo>
                  <a:pt x="3732428" y="233477"/>
                  <a:pt x="3734410" y="235305"/>
                  <a:pt x="3734410" y="238658"/>
                </a:cubicBezTo>
                <a:cubicBezTo>
                  <a:pt x="3734410" y="240792"/>
                  <a:pt x="3733495" y="242773"/>
                  <a:pt x="3731667" y="244602"/>
                </a:cubicBezTo>
                <a:cubicBezTo>
                  <a:pt x="3728314" y="247955"/>
                  <a:pt x="3724199" y="267462"/>
                  <a:pt x="3719322" y="303123"/>
                </a:cubicBezTo>
                <a:cubicBezTo>
                  <a:pt x="3729990" y="322021"/>
                  <a:pt x="3745535" y="337261"/>
                  <a:pt x="3765957" y="348843"/>
                </a:cubicBezTo>
                <a:lnTo>
                  <a:pt x="3765957" y="188366"/>
                </a:lnTo>
                <a:cubicBezTo>
                  <a:pt x="3721456" y="188366"/>
                  <a:pt x="3686861" y="189433"/>
                  <a:pt x="3662172" y="191567"/>
                </a:cubicBezTo>
                <a:lnTo>
                  <a:pt x="3662172" y="165049"/>
                </a:lnTo>
                <a:cubicBezTo>
                  <a:pt x="3674669" y="166573"/>
                  <a:pt x="3705606" y="167640"/>
                  <a:pt x="3754984" y="168249"/>
                </a:cubicBezTo>
                <a:lnTo>
                  <a:pt x="3754984" y="105613"/>
                </a:lnTo>
                <a:cubicBezTo>
                  <a:pt x="3719017" y="105613"/>
                  <a:pt x="3694481" y="106832"/>
                  <a:pt x="3681375" y="109271"/>
                </a:cubicBezTo>
                <a:lnTo>
                  <a:pt x="3681375" y="83210"/>
                </a:lnTo>
                <a:cubicBezTo>
                  <a:pt x="3697834" y="85649"/>
                  <a:pt x="3722370" y="86868"/>
                  <a:pt x="3754984" y="86868"/>
                </a:cubicBezTo>
                <a:cubicBezTo>
                  <a:pt x="3754374" y="50292"/>
                  <a:pt x="3753155" y="25755"/>
                  <a:pt x="3751326" y="13259"/>
                </a:cubicBezTo>
                <a:close/>
                <a:moveTo>
                  <a:pt x="1922526" y="13259"/>
                </a:moveTo>
                <a:cubicBezTo>
                  <a:pt x="1931061" y="14478"/>
                  <a:pt x="1938071" y="15087"/>
                  <a:pt x="1943557" y="15087"/>
                </a:cubicBezTo>
                <a:lnTo>
                  <a:pt x="1958645" y="15087"/>
                </a:lnTo>
                <a:cubicBezTo>
                  <a:pt x="1961693" y="15087"/>
                  <a:pt x="1963217" y="15697"/>
                  <a:pt x="1963217" y="16916"/>
                </a:cubicBezTo>
                <a:cubicBezTo>
                  <a:pt x="1963217" y="18135"/>
                  <a:pt x="1962150" y="19659"/>
                  <a:pt x="1960017" y="21488"/>
                </a:cubicBezTo>
                <a:cubicBezTo>
                  <a:pt x="1954835" y="26365"/>
                  <a:pt x="1952244" y="33528"/>
                  <a:pt x="1952244" y="42977"/>
                </a:cubicBezTo>
                <a:lnTo>
                  <a:pt x="1952244" y="86868"/>
                </a:lnTo>
                <a:cubicBezTo>
                  <a:pt x="1983638" y="86258"/>
                  <a:pt x="2004365" y="85039"/>
                  <a:pt x="2014423" y="83210"/>
                </a:cubicBezTo>
                <a:lnTo>
                  <a:pt x="2014423" y="109271"/>
                </a:lnTo>
                <a:cubicBezTo>
                  <a:pt x="2002231" y="107137"/>
                  <a:pt x="1981505" y="106070"/>
                  <a:pt x="1952244" y="106070"/>
                </a:cubicBezTo>
                <a:lnTo>
                  <a:pt x="1952244" y="168249"/>
                </a:lnTo>
                <a:cubicBezTo>
                  <a:pt x="1977847" y="167945"/>
                  <a:pt x="2000098" y="166878"/>
                  <a:pt x="2018995" y="165049"/>
                </a:cubicBezTo>
                <a:lnTo>
                  <a:pt x="2018995" y="191567"/>
                </a:lnTo>
                <a:cubicBezTo>
                  <a:pt x="2007718" y="190347"/>
                  <a:pt x="1988210" y="189433"/>
                  <a:pt x="1960474" y="188823"/>
                </a:cubicBezTo>
                <a:lnTo>
                  <a:pt x="1960474" y="255117"/>
                </a:lnTo>
                <a:lnTo>
                  <a:pt x="1979676" y="255117"/>
                </a:lnTo>
                <a:cubicBezTo>
                  <a:pt x="1993087" y="255117"/>
                  <a:pt x="2004365" y="254355"/>
                  <a:pt x="2013509" y="252831"/>
                </a:cubicBezTo>
                <a:lnTo>
                  <a:pt x="2013509" y="277977"/>
                </a:lnTo>
                <a:cubicBezTo>
                  <a:pt x="2003451" y="275844"/>
                  <a:pt x="1992021" y="274777"/>
                  <a:pt x="1979219" y="274777"/>
                </a:cubicBezTo>
                <a:lnTo>
                  <a:pt x="1960474" y="274777"/>
                </a:lnTo>
                <a:lnTo>
                  <a:pt x="1960474" y="360731"/>
                </a:lnTo>
                <a:cubicBezTo>
                  <a:pt x="2002841" y="377495"/>
                  <a:pt x="2057857" y="385877"/>
                  <a:pt x="2125523" y="385877"/>
                </a:cubicBezTo>
                <a:cubicBezTo>
                  <a:pt x="2165147" y="385877"/>
                  <a:pt x="2205533" y="382829"/>
                  <a:pt x="2246681" y="376733"/>
                </a:cubicBezTo>
                <a:cubicBezTo>
                  <a:pt x="2242414" y="384962"/>
                  <a:pt x="2239213" y="395478"/>
                  <a:pt x="2237080" y="408279"/>
                </a:cubicBezTo>
                <a:cubicBezTo>
                  <a:pt x="2207209" y="409194"/>
                  <a:pt x="2180387" y="409651"/>
                  <a:pt x="2156613" y="409651"/>
                </a:cubicBezTo>
                <a:cubicBezTo>
                  <a:pt x="2073707" y="409651"/>
                  <a:pt x="2014119" y="404165"/>
                  <a:pt x="1977847" y="393192"/>
                </a:cubicBezTo>
                <a:cubicBezTo>
                  <a:pt x="1941576" y="382219"/>
                  <a:pt x="1910487" y="362559"/>
                  <a:pt x="1884579" y="334213"/>
                </a:cubicBezTo>
                <a:cubicBezTo>
                  <a:pt x="1879397" y="356768"/>
                  <a:pt x="1870101" y="383895"/>
                  <a:pt x="1856689" y="415595"/>
                </a:cubicBezTo>
                <a:cubicBezTo>
                  <a:pt x="1848460" y="411327"/>
                  <a:pt x="1839164" y="408889"/>
                  <a:pt x="1828800" y="408279"/>
                </a:cubicBezTo>
                <a:cubicBezTo>
                  <a:pt x="1856232" y="357378"/>
                  <a:pt x="1870710" y="297027"/>
                  <a:pt x="1872234" y="227228"/>
                </a:cubicBezTo>
                <a:cubicBezTo>
                  <a:pt x="1882902" y="230886"/>
                  <a:pt x="1892046" y="232867"/>
                  <a:pt x="1899666" y="233172"/>
                </a:cubicBezTo>
                <a:cubicBezTo>
                  <a:pt x="1903629" y="233477"/>
                  <a:pt x="1905610" y="235305"/>
                  <a:pt x="1905610" y="238658"/>
                </a:cubicBezTo>
                <a:cubicBezTo>
                  <a:pt x="1905610" y="240792"/>
                  <a:pt x="1904695" y="242773"/>
                  <a:pt x="1902867" y="244602"/>
                </a:cubicBezTo>
                <a:cubicBezTo>
                  <a:pt x="1899514" y="247955"/>
                  <a:pt x="1895399" y="267462"/>
                  <a:pt x="1890522" y="303123"/>
                </a:cubicBezTo>
                <a:cubicBezTo>
                  <a:pt x="1901190" y="322021"/>
                  <a:pt x="1916735" y="337261"/>
                  <a:pt x="1937157" y="348843"/>
                </a:cubicBezTo>
                <a:lnTo>
                  <a:pt x="1937157" y="188366"/>
                </a:lnTo>
                <a:cubicBezTo>
                  <a:pt x="1892656" y="188366"/>
                  <a:pt x="1858061" y="189433"/>
                  <a:pt x="1833372" y="191567"/>
                </a:cubicBezTo>
                <a:lnTo>
                  <a:pt x="1833372" y="165049"/>
                </a:lnTo>
                <a:cubicBezTo>
                  <a:pt x="1845869" y="166573"/>
                  <a:pt x="1876806" y="167640"/>
                  <a:pt x="1926184" y="168249"/>
                </a:cubicBezTo>
                <a:lnTo>
                  <a:pt x="1926184" y="105613"/>
                </a:lnTo>
                <a:cubicBezTo>
                  <a:pt x="1890218" y="105613"/>
                  <a:pt x="1865681" y="106832"/>
                  <a:pt x="1852575" y="109271"/>
                </a:cubicBezTo>
                <a:lnTo>
                  <a:pt x="1852575" y="83210"/>
                </a:lnTo>
                <a:cubicBezTo>
                  <a:pt x="1869034" y="85649"/>
                  <a:pt x="1893570" y="86868"/>
                  <a:pt x="1926184" y="86868"/>
                </a:cubicBezTo>
                <a:cubicBezTo>
                  <a:pt x="1925574" y="50292"/>
                  <a:pt x="1924355" y="25755"/>
                  <a:pt x="1922526" y="13259"/>
                </a:cubicBezTo>
                <a:close/>
                <a:moveTo>
                  <a:pt x="3935578" y="12344"/>
                </a:moveTo>
                <a:cubicBezTo>
                  <a:pt x="3940759" y="14173"/>
                  <a:pt x="3950970" y="15087"/>
                  <a:pt x="3966210" y="15087"/>
                </a:cubicBezTo>
                <a:cubicBezTo>
                  <a:pt x="3968953" y="15087"/>
                  <a:pt x="3970325" y="15926"/>
                  <a:pt x="3970325" y="17602"/>
                </a:cubicBezTo>
                <a:cubicBezTo>
                  <a:pt x="3970325" y="19278"/>
                  <a:pt x="3969106" y="21031"/>
                  <a:pt x="3966667" y="22860"/>
                </a:cubicBezTo>
                <a:cubicBezTo>
                  <a:pt x="3962095" y="25908"/>
                  <a:pt x="3960267" y="50139"/>
                  <a:pt x="3961181" y="95555"/>
                </a:cubicBezTo>
                <a:cubicBezTo>
                  <a:pt x="4007815" y="95555"/>
                  <a:pt x="4039515" y="94640"/>
                  <a:pt x="4056278" y="92811"/>
                </a:cubicBezTo>
                <a:lnTo>
                  <a:pt x="4056278" y="117500"/>
                </a:lnTo>
                <a:cubicBezTo>
                  <a:pt x="4036771" y="115367"/>
                  <a:pt x="4011168" y="114300"/>
                  <a:pt x="3979469" y="114300"/>
                </a:cubicBezTo>
                <a:lnTo>
                  <a:pt x="3961638" y="114300"/>
                </a:lnTo>
                <a:cubicBezTo>
                  <a:pt x="3963467" y="160020"/>
                  <a:pt x="3968649" y="199034"/>
                  <a:pt x="3977183" y="231343"/>
                </a:cubicBezTo>
                <a:cubicBezTo>
                  <a:pt x="3993033" y="202997"/>
                  <a:pt x="4004463" y="174650"/>
                  <a:pt x="4011473" y="146304"/>
                </a:cubicBezTo>
                <a:cubicBezTo>
                  <a:pt x="4019702" y="150876"/>
                  <a:pt x="4028847" y="155143"/>
                  <a:pt x="4038905" y="159105"/>
                </a:cubicBezTo>
                <a:cubicBezTo>
                  <a:pt x="4041953" y="160325"/>
                  <a:pt x="4043477" y="162001"/>
                  <a:pt x="4043477" y="164135"/>
                </a:cubicBezTo>
                <a:cubicBezTo>
                  <a:pt x="4043477" y="166268"/>
                  <a:pt x="4042563" y="167945"/>
                  <a:pt x="4040734" y="169164"/>
                </a:cubicBezTo>
                <a:cubicBezTo>
                  <a:pt x="4034942" y="171907"/>
                  <a:pt x="4030218" y="177393"/>
                  <a:pt x="4026560" y="185623"/>
                </a:cubicBezTo>
                <a:cubicBezTo>
                  <a:pt x="4014368" y="212141"/>
                  <a:pt x="4001415" y="237439"/>
                  <a:pt x="3987699" y="261518"/>
                </a:cubicBezTo>
                <a:cubicBezTo>
                  <a:pt x="4003243" y="296875"/>
                  <a:pt x="4014673" y="314553"/>
                  <a:pt x="4021989" y="314553"/>
                </a:cubicBezTo>
                <a:cubicBezTo>
                  <a:pt x="4028084" y="314553"/>
                  <a:pt x="4032504" y="301752"/>
                  <a:pt x="4035247" y="276149"/>
                </a:cubicBezTo>
                <a:cubicBezTo>
                  <a:pt x="4042563" y="282549"/>
                  <a:pt x="4050030" y="287426"/>
                  <a:pt x="4057650" y="290779"/>
                </a:cubicBezTo>
                <a:cubicBezTo>
                  <a:pt x="4044544" y="327050"/>
                  <a:pt x="4032352" y="345186"/>
                  <a:pt x="4021074" y="345186"/>
                </a:cubicBezTo>
                <a:cubicBezTo>
                  <a:pt x="4018026" y="345186"/>
                  <a:pt x="4014064" y="343128"/>
                  <a:pt x="4009187" y="339014"/>
                </a:cubicBezTo>
                <a:cubicBezTo>
                  <a:pt x="4004310" y="334899"/>
                  <a:pt x="3998214" y="328041"/>
                  <a:pt x="3990899" y="318440"/>
                </a:cubicBezTo>
                <a:cubicBezTo>
                  <a:pt x="3983584" y="308838"/>
                  <a:pt x="3977335" y="299009"/>
                  <a:pt x="3972154" y="288950"/>
                </a:cubicBezTo>
                <a:cubicBezTo>
                  <a:pt x="3958438" y="312115"/>
                  <a:pt x="3942131" y="333451"/>
                  <a:pt x="3923233" y="352958"/>
                </a:cubicBezTo>
                <a:cubicBezTo>
                  <a:pt x="3914699" y="345033"/>
                  <a:pt x="3903574" y="340614"/>
                  <a:pt x="3889858" y="339699"/>
                </a:cubicBezTo>
                <a:cubicBezTo>
                  <a:pt x="3917290" y="322021"/>
                  <a:pt x="3941217" y="295199"/>
                  <a:pt x="3961638" y="259232"/>
                </a:cubicBezTo>
                <a:cubicBezTo>
                  <a:pt x="3947313" y="210159"/>
                  <a:pt x="3939388" y="161849"/>
                  <a:pt x="3937864" y="114300"/>
                </a:cubicBezTo>
                <a:lnTo>
                  <a:pt x="3885286" y="114300"/>
                </a:lnTo>
                <a:lnTo>
                  <a:pt x="3885286" y="273863"/>
                </a:lnTo>
                <a:cubicBezTo>
                  <a:pt x="3899611" y="264109"/>
                  <a:pt x="3911956" y="252679"/>
                  <a:pt x="3922319" y="239573"/>
                </a:cubicBezTo>
                <a:cubicBezTo>
                  <a:pt x="3922014" y="240182"/>
                  <a:pt x="3926739" y="248107"/>
                  <a:pt x="3936492" y="263347"/>
                </a:cubicBezTo>
                <a:cubicBezTo>
                  <a:pt x="3907536" y="284683"/>
                  <a:pt x="3883305" y="305714"/>
                  <a:pt x="3863797" y="326441"/>
                </a:cubicBezTo>
                <a:cubicBezTo>
                  <a:pt x="3859530" y="320040"/>
                  <a:pt x="3852977" y="313487"/>
                  <a:pt x="3844138" y="306781"/>
                </a:cubicBezTo>
                <a:cubicBezTo>
                  <a:pt x="3856330" y="295808"/>
                  <a:pt x="3862426" y="278892"/>
                  <a:pt x="3862426" y="256032"/>
                </a:cubicBezTo>
                <a:lnTo>
                  <a:pt x="3862426" y="146304"/>
                </a:lnTo>
                <a:cubicBezTo>
                  <a:pt x="3862426" y="117957"/>
                  <a:pt x="3862121" y="100127"/>
                  <a:pt x="3861511" y="92811"/>
                </a:cubicBezTo>
                <a:cubicBezTo>
                  <a:pt x="3874618" y="94031"/>
                  <a:pt x="3899916" y="94945"/>
                  <a:pt x="3937407" y="95555"/>
                </a:cubicBezTo>
                <a:close/>
                <a:moveTo>
                  <a:pt x="2106778" y="12344"/>
                </a:moveTo>
                <a:cubicBezTo>
                  <a:pt x="2111959" y="14173"/>
                  <a:pt x="2122170" y="15087"/>
                  <a:pt x="2137410" y="15087"/>
                </a:cubicBezTo>
                <a:cubicBezTo>
                  <a:pt x="2140153" y="15087"/>
                  <a:pt x="2141525" y="15926"/>
                  <a:pt x="2141525" y="17602"/>
                </a:cubicBezTo>
                <a:cubicBezTo>
                  <a:pt x="2141525" y="19278"/>
                  <a:pt x="2140306" y="21031"/>
                  <a:pt x="2137867" y="22860"/>
                </a:cubicBezTo>
                <a:cubicBezTo>
                  <a:pt x="2133295" y="25908"/>
                  <a:pt x="2131467" y="50139"/>
                  <a:pt x="2132381" y="95555"/>
                </a:cubicBezTo>
                <a:cubicBezTo>
                  <a:pt x="2179015" y="95555"/>
                  <a:pt x="2210715" y="94640"/>
                  <a:pt x="2227479" y="92811"/>
                </a:cubicBezTo>
                <a:lnTo>
                  <a:pt x="2227479" y="117500"/>
                </a:lnTo>
                <a:cubicBezTo>
                  <a:pt x="2207971" y="115367"/>
                  <a:pt x="2182368" y="114300"/>
                  <a:pt x="2150669" y="114300"/>
                </a:cubicBezTo>
                <a:lnTo>
                  <a:pt x="2132838" y="114300"/>
                </a:lnTo>
                <a:cubicBezTo>
                  <a:pt x="2134667" y="160020"/>
                  <a:pt x="2139849" y="199034"/>
                  <a:pt x="2148383" y="231343"/>
                </a:cubicBezTo>
                <a:cubicBezTo>
                  <a:pt x="2164233" y="202997"/>
                  <a:pt x="2175663" y="174650"/>
                  <a:pt x="2182673" y="146304"/>
                </a:cubicBezTo>
                <a:cubicBezTo>
                  <a:pt x="2190903" y="150876"/>
                  <a:pt x="2200047" y="155143"/>
                  <a:pt x="2210105" y="159105"/>
                </a:cubicBezTo>
                <a:cubicBezTo>
                  <a:pt x="2213153" y="160325"/>
                  <a:pt x="2214677" y="162001"/>
                  <a:pt x="2214677" y="164135"/>
                </a:cubicBezTo>
                <a:cubicBezTo>
                  <a:pt x="2214677" y="166268"/>
                  <a:pt x="2213763" y="167945"/>
                  <a:pt x="2211934" y="169164"/>
                </a:cubicBezTo>
                <a:cubicBezTo>
                  <a:pt x="2206143" y="171907"/>
                  <a:pt x="2201418" y="177393"/>
                  <a:pt x="2197761" y="185623"/>
                </a:cubicBezTo>
                <a:cubicBezTo>
                  <a:pt x="2185569" y="212141"/>
                  <a:pt x="2172615" y="237439"/>
                  <a:pt x="2158899" y="261518"/>
                </a:cubicBezTo>
                <a:cubicBezTo>
                  <a:pt x="2174443" y="296875"/>
                  <a:pt x="2185873" y="314553"/>
                  <a:pt x="2193189" y="314553"/>
                </a:cubicBezTo>
                <a:cubicBezTo>
                  <a:pt x="2199285" y="314553"/>
                  <a:pt x="2203704" y="301752"/>
                  <a:pt x="2206447" y="276149"/>
                </a:cubicBezTo>
                <a:cubicBezTo>
                  <a:pt x="2213763" y="282549"/>
                  <a:pt x="2221230" y="287426"/>
                  <a:pt x="2228850" y="290779"/>
                </a:cubicBezTo>
                <a:cubicBezTo>
                  <a:pt x="2215744" y="327050"/>
                  <a:pt x="2203552" y="345186"/>
                  <a:pt x="2192274" y="345186"/>
                </a:cubicBezTo>
                <a:cubicBezTo>
                  <a:pt x="2189226" y="345186"/>
                  <a:pt x="2185264" y="343128"/>
                  <a:pt x="2180387" y="339014"/>
                </a:cubicBezTo>
                <a:cubicBezTo>
                  <a:pt x="2175510" y="334899"/>
                  <a:pt x="2169414" y="328041"/>
                  <a:pt x="2162099" y="318440"/>
                </a:cubicBezTo>
                <a:cubicBezTo>
                  <a:pt x="2154784" y="308838"/>
                  <a:pt x="2148535" y="299009"/>
                  <a:pt x="2143354" y="288950"/>
                </a:cubicBezTo>
                <a:cubicBezTo>
                  <a:pt x="2129638" y="312115"/>
                  <a:pt x="2113331" y="333451"/>
                  <a:pt x="2094433" y="352958"/>
                </a:cubicBezTo>
                <a:cubicBezTo>
                  <a:pt x="2085899" y="345033"/>
                  <a:pt x="2074774" y="340614"/>
                  <a:pt x="2061058" y="339699"/>
                </a:cubicBezTo>
                <a:cubicBezTo>
                  <a:pt x="2088490" y="322021"/>
                  <a:pt x="2112417" y="295199"/>
                  <a:pt x="2132838" y="259232"/>
                </a:cubicBezTo>
                <a:cubicBezTo>
                  <a:pt x="2118513" y="210159"/>
                  <a:pt x="2110588" y="161849"/>
                  <a:pt x="2109064" y="114300"/>
                </a:cubicBezTo>
                <a:lnTo>
                  <a:pt x="2056486" y="114300"/>
                </a:lnTo>
                <a:lnTo>
                  <a:pt x="2056486" y="273863"/>
                </a:lnTo>
                <a:cubicBezTo>
                  <a:pt x="2070812" y="264109"/>
                  <a:pt x="2083156" y="252679"/>
                  <a:pt x="2093519" y="239573"/>
                </a:cubicBezTo>
                <a:cubicBezTo>
                  <a:pt x="2093214" y="240182"/>
                  <a:pt x="2097938" y="248107"/>
                  <a:pt x="2107692" y="263347"/>
                </a:cubicBezTo>
                <a:cubicBezTo>
                  <a:pt x="2078736" y="284683"/>
                  <a:pt x="2054505" y="305714"/>
                  <a:pt x="2034997" y="326441"/>
                </a:cubicBezTo>
                <a:cubicBezTo>
                  <a:pt x="2030730" y="320040"/>
                  <a:pt x="2024177" y="313487"/>
                  <a:pt x="2015338" y="306781"/>
                </a:cubicBezTo>
                <a:cubicBezTo>
                  <a:pt x="2027530" y="295808"/>
                  <a:pt x="2033626" y="278892"/>
                  <a:pt x="2033626" y="256032"/>
                </a:cubicBezTo>
                <a:lnTo>
                  <a:pt x="2033626" y="146304"/>
                </a:lnTo>
                <a:cubicBezTo>
                  <a:pt x="2033626" y="117957"/>
                  <a:pt x="2033321" y="100127"/>
                  <a:pt x="2032711" y="92811"/>
                </a:cubicBezTo>
                <a:cubicBezTo>
                  <a:pt x="2045818" y="94031"/>
                  <a:pt x="2071116" y="94945"/>
                  <a:pt x="2108607" y="95555"/>
                </a:cubicBezTo>
                <a:close/>
                <a:moveTo>
                  <a:pt x="2476652" y="10515"/>
                </a:moveTo>
                <a:cubicBezTo>
                  <a:pt x="2487625" y="12039"/>
                  <a:pt x="2496770" y="12801"/>
                  <a:pt x="2504084" y="12801"/>
                </a:cubicBezTo>
                <a:lnTo>
                  <a:pt x="2518258" y="12344"/>
                </a:lnTo>
                <a:cubicBezTo>
                  <a:pt x="2522830" y="12344"/>
                  <a:pt x="2525116" y="13868"/>
                  <a:pt x="2525116" y="16916"/>
                </a:cubicBezTo>
                <a:cubicBezTo>
                  <a:pt x="2525116" y="19355"/>
                  <a:pt x="2523439" y="21641"/>
                  <a:pt x="2520087" y="23774"/>
                </a:cubicBezTo>
                <a:cubicBezTo>
                  <a:pt x="2516734" y="25908"/>
                  <a:pt x="2514295" y="29184"/>
                  <a:pt x="2512771" y="33604"/>
                </a:cubicBezTo>
                <a:cubicBezTo>
                  <a:pt x="2511247" y="38024"/>
                  <a:pt x="2510485" y="44958"/>
                  <a:pt x="2510485" y="54407"/>
                </a:cubicBezTo>
                <a:lnTo>
                  <a:pt x="2510485" y="387248"/>
                </a:lnTo>
                <a:cubicBezTo>
                  <a:pt x="2510485" y="397002"/>
                  <a:pt x="2508504" y="404393"/>
                  <a:pt x="2504542" y="409422"/>
                </a:cubicBezTo>
                <a:cubicBezTo>
                  <a:pt x="2500579" y="414452"/>
                  <a:pt x="2492807" y="418262"/>
                  <a:pt x="2481225" y="420852"/>
                </a:cubicBezTo>
                <a:cubicBezTo>
                  <a:pt x="2469642" y="423443"/>
                  <a:pt x="2451811" y="425501"/>
                  <a:pt x="2427732" y="427025"/>
                </a:cubicBezTo>
                <a:cubicBezTo>
                  <a:pt x="2427428" y="410565"/>
                  <a:pt x="2422551" y="397154"/>
                  <a:pt x="2413102" y="386791"/>
                </a:cubicBezTo>
                <a:cubicBezTo>
                  <a:pt x="2431390" y="390144"/>
                  <a:pt x="2445030" y="391820"/>
                  <a:pt x="2454021" y="391820"/>
                </a:cubicBezTo>
                <a:cubicBezTo>
                  <a:pt x="2463013" y="391820"/>
                  <a:pt x="2469642" y="390677"/>
                  <a:pt x="2473909" y="388391"/>
                </a:cubicBezTo>
                <a:cubicBezTo>
                  <a:pt x="2478177" y="386105"/>
                  <a:pt x="2480310" y="381152"/>
                  <a:pt x="2480310" y="373532"/>
                </a:cubicBezTo>
                <a:lnTo>
                  <a:pt x="2480310" y="84125"/>
                </a:lnTo>
                <a:cubicBezTo>
                  <a:pt x="2480310" y="49377"/>
                  <a:pt x="2479091" y="24841"/>
                  <a:pt x="2476652" y="10515"/>
                </a:cubicBezTo>
                <a:close/>
                <a:moveTo>
                  <a:pt x="1092251" y="8686"/>
                </a:moveTo>
                <a:cubicBezTo>
                  <a:pt x="1105967" y="10515"/>
                  <a:pt x="1119378" y="11430"/>
                  <a:pt x="1132485" y="11430"/>
                </a:cubicBezTo>
                <a:cubicBezTo>
                  <a:pt x="1137971" y="11430"/>
                  <a:pt x="1140714" y="12725"/>
                  <a:pt x="1140714" y="15316"/>
                </a:cubicBezTo>
                <a:cubicBezTo>
                  <a:pt x="1140714" y="17907"/>
                  <a:pt x="1139190" y="19812"/>
                  <a:pt x="1136142" y="21031"/>
                </a:cubicBezTo>
                <a:cubicBezTo>
                  <a:pt x="1133094" y="22250"/>
                  <a:pt x="1130656" y="24536"/>
                  <a:pt x="1128827" y="27889"/>
                </a:cubicBezTo>
                <a:cubicBezTo>
                  <a:pt x="1126998" y="31242"/>
                  <a:pt x="1126084" y="34290"/>
                  <a:pt x="1126084" y="37033"/>
                </a:cubicBezTo>
                <a:lnTo>
                  <a:pt x="1126084" y="83210"/>
                </a:lnTo>
                <a:cubicBezTo>
                  <a:pt x="1191921" y="82905"/>
                  <a:pt x="1239622" y="81077"/>
                  <a:pt x="1269187" y="77724"/>
                </a:cubicBezTo>
                <a:cubicBezTo>
                  <a:pt x="1267054" y="90221"/>
                  <a:pt x="1265987" y="107442"/>
                  <a:pt x="1265987" y="129387"/>
                </a:cubicBezTo>
                <a:lnTo>
                  <a:pt x="1265987" y="264261"/>
                </a:lnTo>
                <a:cubicBezTo>
                  <a:pt x="1265987" y="285902"/>
                  <a:pt x="1267511" y="307695"/>
                  <a:pt x="1270559" y="329641"/>
                </a:cubicBezTo>
                <a:lnTo>
                  <a:pt x="1237183" y="329641"/>
                </a:lnTo>
                <a:lnTo>
                  <a:pt x="1237183" y="296723"/>
                </a:lnTo>
                <a:lnTo>
                  <a:pt x="1126084" y="296723"/>
                </a:lnTo>
                <a:lnTo>
                  <a:pt x="1126084" y="360731"/>
                </a:lnTo>
                <a:cubicBezTo>
                  <a:pt x="1126084" y="370789"/>
                  <a:pt x="1127074" y="378104"/>
                  <a:pt x="1129056" y="382676"/>
                </a:cubicBezTo>
                <a:cubicBezTo>
                  <a:pt x="1131037" y="387248"/>
                  <a:pt x="1135380" y="390525"/>
                  <a:pt x="1142086" y="392506"/>
                </a:cubicBezTo>
                <a:cubicBezTo>
                  <a:pt x="1148792" y="394487"/>
                  <a:pt x="1159612" y="395478"/>
                  <a:pt x="1174547" y="395478"/>
                </a:cubicBezTo>
                <a:lnTo>
                  <a:pt x="1246785" y="395021"/>
                </a:lnTo>
                <a:cubicBezTo>
                  <a:pt x="1265073" y="395021"/>
                  <a:pt x="1277341" y="389534"/>
                  <a:pt x="1283589" y="378561"/>
                </a:cubicBezTo>
                <a:cubicBezTo>
                  <a:pt x="1289838" y="367589"/>
                  <a:pt x="1294333" y="350977"/>
                  <a:pt x="1297077" y="328727"/>
                </a:cubicBezTo>
                <a:cubicBezTo>
                  <a:pt x="1304087" y="336956"/>
                  <a:pt x="1314450" y="343205"/>
                  <a:pt x="1328166" y="347472"/>
                </a:cubicBezTo>
                <a:cubicBezTo>
                  <a:pt x="1320851" y="375818"/>
                  <a:pt x="1311783" y="395325"/>
                  <a:pt x="1300963" y="405993"/>
                </a:cubicBezTo>
                <a:cubicBezTo>
                  <a:pt x="1290142" y="416661"/>
                  <a:pt x="1272235" y="421995"/>
                  <a:pt x="1247242" y="421995"/>
                </a:cubicBezTo>
                <a:lnTo>
                  <a:pt x="1175004" y="421538"/>
                </a:lnTo>
                <a:cubicBezTo>
                  <a:pt x="1150925" y="421538"/>
                  <a:pt x="1133551" y="419862"/>
                  <a:pt x="1122884" y="416509"/>
                </a:cubicBezTo>
                <a:cubicBezTo>
                  <a:pt x="1112216" y="413156"/>
                  <a:pt x="1105281" y="407289"/>
                  <a:pt x="1102081" y="398907"/>
                </a:cubicBezTo>
                <a:cubicBezTo>
                  <a:pt x="1098880" y="390525"/>
                  <a:pt x="1097280" y="376885"/>
                  <a:pt x="1097280" y="357987"/>
                </a:cubicBezTo>
                <a:lnTo>
                  <a:pt x="1097280" y="296723"/>
                </a:lnTo>
                <a:lnTo>
                  <a:pt x="983437" y="296723"/>
                </a:lnTo>
                <a:lnTo>
                  <a:pt x="983437" y="338785"/>
                </a:lnTo>
                <a:lnTo>
                  <a:pt x="951433" y="338785"/>
                </a:lnTo>
                <a:cubicBezTo>
                  <a:pt x="954786" y="316839"/>
                  <a:pt x="956463" y="293522"/>
                  <a:pt x="956463" y="268833"/>
                </a:cubicBezTo>
                <a:lnTo>
                  <a:pt x="956463" y="129387"/>
                </a:lnTo>
                <a:cubicBezTo>
                  <a:pt x="956463" y="109271"/>
                  <a:pt x="955396" y="92049"/>
                  <a:pt x="953262" y="77724"/>
                </a:cubicBezTo>
                <a:cubicBezTo>
                  <a:pt x="984352" y="81077"/>
                  <a:pt x="1032358" y="82905"/>
                  <a:pt x="1097280" y="83210"/>
                </a:cubicBezTo>
                <a:cubicBezTo>
                  <a:pt x="1097280" y="49377"/>
                  <a:pt x="1095604" y="24536"/>
                  <a:pt x="1092251" y="8686"/>
                </a:cubicBezTo>
                <a:close/>
                <a:moveTo>
                  <a:pt x="649681" y="0"/>
                </a:moveTo>
                <a:cubicBezTo>
                  <a:pt x="664007" y="5486"/>
                  <a:pt x="675894" y="8991"/>
                  <a:pt x="685343" y="10515"/>
                </a:cubicBezTo>
                <a:cubicBezTo>
                  <a:pt x="690829" y="11735"/>
                  <a:pt x="693573" y="13487"/>
                  <a:pt x="693573" y="15773"/>
                </a:cubicBezTo>
                <a:cubicBezTo>
                  <a:pt x="693573" y="18059"/>
                  <a:pt x="690372" y="20345"/>
                  <a:pt x="683971" y="22631"/>
                </a:cubicBezTo>
                <a:cubicBezTo>
                  <a:pt x="677571" y="24917"/>
                  <a:pt x="663550" y="42062"/>
                  <a:pt x="641909" y="74066"/>
                </a:cubicBezTo>
                <a:lnTo>
                  <a:pt x="700888" y="74066"/>
                </a:lnTo>
                <a:cubicBezTo>
                  <a:pt x="774345" y="74066"/>
                  <a:pt x="819455" y="71933"/>
                  <a:pt x="836219" y="67665"/>
                </a:cubicBezTo>
                <a:cubicBezTo>
                  <a:pt x="834085" y="79248"/>
                  <a:pt x="833019" y="107899"/>
                  <a:pt x="833019" y="153619"/>
                </a:cubicBezTo>
                <a:lnTo>
                  <a:pt x="833019" y="373075"/>
                </a:lnTo>
                <a:cubicBezTo>
                  <a:pt x="833019" y="383438"/>
                  <a:pt x="831037" y="391287"/>
                  <a:pt x="827075" y="396621"/>
                </a:cubicBezTo>
                <a:cubicBezTo>
                  <a:pt x="823113" y="401955"/>
                  <a:pt x="814273" y="406070"/>
                  <a:pt x="800557" y="408965"/>
                </a:cubicBezTo>
                <a:cubicBezTo>
                  <a:pt x="786842" y="411861"/>
                  <a:pt x="765353" y="413461"/>
                  <a:pt x="736092" y="413766"/>
                </a:cubicBezTo>
                <a:cubicBezTo>
                  <a:pt x="737007" y="400050"/>
                  <a:pt x="732130" y="387858"/>
                  <a:pt x="721462" y="377190"/>
                </a:cubicBezTo>
                <a:cubicBezTo>
                  <a:pt x="744322" y="380543"/>
                  <a:pt x="761848" y="382219"/>
                  <a:pt x="774040" y="382219"/>
                </a:cubicBezTo>
                <a:cubicBezTo>
                  <a:pt x="786232" y="382219"/>
                  <a:pt x="794157" y="380390"/>
                  <a:pt x="797814" y="376733"/>
                </a:cubicBezTo>
                <a:cubicBezTo>
                  <a:pt x="801472" y="373075"/>
                  <a:pt x="803301" y="366827"/>
                  <a:pt x="803301" y="357987"/>
                </a:cubicBezTo>
                <a:lnTo>
                  <a:pt x="803301" y="96469"/>
                </a:lnTo>
                <a:lnTo>
                  <a:pt x="524409" y="96469"/>
                </a:lnTo>
                <a:lnTo>
                  <a:pt x="524409" y="414680"/>
                </a:lnTo>
                <a:lnTo>
                  <a:pt x="490119" y="414680"/>
                </a:lnTo>
                <a:cubicBezTo>
                  <a:pt x="493471" y="382981"/>
                  <a:pt x="495148" y="346405"/>
                  <a:pt x="495148" y="304952"/>
                </a:cubicBezTo>
                <a:lnTo>
                  <a:pt x="495148" y="153619"/>
                </a:lnTo>
                <a:cubicBezTo>
                  <a:pt x="495148" y="118567"/>
                  <a:pt x="493929" y="89916"/>
                  <a:pt x="491490" y="67665"/>
                </a:cubicBezTo>
                <a:cubicBezTo>
                  <a:pt x="503073" y="71933"/>
                  <a:pt x="525475" y="74066"/>
                  <a:pt x="558699" y="74066"/>
                </a:cubicBezTo>
                <a:lnTo>
                  <a:pt x="614477" y="74066"/>
                </a:lnTo>
                <a:cubicBezTo>
                  <a:pt x="632460" y="46634"/>
                  <a:pt x="644195" y="21945"/>
                  <a:pt x="6496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D06371-FAEA-4A48-8301-E4C2AC3AD941}"/>
              </a:ext>
            </a:extLst>
          </p:cNvPr>
          <p:cNvSpPr txBox="1"/>
          <p:nvPr/>
        </p:nvSpPr>
        <p:spPr>
          <a:xfrm>
            <a:off x="3834918" y="7305213"/>
            <a:ext cx="4522165" cy="428853"/>
          </a:xfrm>
          <a:custGeom>
            <a:avLst/>
            <a:gdLst/>
            <a:ahLst/>
            <a:cxnLst/>
            <a:rect l="l" t="t" r="r" b="b"/>
            <a:pathLst>
              <a:path w="4522165" h="428853">
                <a:moveTo>
                  <a:pt x="2808122" y="306781"/>
                </a:moveTo>
                <a:lnTo>
                  <a:pt x="2855671" y="306781"/>
                </a:lnTo>
                <a:lnTo>
                  <a:pt x="2855671" y="351587"/>
                </a:lnTo>
                <a:cubicBezTo>
                  <a:pt x="2855671" y="391211"/>
                  <a:pt x="2839822" y="415137"/>
                  <a:pt x="2808122" y="423367"/>
                </a:cubicBezTo>
                <a:lnTo>
                  <a:pt x="2808122" y="403250"/>
                </a:lnTo>
                <a:cubicBezTo>
                  <a:pt x="2817876" y="400507"/>
                  <a:pt x="2824734" y="395706"/>
                  <a:pt x="2828697" y="388848"/>
                </a:cubicBezTo>
                <a:cubicBezTo>
                  <a:pt x="2832659" y="381990"/>
                  <a:pt x="2834640" y="370789"/>
                  <a:pt x="2834640" y="355244"/>
                </a:cubicBezTo>
                <a:lnTo>
                  <a:pt x="2808122" y="355244"/>
                </a:lnTo>
                <a:close/>
                <a:moveTo>
                  <a:pt x="1455725" y="240944"/>
                </a:moveTo>
                <a:cubicBezTo>
                  <a:pt x="1462431" y="249174"/>
                  <a:pt x="1470812" y="254965"/>
                  <a:pt x="1480871" y="258318"/>
                </a:cubicBezTo>
                <a:cubicBezTo>
                  <a:pt x="1458011" y="297332"/>
                  <a:pt x="1431188" y="350977"/>
                  <a:pt x="1400404" y="419252"/>
                </a:cubicBezTo>
                <a:cubicBezTo>
                  <a:pt x="1390345" y="409803"/>
                  <a:pt x="1379982" y="402945"/>
                  <a:pt x="1369314" y="398678"/>
                </a:cubicBezTo>
                <a:cubicBezTo>
                  <a:pt x="1406500" y="347777"/>
                  <a:pt x="1435303" y="295199"/>
                  <a:pt x="1455725" y="240944"/>
                </a:cubicBezTo>
                <a:close/>
                <a:moveTo>
                  <a:pt x="1531620" y="232715"/>
                </a:moveTo>
                <a:cubicBezTo>
                  <a:pt x="1537106" y="233934"/>
                  <a:pt x="1547470" y="234543"/>
                  <a:pt x="1562710" y="234543"/>
                </a:cubicBezTo>
                <a:cubicBezTo>
                  <a:pt x="1567282" y="234543"/>
                  <a:pt x="1569568" y="235686"/>
                  <a:pt x="1569568" y="237972"/>
                </a:cubicBezTo>
                <a:cubicBezTo>
                  <a:pt x="1569568" y="240258"/>
                  <a:pt x="1568196" y="242697"/>
                  <a:pt x="1565453" y="245288"/>
                </a:cubicBezTo>
                <a:cubicBezTo>
                  <a:pt x="1562710" y="247878"/>
                  <a:pt x="1560728" y="261594"/>
                  <a:pt x="1559509" y="286436"/>
                </a:cubicBezTo>
                <a:cubicBezTo>
                  <a:pt x="1558290" y="311277"/>
                  <a:pt x="1555395" y="331546"/>
                  <a:pt x="1550822" y="347243"/>
                </a:cubicBezTo>
                <a:cubicBezTo>
                  <a:pt x="1546250" y="362940"/>
                  <a:pt x="1538478" y="376961"/>
                  <a:pt x="1527505" y="389306"/>
                </a:cubicBezTo>
                <a:cubicBezTo>
                  <a:pt x="1516532" y="401650"/>
                  <a:pt x="1500073" y="414833"/>
                  <a:pt x="1478128" y="428853"/>
                </a:cubicBezTo>
                <a:cubicBezTo>
                  <a:pt x="1471117" y="419100"/>
                  <a:pt x="1461211" y="412089"/>
                  <a:pt x="1448410" y="407822"/>
                </a:cubicBezTo>
                <a:cubicBezTo>
                  <a:pt x="1477670" y="396240"/>
                  <a:pt x="1499159" y="381305"/>
                  <a:pt x="1512875" y="363017"/>
                </a:cubicBezTo>
                <a:cubicBezTo>
                  <a:pt x="1526591" y="344729"/>
                  <a:pt x="1533449" y="315925"/>
                  <a:pt x="1533449" y="276606"/>
                </a:cubicBezTo>
                <a:cubicBezTo>
                  <a:pt x="1533449" y="264109"/>
                  <a:pt x="1532839" y="249479"/>
                  <a:pt x="1531620" y="232715"/>
                </a:cubicBezTo>
                <a:close/>
                <a:moveTo>
                  <a:pt x="1600200" y="230429"/>
                </a:moveTo>
                <a:cubicBezTo>
                  <a:pt x="1608734" y="232257"/>
                  <a:pt x="1615897" y="233172"/>
                  <a:pt x="1621688" y="233172"/>
                </a:cubicBezTo>
                <a:lnTo>
                  <a:pt x="1629918" y="232715"/>
                </a:lnTo>
                <a:cubicBezTo>
                  <a:pt x="1633271" y="232715"/>
                  <a:pt x="1634947" y="234239"/>
                  <a:pt x="1634947" y="237287"/>
                </a:cubicBezTo>
                <a:cubicBezTo>
                  <a:pt x="1634947" y="239420"/>
                  <a:pt x="1634185" y="241097"/>
                  <a:pt x="1632661" y="242316"/>
                </a:cubicBezTo>
                <a:cubicBezTo>
                  <a:pt x="1631137" y="243535"/>
                  <a:pt x="1630223" y="245516"/>
                  <a:pt x="1629918" y="248259"/>
                </a:cubicBezTo>
                <a:cubicBezTo>
                  <a:pt x="1629613" y="251003"/>
                  <a:pt x="1629461" y="256337"/>
                  <a:pt x="1629461" y="264261"/>
                </a:cubicBezTo>
                <a:lnTo>
                  <a:pt x="1629461" y="368046"/>
                </a:lnTo>
                <a:cubicBezTo>
                  <a:pt x="1629461" y="381762"/>
                  <a:pt x="1630832" y="397307"/>
                  <a:pt x="1633576" y="414680"/>
                </a:cubicBezTo>
                <a:lnTo>
                  <a:pt x="1601114" y="414680"/>
                </a:lnTo>
                <a:cubicBezTo>
                  <a:pt x="1602943" y="397611"/>
                  <a:pt x="1603858" y="382067"/>
                  <a:pt x="1603858" y="368046"/>
                </a:cubicBezTo>
                <a:lnTo>
                  <a:pt x="1603858" y="270205"/>
                </a:lnTo>
                <a:cubicBezTo>
                  <a:pt x="1603858" y="250698"/>
                  <a:pt x="1602638" y="237439"/>
                  <a:pt x="1600200" y="230429"/>
                </a:cubicBezTo>
                <a:close/>
                <a:moveTo>
                  <a:pt x="1671980" y="229514"/>
                </a:moveTo>
                <a:cubicBezTo>
                  <a:pt x="1678991" y="231648"/>
                  <a:pt x="1686001" y="232715"/>
                  <a:pt x="1693012" y="232715"/>
                </a:cubicBezTo>
                <a:lnTo>
                  <a:pt x="1704442" y="232257"/>
                </a:lnTo>
                <a:cubicBezTo>
                  <a:pt x="1709014" y="232257"/>
                  <a:pt x="1711300" y="233400"/>
                  <a:pt x="1711300" y="235686"/>
                </a:cubicBezTo>
                <a:cubicBezTo>
                  <a:pt x="1711300" y="237972"/>
                  <a:pt x="1709928" y="240182"/>
                  <a:pt x="1707185" y="242316"/>
                </a:cubicBezTo>
                <a:cubicBezTo>
                  <a:pt x="1702918" y="246278"/>
                  <a:pt x="1700784" y="256946"/>
                  <a:pt x="1700784" y="274320"/>
                </a:cubicBezTo>
                <a:lnTo>
                  <a:pt x="1700784" y="373989"/>
                </a:lnTo>
                <a:cubicBezTo>
                  <a:pt x="1700784" y="387096"/>
                  <a:pt x="1707642" y="393649"/>
                  <a:pt x="1721358" y="393649"/>
                </a:cubicBezTo>
                <a:cubicBezTo>
                  <a:pt x="1735074" y="393649"/>
                  <a:pt x="1743608" y="389610"/>
                  <a:pt x="1746961" y="381533"/>
                </a:cubicBezTo>
                <a:cubicBezTo>
                  <a:pt x="1750314" y="373456"/>
                  <a:pt x="1752143" y="359969"/>
                  <a:pt x="1752448" y="341071"/>
                </a:cubicBezTo>
                <a:cubicBezTo>
                  <a:pt x="1758239" y="348996"/>
                  <a:pt x="1768145" y="353415"/>
                  <a:pt x="1782166" y="354330"/>
                </a:cubicBezTo>
                <a:cubicBezTo>
                  <a:pt x="1779422" y="373532"/>
                  <a:pt x="1775841" y="387553"/>
                  <a:pt x="1771421" y="396392"/>
                </a:cubicBezTo>
                <a:cubicBezTo>
                  <a:pt x="1767002" y="405231"/>
                  <a:pt x="1760982" y="411023"/>
                  <a:pt x="1753362" y="413766"/>
                </a:cubicBezTo>
                <a:cubicBezTo>
                  <a:pt x="1745742" y="416509"/>
                  <a:pt x="1733931" y="417881"/>
                  <a:pt x="1717929" y="417881"/>
                </a:cubicBezTo>
                <a:cubicBezTo>
                  <a:pt x="1701927" y="417881"/>
                  <a:pt x="1690954" y="415214"/>
                  <a:pt x="1685011" y="409880"/>
                </a:cubicBezTo>
                <a:cubicBezTo>
                  <a:pt x="1679067" y="404546"/>
                  <a:pt x="1676095" y="391820"/>
                  <a:pt x="1676095" y="371703"/>
                </a:cubicBezTo>
                <a:lnTo>
                  <a:pt x="1676095" y="267919"/>
                </a:lnTo>
                <a:cubicBezTo>
                  <a:pt x="1676095" y="251155"/>
                  <a:pt x="1674724" y="238353"/>
                  <a:pt x="1671980" y="229514"/>
                </a:cubicBezTo>
                <a:close/>
                <a:moveTo>
                  <a:pt x="1121969" y="203454"/>
                </a:moveTo>
                <a:lnTo>
                  <a:pt x="1121969" y="273405"/>
                </a:lnTo>
                <a:lnTo>
                  <a:pt x="1233068" y="273405"/>
                </a:lnTo>
                <a:lnTo>
                  <a:pt x="1233068" y="203454"/>
                </a:lnTo>
                <a:close/>
                <a:moveTo>
                  <a:pt x="979322" y="203454"/>
                </a:moveTo>
                <a:lnTo>
                  <a:pt x="979322" y="273405"/>
                </a:lnTo>
                <a:lnTo>
                  <a:pt x="1093165" y="273405"/>
                </a:lnTo>
                <a:lnTo>
                  <a:pt x="1093165" y="203454"/>
                </a:lnTo>
                <a:close/>
                <a:moveTo>
                  <a:pt x="608076" y="183794"/>
                </a:moveTo>
                <a:lnTo>
                  <a:pt x="608076" y="286664"/>
                </a:lnTo>
                <a:lnTo>
                  <a:pt x="716890" y="286664"/>
                </a:lnTo>
                <a:lnTo>
                  <a:pt x="716890" y="183794"/>
                </a:lnTo>
                <a:close/>
                <a:moveTo>
                  <a:pt x="579273" y="158191"/>
                </a:moveTo>
                <a:cubicBezTo>
                  <a:pt x="597256" y="160325"/>
                  <a:pt x="625373" y="161391"/>
                  <a:pt x="663626" y="161391"/>
                </a:cubicBezTo>
                <a:cubicBezTo>
                  <a:pt x="701878" y="161391"/>
                  <a:pt x="729386" y="160325"/>
                  <a:pt x="746150" y="158191"/>
                </a:cubicBezTo>
                <a:cubicBezTo>
                  <a:pt x="744627" y="177698"/>
                  <a:pt x="743864" y="204368"/>
                  <a:pt x="743864" y="238201"/>
                </a:cubicBezTo>
                <a:cubicBezTo>
                  <a:pt x="743864" y="272034"/>
                  <a:pt x="744627" y="296113"/>
                  <a:pt x="746150" y="310439"/>
                </a:cubicBezTo>
                <a:cubicBezTo>
                  <a:pt x="719938" y="309219"/>
                  <a:pt x="689077" y="308610"/>
                  <a:pt x="653567" y="308610"/>
                </a:cubicBezTo>
                <a:cubicBezTo>
                  <a:pt x="618058" y="308610"/>
                  <a:pt x="593293" y="309372"/>
                  <a:pt x="579273" y="310896"/>
                </a:cubicBezTo>
                <a:cubicBezTo>
                  <a:pt x="581101" y="294437"/>
                  <a:pt x="582016" y="268910"/>
                  <a:pt x="582016" y="234315"/>
                </a:cubicBezTo>
                <a:cubicBezTo>
                  <a:pt x="582016" y="199720"/>
                  <a:pt x="581101" y="174345"/>
                  <a:pt x="579273" y="158191"/>
                </a:cubicBezTo>
                <a:close/>
                <a:moveTo>
                  <a:pt x="1386688" y="138989"/>
                </a:moveTo>
                <a:cubicBezTo>
                  <a:pt x="1416558" y="154229"/>
                  <a:pt x="1444447" y="171907"/>
                  <a:pt x="1470355" y="192024"/>
                </a:cubicBezTo>
                <a:lnTo>
                  <a:pt x="1451610" y="214884"/>
                </a:lnTo>
                <a:cubicBezTo>
                  <a:pt x="1427226" y="192024"/>
                  <a:pt x="1400556" y="174498"/>
                  <a:pt x="1371600" y="162306"/>
                </a:cubicBezTo>
                <a:close/>
                <a:moveTo>
                  <a:pt x="3606089" y="106070"/>
                </a:moveTo>
                <a:cubicBezTo>
                  <a:pt x="3614623" y="106070"/>
                  <a:pt x="3623919" y="108813"/>
                  <a:pt x="3633978" y="114300"/>
                </a:cubicBezTo>
                <a:lnTo>
                  <a:pt x="3617519" y="140817"/>
                </a:lnTo>
                <a:cubicBezTo>
                  <a:pt x="3612947" y="138074"/>
                  <a:pt x="3608222" y="136703"/>
                  <a:pt x="3603345" y="136703"/>
                </a:cubicBezTo>
                <a:cubicBezTo>
                  <a:pt x="3593897" y="136703"/>
                  <a:pt x="3584981" y="141579"/>
                  <a:pt x="3576599" y="151333"/>
                </a:cubicBezTo>
                <a:cubicBezTo>
                  <a:pt x="3568217" y="161087"/>
                  <a:pt x="3562045" y="173660"/>
                  <a:pt x="3558083" y="189052"/>
                </a:cubicBezTo>
                <a:cubicBezTo>
                  <a:pt x="3554120" y="204444"/>
                  <a:pt x="3552139" y="232410"/>
                  <a:pt x="3552139" y="272948"/>
                </a:cubicBezTo>
                <a:lnTo>
                  <a:pt x="3552139" y="355244"/>
                </a:lnTo>
                <a:lnTo>
                  <a:pt x="3520135" y="355244"/>
                </a:lnTo>
                <a:lnTo>
                  <a:pt x="3520135" y="112471"/>
                </a:lnTo>
                <a:lnTo>
                  <a:pt x="3552139" y="112471"/>
                </a:lnTo>
                <a:lnTo>
                  <a:pt x="3552139" y="147675"/>
                </a:lnTo>
                <a:cubicBezTo>
                  <a:pt x="3560674" y="133350"/>
                  <a:pt x="3568979" y="122834"/>
                  <a:pt x="3577057" y="116129"/>
                </a:cubicBezTo>
                <a:cubicBezTo>
                  <a:pt x="3585134" y="109423"/>
                  <a:pt x="3594811" y="106070"/>
                  <a:pt x="3606089" y="106070"/>
                </a:cubicBezTo>
                <a:close/>
                <a:moveTo>
                  <a:pt x="3472739" y="106070"/>
                </a:moveTo>
                <a:cubicBezTo>
                  <a:pt x="3481273" y="106070"/>
                  <a:pt x="3490569" y="108813"/>
                  <a:pt x="3500628" y="114300"/>
                </a:cubicBezTo>
                <a:lnTo>
                  <a:pt x="3484169" y="140817"/>
                </a:lnTo>
                <a:cubicBezTo>
                  <a:pt x="3479597" y="138074"/>
                  <a:pt x="3474872" y="136703"/>
                  <a:pt x="3469995" y="136703"/>
                </a:cubicBezTo>
                <a:cubicBezTo>
                  <a:pt x="3460547" y="136703"/>
                  <a:pt x="3451631" y="141579"/>
                  <a:pt x="3443249" y="151333"/>
                </a:cubicBezTo>
                <a:cubicBezTo>
                  <a:pt x="3434867" y="161087"/>
                  <a:pt x="3428695" y="173660"/>
                  <a:pt x="3424733" y="189052"/>
                </a:cubicBezTo>
                <a:cubicBezTo>
                  <a:pt x="3420770" y="204444"/>
                  <a:pt x="3418789" y="232410"/>
                  <a:pt x="3418789" y="272948"/>
                </a:cubicBezTo>
                <a:lnTo>
                  <a:pt x="3418789" y="355244"/>
                </a:lnTo>
                <a:lnTo>
                  <a:pt x="3386785" y="355244"/>
                </a:lnTo>
                <a:lnTo>
                  <a:pt x="3386785" y="112471"/>
                </a:lnTo>
                <a:lnTo>
                  <a:pt x="3418789" y="112471"/>
                </a:lnTo>
                <a:lnTo>
                  <a:pt x="3418789" y="147675"/>
                </a:lnTo>
                <a:cubicBezTo>
                  <a:pt x="3427324" y="133350"/>
                  <a:pt x="3435629" y="122834"/>
                  <a:pt x="3443707" y="116129"/>
                </a:cubicBezTo>
                <a:cubicBezTo>
                  <a:pt x="3451784" y="109423"/>
                  <a:pt x="3461461" y="106070"/>
                  <a:pt x="3472739" y="106070"/>
                </a:cubicBezTo>
                <a:close/>
                <a:moveTo>
                  <a:pt x="1121969" y="106070"/>
                </a:moveTo>
                <a:lnTo>
                  <a:pt x="1121969" y="181051"/>
                </a:lnTo>
                <a:lnTo>
                  <a:pt x="1233068" y="181051"/>
                </a:lnTo>
                <a:lnTo>
                  <a:pt x="1233068" y="106070"/>
                </a:lnTo>
                <a:close/>
                <a:moveTo>
                  <a:pt x="979322" y="106070"/>
                </a:moveTo>
                <a:lnTo>
                  <a:pt x="979322" y="181051"/>
                </a:lnTo>
                <a:lnTo>
                  <a:pt x="1093165" y="181051"/>
                </a:lnTo>
                <a:lnTo>
                  <a:pt x="1093165" y="106070"/>
                </a:lnTo>
                <a:close/>
                <a:moveTo>
                  <a:pt x="43434" y="42977"/>
                </a:moveTo>
                <a:cubicBezTo>
                  <a:pt x="76352" y="45415"/>
                  <a:pt x="131064" y="46634"/>
                  <a:pt x="207569" y="46634"/>
                </a:cubicBezTo>
                <a:cubicBezTo>
                  <a:pt x="284074" y="46634"/>
                  <a:pt x="338785" y="45415"/>
                  <a:pt x="371704" y="42977"/>
                </a:cubicBezTo>
                <a:lnTo>
                  <a:pt x="371704" y="72237"/>
                </a:lnTo>
                <a:cubicBezTo>
                  <a:pt x="334213" y="69799"/>
                  <a:pt x="288036" y="68580"/>
                  <a:pt x="233172" y="68580"/>
                </a:cubicBezTo>
                <a:lnTo>
                  <a:pt x="233172" y="192938"/>
                </a:lnTo>
                <a:cubicBezTo>
                  <a:pt x="301447" y="192329"/>
                  <a:pt x="345948" y="190957"/>
                  <a:pt x="366674" y="188823"/>
                </a:cubicBezTo>
                <a:lnTo>
                  <a:pt x="366674" y="217627"/>
                </a:lnTo>
                <a:cubicBezTo>
                  <a:pt x="348082" y="215493"/>
                  <a:pt x="303581" y="214427"/>
                  <a:pt x="233172" y="214427"/>
                </a:cubicBezTo>
                <a:lnTo>
                  <a:pt x="233172" y="368960"/>
                </a:lnTo>
                <a:lnTo>
                  <a:pt x="302209" y="368960"/>
                </a:lnTo>
                <a:cubicBezTo>
                  <a:pt x="325984" y="368960"/>
                  <a:pt x="360578" y="367436"/>
                  <a:pt x="405994" y="364388"/>
                </a:cubicBezTo>
                <a:lnTo>
                  <a:pt x="405994" y="396849"/>
                </a:lnTo>
                <a:cubicBezTo>
                  <a:pt x="363931" y="394106"/>
                  <a:pt x="294437" y="392735"/>
                  <a:pt x="197510" y="392735"/>
                </a:cubicBezTo>
                <a:cubicBezTo>
                  <a:pt x="100584" y="392735"/>
                  <a:pt x="34747" y="394106"/>
                  <a:pt x="0" y="396849"/>
                </a:cubicBezTo>
                <a:lnTo>
                  <a:pt x="0" y="364388"/>
                </a:lnTo>
                <a:cubicBezTo>
                  <a:pt x="36271" y="367131"/>
                  <a:pt x="64160" y="368655"/>
                  <a:pt x="83668" y="368960"/>
                </a:cubicBezTo>
                <a:lnTo>
                  <a:pt x="83668" y="205740"/>
                </a:lnTo>
                <a:cubicBezTo>
                  <a:pt x="83668" y="181661"/>
                  <a:pt x="82448" y="164744"/>
                  <a:pt x="80010" y="154991"/>
                </a:cubicBezTo>
                <a:cubicBezTo>
                  <a:pt x="92812" y="157429"/>
                  <a:pt x="105308" y="158648"/>
                  <a:pt x="117500" y="158648"/>
                </a:cubicBezTo>
                <a:cubicBezTo>
                  <a:pt x="122072" y="158648"/>
                  <a:pt x="124358" y="159791"/>
                  <a:pt x="124358" y="162077"/>
                </a:cubicBezTo>
                <a:cubicBezTo>
                  <a:pt x="124358" y="164363"/>
                  <a:pt x="122987" y="166421"/>
                  <a:pt x="120244" y="168249"/>
                </a:cubicBezTo>
                <a:cubicBezTo>
                  <a:pt x="114148" y="171907"/>
                  <a:pt x="111100" y="178155"/>
                  <a:pt x="111100" y="186995"/>
                </a:cubicBezTo>
                <a:lnTo>
                  <a:pt x="111100" y="368960"/>
                </a:lnTo>
                <a:lnTo>
                  <a:pt x="204826" y="368960"/>
                </a:lnTo>
                <a:lnTo>
                  <a:pt x="204826" y="68580"/>
                </a:lnTo>
                <a:cubicBezTo>
                  <a:pt x="128930" y="68580"/>
                  <a:pt x="75133" y="69799"/>
                  <a:pt x="43434" y="72237"/>
                </a:cubicBezTo>
                <a:close/>
                <a:moveTo>
                  <a:pt x="3180740" y="26975"/>
                </a:moveTo>
                <a:lnTo>
                  <a:pt x="3360877" y="26975"/>
                </a:lnTo>
                <a:lnTo>
                  <a:pt x="3360877" y="58979"/>
                </a:lnTo>
                <a:lnTo>
                  <a:pt x="3287725" y="58979"/>
                </a:lnTo>
                <a:lnTo>
                  <a:pt x="3287725" y="355244"/>
                </a:lnTo>
                <a:lnTo>
                  <a:pt x="3254350" y="355244"/>
                </a:lnTo>
                <a:lnTo>
                  <a:pt x="3254350" y="58979"/>
                </a:lnTo>
                <a:lnTo>
                  <a:pt x="3180740" y="58979"/>
                </a:lnTo>
                <a:close/>
                <a:moveTo>
                  <a:pt x="1403604" y="26975"/>
                </a:moveTo>
                <a:cubicBezTo>
                  <a:pt x="1442009" y="48615"/>
                  <a:pt x="1469898" y="65989"/>
                  <a:pt x="1487272" y="79095"/>
                </a:cubicBezTo>
                <a:lnTo>
                  <a:pt x="1469441" y="101955"/>
                </a:lnTo>
                <a:cubicBezTo>
                  <a:pt x="1453896" y="87630"/>
                  <a:pt x="1426921" y="70104"/>
                  <a:pt x="1388516" y="49377"/>
                </a:cubicBezTo>
                <a:close/>
                <a:moveTo>
                  <a:pt x="3992727" y="26060"/>
                </a:moveTo>
                <a:cubicBezTo>
                  <a:pt x="4001567" y="32156"/>
                  <a:pt x="4016350" y="45567"/>
                  <a:pt x="4037076" y="66294"/>
                </a:cubicBezTo>
                <a:lnTo>
                  <a:pt x="4020160" y="83667"/>
                </a:lnTo>
                <a:cubicBezTo>
                  <a:pt x="4008272" y="68732"/>
                  <a:pt x="3993642" y="54711"/>
                  <a:pt x="3976268" y="41605"/>
                </a:cubicBezTo>
                <a:close/>
                <a:moveTo>
                  <a:pt x="2163928" y="26060"/>
                </a:moveTo>
                <a:cubicBezTo>
                  <a:pt x="2172767" y="32156"/>
                  <a:pt x="2187549" y="45567"/>
                  <a:pt x="2208276" y="66294"/>
                </a:cubicBezTo>
                <a:lnTo>
                  <a:pt x="2191360" y="83667"/>
                </a:lnTo>
                <a:cubicBezTo>
                  <a:pt x="2179472" y="68732"/>
                  <a:pt x="2164842" y="54711"/>
                  <a:pt x="2147468" y="41605"/>
                </a:cubicBezTo>
                <a:close/>
                <a:moveTo>
                  <a:pt x="4299966" y="13259"/>
                </a:moveTo>
                <a:cubicBezTo>
                  <a:pt x="4309415" y="16611"/>
                  <a:pt x="4317949" y="18288"/>
                  <a:pt x="4325569" y="18288"/>
                </a:cubicBezTo>
                <a:lnTo>
                  <a:pt x="4336999" y="17831"/>
                </a:lnTo>
                <a:cubicBezTo>
                  <a:pt x="4341267" y="17831"/>
                  <a:pt x="4343400" y="19050"/>
                  <a:pt x="4343400" y="21488"/>
                </a:cubicBezTo>
                <a:cubicBezTo>
                  <a:pt x="4343400" y="23927"/>
                  <a:pt x="4341952" y="26136"/>
                  <a:pt x="4339057" y="28118"/>
                </a:cubicBezTo>
                <a:cubicBezTo>
                  <a:pt x="4336161" y="30099"/>
                  <a:pt x="4333951" y="33071"/>
                  <a:pt x="4332427" y="37033"/>
                </a:cubicBezTo>
                <a:cubicBezTo>
                  <a:pt x="4330903" y="40995"/>
                  <a:pt x="4330065" y="44272"/>
                  <a:pt x="4329913" y="46863"/>
                </a:cubicBezTo>
                <a:cubicBezTo>
                  <a:pt x="4329760" y="49454"/>
                  <a:pt x="4329684" y="59664"/>
                  <a:pt x="4329684" y="77495"/>
                </a:cubicBezTo>
                <a:cubicBezTo>
                  <a:pt x="4329684" y="95326"/>
                  <a:pt x="4328770" y="114300"/>
                  <a:pt x="4326941" y="134417"/>
                </a:cubicBezTo>
                <a:cubicBezTo>
                  <a:pt x="4405275" y="134417"/>
                  <a:pt x="4466387" y="133045"/>
                  <a:pt x="4510278" y="130302"/>
                </a:cubicBezTo>
                <a:lnTo>
                  <a:pt x="4510278" y="163677"/>
                </a:lnTo>
                <a:cubicBezTo>
                  <a:pt x="4461815" y="160629"/>
                  <a:pt x="4400855" y="159105"/>
                  <a:pt x="4327398" y="159105"/>
                </a:cubicBezTo>
                <a:cubicBezTo>
                  <a:pt x="4342028" y="207569"/>
                  <a:pt x="4366032" y="250545"/>
                  <a:pt x="4399407" y="288036"/>
                </a:cubicBezTo>
                <a:cubicBezTo>
                  <a:pt x="4432783" y="325526"/>
                  <a:pt x="4473702" y="355244"/>
                  <a:pt x="4522165" y="377190"/>
                </a:cubicBezTo>
                <a:cubicBezTo>
                  <a:pt x="4509973" y="384200"/>
                  <a:pt x="4499915" y="395021"/>
                  <a:pt x="4491990" y="409651"/>
                </a:cubicBezTo>
                <a:cubicBezTo>
                  <a:pt x="4411218" y="360883"/>
                  <a:pt x="4352696" y="291389"/>
                  <a:pt x="4316425" y="201168"/>
                </a:cubicBezTo>
                <a:cubicBezTo>
                  <a:pt x="4306062" y="246583"/>
                  <a:pt x="4287469" y="285369"/>
                  <a:pt x="4260647" y="317525"/>
                </a:cubicBezTo>
                <a:cubicBezTo>
                  <a:pt x="4233825" y="349682"/>
                  <a:pt x="4192372" y="380543"/>
                  <a:pt x="4136288" y="410108"/>
                </a:cubicBezTo>
                <a:cubicBezTo>
                  <a:pt x="4127754" y="398526"/>
                  <a:pt x="4118001" y="389991"/>
                  <a:pt x="4107028" y="384505"/>
                </a:cubicBezTo>
                <a:cubicBezTo>
                  <a:pt x="4222852" y="336347"/>
                  <a:pt x="4286555" y="261213"/>
                  <a:pt x="4298137" y="159105"/>
                </a:cubicBezTo>
                <a:cubicBezTo>
                  <a:pt x="4231386" y="159105"/>
                  <a:pt x="4175608" y="160629"/>
                  <a:pt x="4130802" y="163677"/>
                </a:cubicBezTo>
                <a:lnTo>
                  <a:pt x="4130802" y="130302"/>
                </a:lnTo>
                <a:cubicBezTo>
                  <a:pt x="4181704" y="133045"/>
                  <a:pt x="4238092" y="134417"/>
                  <a:pt x="4299966" y="134417"/>
                </a:cubicBezTo>
                <a:cubicBezTo>
                  <a:pt x="4300271" y="116433"/>
                  <a:pt x="4300500" y="94488"/>
                  <a:pt x="4300652" y="68580"/>
                </a:cubicBezTo>
                <a:cubicBezTo>
                  <a:pt x="4300804" y="42672"/>
                  <a:pt x="4300576" y="24231"/>
                  <a:pt x="4299966" y="13259"/>
                </a:cubicBezTo>
                <a:close/>
                <a:moveTo>
                  <a:pt x="3747211" y="13259"/>
                </a:moveTo>
                <a:cubicBezTo>
                  <a:pt x="3755745" y="14478"/>
                  <a:pt x="3762756" y="15087"/>
                  <a:pt x="3768242" y="15087"/>
                </a:cubicBezTo>
                <a:lnTo>
                  <a:pt x="3783330" y="15087"/>
                </a:lnTo>
                <a:cubicBezTo>
                  <a:pt x="3786378" y="15087"/>
                  <a:pt x="3787902" y="15697"/>
                  <a:pt x="3787902" y="16916"/>
                </a:cubicBezTo>
                <a:cubicBezTo>
                  <a:pt x="3787902" y="18135"/>
                  <a:pt x="3786835" y="19659"/>
                  <a:pt x="3784702" y="21488"/>
                </a:cubicBezTo>
                <a:cubicBezTo>
                  <a:pt x="3779520" y="26365"/>
                  <a:pt x="3776929" y="33528"/>
                  <a:pt x="3776929" y="42977"/>
                </a:cubicBezTo>
                <a:lnTo>
                  <a:pt x="3776929" y="86868"/>
                </a:lnTo>
                <a:cubicBezTo>
                  <a:pt x="3808324" y="86258"/>
                  <a:pt x="3829050" y="85039"/>
                  <a:pt x="3839108" y="83210"/>
                </a:cubicBezTo>
                <a:lnTo>
                  <a:pt x="3839108" y="109271"/>
                </a:lnTo>
                <a:cubicBezTo>
                  <a:pt x="3826916" y="107137"/>
                  <a:pt x="3806190" y="106070"/>
                  <a:pt x="3776929" y="106070"/>
                </a:cubicBezTo>
                <a:lnTo>
                  <a:pt x="3776929" y="168249"/>
                </a:lnTo>
                <a:cubicBezTo>
                  <a:pt x="3802532" y="167945"/>
                  <a:pt x="3824783" y="166878"/>
                  <a:pt x="3843680" y="165049"/>
                </a:cubicBezTo>
                <a:lnTo>
                  <a:pt x="3843680" y="191567"/>
                </a:lnTo>
                <a:cubicBezTo>
                  <a:pt x="3832403" y="190347"/>
                  <a:pt x="3812895" y="189433"/>
                  <a:pt x="3785159" y="188823"/>
                </a:cubicBezTo>
                <a:lnTo>
                  <a:pt x="3785159" y="255117"/>
                </a:lnTo>
                <a:lnTo>
                  <a:pt x="3804361" y="255117"/>
                </a:lnTo>
                <a:cubicBezTo>
                  <a:pt x="3817772" y="255117"/>
                  <a:pt x="3829050" y="254355"/>
                  <a:pt x="3838194" y="252831"/>
                </a:cubicBezTo>
                <a:lnTo>
                  <a:pt x="3838194" y="277977"/>
                </a:lnTo>
                <a:cubicBezTo>
                  <a:pt x="3828136" y="275844"/>
                  <a:pt x="3816705" y="274777"/>
                  <a:pt x="3803904" y="274777"/>
                </a:cubicBezTo>
                <a:lnTo>
                  <a:pt x="3785159" y="274777"/>
                </a:lnTo>
                <a:lnTo>
                  <a:pt x="3785159" y="360731"/>
                </a:lnTo>
                <a:cubicBezTo>
                  <a:pt x="3827526" y="377495"/>
                  <a:pt x="3882542" y="385877"/>
                  <a:pt x="3950208" y="385877"/>
                </a:cubicBezTo>
                <a:cubicBezTo>
                  <a:pt x="3989832" y="385877"/>
                  <a:pt x="4030218" y="382829"/>
                  <a:pt x="4071366" y="376733"/>
                </a:cubicBezTo>
                <a:cubicBezTo>
                  <a:pt x="4067099" y="384962"/>
                  <a:pt x="4063898" y="395478"/>
                  <a:pt x="4061765" y="408279"/>
                </a:cubicBezTo>
                <a:cubicBezTo>
                  <a:pt x="4031894" y="409194"/>
                  <a:pt x="4005072" y="409651"/>
                  <a:pt x="3981298" y="409651"/>
                </a:cubicBezTo>
                <a:cubicBezTo>
                  <a:pt x="3898392" y="409651"/>
                  <a:pt x="3838803" y="404165"/>
                  <a:pt x="3802532" y="393192"/>
                </a:cubicBezTo>
                <a:cubicBezTo>
                  <a:pt x="3766261" y="382219"/>
                  <a:pt x="3735171" y="362559"/>
                  <a:pt x="3709263" y="334213"/>
                </a:cubicBezTo>
                <a:cubicBezTo>
                  <a:pt x="3704082" y="356768"/>
                  <a:pt x="3694786" y="383895"/>
                  <a:pt x="3681374" y="415595"/>
                </a:cubicBezTo>
                <a:cubicBezTo>
                  <a:pt x="3673145" y="411327"/>
                  <a:pt x="3663848" y="408889"/>
                  <a:pt x="3653485" y="408279"/>
                </a:cubicBezTo>
                <a:cubicBezTo>
                  <a:pt x="3680917" y="357378"/>
                  <a:pt x="3695395" y="297027"/>
                  <a:pt x="3696919" y="227228"/>
                </a:cubicBezTo>
                <a:cubicBezTo>
                  <a:pt x="3707587" y="230886"/>
                  <a:pt x="3716731" y="232867"/>
                  <a:pt x="3724351" y="233172"/>
                </a:cubicBezTo>
                <a:cubicBezTo>
                  <a:pt x="3728313" y="233477"/>
                  <a:pt x="3730295" y="235305"/>
                  <a:pt x="3730295" y="238658"/>
                </a:cubicBezTo>
                <a:cubicBezTo>
                  <a:pt x="3730295" y="240792"/>
                  <a:pt x="3729380" y="242773"/>
                  <a:pt x="3727552" y="244602"/>
                </a:cubicBezTo>
                <a:cubicBezTo>
                  <a:pt x="3724199" y="247955"/>
                  <a:pt x="3720084" y="267462"/>
                  <a:pt x="3715207" y="303123"/>
                </a:cubicBezTo>
                <a:cubicBezTo>
                  <a:pt x="3725875" y="322021"/>
                  <a:pt x="3741420" y="337261"/>
                  <a:pt x="3761842" y="348843"/>
                </a:cubicBezTo>
                <a:lnTo>
                  <a:pt x="3761842" y="188366"/>
                </a:lnTo>
                <a:cubicBezTo>
                  <a:pt x="3717341" y="188366"/>
                  <a:pt x="3682746" y="189433"/>
                  <a:pt x="3658057" y="191567"/>
                </a:cubicBezTo>
                <a:lnTo>
                  <a:pt x="3658057" y="165049"/>
                </a:lnTo>
                <a:cubicBezTo>
                  <a:pt x="3670554" y="166573"/>
                  <a:pt x="3701491" y="167640"/>
                  <a:pt x="3750869" y="168249"/>
                </a:cubicBezTo>
                <a:lnTo>
                  <a:pt x="3750869" y="105613"/>
                </a:lnTo>
                <a:cubicBezTo>
                  <a:pt x="3714902" y="105613"/>
                  <a:pt x="3690366" y="106832"/>
                  <a:pt x="3677260" y="109271"/>
                </a:cubicBezTo>
                <a:lnTo>
                  <a:pt x="3677260" y="83210"/>
                </a:lnTo>
                <a:cubicBezTo>
                  <a:pt x="3693719" y="85649"/>
                  <a:pt x="3718255" y="86868"/>
                  <a:pt x="3750869" y="86868"/>
                </a:cubicBezTo>
                <a:cubicBezTo>
                  <a:pt x="3750259" y="50292"/>
                  <a:pt x="3749040" y="25755"/>
                  <a:pt x="3747211" y="13259"/>
                </a:cubicBezTo>
                <a:close/>
                <a:moveTo>
                  <a:pt x="2471166" y="13259"/>
                </a:moveTo>
                <a:cubicBezTo>
                  <a:pt x="2480615" y="16611"/>
                  <a:pt x="2489149" y="18288"/>
                  <a:pt x="2496769" y="18288"/>
                </a:cubicBezTo>
                <a:lnTo>
                  <a:pt x="2508199" y="17831"/>
                </a:lnTo>
                <a:cubicBezTo>
                  <a:pt x="2512466" y="17831"/>
                  <a:pt x="2514600" y="19050"/>
                  <a:pt x="2514600" y="21488"/>
                </a:cubicBezTo>
                <a:cubicBezTo>
                  <a:pt x="2514600" y="23927"/>
                  <a:pt x="2513152" y="26136"/>
                  <a:pt x="2510257" y="28118"/>
                </a:cubicBezTo>
                <a:cubicBezTo>
                  <a:pt x="2507361" y="30099"/>
                  <a:pt x="2505151" y="33071"/>
                  <a:pt x="2503627" y="37033"/>
                </a:cubicBezTo>
                <a:cubicBezTo>
                  <a:pt x="2502103" y="40995"/>
                  <a:pt x="2501265" y="44272"/>
                  <a:pt x="2501112" y="46863"/>
                </a:cubicBezTo>
                <a:cubicBezTo>
                  <a:pt x="2500960" y="49454"/>
                  <a:pt x="2500884" y="59664"/>
                  <a:pt x="2500884" y="77495"/>
                </a:cubicBezTo>
                <a:cubicBezTo>
                  <a:pt x="2500884" y="95326"/>
                  <a:pt x="2499969" y="114300"/>
                  <a:pt x="2498141" y="134417"/>
                </a:cubicBezTo>
                <a:cubicBezTo>
                  <a:pt x="2576474" y="134417"/>
                  <a:pt x="2637587" y="133045"/>
                  <a:pt x="2681478" y="130302"/>
                </a:cubicBezTo>
                <a:lnTo>
                  <a:pt x="2681478" y="163677"/>
                </a:lnTo>
                <a:cubicBezTo>
                  <a:pt x="2633015" y="160629"/>
                  <a:pt x="2572055" y="159105"/>
                  <a:pt x="2498598" y="159105"/>
                </a:cubicBezTo>
                <a:cubicBezTo>
                  <a:pt x="2513228" y="207569"/>
                  <a:pt x="2537231" y="250545"/>
                  <a:pt x="2570607" y="288036"/>
                </a:cubicBezTo>
                <a:cubicBezTo>
                  <a:pt x="2603983" y="325526"/>
                  <a:pt x="2644902" y="355244"/>
                  <a:pt x="2693365" y="377190"/>
                </a:cubicBezTo>
                <a:cubicBezTo>
                  <a:pt x="2681173" y="384200"/>
                  <a:pt x="2671115" y="395021"/>
                  <a:pt x="2663190" y="409651"/>
                </a:cubicBezTo>
                <a:cubicBezTo>
                  <a:pt x="2582418" y="360883"/>
                  <a:pt x="2523897" y="291389"/>
                  <a:pt x="2487625" y="201168"/>
                </a:cubicBezTo>
                <a:cubicBezTo>
                  <a:pt x="2477262" y="246583"/>
                  <a:pt x="2458669" y="285369"/>
                  <a:pt x="2431847" y="317525"/>
                </a:cubicBezTo>
                <a:cubicBezTo>
                  <a:pt x="2405024" y="349682"/>
                  <a:pt x="2363571" y="380543"/>
                  <a:pt x="2307488" y="410108"/>
                </a:cubicBezTo>
                <a:cubicBezTo>
                  <a:pt x="2298954" y="398526"/>
                  <a:pt x="2289200" y="389991"/>
                  <a:pt x="2278228" y="384505"/>
                </a:cubicBezTo>
                <a:cubicBezTo>
                  <a:pt x="2394052" y="336347"/>
                  <a:pt x="2457755" y="261213"/>
                  <a:pt x="2469337" y="159105"/>
                </a:cubicBezTo>
                <a:cubicBezTo>
                  <a:pt x="2402586" y="159105"/>
                  <a:pt x="2346808" y="160629"/>
                  <a:pt x="2302002" y="163677"/>
                </a:cubicBezTo>
                <a:lnTo>
                  <a:pt x="2302002" y="130302"/>
                </a:lnTo>
                <a:cubicBezTo>
                  <a:pt x="2352903" y="133045"/>
                  <a:pt x="2409291" y="134417"/>
                  <a:pt x="2471166" y="134417"/>
                </a:cubicBezTo>
                <a:cubicBezTo>
                  <a:pt x="2471471" y="116433"/>
                  <a:pt x="2471699" y="94488"/>
                  <a:pt x="2471852" y="68580"/>
                </a:cubicBezTo>
                <a:cubicBezTo>
                  <a:pt x="2472004" y="42672"/>
                  <a:pt x="2471776" y="24231"/>
                  <a:pt x="2471166" y="13259"/>
                </a:cubicBezTo>
                <a:close/>
                <a:moveTo>
                  <a:pt x="1918411" y="13259"/>
                </a:moveTo>
                <a:cubicBezTo>
                  <a:pt x="1926946" y="14478"/>
                  <a:pt x="1933956" y="15087"/>
                  <a:pt x="1939442" y="15087"/>
                </a:cubicBezTo>
                <a:lnTo>
                  <a:pt x="1954530" y="15087"/>
                </a:lnTo>
                <a:cubicBezTo>
                  <a:pt x="1957578" y="15087"/>
                  <a:pt x="1959102" y="15697"/>
                  <a:pt x="1959102" y="16916"/>
                </a:cubicBezTo>
                <a:cubicBezTo>
                  <a:pt x="1959102" y="18135"/>
                  <a:pt x="1958035" y="19659"/>
                  <a:pt x="1955902" y="21488"/>
                </a:cubicBezTo>
                <a:cubicBezTo>
                  <a:pt x="1950720" y="26365"/>
                  <a:pt x="1948129" y="33528"/>
                  <a:pt x="1948129" y="42977"/>
                </a:cubicBezTo>
                <a:lnTo>
                  <a:pt x="1948129" y="86868"/>
                </a:lnTo>
                <a:cubicBezTo>
                  <a:pt x="1979523" y="86258"/>
                  <a:pt x="2000250" y="85039"/>
                  <a:pt x="2010308" y="83210"/>
                </a:cubicBezTo>
                <a:lnTo>
                  <a:pt x="2010308" y="109271"/>
                </a:lnTo>
                <a:cubicBezTo>
                  <a:pt x="1998116" y="107137"/>
                  <a:pt x="1977390" y="106070"/>
                  <a:pt x="1948129" y="106070"/>
                </a:cubicBezTo>
                <a:lnTo>
                  <a:pt x="1948129" y="168249"/>
                </a:lnTo>
                <a:cubicBezTo>
                  <a:pt x="1973732" y="167945"/>
                  <a:pt x="1995983" y="166878"/>
                  <a:pt x="2014880" y="165049"/>
                </a:cubicBezTo>
                <a:lnTo>
                  <a:pt x="2014880" y="191567"/>
                </a:lnTo>
                <a:cubicBezTo>
                  <a:pt x="2003603" y="190347"/>
                  <a:pt x="1984095" y="189433"/>
                  <a:pt x="1956359" y="188823"/>
                </a:cubicBezTo>
                <a:lnTo>
                  <a:pt x="1956359" y="255117"/>
                </a:lnTo>
                <a:lnTo>
                  <a:pt x="1975561" y="255117"/>
                </a:lnTo>
                <a:cubicBezTo>
                  <a:pt x="1988972" y="255117"/>
                  <a:pt x="2000250" y="254355"/>
                  <a:pt x="2009394" y="252831"/>
                </a:cubicBezTo>
                <a:lnTo>
                  <a:pt x="2009394" y="277977"/>
                </a:lnTo>
                <a:cubicBezTo>
                  <a:pt x="1999336" y="275844"/>
                  <a:pt x="1987906" y="274777"/>
                  <a:pt x="1975104" y="274777"/>
                </a:cubicBezTo>
                <a:lnTo>
                  <a:pt x="1956359" y="274777"/>
                </a:lnTo>
                <a:lnTo>
                  <a:pt x="1956359" y="360731"/>
                </a:lnTo>
                <a:cubicBezTo>
                  <a:pt x="1998726" y="377495"/>
                  <a:pt x="2053742" y="385877"/>
                  <a:pt x="2121408" y="385877"/>
                </a:cubicBezTo>
                <a:cubicBezTo>
                  <a:pt x="2161032" y="385877"/>
                  <a:pt x="2201418" y="382829"/>
                  <a:pt x="2242566" y="376733"/>
                </a:cubicBezTo>
                <a:cubicBezTo>
                  <a:pt x="2238299" y="384962"/>
                  <a:pt x="2235098" y="395478"/>
                  <a:pt x="2232965" y="408279"/>
                </a:cubicBezTo>
                <a:cubicBezTo>
                  <a:pt x="2203094" y="409194"/>
                  <a:pt x="2176272" y="409651"/>
                  <a:pt x="2152498" y="409651"/>
                </a:cubicBezTo>
                <a:cubicBezTo>
                  <a:pt x="2069592" y="409651"/>
                  <a:pt x="2010004" y="404165"/>
                  <a:pt x="1973732" y="393192"/>
                </a:cubicBezTo>
                <a:cubicBezTo>
                  <a:pt x="1937461" y="382219"/>
                  <a:pt x="1906372" y="362559"/>
                  <a:pt x="1880464" y="334213"/>
                </a:cubicBezTo>
                <a:cubicBezTo>
                  <a:pt x="1875282" y="356768"/>
                  <a:pt x="1865986" y="383895"/>
                  <a:pt x="1852574" y="415595"/>
                </a:cubicBezTo>
                <a:cubicBezTo>
                  <a:pt x="1844345" y="411327"/>
                  <a:pt x="1835049" y="408889"/>
                  <a:pt x="1824685" y="408279"/>
                </a:cubicBezTo>
                <a:cubicBezTo>
                  <a:pt x="1852117" y="357378"/>
                  <a:pt x="1866595" y="297027"/>
                  <a:pt x="1868119" y="227228"/>
                </a:cubicBezTo>
                <a:cubicBezTo>
                  <a:pt x="1878787" y="230886"/>
                  <a:pt x="1887931" y="232867"/>
                  <a:pt x="1895551" y="233172"/>
                </a:cubicBezTo>
                <a:cubicBezTo>
                  <a:pt x="1899514" y="233477"/>
                  <a:pt x="1901495" y="235305"/>
                  <a:pt x="1901495" y="238658"/>
                </a:cubicBezTo>
                <a:cubicBezTo>
                  <a:pt x="1901495" y="240792"/>
                  <a:pt x="1900580" y="242773"/>
                  <a:pt x="1898752" y="244602"/>
                </a:cubicBezTo>
                <a:cubicBezTo>
                  <a:pt x="1895399" y="247955"/>
                  <a:pt x="1891284" y="267462"/>
                  <a:pt x="1886407" y="303123"/>
                </a:cubicBezTo>
                <a:cubicBezTo>
                  <a:pt x="1897075" y="322021"/>
                  <a:pt x="1912620" y="337261"/>
                  <a:pt x="1933042" y="348843"/>
                </a:cubicBezTo>
                <a:lnTo>
                  <a:pt x="1933042" y="188366"/>
                </a:lnTo>
                <a:cubicBezTo>
                  <a:pt x="1888541" y="188366"/>
                  <a:pt x="1853946" y="189433"/>
                  <a:pt x="1829257" y="191567"/>
                </a:cubicBezTo>
                <a:lnTo>
                  <a:pt x="1829257" y="165049"/>
                </a:lnTo>
                <a:cubicBezTo>
                  <a:pt x="1841754" y="166573"/>
                  <a:pt x="1872691" y="167640"/>
                  <a:pt x="1922069" y="168249"/>
                </a:cubicBezTo>
                <a:lnTo>
                  <a:pt x="1922069" y="105613"/>
                </a:lnTo>
                <a:cubicBezTo>
                  <a:pt x="1886103" y="105613"/>
                  <a:pt x="1861566" y="106832"/>
                  <a:pt x="1848460" y="109271"/>
                </a:cubicBezTo>
                <a:lnTo>
                  <a:pt x="1848460" y="83210"/>
                </a:lnTo>
                <a:cubicBezTo>
                  <a:pt x="1864919" y="85649"/>
                  <a:pt x="1889455" y="86868"/>
                  <a:pt x="1922069" y="86868"/>
                </a:cubicBezTo>
                <a:cubicBezTo>
                  <a:pt x="1921459" y="50292"/>
                  <a:pt x="1920240" y="25755"/>
                  <a:pt x="1918411" y="13259"/>
                </a:cubicBezTo>
                <a:close/>
                <a:moveTo>
                  <a:pt x="3931463" y="12344"/>
                </a:moveTo>
                <a:cubicBezTo>
                  <a:pt x="3936644" y="14173"/>
                  <a:pt x="3946855" y="15087"/>
                  <a:pt x="3962095" y="15087"/>
                </a:cubicBezTo>
                <a:cubicBezTo>
                  <a:pt x="3964838" y="15087"/>
                  <a:pt x="3966210" y="15926"/>
                  <a:pt x="3966210" y="17602"/>
                </a:cubicBezTo>
                <a:cubicBezTo>
                  <a:pt x="3966210" y="19278"/>
                  <a:pt x="3964991" y="21031"/>
                  <a:pt x="3962552" y="22860"/>
                </a:cubicBezTo>
                <a:cubicBezTo>
                  <a:pt x="3957980" y="25908"/>
                  <a:pt x="3956152" y="50139"/>
                  <a:pt x="3957066" y="95555"/>
                </a:cubicBezTo>
                <a:cubicBezTo>
                  <a:pt x="4003700" y="95555"/>
                  <a:pt x="4035400" y="94640"/>
                  <a:pt x="4052163" y="92811"/>
                </a:cubicBezTo>
                <a:lnTo>
                  <a:pt x="4052163" y="117500"/>
                </a:lnTo>
                <a:cubicBezTo>
                  <a:pt x="4032656" y="115367"/>
                  <a:pt x="4007053" y="114300"/>
                  <a:pt x="3975354" y="114300"/>
                </a:cubicBezTo>
                <a:lnTo>
                  <a:pt x="3957523" y="114300"/>
                </a:lnTo>
                <a:cubicBezTo>
                  <a:pt x="3959352" y="160020"/>
                  <a:pt x="3964534" y="199034"/>
                  <a:pt x="3973068" y="231343"/>
                </a:cubicBezTo>
                <a:cubicBezTo>
                  <a:pt x="3988918" y="202997"/>
                  <a:pt x="4000348" y="174650"/>
                  <a:pt x="4007358" y="146304"/>
                </a:cubicBezTo>
                <a:cubicBezTo>
                  <a:pt x="4015587" y="150876"/>
                  <a:pt x="4024732" y="155143"/>
                  <a:pt x="4034790" y="159105"/>
                </a:cubicBezTo>
                <a:cubicBezTo>
                  <a:pt x="4037838" y="160325"/>
                  <a:pt x="4039362" y="162001"/>
                  <a:pt x="4039362" y="164135"/>
                </a:cubicBezTo>
                <a:cubicBezTo>
                  <a:pt x="4039362" y="166268"/>
                  <a:pt x="4038448" y="167945"/>
                  <a:pt x="4036619" y="169164"/>
                </a:cubicBezTo>
                <a:cubicBezTo>
                  <a:pt x="4030827" y="171907"/>
                  <a:pt x="4026103" y="177393"/>
                  <a:pt x="4022445" y="185623"/>
                </a:cubicBezTo>
                <a:cubicBezTo>
                  <a:pt x="4010253" y="212141"/>
                  <a:pt x="3997300" y="237439"/>
                  <a:pt x="3983584" y="261518"/>
                </a:cubicBezTo>
                <a:cubicBezTo>
                  <a:pt x="3999128" y="296875"/>
                  <a:pt x="4010558" y="314553"/>
                  <a:pt x="4017874" y="314553"/>
                </a:cubicBezTo>
                <a:cubicBezTo>
                  <a:pt x="4023969" y="314553"/>
                  <a:pt x="4028389" y="301752"/>
                  <a:pt x="4031132" y="276149"/>
                </a:cubicBezTo>
                <a:cubicBezTo>
                  <a:pt x="4038448" y="282549"/>
                  <a:pt x="4045915" y="287426"/>
                  <a:pt x="4053535" y="290779"/>
                </a:cubicBezTo>
                <a:cubicBezTo>
                  <a:pt x="4040429" y="327050"/>
                  <a:pt x="4028237" y="345186"/>
                  <a:pt x="4016959" y="345186"/>
                </a:cubicBezTo>
                <a:cubicBezTo>
                  <a:pt x="4013911" y="345186"/>
                  <a:pt x="4009949" y="343128"/>
                  <a:pt x="4005072" y="339014"/>
                </a:cubicBezTo>
                <a:cubicBezTo>
                  <a:pt x="4000195" y="334899"/>
                  <a:pt x="3994099" y="328041"/>
                  <a:pt x="3986784" y="318440"/>
                </a:cubicBezTo>
                <a:cubicBezTo>
                  <a:pt x="3979469" y="308838"/>
                  <a:pt x="3973220" y="299009"/>
                  <a:pt x="3968039" y="288950"/>
                </a:cubicBezTo>
                <a:cubicBezTo>
                  <a:pt x="3954323" y="312115"/>
                  <a:pt x="3938016" y="333451"/>
                  <a:pt x="3919118" y="352958"/>
                </a:cubicBezTo>
                <a:cubicBezTo>
                  <a:pt x="3910584" y="345033"/>
                  <a:pt x="3899459" y="340614"/>
                  <a:pt x="3885743" y="339699"/>
                </a:cubicBezTo>
                <a:cubicBezTo>
                  <a:pt x="3913175" y="322021"/>
                  <a:pt x="3937102" y="295199"/>
                  <a:pt x="3957523" y="259232"/>
                </a:cubicBezTo>
                <a:cubicBezTo>
                  <a:pt x="3943198" y="210159"/>
                  <a:pt x="3935273" y="161849"/>
                  <a:pt x="3933749" y="114300"/>
                </a:cubicBezTo>
                <a:lnTo>
                  <a:pt x="3881171" y="114300"/>
                </a:lnTo>
                <a:lnTo>
                  <a:pt x="3881171" y="273863"/>
                </a:lnTo>
                <a:cubicBezTo>
                  <a:pt x="3895496" y="264109"/>
                  <a:pt x="3907841" y="252679"/>
                  <a:pt x="3918204" y="239573"/>
                </a:cubicBezTo>
                <a:cubicBezTo>
                  <a:pt x="3917899" y="240182"/>
                  <a:pt x="3922624" y="248107"/>
                  <a:pt x="3932377" y="263347"/>
                </a:cubicBezTo>
                <a:cubicBezTo>
                  <a:pt x="3903421" y="284683"/>
                  <a:pt x="3879190" y="305714"/>
                  <a:pt x="3859682" y="326441"/>
                </a:cubicBezTo>
                <a:cubicBezTo>
                  <a:pt x="3855415" y="320040"/>
                  <a:pt x="3848862" y="313487"/>
                  <a:pt x="3840023" y="306781"/>
                </a:cubicBezTo>
                <a:cubicBezTo>
                  <a:pt x="3852215" y="295808"/>
                  <a:pt x="3858311" y="278892"/>
                  <a:pt x="3858311" y="256032"/>
                </a:cubicBezTo>
                <a:lnTo>
                  <a:pt x="3858311" y="146304"/>
                </a:lnTo>
                <a:cubicBezTo>
                  <a:pt x="3858311" y="117957"/>
                  <a:pt x="3858006" y="100127"/>
                  <a:pt x="3857396" y="92811"/>
                </a:cubicBezTo>
                <a:cubicBezTo>
                  <a:pt x="3870503" y="94031"/>
                  <a:pt x="3895801" y="94945"/>
                  <a:pt x="3933292" y="95555"/>
                </a:cubicBezTo>
                <a:close/>
                <a:moveTo>
                  <a:pt x="2102663" y="12344"/>
                </a:moveTo>
                <a:cubicBezTo>
                  <a:pt x="2107844" y="14173"/>
                  <a:pt x="2118055" y="15087"/>
                  <a:pt x="2133295" y="15087"/>
                </a:cubicBezTo>
                <a:cubicBezTo>
                  <a:pt x="2136038" y="15087"/>
                  <a:pt x="2137410" y="15926"/>
                  <a:pt x="2137410" y="17602"/>
                </a:cubicBezTo>
                <a:cubicBezTo>
                  <a:pt x="2137410" y="19278"/>
                  <a:pt x="2136191" y="21031"/>
                  <a:pt x="2133752" y="22860"/>
                </a:cubicBezTo>
                <a:cubicBezTo>
                  <a:pt x="2129180" y="25908"/>
                  <a:pt x="2127352" y="50139"/>
                  <a:pt x="2128266" y="95555"/>
                </a:cubicBezTo>
                <a:cubicBezTo>
                  <a:pt x="2174900" y="95555"/>
                  <a:pt x="2206600" y="94640"/>
                  <a:pt x="2223364" y="92811"/>
                </a:cubicBezTo>
                <a:lnTo>
                  <a:pt x="2223364" y="117500"/>
                </a:lnTo>
                <a:cubicBezTo>
                  <a:pt x="2203856" y="115367"/>
                  <a:pt x="2178253" y="114300"/>
                  <a:pt x="2146554" y="114300"/>
                </a:cubicBezTo>
                <a:lnTo>
                  <a:pt x="2128723" y="114300"/>
                </a:lnTo>
                <a:cubicBezTo>
                  <a:pt x="2130552" y="160020"/>
                  <a:pt x="2135734" y="199034"/>
                  <a:pt x="2144268" y="231343"/>
                </a:cubicBezTo>
                <a:cubicBezTo>
                  <a:pt x="2160118" y="202997"/>
                  <a:pt x="2171548" y="174650"/>
                  <a:pt x="2178558" y="146304"/>
                </a:cubicBezTo>
                <a:cubicBezTo>
                  <a:pt x="2186788" y="150876"/>
                  <a:pt x="2195932" y="155143"/>
                  <a:pt x="2205990" y="159105"/>
                </a:cubicBezTo>
                <a:cubicBezTo>
                  <a:pt x="2209038" y="160325"/>
                  <a:pt x="2210562" y="162001"/>
                  <a:pt x="2210562" y="164135"/>
                </a:cubicBezTo>
                <a:cubicBezTo>
                  <a:pt x="2210562" y="166268"/>
                  <a:pt x="2209648" y="167945"/>
                  <a:pt x="2207819" y="169164"/>
                </a:cubicBezTo>
                <a:cubicBezTo>
                  <a:pt x="2202028" y="171907"/>
                  <a:pt x="2197303" y="177393"/>
                  <a:pt x="2193646" y="185623"/>
                </a:cubicBezTo>
                <a:cubicBezTo>
                  <a:pt x="2181454" y="212141"/>
                  <a:pt x="2168500" y="237439"/>
                  <a:pt x="2154784" y="261518"/>
                </a:cubicBezTo>
                <a:cubicBezTo>
                  <a:pt x="2170328" y="296875"/>
                  <a:pt x="2181758" y="314553"/>
                  <a:pt x="2189074" y="314553"/>
                </a:cubicBezTo>
                <a:cubicBezTo>
                  <a:pt x="2195170" y="314553"/>
                  <a:pt x="2199589" y="301752"/>
                  <a:pt x="2202332" y="276149"/>
                </a:cubicBezTo>
                <a:cubicBezTo>
                  <a:pt x="2209648" y="282549"/>
                  <a:pt x="2217115" y="287426"/>
                  <a:pt x="2224735" y="290779"/>
                </a:cubicBezTo>
                <a:cubicBezTo>
                  <a:pt x="2211629" y="327050"/>
                  <a:pt x="2199437" y="345186"/>
                  <a:pt x="2188159" y="345186"/>
                </a:cubicBezTo>
                <a:cubicBezTo>
                  <a:pt x="2185111" y="345186"/>
                  <a:pt x="2181149" y="343128"/>
                  <a:pt x="2176272" y="339014"/>
                </a:cubicBezTo>
                <a:cubicBezTo>
                  <a:pt x="2171395" y="334899"/>
                  <a:pt x="2165299" y="328041"/>
                  <a:pt x="2157984" y="318440"/>
                </a:cubicBezTo>
                <a:cubicBezTo>
                  <a:pt x="2150669" y="308838"/>
                  <a:pt x="2144420" y="299009"/>
                  <a:pt x="2139239" y="288950"/>
                </a:cubicBezTo>
                <a:cubicBezTo>
                  <a:pt x="2125523" y="312115"/>
                  <a:pt x="2109216" y="333451"/>
                  <a:pt x="2090318" y="352958"/>
                </a:cubicBezTo>
                <a:cubicBezTo>
                  <a:pt x="2081784" y="345033"/>
                  <a:pt x="2070659" y="340614"/>
                  <a:pt x="2056943" y="339699"/>
                </a:cubicBezTo>
                <a:cubicBezTo>
                  <a:pt x="2084375" y="322021"/>
                  <a:pt x="2108302" y="295199"/>
                  <a:pt x="2128723" y="259232"/>
                </a:cubicBezTo>
                <a:cubicBezTo>
                  <a:pt x="2114398" y="210159"/>
                  <a:pt x="2106473" y="161849"/>
                  <a:pt x="2104949" y="114300"/>
                </a:cubicBezTo>
                <a:lnTo>
                  <a:pt x="2052371" y="114300"/>
                </a:lnTo>
                <a:lnTo>
                  <a:pt x="2052371" y="273863"/>
                </a:lnTo>
                <a:cubicBezTo>
                  <a:pt x="2066697" y="264109"/>
                  <a:pt x="2079041" y="252679"/>
                  <a:pt x="2089404" y="239573"/>
                </a:cubicBezTo>
                <a:cubicBezTo>
                  <a:pt x="2089099" y="240182"/>
                  <a:pt x="2093823" y="248107"/>
                  <a:pt x="2103577" y="263347"/>
                </a:cubicBezTo>
                <a:cubicBezTo>
                  <a:pt x="2074621" y="284683"/>
                  <a:pt x="2050390" y="305714"/>
                  <a:pt x="2030882" y="326441"/>
                </a:cubicBezTo>
                <a:cubicBezTo>
                  <a:pt x="2026615" y="320040"/>
                  <a:pt x="2020062" y="313487"/>
                  <a:pt x="2011223" y="306781"/>
                </a:cubicBezTo>
                <a:cubicBezTo>
                  <a:pt x="2023415" y="295808"/>
                  <a:pt x="2029511" y="278892"/>
                  <a:pt x="2029511" y="256032"/>
                </a:cubicBezTo>
                <a:lnTo>
                  <a:pt x="2029511" y="146304"/>
                </a:lnTo>
                <a:cubicBezTo>
                  <a:pt x="2029511" y="117957"/>
                  <a:pt x="2029206" y="100127"/>
                  <a:pt x="2028596" y="92811"/>
                </a:cubicBezTo>
                <a:cubicBezTo>
                  <a:pt x="2041703" y="94031"/>
                  <a:pt x="2067001" y="94945"/>
                  <a:pt x="2104492" y="95555"/>
                </a:cubicBezTo>
                <a:close/>
                <a:moveTo>
                  <a:pt x="1088136" y="8687"/>
                </a:moveTo>
                <a:cubicBezTo>
                  <a:pt x="1101852" y="10515"/>
                  <a:pt x="1115263" y="11430"/>
                  <a:pt x="1128370" y="11430"/>
                </a:cubicBezTo>
                <a:cubicBezTo>
                  <a:pt x="1133856" y="11430"/>
                  <a:pt x="1136599" y="12725"/>
                  <a:pt x="1136599" y="15316"/>
                </a:cubicBezTo>
                <a:cubicBezTo>
                  <a:pt x="1136599" y="17907"/>
                  <a:pt x="1135075" y="19812"/>
                  <a:pt x="1132027" y="21031"/>
                </a:cubicBezTo>
                <a:cubicBezTo>
                  <a:pt x="1128979" y="22250"/>
                  <a:pt x="1126541" y="24536"/>
                  <a:pt x="1124712" y="27889"/>
                </a:cubicBezTo>
                <a:cubicBezTo>
                  <a:pt x="1122883" y="31242"/>
                  <a:pt x="1121969" y="34290"/>
                  <a:pt x="1121969" y="37033"/>
                </a:cubicBezTo>
                <a:lnTo>
                  <a:pt x="1121969" y="83210"/>
                </a:lnTo>
                <a:cubicBezTo>
                  <a:pt x="1187806" y="82905"/>
                  <a:pt x="1235507" y="81077"/>
                  <a:pt x="1265072" y="77724"/>
                </a:cubicBezTo>
                <a:cubicBezTo>
                  <a:pt x="1262939" y="90221"/>
                  <a:pt x="1261872" y="107442"/>
                  <a:pt x="1261872" y="129387"/>
                </a:cubicBezTo>
                <a:lnTo>
                  <a:pt x="1261872" y="264261"/>
                </a:lnTo>
                <a:cubicBezTo>
                  <a:pt x="1261872" y="285902"/>
                  <a:pt x="1263396" y="307695"/>
                  <a:pt x="1266444" y="329641"/>
                </a:cubicBezTo>
                <a:lnTo>
                  <a:pt x="1233068" y="329641"/>
                </a:lnTo>
                <a:lnTo>
                  <a:pt x="1233068" y="296723"/>
                </a:lnTo>
                <a:lnTo>
                  <a:pt x="1121969" y="296723"/>
                </a:lnTo>
                <a:lnTo>
                  <a:pt x="1121969" y="360731"/>
                </a:lnTo>
                <a:cubicBezTo>
                  <a:pt x="1121969" y="370789"/>
                  <a:pt x="1122959" y="378104"/>
                  <a:pt x="1124941" y="382676"/>
                </a:cubicBezTo>
                <a:cubicBezTo>
                  <a:pt x="1126922" y="387248"/>
                  <a:pt x="1131265" y="390525"/>
                  <a:pt x="1137971" y="392506"/>
                </a:cubicBezTo>
                <a:cubicBezTo>
                  <a:pt x="1144677" y="394487"/>
                  <a:pt x="1155497" y="395478"/>
                  <a:pt x="1170432" y="395478"/>
                </a:cubicBezTo>
                <a:lnTo>
                  <a:pt x="1242670" y="395021"/>
                </a:lnTo>
                <a:cubicBezTo>
                  <a:pt x="1260958" y="395021"/>
                  <a:pt x="1273226" y="389534"/>
                  <a:pt x="1279474" y="378561"/>
                </a:cubicBezTo>
                <a:cubicBezTo>
                  <a:pt x="1285723" y="367589"/>
                  <a:pt x="1290218" y="350977"/>
                  <a:pt x="1292962" y="328727"/>
                </a:cubicBezTo>
                <a:cubicBezTo>
                  <a:pt x="1299972" y="336956"/>
                  <a:pt x="1310335" y="343205"/>
                  <a:pt x="1324051" y="347472"/>
                </a:cubicBezTo>
                <a:cubicBezTo>
                  <a:pt x="1316736" y="375818"/>
                  <a:pt x="1307668" y="395325"/>
                  <a:pt x="1296848" y="405993"/>
                </a:cubicBezTo>
                <a:cubicBezTo>
                  <a:pt x="1286027" y="416661"/>
                  <a:pt x="1268120" y="421995"/>
                  <a:pt x="1243127" y="421995"/>
                </a:cubicBezTo>
                <a:lnTo>
                  <a:pt x="1170889" y="421538"/>
                </a:lnTo>
                <a:cubicBezTo>
                  <a:pt x="1146810" y="421538"/>
                  <a:pt x="1129436" y="419862"/>
                  <a:pt x="1118768" y="416509"/>
                </a:cubicBezTo>
                <a:cubicBezTo>
                  <a:pt x="1108100" y="413156"/>
                  <a:pt x="1101166" y="407289"/>
                  <a:pt x="1097966" y="398907"/>
                </a:cubicBezTo>
                <a:cubicBezTo>
                  <a:pt x="1094765" y="390525"/>
                  <a:pt x="1093165" y="376885"/>
                  <a:pt x="1093165" y="357987"/>
                </a:cubicBezTo>
                <a:lnTo>
                  <a:pt x="1093165" y="296723"/>
                </a:lnTo>
                <a:lnTo>
                  <a:pt x="979322" y="296723"/>
                </a:lnTo>
                <a:lnTo>
                  <a:pt x="979322" y="338785"/>
                </a:lnTo>
                <a:lnTo>
                  <a:pt x="947318" y="338785"/>
                </a:lnTo>
                <a:cubicBezTo>
                  <a:pt x="950671" y="316839"/>
                  <a:pt x="952348" y="293522"/>
                  <a:pt x="952348" y="268833"/>
                </a:cubicBezTo>
                <a:lnTo>
                  <a:pt x="952348" y="129387"/>
                </a:lnTo>
                <a:cubicBezTo>
                  <a:pt x="952348" y="109271"/>
                  <a:pt x="951281" y="92049"/>
                  <a:pt x="949147" y="77724"/>
                </a:cubicBezTo>
                <a:cubicBezTo>
                  <a:pt x="980237" y="81077"/>
                  <a:pt x="1028243" y="82905"/>
                  <a:pt x="1093165" y="83210"/>
                </a:cubicBezTo>
                <a:cubicBezTo>
                  <a:pt x="1093165" y="49377"/>
                  <a:pt x="1091489" y="24536"/>
                  <a:pt x="1088136" y="8687"/>
                </a:cubicBezTo>
                <a:close/>
                <a:moveTo>
                  <a:pt x="1599286" y="2743"/>
                </a:moveTo>
                <a:cubicBezTo>
                  <a:pt x="1616050" y="25908"/>
                  <a:pt x="1629766" y="47091"/>
                  <a:pt x="1640434" y="66294"/>
                </a:cubicBezTo>
                <a:cubicBezTo>
                  <a:pt x="1696517" y="66294"/>
                  <a:pt x="1739494" y="65075"/>
                  <a:pt x="1769364" y="62636"/>
                </a:cubicBezTo>
                <a:lnTo>
                  <a:pt x="1769364" y="90983"/>
                </a:lnTo>
                <a:cubicBezTo>
                  <a:pt x="1744370" y="88544"/>
                  <a:pt x="1690268" y="87325"/>
                  <a:pt x="1607058" y="87325"/>
                </a:cubicBezTo>
                <a:cubicBezTo>
                  <a:pt x="1599438" y="95859"/>
                  <a:pt x="1577492" y="127711"/>
                  <a:pt x="1541221" y="182880"/>
                </a:cubicBezTo>
                <a:lnTo>
                  <a:pt x="1694383" y="176936"/>
                </a:lnTo>
                <a:cubicBezTo>
                  <a:pt x="1681582" y="161391"/>
                  <a:pt x="1668018" y="147371"/>
                  <a:pt x="1653692" y="134874"/>
                </a:cubicBezTo>
                <a:lnTo>
                  <a:pt x="1673809" y="118872"/>
                </a:lnTo>
                <a:cubicBezTo>
                  <a:pt x="1700936" y="143561"/>
                  <a:pt x="1728673" y="175412"/>
                  <a:pt x="1757020" y="214427"/>
                </a:cubicBezTo>
                <a:lnTo>
                  <a:pt x="1733245" y="231343"/>
                </a:lnTo>
                <a:cubicBezTo>
                  <a:pt x="1726845" y="220980"/>
                  <a:pt x="1719224" y="209550"/>
                  <a:pt x="1710385" y="197053"/>
                </a:cubicBezTo>
                <a:cubicBezTo>
                  <a:pt x="1579016" y="204368"/>
                  <a:pt x="1510741" y="210312"/>
                  <a:pt x="1505560" y="214884"/>
                </a:cubicBezTo>
                <a:cubicBezTo>
                  <a:pt x="1503121" y="205740"/>
                  <a:pt x="1499768" y="196596"/>
                  <a:pt x="1495501" y="187452"/>
                </a:cubicBezTo>
                <a:cubicBezTo>
                  <a:pt x="1502512" y="185013"/>
                  <a:pt x="1509598" y="180289"/>
                  <a:pt x="1516761" y="173279"/>
                </a:cubicBezTo>
                <a:cubicBezTo>
                  <a:pt x="1523924" y="166268"/>
                  <a:pt x="1533982" y="153619"/>
                  <a:pt x="1546936" y="135331"/>
                </a:cubicBezTo>
                <a:cubicBezTo>
                  <a:pt x="1559890" y="117043"/>
                  <a:pt x="1569568" y="101193"/>
                  <a:pt x="1575968" y="87782"/>
                </a:cubicBezTo>
                <a:cubicBezTo>
                  <a:pt x="1543355" y="87782"/>
                  <a:pt x="1515923" y="88849"/>
                  <a:pt x="1493672" y="90983"/>
                </a:cubicBezTo>
                <a:lnTo>
                  <a:pt x="1493672" y="62636"/>
                </a:lnTo>
                <a:cubicBezTo>
                  <a:pt x="1522019" y="65075"/>
                  <a:pt x="1561186" y="66294"/>
                  <a:pt x="1611173" y="66294"/>
                </a:cubicBezTo>
                <a:cubicBezTo>
                  <a:pt x="1602334" y="51663"/>
                  <a:pt x="1590599" y="35814"/>
                  <a:pt x="1575968" y="18745"/>
                </a:cubicBezTo>
                <a:close/>
                <a:moveTo>
                  <a:pt x="645566" y="0"/>
                </a:moveTo>
                <a:cubicBezTo>
                  <a:pt x="659892" y="5486"/>
                  <a:pt x="671779" y="8991"/>
                  <a:pt x="681228" y="10515"/>
                </a:cubicBezTo>
                <a:cubicBezTo>
                  <a:pt x="686714" y="11735"/>
                  <a:pt x="689458" y="13487"/>
                  <a:pt x="689458" y="15773"/>
                </a:cubicBezTo>
                <a:cubicBezTo>
                  <a:pt x="689458" y="18059"/>
                  <a:pt x="686257" y="20345"/>
                  <a:pt x="679856" y="22631"/>
                </a:cubicBezTo>
                <a:cubicBezTo>
                  <a:pt x="673456" y="24917"/>
                  <a:pt x="659435" y="42062"/>
                  <a:pt x="637794" y="74066"/>
                </a:cubicBezTo>
                <a:lnTo>
                  <a:pt x="696773" y="74066"/>
                </a:lnTo>
                <a:cubicBezTo>
                  <a:pt x="770230" y="74066"/>
                  <a:pt x="815340" y="71933"/>
                  <a:pt x="832104" y="67665"/>
                </a:cubicBezTo>
                <a:cubicBezTo>
                  <a:pt x="829970" y="79248"/>
                  <a:pt x="828904" y="107899"/>
                  <a:pt x="828904" y="153619"/>
                </a:cubicBezTo>
                <a:lnTo>
                  <a:pt x="828904" y="373075"/>
                </a:lnTo>
                <a:cubicBezTo>
                  <a:pt x="828904" y="383438"/>
                  <a:pt x="826922" y="391287"/>
                  <a:pt x="822960" y="396621"/>
                </a:cubicBezTo>
                <a:cubicBezTo>
                  <a:pt x="818998" y="401955"/>
                  <a:pt x="810158" y="406070"/>
                  <a:pt x="796442" y="408965"/>
                </a:cubicBezTo>
                <a:cubicBezTo>
                  <a:pt x="782727" y="411861"/>
                  <a:pt x="761238" y="413461"/>
                  <a:pt x="731977" y="413766"/>
                </a:cubicBezTo>
                <a:cubicBezTo>
                  <a:pt x="732892" y="400050"/>
                  <a:pt x="728015" y="387858"/>
                  <a:pt x="717347" y="377190"/>
                </a:cubicBezTo>
                <a:cubicBezTo>
                  <a:pt x="740207" y="380543"/>
                  <a:pt x="757733" y="382219"/>
                  <a:pt x="769925" y="382219"/>
                </a:cubicBezTo>
                <a:cubicBezTo>
                  <a:pt x="782117" y="382219"/>
                  <a:pt x="790042" y="380390"/>
                  <a:pt x="793699" y="376733"/>
                </a:cubicBezTo>
                <a:cubicBezTo>
                  <a:pt x="797357" y="373075"/>
                  <a:pt x="799186" y="366827"/>
                  <a:pt x="799186" y="357987"/>
                </a:cubicBezTo>
                <a:lnTo>
                  <a:pt x="799186" y="96469"/>
                </a:lnTo>
                <a:lnTo>
                  <a:pt x="520294" y="96469"/>
                </a:lnTo>
                <a:lnTo>
                  <a:pt x="520294" y="414680"/>
                </a:lnTo>
                <a:lnTo>
                  <a:pt x="486004" y="414680"/>
                </a:lnTo>
                <a:cubicBezTo>
                  <a:pt x="489356" y="382981"/>
                  <a:pt x="491033" y="346405"/>
                  <a:pt x="491033" y="304952"/>
                </a:cubicBezTo>
                <a:lnTo>
                  <a:pt x="491033" y="153619"/>
                </a:lnTo>
                <a:cubicBezTo>
                  <a:pt x="491033" y="118567"/>
                  <a:pt x="489814" y="89916"/>
                  <a:pt x="487375" y="67665"/>
                </a:cubicBezTo>
                <a:cubicBezTo>
                  <a:pt x="498958" y="71933"/>
                  <a:pt x="521360" y="74066"/>
                  <a:pt x="554584" y="74066"/>
                </a:cubicBezTo>
                <a:lnTo>
                  <a:pt x="610362" y="74066"/>
                </a:lnTo>
                <a:cubicBezTo>
                  <a:pt x="628345" y="46634"/>
                  <a:pt x="640080" y="21945"/>
                  <a:pt x="64556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415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72A3EBB-BDA1-4782-8E78-B4C0A9247E06}"/>
              </a:ext>
            </a:extLst>
          </p:cNvPr>
          <p:cNvSpPr txBox="1"/>
          <p:nvPr/>
        </p:nvSpPr>
        <p:spPr>
          <a:xfrm>
            <a:off x="3832860" y="2389962"/>
            <a:ext cx="4526280" cy="427025"/>
          </a:xfrm>
          <a:custGeom>
            <a:avLst/>
            <a:gdLst/>
            <a:ahLst/>
            <a:cxnLst/>
            <a:rect l="l" t="t" r="r" b="b"/>
            <a:pathLst>
              <a:path w="4526280" h="427025">
                <a:moveTo>
                  <a:pt x="2812237" y="306781"/>
                </a:moveTo>
                <a:lnTo>
                  <a:pt x="2859786" y="306781"/>
                </a:lnTo>
                <a:lnTo>
                  <a:pt x="2859786" y="351587"/>
                </a:lnTo>
                <a:cubicBezTo>
                  <a:pt x="2859786" y="391211"/>
                  <a:pt x="2843937" y="415137"/>
                  <a:pt x="2812237" y="423367"/>
                </a:cubicBezTo>
                <a:lnTo>
                  <a:pt x="2812237" y="403250"/>
                </a:lnTo>
                <a:cubicBezTo>
                  <a:pt x="2821991" y="400507"/>
                  <a:pt x="2828849" y="395706"/>
                  <a:pt x="2832812" y="388848"/>
                </a:cubicBezTo>
                <a:cubicBezTo>
                  <a:pt x="2836774" y="381990"/>
                  <a:pt x="2838755" y="370789"/>
                  <a:pt x="2838755" y="355244"/>
                </a:cubicBezTo>
                <a:lnTo>
                  <a:pt x="2812237" y="355244"/>
                </a:lnTo>
                <a:close/>
                <a:moveTo>
                  <a:pt x="1670609" y="250088"/>
                </a:moveTo>
                <a:cubicBezTo>
                  <a:pt x="1697431" y="278739"/>
                  <a:pt x="1719225" y="305714"/>
                  <a:pt x="1735989" y="331013"/>
                </a:cubicBezTo>
                <a:lnTo>
                  <a:pt x="1712671" y="347015"/>
                </a:lnTo>
                <a:cubicBezTo>
                  <a:pt x="1695907" y="318973"/>
                  <a:pt x="1674876" y="291998"/>
                  <a:pt x="1649578" y="266090"/>
                </a:cubicBezTo>
                <a:close/>
                <a:moveTo>
                  <a:pt x="1126084" y="203454"/>
                </a:moveTo>
                <a:lnTo>
                  <a:pt x="1126084" y="273405"/>
                </a:lnTo>
                <a:lnTo>
                  <a:pt x="1237183" y="273405"/>
                </a:lnTo>
                <a:lnTo>
                  <a:pt x="1237183" y="203454"/>
                </a:lnTo>
                <a:close/>
                <a:moveTo>
                  <a:pt x="983437" y="203454"/>
                </a:moveTo>
                <a:lnTo>
                  <a:pt x="983437" y="273405"/>
                </a:lnTo>
                <a:lnTo>
                  <a:pt x="1097280" y="273405"/>
                </a:lnTo>
                <a:lnTo>
                  <a:pt x="1097280" y="203454"/>
                </a:lnTo>
                <a:close/>
                <a:moveTo>
                  <a:pt x="612191" y="183794"/>
                </a:moveTo>
                <a:lnTo>
                  <a:pt x="612191" y="286664"/>
                </a:lnTo>
                <a:lnTo>
                  <a:pt x="721005" y="286664"/>
                </a:lnTo>
                <a:lnTo>
                  <a:pt x="721005" y="183794"/>
                </a:lnTo>
                <a:close/>
                <a:moveTo>
                  <a:pt x="153162" y="180594"/>
                </a:moveTo>
                <a:cubicBezTo>
                  <a:pt x="168707" y="239115"/>
                  <a:pt x="194005" y="284378"/>
                  <a:pt x="229057" y="316382"/>
                </a:cubicBezTo>
                <a:cubicBezTo>
                  <a:pt x="269596" y="279806"/>
                  <a:pt x="298095" y="234543"/>
                  <a:pt x="314554" y="180594"/>
                </a:cubicBezTo>
                <a:close/>
                <a:moveTo>
                  <a:pt x="583387" y="158191"/>
                </a:moveTo>
                <a:cubicBezTo>
                  <a:pt x="601371" y="160325"/>
                  <a:pt x="629488" y="161391"/>
                  <a:pt x="667741" y="161391"/>
                </a:cubicBezTo>
                <a:cubicBezTo>
                  <a:pt x="705993" y="161391"/>
                  <a:pt x="733501" y="160325"/>
                  <a:pt x="750265" y="158191"/>
                </a:cubicBezTo>
                <a:cubicBezTo>
                  <a:pt x="748741" y="177698"/>
                  <a:pt x="747979" y="204368"/>
                  <a:pt x="747979" y="238201"/>
                </a:cubicBezTo>
                <a:cubicBezTo>
                  <a:pt x="747979" y="272034"/>
                  <a:pt x="748741" y="296113"/>
                  <a:pt x="750265" y="310439"/>
                </a:cubicBezTo>
                <a:cubicBezTo>
                  <a:pt x="724053" y="309219"/>
                  <a:pt x="693192" y="308610"/>
                  <a:pt x="657682" y="308610"/>
                </a:cubicBezTo>
                <a:cubicBezTo>
                  <a:pt x="622173" y="308610"/>
                  <a:pt x="597408" y="309372"/>
                  <a:pt x="583387" y="310896"/>
                </a:cubicBezTo>
                <a:cubicBezTo>
                  <a:pt x="585216" y="294437"/>
                  <a:pt x="586131" y="268910"/>
                  <a:pt x="586131" y="234315"/>
                </a:cubicBezTo>
                <a:cubicBezTo>
                  <a:pt x="586131" y="199720"/>
                  <a:pt x="585216" y="174345"/>
                  <a:pt x="583387" y="158191"/>
                </a:cubicBezTo>
                <a:close/>
                <a:moveTo>
                  <a:pt x="2375611" y="124815"/>
                </a:moveTo>
                <a:cubicBezTo>
                  <a:pt x="2389937" y="131826"/>
                  <a:pt x="2400300" y="135636"/>
                  <a:pt x="2406701" y="136245"/>
                </a:cubicBezTo>
                <a:cubicBezTo>
                  <a:pt x="2413102" y="136855"/>
                  <a:pt x="2416302" y="138531"/>
                  <a:pt x="2416302" y="141275"/>
                </a:cubicBezTo>
                <a:cubicBezTo>
                  <a:pt x="2416302" y="144018"/>
                  <a:pt x="2413254" y="146761"/>
                  <a:pt x="2407158" y="149504"/>
                </a:cubicBezTo>
                <a:cubicBezTo>
                  <a:pt x="2403501" y="151028"/>
                  <a:pt x="2398167" y="162230"/>
                  <a:pt x="2391156" y="183108"/>
                </a:cubicBezTo>
                <a:cubicBezTo>
                  <a:pt x="2384146" y="203987"/>
                  <a:pt x="2373021" y="229895"/>
                  <a:pt x="2357781" y="260832"/>
                </a:cubicBezTo>
                <a:cubicBezTo>
                  <a:pt x="2342541" y="291770"/>
                  <a:pt x="2327148" y="318821"/>
                  <a:pt x="2311603" y="341985"/>
                </a:cubicBezTo>
                <a:cubicBezTo>
                  <a:pt x="2302155" y="331317"/>
                  <a:pt x="2291029" y="325221"/>
                  <a:pt x="2278228" y="323697"/>
                </a:cubicBezTo>
                <a:cubicBezTo>
                  <a:pt x="2300783" y="303581"/>
                  <a:pt x="2320824" y="275615"/>
                  <a:pt x="2338350" y="239801"/>
                </a:cubicBezTo>
                <a:cubicBezTo>
                  <a:pt x="2355876" y="203987"/>
                  <a:pt x="2368296" y="165659"/>
                  <a:pt x="2375611" y="124815"/>
                </a:cubicBezTo>
                <a:close/>
                <a:moveTo>
                  <a:pt x="2589124" y="122987"/>
                </a:moveTo>
                <a:cubicBezTo>
                  <a:pt x="2627529" y="178765"/>
                  <a:pt x="2666391" y="243840"/>
                  <a:pt x="2705710" y="318211"/>
                </a:cubicBezTo>
                <a:lnTo>
                  <a:pt x="2675992" y="335585"/>
                </a:lnTo>
                <a:cubicBezTo>
                  <a:pt x="2634539" y="248107"/>
                  <a:pt x="2597810" y="182270"/>
                  <a:pt x="2565807" y="138074"/>
                </a:cubicBezTo>
                <a:close/>
                <a:moveTo>
                  <a:pt x="3610204" y="106070"/>
                </a:moveTo>
                <a:cubicBezTo>
                  <a:pt x="3618738" y="106070"/>
                  <a:pt x="3628034" y="108813"/>
                  <a:pt x="3638093" y="114300"/>
                </a:cubicBezTo>
                <a:lnTo>
                  <a:pt x="3621634" y="140817"/>
                </a:lnTo>
                <a:cubicBezTo>
                  <a:pt x="3617062" y="138074"/>
                  <a:pt x="3612337" y="136703"/>
                  <a:pt x="3607460" y="136703"/>
                </a:cubicBezTo>
                <a:cubicBezTo>
                  <a:pt x="3598012" y="136703"/>
                  <a:pt x="3589096" y="141579"/>
                  <a:pt x="3580714" y="151333"/>
                </a:cubicBezTo>
                <a:cubicBezTo>
                  <a:pt x="3572332" y="161087"/>
                  <a:pt x="3566160" y="173660"/>
                  <a:pt x="3562198" y="189052"/>
                </a:cubicBezTo>
                <a:cubicBezTo>
                  <a:pt x="3558235" y="204444"/>
                  <a:pt x="3556254" y="232410"/>
                  <a:pt x="3556254" y="272948"/>
                </a:cubicBezTo>
                <a:lnTo>
                  <a:pt x="3556254" y="355244"/>
                </a:lnTo>
                <a:lnTo>
                  <a:pt x="3524250" y="355244"/>
                </a:lnTo>
                <a:lnTo>
                  <a:pt x="3524250" y="112471"/>
                </a:lnTo>
                <a:lnTo>
                  <a:pt x="3556254" y="112471"/>
                </a:lnTo>
                <a:lnTo>
                  <a:pt x="3556254" y="147675"/>
                </a:lnTo>
                <a:cubicBezTo>
                  <a:pt x="3564789" y="133350"/>
                  <a:pt x="3573094" y="122834"/>
                  <a:pt x="3581172" y="116129"/>
                </a:cubicBezTo>
                <a:cubicBezTo>
                  <a:pt x="3589249" y="109423"/>
                  <a:pt x="3598926" y="106070"/>
                  <a:pt x="3610204" y="106070"/>
                </a:cubicBezTo>
                <a:close/>
                <a:moveTo>
                  <a:pt x="3476854" y="106070"/>
                </a:moveTo>
                <a:cubicBezTo>
                  <a:pt x="3485388" y="106070"/>
                  <a:pt x="3494684" y="108813"/>
                  <a:pt x="3504743" y="114300"/>
                </a:cubicBezTo>
                <a:lnTo>
                  <a:pt x="3488284" y="140817"/>
                </a:lnTo>
                <a:cubicBezTo>
                  <a:pt x="3483712" y="138074"/>
                  <a:pt x="3478987" y="136703"/>
                  <a:pt x="3474110" y="136703"/>
                </a:cubicBezTo>
                <a:cubicBezTo>
                  <a:pt x="3464662" y="136703"/>
                  <a:pt x="3455746" y="141579"/>
                  <a:pt x="3447364" y="151333"/>
                </a:cubicBezTo>
                <a:cubicBezTo>
                  <a:pt x="3438982" y="161087"/>
                  <a:pt x="3432810" y="173660"/>
                  <a:pt x="3428848" y="189052"/>
                </a:cubicBezTo>
                <a:cubicBezTo>
                  <a:pt x="3424885" y="204444"/>
                  <a:pt x="3422904" y="232410"/>
                  <a:pt x="3422904" y="272948"/>
                </a:cubicBezTo>
                <a:lnTo>
                  <a:pt x="3422904" y="355244"/>
                </a:lnTo>
                <a:lnTo>
                  <a:pt x="3390900" y="355244"/>
                </a:lnTo>
                <a:lnTo>
                  <a:pt x="3390900" y="112471"/>
                </a:lnTo>
                <a:lnTo>
                  <a:pt x="3422904" y="112471"/>
                </a:lnTo>
                <a:lnTo>
                  <a:pt x="3422904" y="147675"/>
                </a:lnTo>
                <a:cubicBezTo>
                  <a:pt x="3431439" y="133350"/>
                  <a:pt x="3439744" y="122834"/>
                  <a:pt x="3447822" y="116129"/>
                </a:cubicBezTo>
                <a:cubicBezTo>
                  <a:pt x="3455899" y="109423"/>
                  <a:pt x="3465576" y="106070"/>
                  <a:pt x="3476854" y="106070"/>
                </a:cubicBezTo>
                <a:close/>
                <a:moveTo>
                  <a:pt x="1126084" y="106070"/>
                </a:moveTo>
                <a:lnTo>
                  <a:pt x="1126084" y="181051"/>
                </a:lnTo>
                <a:lnTo>
                  <a:pt x="1237183" y="181051"/>
                </a:lnTo>
                <a:lnTo>
                  <a:pt x="1237183" y="106070"/>
                </a:lnTo>
                <a:close/>
                <a:moveTo>
                  <a:pt x="983437" y="106070"/>
                </a:moveTo>
                <a:lnTo>
                  <a:pt x="983437" y="181051"/>
                </a:lnTo>
                <a:lnTo>
                  <a:pt x="1097280" y="181051"/>
                </a:lnTo>
                <a:lnTo>
                  <a:pt x="1097280" y="106070"/>
                </a:lnTo>
                <a:close/>
                <a:moveTo>
                  <a:pt x="1584198" y="92811"/>
                </a:moveTo>
                <a:cubicBezTo>
                  <a:pt x="1594561" y="94640"/>
                  <a:pt x="1606449" y="95555"/>
                  <a:pt x="1619860" y="95555"/>
                </a:cubicBezTo>
                <a:cubicBezTo>
                  <a:pt x="1625041" y="95555"/>
                  <a:pt x="1627632" y="96621"/>
                  <a:pt x="1627632" y="98755"/>
                </a:cubicBezTo>
                <a:cubicBezTo>
                  <a:pt x="1627632" y="100889"/>
                  <a:pt x="1625651" y="103479"/>
                  <a:pt x="1621689" y="106527"/>
                </a:cubicBezTo>
                <a:cubicBezTo>
                  <a:pt x="1617726" y="109575"/>
                  <a:pt x="1615745" y="114909"/>
                  <a:pt x="1615745" y="122529"/>
                </a:cubicBezTo>
                <a:lnTo>
                  <a:pt x="1615745" y="201168"/>
                </a:lnTo>
                <a:cubicBezTo>
                  <a:pt x="1658722" y="200863"/>
                  <a:pt x="1696517" y="199187"/>
                  <a:pt x="1729131" y="196139"/>
                </a:cubicBezTo>
                <a:lnTo>
                  <a:pt x="1729131" y="227685"/>
                </a:lnTo>
                <a:cubicBezTo>
                  <a:pt x="1696517" y="224637"/>
                  <a:pt x="1658722" y="222961"/>
                  <a:pt x="1615745" y="222656"/>
                </a:cubicBezTo>
                <a:lnTo>
                  <a:pt x="1615745" y="373532"/>
                </a:lnTo>
                <a:cubicBezTo>
                  <a:pt x="1676705" y="373227"/>
                  <a:pt x="1729131" y="371246"/>
                  <a:pt x="1773022" y="367589"/>
                </a:cubicBezTo>
                <a:lnTo>
                  <a:pt x="1773022" y="401421"/>
                </a:lnTo>
                <a:cubicBezTo>
                  <a:pt x="1727911" y="397459"/>
                  <a:pt x="1673962" y="395478"/>
                  <a:pt x="1611173" y="395478"/>
                </a:cubicBezTo>
                <a:cubicBezTo>
                  <a:pt x="1548384" y="395478"/>
                  <a:pt x="1491692" y="397459"/>
                  <a:pt x="1441095" y="401421"/>
                </a:cubicBezTo>
                <a:lnTo>
                  <a:pt x="1441095" y="367589"/>
                </a:lnTo>
                <a:cubicBezTo>
                  <a:pt x="1484681" y="371246"/>
                  <a:pt x="1533449" y="373227"/>
                  <a:pt x="1587399" y="373532"/>
                </a:cubicBezTo>
                <a:lnTo>
                  <a:pt x="1587399" y="222656"/>
                </a:lnTo>
                <a:cubicBezTo>
                  <a:pt x="1542288" y="222961"/>
                  <a:pt x="1505712" y="224637"/>
                  <a:pt x="1477671" y="227685"/>
                </a:cubicBezTo>
                <a:lnTo>
                  <a:pt x="1477671" y="196139"/>
                </a:lnTo>
                <a:cubicBezTo>
                  <a:pt x="1505712" y="199187"/>
                  <a:pt x="1542288" y="200863"/>
                  <a:pt x="1587399" y="201168"/>
                </a:cubicBezTo>
                <a:lnTo>
                  <a:pt x="1587399" y="159563"/>
                </a:lnTo>
                <a:cubicBezTo>
                  <a:pt x="1587399" y="125730"/>
                  <a:pt x="1586332" y="103479"/>
                  <a:pt x="1584198" y="92811"/>
                </a:cubicBezTo>
                <a:close/>
                <a:moveTo>
                  <a:pt x="1414120" y="43434"/>
                </a:moveTo>
                <a:cubicBezTo>
                  <a:pt x="1422654" y="45567"/>
                  <a:pt x="1481938" y="46634"/>
                  <a:pt x="1591971" y="46634"/>
                </a:cubicBezTo>
                <a:cubicBezTo>
                  <a:pt x="1702003" y="46634"/>
                  <a:pt x="1760830" y="45567"/>
                  <a:pt x="1768450" y="43434"/>
                </a:cubicBezTo>
                <a:lnTo>
                  <a:pt x="1768450" y="73152"/>
                </a:lnTo>
                <a:cubicBezTo>
                  <a:pt x="1749857" y="71018"/>
                  <a:pt x="1707490" y="69951"/>
                  <a:pt x="1641348" y="69951"/>
                </a:cubicBezTo>
                <a:lnTo>
                  <a:pt x="1442923" y="69951"/>
                </a:lnTo>
                <a:cubicBezTo>
                  <a:pt x="1443228" y="97079"/>
                  <a:pt x="1443381" y="120853"/>
                  <a:pt x="1443381" y="141275"/>
                </a:cubicBezTo>
                <a:cubicBezTo>
                  <a:pt x="1443381" y="216560"/>
                  <a:pt x="1439952" y="271881"/>
                  <a:pt x="1433094" y="307238"/>
                </a:cubicBezTo>
                <a:cubicBezTo>
                  <a:pt x="1426236" y="342595"/>
                  <a:pt x="1413663" y="378257"/>
                  <a:pt x="1395375" y="414223"/>
                </a:cubicBezTo>
                <a:cubicBezTo>
                  <a:pt x="1381659" y="410565"/>
                  <a:pt x="1371143" y="408127"/>
                  <a:pt x="1363828" y="406908"/>
                </a:cubicBezTo>
                <a:cubicBezTo>
                  <a:pt x="1384249" y="378866"/>
                  <a:pt x="1397965" y="347091"/>
                  <a:pt x="1404976" y="311582"/>
                </a:cubicBezTo>
                <a:cubicBezTo>
                  <a:pt x="1411986" y="276072"/>
                  <a:pt x="1415491" y="221285"/>
                  <a:pt x="1415491" y="147218"/>
                </a:cubicBezTo>
                <a:cubicBezTo>
                  <a:pt x="1415491" y="118262"/>
                  <a:pt x="1415034" y="83667"/>
                  <a:pt x="1414120" y="43434"/>
                </a:cubicBezTo>
                <a:close/>
                <a:moveTo>
                  <a:pt x="349301" y="28803"/>
                </a:moveTo>
                <a:cubicBezTo>
                  <a:pt x="354787" y="40995"/>
                  <a:pt x="362255" y="51816"/>
                  <a:pt x="371704" y="61265"/>
                </a:cubicBezTo>
                <a:cubicBezTo>
                  <a:pt x="374447" y="64008"/>
                  <a:pt x="375819" y="66522"/>
                  <a:pt x="375819" y="68808"/>
                </a:cubicBezTo>
                <a:cubicBezTo>
                  <a:pt x="375819" y="71094"/>
                  <a:pt x="374676" y="72237"/>
                  <a:pt x="372390" y="72237"/>
                </a:cubicBezTo>
                <a:cubicBezTo>
                  <a:pt x="370104" y="72237"/>
                  <a:pt x="368046" y="71933"/>
                  <a:pt x="366217" y="71323"/>
                </a:cubicBezTo>
                <a:cubicBezTo>
                  <a:pt x="360731" y="69799"/>
                  <a:pt x="352120" y="69037"/>
                  <a:pt x="340386" y="69037"/>
                </a:cubicBezTo>
                <a:cubicBezTo>
                  <a:pt x="328651" y="69037"/>
                  <a:pt x="309829" y="70028"/>
                  <a:pt x="283921" y="72009"/>
                </a:cubicBezTo>
                <a:cubicBezTo>
                  <a:pt x="258013" y="73990"/>
                  <a:pt x="224485" y="75895"/>
                  <a:pt x="183337" y="77724"/>
                </a:cubicBezTo>
                <a:cubicBezTo>
                  <a:pt x="142189" y="79553"/>
                  <a:pt x="112929" y="80162"/>
                  <a:pt x="95555" y="79553"/>
                </a:cubicBezTo>
                <a:lnTo>
                  <a:pt x="95555" y="156362"/>
                </a:lnTo>
                <a:lnTo>
                  <a:pt x="255118" y="156362"/>
                </a:lnTo>
                <a:cubicBezTo>
                  <a:pt x="294437" y="156362"/>
                  <a:pt x="327508" y="155448"/>
                  <a:pt x="354330" y="153619"/>
                </a:cubicBezTo>
                <a:cubicBezTo>
                  <a:pt x="330556" y="230429"/>
                  <a:pt x="295504" y="290322"/>
                  <a:pt x="249174" y="333299"/>
                </a:cubicBezTo>
                <a:cubicBezTo>
                  <a:pt x="289713" y="361645"/>
                  <a:pt x="339395" y="379171"/>
                  <a:pt x="398221" y="385877"/>
                </a:cubicBezTo>
                <a:cubicBezTo>
                  <a:pt x="389077" y="393801"/>
                  <a:pt x="381610" y="405536"/>
                  <a:pt x="375819" y="421081"/>
                </a:cubicBezTo>
                <a:cubicBezTo>
                  <a:pt x="313944" y="404622"/>
                  <a:pt x="264262" y="381762"/>
                  <a:pt x="226771" y="352501"/>
                </a:cubicBezTo>
                <a:cubicBezTo>
                  <a:pt x="190500" y="380847"/>
                  <a:pt x="146761" y="404927"/>
                  <a:pt x="95555" y="424739"/>
                </a:cubicBezTo>
                <a:cubicBezTo>
                  <a:pt x="90983" y="411327"/>
                  <a:pt x="82296" y="401574"/>
                  <a:pt x="69495" y="395478"/>
                </a:cubicBezTo>
                <a:cubicBezTo>
                  <a:pt x="126187" y="380238"/>
                  <a:pt x="171755" y="359969"/>
                  <a:pt x="206197" y="334670"/>
                </a:cubicBezTo>
                <a:cubicBezTo>
                  <a:pt x="172669" y="297180"/>
                  <a:pt x="145237" y="245821"/>
                  <a:pt x="123901" y="180594"/>
                </a:cubicBezTo>
                <a:lnTo>
                  <a:pt x="95555" y="180594"/>
                </a:lnTo>
                <a:cubicBezTo>
                  <a:pt x="95250" y="230581"/>
                  <a:pt x="90221" y="273786"/>
                  <a:pt x="80467" y="310210"/>
                </a:cubicBezTo>
                <a:cubicBezTo>
                  <a:pt x="70714" y="346634"/>
                  <a:pt x="55017" y="381609"/>
                  <a:pt x="33376" y="415137"/>
                </a:cubicBezTo>
                <a:cubicBezTo>
                  <a:pt x="24232" y="406908"/>
                  <a:pt x="13107" y="401269"/>
                  <a:pt x="0" y="398221"/>
                </a:cubicBezTo>
                <a:cubicBezTo>
                  <a:pt x="44806" y="351282"/>
                  <a:pt x="67209" y="277520"/>
                  <a:pt x="67209" y="176936"/>
                </a:cubicBezTo>
                <a:cubicBezTo>
                  <a:pt x="67209" y="132435"/>
                  <a:pt x="66142" y="90373"/>
                  <a:pt x="64008" y="50749"/>
                </a:cubicBezTo>
                <a:cubicBezTo>
                  <a:pt x="90831" y="51359"/>
                  <a:pt x="115672" y="51663"/>
                  <a:pt x="138532" y="51663"/>
                </a:cubicBezTo>
                <a:cubicBezTo>
                  <a:pt x="244907" y="51663"/>
                  <a:pt x="315163" y="44043"/>
                  <a:pt x="349301" y="28803"/>
                </a:cubicBezTo>
                <a:close/>
                <a:moveTo>
                  <a:pt x="3184855" y="26975"/>
                </a:moveTo>
                <a:lnTo>
                  <a:pt x="3364992" y="26975"/>
                </a:lnTo>
                <a:lnTo>
                  <a:pt x="3364992" y="58979"/>
                </a:lnTo>
                <a:lnTo>
                  <a:pt x="3291840" y="58979"/>
                </a:lnTo>
                <a:lnTo>
                  <a:pt x="3291840" y="355244"/>
                </a:lnTo>
                <a:lnTo>
                  <a:pt x="3258465" y="355244"/>
                </a:lnTo>
                <a:lnTo>
                  <a:pt x="3258465" y="58979"/>
                </a:lnTo>
                <a:lnTo>
                  <a:pt x="3184855" y="58979"/>
                </a:lnTo>
                <a:close/>
                <a:moveTo>
                  <a:pt x="3996842" y="26060"/>
                </a:moveTo>
                <a:cubicBezTo>
                  <a:pt x="4005682" y="32156"/>
                  <a:pt x="4020465" y="45567"/>
                  <a:pt x="4041191" y="66294"/>
                </a:cubicBezTo>
                <a:lnTo>
                  <a:pt x="4024275" y="83667"/>
                </a:lnTo>
                <a:cubicBezTo>
                  <a:pt x="4012387" y="68732"/>
                  <a:pt x="3997757" y="54711"/>
                  <a:pt x="3980383" y="41605"/>
                </a:cubicBezTo>
                <a:close/>
                <a:moveTo>
                  <a:pt x="2168043" y="26060"/>
                </a:moveTo>
                <a:cubicBezTo>
                  <a:pt x="2176882" y="32156"/>
                  <a:pt x="2191664" y="45567"/>
                  <a:pt x="2212391" y="66294"/>
                </a:cubicBezTo>
                <a:lnTo>
                  <a:pt x="2195475" y="83667"/>
                </a:lnTo>
                <a:cubicBezTo>
                  <a:pt x="2183587" y="68732"/>
                  <a:pt x="2168957" y="54711"/>
                  <a:pt x="2151583" y="41605"/>
                </a:cubicBezTo>
                <a:close/>
                <a:moveTo>
                  <a:pt x="4304081" y="13259"/>
                </a:moveTo>
                <a:cubicBezTo>
                  <a:pt x="4313530" y="16611"/>
                  <a:pt x="4322064" y="18288"/>
                  <a:pt x="4329684" y="18288"/>
                </a:cubicBezTo>
                <a:lnTo>
                  <a:pt x="4341114" y="17831"/>
                </a:lnTo>
                <a:cubicBezTo>
                  <a:pt x="4345382" y="17831"/>
                  <a:pt x="4347515" y="19050"/>
                  <a:pt x="4347515" y="21488"/>
                </a:cubicBezTo>
                <a:cubicBezTo>
                  <a:pt x="4347515" y="23927"/>
                  <a:pt x="4346067" y="26136"/>
                  <a:pt x="4343172" y="28118"/>
                </a:cubicBezTo>
                <a:cubicBezTo>
                  <a:pt x="4340276" y="30099"/>
                  <a:pt x="4338066" y="33071"/>
                  <a:pt x="4336542" y="37033"/>
                </a:cubicBezTo>
                <a:cubicBezTo>
                  <a:pt x="4335018" y="40995"/>
                  <a:pt x="4334180" y="44272"/>
                  <a:pt x="4334028" y="46863"/>
                </a:cubicBezTo>
                <a:cubicBezTo>
                  <a:pt x="4333875" y="49454"/>
                  <a:pt x="4333799" y="59664"/>
                  <a:pt x="4333799" y="77495"/>
                </a:cubicBezTo>
                <a:cubicBezTo>
                  <a:pt x="4333799" y="95326"/>
                  <a:pt x="4332885" y="114300"/>
                  <a:pt x="4331056" y="134417"/>
                </a:cubicBezTo>
                <a:cubicBezTo>
                  <a:pt x="4409390" y="134417"/>
                  <a:pt x="4470502" y="133045"/>
                  <a:pt x="4514393" y="130302"/>
                </a:cubicBezTo>
                <a:lnTo>
                  <a:pt x="4514393" y="163677"/>
                </a:lnTo>
                <a:cubicBezTo>
                  <a:pt x="4465930" y="160629"/>
                  <a:pt x="4404970" y="159105"/>
                  <a:pt x="4331513" y="159105"/>
                </a:cubicBezTo>
                <a:cubicBezTo>
                  <a:pt x="4346143" y="207569"/>
                  <a:pt x="4370147" y="250545"/>
                  <a:pt x="4403522" y="288036"/>
                </a:cubicBezTo>
                <a:cubicBezTo>
                  <a:pt x="4436898" y="325526"/>
                  <a:pt x="4477817" y="355244"/>
                  <a:pt x="4526280" y="377190"/>
                </a:cubicBezTo>
                <a:cubicBezTo>
                  <a:pt x="4514088" y="384200"/>
                  <a:pt x="4504030" y="395021"/>
                  <a:pt x="4496105" y="409651"/>
                </a:cubicBezTo>
                <a:cubicBezTo>
                  <a:pt x="4415333" y="360883"/>
                  <a:pt x="4356811" y="291389"/>
                  <a:pt x="4320540" y="201168"/>
                </a:cubicBezTo>
                <a:cubicBezTo>
                  <a:pt x="4310177" y="246583"/>
                  <a:pt x="4291584" y="285369"/>
                  <a:pt x="4264762" y="317525"/>
                </a:cubicBezTo>
                <a:cubicBezTo>
                  <a:pt x="4237940" y="349682"/>
                  <a:pt x="4196487" y="380543"/>
                  <a:pt x="4140403" y="410108"/>
                </a:cubicBezTo>
                <a:cubicBezTo>
                  <a:pt x="4131869" y="398526"/>
                  <a:pt x="4122116" y="389991"/>
                  <a:pt x="4111143" y="384505"/>
                </a:cubicBezTo>
                <a:cubicBezTo>
                  <a:pt x="4226967" y="336347"/>
                  <a:pt x="4290670" y="261213"/>
                  <a:pt x="4302252" y="159105"/>
                </a:cubicBezTo>
                <a:cubicBezTo>
                  <a:pt x="4235501" y="159105"/>
                  <a:pt x="4179723" y="160629"/>
                  <a:pt x="4134917" y="163677"/>
                </a:cubicBezTo>
                <a:lnTo>
                  <a:pt x="4134917" y="130302"/>
                </a:lnTo>
                <a:cubicBezTo>
                  <a:pt x="4185819" y="133045"/>
                  <a:pt x="4242207" y="134417"/>
                  <a:pt x="4304081" y="134417"/>
                </a:cubicBezTo>
                <a:cubicBezTo>
                  <a:pt x="4304386" y="116433"/>
                  <a:pt x="4304615" y="94488"/>
                  <a:pt x="4304767" y="68580"/>
                </a:cubicBezTo>
                <a:cubicBezTo>
                  <a:pt x="4304919" y="42672"/>
                  <a:pt x="4304691" y="24231"/>
                  <a:pt x="4304081" y="13259"/>
                </a:cubicBezTo>
                <a:close/>
                <a:moveTo>
                  <a:pt x="3751326" y="13259"/>
                </a:moveTo>
                <a:cubicBezTo>
                  <a:pt x="3759860" y="14478"/>
                  <a:pt x="3766871" y="15087"/>
                  <a:pt x="3772357" y="15087"/>
                </a:cubicBezTo>
                <a:lnTo>
                  <a:pt x="3787445" y="15087"/>
                </a:lnTo>
                <a:cubicBezTo>
                  <a:pt x="3790493" y="15087"/>
                  <a:pt x="3792017" y="15697"/>
                  <a:pt x="3792017" y="16916"/>
                </a:cubicBezTo>
                <a:cubicBezTo>
                  <a:pt x="3792017" y="18135"/>
                  <a:pt x="3790950" y="19659"/>
                  <a:pt x="3788817" y="21488"/>
                </a:cubicBezTo>
                <a:cubicBezTo>
                  <a:pt x="3783635" y="26365"/>
                  <a:pt x="3781044" y="33528"/>
                  <a:pt x="3781044" y="42977"/>
                </a:cubicBezTo>
                <a:lnTo>
                  <a:pt x="3781044" y="86868"/>
                </a:lnTo>
                <a:cubicBezTo>
                  <a:pt x="3812439" y="86258"/>
                  <a:pt x="3833165" y="85039"/>
                  <a:pt x="3843223" y="83210"/>
                </a:cubicBezTo>
                <a:lnTo>
                  <a:pt x="3843223" y="109271"/>
                </a:lnTo>
                <a:cubicBezTo>
                  <a:pt x="3831031" y="107137"/>
                  <a:pt x="3810305" y="106070"/>
                  <a:pt x="3781044" y="106070"/>
                </a:cubicBezTo>
                <a:lnTo>
                  <a:pt x="3781044" y="168249"/>
                </a:lnTo>
                <a:cubicBezTo>
                  <a:pt x="3806647" y="167945"/>
                  <a:pt x="3828898" y="166878"/>
                  <a:pt x="3847795" y="165049"/>
                </a:cubicBezTo>
                <a:lnTo>
                  <a:pt x="3847795" y="191567"/>
                </a:lnTo>
                <a:cubicBezTo>
                  <a:pt x="3836518" y="190347"/>
                  <a:pt x="3817010" y="189433"/>
                  <a:pt x="3789274" y="188823"/>
                </a:cubicBezTo>
                <a:lnTo>
                  <a:pt x="3789274" y="255117"/>
                </a:lnTo>
                <a:lnTo>
                  <a:pt x="3808476" y="255117"/>
                </a:lnTo>
                <a:cubicBezTo>
                  <a:pt x="3821887" y="255117"/>
                  <a:pt x="3833165" y="254355"/>
                  <a:pt x="3842309" y="252831"/>
                </a:cubicBezTo>
                <a:lnTo>
                  <a:pt x="3842309" y="277977"/>
                </a:lnTo>
                <a:cubicBezTo>
                  <a:pt x="3832251" y="275844"/>
                  <a:pt x="3820820" y="274777"/>
                  <a:pt x="3808019" y="274777"/>
                </a:cubicBezTo>
                <a:lnTo>
                  <a:pt x="3789274" y="274777"/>
                </a:lnTo>
                <a:lnTo>
                  <a:pt x="3789274" y="360731"/>
                </a:lnTo>
                <a:cubicBezTo>
                  <a:pt x="3831641" y="377495"/>
                  <a:pt x="3886657" y="385877"/>
                  <a:pt x="3954323" y="385877"/>
                </a:cubicBezTo>
                <a:cubicBezTo>
                  <a:pt x="3993947" y="385877"/>
                  <a:pt x="4034333" y="382829"/>
                  <a:pt x="4075481" y="376733"/>
                </a:cubicBezTo>
                <a:cubicBezTo>
                  <a:pt x="4071214" y="384962"/>
                  <a:pt x="4068013" y="395478"/>
                  <a:pt x="4065880" y="408279"/>
                </a:cubicBezTo>
                <a:cubicBezTo>
                  <a:pt x="4036009" y="409194"/>
                  <a:pt x="4009187" y="409651"/>
                  <a:pt x="3985413" y="409651"/>
                </a:cubicBezTo>
                <a:cubicBezTo>
                  <a:pt x="3902507" y="409651"/>
                  <a:pt x="3842918" y="404165"/>
                  <a:pt x="3806647" y="393192"/>
                </a:cubicBezTo>
                <a:cubicBezTo>
                  <a:pt x="3770376" y="382219"/>
                  <a:pt x="3739286" y="362559"/>
                  <a:pt x="3713378" y="334213"/>
                </a:cubicBezTo>
                <a:cubicBezTo>
                  <a:pt x="3708197" y="356768"/>
                  <a:pt x="3698901" y="383895"/>
                  <a:pt x="3685489" y="415595"/>
                </a:cubicBezTo>
                <a:cubicBezTo>
                  <a:pt x="3677260" y="411327"/>
                  <a:pt x="3667963" y="408889"/>
                  <a:pt x="3657600" y="408279"/>
                </a:cubicBezTo>
                <a:cubicBezTo>
                  <a:pt x="3685032" y="357378"/>
                  <a:pt x="3699510" y="297027"/>
                  <a:pt x="3701034" y="227228"/>
                </a:cubicBezTo>
                <a:cubicBezTo>
                  <a:pt x="3711702" y="230886"/>
                  <a:pt x="3720846" y="232867"/>
                  <a:pt x="3728466" y="233172"/>
                </a:cubicBezTo>
                <a:cubicBezTo>
                  <a:pt x="3732428" y="233477"/>
                  <a:pt x="3734410" y="235305"/>
                  <a:pt x="3734410" y="238658"/>
                </a:cubicBezTo>
                <a:cubicBezTo>
                  <a:pt x="3734410" y="240792"/>
                  <a:pt x="3733495" y="242773"/>
                  <a:pt x="3731667" y="244602"/>
                </a:cubicBezTo>
                <a:cubicBezTo>
                  <a:pt x="3728314" y="247955"/>
                  <a:pt x="3724199" y="267462"/>
                  <a:pt x="3719322" y="303123"/>
                </a:cubicBezTo>
                <a:cubicBezTo>
                  <a:pt x="3729990" y="322021"/>
                  <a:pt x="3745535" y="337261"/>
                  <a:pt x="3765957" y="348843"/>
                </a:cubicBezTo>
                <a:lnTo>
                  <a:pt x="3765957" y="188366"/>
                </a:lnTo>
                <a:cubicBezTo>
                  <a:pt x="3721456" y="188366"/>
                  <a:pt x="3686861" y="189433"/>
                  <a:pt x="3662172" y="191567"/>
                </a:cubicBezTo>
                <a:lnTo>
                  <a:pt x="3662172" y="165049"/>
                </a:lnTo>
                <a:cubicBezTo>
                  <a:pt x="3674669" y="166573"/>
                  <a:pt x="3705606" y="167640"/>
                  <a:pt x="3754984" y="168249"/>
                </a:cubicBezTo>
                <a:lnTo>
                  <a:pt x="3754984" y="105613"/>
                </a:lnTo>
                <a:cubicBezTo>
                  <a:pt x="3719017" y="105613"/>
                  <a:pt x="3694481" y="106832"/>
                  <a:pt x="3681375" y="109271"/>
                </a:cubicBezTo>
                <a:lnTo>
                  <a:pt x="3681375" y="83210"/>
                </a:lnTo>
                <a:cubicBezTo>
                  <a:pt x="3697834" y="85649"/>
                  <a:pt x="3722370" y="86868"/>
                  <a:pt x="3754984" y="86868"/>
                </a:cubicBezTo>
                <a:cubicBezTo>
                  <a:pt x="3754374" y="50292"/>
                  <a:pt x="3753155" y="25755"/>
                  <a:pt x="3751326" y="13259"/>
                </a:cubicBezTo>
                <a:close/>
                <a:moveTo>
                  <a:pt x="1922526" y="13259"/>
                </a:moveTo>
                <a:cubicBezTo>
                  <a:pt x="1931061" y="14478"/>
                  <a:pt x="1938071" y="15087"/>
                  <a:pt x="1943557" y="15087"/>
                </a:cubicBezTo>
                <a:lnTo>
                  <a:pt x="1958645" y="15087"/>
                </a:lnTo>
                <a:cubicBezTo>
                  <a:pt x="1961693" y="15087"/>
                  <a:pt x="1963217" y="15697"/>
                  <a:pt x="1963217" y="16916"/>
                </a:cubicBezTo>
                <a:cubicBezTo>
                  <a:pt x="1963217" y="18135"/>
                  <a:pt x="1962150" y="19659"/>
                  <a:pt x="1960017" y="21488"/>
                </a:cubicBezTo>
                <a:cubicBezTo>
                  <a:pt x="1954835" y="26365"/>
                  <a:pt x="1952244" y="33528"/>
                  <a:pt x="1952244" y="42977"/>
                </a:cubicBezTo>
                <a:lnTo>
                  <a:pt x="1952244" y="86868"/>
                </a:lnTo>
                <a:cubicBezTo>
                  <a:pt x="1983638" y="86258"/>
                  <a:pt x="2004365" y="85039"/>
                  <a:pt x="2014423" y="83210"/>
                </a:cubicBezTo>
                <a:lnTo>
                  <a:pt x="2014423" y="109271"/>
                </a:lnTo>
                <a:cubicBezTo>
                  <a:pt x="2002231" y="107137"/>
                  <a:pt x="1981505" y="106070"/>
                  <a:pt x="1952244" y="106070"/>
                </a:cubicBezTo>
                <a:lnTo>
                  <a:pt x="1952244" y="168249"/>
                </a:lnTo>
                <a:cubicBezTo>
                  <a:pt x="1977847" y="167945"/>
                  <a:pt x="2000098" y="166878"/>
                  <a:pt x="2018995" y="165049"/>
                </a:cubicBezTo>
                <a:lnTo>
                  <a:pt x="2018995" y="191567"/>
                </a:lnTo>
                <a:cubicBezTo>
                  <a:pt x="2007718" y="190347"/>
                  <a:pt x="1988210" y="189433"/>
                  <a:pt x="1960474" y="188823"/>
                </a:cubicBezTo>
                <a:lnTo>
                  <a:pt x="1960474" y="255117"/>
                </a:lnTo>
                <a:lnTo>
                  <a:pt x="1979676" y="255117"/>
                </a:lnTo>
                <a:cubicBezTo>
                  <a:pt x="1993087" y="255117"/>
                  <a:pt x="2004365" y="254355"/>
                  <a:pt x="2013509" y="252831"/>
                </a:cubicBezTo>
                <a:lnTo>
                  <a:pt x="2013509" y="277977"/>
                </a:lnTo>
                <a:cubicBezTo>
                  <a:pt x="2003451" y="275844"/>
                  <a:pt x="1992021" y="274777"/>
                  <a:pt x="1979219" y="274777"/>
                </a:cubicBezTo>
                <a:lnTo>
                  <a:pt x="1960474" y="274777"/>
                </a:lnTo>
                <a:lnTo>
                  <a:pt x="1960474" y="360731"/>
                </a:lnTo>
                <a:cubicBezTo>
                  <a:pt x="2002841" y="377495"/>
                  <a:pt x="2057857" y="385877"/>
                  <a:pt x="2125523" y="385877"/>
                </a:cubicBezTo>
                <a:cubicBezTo>
                  <a:pt x="2165147" y="385877"/>
                  <a:pt x="2205533" y="382829"/>
                  <a:pt x="2246681" y="376733"/>
                </a:cubicBezTo>
                <a:cubicBezTo>
                  <a:pt x="2242414" y="384962"/>
                  <a:pt x="2239213" y="395478"/>
                  <a:pt x="2237080" y="408279"/>
                </a:cubicBezTo>
                <a:cubicBezTo>
                  <a:pt x="2207209" y="409194"/>
                  <a:pt x="2180387" y="409651"/>
                  <a:pt x="2156613" y="409651"/>
                </a:cubicBezTo>
                <a:cubicBezTo>
                  <a:pt x="2073707" y="409651"/>
                  <a:pt x="2014119" y="404165"/>
                  <a:pt x="1977847" y="393192"/>
                </a:cubicBezTo>
                <a:cubicBezTo>
                  <a:pt x="1941576" y="382219"/>
                  <a:pt x="1910487" y="362559"/>
                  <a:pt x="1884579" y="334213"/>
                </a:cubicBezTo>
                <a:cubicBezTo>
                  <a:pt x="1879397" y="356768"/>
                  <a:pt x="1870101" y="383895"/>
                  <a:pt x="1856689" y="415595"/>
                </a:cubicBezTo>
                <a:cubicBezTo>
                  <a:pt x="1848460" y="411327"/>
                  <a:pt x="1839164" y="408889"/>
                  <a:pt x="1828800" y="408279"/>
                </a:cubicBezTo>
                <a:cubicBezTo>
                  <a:pt x="1856232" y="357378"/>
                  <a:pt x="1870710" y="297027"/>
                  <a:pt x="1872234" y="227228"/>
                </a:cubicBezTo>
                <a:cubicBezTo>
                  <a:pt x="1882902" y="230886"/>
                  <a:pt x="1892046" y="232867"/>
                  <a:pt x="1899666" y="233172"/>
                </a:cubicBezTo>
                <a:cubicBezTo>
                  <a:pt x="1903629" y="233477"/>
                  <a:pt x="1905610" y="235305"/>
                  <a:pt x="1905610" y="238658"/>
                </a:cubicBezTo>
                <a:cubicBezTo>
                  <a:pt x="1905610" y="240792"/>
                  <a:pt x="1904695" y="242773"/>
                  <a:pt x="1902867" y="244602"/>
                </a:cubicBezTo>
                <a:cubicBezTo>
                  <a:pt x="1899514" y="247955"/>
                  <a:pt x="1895399" y="267462"/>
                  <a:pt x="1890522" y="303123"/>
                </a:cubicBezTo>
                <a:cubicBezTo>
                  <a:pt x="1901190" y="322021"/>
                  <a:pt x="1916735" y="337261"/>
                  <a:pt x="1937157" y="348843"/>
                </a:cubicBezTo>
                <a:lnTo>
                  <a:pt x="1937157" y="188366"/>
                </a:lnTo>
                <a:cubicBezTo>
                  <a:pt x="1892656" y="188366"/>
                  <a:pt x="1858061" y="189433"/>
                  <a:pt x="1833372" y="191567"/>
                </a:cubicBezTo>
                <a:lnTo>
                  <a:pt x="1833372" y="165049"/>
                </a:lnTo>
                <a:cubicBezTo>
                  <a:pt x="1845869" y="166573"/>
                  <a:pt x="1876806" y="167640"/>
                  <a:pt x="1926184" y="168249"/>
                </a:cubicBezTo>
                <a:lnTo>
                  <a:pt x="1926184" y="105613"/>
                </a:lnTo>
                <a:cubicBezTo>
                  <a:pt x="1890218" y="105613"/>
                  <a:pt x="1865681" y="106832"/>
                  <a:pt x="1852575" y="109271"/>
                </a:cubicBezTo>
                <a:lnTo>
                  <a:pt x="1852575" y="83210"/>
                </a:lnTo>
                <a:cubicBezTo>
                  <a:pt x="1869034" y="85649"/>
                  <a:pt x="1893570" y="86868"/>
                  <a:pt x="1926184" y="86868"/>
                </a:cubicBezTo>
                <a:cubicBezTo>
                  <a:pt x="1925574" y="50292"/>
                  <a:pt x="1924355" y="25755"/>
                  <a:pt x="1922526" y="13259"/>
                </a:cubicBezTo>
                <a:close/>
                <a:moveTo>
                  <a:pt x="3935578" y="12344"/>
                </a:moveTo>
                <a:cubicBezTo>
                  <a:pt x="3940759" y="14173"/>
                  <a:pt x="3950970" y="15087"/>
                  <a:pt x="3966210" y="15087"/>
                </a:cubicBezTo>
                <a:cubicBezTo>
                  <a:pt x="3968953" y="15087"/>
                  <a:pt x="3970325" y="15926"/>
                  <a:pt x="3970325" y="17602"/>
                </a:cubicBezTo>
                <a:cubicBezTo>
                  <a:pt x="3970325" y="19278"/>
                  <a:pt x="3969106" y="21031"/>
                  <a:pt x="3966667" y="22860"/>
                </a:cubicBezTo>
                <a:cubicBezTo>
                  <a:pt x="3962095" y="25908"/>
                  <a:pt x="3960267" y="50139"/>
                  <a:pt x="3961181" y="95555"/>
                </a:cubicBezTo>
                <a:cubicBezTo>
                  <a:pt x="4007815" y="95555"/>
                  <a:pt x="4039515" y="94640"/>
                  <a:pt x="4056278" y="92811"/>
                </a:cubicBezTo>
                <a:lnTo>
                  <a:pt x="4056278" y="117500"/>
                </a:lnTo>
                <a:cubicBezTo>
                  <a:pt x="4036771" y="115367"/>
                  <a:pt x="4011168" y="114300"/>
                  <a:pt x="3979469" y="114300"/>
                </a:cubicBezTo>
                <a:lnTo>
                  <a:pt x="3961638" y="114300"/>
                </a:lnTo>
                <a:cubicBezTo>
                  <a:pt x="3963467" y="160020"/>
                  <a:pt x="3968649" y="199034"/>
                  <a:pt x="3977183" y="231343"/>
                </a:cubicBezTo>
                <a:cubicBezTo>
                  <a:pt x="3993033" y="202997"/>
                  <a:pt x="4004463" y="174650"/>
                  <a:pt x="4011473" y="146304"/>
                </a:cubicBezTo>
                <a:cubicBezTo>
                  <a:pt x="4019702" y="150876"/>
                  <a:pt x="4028847" y="155143"/>
                  <a:pt x="4038905" y="159105"/>
                </a:cubicBezTo>
                <a:cubicBezTo>
                  <a:pt x="4041953" y="160325"/>
                  <a:pt x="4043477" y="162001"/>
                  <a:pt x="4043477" y="164135"/>
                </a:cubicBezTo>
                <a:cubicBezTo>
                  <a:pt x="4043477" y="166268"/>
                  <a:pt x="4042563" y="167945"/>
                  <a:pt x="4040734" y="169164"/>
                </a:cubicBezTo>
                <a:cubicBezTo>
                  <a:pt x="4034942" y="171907"/>
                  <a:pt x="4030218" y="177393"/>
                  <a:pt x="4026560" y="185623"/>
                </a:cubicBezTo>
                <a:cubicBezTo>
                  <a:pt x="4014368" y="212141"/>
                  <a:pt x="4001415" y="237439"/>
                  <a:pt x="3987699" y="261518"/>
                </a:cubicBezTo>
                <a:cubicBezTo>
                  <a:pt x="4003243" y="296875"/>
                  <a:pt x="4014673" y="314553"/>
                  <a:pt x="4021989" y="314553"/>
                </a:cubicBezTo>
                <a:cubicBezTo>
                  <a:pt x="4028084" y="314553"/>
                  <a:pt x="4032504" y="301752"/>
                  <a:pt x="4035247" y="276149"/>
                </a:cubicBezTo>
                <a:cubicBezTo>
                  <a:pt x="4042563" y="282549"/>
                  <a:pt x="4050030" y="287426"/>
                  <a:pt x="4057650" y="290779"/>
                </a:cubicBezTo>
                <a:cubicBezTo>
                  <a:pt x="4044544" y="327050"/>
                  <a:pt x="4032352" y="345186"/>
                  <a:pt x="4021074" y="345186"/>
                </a:cubicBezTo>
                <a:cubicBezTo>
                  <a:pt x="4018026" y="345186"/>
                  <a:pt x="4014064" y="343128"/>
                  <a:pt x="4009187" y="339014"/>
                </a:cubicBezTo>
                <a:cubicBezTo>
                  <a:pt x="4004310" y="334899"/>
                  <a:pt x="3998214" y="328041"/>
                  <a:pt x="3990899" y="318440"/>
                </a:cubicBezTo>
                <a:cubicBezTo>
                  <a:pt x="3983584" y="308838"/>
                  <a:pt x="3977335" y="299009"/>
                  <a:pt x="3972154" y="288950"/>
                </a:cubicBezTo>
                <a:cubicBezTo>
                  <a:pt x="3958438" y="312115"/>
                  <a:pt x="3942131" y="333451"/>
                  <a:pt x="3923233" y="352958"/>
                </a:cubicBezTo>
                <a:cubicBezTo>
                  <a:pt x="3914699" y="345033"/>
                  <a:pt x="3903574" y="340614"/>
                  <a:pt x="3889858" y="339699"/>
                </a:cubicBezTo>
                <a:cubicBezTo>
                  <a:pt x="3917290" y="322021"/>
                  <a:pt x="3941217" y="295199"/>
                  <a:pt x="3961638" y="259232"/>
                </a:cubicBezTo>
                <a:cubicBezTo>
                  <a:pt x="3947313" y="210159"/>
                  <a:pt x="3939388" y="161849"/>
                  <a:pt x="3937864" y="114300"/>
                </a:cubicBezTo>
                <a:lnTo>
                  <a:pt x="3885286" y="114300"/>
                </a:lnTo>
                <a:lnTo>
                  <a:pt x="3885286" y="273863"/>
                </a:lnTo>
                <a:cubicBezTo>
                  <a:pt x="3899611" y="264109"/>
                  <a:pt x="3911956" y="252679"/>
                  <a:pt x="3922319" y="239573"/>
                </a:cubicBezTo>
                <a:cubicBezTo>
                  <a:pt x="3922014" y="240182"/>
                  <a:pt x="3926739" y="248107"/>
                  <a:pt x="3936492" y="263347"/>
                </a:cubicBezTo>
                <a:cubicBezTo>
                  <a:pt x="3907536" y="284683"/>
                  <a:pt x="3883305" y="305714"/>
                  <a:pt x="3863797" y="326441"/>
                </a:cubicBezTo>
                <a:cubicBezTo>
                  <a:pt x="3859530" y="320040"/>
                  <a:pt x="3852977" y="313487"/>
                  <a:pt x="3844138" y="306781"/>
                </a:cubicBezTo>
                <a:cubicBezTo>
                  <a:pt x="3856330" y="295808"/>
                  <a:pt x="3862426" y="278892"/>
                  <a:pt x="3862426" y="256032"/>
                </a:cubicBezTo>
                <a:lnTo>
                  <a:pt x="3862426" y="146304"/>
                </a:lnTo>
                <a:cubicBezTo>
                  <a:pt x="3862426" y="117957"/>
                  <a:pt x="3862121" y="100127"/>
                  <a:pt x="3861511" y="92811"/>
                </a:cubicBezTo>
                <a:cubicBezTo>
                  <a:pt x="3874618" y="94031"/>
                  <a:pt x="3899916" y="94945"/>
                  <a:pt x="3937407" y="95555"/>
                </a:cubicBezTo>
                <a:close/>
                <a:moveTo>
                  <a:pt x="2106778" y="12344"/>
                </a:moveTo>
                <a:cubicBezTo>
                  <a:pt x="2111959" y="14173"/>
                  <a:pt x="2122170" y="15087"/>
                  <a:pt x="2137410" y="15087"/>
                </a:cubicBezTo>
                <a:cubicBezTo>
                  <a:pt x="2140153" y="15087"/>
                  <a:pt x="2141525" y="15926"/>
                  <a:pt x="2141525" y="17602"/>
                </a:cubicBezTo>
                <a:cubicBezTo>
                  <a:pt x="2141525" y="19278"/>
                  <a:pt x="2140306" y="21031"/>
                  <a:pt x="2137867" y="22860"/>
                </a:cubicBezTo>
                <a:cubicBezTo>
                  <a:pt x="2133295" y="25908"/>
                  <a:pt x="2131467" y="50139"/>
                  <a:pt x="2132381" y="95555"/>
                </a:cubicBezTo>
                <a:cubicBezTo>
                  <a:pt x="2179015" y="95555"/>
                  <a:pt x="2210715" y="94640"/>
                  <a:pt x="2227479" y="92811"/>
                </a:cubicBezTo>
                <a:lnTo>
                  <a:pt x="2227479" y="117500"/>
                </a:lnTo>
                <a:cubicBezTo>
                  <a:pt x="2207971" y="115367"/>
                  <a:pt x="2182368" y="114300"/>
                  <a:pt x="2150669" y="114300"/>
                </a:cubicBezTo>
                <a:lnTo>
                  <a:pt x="2132838" y="114300"/>
                </a:lnTo>
                <a:cubicBezTo>
                  <a:pt x="2134667" y="160020"/>
                  <a:pt x="2139849" y="199034"/>
                  <a:pt x="2148383" y="231343"/>
                </a:cubicBezTo>
                <a:cubicBezTo>
                  <a:pt x="2164233" y="202997"/>
                  <a:pt x="2175663" y="174650"/>
                  <a:pt x="2182673" y="146304"/>
                </a:cubicBezTo>
                <a:cubicBezTo>
                  <a:pt x="2190903" y="150876"/>
                  <a:pt x="2200047" y="155143"/>
                  <a:pt x="2210105" y="159105"/>
                </a:cubicBezTo>
                <a:cubicBezTo>
                  <a:pt x="2213153" y="160325"/>
                  <a:pt x="2214677" y="162001"/>
                  <a:pt x="2214677" y="164135"/>
                </a:cubicBezTo>
                <a:cubicBezTo>
                  <a:pt x="2214677" y="166268"/>
                  <a:pt x="2213763" y="167945"/>
                  <a:pt x="2211934" y="169164"/>
                </a:cubicBezTo>
                <a:cubicBezTo>
                  <a:pt x="2206143" y="171907"/>
                  <a:pt x="2201418" y="177393"/>
                  <a:pt x="2197761" y="185623"/>
                </a:cubicBezTo>
                <a:cubicBezTo>
                  <a:pt x="2185569" y="212141"/>
                  <a:pt x="2172615" y="237439"/>
                  <a:pt x="2158899" y="261518"/>
                </a:cubicBezTo>
                <a:cubicBezTo>
                  <a:pt x="2174443" y="296875"/>
                  <a:pt x="2185873" y="314553"/>
                  <a:pt x="2193189" y="314553"/>
                </a:cubicBezTo>
                <a:cubicBezTo>
                  <a:pt x="2199285" y="314553"/>
                  <a:pt x="2203704" y="301752"/>
                  <a:pt x="2206447" y="276149"/>
                </a:cubicBezTo>
                <a:cubicBezTo>
                  <a:pt x="2213763" y="282549"/>
                  <a:pt x="2221230" y="287426"/>
                  <a:pt x="2228850" y="290779"/>
                </a:cubicBezTo>
                <a:cubicBezTo>
                  <a:pt x="2215744" y="327050"/>
                  <a:pt x="2203552" y="345186"/>
                  <a:pt x="2192274" y="345186"/>
                </a:cubicBezTo>
                <a:cubicBezTo>
                  <a:pt x="2189226" y="345186"/>
                  <a:pt x="2185264" y="343128"/>
                  <a:pt x="2180387" y="339014"/>
                </a:cubicBezTo>
                <a:cubicBezTo>
                  <a:pt x="2175510" y="334899"/>
                  <a:pt x="2169414" y="328041"/>
                  <a:pt x="2162099" y="318440"/>
                </a:cubicBezTo>
                <a:cubicBezTo>
                  <a:pt x="2154784" y="308838"/>
                  <a:pt x="2148535" y="299009"/>
                  <a:pt x="2143354" y="288950"/>
                </a:cubicBezTo>
                <a:cubicBezTo>
                  <a:pt x="2129638" y="312115"/>
                  <a:pt x="2113331" y="333451"/>
                  <a:pt x="2094433" y="352958"/>
                </a:cubicBezTo>
                <a:cubicBezTo>
                  <a:pt x="2085899" y="345033"/>
                  <a:pt x="2074774" y="340614"/>
                  <a:pt x="2061058" y="339699"/>
                </a:cubicBezTo>
                <a:cubicBezTo>
                  <a:pt x="2088490" y="322021"/>
                  <a:pt x="2112417" y="295199"/>
                  <a:pt x="2132838" y="259232"/>
                </a:cubicBezTo>
                <a:cubicBezTo>
                  <a:pt x="2118513" y="210159"/>
                  <a:pt x="2110588" y="161849"/>
                  <a:pt x="2109064" y="114300"/>
                </a:cubicBezTo>
                <a:lnTo>
                  <a:pt x="2056486" y="114300"/>
                </a:lnTo>
                <a:lnTo>
                  <a:pt x="2056486" y="273863"/>
                </a:lnTo>
                <a:cubicBezTo>
                  <a:pt x="2070812" y="264109"/>
                  <a:pt x="2083156" y="252679"/>
                  <a:pt x="2093519" y="239573"/>
                </a:cubicBezTo>
                <a:cubicBezTo>
                  <a:pt x="2093214" y="240182"/>
                  <a:pt x="2097938" y="248107"/>
                  <a:pt x="2107692" y="263347"/>
                </a:cubicBezTo>
                <a:cubicBezTo>
                  <a:pt x="2078736" y="284683"/>
                  <a:pt x="2054505" y="305714"/>
                  <a:pt x="2034997" y="326441"/>
                </a:cubicBezTo>
                <a:cubicBezTo>
                  <a:pt x="2030730" y="320040"/>
                  <a:pt x="2024177" y="313487"/>
                  <a:pt x="2015338" y="306781"/>
                </a:cubicBezTo>
                <a:cubicBezTo>
                  <a:pt x="2027530" y="295808"/>
                  <a:pt x="2033626" y="278892"/>
                  <a:pt x="2033626" y="256032"/>
                </a:cubicBezTo>
                <a:lnTo>
                  <a:pt x="2033626" y="146304"/>
                </a:lnTo>
                <a:cubicBezTo>
                  <a:pt x="2033626" y="117957"/>
                  <a:pt x="2033321" y="100127"/>
                  <a:pt x="2032711" y="92811"/>
                </a:cubicBezTo>
                <a:cubicBezTo>
                  <a:pt x="2045818" y="94031"/>
                  <a:pt x="2071116" y="94945"/>
                  <a:pt x="2108607" y="95555"/>
                </a:cubicBezTo>
                <a:close/>
                <a:moveTo>
                  <a:pt x="2476652" y="10515"/>
                </a:moveTo>
                <a:cubicBezTo>
                  <a:pt x="2487625" y="12039"/>
                  <a:pt x="2496770" y="12801"/>
                  <a:pt x="2504084" y="12801"/>
                </a:cubicBezTo>
                <a:lnTo>
                  <a:pt x="2518258" y="12344"/>
                </a:lnTo>
                <a:cubicBezTo>
                  <a:pt x="2522830" y="12344"/>
                  <a:pt x="2525116" y="13868"/>
                  <a:pt x="2525116" y="16916"/>
                </a:cubicBezTo>
                <a:cubicBezTo>
                  <a:pt x="2525116" y="19355"/>
                  <a:pt x="2523439" y="21641"/>
                  <a:pt x="2520087" y="23774"/>
                </a:cubicBezTo>
                <a:cubicBezTo>
                  <a:pt x="2516734" y="25908"/>
                  <a:pt x="2514295" y="29184"/>
                  <a:pt x="2512771" y="33604"/>
                </a:cubicBezTo>
                <a:cubicBezTo>
                  <a:pt x="2511247" y="38024"/>
                  <a:pt x="2510485" y="44958"/>
                  <a:pt x="2510485" y="54407"/>
                </a:cubicBezTo>
                <a:lnTo>
                  <a:pt x="2510485" y="387248"/>
                </a:lnTo>
                <a:cubicBezTo>
                  <a:pt x="2510485" y="397002"/>
                  <a:pt x="2508504" y="404393"/>
                  <a:pt x="2504542" y="409422"/>
                </a:cubicBezTo>
                <a:cubicBezTo>
                  <a:pt x="2500579" y="414452"/>
                  <a:pt x="2492807" y="418262"/>
                  <a:pt x="2481225" y="420852"/>
                </a:cubicBezTo>
                <a:cubicBezTo>
                  <a:pt x="2469642" y="423443"/>
                  <a:pt x="2451811" y="425501"/>
                  <a:pt x="2427732" y="427025"/>
                </a:cubicBezTo>
                <a:cubicBezTo>
                  <a:pt x="2427428" y="410565"/>
                  <a:pt x="2422551" y="397154"/>
                  <a:pt x="2413102" y="386791"/>
                </a:cubicBezTo>
                <a:cubicBezTo>
                  <a:pt x="2431390" y="390144"/>
                  <a:pt x="2445030" y="391820"/>
                  <a:pt x="2454021" y="391820"/>
                </a:cubicBezTo>
                <a:cubicBezTo>
                  <a:pt x="2463013" y="391820"/>
                  <a:pt x="2469642" y="390677"/>
                  <a:pt x="2473909" y="388391"/>
                </a:cubicBezTo>
                <a:cubicBezTo>
                  <a:pt x="2478177" y="386105"/>
                  <a:pt x="2480310" y="381152"/>
                  <a:pt x="2480310" y="373532"/>
                </a:cubicBezTo>
                <a:lnTo>
                  <a:pt x="2480310" y="84125"/>
                </a:lnTo>
                <a:cubicBezTo>
                  <a:pt x="2480310" y="49377"/>
                  <a:pt x="2479091" y="24841"/>
                  <a:pt x="2476652" y="10515"/>
                </a:cubicBezTo>
                <a:close/>
                <a:moveTo>
                  <a:pt x="1092251" y="8686"/>
                </a:moveTo>
                <a:cubicBezTo>
                  <a:pt x="1105967" y="10515"/>
                  <a:pt x="1119378" y="11430"/>
                  <a:pt x="1132485" y="11430"/>
                </a:cubicBezTo>
                <a:cubicBezTo>
                  <a:pt x="1137971" y="11430"/>
                  <a:pt x="1140714" y="12725"/>
                  <a:pt x="1140714" y="15316"/>
                </a:cubicBezTo>
                <a:cubicBezTo>
                  <a:pt x="1140714" y="17907"/>
                  <a:pt x="1139190" y="19812"/>
                  <a:pt x="1136142" y="21031"/>
                </a:cubicBezTo>
                <a:cubicBezTo>
                  <a:pt x="1133094" y="22250"/>
                  <a:pt x="1130656" y="24536"/>
                  <a:pt x="1128827" y="27889"/>
                </a:cubicBezTo>
                <a:cubicBezTo>
                  <a:pt x="1126998" y="31242"/>
                  <a:pt x="1126084" y="34290"/>
                  <a:pt x="1126084" y="37033"/>
                </a:cubicBezTo>
                <a:lnTo>
                  <a:pt x="1126084" y="83210"/>
                </a:lnTo>
                <a:cubicBezTo>
                  <a:pt x="1191921" y="82905"/>
                  <a:pt x="1239622" y="81077"/>
                  <a:pt x="1269187" y="77724"/>
                </a:cubicBezTo>
                <a:cubicBezTo>
                  <a:pt x="1267054" y="90221"/>
                  <a:pt x="1265987" y="107442"/>
                  <a:pt x="1265987" y="129387"/>
                </a:cubicBezTo>
                <a:lnTo>
                  <a:pt x="1265987" y="264261"/>
                </a:lnTo>
                <a:cubicBezTo>
                  <a:pt x="1265987" y="285902"/>
                  <a:pt x="1267511" y="307695"/>
                  <a:pt x="1270559" y="329641"/>
                </a:cubicBezTo>
                <a:lnTo>
                  <a:pt x="1237183" y="329641"/>
                </a:lnTo>
                <a:lnTo>
                  <a:pt x="1237183" y="296723"/>
                </a:lnTo>
                <a:lnTo>
                  <a:pt x="1126084" y="296723"/>
                </a:lnTo>
                <a:lnTo>
                  <a:pt x="1126084" y="360731"/>
                </a:lnTo>
                <a:cubicBezTo>
                  <a:pt x="1126084" y="370789"/>
                  <a:pt x="1127074" y="378104"/>
                  <a:pt x="1129056" y="382676"/>
                </a:cubicBezTo>
                <a:cubicBezTo>
                  <a:pt x="1131037" y="387248"/>
                  <a:pt x="1135380" y="390525"/>
                  <a:pt x="1142086" y="392506"/>
                </a:cubicBezTo>
                <a:cubicBezTo>
                  <a:pt x="1148792" y="394487"/>
                  <a:pt x="1159612" y="395478"/>
                  <a:pt x="1174547" y="395478"/>
                </a:cubicBezTo>
                <a:lnTo>
                  <a:pt x="1246785" y="395021"/>
                </a:lnTo>
                <a:cubicBezTo>
                  <a:pt x="1265073" y="395021"/>
                  <a:pt x="1277341" y="389534"/>
                  <a:pt x="1283589" y="378561"/>
                </a:cubicBezTo>
                <a:cubicBezTo>
                  <a:pt x="1289838" y="367589"/>
                  <a:pt x="1294333" y="350977"/>
                  <a:pt x="1297077" y="328727"/>
                </a:cubicBezTo>
                <a:cubicBezTo>
                  <a:pt x="1304087" y="336956"/>
                  <a:pt x="1314450" y="343205"/>
                  <a:pt x="1328166" y="347472"/>
                </a:cubicBezTo>
                <a:cubicBezTo>
                  <a:pt x="1320851" y="375818"/>
                  <a:pt x="1311783" y="395325"/>
                  <a:pt x="1300963" y="405993"/>
                </a:cubicBezTo>
                <a:cubicBezTo>
                  <a:pt x="1290142" y="416661"/>
                  <a:pt x="1272235" y="421995"/>
                  <a:pt x="1247242" y="421995"/>
                </a:cubicBezTo>
                <a:lnTo>
                  <a:pt x="1175004" y="421538"/>
                </a:lnTo>
                <a:cubicBezTo>
                  <a:pt x="1150925" y="421538"/>
                  <a:pt x="1133551" y="419862"/>
                  <a:pt x="1122884" y="416509"/>
                </a:cubicBezTo>
                <a:cubicBezTo>
                  <a:pt x="1112216" y="413156"/>
                  <a:pt x="1105281" y="407289"/>
                  <a:pt x="1102081" y="398907"/>
                </a:cubicBezTo>
                <a:cubicBezTo>
                  <a:pt x="1098880" y="390525"/>
                  <a:pt x="1097280" y="376885"/>
                  <a:pt x="1097280" y="357987"/>
                </a:cubicBezTo>
                <a:lnTo>
                  <a:pt x="1097280" y="296723"/>
                </a:lnTo>
                <a:lnTo>
                  <a:pt x="983437" y="296723"/>
                </a:lnTo>
                <a:lnTo>
                  <a:pt x="983437" y="338785"/>
                </a:lnTo>
                <a:lnTo>
                  <a:pt x="951433" y="338785"/>
                </a:lnTo>
                <a:cubicBezTo>
                  <a:pt x="954786" y="316839"/>
                  <a:pt x="956463" y="293522"/>
                  <a:pt x="956463" y="268833"/>
                </a:cubicBezTo>
                <a:lnTo>
                  <a:pt x="956463" y="129387"/>
                </a:lnTo>
                <a:cubicBezTo>
                  <a:pt x="956463" y="109271"/>
                  <a:pt x="955396" y="92049"/>
                  <a:pt x="953262" y="77724"/>
                </a:cubicBezTo>
                <a:cubicBezTo>
                  <a:pt x="984352" y="81077"/>
                  <a:pt x="1032358" y="82905"/>
                  <a:pt x="1097280" y="83210"/>
                </a:cubicBezTo>
                <a:cubicBezTo>
                  <a:pt x="1097280" y="49377"/>
                  <a:pt x="1095604" y="24536"/>
                  <a:pt x="1092251" y="8686"/>
                </a:cubicBezTo>
                <a:close/>
                <a:moveTo>
                  <a:pt x="649681" y="0"/>
                </a:moveTo>
                <a:cubicBezTo>
                  <a:pt x="664007" y="5486"/>
                  <a:pt x="675894" y="8991"/>
                  <a:pt x="685343" y="10515"/>
                </a:cubicBezTo>
                <a:cubicBezTo>
                  <a:pt x="690829" y="11735"/>
                  <a:pt x="693573" y="13487"/>
                  <a:pt x="693573" y="15773"/>
                </a:cubicBezTo>
                <a:cubicBezTo>
                  <a:pt x="693573" y="18059"/>
                  <a:pt x="690372" y="20345"/>
                  <a:pt x="683971" y="22631"/>
                </a:cubicBezTo>
                <a:cubicBezTo>
                  <a:pt x="677571" y="24917"/>
                  <a:pt x="663550" y="42062"/>
                  <a:pt x="641909" y="74066"/>
                </a:cubicBezTo>
                <a:lnTo>
                  <a:pt x="700888" y="74066"/>
                </a:lnTo>
                <a:cubicBezTo>
                  <a:pt x="774345" y="74066"/>
                  <a:pt x="819455" y="71933"/>
                  <a:pt x="836219" y="67665"/>
                </a:cubicBezTo>
                <a:cubicBezTo>
                  <a:pt x="834085" y="79248"/>
                  <a:pt x="833019" y="107899"/>
                  <a:pt x="833019" y="153619"/>
                </a:cubicBezTo>
                <a:lnTo>
                  <a:pt x="833019" y="373075"/>
                </a:lnTo>
                <a:cubicBezTo>
                  <a:pt x="833019" y="383438"/>
                  <a:pt x="831037" y="391287"/>
                  <a:pt x="827075" y="396621"/>
                </a:cubicBezTo>
                <a:cubicBezTo>
                  <a:pt x="823113" y="401955"/>
                  <a:pt x="814273" y="406070"/>
                  <a:pt x="800557" y="408965"/>
                </a:cubicBezTo>
                <a:cubicBezTo>
                  <a:pt x="786842" y="411861"/>
                  <a:pt x="765353" y="413461"/>
                  <a:pt x="736092" y="413766"/>
                </a:cubicBezTo>
                <a:cubicBezTo>
                  <a:pt x="737007" y="400050"/>
                  <a:pt x="732130" y="387858"/>
                  <a:pt x="721462" y="377190"/>
                </a:cubicBezTo>
                <a:cubicBezTo>
                  <a:pt x="744322" y="380543"/>
                  <a:pt x="761848" y="382219"/>
                  <a:pt x="774040" y="382219"/>
                </a:cubicBezTo>
                <a:cubicBezTo>
                  <a:pt x="786232" y="382219"/>
                  <a:pt x="794157" y="380390"/>
                  <a:pt x="797814" y="376733"/>
                </a:cubicBezTo>
                <a:cubicBezTo>
                  <a:pt x="801472" y="373075"/>
                  <a:pt x="803301" y="366827"/>
                  <a:pt x="803301" y="357987"/>
                </a:cubicBezTo>
                <a:lnTo>
                  <a:pt x="803301" y="96469"/>
                </a:lnTo>
                <a:lnTo>
                  <a:pt x="524409" y="96469"/>
                </a:lnTo>
                <a:lnTo>
                  <a:pt x="524409" y="414680"/>
                </a:lnTo>
                <a:lnTo>
                  <a:pt x="490119" y="414680"/>
                </a:lnTo>
                <a:cubicBezTo>
                  <a:pt x="493471" y="382981"/>
                  <a:pt x="495148" y="346405"/>
                  <a:pt x="495148" y="304952"/>
                </a:cubicBezTo>
                <a:lnTo>
                  <a:pt x="495148" y="153619"/>
                </a:lnTo>
                <a:cubicBezTo>
                  <a:pt x="495148" y="118567"/>
                  <a:pt x="493929" y="89916"/>
                  <a:pt x="491490" y="67665"/>
                </a:cubicBezTo>
                <a:cubicBezTo>
                  <a:pt x="503073" y="71933"/>
                  <a:pt x="525475" y="74066"/>
                  <a:pt x="558699" y="74066"/>
                </a:cubicBezTo>
                <a:lnTo>
                  <a:pt x="614477" y="74066"/>
                </a:lnTo>
                <a:cubicBezTo>
                  <a:pt x="632460" y="46634"/>
                  <a:pt x="644195" y="21945"/>
                  <a:pt x="6496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7580D7-DF30-4A0D-9590-9F84B2783BC8}"/>
              </a:ext>
            </a:extLst>
          </p:cNvPr>
          <p:cNvSpPr txBox="1"/>
          <p:nvPr/>
        </p:nvSpPr>
        <p:spPr>
          <a:xfrm>
            <a:off x="3834918" y="3213660"/>
            <a:ext cx="4522165" cy="428853"/>
          </a:xfrm>
          <a:custGeom>
            <a:avLst/>
            <a:gdLst/>
            <a:ahLst/>
            <a:cxnLst/>
            <a:rect l="l" t="t" r="r" b="b"/>
            <a:pathLst>
              <a:path w="4522165" h="428853">
                <a:moveTo>
                  <a:pt x="2808122" y="306781"/>
                </a:moveTo>
                <a:lnTo>
                  <a:pt x="2855671" y="306781"/>
                </a:lnTo>
                <a:lnTo>
                  <a:pt x="2855671" y="351587"/>
                </a:lnTo>
                <a:cubicBezTo>
                  <a:pt x="2855671" y="391211"/>
                  <a:pt x="2839822" y="415137"/>
                  <a:pt x="2808122" y="423367"/>
                </a:cubicBezTo>
                <a:lnTo>
                  <a:pt x="2808122" y="403250"/>
                </a:lnTo>
                <a:cubicBezTo>
                  <a:pt x="2817876" y="400507"/>
                  <a:pt x="2824734" y="395706"/>
                  <a:pt x="2828697" y="388848"/>
                </a:cubicBezTo>
                <a:cubicBezTo>
                  <a:pt x="2832659" y="381990"/>
                  <a:pt x="2834640" y="370789"/>
                  <a:pt x="2834640" y="355244"/>
                </a:cubicBezTo>
                <a:lnTo>
                  <a:pt x="2808122" y="355244"/>
                </a:lnTo>
                <a:close/>
                <a:moveTo>
                  <a:pt x="1455725" y="240944"/>
                </a:moveTo>
                <a:cubicBezTo>
                  <a:pt x="1462431" y="249174"/>
                  <a:pt x="1470812" y="254965"/>
                  <a:pt x="1480871" y="258318"/>
                </a:cubicBezTo>
                <a:cubicBezTo>
                  <a:pt x="1458011" y="297332"/>
                  <a:pt x="1431188" y="350977"/>
                  <a:pt x="1400404" y="419252"/>
                </a:cubicBezTo>
                <a:cubicBezTo>
                  <a:pt x="1390345" y="409803"/>
                  <a:pt x="1379982" y="402945"/>
                  <a:pt x="1369314" y="398678"/>
                </a:cubicBezTo>
                <a:cubicBezTo>
                  <a:pt x="1406500" y="347777"/>
                  <a:pt x="1435303" y="295199"/>
                  <a:pt x="1455725" y="240944"/>
                </a:cubicBezTo>
                <a:close/>
                <a:moveTo>
                  <a:pt x="1531620" y="232715"/>
                </a:moveTo>
                <a:cubicBezTo>
                  <a:pt x="1537106" y="233934"/>
                  <a:pt x="1547470" y="234543"/>
                  <a:pt x="1562710" y="234543"/>
                </a:cubicBezTo>
                <a:cubicBezTo>
                  <a:pt x="1567282" y="234543"/>
                  <a:pt x="1569568" y="235686"/>
                  <a:pt x="1569568" y="237972"/>
                </a:cubicBezTo>
                <a:cubicBezTo>
                  <a:pt x="1569568" y="240258"/>
                  <a:pt x="1568196" y="242697"/>
                  <a:pt x="1565453" y="245288"/>
                </a:cubicBezTo>
                <a:cubicBezTo>
                  <a:pt x="1562710" y="247878"/>
                  <a:pt x="1560728" y="261594"/>
                  <a:pt x="1559509" y="286436"/>
                </a:cubicBezTo>
                <a:cubicBezTo>
                  <a:pt x="1558290" y="311277"/>
                  <a:pt x="1555395" y="331546"/>
                  <a:pt x="1550822" y="347243"/>
                </a:cubicBezTo>
                <a:cubicBezTo>
                  <a:pt x="1546250" y="362940"/>
                  <a:pt x="1538478" y="376961"/>
                  <a:pt x="1527505" y="389306"/>
                </a:cubicBezTo>
                <a:cubicBezTo>
                  <a:pt x="1516532" y="401650"/>
                  <a:pt x="1500073" y="414833"/>
                  <a:pt x="1478128" y="428853"/>
                </a:cubicBezTo>
                <a:cubicBezTo>
                  <a:pt x="1471117" y="419100"/>
                  <a:pt x="1461211" y="412089"/>
                  <a:pt x="1448410" y="407822"/>
                </a:cubicBezTo>
                <a:cubicBezTo>
                  <a:pt x="1477670" y="396240"/>
                  <a:pt x="1499159" y="381305"/>
                  <a:pt x="1512875" y="363017"/>
                </a:cubicBezTo>
                <a:cubicBezTo>
                  <a:pt x="1526591" y="344729"/>
                  <a:pt x="1533449" y="315925"/>
                  <a:pt x="1533449" y="276606"/>
                </a:cubicBezTo>
                <a:cubicBezTo>
                  <a:pt x="1533449" y="264109"/>
                  <a:pt x="1532839" y="249479"/>
                  <a:pt x="1531620" y="232715"/>
                </a:cubicBezTo>
                <a:close/>
                <a:moveTo>
                  <a:pt x="1600200" y="230429"/>
                </a:moveTo>
                <a:cubicBezTo>
                  <a:pt x="1608734" y="232257"/>
                  <a:pt x="1615897" y="233172"/>
                  <a:pt x="1621688" y="233172"/>
                </a:cubicBezTo>
                <a:lnTo>
                  <a:pt x="1629918" y="232715"/>
                </a:lnTo>
                <a:cubicBezTo>
                  <a:pt x="1633271" y="232715"/>
                  <a:pt x="1634947" y="234239"/>
                  <a:pt x="1634947" y="237287"/>
                </a:cubicBezTo>
                <a:cubicBezTo>
                  <a:pt x="1634947" y="239420"/>
                  <a:pt x="1634185" y="241097"/>
                  <a:pt x="1632661" y="242316"/>
                </a:cubicBezTo>
                <a:cubicBezTo>
                  <a:pt x="1631137" y="243535"/>
                  <a:pt x="1630223" y="245516"/>
                  <a:pt x="1629918" y="248259"/>
                </a:cubicBezTo>
                <a:cubicBezTo>
                  <a:pt x="1629613" y="251003"/>
                  <a:pt x="1629461" y="256337"/>
                  <a:pt x="1629461" y="264261"/>
                </a:cubicBezTo>
                <a:lnTo>
                  <a:pt x="1629461" y="368046"/>
                </a:lnTo>
                <a:cubicBezTo>
                  <a:pt x="1629461" y="381762"/>
                  <a:pt x="1630832" y="397307"/>
                  <a:pt x="1633576" y="414680"/>
                </a:cubicBezTo>
                <a:lnTo>
                  <a:pt x="1601114" y="414680"/>
                </a:lnTo>
                <a:cubicBezTo>
                  <a:pt x="1602943" y="397611"/>
                  <a:pt x="1603858" y="382067"/>
                  <a:pt x="1603858" y="368046"/>
                </a:cubicBezTo>
                <a:lnTo>
                  <a:pt x="1603858" y="270205"/>
                </a:lnTo>
                <a:cubicBezTo>
                  <a:pt x="1603858" y="250698"/>
                  <a:pt x="1602638" y="237439"/>
                  <a:pt x="1600200" y="230429"/>
                </a:cubicBezTo>
                <a:close/>
                <a:moveTo>
                  <a:pt x="1671980" y="229514"/>
                </a:moveTo>
                <a:cubicBezTo>
                  <a:pt x="1678991" y="231648"/>
                  <a:pt x="1686001" y="232715"/>
                  <a:pt x="1693012" y="232715"/>
                </a:cubicBezTo>
                <a:lnTo>
                  <a:pt x="1704442" y="232257"/>
                </a:lnTo>
                <a:cubicBezTo>
                  <a:pt x="1709014" y="232257"/>
                  <a:pt x="1711300" y="233400"/>
                  <a:pt x="1711300" y="235686"/>
                </a:cubicBezTo>
                <a:cubicBezTo>
                  <a:pt x="1711300" y="237972"/>
                  <a:pt x="1709928" y="240182"/>
                  <a:pt x="1707185" y="242316"/>
                </a:cubicBezTo>
                <a:cubicBezTo>
                  <a:pt x="1702918" y="246278"/>
                  <a:pt x="1700784" y="256946"/>
                  <a:pt x="1700784" y="274320"/>
                </a:cubicBezTo>
                <a:lnTo>
                  <a:pt x="1700784" y="373989"/>
                </a:lnTo>
                <a:cubicBezTo>
                  <a:pt x="1700784" y="387096"/>
                  <a:pt x="1707642" y="393649"/>
                  <a:pt x="1721358" y="393649"/>
                </a:cubicBezTo>
                <a:cubicBezTo>
                  <a:pt x="1735074" y="393649"/>
                  <a:pt x="1743608" y="389610"/>
                  <a:pt x="1746961" y="381533"/>
                </a:cubicBezTo>
                <a:cubicBezTo>
                  <a:pt x="1750314" y="373456"/>
                  <a:pt x="1752143" y="359969"/>
                  <a:pt x="1752448" y="341071"/>
                </a:cubicBezTo>
                <a:cubicBezTo>
                  <a:pt x="1758239" y="348996"/>
                  <a:pt x="1768145" y="353415"/>
                  <a:pt x="1782166" y="354330"/>
                </a:cubicBezTo>
                <a:cubicBezTo>
                  <a:pt x="1779422" y="373532"/>
                  <a:pt x="1775841" y="387553"/>
                  <a:pt x="1771421" y="396392"/>
                </a:cubicBezTo>
                <a:cubicBezTo>
                  <a:pt x="1767002" y="405231"/>
                  <a:pt x="1760982" y="411023"/>
                  <a:pt x="1753362" y="413766"/>
                </a:cubicBezTo>
                <a:cubicBezTo>
                  <a:pt x="1745742" y="416509"/>
                  <a:pt x="1733931" y="417881"/>
                  <a:pt x="1717929" y="417881"/>
                </a:cubicBezTo>
                <a:cubicBezTo>
                  <a:pt x="1701927" y="417881"/>
                  <a:pt x="1690954" y="415214"/>
                  <a:pt x="1685011" y="409880"/>
                </a:cubicBezTo>
                <a:cubicBezTo>
                  <a:pt x="1679067" y="404546"/>
                  <a:pt x="1676095" y="391820"/>
                  <a:pt x="1676095" y="371703"/>
                </a:cubicBezTo>
                <a:lnTo>
                  <a:pt x="1676095" y="267919"/>
                </a:lnTo>
                <a:cubicBezTo>
                  <a:pt x="1676095" y="251155"/>
                  <a:pt x="1674724" y="238353"/>
                  <a:pt x="1671980" y="229514"/>
                </a:cubicBezTo>
                <a:close/>
                <a:moveTo>
                  <a:pt x="1121969" y="203454"/>
                </a:moveTo>
                <a:lnTo>
                  <a:pt x="1121969" y="273405"/>
                </a:lnTo>
                <a:lnTo>
                  <a:pt x="1233068" y="273405"/>
                </a:lnTo>
                <a:lnTo>
                  <a:pt x="1233068" y="203454"/>
                </a:lnTo>
                <a:close/>
                <a:moveTo>
                  <a:pt x="979322" y="203454"/>
                </a:moveTo>
                <a:lnTo>
                  <a:pt x="979322" y="273405"/>
                </a:lnTo>
                <a:lnTo>
                  <a:pt x="1093165" y="273405"/>
                </a:lnTo>
                <a:lnTo>
                  <a:pt x="1093165" y="203454"/>
                </a:lnTo>
                <a:close/>
                <a:moveTo>
                  <a:pt x="608076" y="183794"/>
                </a:moveTo>
                <a:lnTo>
                  <a:pt x="608076" y="286664"/>
                </a:lnTo>
                <a:lnTo>
                  <a:pt x="716890" y="286664"/>
                </a:lnTo>
                <a:lnTo>
                  <a:pt x="716890" y="183794"/>
                </a:lnTo>
                <a:close/>
                <a:moveTo>
                  <a:pt x="579273" y="158191"/>
                </a:moveTo>
                <a:cubicBezTo>
                  <a:pt x="597256" y="160325"/>
                  <a:pt x="625373" y="161391"/>
                  <a:pt x="663626" y="161391"/>
                </a:cubicBezTo>
                <a:cubicBezTo>
                  <a:pt x="701878" y="161391"/>
                  <a:pt x="729386" y="160325"/>
                  <a:pt x="746150" y="158191"/>
                </a:cubicBezTo>
                <a:cubicBezTo>
                  <a:pt x="744627" y="177698"/>
                  <a:pt x="743864" y="204368"/>
                  <a:pt x="743864" y="238201"/>
                </a:cubicBezTo>
                <a:cubicBezTo>
                  <a:pt x="743864" y="272034"/>
                  <a:pt x="744627" y="296113"/>
                  <a:pt x="746150" y="310439"/>
                </a:cubicBezTo>
                <a:cubicBezTo>
                  <a:pt x="719938" y="309219"/>
                  <a:pt x="689077" y="308610"/>
                  <a:pt x="653567" y="308610"/>
                </a:cubicBezTo>
                <a:cubicBezTo>
                  <a:pt x="618058" y="308610"/>
                  <a:pt x="593293" y="309372"/>
                  <a:pt x="579273" y="310896"/>
                </a:cubicBezTo>
                <a:cubicBezTo>
                  <a:pt x="581101" y="294437"/>
                  <a:pt x="582016" y="268910"/>
                  <a:pt x="582016" y="234315"/>
                </a:cubicBezTo>
                <a:cubicBezTo>
                  <a:pt x="582016" y="199720"/>
                  <a:pt x="581101" y="174345"/>
                  <a:pt x="579273" y="158191"/>
                </a:cubicBezTo>
                <a:close/>
                <a:moveTo>
                  <a:pt x="1386688" y="138989"/>
                </a:moveTo>
                <a:cubicBezTo>
                  <a:pt x="1416558" y="154229"/>
                  <a:pt x="1444447" y="171907"/>
                  <a:pt x="1470355" y="192024"/>
                </a:cubicBezTo>
                <a:lnTo>
                  <a:pt x="1451610" y="214884"/>
                </a:lnTo>
                <a:cubicBezTo>
                  <a:pt x="1427226" y="192024"/>
                  <a:pt x="1400556" y="174498"/>
                  <a:pt x="1371600" y="162306"/>
                </a:cubicBezTo>
                <a:close/>
                <a:moveTo>
                  <a:pt x="3606089" y="106070"/>
                </a:moveTo>
                <a:cubicBezTo>
                  <a:pt x="3614623" y="106070"/>
                  <a:pt x="3623919" y="108813"/>
                  <a:pt x="3633978" y="114300"/>
                </a:cubicBezTo>
                <a:lnTo>
                  <a:pt x="3617519" y="140817"/>
                </a:lnTo>
                <a:cubicBezTo>
                  <a:pt x="3612947" y="138074"/>
                  <a:pt x="3608222" y="136703"/>
                  <a:pt x="3603345" y="136703"/>
                </a:cubicBezTo>
                <a:cubicBezTo>
                  <a:pt x="3593897" y="136703"/>
                  <a:pt x="3584981" y="141579"/>
                  <a:pt x="3576599" y="151333"/>
                </a:cubicBezTo>
                <a:cubicBezTo>
                  <a:pt x="3568217" y="161087"/>
                  <a:pt x="3562045" y="173660"/>
                  <a:pt x="3558083" y="189052"/>
                </a:cubicBezTo>
                <a:cubicBezTo>
                  <a:pt x="3554120" y="204444"/>
                  <a:pt x="3552139" y="232410"/>
                  <a:pt x="3552139" y="272948"/>
                </a:cubicBezTo>
                <a:lnTo>
                  <a:pt x="3552139" y="355244"/>
                </a:lnTo>
                <a:lnTo>
                  <a:pt x="3520135" y="355244"/>
                </a:lnTo>
                <a:lnTo>
                  <a:pt x="3520135" y="112471"/>
                </a:lnTo>
                <a:lnTo>
                  <a:pt x="3552139" y="112471"/>
                </a:lnTo>
                <a:lnTo>
                  <a:pt x="3552139" y="147675"/>
                </a:lnTo>
                <a:cubicBezTo>
                  <a:pt x="3560674" y="133350"/>
                  <a:pt x="3568979" y="122834"/>
                  <a:pt x="3577057" y="116129"/>
                </a:cubicBezTo>
                <a:cubicBezTo>
                  <a:pt x="3585134" y="109423"/>
                  <a:pt x="3594811" y="106070"/>
                  <a:pt x="3606089" y="106070"/>
                </a:cubicBezTo>
                <a:close/>
                <a:moveTo>
                  <a:pt x="3472739" y="106070"/>
                </a:moveTo>
                <a:cubicBezTo>
                  <a:pt x="3481273" y="106070"/>
                  <a:pt x="3490569" y="108813"/>
                  <a:pt x="3500628" y="114300"/>
                </a:cubicBezTo>
                <a:lnTo>
                  <a:pt x="3484169" y="140817"/>
                </a:lnTo>
                <a:cubicBezTo>
                  <a:pt x="3479597" y="138074"/>
                  <a:pt x="3474872" y="136703"/>
                  <a:pt x="3469995" y="136703"/>
                </a:cubicBezTo>
                <a:cubicBezTo>
                  <a:pt x="3460547" y="136703"/>
                  <a:pt x="3451631" y="141579"/>
                  <a:pt x="3443249" y="151333"/>
                </a:cubicBezTo>
                <a:cubicBezTo>
                  <a:pt x="3434867" y="161087"/>
                  <a:pt x="3428695" y="173660"/>
                  <a:pt x="3424733" y="189052"/>
                </a:cubicBezTo>
                <a:cubicBezTo>
                  <a:pt x="3420770" y="204444"/>
                  <a:pt x="3418789" y="232410"/>
                  <a:pt x="3418789" y="272948"/>
                </a:cubicBezTo>
                <a:lnTo>
                  <a:pt x="3418789" y="355244"/>
                </a:lnTo>
                <a:lnTo>
                  <a:pt x="3386785" y="355244"/>
                </a:lnTo>
                <a:lnTo>
                  <a:pt x="3386785" y="112471"/>
                </a:lnTo>
                <a:lnTo>
                  <a:pt x="3418789" y="112471"/>
                </a:lnTo>
                <a:lnTo>
                  <a:pt x="3418789" y="147675"/>
                </a:lnTo>
                <a:cubicBezTo>
                  <a:pt x="3427324" y="133350"/>
                  <a:pt x="3435629" y="122834"/>
                  <a:pt x="3443707" y="116129"/>
                </a:cubicBezTo>
                <a:cubicBezTo>
                  <a:pt x="3451784" y="109423"/>
                  <a:pt x="3461461" y="106070"/>
                  <a:pt x="3472739" y="106070"/>
                </a:cubicBezTo>
                <a:close/>
                <a:moveTo>
                  <a:pt x="1121969" y="106070"/>
                </a:moveTo>
                <a:lnTo>
                  <a:pt x="1121969" y="181051"/>
                </a:lnTo>
                <a:lnTo>
                  <a:pt x="1233068" y="181051"/>
                </a:lnTo>
                <a:lnTo>
                  <a:pt x="1233068" y="106070"/>
                </a:lnTo>
                <a:close/>
                <a:moveTo>
                  <a:pt x="979322" y="106070"/>
                </a:moveTo>
                <a:lnTo>
                  <a:pt x="979322" y="181051"/>
                </a:lnTo>
                <a:lnTo>
                  <a:pt x="1093165" y="181051"/>
                </a:lnTo>
                <a:lnTo>
                  <a:pt x="1093165" y="106070"/>
                </a:lnTo>
                <a:close/>
                <a:moveTo>
                  <a:pt x="43434" y="42977"/>
                </a:moveTo>
                <a:cubicBezTo>
                  <a:pt x="76352" y="45415"/>
                  <a:pt x="131064" y="46634"/>
                  <a:pt x="207569" y="46634"/>
                </a:cubicBezTo>
                <a:cubicBezTo>
                  <a:pt x="284074" y="46634"/>
                  <a:pt x="338785" y="45415"/>
                  <a:pt x="371704" y="42977"/>
                </a:cubicBezTo>
                <a:lnTo>
                  <a:pt x="371704" y="72237"/>
                </a:lnTo>
                <a:cubicBezTo>
                  <a:pt x="334213" y="69799"/>
                  <a:pt x="288036" y="68580"/>
                  <a:pt x="233172" y="68580"/>
                </a:cubicBezTo>
                <a:lnTo>
                  <a:pt x="233172" y="192938"/>
                </a:lnTo>
                <a:cubicBezTo>
                  <a:pt x="301447" y="192329"/>
                  <a:pt x="345948" y="190957"/>
                  <a:pt x="366674" y="188823"/>
                </a:cubicBezTo>
                <a:lnTo>
                  <a:pt x="366674" y="217627"/>
                </a:lnTo>
                <a:cubicBezTo>
                  <a:pt x="348082" y="215493"/>
                  <a:pt x="303581" y="214427"/>
                  <a:pt x="233172" y="214427"/>
                </a:cubicBezTo>
                <a:lnTo>
                  <a:pt x="233172" y="368960"/>
                </a:lnTo>
                <a:lnTo>
                  <a:pt x="302209" y="368960"/>
                </a:lnTo>
                <a:cubicBezTo>
                  <a:pt x="325984" y="368960"/>
                  <a:pt x="360578" y="367436"/>
                  <a:pt x="405994" y="364388"/>
                </a:cubicBezTo>
                <a:lnTo>
                  <a:pt x="405994" y="396849"/>
                </a:lnTo>
                <a:cubicBezTo>
                  <a:pt x="363931" y="394106"/>
                  <a:pt x="294437" y="392735"/>
                  <a:pt x="197510" y="392735"/>
                </a:cubicBezTo>
                <a:cubicBezTo>
                  <a:pt x="100584" y="392735"/>
                  <a:pt x="34747" y="394106"/>
                  <a:pt x="0" y="396849"/>
                </a:cubicBezTo>
                <a:lnTo>
                  <a:pt x="0" y="364388"/>
                </a:lnTo>
                <a:cubicBezTo>
                  <a:pt x="36271" y="367131"/>
                  <a:pt x="64160" y="368655"/>
                  <a:pt x="83668" y="368960"/>
                </a:cubicBezTo>
                <a:lnTo>
                  <a:pt x="83668" y="205740"/>
                </a:lnTo>
                <a:cubicBezTo>
                  <a:pt x="83668" y="181661"/>
                  <a:pt x="82448" y="164744"/>
                  <a:pt x="80010" y="154991"/>
                </a:cubicBezTo>
                <a:cubicBezTo>
                  <a:pt x="92812" y="157429"/>
                  <a:pt x="105308" y="158648"/>
                  <a:pt x="117500" y="158648"/>
                </a:cubicBezTo>
                <a:cubicBezTo>
                  <a:pt x="122072" y="158648"/>
                  <a:pt x="124358" y="159791"/>
                  <a:pt x="124358" y="162077"/>
                </a:cubicBezTo>
                <a:cubicBezTo>
                  <a:pt x="124358" y="164363"/>
                  <a:pt x="122987" y="166421"/>
                  <a:pt x="120244" y="168249"/>
                </a:cubicBezTo>
                <a:cubicBezTo>
                  <a:pt x="114148" y="171907"/>
                  <a:pt x="111100" y="178155"/>
                  <a:pt x="111100" y="186995"/>
                </a:cubicBezTo>
                <a:lnTo>
                  <a:pt x="111100" y="368960"/>
                </a:lnTo>
                <a:lnTo>
                  <a:pt x="204826" y="368960"/>
                </a:lnTo>
                <a:lnTo>
                  <a:pt x="204826" y="68580"/>
                </a:lnTo>
                <a:cubicBezTo>
                  <a:pt x="128930" y="68580"/>
                  <a:pt x="75133" y="69799"/>
                  <a:pt x="43434" y="72237"/>
                </a:cubicBezTo>
                <a:close/>
                <a:moveTo>
                  <a:pt x="3180740" y="26975"/>
                </a:moveTo>
                <a:lnTo>
                  <a:pt x="3360877" y="26975"/>
                </a:lnTo>
                <a:lnTo>
                  <a:pt x="3360877" y="58979"/>
                </a:lnTo>
                <a:lnTo>
                  <a:pt x="3287725" y="58979"/>
                </a:lnTo>
                <a:lnTo>
                  <a:pt x="3287725" y="355244"/>
                </a:lnTo>
                <a:lnTo>
                  <a:pt x="3254350" y="355244"/>
                </a:lnTo>
                <a:lnTo>
                  <a:pt x="3254350" y="58979"/>
                </a:lnTo>
                <a:lnTo>
                  <a:pt x="3180740" y="58979"/>
                </a:lnTo>
                <a:close/>
                <a:moveTo>
                  <a:pt x="1403604" y="26975"/>
                </a:moveTo>
                <a:cubicBezTo>
                  <a:pt x="1442009" y="48615"/>
                  <a:pt x="1469898" y="65989"/>
                  <a:pt x="1487272" y="79095"/>
                </a:cubicBezTo>
                <a:lnTo>
                  <a:pt x="1469441" y="101955"/>
                </a:lnTo>
                <a:cubicBezTo>
                  <a:pt x="1453896" y="87630"/>
                  <a:pt x="1426921" y="70104"/>
                  <a:pt x="1388516" y="49377"/>
                </a:cubicBezTo>
                <a:close/>
                <a:moveTo>
                  <a:pt x="3992727" y="26060"/>
                </a:moveTo>
                <a:cubicBezTo>
                  <a:pt x="4001567" y="32156"/>
                  <a:pt x="4016350" y="45567"/>
                  <a:pt x="4037076" y="66294"/>
                </a:cubicBezTo>
                <a:lnTo>
                  <a:pt x="4020160" y="83667"/>
                </a:lnTo>
                <a:cubicBezTo>
                  <a:pt x="4008272" y="68732"/>
                  <a:pt x="3993642" y="54711"/>
                  <a:pt x="3976268" y="41605"/>
                </a:cubicBezTo>
                <a:close/>
                <a:moveTo>
                  <a:pt x="2163928" y="26060"/>
                </a:moveTo>
                <a:cubicBezTo>
                  <a:pt x="2172767" y="32156"/>
                  <a:pt x="2187549" y="45567"/>
                  <a:pt x="2208276" y="66294"/>
                </a:cubicBezTo>
                <a:lnTo>
                  <a:pt x="2191360" y="83667"/>
                </a:lnTo>
                <a:cubicBezTo>
                  <a:pt x="2179472" y="68732"/>
                  <a:pt x="2164842" y="54711"/>
                  <a:pt x="2147468" y="41605"/>
                </a:cubicBezTo>
                <a:close/>
                <a:moveTo>
                  <a:pt x="4299966" y="13259"/>
                </a:moveTo>
                <a:cubicBezTo>
                  <a:pt x="4309415" y="16611"/>
                  <a:pt x="4317949" y="18288"/>
                  <a:pt x="4325569" y="18288"/>
                </a:cubicBezTo>
                <a:lnTo>
                  <a:pt x="4336999" y="17831"/>
                </a:lnTo>
                <a:cubicBezTo>
                  <a:pt x="4341267" y="17831"/>
                  <a:pt x="4343400" y="19050"/>
                  <a:pt x="4343400" y="21488"/>
                </a:cubicBezTo>
                <a:cubicBezTo>
                  <a:pt x="4343400" y="23927"/>
                  <a:pt x="4341952" y="26136"/>
                  <a:pt x="4339057" y="28118"/>
                </a:cubicBezTo>
                <a:cubicBezTo>
                  <a:pt x="4336161" y="30099"/>
                  <a:pt x="4333951" y="33071"/>
                  <a:pt x="4332427" y="37033"/>
                </a:cubicBezTo>
                <a:cubicBezTo>
                  <a:pt x="4330903" y="40995"/>
                  <a:pt x="4330065" y="44272"/>
                  <a:pt x="4329913" y="46863"/>
                </a:cubicBezTo>
                <a:cubicBezTo>
                  <a:pt x="4329760" y="49454"/>
                  <a:pt x="4329684" y="59664"/>
                  <a:pt x="4329684" y="77495"/>
                </a:cubicBezTo>
                <a:cubicBezTo>
                  <a:pt x="4329684" y="95326"/>
                  <a:pt x="4328770" y="114300"/>
                  <a:pt x="4326941" y="134417"/>
                </a:cubicBezTo>
                <a:cubicBezTo>
                  <a:pt x="4405275" y="134417"/>
                  <a:pt x="4466387" y="133045"/>
                  <a:pt x="4510278" y="130302"/>
                </a:cubicBezTo>
                <a:lnTo>
                  <a:pt x="4510278" y="163677"/>
                </a:lnTo>
                <a:cubicBezTo>
                  <a:pt x="4461815" y="160629"/>
                  <a:pt x="4400855" y="159105"/>
                  <a:pt x="4327398" y="159105"/>
                </a:cubicBezTo>
                <a:cubicBezTo>
                  <a:pt x="4342028" y="207569"/>
                  <a:pt x="4366032" y="250545"/>
                  <a:pt x="4399407" y="288036"/>
                </a:cubicBezTo>
                <a:cubicBezTo>
                  <a:pt x="4432783" y="325526"/>
                  <a:pt x="4473702" y="355244"/>
                  <a:pt x="4522165" y="377190"/>
                </a:cubicBezTo>
                <a:cubicBezTo>
                  <a:pt x="4509973" y="384200"/>
                  <a:pt x="4499915" y="395021"/>
                  <a:pt x="4491990" y="409651"/>
                </a:cubicBezTo>
                <a:cubicBezTo>
                  <a:pt x="4411218" y="360883"/>
                  <a:pt x="4352696" y="291389"/>
                  <a:pt x="4316425" y="201168"/>
                </a:cubicBezTo>
                <a:cubicBezTo>
                  <a:pt x="4306062" y="246583"/>
                  <a:pt x="4287469" y="285369"/>
                  <a:pt x="4260647" y="317525"/>
                </a:cubicBezTo>
                <a:cubicBezTo>
                  <a:pt x="4233825" y="349682"/>
                  <a:pt x="4192372" y="380543"/>
                  <a:pt x="4136288" y="410108"/>
                </a:cubicBezTo>
                <a:cubicBezTo>
                  <a:pt x="4127754" y="398526"/>
                  <a:pt x="4118001" y="389991"/>
                  <a:pt x="4107028" y="384505"/>
                </a:cubicBezTo>
                <a:cubicBezTo>
                  <a:pt x="4222852" y="336347"/>
                  <a:pt x="4286555" y="261213"/>
                  <a:pt x="4298137" y="159105"/>
                </a:cubicBezTo>
                <a:cubicBezTo>
                  <a:pt x="4231386" y="159105"/>
                  <a:pt x="4175608" y="160629"/>
                  <a:pt x="4130802" y="163677"/>
                </a:cubicBezTo>
                <a:lnTo>
                  <a:pt x="4130802" y="130302"/>
                </a:lnTo>
                <a:cubicBezTo>
                  <a:pt x="4181704" y="133045"/>
                  <a:pt x="4238092" y="134417"/>
                  <a:pt x="4299966" y="134417"/>
                </a:cubicBezTo>
                <a:cubicBezTo>
                  <a:pt x="4300271" y="116433"/>
                  <a:pt x="4300500" y="94488"/>
                  <a:pt x="4300652" y="68580"/>
                </a:cubicBezTo>
                <a:cubicBezTo>
                  <a:pt x="4300804" y="42672"/>
                  <a:pt x="4300576" y="24231"/>
                  <a:pt x="4299966" y="13259"/>
                </a:cubicBezTo>
                <a:close/>
                <a:moveTo>
                  <a:pt x="3747211" y="13259"/>
                </a:moveTo>
                <a:cubicBezTo>
                  <a:pt x="3755745" y="14478"/>
                  <a:pt x="3762756" y="15087"/>
                  <a:pt x="3768242" y="15087"/>
                </a:cubicBezTo>
                <a:lnTo>
                  <a:pt x="3783330" y="15087"/>
                </a:lnTo>
                <a:cubicBezTo>
                  <a:pt x="3786378" y="15087"/>
                  <a:pt x="3787902" y="15697"/>
                  <a:pt x="3787902" y="16916"/>
                </a:cubicBezTo>
                <a:cubicBezTo>
                  <a:pt x="3787902" y="18135"/>
                  <a:pt x="3786835" y="19659"/>
                  <a:pt x="3784702" y="21488"/>
                </a:cubicBezTo>
                <a:cubicBezTo>
                  <a:pt x="3779520" y="26365"/>
                  <a:pt x="3776929" y="33528"/>
                  <a:pt x="3776929" y="42977"/>
                </a:cubicBezTo>
                <a:lnTo>
                  <a:pt x="3776929" y="86868"/>
                </a:lnTo>
                <a:cubicBezTo>
                  <a:pt x="3808324" y="86258"/>
                  <a:pt x="3829050" y="85039"/>
                  <a:pt x="3839108" y="83210"/>
                </a:cubicBezTo>
                <a:lnTo>
                  <a:pt x="3839108" y="109271"/>
                </a:lnTo>
                <a:cubicBezTo>
                  <a:pt x="3826916" y="107137"/>
                  <a:pt x="3806190" y="106070"/>
                  <a:pt x="3776929" y="106070"/>
                </a:cubicBezTo>
                <a:lnTo>
                  <a:pt x="3776929" y="168249"/>
                </a:lnTo>
                <a:cubicBezTo>
                  <a:pt x="3802532" y="167945"/>
                  <a:pt x="3824783" y="166878"/>
                  <a:pt x="3843680" y="165049"/>
                </a:cubicBezTo>
                <a:lnTo>
                  <a:pt x="3843680" y="191567"/>
                </a:lnTo>
                <a:cubicBezTo>
                  <a:pt x="3832403" y="190347"/>
                  <a:pt x="3812895" y="189433"/>
                  <a:pt x="3785159" y="188823"/>
                </a:cubicBezTo>
                <a:lnTo>
                  <a:pt x="3785159" y="255117"/>
                </a:lnTo>
                <a:lnTo>
                  <a:pt x="3804361" y="255117"/>
                </a:lnTo>
                <a:cubicBezTo>
                  <a:pt x="3817772" y="255117"/>
                  <a:pt x="3829050" y="254355"/>
                  <a:pt x="3838194" y="252831"/>
                </a:cubicBezTo>
                <a:lnTo>
                  <a:pt x="3838194" y="277977"/>
                </a:lnTo>
                <a:cubicBezTo>
                  <a:pt x="3828136" y="275844"/>
                  <a:pt x="3816705" y="274777"/>
                  <a:pt x="3803904" y="274777"/>
                </a:cubicBezTo>
                <a:lnTo>
                  <a:pt x="3785159" y="274777"/>
                </a:lnTo>
                <a:lnTo>
                  <a:pt x="3785159" y="360731"/>
                </a:lnTo>
                <a:cubicBezTo>
                  <a:pt x="3827526" y="377495"/>
                  <a:pt x="3882542" y="385877"/>
                  <a:pt x="3950208" y="385877"/>
                </a:cubicBezTo>
                <a:cubicBezTo>
                  <a:pt x="3989832" y="385877"/>
                  <a:pt x="4030218" y="382829"/>
                  <a:pt x="4071366" y="376733"/>
                </a:cubicBezTo>
                <a:cubicBezTo>
                  <a:pt x="4067099" y="384962"/>
                  <a:pt x="4063898" y="395478"/>
                  <a:pt x="4061765" y="408279"/>
                </a:cubicBezTo>
                <a:cubicBezTo>
                  <a:pt x="4031894" y="409194"/>
                  <a:pt x="4005072" y="409651"/>
                  <a:pt x="3981298" y="409651"/>
                </a:cubicBezTo>
                <a:cubicBezTo>
                  <a:pt x="3898392" y="409651"/>
                  <a:pt x="3838803" y="404165"/>
                  <a:pt x="3802532" y="393192"/>
                </a:cubicBezTo>
                <a:cubicBezTo>
                  <a:pt x="3766261" y="382219"/>
                  <a:pt x="3735171" y="362559"/>
                  <a:pt x="3709263" y="334213"/>
                </a:cubicBezTo>
                <a:cubicBezTo>
                  <a:pt x="3704082" y="356768"/>
                  <a:pt x="3694786" y="383895"/>
                  <a:pt x="3681374" y="415595"/>
                </a:cubicBezTo>
                <a:cubicBezTo>
                  <a:pt x="3673145" y="411327"/>
                  <a:pt x="3663848" y="408889"/>
                  <a:pt x="3653485" y="408279"/>
                </a:cubicBezTo>
                <a:cubicBezTo>
                  <a:pt x="3680917" y="357378"/>
                  <a:pt x="3695395" y="297027"/>
                  <a:pt x="3696919" y="227228"/>
                </a:cubicBezTo>
                <a:cubicBezTo>
                  <a:pt x="3707587" y="230886"/>
                  <a:pt x="3716731" y="232867"/>
                  <a:pt x="3724351" y="233172"/>
                </a:cubicBezTo>
                <a:cubicBezTo>
                  <a:pt x="3728313" y="233477"/>
                  <a:pt x="3730295" y="235305"/>
                  <a:pt x="3730295" y="238658"/>
                </a:cubicBezTo>
                <a:cubicBezTo>
                  <a:pt x="3730295" y="240792"/>
                  <a:pt x="3729380" y="242773"/>
                  <a:pt x="3727552" y="244602"/>
                </a:cubicBezTo>
                <a:cubicBezTo>
                  <a:pt x="3724199" y="247955"/>
                  <a:pt x="3720084" y="267462"/>
                  <a:pt x="3715207" y="303123"/>
                </a:cubicBezTo>
                <a:cubicBezTo>
                  <a:pt x="3725875" y="322021"/>
                  <a:pt x="3741420" y="337261"/>
                  <a:pt x="3761842" y="348843"/>
                </a:cubicBezTo>
                <a:lnTo>
                  <a:pt x="3761842" y="188366"/>
                </a:lnTo>
                <a:cubicBezTo>
                  <a:pt x="3717341" y="188366"/>
                  <a:pt x="3682746" y="189433"/>
                  <a:pt x="3658057" y="191567"/>
                </a:cubicBezTo>
                <a:lnTo>
                  <a:pt x="3658057" y="165049"/>
                </a:lnTo>
                <a:cubicBezTo>
                  <a:pt x="3670554" y="166573"/>
                  <a:pt x="3701491" y="167640"/>
                  <a:pt x="3750869" y="168249"/>
                </a:cubicBezTo>
                <a:lnTo>
                  <a:pt x="3750869" y="105613"/>
                </a:lnTo>
                <a:cubicBezTo>
                  <a:pt x="3714902" y="105613"/>
                  <a:pt x="3690366" y="106832"/>
                  <a:pt x="3677260" y="109271"/>
                </a:cubicBezTo>
                <a:lnTo>
                  <a:pt x="3677260" y="83210"/>
                </a:lnTo>
                <a:cubicBezTo>
                  <a:pt x="3693719" y="85649"/>
                  <a:pt x="3718255" y="86868"/>
                  <a:pt x="3750869" y="86868"/>
                </a:cubicBezTo>
                <a:cubicBezTo>
                  <a:pt x="3750259" y="50292"/>
                  <a:pt x="3749040" y="25755"/>
                  <a:pt x="3747211" y="13259"/>
                </a:cubicBezTo>
                <a:close/>
                <a:moveTo>
                  <a:pt x="2471166" y="13259"/>
                </a:moveTo>
                <a:cubicBezTo>
                  <a:pt x="2480615" y="16611"/>
                  <a:pt x="2489149" y="18288"/>
                  <a:pt x="2496769" y="18288"/>
                </a:cubicBezTo>
                <a:lnTo>
                  <a:pt x="2508199" y="17831"/>
                </a:lnTo>
                <a:cubicBezTo>
                  <a:pt x="2512466" y="17831"/>
                  <a:pt x="2514600" y="19050"/>
                  <a:pt x="2514600" y="21488"/>
                </a:cubicBezTo>
                <a:cubicBezTo>
                  <a:pt x="2514600" y="23927"/>
                  <a:pt x="2513152" y="26136"/>
                  <a:pt x="2510257" y="28118"/>
                </a:cubicBezTo>
                <a:cubicBezTo>
                  <a:pt x="2507361" y="30099"/>
                  <a:pt x="2505151" y="33071"/>
                  <a:pt x="2503627" y="37033"/>
                </a:cubicBezTo>
                <a:cubicBezTo>
                  <a:pt x="2502103" y="40995"/>
                  <a:pt x="2501265" y="44272"/>
                  <a:pt x="2501112" y="46863"/>
                </a:cubicBezTo>
                <a:cubicBezTo>
                  <a:pt x="2500960" y="49454"/>
                  <a:pt x="2500884" y="59664"/>
                  <a:pt x="2500884" y="77495"/>
                </a:cubicBezTo>
                <a:cubicBezTo>
                  <a:pt x="2500884" y="95326"/>
                  <a:pt x="2499969" y="114300"/>
                  <a:pt x="2498141" y="134417"/>
                </a:cubicBezTo>
                <a:cubicBezTo>
                  <a:pt x="2576474" y="134417"/>
                  <a:pt x="2637587" y="133045"/>
                  <a:pt x="2681478" y="130302"/>
                </a:cubicBezTo>
                <a:lnTo>
                  <a:pt x="2681478" y="163677"/>
                </a:lnTo>
                <a:cubicBezTo>
                  <a:pt x="2633015" y="160629"/>
                  <a:pt x="2572055" y="159105"/>
                  <a:pt x="2498598" y="159105"/>
                </a:cubicBezTo>
                <a:cubicBezTo>
                  <a:pt x="2513228" y="207569"/>
                  <a:pt x="2537231" y="250545"/>
                  <a:pt x="2570607" y="288036"/>
                </a:cubicBezTo>
                <a:cubicBezTo>
                  <a:pt x="2603983" y="325526"/>
                  <a:pt x="2644902" y="355244"/>
                  <a:pt x="2693365" y="377190"/>
                </a:cubicBezTo>
                <a:cubicBezTo>
                  <a:pt x="2681173" y="384200"/>
                  <a:pt x="2671115" y="395021"/>
                  <a:pt x="2663190" y="409651"/>
                </a:cubicBezTo>
                <a:cubicBezTo>
                  <a:pt x="2582418" y="360883"/>
                  <a:pt x="2523897" y="291389"/>
                  <a:pt x="2487625" y="201168"/>
                </a:cubicBezTo>
                <a:cubicBezTo>
                  <a:pt x="2477262" y="246583"/>
                  <a:pt x="2458669" y="285369"/>
                  <a:pt x="2431847" y="317525"/>
                </a:cubicBezTo>
                <a:cubicBezTo>
                  <a:pt x="2405024" y="349682"/>
                  <a:pt x="2363571" y="380543"/>
                  <a:pt x="2307488" y="410108"/>
                </a:cubicBezTo>
                <a:cubicBezTo>
                  <a:pt x="2298954" y="398526"/>
                  <a:pt x="2289200" y="389991"/>
                  <a:pt x="2278228" y="384505"/>
                </a:cubicBezTo>
                <a:cubicBezTo>
                  <a:pt x="2394052" y="336347"/>
                  <a:pt x="2457755" y="261213"/>
                  <a:pt x="2469337" y="159105"/>
                </a:cubicBezTo>
                <a:cubicBezTo>
                  <a:pt x="2402586" y="159105"/>
                  <a:pt x="2346808" y="160629"/>
                  <a:pt x="2302002" y="163677"/>
                </a:cubicBezTo>
                <a:lnTo>
                  <a:pt x="2302002" y="130302"/>
                </a:lnTo>
                <a:cubicBezTo>
                  <a:pt x="2352903" y="133045"/>
                  <a:pt x="2409291" y="134417"/>
                  <a:pt x="2471166" y="134417"/>
                </a:cubicBezTo>
                <a:cubicBezTo>
                  <a:pt x="2471471" y="116433"/>
                  <a:pt x="2471699" y="94488"/>
                  <a:pt x="2471852" y="68580"/>
                </a:cubicBezTo>
                <a:cubicBezTo>
                  <a:pt x="2472004" y="42672"/>
                  <a:pt x="2471776" y="24231"/>
                  <a:pt x="2471166" y="13259"/>
                </a:cubicBezTo>
                <a:close/>
                <a:moveTo>
                  <a:pt x="1918411" y="13259"/>
                </a:moveTo>
                <a:cubicBezTo>
                  <a:pt x="1926946" y="14478"/>
                  <a:pt x="1933956" y="15087"/>
                  <a:pt x="1939442" y="15087"/>
                </a:cubicBezTo>
                <a:lnTo>
                  <a:pt x="1954530" y="15087"/>
                </a:lnTo>
                <a:cubicBezTo>
                  <a:pt x="1957578" y="15087"/>
                  <a:pt x="1959102" y="15697"/>
                  <a:pt x="1959102" y="16916"/>
                </a:cubicBezTo>
                <a:cubicBezTo>
                  <a:pt x="1959102" y="18135"/>
                  <a:pt x="1958035" y="19659"/>
                  <a:pt x="1955902" y="21488"/>
                </a:cubicBezTo>
                <a:cubicBezTo>
                  <a:pt x="1950720" y="26365"/>
                  <a:pt x="1948129" y="33528"/>
                  <a:pt x="1948129" y="42977"/>
                </a:cubicBezTo>
                <a:lnTo>
                  <a:pt x="1948129" y="86868"/>
                </a:lnTo>
                <a:cubicBezTo>
                  <a:pt x="1979523" y="86258"/>
                  <a:pt x="2000250" y="85039"/>
                  <a:pt x="2010308" y="83210"/>
                </a:cubicBezTo>
                <a:lnTo>
                  <a:pt x="2010308" y="109271"/>
                </a:lnTo>
                <a:cubicBezTo>
                  <a:pt x="1998116" y="107137"/>
                  <a:pt x="1977390" y="106070"/>
                  <a:pt x="1948129" y="106070"/>
                </a:cubicBezTo>
                <a:lnTo>
                  <a:pt x="1948129" y="168249"/>
                </a:lnTo>
                <a:cubicBezTo>
                  <a:pt x="1973732" y="167945"/>
                  <a:pt x="1995983" y="166878"/>
                  <a:pt x="2014880" y="165049"/>
                </a:cubicBezTo>
                <a:lnTo>
                  <a:pt x="2014880" y="191567"/>
                </a:lnTo>
                <a:cubicBezTo>
                  <a:pt x="2003603" y="190347"/>
                  <a:pt x="1984095" y="189433"/>
                  <a:pt x="1956359" y="188823"/>
                </a:cubicBezTo>
                <a:lnTo>
                  <a:pt x="1956359" y="255117"/>
                </a:lnTo>
                <a:lnTo>
                  <a:pt x="1975561" y="255117"/>
                </a:lnTo>
                <a:cubicBezTo>
                  <a:pt x="1988972" y="255117"/>
                  <a:pt x="2000250" y="254355"/>
                  <a:pt x="2009394" y="252831"/>
                </a:cubicBezTo>
                <a:lnTo>
                  <a:pt x="2009394" y="277977"/>
                </a:lnTo>
                <a:cubicBezTo>
                  <a:pt x="1999336" y="275844"/>
                  <a:pt x="1987906" y="274777"/>
                  <a:pt x="1975104" y="274777"/>
                </a:cubicBezTo>
                <a:lnTo>
                  <a:pt x="1956359" y="274777"/>
                </a:lnTo>
                <a:lnTo>
                  <a:pt x="1956359" y="360731"/>
                </a:lnTo>
                <a:cubicBezTo>
                  <a:pt x="1998726" y="377495"/>
                  <a:pt x="2053742" y="385877"/>
                  <a:pt x="2121408" y="385877"/>
                </a:cubicBezTo>
                <a:cubicBezTo>
                  <a:pt x="2161032" y="385877"/>
                  <a:pt x="2201418" y="382829"/>
                  <a:pt x="2242566" y="376733"/>
                </a:cubicBezTo>
                <a:cubicBezTo>
                  <a:pt x="2238299" y="384962"/>
                  <a:pt x="2235098" y="395478"/>
                  <a:pt x="2232965" y="408279"/>
                </a:cubicBezTo>
                <a:cubicBezTo>
                  <a:pt x="2203094" y="409194"/>
                  <a:pt x="2176272" y="409651"/>
                  <a:pt x="2152498" y="409651"/>
                </a:cubicBezTo>
                <a:cubicBezTo>
                  <a:pt x="2069592" y="409651"/>
                  <a:pt x="2010004" y="404165"/>
                  <a:pt x="1973732" y="393192"/>
                </a:cubicBezTo>
                <a:cubicBezTo>
                  <a:pt x="1937461" y="382219"/>
                  <a:pt x="1906372" y="362559"/>
                  <a:pt x="1880464" y="334213"/>
                </a:cubicBezTo>
                <a:cubicBezTo>
                  <a:pt x="1875282" y="356768"/>
                  <a:pt x="1865986" y="383895"/>
                  <a:pt x="1852574" y="415595"/>
                </a:cubicBezTo>
                <a:cubicBezTo>
                  <a:pt x="1844345" y="411327"/>
                  <a:pt x="1835049" y="408889"/>
                  <a:pt x="1824685" y="408279"/>
                </a:cubicBezTo>
                <a:cubicBezTo>
                  <a:pt x="1852117" y="357378"/>
                  <a:pt x="1866595" y="297027"/>
                  <a:pt x="1868119" y="227228"/>
                </a:cubicBezTo>
                <a:cubicBezTo>
                  <a:pt x="1878787" y="230886"/>
                  <a:pt x="1887931" y="232867"/>
                  <a:pt x="1895551" y="233172"/>
                </a:cubicBezTo>
                <a:cubicBezTo>
                  <a:pt x="1899514" y="233477"/>
                  <a:pt x="1901495" y="235305"/>
                  <a:pt x="1901495" y="238658"/>
                </a:cubicBezTo>
                <a:cubicBezTo>
                  <a:pt x="1901495" y="240792"/>
                  <a:pt x="1900580" y="242773"/>
                  <a:pt x="1898752" y="244602"/>
                </a:cubicBezTo>
                <a:cubicBezTo>
                  <a:pt x="1895399" y="247955"/>
                  <a:pt x="1891284" y="267462"/>
                  <a:pt x="1886407" y="303123"/>
                </a:cubicBezTo>
                <a:cubicBezTo>
                  <a:pt x="1897075" y="322021"/>
                  <a:pt x="1912620" y="337261"/>
                  <a:pt x="1933042" y="348843"/>
                </a:cubicBezTo>
                <a:lnTo>
                  <a:pt x="1933042" y="188366"/>
                </a:lnTo>
                <a:cubicBezTo>
                  <a:pt x="1888541" y="188366"/>
                  <a:pt x="1853946" y="189433"/>
                  <a:pt x="1829257" y="191567"/>
                </a:cubicBezTo>
                <a:lnTo>
                  <a:pt x="1829257" y="165049"/>
                </a:lnTo>
                <a:cubicBezTo>
                  <a:pt x="1841754" y="166573"/>
                  <a:pt x="1872691" y="167640"/>
                  <a:pt x="1922069" y="168249"/>
                </a:cubicBezTo>
                <a:lnTo>
                  <a:pt x="1922069" y="105613"/>
                </a:lnTo>
                <a:cubicBezTo>
                  <a:pt x="1886103" y="105613"/>
                  <a:pt x="1861566" y="106832"/>
                  <a:pt x="1848460" y="109271"/>
                </a:cubicBezTo>
                <a:lnTo>
                  <a:pt x="1848460" y="83210"/>
                </a:lnTo>
                <a:cubicBezTo>
                  <a:pt x="1864919" y="85649"/>
                  <a:pt x="1889455" y="86868"/>
                  <a:pt x="1922069" y="86868"/>
                </a:cubicBezTo>
                <a:cubicBezTo>
                  <a:pt x="1921459" y="50292"/>
                  <a:pt x="1920240" y="25755"/>
                  <a:pt x="1918411" y="13259"/>
                </a:cubicBezTo>
                <a:close/>
                <a:moveTo>
                  <a:pt x="3931463" y="12344"/>
                </a:moveTo>
                <a:cubicBezTo>
                  <a:pt x="3936644" y="14173"/>
                  <a:pt x="3946855" y="15087"/>
                  <a:pt x="3962095" y="15087"/>
                </a:cubicBezTo>
                <a:cubicBezTo>
                  <a:pt x="3964838" y="15087"/>
                  <a:pt x="3966210" y="15926"/>
                  <a:pt x="3966210" y="17602"/>
                </a:cubicBezTo>
                <a:cubicBezTo>
                  <a:pt x="3966210" y="19278"/>
                  <a:pt x="3964991" y="21031"/>
                  <a:pt x="3962552" y="22860"/>
                </a:cubicBezTo>
                <a:cubicBezTo>
                  <a:pt x="3957980" y="25908"/>
                  <a:pt x="3956152" y="50139"/>
                  <a:pt x="3957066" y="95555"/>
                </a:cubicBezTo>
                <a:cubicBezTo>
                  <a:pt x="4003700" y="95555"/>
                  <a:pt x="4035400" y="94640"/>
                  <a:pt x="4052163" y="92811"/>
                </a:cubicBezTo>
                <a:lnTo>
                  <a:pt x="4052163" y="117500"/>
                </a:lnTo>
                <a:cubicBezTo>
                  <a:pt x="4032656" y="115367"/>
                  <a:pt x="4007053" y="114300"/>
                  <a:pt x="3975354" y="114300"/>
                </a:cubicBezTo>
                <a:lnTo>
                  <a:pt x="3957523" y="114300"/>
                </a:lnTo>
                <a:cubicBezTo>
                  <a:pt x="3959352" y="160020"/>
                  <a:pt x="3964534" y="199034"/>
                  <a:pt x="3973068" y="231343"/>
                </a:cubicBezTo>
                <a:cubicBezTo>
                  <a:pt x="3988918" y="202997"/>
                  <a:pt x="4000348" y="174650"/>
                  <a:pt x="4007358" y="146304"/>
                </a:cubicBezTo>
                <a:cubicBezTo>
                  <a:pt x="4015587" y="150876"/>
                  <a:pt x="4024732" y="155143"/>
                  <a:pt x="4034790" y="159105"/>
                </a:cubicBezTo>
                <a:cubicBezTo>
                  <a:pt x="4037838" y="160325"/>
                  <a:pt x="4039362" y="162001"/>
                  <a:pt x="4039362" y="164135"/>
                </a:cubicBezTo>
                <a:cubicBezTo>
                  <a:pt x="4039362" y="166268"/>
                  <a:pt x="4038448" y="167945"/>
                  <a:pt x="4036619" y="169164"/>
                </a:cubicBezTo>
                <a:cubicBezTo>
                  <a:pt x="4030827" y="171907"/>
                  <a:pt x="4026103" y="177393"/>
                  <a:pt x="4022445" y="185623"/>
                </a:cubicBezTo>
                <a:cubicBezTo>
                  <a:pt x="4010253" y="212141"/>
                  <a:pt x="3997300" y="237439"/>
                  <a:pt x="3983584" y="261518"/>
                </a:cubicBezTo>
                <a:cubicBezTo>
                  <a:pt x="3999128" y="296875"/>
                  <a:pt x="4010558" y="314553"/>
                  <a:pt x="4017874" y="314553"/>
                </a:cubicBezTo>
                <a:cubicBezTo>
                  <a:pt x="4023969" y="314553"/>
                  <a:pt x="4028389" y="301752"/>
                  <a:pt x="4031132" y="276149"/>
                </a:cubicBezTo>
                <a:cubicBezTo>
                  <a:pt x="4038448" y="282549"/>
                  <a:pt x="4045915" y="287426"/>
                  <a:pt x="4053535" y="290779"/>
                </a:cubicBezTo>
                <a:cubicBezTo>
                  <a:pt x="4040429" y="327050"/>
                  <a:pt x="4028237" y="345186"/>
                  <a:pt x="4016959" y="345186"/>
                </a:cubicBezTo>
                <a:cubicBezTo>
                  <a:pt x="4013911" y="345186"/>
                  <a:pt x="4009949" y="343128"/>
                  <a:pt x="4005072" y="339014"/>
                </a:cubicBezTo>
                <a:cubicBezTo>
                  <a:pt x="4000195" y="334899"/>
                  <a:pt x="3994099" y="328041"/>
                  <a:pt x="3986784" y="318440"/>
                </a:cubicBezTo>
                <a:cubicBezTo>
                  <a:pt x="3979469" y="308838"/>
                  <a:pt x="3973220" y="299009"/>
                  <a:pt x="3968039" y="288950"/>
                </a:cubicBezTo>
                <a:cubicBezTo>
                  <a:pt x="3954323" y="312115"/>
                  <a:pt x="3938016" y="333451"/>
                  <a:pt x="3919118" y="352958"/>
                </a:cubicBezTo>
                <a:cubicBezTo>
                  <a:pt x="3910584" y="345033"/>
                  <a:pt x="3899459" y="340614"/>
                  <a:pt x="3885743" y="339699"/>
                </a:cubicBezTo>
                <a:cubicBezTo>
                  <a:pt x="3913175" y="322021"/>
                  <a:pt x="3937102" y="295199"/>
                  <a:pt x="3957523" y="259232"/>
                </a:cubicBezTo>
                <a:cubicBezTo>
                  <a:pt x="3943198" y="210159"/>
                  <a:pt x="3935273" y="161849"/>
                  <a:pt x="3933749" y="114300"/>
                </a:cubicBezTo>
                <a:lnTo>
                  <a:pt x="3881171" y="114300"/>
                </a:lnTo>
                <a:lnTo>
                  <a:pt x="3881171" y="273863"/>
                </a:lnTo>
                <a:cubicBezTo>
                  <a:pt x="3895496" y="264109"/>
                  <a:pt x="3907841" y="252679"/>
                  <a:pt x="3918204" y="239573"/>
                </a:cubicBezTo>
                <a:cubicBezTo>
                  <a:pt x="3917899" y="240182"/>
                  <a:pt x="3922624" y="248107"/>
                  <a:pt x="3932377" y="263347"/>
                </a:cubicBezTo>
                <a:cubicBezTo>
                  <a:pt x="3903421" y="284683"/>
                  <a:pt x="3879190" y="305714"/>
                  <a:pt x="3859682" y="326441"/>
                </a:cubicBezTo>
                <a:cubicBezTo>
                  <a:pt x="3855415" y="320040"/>
                  <a:pt x="3848862" y="313487"/>
                  <a:pt x="3840023" y="306781"/>
                </a:cubicBezTo>
                <a:cubicBezTo>
                  <a:pt x="3852215" y="295808"/>
                  <a:pt x="3858311" y="278892"/>
                  <a:pt x="3858311" y="256032"/>
                </a:cubicBezTo>
                <a:lnTo>
                  <a:pt x="3858311" y="146304"/>
                </a:lnTo>
                <a:cubicBezTo>
                  <a:pt x="3858311" y="117957"/>
                  <a:pt x="3858006" y="100127"/>
                  <a:pt x="3857396" y="92811"/>
                </a:cubicBezTo>
                <a:cubicBezTo>
                  <a:pt x="3870503" y="94031"/>
                  <a:pt x="3895801" y="94945"/>
                  <a:pt x="3933292" y="95555"/>
                </a:cubicBezTo>
                <a:close/>
                <a:moveTo>
                  <a:pt x="2102663" y="12344"/>
                </a:moveTo>
                <a:cubicBezTo>
                  <a:pt x="2107844" y="14173"/>
                  <a:pt x="2118055" y="15087"/>
                  <a:pt x="2133295" y="15087"/>
                </a:cubicBezTo>
                <a:cubicBezTo>
                  <a:pt x="2136038" y="15087"/>
                  <a:pt x="2137410" y="15926"/>
                  <a:pt x="2137410" y="17602"/>
                </a:cubicBezTo>
                <a:cubicBezTo>
                  <a:pt x="2137410" y="19278"/>
                  <a:pt x="2136191" y="21031"/>
                  <a:pt x="2133752" y="22860"/>
                </a:cubicBezTo>
                <a:cubicBezTo>
                  <a:pt x="2129180" y="25908"/>
                  <a:pt x="2127352" y="50139"/>
                  <a:pt x="2128266" y="95555"/>
                </a:cubicBezTo>
                <a:cubicBezTo>
                  <a:pt x="2174900" y="95555"/>
                  <a:pt x="2206600" y="94640"/>
                  <a:pt x="2223364" y="92811"/>
                </a:cubicBezTo>
                <a:lnTo>
                  <a:pt x="2223364" y="117500"/>
                </a:lnTo>
                <a:cubicBezTo>
                  <a:pt x="2203856" y="115367"/>
                  <a:pt x="2178253" y="114300"/>
                  <a:pt x="2146554" y="114300"/>
                </a:cubicBezTo>
                <a:lnTo>
                  <a:pt x="2128723" y="114300"/>
                </a:lnTo>
                <a:cubicBezTo>
                  <a:pt x="2130552" y="160020"/>
                  <a:pt x="2135734" y="199034"/>
                  <a:pt x="2144268" y="231343"/>
                </a:cubicBezTo>
                <a:cubicBezTo>
                  <a:pt x="2160118" y="202997"/>
                  <a:pt x="2171548" y="174650"/>
                  <a:pt x="2178558" y="146304"/>
                </a:cubicBezTo>
                <a:cubicBezTo>
                  <a:pt x="2186788" y="150876"/>
                  <a:pt x="2195932" y="155143"/>
                  <a:pt x="2205990" y="159105"/>
                </a:cubicBezTo>
                <a:cubicBezTo>
                  <a:pt x="2209038" y="160325"/>
                  <a:pt x="2210562" y="162001"/>
                  <a:pt x="2210562" y="164135"/>
                </a:cubicBezTo>
                <a:cubicBezTo>
                  <a:pt x="2210562" y="166268"/>
                  <a:pt x="2209648" y="167945"/>
                  <a:pt x="2207819" y="169164"/>
                </a:cubicBezTo>
                <a:cubicBezTo>
                  <a:pt x="2202028" y="171907"/>
                  <a:pt x="2197303" y="177393"/>
                  <a:pt x="2193646" y="185623"/>
                </a:cubicBezTo>
                <a:cubicBezTo>
                  <a:pt x="2181454" y="212141"/>
                  <a:pt x="2168500" y="237439"/>
                  <a:pt x="2154784" y="261518"/>
                </a:cubicBezTo>
                <a:cubicBezTo>
                  <a:pt x="2170328" y="296875"/>
                  <a:pt x="2181758" y="314553"/>
                  <a:pt x="2189074" y="314553"/>
                </a:cubicBezTo>
                <a:cubicBezTo>
                  <a:pt x="2195170" y="314553"/>
                  <a:pt x="2199589" y="301752"/>
                  <a:pt x="2202332" y="276149"/>
                </a:cubicBezTo>
                <a:cubicBezTo>
                  <a:pt x="2209648" y="282549"/>
                  <a:pt x="2217115" y="287426"/>
                  <a:pt x="2224735" y="290779"/>
                </a:cubicBezTo>
                <a:cubicBezTo>
                  <a:pt x="2211629" y="327050"/>
                  <a:pt x="2199437" y="345186"/>
                  <a:pt x="2188159" y="345186"/>
                </a:cubicBezTo>
                <a:cubicBezTo>
                  <a:pt x="2185111" y="345186"/>
                  <a:pt x="2181149" y="343128"/>
                  <a:pt x="2176272" y="339014"/>
                </a:cubicBezTo>
                <a:cubicBezTo>
                  <a:pt x="2171395" y="334899"/>
                  <a:pt x="2165299" y="328041"/>
                  <a:pt x="2157984" y="318440"/>
                </a:cubicBezTo>
                <a:cubicBezTo>
                  <a:pt x="2150669" y="308838"/>
                  <a:pt x="2144420" y="299009"/>
                  <a:pt x="2139239" y="288950"/>
                </a:cubicBezTo>
                <a:cubicBezTo>
                  <a:pt x="2125523" y="312115"/>
                  <a:pt x="2109216" y="333451"/>
                  <a:pt x="2090318" y="352958"/>
                </a:cubicBezTo>
                <a:cubicBezTo>
                  <a:pt x="2081784" y="345033"/>
                  <a:pt x="2070659" y="340614"/>
                  <a:pt x="2056943" y="339699"/>
                </a:cubicBezTo>
                <a:cubicBezTo>
                  <a:pt x="2084375" y="322021"/>
                  <a:pt x="2108302" y="295199"/>
                  <a:pt x="2128723" y="259232"/>
                </a:cubicBezTo>
                <a:cubicBezTo>
                  <a:pt x="2114398" y="210159"/>
                  <a:pt x="2106473" y="161849"/>
                  <a:pt x="2104949" y="114300"/>
                </a:cubicBezTo>
                <a:lnTo>
                  <a:pt x="2052371" y="114300"/>
                </a:lnTo>
                <a:lnTo>
                  <a:pt x="2052371" y="273863"/>
                </a:lnTo>
                <a:cubicBezTo>
                  <a:pt x="2066697" y="264109"/>
                  <a:pt x="2079041" y="252679"/>
                  <a:pt x="2089404" y="239573"/>
                </a:cubicBezTo>
                <a:cubicBezTo>
                  <a:pt x="2089099" y="240182"/>
                  <a:pt x="2093823" y="248107"/>
                  <a:pt x="2103577" y="263347"/>
                </a:cubicBezTo>
                <a:cubicBezTo>
                  <a:pt x="2074621" y="284683"/>
                  <a:pt x="2050390" y="305714"/>
                  <a:pt x="2030882" y="326441"/>
                </a:cubicBezTo>
                <a:cubicBezTo>
                  <a:pt x="2026615" y="320040"/>
                  <a:pt x="2020062" y="313487"/>
                  <a:pt x="2011223" y="306781"/>
                </a:cubicBezTo>
                <a:cubicBezTo>
                  <a:pt x="2023415" y="295808"/>
                  <a:pt x="2029511" y="278892"/>
                  <a:pt x="2029511" y="256032"/>
                </a:cubicBezTo>
                <a:lnTo>
                  <a:pt x="2029511" y="146304"/>
                </a:lnTo>
                <a:cubicBezTo>
                  <a:pt x="2029511" y="117957"/>
                  <a:pt x="2029206" y="100127"/>
                  <a:pt x="2028596" y="92811"/>
                </a:cubicBezTo>
                <a:cubicBezTo>
                  <a:pt x="2041703" y="94031"/>
                  <a:pt x="2067001" y="94945"/>
                  <a:pt x="2104492" y="95555"/>
                </a:cubicBezTo>
                <a:close/>
                <a:moveTo>
                  <a:pt x="1088136" y="8687"/>
                </a:moveTo>
                <a:cubicBezTo>
                  <a:pt x="1101852" y="10515"/>
                  <a:pt x="1115263" y="11430"/>
                  <a:pt x="1128370" y="11430"/>
                </a:cubicBezTo>
                <a:cubicBezTo>
                  <a:pt x="1133856" y="11430"/>
                  <a:pt x="1136599" y="12725"/>
                  <a:pt x="1136599" y="15316"/>
                </a:cubicBezTo>
                <a:cubicBezTo>
                  <a:pt x="1136599" y="17907"/>
                  <a:pt x="1135075" y="19812"/>
                  <a:pt x="1132027" y="21031"/>
                </a:cubicBezTo>
                <a:cubicBezTo>
                  <a:pt x="1128979" y="22250"/>
                  <a:pt x="1126541" y="24536"/>
                  <a:pt x="1124712" y="27889"/>
                </a:cubicBezTo>
                <a:cubicBezTo>
                  <a:pt x="1122883" y="31242"/>
                  <a:pt x="1121969" y="34290"/>
                  <a:pt x="1121969" y="37033"/>
                </a:cubicBezTo>
                <a:lnTo>
                  <a:pt x="1121969" y="83210"/>
                </a:lnTo>
                <a:cubicBezTo>
                  <a:pt x="1187806" y="82905"/>
                  <a:pt x="1235507" y="81077"/>
                  <a:pt x="1265072" y="77724"/>
                </a:cubicBezTo>
                <a:cubicBezTo>
                  <a:pt x="1262939" y="90221"/>
                  <a:pt x="1261872" y="107442"/>
                  <a:pt x="1261872" y="129387"/>
                </a:cubicBezTo>
                <a:lnTo>
                  <a:pt x="1261872" y="264261"/>
                </a:lnTo>
                <a:cubicBezTo>
                  <a:pt x="1261872" y="285902"/>
                  <a:pt x="1263396" y="307695"/>
                  <a:pt x="1266444" y="329641"/>
                </a:cubicBezTo>
                <a:lnTo>
                  <a:pt x="1233068" y="329641"/>
                </a:lnTo>
                <a:lnTo>
                  <a:pt x="1233068" y="296723"/>
                </a:lnTo>
                <a:lnTo>
                  <a:pt x="1121969" y="296723"/>
                </a:lnTo>
                <a:lnTo>
                  <a:pt x="1121969" y="360731"/>
                </a:lnTo>
                <a:cubicBezTo>
                  <a:pt x="1121969" y="370789"/>
                  <a:pt x="1122959" y="378104"/>
                  <a:pt x="1124941" y="382676"/>
                </a:cubicBezTo>
                <a:cubicBezTo>
                  <a:pt x="1126922" y="387248"/>
                  <a:pt x="1131265" y="390525"/>
                  <a:pt x="1137971" y="392506"/>
                </a:cubicBezTo>
                <a:cubicBezTo>
                  <a:pt x="1144677" y="394487"/>
                  <a:pt x="1155497" y="395478"/>
                  <a:pt x="1170432" y="395478"/>
                </a:cubicBezTo>
                <a:lnTo>
                  <a:pt x="1242670" y="395021"/>
                </a:lnTo>
                <a:cubicBezTo>
                  <a:pt x="1260958" y="395021"/>
                  <a:pt x="1273226" y="389534"/>
                  <a:pt x="1279474" y="378561"/>
                </a:cubicBezTo>
                <a:cubicBezTo>
                  <a:pt x="1285723" y="367589"/>
                  <a:pt x="1290218" y="350977"/>
                  <a:pt x="1292962" y="328727"/>
                </a:cubicBezTo>
                <a:cubicBezTo>
                  <a:pt x="1299972" y="336956"/>
                  <a:pt x="1310335" y="343205"/>
                  <a:pt x="1324051" y="347472"/>
                </a:cubicBezTo>
                <a:cubicBezTo>
                  <a:pt x="1316736" y="375818"/>
                  <a:pt x="1307668" y="395325"/>
                  <a:pt x="1296848" y="405993"/>
                </a:cubicBezTo>
                <a:cubicBezTo>
                  <a:pt x="1286027" y="416661"/>
                  <a:pt x="1268120" y="421995"/>
                  <a:pt x="1243127" y="421995"/>
                </a:cubicBezTo>
                <a:lnTo>
                  <a:pt x="1170889" y="421538"/>
                </a:lnTo>
                <a:cubicBezTo>
                  <a:pt x="1146810" y="421538"/>
                  <a:pt x="1129436" y="419862"/>
                  <a:pt x="1118768" y="416509"/>
                </a:cubicBezTo>
                <a:cubicBezTo>
                  <a:pt x="1108100" y="413156"/>
                  <a:pt x="1101166" y="407289"/>
                  <a:pt x="1097966" y="398907"/>
                </a:cubicBezTo>
                <a:cubicBezTo>
                  <a:pt x="1094765" y="390525"/>
                  <a:pt x="1093165" y="376885"/>
                  <a:pt x="1093165" y="357987"/>
                </a:cubicBezTo>
                <a:lnTo>
                  <a:pt x="1093165" y="296723"/>
                </a:lnTo>
                <a:lnTo>
                  <a:pt x="979322" y="296723"/>
                </a:lnTo>
                <a:lnTo>
                  <a:pt x="979322" y="338785"/>
                </a:lnTo>
                <a:lnTo>
                  <a:pt x="947318" y="338785"/>
                </a:lnTo>
                <a:cubicBezTo>
                  <a:pt x="950671" y="316839"/>
                  <a:pt x="952348" y="293522"/>
                  <a:pt x="952348" y="268833"/>
                </a:cubicBezTo>
                <a:lnTo>
                  <a:pt x="952348" y="129387"/>
                </a:lnTo>
                <a:cubicBezTo>
                  <a:pt x="952348" y="109271"/>
                  <a:pt x="951281" y="92049"/>
                  <a:pt x="949147" y="77724"/>
                </a:cubicBezTo>
                <a:cubicBezTo>
                  <a:pt x="980237" y="81077"/>
                  <a:pt x="1028243" y="82905"/>
                  <a:pt x="1093165" y="83210"/>
                </a:cubicBezTo>
                <a:cubicBezTo>
                  <a:pt x="1093165" y="49377"/>
                  <a:pt x="1091489" y="24536"/>
                  <a:pt x="1088136" y="8687"/>
                </a:cubicBezTo>
                <a:close/>
                <a:moveTo>
                  <a:pt x="1599286" y="2743"/>
                </a:moveTo>
                <a:cubicBezTo>
                  <a:pt x="1616050" y="25908"/>
                  <a:pt x="1629766" y="47091"/>
                  <a:pt x="1640434" y="66294"/>
                </a:cubicBezTo>
                <a:cubicBezTo>
                  <a:pt x="1696517" y="66294"/>
                  <a:pt x="1739494" y="65075"/>
                  <a:pt x="1769364" y="62636"/>
                </a:cubicBezTo>
                <a:lnTo>
                  <a:pt x="1769364" y="90983"/>
                </a:lnTo>
                <a:cubicBezTo>
                  <a:pt x="1744370" y="88544"/>
                  <a:pt x="1690268" y="87325"/>
                  <a:pt x="1607058" y="87325"/>
                </a:cubicBezTo>
                <a:cubicBezTo>
                  <a:pt x="1599438" y="95859"/>
                  <a:pt x="1577492" y="127711"/>
                  <a:pt x="1541221" y="182880"/>
                </a:cubicBezTo>
                <a:lnTo>
                  <a:pt x="1694383" y="176936"/>
                </a:lnTo>
                <a:cubicBezTo>
                  <a:pt x="1681582" y="161391"/>
                  <a:pt x="1668018" y="147371"/>
                  <a:pt x="1653692" y="134874"/>
                </a:cubicBezTo>
                <a:lnTo>
                  <a:pt x="1673809" y="118872"/>
                </a:lnTo>
                <a:cubicBezTo>
                  <a:pt x="1700936" y="143561"/>
                  <a:pt x="1728673" y="175412"/>
                  <a:pt x="1757020" y="214427"/>
                </a:cubicBezTo>
                <a:lnTo>
                  <a:pt x="1733245" y="231343"/>
                </a:lnTo>
                <a:cubicBezTo>
                  <a:pt x="1726845" y="220980"/>
                  <a:pt x="1719224" y="209550"/>
                  <a:pt x="1710385" y="197053"/>
                </a:cubicBezTo>
                <a:cubicBezTo>
                  <a:pt x="1579016" y="204368"/>
                  <a:pt x="1510741" y="210312"/>
                  <a:pt x="1505560" y="214884"/>
                </a:cubicBezTo>
                <a:cubicBezTo>
                  <a:pt x="1503121" y="205740"/>
                  <a:pt x="1499768" y="196596"/>
                  <a:pt x="1495501" y="187452"/>
                </a:cubicBezTo>
                <a:cubicBezTo>
                  <a:pt x="1502512" y="185013"/>
                  <a:pt x="1509598" y="180289"/>
                  <a:pt x="1516761" y="173279"/>
                </a:cubicBezTo>
                <a:cubicBezTo>
                  <a:pt x="1523924" y="166268"/>
                  <a:pt x="1533982" y="153619"/>
                  <a:pt x="1546936" y="135331"/>
                </a:cubicBezTo>
                <a:cubicBezTo>
                  <a:pt x="1559890" y="117043"/>
                  <a:pt x="1569568" y="101193"/>
                  <a:pt x="1575968" y="87782"/>
                </a:cubicBezTo>
                <a:cubicBezTo>
                  <a:pt x="1543355" y="87782"/>
                  <a:pt x="1515923" y="88849"/>
                  <a:pt x="1493672" y="90983"/>
                </a:cubicBezTo>
                <a:lnTo>
                  <a:pt x="1493672" y="62636"/>
                </a:lnTo>
                <a:cubicBezTo>
                  <a:pt x="1522019" y="65075"/>
                  <a:pt x="1561186" y="66294"/>
                  <a:pt x="1611173" y="66294"/>
                </a:cubicBezTo>
                <a:cubicBezTo>
                  <a:pt x="1602334" y="51663"/>
                  <a:pt x="1590599" y="35814"/>
                  <a:pt x="1575968" y="18745"/>
                </a:cubicBezTo>
                <a:close/>
                <a:moveTo>
                  <a:pt x="645566" y="0"/>
                </a:moveTo>
                <a:cubicBezTo>
                  <a:pt x="659892" y="5486"/>
                  <a:pt x="671779" y="8991"/>
                  <a:pt x="681228" y="10515"/>
                </a:cubicBezTo>
                <a:cubicBezTo>
                  <a:pt x="686714" y="11735"/>
                  <a:pt x="689458" y="13487"/>
                  <a:pt x="689458" y="15773"/>
                </a:cubicBezTo>
                <a:cubicBezTo>
                  <a:pt x="689458" y="18059"/>
                  <a:pt x="686257" y="20345"/>
                  <a:pt x="679856" y="22631"/>
                </a:cubicBezTo>
                <a:cubicBezTo>
                  <a:pt x="673456" y="24917"/>
                  <a:pt x="659435" y="42062"/>
                  <a:pt x="637794" y="74066"/>
                </a:cubicBezTo>
                <a:lnTo>
                  <a:pt x="696773" y="74066"/>
                </a:lnTo>
                <a:cubicBezTo>
                  <a:pt x="770230" y="74066"/>
                  <a:pt x="815340" y="71933"/>
                  <a:pt x="832104" y="67665"/>
                </a:cubicBezTo>
                <a:cubicBezTo>
                  <a:pt x="829970" y="79248"/>
                  <a:pt x="828904" y="107899"/>
                  <a:pt x="828904" y="153619"/>
                </a:cubicBezTo>
                <a:lnTo>
                  <a:pt x="828904" y="373075"/>
                </a:lnTo>
                <a:cubicBezTo>
                  <a:pt x="828904" y="383438"/>
                  <a:pt x="826922" y="391287"/>
                  <a:pt x="822960" y="396621"/>
                </a:cubicBezTo>
                <a:cubicBezTo>
                  <a:pt x="818998" y="401955"/>
                  <a:pt x="810158" y="406070"/>
                  <a:pt x="796442" y="408965"/>
                </a:cubicBezTo>
                <a:cubicBezTo>
                  <a:pt x="782727" y="411861"/>
                  <a:pt x="761238" y="413461"/>
                  <a:pt x="731977" y="413766"/>
                </a:cubicBezTo>
                <a:cubicBezTo>
                  <a:pt x="732892" y="400050"/>
                  <a:pt x="728015" y="387858"/>
                  <a:pt x="717347" y="377190"/>
                </a:cubicBezTo>
                <a:cubicBezTo>
                  <a:pt x="740207" y="380543"/>
                  <a:pt x="757733" y="382219"/>
                  <a:pt x="769925" y="382219"/>
                </a:cubicBezTo>
                <a:cubicBezTo>
                  <a:pt x="782117" y="382219"/>
                  <a:pt x="790042" y="380390"/>
                  <a:pt x="793699" y="376733"/>
                </a:cubicBezTo>
                <a:cubicBezTo>
                  <a:pt x="797357" y="373075"/>
                  <a:pt x="799186" y="366827"/>
                  <a:pt x="799186" y="357987"/>
                </a:cubicBezTo>
                <a:lnTo>
                  <a:pt x="799186" y="96469"/>
                </a:lnTo>
                <a:lnTo>
                  <a:pt x="520294" y="96469"/>
                </a:lnTo>
                <a:lnTo>
                  <a:pt x="520294" y="414680"/>
                </a:lnTo>
                <a:lnTo>
                  <a:pt x="486004" y="414680"/>
                </a:lnTo>
                <a:cubicBezTo>
                  <a:pt x="489356" y="382981"/>
                  <a:pt x="491033" y="346405"/>
                  <a:pt x="491033" y="304952"/>
                </a:cubicBezTo>
                <a:lnTo>
                  <a:pt x="491033" y="153619"/>
                </a:lnTo>
                <a:cubicBezTo>
                  <a:pt x="491033" y="118567"/>
                  <a:pt x="489814" y="89916"/>
                  <a:pt x="487375" y="67665"/>
                </a:cubicBezTo>
                <a:cubicBezTo>
                  <a:pt x="498958" y="71933"/>
                  <a:pt x="521360" y="74066"/>
                  <a:pt x="554584" y="74066"/>
                </a:cubicBezTo>
                <a:lnTo>
                  <a:pt x="610362" y="74066"/>
                </a:lnTo>
                <a:cubicBezTo>
                  <a:pt x="628345" y="46634"/>
                  <a:pt x="640080" y="21945"/>
                  <a:pt x="64556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4046D5-C12E-484F-9364-D42ECB88D300}"/>
              </a:ext>
            </a:extLst>
          </p:cNvPr>
          <p:cNvSpPr txBox="1"/>
          <p:nvPr/>
        </p:nvSpPr>
        <p:spPr>
          <a:xfrm>
            <a:off x="3832175" y="7371321"/>
            <a:ext cx="4527651" cy="428854"/>
          </a:xfrm>
          <a:custGeom>
            <a:avLst/>
            <a:gdLst/>
            <a:ahLst/>
            <a:cxnLst/>
            <a:rect l="l" t="t" r="r" b="b"/>
            <a:pathLst>
              <a:path w="4527651" h="428854">
                <a:moveTo>
                  <a:pt x="2537917" y="346558"/>
                </a:moveTo>
                <a:cubicBezTo>
                  <a:pt x="2561081" y="363017"/>
                  <a:pt x="2580284" y="378562"/>
                  <a:pt x="2595524" y="393192"/>
                </a:cubicBezTo>
                <a:lnTo>
                  <a:pt x="2575407" y="414680"/>
                </a:lnTo>
                <a:cubicBezTo>
                  <a:pt x="2560167" y="396697"/>
                  <a:pt x="2541879" y="380695"/>
                  <a:pt x="2520543" y="366674"/>
                </a:cubicBezTo>
                <a:close/>
                <a:moveTo>
                  <a:pt x="2813608" y="304038"/>
                </a:moveTo>
                <a:lnTo>
                  <a:pt x="2861157" y="304038"/>
                </a:lnTo>
                <a:lnTo>
                  <a:pt x="2861157" y="348844"/>
                </a:lnTo>
                <a:cubicBezTo>
                  <a:pt x="2861157" y="388468"/>
                  <a:pt x="2845308" y="412394"/>
                  <a:pt x="2813608" y="420624"/>
                </a:cubicBezTo>
                <a:lnTo>
                  <a:pt x="2813608" y="400507"/>
                </a:lnTo>
                <a:cubicBezTo>
                  <a:pt x="2823362" y="397764"/>
                  <a:pt x="2830220" y="392963"/>
                  <a:pt x="2834183" y="386105"/>
                </a:cubicBezTo>
                <a:cubicBezTo>
                  <a:pt x="2838145" y="379247"/>
                  <a:pt x="2840126" y="368046"/>
                  <a:pt x="2840126" y="352501"/>
                </a:cubicBezTo>
                <a:lnTo>
                  <a:pt x="2813608" y="352501"/>
                </a:lnTo>
                <a:close/>
                <a:moveTo>
                  <a:pt x="560984" y="278892"/>
                </a:moveTo>
                <a:lnTo>
                  <a:pt x="560984" y="369875"/>
                </a:lnTo>
                <a:lnTo>
                  <a:pt x="761695" y="369875"/>
                </a:lnTo>
                <a:lnTo>
                  <a:pt x="761695" y="278892"/>
                </a:lnTo>
                <a:close/>
                <a:moveTo>
                  <a:pt x="530352" y="254203"/>
                </a:moveTo>
                <a:cubicBezTo>
                  <a:pt x="549249" y="254813"/>
                  <a:pt x="591464" y="255118"/>
                  <a:pt x="656996" y="255118"/>
                </a:cubicBezTo>
                <a:cubicBezTo>
                  <a:pt x="722528" y="255118"/>
                  <a:pt x="767181" y="254813"/>
                  <a:pt x="790956" y="254203"/>
                </a:cubicBezTo>
                <a:cubicBezTo>
                  <a:pt x="789432" y="261823"/>
                  <a:pt x="788670" y="270053"/>
                  <a:pt x="788670" y="278892"/>
                </a:cubicBezTo>
                <a:lnTo>
                  <a:pt x="788670" y="376276"/>
                </a:lnTo>
                <a:cubicBezTo>
                  <a:pt x="788670" y="392430"/>
                  <a:pt x="789584" y="406298"/>
                  <a:pt x="791413" y="417881"/>
                </a:cubicBezTo>
                <a:lnTo>
                  <a:pt x="761695" y="417881"/>
                </a:lnTo>
                <a:lnTo>
                  <a:pt x="761695" y="392735"/>
                </a:lnTo>
                <a:lnTo>
                  <a:pt x="560984" y="392735"/>
                </a:lnTo>
                <a:lnTo>
                  <a:pt x="560984" y="422453"/>
                </a:lnTo>
                <a:lnTo>
                  <a:pt x="530809" y="422453"/>
                </a:lnTo>
                <a:cubicBezTo>
                  <a:pt x="532638" y="407822"/>
                  <a:pt x="533552" y="393802"/>
                  <a:pt x="533552" y="380390"/>
                </a:cubicBezTo>
                <a:lnTo>
                  <a:pt x="533552" y="278892"/>
                </a:lnTo>
                <a:cubicBezTo>
                  <a:pt x="533552" y="268529"/>
                  <a:pt x="532485" y="260299"/>
                  <a:pt x="530352" y="254203"/>
                </a:cubicBezTo>
                <a:close/>
                <a:moveTo>
                  <a:pt x="1066647" y="211684"/>
                </a:moveTo>
                <a:cubicBezTo>
                  <a:pt x="1077925" y="220218"/>
                  <a:pt x="1085926" y="225171"/>
                  <a:pt x="1090650" y="226543"/>
                </a:cubicBezTo>
                <a:cubicBezTo>
                  <a:pt x="1095375" y="227914"/>
                  <a:pt x="1097737" y="230124"/>
                  <a:pt x="1097737" y="233172"/>
                </a:cubicBezTo>
                <a:cubicBezTo>
                  <a:pt x="1097737" y="236220"/>
                  <a:pt x="1095603" y="238506"/>
                  <a:pt x="1091336" y="240030"/>
                </a:cubicBezTo>
                <a:cubicBezTo>
                  <a:pt x="1089507" y="240640"/>
                  <a:pt x="1086154" y="244450"/>
                  <a:pt x="1081278" y="251460"/>
                </a:cubicBezTo>
                <a:cubicBezTo>
                  <a:pt x="1076401" y="258470"/>
                  <a:pt x="1066342" y="274320"/>
                  <a:pt x="1051102" y="299009"/>
                </a:cubicBezTo>
                <a:cubicBezTo>
                  <a:pt x="1075182" y="324002"/>
                  <a:pt x="1094232" y="345796"/>
                  <a:pt x="1108252" y="364388"/>
                </a:cubicBezTo>
                <a:lnTo>
                  <a:pt x="1084935" y="382676"/>
                </a:lnTo>
                <a:cubicBezTo>
                  <a:pt x="1071524" y="363474"/>
                  <a:pt x="1055370" y="343052"/>
                  <a:pt x="1036472" y="321412"/>
                </a:cubicBezTo>
                <a:cubicBezTo>
                  <a:pt x="1016965" y="349148"/>
                  <a:pt x="983132" y="379781"/>
                  <a:pt x="934974" y="413309"/>
                </a:cubicBezTo>
                <a:cubicBezTo>
                  <a:pt x="928268" y="404470"/>
                  <a:pt x="918819" y="397764"/>
                  <a:pt x="906627" y="393192"/>
                </a:cubicBezTo>
                <a:cubicBezTo>
                  <a:pt x="939546" y="375209"/>
                  <a:pt x="963015" y="360045"/>
                  <a:pt x="977036" y="347701"/>
                </a:cubicBezTo>
                <a:cubicBezTo>
                  <a:pt x="991057" y="335356"/>
                  <a:pt x="1004925" y="320192"/>
                  <a:pt x="1018641" y="302209"/>
                </a:cubicBezTo>
                <a:cubicBezTo>
                  <a:pt x="1000353" y="283007"/>
                  <a:pt x="981303" y="265024"/>
                  <a:pt x="961491" y="248260"/>
                </a:cubicBezTo>
                <a:lnTo>
                  <a:pt x="977950" y="230429"/>
                </a:lnTo>
                <a:cubicBezTo>
                  <a:pt x="996238" y="245364"/>
                  <a:pt x="1014831" y="262280"/>
                  <a:pt x="1033729" y="281178"/>
                </a:cubicBezTo>
                <a:cubicBezTo>
                  <a:pt x="1048969" y="260756"/>
                  <a:pt x="1059942" y="237592"/>
                  <a:pt x="1066647" y="211684"/>
                </a:cubicBezTo>
                <a:close/>
                <a:moveTo>
                  <a:pt x="1689354" y="193853"/>
                </a:moveTo>
                <a:cubicBezTo>
                  <a:pt x="1717090" y="213055"/>
                  <a:pt x="1743151" y="234544"/>
                  <a:pt x="1767535" y="258318"/>
                </a:cubicBezTo>
                <a:lnTo>
                  <a:pt x="1746961" y="276606"/>
                </a:lnTo>
                <a:cubicBezTo>
                  <a:pt x="1730197" y="257099"/>
                  <a:pt x="1705660" y="235915"/>
                  <a:pt x="1673352" y="213055"/>
                </a:cubicBezTo>
                <a:close/>
                <a:moveTo>
                  <a:pt x="1482699" y="185166"/>
                </a:moveTo>
                <a:cubicBezTo>
                  <a:pt x="1485747" y="194920"/>
                  <a:pt x="1491234" y="202692"/>
                  <a:pt x="1499158" y="208483"/>
                </a:cubicBezTo>
                <a:cubicBezTo>
                  <a:pt x="1478127" y="223723"/>
                  <a:pt x="1448104" y="248869"/>
                  <a:pt x="1409090" y="283921"/>
                </a:cubicBezTo>
                <a:cubicBezTo>
                  <a:pt x="1403604" y="273253"/>
                  <a:pt x="1395984" y="266090"/>
                  <a:pt x="1386230" y="262433"/>
                </a:cubicBezTo>
                <a:cubicBezTo>
                  <a:pt x="1427683" y="238963"/>
                  <a:pt x="1459839" y="213208"/>
                  <a:pt x="1482699" y="185166"/>
                </a:cubicBezTo>
                <a:close/>
                <a:moveTo>
                  <a:pt x="106527" y="180137"/>
                </a:moveTo>
                <a:lnTo>
                  <a:pt x="106527" y="215341"/>
                </a:lnTo>
                <a:lnTo>
                  <a:pt x="325069" y="215341"/>
                </a:lnTo>
                <a:lnTo>
                  <a:pt x="325069" y="180137"/>
                </a:lnTo>
                <a:close/>
                <a:moveTo>
                  <a:pt x="556869" y="176479"/>
                </a:moveTo>
                <a:cubicBezTo>
                  <a:pt x="583082" y="178918"/>
                  <a:pt x="620496" y="180137"/>
                  <a:pt x="669112" y="180137"/>
                </a:cubicBezTo>
                <a:cubicBezTo>
                  <a:pt x="717727" y="180137"/>
                  <a:pt x="752703" y="178918"/>
                  <a:pt x="774039" y="176479"/>
                </a:cubicBezTo>
                <a:lnTo>
                  <a:pt x="774039" y="206654"/>
                </a:lnTo>
                <a:cubicBezTo>
                  <a:pt x="753008" y="204216"/>
                  <a:pt x="718032" y="202997"/>
                  <a:pt x="669112" y="202997"/>
                </a:cubicBezTo>
                <a:cubicBezTo>
                  <a:pt x="620191" y="202997"/>
                  <a:pt x="582777" y="204216"/>
                  <a:pt x="556869" y="206654"/>
                </a:cubicBezTo>
                <a:close/>
                <a:moveTo>
                  <a:pt x="1054303" y="127102"/>
                </a:moveTo>
                <a:cubicBezTo>
                  <a:pt x="1076858" y="147218"/>
                  <a:pt x="1096975" y="168402"/>
                  <a:pt x="1114653" y="190652"/>
                </a:cubicBezTo>
                <a:lnTo>
                  <a:pt x="1093622" y="208483"/>
                </a:lnTo>
                <a:cubicBezTo>
                  <a:pt x="1080516" y="186233"/>
                  <a:pt x="1061923" y="164744"/>
                  <a:pt x="1037844" y="144018"/>
                </a:cubicBezTo>
                <a:close/>
                <a:moveTo>
                  <a:pt x="982522" y="125730"/>
                </a:moveTo>
                <a:cubicBezTo>
                  <a:pt x="992276" y="132436"/>
                  <a:pt x="999972" y="136627"/>
                  <a:pt x="1005611" y="138303"/>
                </a:cubicBezTo>
                <a:cubicBezTo>
                  <a:pt x="1011250" y="139979"/>
                  <a:pt x="1014069" y="142189"/>
                  <a:pt x="1014069" y="144932"/>
                </a:cubicBezTo>
                <a:cubicBezTo>
                  <a:pt x="1014069" y="147676"/>
                  <a:pt x="1011936" y="149581"/>
                  <a:pt x="1007668" y="150647"/>
                </a:cubicBezTo>
                <a:cubicBezTo>
                  <a:pt x="1003401" y="151714"/>
                  <a:pt x="995019" y="162001"/>
                  <a:pt x="982522" y="181508"/>
                </a:cubicBezTo>
                <a:cubicBezTo>
                  <a:pt x="966368" y="206807"/>
                  <a:pt x="952957" y="225400"/>
                  <a:pt x="942289" y="237287"/>
                </a:cubicBezTo>
                <a:cubicBezTo>
                  <a:pt x="935888" y="230276"/>
                  <a:pt x="926287" y="225247"/>
                  <a:pt x="913485" y="222199"/>
                </a:cubicBezTo>
                <a:cubicBezTo>
                  <a:pt x="943356" y="199644"/>
                  <a:pt x="966368" y="167488"/>
                  <a:pt x="982522" y="125730"/>
                </a:cubicBezTo>
                <a:close/>
                <a:moveTo>
                  <a:pt x="106527" y="122072"/>
                </a:moveTo>
                <a:lnTo>
                  <a:pt x="106527" y="159563"/>
                </a:lnTo>
                <a:lnTo>
                  <a:pt x="325069" y="159563"/>
                </a:lnTo>
                <a:lnTo>
                  <a:pt x="325069" y="122072"/>
                </a:lnTo>
                <a:close/>
                <a:moveTo>
                  <a:pt x="3611575" y="103327"/>
                </a:moveTo>
                <a:cubicBezTo>
                  <a:pt x="3620109" y="103327"/>
                  <a:pt x="3629405" y="106070"/>
                  <a:pt x="3639464" y="111557"/>
                </a:cubicBezTo>
                <a:lnTo>
                  <a:pt x="3623005" y="138074"/>
                </a:lnTo>
                <a:cubicBezTo>
                  <a:pt x="3618433" y="135331"/>
                  <a:pt x="3613708" y="133960"/>
                  <a:pt x="3608831" y="133960"/>
                </a:cubicBezTo>
                <a:cubicBezTo>
                  <a:pt x="3599383" y="133960"/>
                  <a:pt x="3590467" y="138836"/>
                  <a:pt x="3582085" y="148590"/>
                </a:cubicBezTo>
                <a:cubicBezTo>
                  <a:pt x="3573703" y="158344"/>
                  <a:pt x="3567531" y="170917"/>
                  <a:pt x="3563569" y="186309"/>
                </a:cubicBezTo>
                <a:cubicBezTo>
                  <a:pt x="3559606" y="201701"/>
                  <a:pt x="3557625" y="229667"/>
                  <a:pt x="3557625" y="270205"/>
                </a:cubicBezTo>
                <a:lnTo>
                  <a:pt x="3557625" y="352501"/>
                </a:lnTo>
                <a:lnTo>
                  <a:pt x="3525621" y="352501"/>
                </a:lnTo>
                <a:lnTo>
                  <a:pt x="3525621" y="109728"/>
                </a:lnTo>
                <a:lnTo>
                  <a:pt x="3557625" y="109728"/>
                </a:lnTo>
                <a:lnTo>
                  <a:pt x="3557625" y="144932"/>
                </a:lnTo>
                <a:cubicBezTo>
                  <a:pt x="3566160" y="130607"/>
                  <a:pt x="3574465" y="120091"/>
                  <a:pt x="3582543" y="113386"/>
                </a:cubicBezTo>
                <a:cubicBezTo>
                  <a:pt x="3590620" y="106680"/>
                  <a:pt x="3600297" y="103327"/>
                  <a:pt x="3611575" y="103327"/>
                </a:cubicBezTo>
                <a:close/>
                <a:moveTo>
                  <a:pt x="3478225" y="103327"/>
                </a:moveTo>
                <a:cubicBezTo>
                  <a:pt x="3486759" y="103327"/>
                  <a:pt x="3496055" y="106070"/>
                  <a:pt x="3506114" y="111557"/>
                </a:cubicBezTo>
                <a:lnTo>
                  <a:pt x="3489655" y="138074"/>
                </a:lnTo>
                <a:cubicBezTo>
                  <a:pt x="3485083" y="135331"/>
                  <a:pt x="3480358" y="133960"/>
                  <a:pt x="3475481" y="133960"/>
                </a:cubicBezTo>
                <a:cubicBezTo>
                  <a:pt x="3466033" y="133960"/>
                  <a:pt x="3457117" y="138836"/>
                  <a:pt x="3448735" y="148590"/>
                </a:cubicBezTo>
                <a:cubicBezTo>
                  <a:pt x="3440353" y="158344"/>
                  <a:pt x="3434181" y="170917"/>
                  <a:pt x="3430219" y="186309"/>
                </a:cubicBezTo>
                <a:cubicBezTo>
                  <a:pt x="3426256" y="201701"/>
                  <a:pt x="3424275" y="229667"/>
                  <a:pt x="3424275" y="270205"/>
                </a:cubicBezTo>
                <a:lnTo>
                  <a:pt x="3424275" y="352501"/>
                </a:lnTo>
                <a:lnTo>
                  <a:pt x="3392271" y="352501"/>
                </a:lnTo>
                <a:lnTo>
                  <a:pt x="3392271" y="109728"/>
                </a:lnTo>
                <a:lnTo>
                  <a:pt x="3424275" y="109728"/>
                </a:lnTo>
                <a:lnTo>
                  <a:pt x="3424275" y="144932"/>
                </a:lnTo>
                <a:cubicBezTo>
                  <a:pt x="3432810" y="130607"/>
                  <a:pt x="3441115" y="120091"/>
                  <a:pt x="3449193" y="113386"/>
                </a:cubicBezTo>
                <a:cubicBezTo>
                  <a:pt x="3457270" y="106680"/>
                  <a:pt x="3466947" y="103327"/>
                  <a:pt x="3478225" y="103327"/>
                </a:cubicBezTo>
                <a:close/>
                <a:moveTo>
                  <a:pt x="1418234" y="101498"/>
                </a:moveTo>
                <a:cubicBezTo>
                  <a:pt x="1442313" y="118567"/>
                  <a:pt x="1464259" y="136093"/>
                  <a:pt x="1484071" y="154076"/>
                </a:cubicBezTo>
                <a:lnTo>
                  <a:pt x="1463497" y="171907"/>
                </a:lnTo>
                <a:cubicBezTo>
                  <a:pt x="1450695" y="155143"/>
                  <a:pt x="1430274" y="137922"/>
                  <a:pt x="1402232" y="120244"/>
                </a:cubicBezTo>
                <a:close/>
                <a:moveTo>
                  <a:pt x="75438" y="97384"/>
                </a:moveTo>
                <a:cubicBezTo>
                  <a:pt x="97993" y="99822"/>
                  <a:pt x="145313" y="101041"/>
                  <a:pt x="217398" y="101041"/>
                </a:cubicBezTo>
                <a:cubicBezTo>
                  <a:pt x="289483" y="101041"/>
                  <a:pt x="336042" y="100127"/>
                  <a:pt x="357073" y="98298"/>
                </a:cubicBezTo>
                <a:cubicBezTo>
                  <a:pt x="354634" y="109576"/>
                  <a:pt x="353415" y="126187"/>
                  <a:pt x="353415" y="148133"/>
                </a:cubicBezTo>
                <a:lnTo>
                  <a:pt x="353415" y="193853"/>
                </a:lnTo>
                <a:cubicBezTo>
                  <a:pt x="353415" y="213970"/>
                  <a:pt x="354634" y="229362"/>
                  <a:pt x="357073" y="240030"/>
                </a:cubicBezTo>
                <a:cubicBezTo>
                  <a:pt x="332384" y="237287"/>
                  <a:pt x="301447" y="235915"/>
                  <a:pt x="264261" y="235915"/>
                </a:cubicBezTo>
                <a:lnTo>
                  <a:pt x="157734" y="235915"/>
                </a:lnTo>
                <a:cubicBezTo>
                  <a:pt x="147675" y="250850"/>
                  <a:pt x="139750" y="262128"/>
                  <a:pt x="133959" y="269748"/>
                </a:cubicBezTo>
                <a:lnTo>
                  <a:pt x="243687" y="269748"/>
                </a:lnTo>
                <a:cubicBezTo>
                  <a:pt x="281787" y="269748"/>
                  <a:pt x="316077" y="268224"/>
                  <a:pt x="346557" y="265176"/>
                </a:cubicBezTo>
                <a:cubicBezTo>
                  <a:pt x="312724" y="312420"/>
                  <a:pt x="281330" y="345186"/>
                  <a:pt x="252374" y="363474"/>
                </a:cubicBezTo>
                <a:cubicBezTo>
                  <a:pt x="289864" y="375361"/>
                  <a:pt x="343814" y="384505"/>
                  <a:pt x="414223" y="390906"/>
                </a:cubicBezTo>
                <a:cubicBezTo>
                  <a:pt x="404469" y="400050"/>
                  <a:pt x="397764" y="410261"/>
                  <a:pt x="394106" y="421538"/>
                </a:cubicBezTo>
                <a:cubicBezTo>
                  <a:pt x="319735" y="409346"/>
                  <a:pt x="262890" y="395326"/>
                  <a:pt x="223570" y="379476"/>
                </a:cubicBezTo>
                <a:cubicBezTo>
                  <a:pt x="184556" y="398069"/>
                  <a:pt x="121310" y="413156"/>
                  <a:pt x="33832" y="424739"/>
                </a:cubicBezTo>
                <a:cubicBezTo>
                  <a:pt x="30784" y="414985"/>
                  <a:pt x="23469" y="405232"/>
                  <a:pt x="11887" y="395478"/>
                </a:cubicBezTo>
                <a:cubicBezTo>
                  <a:pt x="86868" y="392430"/>
                  <a:pt x="147218" y="382372"/>
                  <a:pt x="192938" y="365303"/>
                </a:cubicBezTo>
                <a:cubicBezTo>
                  <a:pt x="167944" y="352806"/>
                  <a:pt x="141884" y="335585"/>
                  <a:pt x="114757" y="313639"/>
                </a:cubicBezTo>
                <a:lnTo>
                  <a:pt x="134874" y="297180"/>
                </a:lnTo>
                <a:cubicBezTo>
                  <a:pt x="163220" y="321259"/>
                  <a:pt x="192481" y="339700"/>
                  <a:pt x="222656" y="352501"/>
                </a:cubicBezTo>
                <a:cubicBezTo>
                  <a:pt x="252831" y="336956"/>
                  <a:pt x="275996" y="316535"/>
                  <a:pt x="292150" y="291236"/>
                </a:cubicBezTo>
                <a:lnTo>
                  <a:pt x="117043" y="291236"/>
                </a:lnTo>
                <a:cubicBezTo>
                  <a:pt x="99974" y="311658"/>
                  <a:pt x="78486" y="332842"/>
                  <a:pt x="52578" y="354787"/>
                </a:cubicBezTo>
                <a:cubicBezTo>
                  <a:pt x="45567" y="345034"/>
                  <a:pt x="36728" y="337566"/>
                  <a:pt x="26060" y="332384"/>
                </a:cubicBezTo>
                <a:cubicBezTo>
                  <a:pt x="69646" y="307696"/>
                  <a:pt x="103784" y="275996"/>
                  <a:pt x="128473" y="237287"/>
                </a:cubicBezTo>
                <a:cubicBezTo>
                  <a:pt x="102565" y="237896"/>
                  <a:pt x="84886" y="238811"/>
                  <a:pt x="75438" y="240030"/>
                </a:cubicBezTo>
                <a:cubicBezTo>
                  <a:pt x="77571" y="226619"/>
                  <a:pt x="78638" y="211226"/>
                  <a:pt x="78638" y="193853"/>
                </a:cubicBezTo>
                <a:lnTo>
                  <a:pt x="78638" y="148133"/>
                </a:lnTo>
                <a:cubicBezTo>
                  <a:pt x="78638" y="126492"/>
                  <a:pt x="77571" y="109576"/>
                  <a:pt x="75438" y="97384"/>
                </a:cubicBezTo>
                <a:close/>
                <a:moveTo>
                  <a:pt x="1715871" y="95555"/>
                </a:moveTo>
                <a:cubicBezTo>
                  <a:pt x="1725930" y="104394"/>
                  <a:pt x="1733245" y="110185"/>
                  <a:pt x="1737817" y="112928"/>
                </a:cubicBezTo>
                <a:cubicBezTo>
                  <a:pt x="1742389" y="115672"/>
                  <a:pt x="1744675" y="118110"/>
                  <a:pt x="1744675" y="120244"/>
                </a:cubicBezTo>
                <a:cubicBezTo>
                  <a:pt x="1744675" y="122987"/>
                  <a:pt x="1742770" y="124358"/>
                  <a:pt x="1738960" y="124358"/>
                </a:cubicBezTo>
                <a:cubicBezTo>
                  <a:pt x="1735150" y="124358"/>
                  <a:pt x="1730273" y="126568"/>
                  <a:pt x="1724329" y="130988"/>
                </a:cubicBezTo>
                <a:cubicBezTo>
                  <a:pt x="1718386" y="135407"/>
                  <a:pt x="1710461" y="142342"/>
                  <a:pt x="1700555" y="151790"/>
                </a:cubicBezTo>
                <a:cubicBezTo>
                  <a:pt x="1690649" y="161239"/>
                  <a:pt x="1681581" y="169774"/>
                  <a:pt x="1673352" y="177394"/>
                </a:cubicBezTo>
                <a:cubicBezTo>
                  <a:pt x="1669389" y="170688"/>
                  <a:pt x="1662988" y="165049"/>
                  <a:pt x="1654149" y="160477"/>
                </a:cubicBezTo>
                <a:cubicBezTo>
                  <a:pt x="1679752" y="143104"/>
                  <a:pt x="1700326" y="121463"/>
                  <a:pt x="1715871" y="95555"/>
                </a:cubicBezTo>
                <a:close/>
                <a:moveTo>
                  <a:pt x="912114" y="82753"/>
                </a:moveTo>
                <a:cubicBezTo>
                  <a:pt x="935888" y="84887"/>
                  <a:pt x="972845" y="85954"/>
                  <a:pt x="1022985" y="85954"/>
                </a:cubicBezTo>
                <a:cubicBezTo>
                  <a:pt x="1073124" y="85954"/>
                  <a:pt x="1109929" y="84887"/>
                  <a:pt x="1133398" y="82753"/>
                </a:cubicBezTo>
                <a:lnTo>
                  <a:pt x="1133398" y="112014"/>
                </a:lnTo>
                <a:cubicBezTo>
                  <a:pt x="1109624" y="109880"/>
                  <a:pt x="1072972" y="108814"/>
                  <a:pt x="1023442" y="108814"/>
                </a:cubicBezTo>
                <a:cubicBezTo>
                  <a:pt x="973912" y="108814"/>
                  <a:pt x="936802" y="109880"/>
                  <a:pt x="912114" y="112014"/>
                </a:cubicBezTo>
                <a:close/>
                <a:moveTo>
                  <a:pt x="2552090" y="69494"/>
                </a:moveTo>
                <a:cubicBezTo>
                  <a:pt x="2530449" y="71323"/>
                  <a:pt x="2498597" y="71933"/>
                  <a:pt x="2456535" y="71323"/>
                </a:cubicBezTo>
                <a:lnTo>
                  <a:pt x="2456535" y="179680"/>
                </a:lnTo>
                <a:lnTo>
                  <a:pt x="2554376" y="179680"/>
                </a:lnTo>
                <a:cubicBezTo>
                  <a:pt x="2552242" y="153467"/>
                  <a:pt x="2551480" y="116738"/>
                  <a:pt x="2552090" y="69494"/>
                </a:cubicBezTo>
                <a:close/>
                <a:moveTo>
                  <a:pt x="3186226" y="24232"/>
                </a:moveTo>
                <a:lnTo>
                  <a:pt x="3366363" y="24232"/>
                </a:lnTo>
                <a:lnTo>
                  <a:pt x="3366363" y="56236"/>
                </a:lnTo>
                <a:lnTo>
                  <a:pt x="3293211" y="56236"/>
                </a:lnTo>
                <a:lnTo>
                  <a:pt x="3293211" y="352501"/>
                </a:lnTo>
                <a:lnTo>
                  <a:pt x="3259836" y="352501"/>
                </a:lnTo>
                <a:lnTo>
                  <a:pt x="3259836" y="56236"/>
                </a:lnTo>
                <a:lnTo>
                  <a:pt x="3186226" y="56236"/>
                </a:lnTo>
                <a:close/>
                <a:moveTo>
                  <a:pt x="3998213" y="23317"/>
                </a:moveTo>
                <a:cubicBezTo>
                  <a:pt x="4007053" y="29413"/>
                  <a:pt x="4021836" y="42824"/>
                  <a:pt x="4042562" y="63551"/>
                </a:cubicBezTo>
                <a:lnTo>
                  <a:pt x="4025646" y="80924"/>
                </a:lnTo>
                <a:cubicBezTo>
                  <a:pt x="4013758" y="65989"/>
                  <a:pt x="3999128" y="51968"/>
                  <a:pt x="3981754" y="38862"/>
                </a:cubicBezTo>
                <a:close/>
                <a:moveTo>
                  <a:pt x="2169414" y="23317"/>
                </a:moveTo>
                <a:cubicBezTo>
                  <a:pt x="2178253" y="29413"/>
                  <a:pt x="2193035" y="42824"/>
                  <a:pt x="2213762" y="63551"/>
                </a:cubicBezTo>
                <a:lnTo>
                  <a:pt x="2196846" y="80924"/>
                </a:lnTo>
                <a:cubicBezTo>
                  <a:pt x="2184958" y="65989"/>
                  <a:pt x="2170328" y="51968"/>
                  <a:pt x="2152954" y="38862"/>
                </a:cubicBezTo>
                <a:close/>
                <a:moveTo>
                  <a:pt x="2643530" y="21488"/>
                </a:moveTo>
                <a:cubicBezTo>
                  <a:pt x="2648102" y="32156"/>
                  <a:pt x="2654807" y="41910"/>
                  <a:pt x="2663647" y="50749"/>
                </a:cubicBezTo>
                <a:cubicBezTo>
                  <a:pt x="2665780" y="52883"/>
                  <a:pt x="2666847" y="54940"/>
                  <a:pt x="2666847" y="56921"/>
                </a:cubicBezTo>
                <a:cubicBezTo>
                  <a:pt x="2666847" y="58903"/>
                  <a:pt x="2663952" y="59817"/>
                  <a:pt x="2658160" y="59665"/>
                </a:cubicBezTo>
                <a:cubicBezTo>
                  <a:pt x="2652369" y="59512"/>
                  <a:pt x="2649169" y="59436"/>
                  <a:pt x="2648559" y="59436"/>
                </a:cubicBezTo>
                <a:cubicBezTo>
                  <a:pt x="2635758" y="59436"/>
                  <a:pt x="2612897" y="61722"/>
                  <a:pt x="2579979" y="66294"/>
                </a:cubicBezTo>
                <a:cubicBezTo>
                  <a:pt x="2579370" y="77572"/>
                  <a:pt x="2579065" y="91669"/>
                  <a:pt x="2579065" y="108585"/>
                </a:cubicBezTo>
                <a:cubicBezTo>
                  <a:pt x="2579065" y="125501"/>
                  <a:pt x="2579827" y="149200"/>
                  <a:pt x="2581351" y="179680"/>
                </a:cubicBezTo>
                <a:cubicBezTo>
                  <a:pt x="2630119" y="179680"/>
                  <a:pt x="2665476" y="178613"/>
                  <a:pt x="2687421" y="176479"/>
                </a:cubicBezTo>
                <a:lnTo>
                  <a:pt x="2687421" y="206197"/>
                </a:lnTo>
                <a:cubicBezTo>
                  <a:pt x="2667914" y="204064"/>
                  <a:pt x="2633014" y="202997"/>
                  <a:pt x="2582722" y="202997"/>
                </a:cubicBezTo>
                <a:cubicBezTo>
                  <a:pt x="2586685" y="253594"/>
                  <a:pt x="2597962" y="294818"/>
                  <a:pt x="2616555" y="326669"/>
                </a:cubicBezTo>
                <a:cubicBezTo>
                  <a:pt x="2635148" y="358521"/>
                  <a:pt x="2648712" y="374447"/>
                  <a:pt x="2657246" y="374447"/>
                </a:cubicBezTo>
                <a:cubicBezTo>
                  <a:pt x="2665780" y="374447"/>
                  <a:pt x="2670810" y="360426"/>
                  <a:pt x="2672334" y="332384"/>
                </a:cubicBezTo>
                <a:cubicBezTo>
                  <a:pt x="2682697" y="341528"/>
                  <a:pt x="2693060" y="346100"/>
                  <a:pt x="2703423" y="346100"/>
                </a:cubicBezTo>
                <a:cubicBezTo>
                  <a:pt x="2694584" y="388468"/>
                  <a:pt x="2680258" y="409651"/>
                  <a:pt x="2660446" y="409651"/>
                </a:cubicBezTo>
                <a:cubicBezTo>
                  <a:pt x="2642158" y="409651"/>
                  <a:pt x="2621280" y="389458"/>
                  <a:pt x="2597810" y="349072"/>
                </a:cubicBezTo>
                <a:cubicBezTo>
                  <a:pt x="2574340" y="308686"/>
                  <a:pt x="2560472" y="259994"/>
                  <a:pt x="2556205" y="202997"/>
                </a:cubicBezTo>
                <a:lnTo>
                  <a:pt x="2456535" y="202997"/>
                </a:lnTo>
                <a:lnTo>
                  <a:pt x="2456535" y="366674"/>
                </a:lnTo>
                <a:lnTo>
                  <a:pt x="2523744" y="302666"/>
                </a:lnTo>
                <a:cubicBezTo>
                  <a:pt x="2527401" y="312725"/>
                  <a:pt x="2532126" y="321259"/>
                  <a:pt x="2537917" y="328270"/>
                </a:cubicBezTo>
                <a:lnTo>
                  <a:pt x="2479395" y="379933"/>
                </a:lnTo>
                <a:cubicBezTo>
                  <a:pt x="2464765" y="393040"/>
                  <a:pt x="2453639" y="406298"/>
                  <a:pt x="2446020" y="419710"/>
                </a:cubicBezTo>
                <a:cubicBezTo>
                  <a:pt x="2438400" y="409346"/>
                  <a:pt x="2429103" y="402031"/>
                  <a:pt x="2418130" y="397764"/>
                </a:cubicBezTo>
                <a:cubicBezTo>
                  <a:pt x="2426055" y="388315"/>
                  <a:pt x="2430018" y="373990"/>
                  <a:pt x="2430018" y="354787"/>
                </a:cubicBezTo>
                <a:lnTo>
                  <a:pt x="2430018" y="116129"/>
                </a:lnTo>
                <a:cubicBezTo>
                  <a:pt x="2430018" y="81382"/>
                  <a:pt x="2428799" y="57607"/>
                  <a:pt x="2426360" y="44806"/>
                </a:cubicBezTo>
                <a:cubicBezTo>
                  <a:pt x="2445867" y="45720"/>
                  <a:pt x="2464003" y="46177"/>
                  <a:pt x="2480767" y="46177"/>
                </a:cubicBezTo>
                <a:cubicBezTo>
                  <a:pt x="2550261" y="46177"/>
                  <a:pt x="2604515" y="37948"/>
                  <a:pt x="2643530" y="21488"/>
                </a:cubicBezTo>
                <a:close/>
                <a:moveTo>
                  <a:pt x="4305452" y="10516"/>
                </a:moveTo>
                <a:cubicBezTo>
                  <a:pt x="4314901" y="13868"/>
                  <a:pt x="4323435" y="15545"/>
                  <a:pt x="4331055" y="15545"/>
                </a:cubicBezTo>
                <a:lnTo>
                  <a:pt x="4342485" y="15088"/>
                </a:lnTo>
                <a:cubicBezTo>
                  <a:pt x="4346753" y="15088"/>
                  <a:pt x="4348886" y="16307"/>
                  <a:pt x="4348886" y="18745"/>
                </a:cubicBezTo>
                <a:cubicBezTo>
                  <a:pt x="4348886" y="21184"/>
                  <a:pt x="4347438" y="23393"/>
                  <a:pt x="4344543" y="25375"/>
                </a:cubicBezTo>
                <a:cubicBezTo>
                  <a:pt x="4341647" y="27356"/>
                  <a:pt x="4339437" y="30328"/>
                  <a:pt x="4337913" y="34290"/>
                </a:cubicBezTo>
                <a:cubicBezTo>
                  <a:pt x="4336389" y="38252"/>
                  <a:pt x="4335551" y="41529"/>
                  <a:pt x="4335399" y="44120"/>
                </a:cubicBezTo>
                <a:cubicBezTo>
                  <a:pt x="4335246" y="46711"/>
                  <a:pt x="4335170" y="56921"/>
                  <a:pt x="4335170" y="74752"/>
                </a:cubicBezTo>
                <a:cubicBezTo>
                  <a:pt x="4335170" y="92583"/>
                  <a:pt x="4334256" y="111557"/>
                  <a:pt x="4332427" y="131674"/>
                </a:cubicBezTo>
                <a:cubicBezTo>
                  <a:pt x="4410761" y="131674"/>
                  <a:pt x="4471873" y="130302"/>
                  <a:pt x="4515764" y="127559"/>
                </a:cubicBezTo>
                <a:lnTo>
                  <a:pt x="4515764" y="160934"/>
                </a:lnTo>
                <a:cubicBezTo>
                  <a:pt x="4467301" y="157886"/>
                  <a:pt x="4406341" y="156362"/>
                  <a:pt x="4332884" y="156362"/>
                </a:cubicBezTo>
                <a:cubicBezTo>
                  <a:pt x="4347514" y="204826"/>
                  <a:pt x="4371518" y="247802"/>
                  <a:pt x="4404893" y="285293"/>
                </a:cubicBezTo>
                <a:cubicBezTo>
                  <a:pt x="4438269" y="322783"/>
                  <a:pt x="4479188" y="352501"/>
                  <a:pt x="4527651" y="374447"/>
                </a:cubicBezTo>
                <a:cubicBezTo>
                  <a:pt x="4515459" y="381457"/>
                  <a:pt x="4505401" y="392278"/>
                  <a:pt x="4497476" y="406908"/>
                </a:cubicBezTo>
                <a:cubicBezTo>
                  <a:pt x="4416704" y="358140"/>
                  <a:pt x="4358182" y="288646"/>
                  <a:pt x="4321911" y="198425"/>
                </a:cubicBezTo>
                <a:cubicBezTo>
                  <a:pt x="4311548" y="243840"/>
                  <a:pt x="4292955" y="282626"/>
                  <a:pt x="4266133" y="314782"/>
                </a:cubicBezTo>
                <a:cubicBezTo>
                  <a:pt x="4239311" y="346939"/>
                  <a:pt x="4197858" y="377800"/>
                  <a:pt x="4141774" y="407365"/>
                </a:cubicBezTo>
                <a:cubicBezTo>
                  <a:pt x="4133240" y="395783"/>
                  <a:pt x="4123487" y="387248"/>
                  <a:pt x="4112514" y="381762"/>
                </a:cubicBezTo>
                <a:cubicBezTo>
                  <a:pt x="4228338" y="333604"/>
                  <a:pt x="4292041" y="258470"/>
                  <a:pt x="4303623" y="156362"/>
                </a:cubicBezTo>
                <a:cubicBezTo>
                  <a:pt x="4236872" y="156362"/>
                  <a:pt x="4181094" y="157886"/>
                  <a:pt x="4136288" y="160934"/>
                </a:cubicBezTo>
                <a:lnTo>
                  <a:pt x="4136288" y="127559"/>
                </a:lnTo>
                <a:cubicBezTo>
                  <a:pt x="4187190" y="130302"/>
                  <a:pt x="4243578" y="131674"/>
                  <a:pt x="4305452" y="131674"/>
                </a:cubicBezTo>
                <a:cubicBezTo>
                  <a:pt x="4305757" y="113690"/>
                  <a:pt x="4305986" y="91745"/>
                  <a:pt x="4306138" y="65837"/>
                </a:cubicBezTo>
                <a:cubicBezTo>
                  <a:pt x="4306290" y="39929"/>
                  <a:pt x="4306062" y="21488"/>
                  <a:pt x="4305452" y="10516"/>
                </a:cubicBezTo>
                <a:close/>
                <a:moveTo>
                  <a:pt x="3752697" y="10516"/>
                </a:moveTo>
                <a:cubicBezTo>
                  <a:pt x="3761231" y="11735"/>
                  <a:pt x="3768242" y="12344"/>
                  <a:pt x="3773728" y="12344"/>
                </a:cubicBezTo>
                <a:lnTo>
                  <a:pt x="3788816" y="12344"/>
                </a:lnTo>
                <a:cubicBezTo>
                  <a:pt x="3791864" y="12344"/>
                  <a:pt x="3793388" y="12954"/>
                  <a:pt x="3793388" y="14173"/>
                </a:cubicBezTo>
                <a:cubicBezTo>
                  <a:pt x="3793388" y="15392"/>
                  <a:pt x="3792321" y="16916"/>
                  <a:pt x="3790188" y="18745"/>
                </a:cubicBezTo>
                <a:cubicBezTo>
                  <a:pt x="3785006" y="23622"/>
                  <a:pt x="3782415" y="30785"/>
                  <a:pt x="3782415" y="40234"/>
                </a:cubicBezTo>
                <a:lnTo>
                  <a:pt x="3782415" y="84125"/>
                </a:lnTo>
                <a:cubicBezTo>
                  <a:pt x="3813810" y="83515"/>
                  <a:pt x="3834536" y="82296"/>
                  <a:pt x="3844594" y="80467"/>
                </a:cubicBezTo>
                <a:lnTo>
                  <a:pt x="3844594" y="106528"/>
                </a:lnTo>
                <a:cubicBezTo>
                  <a:pt x="3832402" y="104394"/>
                  <a:pt x="3811676" y="103327"/>
                  <a:pt x="3782415" y="103327"/>
                </a:cubicBezTo>
                <a:lnTo>
                  <a:pt x="3782415" y="165506"/>
                </a:lnTo>
                <a:cubicBezTo>
                  <a:pt x="3808018" y="165202"/>
                  <a:pt x="3830269" y="164135"/>
                  <a:pt x="3849166" y="162306"/>
                </a:cubicBezTo>
                <a:lnTo>
                  <a:pt x="3849166" y="188824"/>
                </a:lnTo>
                <a:cubicBezTo>
                  <a:pt x="3837889" y="187604"/>
                  <a:pt x="3818381" y="186690"/>
                  <a:pt x="3790645" y="186080"/>
                </a:cubicBezTo>
                <a:lnTo>
                  <a:pt x="3790645" y="252374"/>
                </a:lnTo>
                <a:lnTo>
                  <a:pt x="3809847" y="252374"/>
                </a:lnTo>
                <a:cubicBezTo>
                  <a:pt x="3823258" y="252374"/>
                  <a:pt x="3834536" y="251612"/>
                  <a:pt x="3843680" y="250088"/>
                </a:cubicBezTo>
                <a:lnTo>
                  <a:pt x="3843680" y="275234"/>
                </a:lnTo>
                <a:cubicBezTo>
                  <a:pt x="3833622" y="273101"/>
                  <a:pt x="3822191" y="272034"/>
                  <a:pt x="3809390" y="272034"/>
                </a:cubicBezTo>
                <a:lnTo>
                  <a:pt x="3790645" y="272034"/>
                </a:lnTo>
                <a:lnTo>
                  <a:pt x="3790645" y="357988"/>
                </a:lnTo>
                <a:cubicBezTo>
                  <a:pt x="3833012" y="374752"/>
                  <a:pt x="3888028" y="383134"/>
                  <a:pt x="3955694" y="383134"/>
                </a:cubicBezTo>
                <a:cubicBezTo>
                  <a:pt x="3995318" y="383134"/>
                  <a:pt x="4035704" y="380086"/>
                  <a:pt x="4076852" y="373990"/>
                </a:cubicBezTo>
                <a:cubicBezTo>
                  <a:pt x="4072585" y="382219"/>
                  <a:pt x="4069384" y="392735"/>
                  <a:pt x="4067251" y="405536"/>
                </a:cubicBezTo>
                <a:cubicBezTo>
                  <a:pt x="4037380" y="406451"/>
                  <a:pt x="4010558" y="406908"/>
                  <a:pt x="3986784" y="406908"/>
                </a:cubicBezTo>
                <a:cubicBezTo>
                  <a:pt x="3903878" y="406908"/>
                  <a:pt x="3844289" y="401422"/>
                  <a:pt x="3808018" y="390449"/>
                </a:cubicBezTo>
                <a:cubicBezTo>
                  <a:pt x="3771747" y="379476"/>
                  <a:pt x="3740657" y="359816"/>
                  <a:pt x="3714749" y="331470"/>
                </a:cubicBezTo>
                <a:cubicBezTo>
                  <a:pt x="3709568" y="354025"/>
                  <a:pt x="3700272" y="381152"/>
                  <a:pt x="3686860" y="412852"/>
                </a:cubicBezTo>
                <a:cubicBezTo>
                  <a:pt x="3678631" y="408584"/>
                  <a:pt x="3669334" y="406146"/>
                  <a:pt x="3658971" y="405536"/>
                </a:cubicBezTo>
                <a:cubicBezTo>
                  <a:pt x="3686403" y="354635"/>
                  <a:pt x="3700881" y="294284"/>
                  <a:pt x="3702405" y="224485"/>
                </a:cubicBezTo>
                <a:cubicBezTo>
                  <a:pt x="3713073" y="228143"/>
                  <a:pt x="3722217" y="230124"/>
                  <a:pt x="3729837" y="230429"/>
                </a:cubicBezTo>
                <a:cubicBezTo>
                  <a:pt x="3733799" y="230734"/>
                  <a:pt x="3735781" y="232562"/>
                  <a:pt x="3735781" y="235915"/>
                </a:cubicBezTo>
                <a:cubicBezTo>
                  <a:pt x="3735781" y="238049"/>
                  <a:pt x="3734866" y="240030"/>
                  <a:pt x="3733038" y="241859"/>
                </a:cubicBezTo>
                <a:cubicBezTo>
                  <a:pt x="3729685" y="245212"/>
                  <a:pt x="3725570" y="264719"/>
                  <a:pt x="3720693" y="300380"/>
                </a:cubicBezTo>
                <a:cubicBezTo>
                  <a:pt x="3731361" y="319278"/>
                  <a:pt x="3746906" y="334518"/>
                  <a:pt x="3767328" y="346100"/>
                </a:cubicBezTo>
                <a:lnTo>
                  <a:pt x="3767328" y="185623"/>
                </a:lnTo>
                <a:cubicBezTo>
                  <a:pt x="3722827" y="185623"/>
                  <a:pt x="3688232" y="186690"/>
                  <a:pt x="3663543" y="188824"/>
                </a:cubicBezTo>
                <a:lnTo>
                  <a:pt x="3663543" y="162306"/>
                </a:lnTo>
                <a:cubicBezTo>
                  <a:pt x="3676040" y="163830"/>
                  <a:pt x="3706977" y="164897"/>
                  <a:pt x="3756355" y="165506"/>
                </a:cubicBezTo>
                <a:lnTo>
                  <a:pt x="3756355" y="102870"/>
                </a:lnTo>
                <a:cubicBezTo>
                  <a:pt x="3720388" y="102870"/>
                  <a:pt x="3695852" y="104089"/>
                  <a:pt x="3682746" y="106528"/>
                </a:cubicBezTo>
                <a:lnTo>
                  <a:pt x="3682746" y="80467"/>
                </a:lnTo>
                <a:cubicBezTo>
                  <a:pt x="3699205" y="82906"/>
                  <a:pt x="3723741" y="84125"/>
                  <a:pt x="3756355" y="84125"/>
                </a:cubicBezTo>
                <a:cubicBezTo>
                  <a:pt x="3755745" y="47549"/>
                  <a:pt x="3754526" y="23012"/>
                  <a:pt x="3752697" y="10516"/>
                </a:cubicBezTo>
                <a:close/>
                <a:moveTo>
                  <a:pt x="1923897" y="10516"/>
                </a:moveTo>
                <a:cubicBezTo>
                  <a:pt x="1932432" y="11735"/>
                  <a:pt x="1939442" y="12344"/>
                  <a:pt x="1944928" y="12344"/>
                </a:cubicBezTo>
                <a:lnTo>
                  <a:pt x="1960016" y="12344"/>
                </a:lnTo>
                <a:cubicBezTo>
                  <a:pt x="1963064" y="12344"/>
                  <a:pt x="1964588" y="12954"/>
                  <a:pt x="1964588" y="14173"/>
                </a:cubicBezTo>
                <a:cubicBezTo>
                  <a:pt x="1964588" y="15392"/>
                  <a:pt x="1963521" y="16916"/>
                  <a:pt x="1961388" y="18745"/>
                </a:cubicBezTo>
                <a:cubicBezTo>
                  <a:pt x="1956206" y="23622"/>
                  <a:pt x="1953615" y="30785"/>
                  <a:pt x="1953615" y="40234"/>
                </a:cubicBezTo>
                <a:lnTo>
                  <a:pt x="1953615" y="84125"/>
                </a:lnTo>
                <a:cubicBezTo>
                  <a:pt x="1985009" y="83515"/>
                  <a:pt x="2005736" y="82296"/>
                  <a:pt x="2015794" y="80467"/>
                </a:cubicBezTo>
                <a:lnTo>
                  <a:pt x="2015794" y="106528"/>
                </a:lnTo>
                <a:cubicBezTo>
                  <a:pt x="2003602" y="104394"/>
                  <a:pt x="1982876" y="103327"/>
                  <a:pt x="1953615" y="103327"/>
                </a:cubicBezTo>
                <a:lnTo>
                  <a:pt x="1953615" y="165506"/>
                </a:lnTo>
                <a:cubicBezTo>
                  <a:pt x="1979218" y="165202"/>
                  <a:pt x="2001469" y="164135"/>
                  <a:pt x="2020366" y="162306"/>
                </a:cubicBezTo>
                <a:lnTo>
                  <a:pt x="2020366" y="188824"/>
                </a:lnTo>
                <a:cubicBezTo>
                  <a:pt x="2009089" y="187604"/>
                  <a:pt x="1989581" y="186690"/>
                  <a:pt x="1961845" y="186080"/>
                </a:cubicBezTo>
                <a:lnTo>
                  <a:pt x="1961845" y="252374"/>
                </a:lnTo>
                <a:lnTo>
                  <a:pt x="1981047" y="252374"/>
                </a:lnTo>
                <a:cubicBezTo>
                  <a:pt x="1994458" y="252374"/>
                  <a:pt x="2005736" y="251612"/>
                  <a:pt x="2014880" y="250088"/>
                </a:cubicBezTo>
                <a:lnTo>
                  <a:pt x="2014880" y="275234"/>
                </a:lnTo>
                <a:cubicBezTo>
                  <a:pt x="2004822" y="273101"/>
                  <a:pt x="1993392" y="272034"/>
                  <a:pt x="1980590" y="272034"/>
                </a:cubicBezTo>
                <a:lnTo>
                  <a:pt x="1961845" y="272034"/>
                </a:lnTo>
                <a:lnTo>
                  <a:pt x="1961845" y="357988"/>
                </a:lnTo>
                <a:cubicBezTo>
                  <a:pt x="2004212" y="374752"/>
                  <a:pt x="2059228" y="383134"/>
                  <a:pt x="2126894" y="383134"/>
                </a:cubicBezTo>
                <a:cubicBezTo>
                  <a:pt x="2166518" y="383134"/>
                  <a:pt x="2206904" y="380086"/>
                  <a:pt x="2248052" y="373990"/>
                </a:cubicBezTo>
                <a:cubicBezTo>
                  <a:pt x="2243785" y="382219"/>
                  <a:pt x="2240584" y="392735"/>
                  <a:pt x="2238451" y="405536"/>
                </a:cubicBezTo>
                <a:cubicBezTo>
                  <a:pt x="2208580" y="406451"/>
                  <a:pt x="2181758" y="406908"/>
                  <a:pt x="2157984" y="406908"/>
                </a:cubicBezTo>
                <a:cubicBezTo>
                  <a:pt x="2075078" y="406908"/>
                  <a:pt x="2015490" y="401422"/>
                  <a:pt x="1979218" y="390449"/>
                </a:cubicBezTo>
                <a:cubicBezTo>
                  <a:pt x="1942947" y="379476"/>
                  <a:pt x="1911858" y="359816"/>
                  <a:pt x="1885950" y="331470"/>
                </a:cubicBezTo>
                <a:cubicBezTo>
                  <a:pt x="1880768" y="354025"/>
                  <a:pt x="1871472" y="381152"/>
                  <a:pt x="1858060" y="412852"/>
                </a:cubicBezTo>
                <a:cubicBezTo>
                  <a:pt x="1849831" y="408584"/>
                  <a:pt x="1840535" y="406146"/>
                  <a:pt x="1830171" y="405536"/>
                </a:cubicBezTo>
                <a:cubicBezTo>
                  <a:pt x="1857603" y="354635"/>
                  <a:pt x="1872081" y="294284"/>
                  <a:pt x="1873605" y="224485"/>
                </a:cubicBezTo>
                <a:cubicBezTo>
                  <a:pt x="1884273" y="228143"/>
                  <a:pt x="1893417" y="230124"/>
                  <a:pt x="1901037" y="230429"/>
                </a:cubicBezTo>
                <a:cubicBezTo>
                  <a:pt x="1905000" y="230734"/>
                  <a:pt x="1906981" y="232562"/>
                  <a:pt x="1906981" y="235915"/>
                </a:cubicBezTo>
                <a:cubicBezTo>
                  <a:pt x="1906981" y="238049"/>
                  <a:pt x="1906066" y="240030"/>
                  <a:pt x="1904238" y="241859"/>
                </a:cubicBezTo>
                <a:cubicBezTo>
                  <a:pt x="1900885" y="245212"/>
                  <a:pt x="1896770" y="264719"/>
                  <a:pt x="1891893" y="300380"/>
                </a:cubicBezTo>
                <a:cubicBezTo>
                  <a:pt x="1902561" y="319278"/>
                  <a:pt x="1918106" y="334518"/>
                  <a:pt x="1938528" y="346100"/>
                </a:cubicBezTo>
                <a:lnTo>
                  <a:pt x="1938528" y="185623"/>
                </a:lnTo>
                <a:cubicBezTo>
                  <a:pt x="1894027" y="185623"/>
                  <a:pt x="1859432" y="186690"/>
                  <a:pt x="1834743" y="188824"/>
                </a:cubicBezTo>
                <a:lnTo>
                  <a:pt x="1834743" y="162306"/>
                </a:lnTo>
                <a:cubicBezTo>
                  <a:pt x="1847240" y="163830"/>
                  <a:pt x="1878177" y="164897"/>
                  <a:pt x="1927555" y="165506"/>
                </a:cubicBezTo>
                <a:lnTo>
                  <a:pt x="1927555" y="102870"/>
                </a:lnTo>
                <a:cubicBezTo>
                  <a:pt x="1891589" y="102870"/>
                  <a:pt x="1867052" y="104089"/>
                  <a:pt x="1853946" y="106528"/>
                </a:cubicBezTo>
                <a:lnTo>
                  <a:pt x="1853946" y="80467"/>
                </a:lnTo>
                <a:cubicBezTo>
                  <a:pt x="1870405" y="82906"/>
                  <a:pt x="1894941" y="84125"/>
                  <a:pt x="1927555" y="84125"/>
                </a:cubicBezTo>
                <a:cubicBezTo>
                  <a:pt x="1926945" y="47549"/>
                  <a:pt x="1925726" y="23012"/>
                  <a:pt x="1923897" y="10516"/>
                </a:cubicBezTo>
                <a:close/>
                <a:moveTo>
                  <a:pt x="3936949" y="9601"/>
                </a:moveTo>
                <a:cubicBezTo>
                  <a:pt x="3942130" y="11430"/>
                  <a:pt x="3952341" y="12344"/>
                  <a:pt x="3967581" y="12344"/>
                </a:cubicBezTo>
                <a:cubicBezTo>
                  <a:pt x="3970324" y="12344"/>
                  <a:pt x="3971696" y="13183"/>
                  <a:pt x="3971696" y="14859"/>
                </a:cubicBezTo>
                <a:cubicBezTo>
                  <a:pt x="3971696" y="16535"/>
                  <a:pt x="3970477" y="18288"/>
                  <a:pt x="3968038" y="20117"/>
                </a:cubicBezTo>
                <a:cubicBezTo>
                  <a:pt x="3963466" y="23165"/>
                  <a:pt x="3961638" y="47396"/>
                  <a:pt x="3962552" y="92812"/>
                </a:cubicBezTo>
                <a:cubicBezTo>
                  <a:pt x="4009186" y="92812"/>
                  <a:pt x="4040886" y="91897"/>
                  <a:pt x="4057649" y="90068"/>
                </a:cubicBezTo>
                <a:lnTo>
                  <a:pt x="4057649" y="114757"/>
                </a:lnTo>
                <a:cubicBezTo>
                  <a:pt x="4038142" y="112624"/>
                  <a:pt x="4012539" y="111557"/>
                  <a:pt x="3980840" y="111557"/>
                </a:cubicBezTo>
                <a:lnTo>
                  <a:pt x="3963009" y="111557"/>
                </a:lnTo>
                <a:cubicBezTo>
                  <a:pt x="3964838" y="157277"/>
                  <a:pt x="3970020" y="196291"/>
                  <a:pt x="3978554" y="228600"/>
                </a:cubicBezTo>
                <a:cubicBezTo>
                  <a:pt x="3994404" y="200254"/>
                  <a:pt x="4005834" y="171907"/>
                  <a:pt x="4012844" y="143561"/>
                </a:cubicBezTo>
                <a:cubicBezTo>
                  <a:pt x="4021073" y="148133"/>
                  <a:pt x="4030218" y="152400"/>
                  <a:pt x="4040276" y="156362"/>
                </a:cubicBezTo>
                <a:cubicBezTo>
                  <a:pt x="4043324" y="157582"/>
                  <a:pt x="4044848" y="159258"/>
                  <a:pt x="4044848" y="161392"/>
                </a:cubicBezTo>
                <a:cubicBezTo>
                  <a:pt x="4044848" y="163525"/>
                  <a:pt x="4043934" y="165202"/>
                  <a:pt x="4042105" y="166421"/>
                </a:cubicBezTo>
                <a:cubicBezTo>
                  <a:pt x="4036313" y="169164"/>
                  <a:pt x="4031589" y="174650"/>
                  <a:pt x="4027931" y="182880"/>
                </a:cubicBezTo>
                <a:cubicBezTo>
                  <a:pt x="4015739" y="209398"/>
                  <a:pt x="4002786" y="234696"/>
                  <a:pt x="3989070" y="258775"/>
                </a:cubicBezTo>
                <a:cubicBezTo>
                  <a:pt x="4004614" y="294132"/>
                  <a:pt x="4016044" y="311810"/>
                  <a:pt x="4023360" y="311810"/>
                </a:cubicBezTo>
                <a:cubicBezTo>
                  <a:pt x="4029455" y="311810"/>
                  <a:pt x="4033875" y="299009"/>
                  <a:pt x="4036618" y="273406"/>
                </a:cubicBezTo>
                <a:cubicBezTo>
                  <a:pt x="4043934" y="279806"/>
                  <a:pt x="4051401" y="284683"/>
                  <a:pt x="4059021" y="288036"/>
                </a:cubicBezTo>
                <a:cubicBezTo>
                  <a:pt x="4045915" y="324307"/>
                  <a:pt x="4033723" y="342443"/>
                  <a:pt x="4022445" y="342443"/>
                </a:cubicBezTo>
                <a:cubicBezTo>
                  <a:pt x="4019397" y="342443"/>
                  <a:pt x="4015435" y="340385"/>
                  <a:pt x="4010558" y="336271"/>
                </a:cubicBezTo>
                <a:cubicBezTo>
                  <a:pt x="4005681" y="332156"/>
                  <a:pt x="3999585" y="325298"/>
                  <a:pt x="3992270" y="315697"/>
                </a:cubicBezTo>
                <a:cubicBezTo>
                  <a:pt x="3984955" y="306095"/>
                  <a:pt x="3978706" y="296266"/>
                  <a:pt x="3973525" y="286207"/>
                </a:cubicBezTo>
                <a:cubicBezTo>
                  <a:pt x="3959809" y="309372"/>
                  <a:pt x="3943502" y="330708"/>
                  <a:pt x="3924604" y="350215"/>
                </a:cubicBezTo>
                <a:cubicBezTo>
                  <a:pt x="3916070" y="342290"/>
                  <a:pt x="3904945" y="337871"/>
                  <a:pt x="3891229" y="336956"/>
                </a:cubicBezTo>
                <a:cubicBezTo>
                  <a:pt x="3918661" y="319278"/>
                  <a:pt x="3942588" y="292456"/>
                  <a:pt x="3963009" y="256489"/>
                </a:cubicBezTo>
                <a:cubicBezTo>
                  <a:pt x="3948684" y="207416"/>
                  <a:pt x="3940759" y="159106"/>
                  <a:pt x="3939235" y="111557"/>
                </a:cubicBezTo>
                <a:lnTo>
                  <a:pt x="3886657" y="111557"/>
                </a:lnTo>
                <a:lnTo>
                  <a:pt x="3886657" y="271120"/>
                </a:lnTo>
                <a:cubicBezTo>
                  <a:pt x="3900982" y="261366"/>
                  <a:pt x="3913327" y="249936"/>
                  <a:pt x="3923690" y="236830"/>
                </a:cubicBezTo>
                <a:cubicBezTo>
                  <a:pt x="3923385" y="237439"/>
                  <a:pt x="3928110" y="245364"/>
                  <a:pt x="3937863" y="260604"/>
                </a:cubicBezTo>
                <a:cubicBezTo>
                  <a:pt x="3908907" y="281940"/>
                  <a:pt x="3884676" y="302971"/>
                  <a:pt x="3865168" y="323698"/>
                </a:cubicBezTo>
                <a:cubicBezTo>
                  <a:pt x="3860901" y="317297"/>
                  <a:pt x="3854348" y="310744"/>
                  <a:pt x="3845509" y="304038"/>
                </a:cubicBezTo>
                <a:cubicBezTo>
                  <a:pt x="3857701" y="293065"/>
                  <a:pt x="3863797" y="276149"/>
                  <a:pt x="3863797" y="253289"/>
                </a:cubicBezTo>
                <a:lnTo>
                  <a:pt x="3863797" y="143561"/>
                </a:lnTo>
                <a:cubicBezTo>
                  <a:pt x="3863797" y="115214"/>
                  <a:pt x="3863492" y="97384"/>
                  <a:pt x="3862882" y="90068"/>
                </a:cubicBezTo>
                <a:cubicBezTo>
                  <a:pt x="3875989" y="91288"/>
                  <a:pt x="3901287" y="92202"/>
                  <a:pt x="3938778" y="92812"/>
                </a:cubicBezTo>
                <a:close/>
                <a:moveTo>
                  <a:pt x="2108149" y="9601"/>
                </a:moveTo>
                <a:cubicBezTo>
                  <a:pt x="2113330" y="11430"/>
                  <a:pt x="2123541" y="12344"/>
                  <a:pt x="2138781" y="12344"/>
                </a:cubicBezTo>
                <a:cubicBezTo>
                  <a:pt x="2141524" y="12344"/>
                  <a:pt x="2142896" y="13183"/>
                  <a:pt x="2142896" y="14859"/>
                </a:cubicBezTo>
                <a:cubicBezTo>
                  <a:pt x="2142896" y="16535"/>
                  <a:pt x="2141677" y="18288"/>
                  <a:pt x="2139238" y="20117"/>
                </a:cubicBezTo>
                <a:cubicBezTo>
                  <a:pt x="2134666" y="23165"/>
                  <a:pt x="2132838" y="47396"/>
                  <a:pt x="2133752" y="92812"/>
                </a:cubicBezTo>
                <a:cubicBezTo>
                  <a:pt x="2180386" y="92812"/>
                  <a:pt x="2212086" y="91897"/>
                  <a:pt x="2228850" y="90068"/>
                </a:cubicBezTo>
                <a:lnTo>
                  <a:pt x="2228850" y="114757"/>
                </a:lnTo>
                <a:cubicBezTo>
                  <a:pt x="2209342" y="112624"/>
                  <a:pt x="2183739" y="111557"/>
                  <a:pt x="2152040" y="111557"/>
                </a:cubicBezTo>
                <a:lnTo>
                  <a:pt x="2134209" y="111557"/>
                </a:lnTo>
                <a:cubicBezTo>
                  <a:pt x="2136038" y="157277"/>
                  <a:pt x="2141220" y="196291"/>
                  <a:pt x="2149754" y="228600"/>
                </a:cubicBezTo>
                <a:cubicBezTo>
                  <a:pt x="2165604" y="200254"/>
                  <a:pt x="2177034" y="171907"/>
                  <a:pt x="2184044" y="143561"/>
                </a:cubicBezTo>
                <a:cubicBezTo>
                  <a:pt x="2192274" y="148133"/>
                  <a:pt x="2201418" y="152400"/>
                  <a:pt x="2211476" y="156362"/>
                </a:cubicBezTo>
                <a:cubicBezTo>
                  <a:pt x="2214524" y="157582"/>
                  <a:pt x="2216048" y="159258"/>
                  <a:pt x="2216048" y="161392"/>
                </a:cubicBezTo>
                <a:cubicBezTo>
                  <a:pt x="2216048" y="163525"/>
                  <a:pt x="2215134" y="165202"/>
                  <a:pt x="2213305" y="166421"/>
                </a:cubicBezTo>
                <a:cubicBezTo>
                  <a:pt x="2207514" y="169164"/>
                  <a:pt x="2202789" y="174650"/>
                  <a:pt x="2199132" y="182880"/>
                </a:cubicBezTo>
                <a:cubicBezTo>
                  <a:pt x="2186940" y="209398"/>
                  <a:pt x="2173986" y="234696"/>
                  <a:pt x="2160270" y="258775"/>
                </a:cubicBezTo>
                <a:cubicBezTo>
                  <a:pt x="2175814" y="294132"/>
                  <a:pt x="2187244" y="311810"/>
                  <a:pt x="2194560" y="311810"/>
                </a:cubicBezTo>
                <a:cubicBezTo>
                  <a:pt x="2200656" y="311810"/>
                  <a:pt x="2205075" y="299009"/>
                  <a:pt x="2207818" y="273406"/>
                </a:cubicBezTo>
                <a:cubicBezTo>
                  <a:pt x="2215134" y="279806"/>
                  <a:pt x="2222601" y="284683"/>
                  <a:pt x="2230221" y="288036"/>
                </a:cubicBezTo>
                <a:cubicBezTo>
                  <a:pt x="2217115" y="324307"/>
                  <a:pt x="2204923" y="342443"/>
                  <a:pt x="2193645" y="342443"/>
                </a:cubicBezTo>
                <a:cubicBezTo>
                  <a:pt x="2190597" y="342443"/>
                  <a:pt x="2186635" y="340385"/>
                  <a:pt x="2181758" y="336271"/>
                </a:cubicBezTo>
                <a:cubicBezTo>
                  <a:pt x="2176881" y="332156"/>
                  <a:pt x="2170785" y="325298"/>
                  <a:pt x="2163470" y="315697"/>
                </a:cubicBezTo>
                <a:cubicBezTo>
                  <a:pt x="2156155" y="306095"/>
                  <a:pt x="2149906" y="296266"/>
                  <a:pt x="2144725" y="286207"/>
                </a:cubicBezTo>
                <a:cubicBezTo>
                  <a:pt x="2131009" y="309372"/>
                  <a:pt x="2114702" y="330708"/>
                  <a:pt x="2095804" y="350215"/>
                </a:cubicBezTo>
                <a:cubicBezTo>
                  <a:pt x="2087270" y="342290"/>
                  <a:pt x="2076145" y="337871"/>
                  <a:pt x="2062429" y="336956"/>
                </a:cubicBezTo>
                <a:cubicBezTo>
                  <a:pt x="2089861" y="319278"/>
                  <a:pt x="2113788" y="292456"/>
                  <a:pt x="2134209" y="256489"/>
                </a:cubicBezTo>
                <a:cubicBezTo>
                  <a:pt x="2119884" y="207416"/>
                  <a:pt x="2111959" y="159106"/>
                  <a:pt x="2110435" y="111557"/>
                </a:cubicBezTo>
                <a:lnTo>
                  <a:pt x="2057857" y="111557"/>
                </a:lnTo>
                <a:lnTo>
                  <a:pt x="2057857" y="271120"/>
                </a:lnTo>
                <a:cubicBezTo>
                  <a:pt x="2072183" y="261366"/>
                  <a:pt x="2084527" y="249936"/>
                  <a:pt x="2094890" y="236830"/>
                </a:cubicBezTo>
                <a:cubicBezTo>
                  <a:pt x="2094585" y="237439"/>
                  <a:pt x="2099309" y="245364"/>
                  <a:pt x="2109063" y="260604"/>
                </a:cubicBezTo>
                <a:cubicBezTo>
                  <a:pt x="2080107" y="281940"/>
                  <a:pt x="2055876" y="302971"/>
                  <a:pt x="2036368" y="323698"/>
                </a:cubicBezTo>
                <a:cubicBezTo>
                  <a:pt x="2032101" y="317297"/>
                  <a:pt x="2025548" y="310744"/>
                  <a:pt x="2016709" y="304038"/>
                </a:cubicBezTo>
                <a:cubicBezTo>
                  <a:pt x="2028901" y="293065"/>
                  <a:pt x="2034997" y="276149"/>
                  <a:pt x="2034997" y="253289"/>
                </a:cubicBezTo>
                <a:lnTo>
                  <a:pt x="2034997" y="143561"/>
                </a:lnTo>
                <a:cubicBezTo>
                  <a:pt x="2034997" y="115214"/>
                  <a:pt x="2034692" y="97384"/>
                  <a:pt x="2034082" y="90068"/>
                </a:cubicBezTo>
                <a:cubicBezTo>
                  <a:pt x="2047189" y="91288"/>
                  <a:pt x="2072487" y="92202"/>
                  <a:pt x="2109978" y="92812"/>
                </a:cubicBezTo>
                <a:close/>
                <a:moveTo>
                  <a:pt x="103784" y="5486"/>
                </a:moveTo>
                <a:cubicBezTo>
                  <a:pt x="112014" y="11582"/>
                  <a:pt x="122072" y="15545"/>
                  <a:pt x="133959" y="17374"/>
                </a:cubicBezTo>
                <a:cubicBezTo>
                  <a:pt x="138531" y="17983"/>
                  <a:pt x="140817" y="19355"/>
                  <a:pt x="140817" y="21488"/>
                </a:cubicBezTo>
                <a:cubicBezTo>
                  <a:pt x="140817" y="23622"/>
                  <a:pt x="138074" y="25832"/>
                  <a:pt x="132588" y="28118"/>
                </a:cubicBezTo>
                <a:cubicBezTo>
                  <a:pt x="127101" y="30404"/>
                  <a:pt x="119481" y="37338"/>
                  <a:pt x="109728" y="48920"/>
                </a:cubicBezTo>
                <a:lnTo>
                  <a:pt x="325983" y="48920"/>
                </a:lnTo>
                <a:cubicBezTo>
                  <a:pt x="356463" y="48920"/>
                  <a:pt x="378409" y="47854"/>
                  <a:pt x="391820" y="45720"/>
                </a:cubicBezTo>
                <a:lnTo>
                  <a:pt x="391820" y="74981"/>
                </a:lnTo>
                <a:cubicBezTo>
                  <a:pt x="381762" y="72847"/>
                  <a:pt x="359816" y="71780"/>
                  <a:pt x="325983" y="71780"/>
                </a:cubicBezTo>
                <a:lnTo>
                  <a:pt x="91897" y="71780"/>
                </a:lnTo>
                <a:cubicBezTo>
                  <a:pt x="73304" y="96164"/>
                  <a:pt x="52425" y="120244"/>
                  <a:pt x="29260" y="144018"/>
                </a:cubicBezTo>
                <a:cubicBezTo>
                  <a:pt x="21640" y="135788"/>
                  <a:pt x="11887" y="129540"/>
                  <a:pt x="0" y="125273"/>
                </a:cubicBezTo>
                <a:cubicBezTo>
                  <a:pt x="45110" y="95707"/>
                  <a:pt x="79705" y="55778"/>
                  <a:pt x="103784" y="5486"/>
                </a:cubicBezTo>
                <a:close/>
                <a:moveTo>
                  <a:pt x="2376982" y="3658"/>
                </a:moveTo>
                <a:cubicBezTo>
                  <a:pt x="2389174" y="10973"/>
                  <a:pt x="2398852" y="15240"/>
                  <a:pt x="2406014" y="16459"/>
                </a:cubicBezTo>
                <a:cubicBezTo>
                  <a:pt x="2413177" y="17678"/>
                  <a:pt x="2416759" y="19355"/>
                  <a:pt x="2416759" y="21488"/>
                </a:cubicBezTo>
                <a:cubicBezTo>
                  <a:pt x="2416759" y="23622"/>
                  <a:pt x="2414397" y="26213"/>
                  <a:pt x="2409672" y="29261"/>
                </a:cubicBezTo>
                <a:cubicBezTo>
                  <a:pt x="2404948" y="32309"/>
                  <a:pt x="2399690" y="39014"/>
                  <a:pt x="2393899" y="49378"/>
                </a:cubicBezTo>
                <a:cubicBezTo>
                  <a:pt x="2388108" y="59741"/>
                  <a:pt x="2381097" y="74219"/>
                  <a:pt x="2372868" y="92812"/>
                </a:cubicBezTo>
                <a:lnTo>
                  <a:pt x="2372868" y="425653"/>
                </a:lnTo>
                <a:lnTo>
                  <a:pt x="2340406" y="425653"/>
                </a:lnTo>
                <a:cubicBezTo>
                  <a:pt x="2343759" y="393040"/>
                  <a:pt x="2345436" y="361340"/>
                  <a:pt x="2345436" y="330556"/>
                </a:cubicBezTo>
                <a:lnTo>
                  <a:pt x="2345436" y="149504"/>
                </a:lnTo>
                <a:cubicBezTo>
                  <a:pt x="2332939" y="171450"/>
                  <a:pt x="2319528" y="193243"/>
                  <a:pt x="2305202" y="214884"/>
                </a:cubicBezTo>
                <a:cubicBezTo>
                  <a:pt x="2299716" y="205435"/>
                  <a:pt x="2290724" y="198120"/>
                  <a:pt x="2278227" y="192938"/>
                </a:cubicBezTo>
                <a:cubicBezTo>
                  <a:pt x="2298954" y="174041"/>
                  <a:pt x="2319604" y="144247"/>
                  <a:pt x="2340178" y="103556"/>
                </a:cubicBezTo>
                <a:cubicBezTo>
                  <a:pt x="2360752" y="62865"/>
                  <a:pt x="2373020" y="29566"/>
                  <a:pt x="2376982" y="3658"/>
                </a:cubicBezTo>
                <a:close/>
                <a:moveTo>
                  <a:pt x="653796" y="2743"/>
                </a:moveTo>
                <a:cubicBezTo>
                  <a:pt x="666902" y="10058"/>
                  <a:pt x="676351" y="14173"/>
                  <a:pt x="682142" y="15088"/>
                </a:cubicBezTo>
                <a:cubicBezTo>
                  <a:pt x="687933" y="16002"/>
                  <a:pt x="690829" y="17602"/>
                  <a:pt x="690829" y="19888"/>
                </a:cubicBezTo>
                <a:cubicBezTo>
                  <a:pt x="690829" y="22174"/>
                  <a:pt x="688695" y="24079"/>
                  <a:pt x="684428" y="25603"/>
                </a:cubicBezTo>
                <a:cubicBezTo>
                  <a:pt x="682599" y="25908"/>
                  <a:pt x="679094" y="30023"/>
                  <a:pt x="673912" y="37948"/>
                </a:cubicBezTo>
                <a:cubicBezTo>
                  <a:pt x="697687" y="73304"/>
                  <a:pt x="727786" y="104165"/>
                  <a:pt x="764209" y="130531"/>
                </a:cubicBezTo>
                <a:cubicBezTo>
                  <a:pt x="800633" y="156896"/>
                  <a:pt x="837590" y="173736"/>
                  <a:pt x="875080" y="181051"/>
                </a:cubicBezTo>
                <a:cubicBezTo>
                  <a:pt x="866546" y="188062"/>
                  <a:pt x="859993" y="198882"/>
                  <a:pt x="855421" y="213512"/>
                </a:cubicBezTo>
                <a:cubicBezTo>
                  <a:pt x="821588" y="200101"/>
                  <a:pt x="789584" y="182804"/>
                  <a:pt x="759409" y="161620"/>
                </a:cubicBezTo>
                <a:cubicBezTo>
                  <a:pt x="729234" y="140437"/>
                  <a:pt x="696468" y="106070"/>
                  <a:pt x="661111" y="58522"/>
                </a:cubicBezTo>
                <a:cubicBezTo>
                  <a:pt x="639470" y="94183"/>
                  <a:pt x="614400" y="124663"/>
                  <a:pt x="585901" y="149962"/>
                </a:cubicBezTo>
                <a:cubicBezTo>
                  <a:pt x="557403" y="175260"/>
                  <a:pt x="520141" y="200558"/>
                  <a:pt x="474116" y="225857"/>
                </a:cubicBezTo>
                <a:cubicBezTo>
                  <a:pt x="468934" y="213360"/>
                  <a:pt x="461010" y="205130"/>
                  <a:pt x="450342" y="201168"/>
                </a:cubicBezTo>
                <a:cubicBezTo>
                  <a:pt x="501243" y="181356"/>
                  <a:pt x="545363" y="153238"/>
                  <a:pt x="582701" y="116815"/>
                </a:cubicBezTo>
                <a:cubicBezTo>
                  <a:pt x="620039" y="80391"/>
                  <a:pt x="643737" y="42367"/>
                  <a:pt x="653796" y="2743"/>
                </a:cubicBezTo>
                <a:close/>
                <a:moveTo>
                  <a:pt x="1182319" y="2286"/>
                </a:moveTo>
                <a:cubicBezTo>
                  <a:pt x="1191463" y="8382"/>
                  <a:pt x="1202588" y="11887"/>
                  <a:pt x="1215694" y="12802"/>
                </a:cubicBezTo>
                <a:cubicBezTo>
                  <a:pt x="1219352" y="13411"/>
                  <a:pt x="1221181" y="14478"/>
                  <a:pt x="1221181" y="16002"/>
                </a:cubicBezTo>
                <a:cubicBezTo>
                  <a:pt x="1221181" y="17526"/>
                  <a:pt x="1220038" y="19355"/>
                  <a:pt x="1217752" y="21488"/>
                </a:cubicBezTo>
                <a:cubicBezTo>
                  <a:pt x="1215466" y="23622"/>
                  <a:pt x="1212570" y="29566"/>
                  <a:pt x="1209065" y="39319"/>
                </a:cubicBezTo>
                <a:cubicBezTo>
                  <a:pt x="1205560" y="49073"/>
                  <a:pt x="1199083" y="69494"/>
                  <a:pt x="1189634" y="100584"/>
                </a:cubicBezTo>
                <a:lnTo>
                  <a:pt x="1264615" y="100584"/>
                </a:lnTo>
                <a:cubicBezTo>
                  <a:pt x="1299362" y="100584"/>
                  <a:pt x="1321155" y="99517"/>
                  <a:pt x="1329994" y="97384"/>
                </a:cubicBezTo>
                <a:lnTo>
                  <a:pt x="1329994" y="127102"/>
                </a:lnTo>
                <a:cubicBezTo>
                  <a:pt x="1322070" y="124968"/>
                  <a:pt x="1308049" y="123901"/>
                  <a:pt x="1287932" y="123901"/>
                </a:cubicBezTo>
                <a:cubicBezTo>
                  <a:pt x="1278178" y="203759"/>
                  <a:pt x="1261567" y="264109"/>
                  <a:pt x="1238097" y="304952"/>
                </a:cubicBezTo>
                <a:cubicBezTo>
                  <a:pt x="1258214" y="334518"/>
                  <a:pt x="1291285" y="361950"/>
                  <a:pt x="1337310" y="387248"/>
                </a:cubicBezTo>
                <a:cubicBezTo>
                  <a:pt x="1326946" y="393954"/>
                  <a:pt x="1318869" y="402793"/>
                  <a:pt x="1313078" y="413766"/>
                </a:cubicBezTo>
                <a:cubicBezTo>
                  <a:pt x="1275283" y="387248"/>
                  <a:pt x="1245260" y="358750"/>
                  <a:pt x="1223010" y="328270"/>
                </a:cubicBezTo>
                <a:cubicBezTo>
                  <a:pt x="1197711" y="363322"/>
                  <a:pt x="1159306" y="394868"/>
                  <a:pt x="1107795" y="422910"/>
                </a:cubicBezTo>
                <a:cubicBezTo>
                  <a:pt x="1104138" y="413461"/>
                  <a:pt x="1095756" y="405536"/>
                  <a:pt x="1082649" y="399136"/>
                </a:cubicBezTo>
                <a:cubicBezTo>
                  <a:pt x="1137208" y="377190"/>
                  <a:pt x="1178814" y="345948"/>
                  <a:pt x="1207465" y="305410"/>
                </a:cubicBezTo>
                <a:cubicBezTo>
                  <a:pt x="1185519" y="271272"/>
                  <a:pt x="1168603" y="234086"/>
                  <a:pt x="1156716" y="193853"/>
                </a:cubicBezTo>
                <a:lnTo>
                  <a:pt x="1179576" y="185623"/>
                </a:lnTo>
                <a:cubicBezTo>
                  <a:pt x="1191158" y="224028"/>
                  <a:pt x="1205331" y="255727"/>
                  <a:pt x="1222095" y="280721"/>
                </a:cubicBezTo>
                <a:cubicBezTo>
                  <a:pt x="1243126" y="237439"/>
                  <a:pt x="1255928" y="185166"/>
                  <a:pt x="1260500" y="123901"/>
                </a:cubicBezTo>
                <a:lnTo>
                  <a:pt x="1182319" y="123901"/>
                </a:lnTo>
                <a:cubicBezTo>
                  <a:pt x="1167384" y="165049"/>
                  <a:pt x="1152601" y="198120"/>
                  <a:pt x="1137970" y="223114"/>
                </a:cubicBezTo>
                <a:cubicBezTo>
                  <a:pt x="1128217" y="216103"/>
                  <a:pt x="1118463" y="211684"/>
                  <a:pt x="1108710" y="209855"/>
                </a:cubicBezTo>
                <a:cubicBezTo>
                  <a:pt x="1129741" y="179375"/>
                  <a:pt x="1145819" y="148514"/>
                  <a:pt x="1156944" y="117272"/>
                </a:cubicBezTo>
                <a:cubicBezTo>
                  <a:pt x="1168069" y="86030"/>
                  <a:pt x="1176528" y="47701"/>
                  <a:pt x="1182319" y="2286"/>
                </a:cubicBezTo>
                <a:close/>
                <a:moveTo>
                  <a:pt x="1002639" y="914"/>
                </a:moveTo>
                <a:cubicBezTo>
                  <a:pt x="1018794" y="18288"/>
                  <a:pt x="1034796" y="39014"/>
                  <a:pt x="1050645" y="63094"/>
                </a:cubicBezTo>
                <a:lnTo>
                  <a:pt x="1027328" y="76352"/>
                </a:lnTo>
                <a:cubicBezTo>
                  <a:pt x="1014222" y="54407"/>
                  <a:pt x="999287" y="34290"/>
                  <a:pt x="982522" y="16002"/>
                </a:cubicBezTo>
                <a:close/>
                <a:moveTo>
                  <a:pt x="1561795" y="0"/>
                </a:moveTo>
                <a:cubicBezTo>
                  <a:pt x="1573987" y="13716"/>
                  <a:pt x="1585874" y="32156"/>
                  <a:pt x="1597456" y="55321"/>
                </a:cubicBezTo>
                <a:cubicBezTo>
                  <a:pt x="1673961" y="55321"/>
                  <a:pt x="1729130" y="53797"/>
                  <a:pt x="1762963" y="50749"/>
                </a:cubicBezTo>
                <a:lnTo>
                  <a:pt x="1762963" y="80467"/>
                </a:lnTo>
                <a:cubicBezTo>
                  <a:pt x="1728825" y="77419"/>
                  <a:pt x="1663598" y="75895"/>
                  <a:pt x="1567281" y="75895"/>
                </a:cubicBezTo>
                <a:cubicBezTo>
                  <a:pt x="1573377" y="80162"/>
                  <a:pt x="1579016" y="83439"/>
                  <a:pt x="1584198" y="85725"/>
                </a:cubicBezTo>
                <a:cubicBezTo>
                  <a:pt x="1589379" y="88011"/>
                  <a:pt x="1591970" y="90373"/>
                  <a:pt x="1591970" y="92812"/>
                </a:cubicBezTo>
                <a:cubicBezTo>
                  <a:pt x="1591970" y="95250"/>
                  <a:pt x="1589684" y="96774"/>
                  <a:pt x="1585112" y="97384"/>
                </a:cubicBezTo>
                <a:cubicBezTo>
                  <a:pt x="1580540" y="97993"/>
                  <a:pt x="1573911" y="103784"/>
                  <a:pt x="1565224" y="114757"/>
                </a:cubicBezTo>
                <a:cubicBezTo>
                  <a:pt x="1556537" y="125730"/>
                  <a:pt x="1547317" y="136703"/>
                  <a:pt x="1537563" y="147676"/>
                </a:cubicBezTo>
                <a:lnTo>
                  <a:pt x="1595170" y="145390"/>
                </a:lnTo>
                <a:cubicBezTo>
                  <a:pt x="1607058" y="130454"/>
                  <a:pt x="1615897" y="116586"/>
                  <a:pt x="1621688" y="103784"/>
                </a:cubicBezTo>
                <a:cubicBezTo>
                  <a:pt x="1633575" y="113843"/>
                  <a:pt x="1642033" y="119710"/>
                  <a:pt x="1647063" y="121387"/>
                </a:cubicBezTo>
                <a:cubicBezTo>
                  <a:pt x="1652092" y="123063"/>
                  <a:pt x="1654606" y="125273"/>
                  <a:pt x="1654606" y="128016"/>
                </a:cubicBezTo>
                <a:cubicBezTo>
                  <a:pt x="1654606" y="130759"/>
                  <a:pt x="1651939" y="132436"/>
                  <a:pt x="1646606" y="133045"/>
                </a:cubicBezTo>
                <a:cubicBezTo>
                  <a:pt x="1641271" y="133655"/>
                  <a:pt x="1624584" y="149200"/>
                  <a:pt x="1596542" y="179680"/>
                </a:cubicBezTo>
                <a:cubicBezTo>
                  <a:pt x="1577340" y="200101"/>
                  <a:pt x="1557680" y="219151"/>
                  <a:pt x="1537563" y="236830"/>
                </a:cubicBezTo>
                <a:lnTo>
                  <a:pt x="1630832" y="230886"/>
                </a:lnTo>
                <a:cubicBezTo>
                  <a:pt x="1624736" y="222961"/>
                  <a:pt x="1616354" y="212598"/>
                  <a:pt x="1605686" y="199796"/>
                </a:cubicBezTo>
                <a:lnTo>
                  <a:pt x="1624889" y="186080"/>
                </a:lnTo>
                <a:cubicBezTo>
                  <a:pt x="1648358" y="213817"/>
                  <a:pt x="1667560" y="240487"/>
                  <a:pt x="1682496" y="266090"/>
                </a:cubicBezTo>
                <a:lnTo>
                  <a:pt x="1658721" y="279806"/>
                </a:lnTo>
                <a:cubicBezTo>
                  <a:pt x="1654454" y="269138"/>
                  <a:pt x="1649272" y="258775"/>
                  <a:pt x="1643176" y="248717"/>
                </a:cubicBezTo>
                <a:lnTo>
                  <a:pt x="1590598" y="252832"/>
                </a:lnTo>
                <a:lnTo>
                  <a:pt x="1590598" y="307696"/>
                </a:lnTo>
                <a:cubicBezTo>
                  <a:pt x="1690268" y="307696"/>
                  <a:pt x="1756105" y="306172"/>
                  <a:pt x="1788109" y="303124"/>
                </a:cubicBezTo>
                <a:lnTo>
                  <a:pt x="1788109" y="332842"/>
                </a:lnTo>
                <a:cubicBezTo>
                  <a:pt x="1748180" y="329794"/>
                  <a:pt x="1682343" y="328270"/>
                  <a:pt x="1590598" y="328270"/>
                </a:cubicBezTo>
                <a:lnTo>
                  <a:pt x="1590598" y="347472"/>
                </a:lnTo>
                <a:cubicBezTo>
                  <a:pt x="1590598" y="373685"/>
                  <a:pt x="1591970" y="400812"/>
                  <a:pt x="1594713" y="428854"/>
                </a:cubicBezTo>
                <a:lnTo>
                  <a:pt x="1559966" y="428854"/>
                </a:lnTo>
                <a:cubicBezTo>
                  <a:pt x="1562709" y="395935"/>
                  <a:pt x="1564081" y="368808"/>
                  <a:pt x="1564081" y="347472"/>
                </a:cubicBezTo>
                <a:lnTo>
                  <a:pt x="1564081" y="328270"/>
                </a:lnTo>
                <a:cubicBezTo>
                  <a:pt x="1470202" y="328270"/>
                  <a:pt x="1406194" y="329794"/>
                  <a:pt x="1372057" y="332842"/>
                </a:cubicBezTo>
                <a:lnTo>
                  <a:pt x="1372057" y="303124"/>
                </a:lnTo>
                <a:cubicBezTo>
                  <a:pt x="1405585" y="306172"/>
                  <a:pt x="1469593" y="307696"/>
                  <a:pt x="1564081" y="307696"/>
                </a:cubicBezTo>
                <a:lnTo>
                  <a:pt x="1564081" y="255118"/>
                </a:lnTo>
                <a:cubicBezTo>
                  <a:pt x="1535125" y="257251"/>
                  <a:pt x="1513332" y="260452"/>
                  <a:pt x="1498701" y="264719"/>
                </a:cubicBezTo>
                <a:cubicBezTo>
                  <a:pt x="1497177" y="255575"/>
                  <a:pt x="1493672" y="246736"/>
                  <a:pt x="1488186" y="238201"/>
                </a:cubicBezTo>
                <a:cubicBezTo>
                  <a:pt x="1501902" y="234239"/>
                  <a:pt x="1515084" y="226771"/>
                  <a:pt x="1527733" y="215798"/>
                </a:cubicBezTo>
                <a:cubicBezTo>
                  <a:pt x="1540383" y="204826"/>
                  <a:pt x="1557223" y="187757"/>
                  <a:pt x="1578254" y="164592"/>
                </a:cubicBezTo>
                <a:lnTo>
                  <a:pt x="1533448" y="169621"/>
                </a:lnTo>
                <a:cubicBezTo>
                  <a:pt x="1519732" y="170840"/>
                  <a:pt x="1508302" y="173126"/>
                  <a:pt x="1499158" y="176479"/>
                </a:cubicBezTo>
                <a:cubicBezTo>
                  <a:pt x="1499158" y="167640"/>
                  <a:pt x="1496720" y="160325"/>
                  <a:pt x="1491843" y="154534"/>
                </a:cubicBezTo>
                <a:cubicBezTo>
                  <a:pt x="1513179" y="148133"/>
                  <a:pt x="1536039" y="121920"/>
                  <a:pt x="1560423" y="75895"/>
                </a:cubicBezTo>
                <a:cubicBezTo>
                  <a:pt x="1486966" y="75895"/>
                  <a:pt x="1433322" y="77419"/>
                  <a:pt x="1399489" y="80467"/>
                </a:cubicBezTo>
                <a:lnTo>
                  <a:pt x="1399489" y="50749"/>
                </a:lnTo>
                <a:cubicBezTo>
                  <a:pt x="1431798" y="53797"/>
                  <a:pt x="1488490" y="55321"/>
                  <a:pt x="1569567" y="55321"/>
                </a:cubicBezTo>
                <a:cubicBezTo>
                  <a:pt x="1561033" y="41300"/>
                  <a:pt x="1549755" y="28346"/>
                  <a:pt x="1535735" y="16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205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72A3EBB-BDA1-4782-8E78-B4C0A9247E06}"/>
              </a:ext>
            </a:extLst>
          </p:cNvPr>
          <p:cNvSpPr txBox="1"/>
          <p:nvPr/>
        </p:nvSpPr>
        <p:spPr>
          <a:xfrm>
            <a:off x="3832860" y="2389962"/>
            <a:ext cx="4526280" cy="427025"/>
          </a:xfrm>
          <a:custGeom>
            <a:avLst/>
            <a:gdLst/>
            <a:ahLst/>
            <a:cxnLst/>
            <a:rect l="l" t="t" r="r" b="b"/>
            <a:pathLst>
              <a:path w="4526280" h="427025">
                <a:moveTo>
                  <a:pt x="2812237" y="306781"/>
                </a:moveTo>
                <a:lnTo>
                  <a:pt x="2859786" y="306781"/>
                </a:lnTo>
                <a:lnTo>
                  <a:pt x="2859786" y="351587"/>
                </a:lnTo>
                <a:cubicBezTo>
                  <a:pt x="2859786" y="391211"/>
                  <a:pt x="2843937" y="415137"/>
                  <a:pt x="2812237" y="423367"/>
                </a:cubicBezTo>
                <a:lnTo>
                  <a:pt x="2812237" y="403250"/>
                </a:lnTo>
                <a:cubicBezTo>
                  <a:pt x="2821991" y="400507"/>
                  <a:pt x="2828849" y="395706"/>
                  <a:pt x="2832812" y="388848"/>
                </a:cubicBezTo>
                <a:cubicBezTo>
                  <a:pt x="2836774" y="381990"/>
                  <a:pt x="2838755" y="370789"/>
                  <a:pt x="2838755" y="355244"/>
                </a:cubicBezTo>
                <a:lnTo>
                  <a:pt x="2812237" y="355244"/>
                </a:lnTo>
                <a:close/>
                <a:moveTo>
                  <a:pt x="1670609" y="250088"/>
                </a:moveTo>
                <a:cubicBezTo>
                  <a:pt x="1697431" y="278739"/>
                  <a:pt x="1719225" y="305714"/>
                  <a:pt x="1735989" y="331013"/>
                </a:cubicBezTo>
                <a:lnTo>
                  <a:pt x="1712671" y="347015"/>
                </a:lnTo>
                <a:cubicBezTo>
                  <a:pt x="1695907" y="318973"/>
                  <a:pt x="1674876" y="291998"/>
                  <a:pt x="1649578" y="266090"/>
                </a:cubicBezTo>
                <a:close/>
                <a:moveTo>
                  <a:pt x="1126084" y="203454"/>
                </a:moveTo>
                <a:lnTo>
                  <a:pt x="1126084" y="273405"/>
                </a:lnTo>
                <a:lnTo>
                  <a:pt x="1237183" y="273405"/>
                </a:lnTo>
                <a:lnTo>
                  <a:pt x="1237183" y="203454"/>
                </a:lnTo>
                <a:close/>
                <a:moveTo>
                  <a:pt x="983437" y="203454"/>
                </a:moveTo>
                <a:lnTo>
                  <a:pt x="983437" y="273405"/>
                </a:lnTo>
                <a:lnTo>
                  <a:pt x="1097280" y="273405"/>
                </a:lnTo>
                <a:lnTo>
                  <a:pt x="1097280" y="203454"/>
                </a:lnTo>
                <a:close/>
                <a:moveTo>
                  <a:pt x="612191" y="183794"/>
                </a:moveTo>
                <a:lnTo>
                  <a:pt x="612191" y="286664"/>
                </a:lnTo>
                <a:lnTo>
                  <a:pt x="721005" y="286664"/>
                </a:lnTo>
                <a:lnTo>
                  <a:pt x="721005" y="183794"/>
                </a:lnTo>
                <a:close/>
                <a:moveTo>
                  <a:pt x="153162" y="180594"/>
                </a:moveTo>
                <a:cubicBezTo>
                  <a:pt x="168707" y="239115"/>
                  <a:pt x="194005" y="284378"/>
                  <a:pt x="229057" y="316382"/>
                </a:cubicBezTo>
                <a:cubicBezTo>
                  <a:pt x="269596" y="279806"/>
                  <a:pt x="298095" y="234543"/>
                  <a:pt x="314554" y="180594"/>
                </a:cubicBezTo>
                <a:close/>
                <a:moveTo>
                  <a:pt x="583387" y="158191"/>
                </a:moveTo>
                <a:cubicBezTo>
                  <a:pt x="601371" y="160325"/>
                  <a:pt x="629488" y="161391"/>
                  <a:pt x="667741" y="161391"/>
                </a:cubicBezTo>
                <a:cubicBezTo>
                  <a:pt x="705993" y="161391"/>
                  <a:pt x="733501" y="160325"/>
                  <a:pt x="750265" y="158191"/>
                </a:cubicBezTo>
                <a:cubicBezTo>
                  <a:pt x="748741" y="177698"/>
                  <a:pt x="747979" y="204368"/>
                  <a:pt x="747979" y="238201"/>
                </a:cubicBezTo>
                <a:cubicBezTo>
                  <a:pt x="747979" y="272034"/>
                  <a:pt x="748741" y="296113"/>
                  <a:pt x="750265" y="310439"/>
                </a:cubicBezTo>
                <a:cubicBezTo>
                  <a:pt x="724053" y="309219"/>
                  <a:pt x="693192" y="308610"/>
                  <a:pt x="657682" y="308610"/>
                </a:cubicBezTo>
                <a:cubicBezTo>
                  <a:pt x="622173" y="308610"/>
                  <a:pt x="597408" y="309372"/>
                  <a:pt x="583387" y="310896"/>
                </a:cubicBezTo>
                <a:cubicBezTo>
                  <a:pt x="585216" y="294437"/>
                  <a:pt x="586131" y="268910"/>
                  <a:pt x="586131" y="234315"/>
                </a:cubicBezTo>
                <a:cubicBezTo>
                  <a:pt x="586131" y="199720"/>
                  <a:pt x="585216" y="174345"/>
                  <a:pt x="583387" y="158191"/>
                </a:cubicBezTo>
                <a:close/>
                <a:moveTo>
                  <a:pt x="2375611" y="124815"/>
                </a:moveTo>
                <a:cubicBezTo>
                  <a:pt x="2389937" y="131826"/>
                  <a:pt x="2400300" y="135636"/>
                  <a:pt x="2406701" y="136245"/>
                </a:cubicBezTo>
                <a:cubicBezTo>
                  <a:pt x="2413102" y="136855"/>
                  <a:pt x="2416302" y="138531"/>
                  <a:pt x="2416302" y="141275"/>
                </a:cubicBezTo>
                <a:cubicBezTo>
                  <a:pt x="2416302" y="144018"/>
                  <a:pt x="2413254" y="146761"/>
                  <a:pt x="2407158" y="149504"/>
                </a:cubicBezTo>
                <a:cubicBezTo>
                  <a:pt x="2403501" y="151028"/>
                  <a:pt x="2398167" y="162230"/>
                  <a:pt x="2391156" y="183108"/>
                </a:cubicBezTo>
                <a:cubicBezTo>
                  <a:pt x="2384146" y="203987"/>
                  <a:pt x="2373021" y="229895"/>
                  <a:pt x="2357781" y="260832"/>
                </a:cubicBezTo>
                <a:cubicBezTo>
                  <a:pt x="2342541" y="291770"/>
                  <a:pt x="2327148" y="318821"/>
                  <a:pt x="2311603" y="341985"/>
                </a:cubicBezTo>
                <a:cubicBezTo>
                  <a:pt x="2302155" y="331317"/>
                  <a:pt x="2291029" y="325221"/>
                  <a:pt x="2278228" y="323697"/>
                </a:cubicBezTo>
                <a:cubicBezTo>
                  <a:pt x="2300783" y="303581"/>
                  <a:pt x="2320824" y="275615"/>
                  <a:pt x="2338350" y="239801"/>
                </a:cubicBezTo>
                <a:cubicBezTo>
                  <a:pt x="2355876" y="203987"/>
                  <a:pt x="2368296" y="165659"/>
                  <a:pt x="2375611" y="124815"/>
                </a:cubicBezTo>
                <a:close/>
                <a:moveTo>
                  <a:pt x="2589124" y="122987"/>
                </a:moveTo>
                <a:cubicBezTo>
                  <a:pt x="2627529" y="178765"/>
                  <a:pt x="2666391" y="243840"/>
                  <a:pt x="2705710" y="318211"/>
                </a:cubicBezTo>
                <a:lnTo>
                  <a:pt x="2675992" y="335585"/>
                </a:lnTo>
                <a:cubicBezTo>
                  <a:pt x="2634539" y="248107"/>
                  <a:pt x="2597810" y="182270"/>
                  <a:pt x="2565807" y="138074"/>
                </a:cubicBezTo>
                <a:close/>
                <a:moveTo>
                  <a:pt x="3610204" y="106070"/>
                </a:moveTo>
                <a:cubicBezTo>
                  <a:pt x="3618738" y="106070"/>
                  <a:pt x="3628034" y="108813"/>
                  <a:pt x="3638093" y="114300"/>
                </a:cubicBezTo>
                <a:lnTo>
                  <a:pt x="3621634" y="140817"/>
                </a:lnTo>
                <a:cubicBezTo>
                  <a:pt x="3617062" y="138074"/>
                  <a:pt x="3612337" y="136703"/>
                  <a:pt x="3607460" y="136703"/>
                </a:cubicBezTo>
                <a:cubicBezTo>
                  <a:pt x="3598012" y="136703"/>
                  <a:pt x="3589096" y="141579"/>
                  <a:pt x="3580714" y="151333"/>
                </a:cubicBezTo>
                <a:cubicBezTo>
                  <a:pt x="3572332" y="161087"/>
                  <a:pt x="3566160" y="173660"/>
                  <a:pt x="3562198" y="189052"/>
                </a:cubicBezTo>
                <a:cubicBezTo>
                  <a:pt x="3558235" y="204444"/>
                  <a:pt x="3556254" y="232410"/>
                  <a:pt x="3556254" y="272948"/>
                </a:cubicBezTo>
                <a:lnTo>
                  <a:pt x="3556254" y="355244"/>
                </a:lnTo>
                <a:lnTo>
                  <a:pt x="3524250" y="355244"/>
                </a:lnTo>
                <a:lnTo>
                  <a:pt x="3524250" y="112471"/>
                </a:lnTo>
                <a:lnTo>
                  <a:pt x="3556254" y="112471"/>
                </a:lnTo>
                <a:lnTo>
                  <a:pt x="3556254" y="147675"/>
                </a:lnTo>
                <a:cubicBezTo>
                  <a:pt x="3564789" y="133350"/>
                  <a:pt x="3573094" y="122834"/>
                  <a:pt x="3581172" y="116129"/>
                </a:cubicBezTo>
                <a:cubicBezTo>
                  <a:pt x="3589249" y="109423"/>
                  <a:pt x="3598926" y="106070"/>
                  <a:pt x="3610204" y="106070"/>
                </a:cubicBezTo>
                <a:close/>
                <a:moveTo>
                  <a:pt x="3476854" y="106070"/>
                </a:moveTo>
                <a:cubicBezTo>
                  <a:pt x="3485388" y="106070"/>
                  <a:pt x="3494684" y="108813"/>
                  <a:pt x="3504743" y="114300"/>
                </a:cubicBezTo>
                <a:lnTo>
                  <a:pt x="3488284" y="140817"/>
                </a:lnTo>
                <a:cubicBezTo>
                  <a:pt x="3483712" y="138074"/>
                  <a:pt x="3478987" y="136703"/>
                  <a:pt x="3474110" y="136703"/>
                </a:cubicBezTo>
                <a:cubicBezTo>
                  <a:pt x="3464662" y="136703"/>
                  <a:pt x="3455746" y="141579"/>
                  <a:pt x="3447364" y="151333"/>
                </a:cubicBezTo>
                <a:cubicBezTo>
                  <a:pt x="3438982" y="161087"/>
                  <a:pt x="3432810" y="173660"/>
                  <a:pt x="3428848" y="189052"/>
                </a:cubicBezTo>
                <a:cubicBezTo>
                  <a:pt x="3424885" y="204444"/>
                  <a:pt x="3422904" y="232410"/>
                  <a:pt x="3422904" y="272948"/>
                </a:cubicBezTo>
                <a:lnTo>
                  <a:pt x="3422904" y="355244"/>
                </a:lnTo>
                <a:lnTo>
                  <a:pt x="3390900" y="355244"/>
                </a:lnTo>
                <a:lnTo>
                  <a:pt x="3390900" y="112471"/>
                </a:lnTo>
                <a:lnTo>
                  <a:pt x="3422904" y="112471"/>
                </a:lnTo>
                <a:lnTo>
                  <a:pt x="3422904" y="147675"/>
                </a:lnTo>
                <a:cubicBezTo>
                  <a:pt x="3431439" y="133350"/>
                  <a:pt x="3439744" y="122834"/>
                  <a:pt x="3447822" y="116129"/>
                </a:cubicBezTo>
                <a:cubicBezTo>
                  <a:pt x="3455899" y="109423"/>
                  <a:pt x="3465576" y="106070"/>
                  <a:pt x="3476854" y="106070"/>
                </a:cubicBezTo>
                <a:close/>
                <a:moveTo>
                  <a:pt x="1126084" y="106070"/>
                </a:moveTo>
                <a:lnTo>
                  <a:pt x="1126084" y="181051"/>
                </a:lnTo>
                <a:lnTo>
                  <a:pt x="1237183" y="181051"/>
                </a:lnTo>
                <a:lnTo>
                  <a:pt x="1237183" y="106070"/>
                </a:lnTo>
                <a:close/>
                <a:moveTo>
                  <a:pt x="983437" y="106070"/>
                </a:moveTo>
                <a:lnTo>
                  <a:pt x="983437" y="181051"/>
                </a:lnTo>
                <a:lnTo>
                  <a:pt x="1097280" y="181051"/>
                </a:lnTo>
                <a:lnTo>
                  <a:pt x="1097280" y="106070"/>
                </a:lnTo>
                <a:close/>
                <a:moveTo>
                  <a:pt x="1584198" y="92811"/>
                </a:moveTo>
                <a:cubicBezTo>
                  <a:pt x="1594561" y="94640"/>
                  <a:pt x="1606449" y="95555"/>
                  <a:pt x="1619860" y="95555"/>
                </a:cubicBezTo>
                <a:cubicBezTo>
                  <a:pt x="1625041" y="95555"/>
                  <a:pt x="1627632" y="96621"/>
                  <a:pt x="1627632" y="98755"/>
                </a:cubicBezTo>
                <a:cubicBezTo>
                  <a:pt x="1627632" y="100889"/>
                  <a:pt x="1625651" y="103479"/>
                  <a:pt x="1621689" y="106527"/>
                </a:cubicBezTo>
                <a:cubicBezTo>
                  <a:pt x="1617726" y="109575"/>
                  <a:pt x="1615745" y="114909"/>
                  <a:pt x="1615745" y="122529"/>
                </a:cubicBezTo>
                <a:lnTo>
                  <a:pt x="1615745" y="201168"/>
                </a:lnTo>
                <a:cubicBezTo>
                  <a:pt x="1658722" y="200863"/>
                  <a:pt x="1696517" y="199187"/>
                  <a:pt x="1729131" y="196139"/>
                </a:cubicBezTo>
                <a:lnTo>
                  <a:pt x="1729131" y="227685"/>
                </a:lnTo>
                <a:cubicBezTo>
                  <a:pt x="1696517" y="224637"/>
                  <a:pt x="1658722" y="222961"/>
                  <a:pt x="1615745" y="222656"/>
                </a:cubicBezTo>
                <a:lnTo>
                  <a:pt x="1615745" y="373532"/>
                </a:lnTo>
                <a:cubicBezTo>
                  <a:pt x="1676705" y="373227"/>
                  <a:pt x="1729131" y="371246"/>
                  <a:pt x="1773022" y="367589"/>
                </a:cubicBezTo>
                <a:lnTo>
                  <a:pt x="1773022" y="401421"/>
                </a:lnTo>
                <a:cubicBezTo>
                  <a:pt x="1727911" y="397459"/>
                  <a:pt x="1673962" y="395478"/>
                  <a:pt x="1611173" y="395478"/>
                </a:cubicBezTo>
                <a:cubicBezTo>
                  <a:pt x="1548384" y="395478"/>
                  <a:pt x="1491692" y="397459"/>
                  <a:pt x="1441095" y="401421"/>
                </a:cubicBezTo>
                <a:lnTo>
                  <a:pt x="1441095" y="367589"/>
                </a:lnTo>
                <a:cubicBezTo>
                  <a:pt x="1484681" y="371246"/>
                  <a:pt x="1533449" y="373227"/>
                  <a:pt x="1587399" y="373532"/>
                </a:cubicBezTo>
                <a:lnTo>
                  <a:pt x="1587399" y="222656"/>
                </a:lnTo>
                <a:cubicBezTo>
                  <a:pt x="1542288" y="222961"/>
                  <a:pt x="1505712" y="224637"/>
                  <a:pt x="1477671" y="227685"/>
                </a:cubicBezTo>
                <a:lnTo>
                  <a:pt x="1477671" y="196139"/>
                </a:lnTo>
                <a:cubicBezTo>
                  <a:pt x="1505712" y="199187"/>
                  <a:pt x="1542288" y="200863"/>
                  <a:pt x="1587399" y="201168"/>
                </a:cubicBezTo>
                <a:lnTo>
                  <a:pt x="1587399" y="159563"/>
                </a:lnTo>
                <a:cubicBezTo>
                  <a:pt x="1587399" y="125730"/>
                  <a:pt x="1586332" y="103479"/>
                  <a:pt x="1584198" y="92811"/>
                </a:cubicBezTo>
                <a:close/>
                <a:moveTo>
                  <a:pt x="1414120" y="43434"/>
                </a:moveTo>
                <a:cubicBezTo>
                  <a:pt x="1422654" y="45567"/>
                  <a:pt x="1481938" y="46634"/>
                  <a:pt x="1591971" y="46634"/>
                </a:cubicBezTo>
                <a:cubicBezTo>
                  <a:pt x="1702003" y="46634"/>
                  <a:pt x="1760830" y="45567"/>
                  <a:pt x="1768450" y="43434"/>
                </a:cubicBezTo>
                <a:lnTo>
                  <a:pt x="1768450" y="73152"/>
                </a:lnTo>
                <a:cubicBezTo>
                  <a:pt x="1749857" y="71018"/>
                  <a:pt x="1707490" y="69951"/>
                  <a:pt x="1641348" y="69951"/>
                </a:cubicBezTo>
                <a:lnTo>
                  <a:pt x="1442923" y="69951"/>
                </a:lnTo>
                <a:cubicBezTo>
                  <a:pt x="1443228" y="97079"/>
                  <a:pt x="1443381" y="120853"/>
                  <a:pt x="1443381" y="141275"/>
                </a:cubicBezTo>
                <a:cubicBezTo>
                  <a:pt x="1443381" y="216560"/>
                  <a:pt x="1439952" y="271881"/>
                  <a:pt x="1433094" y="307238"/>
                </a:cubicBezTo>
                <a:cubicBezTo>
                  <a:pt x="1426236" y="342595"/>
                  <a:pt x="1413663" y="378257"/>
                  <a:pt x="1395375" y="414223"/>
                </a:cubicBezTo>
                <a:cubicBezTo>
                  <a:pt x="1381659" y="410565"/>
                  <a:pt x="1371143" y="408127"/>
                  <a:pt x="1363828" y="406908"/>
                </a:cubicBezTo>
                <a:cubicBezTo>
                  <a:pt x="1384249" y="378866"/>
                  <a:pt x="1397965" y="347091"/>
                  <a:pt x="1404976" y="311582"/>
                </a:cubicBezTo>
                <a:cubicBezTo>
                  <a:pt x="1411986" y="276072"/>
                  <a:pt x="1415491" y="221285"/>
                  <a:pt x="1415491" y="147218"/>
                </a:cubicBezTo>
                <a:cubicBezTo>
                  <a:pt x="1415491" y="118262"/>
                  <a:pt x="1415034" y="83667"/>
                  <a:pt x="1414120" y="43434"/>
                </a:cubicBezTo>
                <a:close/>
                <a:moveTo>
                  <a:pt x="349301" y="28803"/>
                </a:moveTo>
                <a:cubicBezTo>
                  <a:pt x="354787" y="40995"/>
                  <a:pt x="362255" y="51816"/>
                  <a:pt x="371704" y="61265"/>
                </a:cubicBezTo>
                <a:cubicBezTo>
                  <a:pt x="374447" y="64008"/>
                  <a:pt x="375819" y="66522"/>
                  <a:pt x="375819" y="68808"/>
                </a:cubicBezTo>
                <a:cubicBezTo>
                  <a:pt x="375819" y="71094"/>
                  <a:pt x="374676" y="72237"/>
                  <a:pt x="372390" y="72237"/>
                </a:cubicBezTo>
                <a:cubicBezTo>
                  <a:pt x="370104" y="72237"/>
                  <a:pt x="368046" y="71933"/>
                  <a:pt x="366217" y="71323"/>
                </a:cubicBezTo>
                <a:cubicBezTo>
                  <a:pt x="360731" y="69799"/>
                  <a:pt x="352120" y="69037"/>
                  <a:pt x="340386" y="69037"/>
                </a:cubicBezTo>
                <a:cubicBezTo>
                  <a:pt x="328651" y="69037"/>
                  <a:pt x="309829" y="70028"/>
                  <a:pt x="283921" y="72009"/>
                </a:cubicBezTo>
                <a:cubicBezTo>
                  <a:pt x="258013" y="73990"/>
                  <a:pt x="224485" y="75895"/>
                  <a:pt x="183337" y="77724"/>
                </a:cubicBezTo>
                <a:cubicBezTo>
                  <a:pt x="142189" y="79553"/>
                  <a:pt x="112929" y="80162"/>
                  <a:pt x="95555" y="79553"/>
                </a:cubicBezTo>
                <a:lnTo>
                  <a:pt x="95555" y="156362"/>
                </a:lnTo>
                <a:lnTo>
                  <a:pt x="255118" y="156362"/>
                </a:lnTo>
                <a:cubicBezTo>
                  <a:pt x="294437" y="156362"/>
                  <a:pt x="327508" y="155448"/>
                  <a:pt x="354330" y="153619"/>
                </a:cubicBezTo>
                <a:cubicBezTo>
                  <a:pt x="330556" y="230429"/>
                  <a:pt x="295504" y="290322"/>
                  <a:pt x="249174" y="333299"/>
                </a:cubicBezTo>
                <a:cubicBezTo>
                  <a:pt x="289713" y="361645"/>
                  <a:pt x="339395" y="379171"/>
                  <a:pt x="398221" y="385877"/>
                </a:cubicBezTo>
                <a:cubicBezTo>
                  <a:pt x="389077" y="393801"/>
                  <a:pt x="381610" y="405536"/>
                  <a:pt x="375819" y="421081"/>
                </a:cubicBezTo>
                <a:cubicBezTo>
                  <a:pt x="313944" y="404622"/>
                  <a:pt x="264262" y="381762"/>
                  <a:pt x="226771" y="352501"/>
                </a:cubicBezTo>
                <a:cubicBezTo>
                  <a:pt x="190500" y="380847"/>
                  <a:pt x="146761" y="404927"/>
                  <a:pt x="95555" y="424739"/>
                </a:cubicBezTo>
                <a:cubicBezTo>
                  <a:pt x="90983" y="411327"/>
                  <a:pt x="82296" y="401574"/>
                  <a:pt x="69495" y="395478"/>
                </a:cubicBezTo>
                <a:cubicBezTo>
                  <a:pt x="126187" y="380238"/>
                  <a:pt x="171755" y="359969"/>
                  <a:pt x="206197" y="334670"/>
                </a:cubicBezTo>
                <a:cubicBezTo>
                  <a:pt x="172669" y="297180"/>
                  <a:pt x="145237" y="245821"/>
                  <a:pt x="123901" y="180594"/>
                </a:cubicBezTo>
                <a:lnTo>
                  <a:pt x="95555" y="180594"/>
                </a:lnTo>
                <a:cubicBezTo>
                  <a:pt x="95250" y="230581"/>
                  <a:pt x="90221" y="273786"/>
                  <a:pt x="80467" y="310210"/>
                </a:cubicBezTo>
                <a:cubicBezTo>
                  <a:pt x="70714" y="346634"/>
                  <a:pt x="55017" y="381609"/>
                  <a:pt x="33376" y="415137"/>
                </a:cubicBezTo>
                <a:cubicBezTo>
                  <a:pt x="24232" y="406908"/>
                  <a:pt x="13107" y="401269"/>
                  <a:pt x="0" y="398221"/>
                </a:cubicBezTo>
                <a:cubicBezTo>
                  <a:pt x="44806" y="351282"/>
                  <a:pt x="67209" y="277520"/>
                  <a:pt x="67209" y="176936"/>
                </a:cubicBezTo>
                <a:cubicBezTo>
                  <a:pt x="67209" y="132435"/>
                  <a:pt x="66142" y="90373"/>
                  <a:pt x="64008" y="50749"/>
                </a:cubicBezTo>
                <a:cubicBezTo>
                  <a:pt x="90831" y="51359"/>
                  <a:pt x="115672" y="51663"/>
                  <a:pt x="138532" y="51663"/>
                </a:cubicBezTo>
                <a:cubicBezTo>
                  <a:pt x="244907" y="51663"/>
                  <a:pt x="315163" y="44043"/>
                  <a:pt x="349301" y="28803"/>
                </a:cubicBezTo>
                <a:close/>
                <a:moveTo>
                  <a:pt x="3184855" y="26975"/>
                </a:moveTo>
                <a:lnTo>
                  <a:pt x="3364992" y="26975"/>
                </a:lnTo>
                <a:lnTo>
                  <a:pt x="3364992" y="58979"/>
                </a:lnTo>
                <a:lnTo>
                  <a:pt x="3291840" y="58979"/>
                </a:lnTo>
                <a:lnTo>
                  <a:pt x="3291840" y="355244"/>
                </a:lnTo>
                <a:lnTo>
                  <a:pt x="3258465" y="355244"/>
                </a:lnTo>
                <a:lnTo>
                  <a:pt x="3258465" y="58979"/>
                </a:lnTo>
                <a:lnTo>
                  <a:pt x="3184855" y="58979"/>
                </a:lnTo>
                <a:close/>
                <a:moveTo>
                  <a:pt x="3996842" y="26060"/>
                </a:moveTo>
                <a:cubicBezTo>
                  <a:pt x="4005682" y="32156"/>
                  <a:pt x="4020465" y="45567"/>
                  <a:pt x="4041191" y="66294"/>
                </a:cubicBezTo>
                <a:lnTo>
                  <a:pt x="4024275" y="83667"/>
                </a:lnTo>
                <a:cubicBezTo>
                  <a:pt x="4012387" y="68732"/>
                  <a:pt x="3997757" y="54711"/>
                  <a:pt x="3980383" y="41605"/>
                </a:cubicBezTo>
                <a:close/>
                <a:moveTo>
                  <a:pt x="2168043" y="26060"/>
                </a:moveTo>
                <a:cubicBezTo>
                  <a:pt x="2176882" y="32156"/>
                  <a:pt x="2191664" y="45567"/>
                  <a:pt x="2212391" y="66294"/>
                </a:cubicBezTo>
                <a:lnTo>
                  <a:pt x="2195475" y="83667"/>
                </a:lnTo>
                <a:cubicBezTo>
                  <a:pt x="2183587" y="68732"/>
                  <a:pt x="2168957" y="54711"/>
                  <a:pt x="2151583" y="41605"/>
                </a:cubicBezTo>
                <a:close/>
                <a:moveTo>
                  <a:pt x="4304081" y="13259"/>
                </a:moveTo>
                <a:cubicBezTo>
                  <a:pt x="4313530" y="16611"/>
                  <a:pt x="4322064" y="18288"/>
                  <a:pt x="4329684" y="18288"/>
                </a:cubicBezTo>
                <a:lnTo>
                  <a:pt x="4341114" y="17831"/>
                </a:lnTo>
                <a:cubicBezTo>
                  <a:pt x="4345382" y="17831"/>
                  <a:pt x="4347515" y="19050"/>
                  <a:pt x="4347515" y="21488"/>
                </a:cubicBezTo>
                <a:cubicBezTo>
                  <a:pt x="4347515" y="23927"/>
                  <a:pt x="4346067" y="26136"/>
                  <a:pt x="4343172" y="28118"/>
                </a:cubicBezTo>
                <a:cubicBezTo>
                  <a:pt x="4340276" y="30099"/>
                  <a:pt x="4338066" y="33071"/>
                  <a:pt x="4336542" y="37033"/>
                </a:cubicBezTo>
                <a:cubicBezTo>
                  <a:pt x="4335018" y="40995"/>
                  <a:pt x="4334180" y="44272"/>
                  <a:pt x="4334028" y="46863"/>
                </a:cubicBezTo>
                <a:cubicBezTo>
                  <a:pt x="4333875" y="49454"/>
                  <a:pt x="4333799" y="59664"/>
                  <a:pt x="4333799" y="77495"/>
                </a:cubicBezTo>
                <a:cubicBezTo>
                  <a:pt x="4333799" y="95326"/>
                  <a:pt x="4332885" y="114300"/>
                  <a:pt x="4331056" y="134417"/>
                </a:cubicBezTo>
                <a:cubicBezTo>
                  <a:pt x="4409390" y="134417"/>
                  <a:pt x="4470502" y="133045"/>
                  <a:pt x="4514393" y="130302"/>
                </a:cubicBezTo>
                <a:lnTo>
                  <a:pt x="4514393" y="163677"/>
                </a:lnTo>
                <a:cubicBezTo>
                  <a:pt x="4465930" y="160629"/>
                  <a:pt x="4404970" y="159105"/>
                  <a:pt x="4331513" y="159105"/>
                </a:cubicBezTo>
                <a:cubicBezTo>
                  <a:pt x="4346143" y="207569"/>
                  <a:pt x="4370147" y="250545"/>
                  <a:pt x="4403522" y="288036"/>
                </a:cubicBezTo>
                <a:cubicBezTo>
                  <a:pt x="4436898" y="325526"/>
                  <a:pt x="4477817" y="355244"/>
                  <a:pt x="4526280" y="377190"/>
                </a:cubicBezTo>
                <a:cubicBezTo>
                  <a:pt x="4514088" y="384200"/>
                  <a:pt x="4504030" y="395021"/>
                  <a:pt x="4496105" y="409651"/>
                </a:cubicBezTo>
                <a:cubicBezTo>
                  <a:pt x="4415333" y="360883"/>
                  <a:pt x="4356811" y="291389"/>
                  <a:pt x="4320540" y="201168"/>
                </a:cubicBezTo>
                <a:cubicBezTo>
                  <a:pt x="4310177" y="246583"/>
                  <a:pt x="4291584" y="285369"/>
                  <a:pt x="4264762" y="317525"/>
                </a:cubicBezTo>
                <a:cubicBezTo>
                  <a:pt x="4237940" y="349682"/>
                  <a:pt x="4196487" y="380543"/>
                  <a:pt x="4140403" y="410108"/>
                </a:cubicBezTo>
                <a:cubicBezTo>
                  <a:pt x="4131869" y="398526"/>
                  <a:pt x="4122116" y="389991"/>
                  <a:pt x="4111143" y="384505"/>
                </a:cubicBezTo>
                <a:cubicBezTo>
                  <a:pt x="4226967" y="336347"/>
                  <a:pt x="4290670" y="261213"/>
                  <a:pt x="4302252" y="159105"/>
                </a:cubicBezTo>
                <a:cubicBezTo>
                  <a:pt x="4235501" y="159105"/>
                  <a:pt x="4179723" y="160629"/>
                  <a:pt x="4134917" y="163677"/>
                </a:cubicBezTo>
                <a:lnTo>
                  <a:pt x="4134917" y="130302"/>
                </a:lnTo>
                <a:cubicBezTo>
                  <a:pt x="4185819" y="133045"/>
                  <a:pt x="4242207" y="134417"/>
                  <a:pt x="4304081" y="134417"/>
                </a:cubicBezTo>
                <a:cubicBezTo>
                  <a:pt x="4304386" y="116433"/>
                  <a:pt x="4304615" y="94488"/>
                  <a:pt x="4304767" y="68580"/>
                </a:cubicBezTo>
                <a:cubicBezTo>
                  <a:pt x="4304919" y="42672"/>
                  <a:pt x="4304691" y="24231"/>
                  <a:pt x="4304081" y="13259"/>
                </a:cubicBezTo>
                <a:close/>
                <a:moveTo>
                  <a:pt x="3751326" y="13259"/>
                </a:moveTo>
                <a:cubicBezTo>
                  <a:pt x="3759860" y="14478"/>
                  <a:pt x="3766871" y="15087"/>
                  <a:pt x="3772357" y="15087"/>
                </a:cubicBezTo>
                <a:lnTo>
                  <a:pt x="3787445" y="15087"/>
                </a:lnTo>
                <a:cubicBezTo>
                  <a:pt x="3790493" y="15087"/>
                  <a:pt x="3792017" y="15697"/>
                  <a:pt x="3792017" y="16916"/>
                </a:cubicBezTo>
                <a:cubicBezTo>
                  <a:pt x="3792017" y="18135"/>
                  <a:pt x="3790950" y="19659"/>
                  <a:pt x="3788817" y="21488"/>
                </a:cubicBezTo>
                <a:cubicBezTo>
                  <a:pt x="3783635" y="26365"/>
                  <a:pt x="3781044" y="33528"/>
                  <a:pt x="3781044" y="42977"/>
                </a:cubicBezTo>
                <a:lnTo>
                  <a:pt x="3781044" y="86868"/>
                </a:lnTo>
                <a:cubicBezTo>
                  <a:pt x="3812439" y="86258"/>
                  <a:pt x="3833165" y="85039"/>
                  <a:pt x="3843223" y="83210"/>
                </a:cubicBezTo>
                <a:lnTo>
                  <a:pt x="3843223" y="109271"/>
                </a:lnTo>
                <a:cubicBezTo>
                  <a:pt x="3831031" y="107137"/>
                  <a:pt x="3810305" y="106070"/>
                  <a:pt x="3781044" y="106070"/>
                </a:cubicBezTo>
                <a:lnTo>
                  <a:pt x="3781044" y="168249"/>
                </a:lnTo>
                <a:cubicBezTo>
                  <a:pt x="3806647" y="167945"/>
                  <a:pt x="3828898" y="166878"/>
                  <a:pt x="3847795" y="165049"/>
                </a:cubicBezTo>
                <a:lnTo>
                  <a:pt x="3847795" y="191567"/>
                </a:lnTo>
                <a:cubicBezTo>
                  <a:pt x="3836518" y="190347"/>
                  <a:pt x="3817010" y="189433"/>
                  <a:pt x="3789274" y="188823"/>
                </a:cubicBezTo>
                <a:lnTo>
                  <a:pt x="3789274" y="255117"/>
                </a:lnTo>
                <a:lnTo>
                  <a:pt x="3808476" y="255117"/>
                </a:lnTo>
                <a:cubicBezTo>
                  <a:pt x="3821887" y="255117"/>
                  <a:pt x="3833165" y="254355"/>
                  <a:pt x="3842309" y="252831"/>
                </a:cubicBezTo>
                <a:lnTo>
                  <a:pt x="3842309" y="277977"/>
                </a:lnTo>
                <a:cubicBezTo>
                  <a:pt x="3832251" y="275844"/>
                  <a:pt x="3820820" y="274777"/>
                  <a:pt x="3808019" y="274777"/>
                </a:cubicBezTo>
                <a:lnTo>
                  <a:pt x="3789274" y="274777"/>
                </a:lnTo>
                <a:lnTo>
                  <a:pt x="3789274" y="360731"/>
                </a:lnTo>
                <a:cubicBezTo>
                  <a:pt x="3831641" y="377495"/>
                  <a:pt x="3886657" y="385877"/>
                  <a:pt x="3954323" y="385877"/>
                </a:cubicBezTo>
                <a:cubicBezTo>
                  <a:pt x="3993947" y="385877"/>
                  <a:pt x="4034333" y="382829"/>
                  <a:pt x="4075481" y="376733"/>
                </a:cubicBezTo>
                <a:cubicBezTo>
                  <a:pt x="4071214" y="384962"/>
                  <a:pt x="4068013" y="395478"/>
                  <a:pt x="4065880" y="408279"/>
                </a:cubicBezTo>
                <a:cubicBezTo>
                  <a:pt x="4036009" y="409194"/>
                  <a:pt x="4009187" y="409651"/>
                  <a:pt x="3985413" y="409651"/>
                </a:cubicBezTo>
                <a:cubicBezTo>
                  <a:pt x="3902507" y="409651"/>
                  <a:pt x="3842918" y="404165"/>
                  <a:pt x="3806647" y="393192"/>
                </a:cubicBezTo>
                <a:cubicBezTo>
                  <a:pt x="3770376" y="382219"/>
                  <a:pt x="3739286" y="362559"/>
                  <a:pt x="3713378" y="334213"/>
                </a:cubicBezTo>
                <a:cubicBezTo>
                  <a:pt x="3708197" y="356768"/>
                  <a:pt x="3698901" y="383895"/>
                  <a:pt x="3685489" y="415595"/>
                </a:cubicBezTo>
                <a:cubicBezTo>
                  <a:pt x="3677260" y="411327"/>
                  <a:pt x="3667963" y="408889"/>
                  <a:pt x="3657600" y="408279"/>
                </a:cubicBezTo>
                <a:cubicBezTo>
                  <a:pt x="3685032" y="357378"/>
                  <a:pt x="3699510" y="297027"/>
                  <a:pt x="3701034" y="227228"/>
                </a:cubicBezTo>
                <a:cubicBezTo>
                  <a:pt x="3711702" y="230886"/>
                  <a:pt x="3720846" y="232867"/>
                  <a:pt x="3728466" y="233172"/>
                </a:cubicBezTo>
                <a:cubicBezTo>
                  <a:pt x="3732428" y="233477"/>
                  <a:pt x="3734410" y="235305"/>
                  <a:pt x="3734410" y="238658"/>
                </a:cubicBezTo>
                <a:cubicBezTo>
                  <a:pt x="3734410" y="240792"/>
                  <a:pt x="3733495" y="242773"/>
                  <a:pt x="3731667" y="244602"/>
                </a:cubicBezTo>
                <a:cubicBezTo>
                  <a:pt x="3728314" y="247955"/>
                  <a:pt x="3724199" y="267462"/>
                  <a:pt x="3719322" y="303123"/>
                </a:cubicBezTo>
                <a:cubicBezTo>
                  <a:pt x="3729990" y="322021"/>
                  <a:pt x="3745535" y="337261"/>
                  <a:pt x="3765957" y="348843"/>
                </a:cubicBezTo>
                <a:lnTo>
                  <a:pt x="3765957" y="188366"/>
                </a:lnTo>
                <a:cubicBezTo>
                  <a:pt x="3721456" y="188366"/>
                  <a:pt x="3686861" y="189433"/>
                  <a:pt x="3662172" y="191567"/>
                </a:cubicBezTo>
                <a:lnTo>
                  <a:pt x="3662172" y="165049"/>
                </a:lnTo>
                <a:cubicBezTo>
                  <a:pt x="3674669" y="166573"/>
                  <a:pt x="3705606" y="167640"/>
                  <a:pt x="3754984" y="168249"/>
                </a:cubicBezTo>
                <a:lnTo>
                  <a:pt x="3754984" y="105613"/>
                </a:lnTo>
                <a:cubicBezTo>
                  <a:pt x="3719017" y="105613"/>
                  <a:pt x="3694481" y="106832"/>
                  <a:pt x="3681375" y="109271"/>
                </a:cubicBezTo>
                <a:lnTo>
                  <a:pt x="3681375" y="83210"/>
                </a:lnTo>
                <a:cubicBezTo>
                  <a:pt x="3697834" y="85649"/>
                  <a:pt x="3722370" y="86868"/>
                  <a:pt x="3754984" y="86868"/>
                </a:cubicBezTo>
                <a:cubicBezTo>
                  <a:pt x="3754374" y="50292"/>
                  <a:pt x="3753155" y="25755"/>
                  <a:pt x="3751326" y="13259"/>
                </a:cubicBezTo>
                <a:close/>
                <a:moveTo>
                  <a:pt x="1922526" y="13259"/>
                </a:moveTo>
                <a:cubicBezTo>
                  <a:pt x="1931061" y="14478"/>
                  <a:pt x="1938071" y="15087"/>
                  <a:pt x="1943557" y="15087"/>
                </a:cubicBezTo>
                <a:lnTo>
                  <a:pt x="1958645" y="15087"/>
                </a:lnTo>
                <a:cubicBezTo>
                  <a:pt x="1961693" y="15087"/>
                  <a:pt x="1963217" y="15697"/>
                  <a:pt x="1963217" y="16916"/>
                </a:cubicBezTo>
                <a:cubicBezTo>
                  <a:pt x="1963217" y="18135"/>
                  <a:pt x="1962150" y="19659"/>
                  <a:pt x="1960017" y="21488"/>
                </a:cubicBezTo>
                <a:cubicBezTo>
                  <a:pt x="1954835" y="26365"/>
                  <a:pt x="1952244" y="33528"/>
                  <a:pt x="1952244" y="42977"/>
                </a:cubicBezTo>
                <a:lnTo>
                  <a:pt x="1952244" y="86868"/>
                </a:lnTo>
                <a:cubicBezTo>
                  <a:pt x="1983638" y="86258"/>
                  <a:pt x="2004365" y="85039"/>
                  <a:pt x="2014423" y="83210"/>
                </a:cubicBezTo>
                <a:lnTo>
                  <a:pt x="2014423" y="109271"/>
                </a:lnTo>
                <a:cubicBezTo>
                  <a:pt x="2002231" y="107137"/>
                  <a:pt x="1981505" y="106070"/>
                  <a:pt x="1952244" y="106070"/>
                </a:cubicBezTo>
                <a:lnTo>
                  <a:pt x="1952244" y="168249"/>
                </a:lnTo>
                <a:cubicBezTo>
                  <a:pt x="1977847" y="167945"/>
                  <a:pt x="2000098" y="166878"/>
                  <a:pt x="2018995" y="165049"/>
                </a:cubicBezTo>
                <a:lnTo>
                  <a:pt x="2018995" y="191567"/>
                </a:lnTo>
                <a:cubicBezTo>
                  <a:pt x="2007718" y="190347"/>
                  <a:pt x="1988210" y="189433"/>
                  <a:pt x="1960474" y="188823"/>
                </a:cubicBezTo>
                <a:lnTo>
                  <a:pt x="1960474" y="255117"/>
                </a:lnTo>
                <a:lnTo>
                  <a:pt x="1979676" y="255117"/>
                </a:lnTo>
                <a:cubicBezTo>
                  <a:pt x="1993087" y="255117"/>
                  <a:pt x="2004365" y="254355"/>
                  <a:pt x="2013509" y="252831"/>
                </a:cubicBezTo>
                <a:lnTo>
                  <a:pt x="2013509" y="277977"/>
                </a:lnTo>
                <a:cubicBezTo>
                  <a:pt x="2003451" y="275844"/>
                  <a:pt x="1992021" y="274777"/>
                  <a:pt x="1979219" y="274777"/>
                </a:cubicBezTo>
                <a:lnTo>
                  <a:pt x="1960474" y="274777"/>
                </a:lnTo>
                <a:lnTo>
                  <a:pt x="1960474" y="360731"/>
                </a:lnTo>
                <a:cubicBezTo>
                  <a:pt x="2002841" y="377495"/>
                  <a:pt x="2057857" y="385877"/>
                  <a:pt x="2125523" y="385877"/>
                </a:cubicBezTo>
                <a:cubicBezTo>
                  <a:pt x="2165147" y="385877"/>
                  <a:pt x="2205533" y="382829"/>
                  <a:pt x="2246681" y="376733"/>
                </a:cubicBezTo>
                <a:cubicBezTo>
                  <a:pt x="2242414" y="384962"/>
                  <a:pt x="2239213" y="395478"/>
                  <a:pt x="2237080" y="408279"/>
                </a:cubicBezTo>
                <a:cubicBezTo>
                  <a:pt x="2207209" y="409194"/>
                  <a:pt x="2180387" y="409651"/>
                  <a:pt x="2156613" y="409651"/>
                </a:cubicBezTo>
                <a:cubicBezTo>
                  <a:pt x="2073707" y="409651"/>
                  <a:pt x="2014119" y="404165"/>
                  <a:pt x="1977847" y="393192"/>
                </a:cubicBezTo>
                <a:cubicBezTo>
                  <a:pt x="1941576" y="382219"/>
                  <a:pt x="1910487" y="362559"/>
                  <a:pt x="1884579" y="334213"/>
                </a:cubicBezTo>
                <a:cubicBezTo>
                  <a:pt x="1879397" y="356768"/>
                  <a:pt x="1870101" y="383895"/>
                  <a:pt x="1856689" y="415595"/>
                </a:cubicBezTo>
                <a:cubicBezTo>
                  <a:pt x="1848460" y="411327"/>
                  <a:pt x="1839164" y="408889"/>
                  <a:pt x="1828800" y="408279"/>
                </a:cubicBezTo>
                <a:cubicBezTo>
                  <a:pt x="1856232" y="357378"/>
                  <a:pt x="1870710" y="297027"/>
                  <a:pt x="1872234" y="227228"/>
                </a:cubicBezTo>
                <a:cubicBezTo>
                  <a:pt x="1882902" y="230886"/>
                  <a:pt x="1892046" y="232867"/>
                  <a:pt x="1899666" y="233172"/>
                </a:cubicBezTo>
                <a:cubicBezTo>
                  <a:pt x="1903629" y="233477"/>
                  <a:pt x="1905610" y="235305"/>
                  <a:pt x="1905610" y="238658"/>
                </a:cubicBezTo>
                <a:cubicBezTo>
                  <a:pt x="1905610" y="240792"/>
                  <a:pt x="1904695" y="242773"/>
                  <a:pt x="1902867" y="244602"/>
                </a:cubicBezTo>
                <a:cubicBezTo>
                  <a:pt x="1899514" y="247955"/>
                  <a:pt x="1895399" y="267462"/>
                  <a:pt x="1890522" y="303123"/>
                </a:cubicBezTo>
                <a:cubicBezTo>
                  <a:pt x="1901190" y="322021"/>
                  <a:pt x="1916735" y="337261"/>
                  <a:pt x="1937157" y="348843"/>
                </a:cubicBezTo>
                <a:lnTo>
                  <a:pt x="1937157" y="188366"/>
                </a:lnTo>
                <a:cubicBezTo>
                  <a:pt x="1892656" y="188366"/>
                  <a:pt x="1858061" y="189433"/>
                  <a:pt x="1833372" y="191567"/>
                </a:cubicBezTo>
                <a:lnTo>
                  <a:pt x="1833372" y="165049"/>
                </a:lnTo>
                <a:cubicBezTo>
                  <a:pt x="1845869" y="166573"/>
                  <a:pt x="1876806" y="167640"/>
                  <a:pt x="1926184" y="168249"/>
                </a:cubicBezTo>
                <a:lnTo>
                  <a:pt x="1926184" y="105613"/>
                </a:lnTo>
                <a:cubicBezTo>
                  <a:pt x="1890218" y="105613"/>
                  <a:pt x="1865681" y="106832"/>
                  <a:pt x="1852575" y="109271"/>
                </a:cubicBezTo>
                <a:lnTo>
                  <a:pt x="1852575" y="83210"/>
                </a:lnTo>
                <a:cubicBezTo>
                  <a:pt x="1869034" y="85649"/>
                  <a:pt x="1893570" y="86868"/>
                  <a:pt x="1926184" y="86868"/>
                </a:cubicBezTo>
                <a:cubicBezTo>
                  <a:pt x="1925574" y="50292"/>
                  <a:pt x="1924355" y="25755"/>
                  <a:pt x="1922526" y="13259"/>
                </a:cubicBezTo>
                <a:close/>
                <a:moveTo>
                  <a:pt x="3935578" y="12344"/>
                </a:moveTo>
                <a:cubicBezTo>
                  <a:pt x="3940759" y="14173"/>
                  <a:pt x="3950970" y="15087"/>
                  <a:pt x="3966210" y="15087"/>
                </a:cubicBezTo>
                <a:cubicBezTo>
                  <a:pt x="3968953" y="15087"/>
                  <a:pt x="3970325" y="15926"/>
                  <a:pt x="3970325" y="17602"/>
                </a:cubicBezTo>
                <a:cubicBezTo>
                  <a:pt x="3970325" y="19278"/>
                  <a:pt x="3969106" y="21031"/>
                  <a:pt x="3966667" y="22860"/>
                </a:cubicBezTo>
                <a:cubicBezTo>
                  <a:pt x="3962095" y="25908"/>
                  <a:pt x="3960267" y="50139"/>
                  <a:pt x="3961181" y="95555"/>
                </a:cubicBezTo>
                <a:cubicBezTo>
                  <a:pt x="4007815" y="95555"/>
                  <a:pt x="4039515" y="94640"/>
                  <a:pt x="4056278" y="92811"/>
                </a:cubicBezTo>
                <a:lnTo>
                  <a:pt x="4056278" y="117500"/>
                </a:lnTo>
                <a:cubicBezTo>
                  <a:pt x="4036771" y="115367"/>
                  <a:pt x="4011168" y="114300"/>
                  <a:pt x="3979469" y="114300"/>
                </a:cubicBezTo>
                <a:lnTo>
                  <a:pt x="3961638" y="114300"/>
                </a:lnTo>
                <a:cubicBezTo>
                  <a:pt x="3963467" y="160020"/>
                  <a:pt x="3968649" y="199034"/>
                  <a:pt x="3977183" y="231343"/>
                </a:cubicBezTo>
                <a:cubicBezTo>
                  <a:pt x="3993033" y="202997"/>
                  <a:pt x="4004463" y="174650"/>
                  <a:pt x="4011473" y="146304"/>
                </a:cubicBezTo>
                <a:cubicBezTo>
                  <a:pt x="4019702" y="150876"/>
                  <a:pt x="4028847" y="155143"/>
                  <a:pt x="4038905" y="159105"/>
                </a:cubicBezTo>
                <a:cubicBezTo>
                  <a:pt x="4041953" y="160325"/>
                  <a:pt x="4043477" y="162001"/>
                  <a:pt x="4043477" y="164135"/>
                </a:cubicBezTo>
                <a:cubicBezTo>
                  <a:pt x="4043477" y="166268"/>
                  <a:pt x="4042563" y="167945"/>
                  <a:pt x="4040734" y="169164"/>
                </a:cubicBezTo>
                <a:cubicBezTo>
                  <a:pt x="4034942" y="171907"/>
                  <a:pt x="4030218" y="177393"/>
                  <a:pt x="4026560" y="185623"/>
                </a:cubicBezTo>
                <a:cubicBezTo>
                  <a:pt x="4014368" y="212141"/>
                  <a:pt x="4001415" y="237439"/>
                  <a:pt x="3987699" y="261518"/>
                </a:cubicBezTo>
                <a:cubicBezTo>
                  <a:pt x="4003243" y="296875"/>
                  <a:pt x="4014673" y="314553"/>
                  <a:pt x="4021989" y="314553"/>
                </a:cubicBezTo>
                <a:cubicBezTo>
                  <a:pt x="4028084" y="314553"/>
                  <a:pt x="4032504" y="301752"/>
                  <a:pt x="4035247" y="276149"/>
                </a:cubicBezTo>
                <a:cubicBezTo>
                  <a:pt x="4042563" y="282549"/>
                  <a:pt x="4050030" y="287426"/>
                  <a:pt x="4057650" y="290779"/>
                </a:cubicBezTo>
                <a:cubicBezTo>
                  <a:pt x="4044544" y="327050"/>
                  <a:pt x="4032352" y="345186"/>
                  <a:pt x="4021074" y="345186"/>
                </a:cubicBezTo>
                <a:cubicBezTo>
                  <a:pt x="4018026" y="345186"/>
                  <a:pt x="4014064" y="343128"/>
                  <a:pt x="4009187" y="339014"/>
                </a:cubicBezTo>
                <a:cubicBezTo>
                  <a:pt x="4004310" y="334899"/>
                  <a:pt x="3998214" y="328041"/>
                  <a:pt x="3990899" y="318440"/>
                </a:cubicBezTo>
                <a:cubicBezTo>
                  <a:pt x="3983584" y="308838"/>
                  <a:pt x="3977335" y="299009"/>
                  <a:pt x="3972154" y="288950"/>
                </a:cubicBezTo>
                <a:cubicBezTo>
                  <a:pt x="3958438" y="312115"/>
                  <a:pt x="3942131" y="333451"/>
                  <a:pt x="3923233" y="352958"/>
                </a:cubicBezTo>
                <a:cubicBezTo>
                  <a:pt x="3914699" y="345033"/>
                  <a:pt x="3903574" y="340614"/>
                  <a:pt x="3889858" y="339699"/>
                </a:cubicBezTo>
                <a:cubicBezTo>
                  <a:pt x="3917290" y="322021"/>
                  <a:pt x="3941217" y="295199"/>
                  <a:pt x="3961638" y="259232"/>
                </a:cubicBezTo>
                <a:cubicBezTo>
                  <a:pt x="3947313" y="210159"/>
                  <a:pt x="3939388" y="161849"/>
                  <a:pt x="3937864" y="114300"/>
                </a:cubicBezTo>
                <a:lnTo>
                  <a:pt x="3885286" y="114300"/>
                </a:lnTo>
                <a:lnTo>
                  <a:pt x="3885286" y="273863"/>
                </a:lnTo>
                <a:cubicBezTo>
                  <a:pt x="3899611" y="264109"/>
                  <a:pt x="3911956" y="252679"/>
                  <a:pt x="3922319" y="239573"/>
                </a:cubicBezTo>
                <a:cubicBezTo>
                  <a:pt x="3922014" y="240182"/>
                  <a:pt x="3926739" y="248107"/>
                  <a:pt x="3936492" y="263347"/>
                </a:cubicBezTo>
                <a:cubicBezTo>
                  <a:pt x="3907536" y="284683"/>
                  <a:pt x="3883305" y="305714"/>
                  <a:pt x="3863797" y="326441"/>
                </a:cubicBezTo>
                <a:cubicBezTo>
                  <a:pt x="3859530" y="320040"/>
                  <a:pt x="3852977" y="313487"/>
                  <a:pt x="3844138" y="306781"/>
                </a:cubicBezTo>
                <a:cubicBezTo>
                  <a:pt x="3856330" y="295808"/>
                  <a:pt x="3862426" y="278892"/>
                  <a:pt x="3862426" y="256032"/>
                </a:cubicBezTo>
                <a:lnTo>
                  <a:pt x="3862426" y="146304"/>
                </a:lnTo>
                <a:cubicBezTo>
                  <a:pt x="3862426" y="117957"/>
                  <a:pt x="3862121" y="100127"/>
                  <a:pt x="3861511" y="92811"/>
                </a:cubicBezTo>
                <a:cubicBezTo>
                  <a:pt x="3874618" y="94031"/>
                  <a:pt x="3899916" y="94945"/>
                  <a:pt x="3937407" y="95555"/>
                </a:cubicBezTo>
                <a:close/>
                <a:moveTo>
                  <a:pt x="2106778" y="12344"/>
                </a:moveTo>
                <a:cubicBezTo>
                  <a:pt x="2111959" y="14173"/>
                  <a:pt x="2122170" y="15087"/>
                  <a:pt x="2137410" y="15087"/>
                </a:cubicBezTo>
                <a:cubicBezTo>
                  <a:pt x="2140153" y="15087"/>
                  <a:pt x="2141525" y="15926"/>
                  <a:pt x="2141525" y="17602"/>
                </a:cubicBezTo>
                <a:cubicBezTo>
                  <a:pt x="2141525" y="19278"/>
                  <a:pt x="2140306" y="21031"/>
                  <a:pt x="2137867" y="22860"/>
                </a:cubicBezTo>
                <a:cubicBezTo>
                  <a:pt x="2133295" y="25908"/>
                  <a:pt x="2131467" y="50139"/>
                  <a:pt x="2132381" y="95555"/>
                </a:cubicBezTo>
                <a:cubicBezTo>
                  <a:pt x="2179015" y="95555"/>
                  <a:pt x="2210715" y="94640"/>
                  <a:pt x="2227479" y="92811"/>
                </a:cubicBezTo>
                <a:lnTo>
                  <a:pt x="2227479" y="117500"/>
                </a:lnTo>
                <a:cubicBezTo>
                  <a:pt x="2207971" y="115367"/>
                  <a:pt x="2182368" y="114300"/>
                  <a:pt x="2150669" y="114300"/>
                </a:cubicBezTo>
                <a:lnTo>
                  <a:pt x="2132838" y="114300"/>
                </a:lnTo>
                <a:cubicBezTo>
                  <a:pt x="2134667" y="160020"/>
                  <a:pt x="2139849" y="199034"/>
                  <a:pt x="2148383" y="231343"/>
                </a:cubicBezTo>
                <a:cubicBezTo>
                  <a:pt x="2164233" y="202997"/>
                  <a:pt x="2175663" y="174650"/>
                  <a:pt x="2182673" y="146304"/>
                </a:cubicBezTo>
                <a:cubicBezTo>
                  <a:pt x="2190903" y="150876"/>
                  <a:pt x="2200047" y="155143"/>
                  <a:pt x="2210105" y="159105"/>
                </a:cubicBezTo>
                <a:cubicBezTo>
                  <a:pt x="2213153" y="160325"/>
                  <a:pt x="2214677" y="162001"/>
                  <a:pt x="2214677" y="164135"/>
                </a:cubicBezTo>
                <a:cubicBezTo>
                  <a:pt x="2214677" y="166268"/>
                  <a:pt x="2213763" y="167945"/>
                  <a:pt x="2211934" y="169164"/>
                </a:cubicBezTo>
                <a:cubicBezTo>
                  <a:pt x="2206143" y="171907"/>
                  <a:pt x="2201418" y="177393"/>
                  <a:pt x="2197761" y="185623"/>
                </a:cubicBezTo>
                <a:cubicBezTo>
                  <a:pt x="2185569" y="212141"/>
                  <a:pt x="2172615" y="237439"/>
                  <a:pt x="2158899" y="261518"/>
                </a:cubicBezTo>
                <a:cubicBezTo>
                  <a:pt x="2174443" y="296875"/>
                  <a:pt x="2185873" y="314553"/>
                  <a:pt x="2193189" y="314553"/>
                </a:cubicBezTo>
                <a:cubicBezTo>
                  <a:pt x="2199285" y="314553"/>
                  <a:pt x="2203704" y="301752"/>
                  <a:pt x="2206447" y="276149"/>
                </a:cubicBezTo>
                <a:cubicBezTo>
                  <a:pt x="2213763" y="282549"/>
                  <a:pt x="2221230" y="287426"/>
                  <a:pt x="2228850" y="290779"/>
                </a:cubicBezTo>
                <a:cubicBezTo>
                  <a:pt x="2215744" y="327050"/>
                  <a:pt x="2203552" y="345186"/>
                  <a:pt x="2192274" y="345186"/>
                </a:cubicBezTo>
                <a:cubicBezTo>
                  <a:pt x="2189226" y="345186"/>
                  <a:pt x="2185264" y="343128"/>
                  <a:pt x="2180387" y="339014"/>
                </a:cubicBezTo>
                <a:cubicBezTo>
                  <a:pt x="2175510" y="334899"/>
                  <a:pt x="2169414" y="328041"/>
                  <a:pt x="2162099" y="318440"/>
                </a:cubicBezTo>
                <a:cubicBezTo>
                  <a:pt x="2154784" y="308838"/>
                  <a:pt x="2148535" y="299009"/>
                  <a:pt x="2143354" y="288950"/>
                </a:cubicBezTo>
                <a:cubicBezTo>
                  <a:pt x="2129638" y="312115"/>
                  <a:pt x="2113331" y="333451"/>
                  <a:pt x="2094433" y="352958"/>
                </a:cubicBezTo>
                <a:cubicBezTo>
                  <a:pt x="2085899" y="345033"/>
                  <a:pt x="2074774" y="340614"/>
                  <a:pt x="2061058" y="339699"/>
                </a:cubicBezTo>
                <a:cubicBezTo>
                  <a:pt x="2088490" y="322021"/>
                  <a:pt x="2112417" y="295199"/>
                  <a:pt x="2132838" y="259232"/>
                </a:cubicBezTo>
                <a:cubicBezTo>
                  <a:pt x="2118513" y="210159"/>
                  <a:pt x="2110588" y="161849"/>
                  <a:pt x="2109064" y="114300"/>
                </a:cubicBezTo>
                <a:lnTo>
                  <a:pt x="2056486" y="114300"/>
                </a:lnTo>
                <a:lnTo>
                  <a:pt x="2056486" y="273863"/>
                </a:lnTo>
                <a:cubicBezTo>
                  <a:pt x="2070812" y="264109"/>
                  <a:pt x="2083156" y="252679"/>
                  <a:pt x="2093519" y="239573"/>
                </a:cubicBezTo>
                <a:cubicBezTo>
                  <a:pt x="2093214" y="240182"/>
                  <a:pt x="2097938" y="248107"/>
                  <a:pt x="2107692" y="263347"/>
                </a:cubicBezTo>
                <a:cubicBezTo>
                  <a:pt x="2078736" y="284683"/>
                  <a:pt x="2054505" y="305714"/>
                  <a:pt x="2034997" y="326441"/>
                </a:cubicBezTo>
                <a:cubicBezTo>
                  <a:pt x="2030730" y="320040"/>
                  <a:pt x="2024177" y="313487"/>
                  <a:pt x="2015338" y="306781"/>
                </a:cubicBezTo>
                <a:cubicBezTo>
                  <a:pt x="2027530" y="295808"/>
                  <a:pt x="2033626" y="278892"/>
                  <a:pt x="2033626" y="256032"/>
                </a:cubicBezTo>
                <a:lnTo>
                  <a:pt x="2033626" y="146304"/>
                </a:lnTo>
                <a:cubicBezTo>
                  <a:pt x="2033626" y="117957"/>
                  <a:pt x="2033321" y="100127"/>
                  <a:pt x="2032711" y="92811"/>
                </a:cubicBezTo>
                <a:cubicBezTo>
                  <a:pt x="2045818" y="94031"/>
                  <a:pt x="2071116" y="94945"/>
                  <a:pt x="2108607" y="95555"/>
                </a:cubicBezTo>
                <a:close/>
                <a:moveTo>
                  <a:pt x="2476652" y="10515"/>
                </a:moveTo>
                <a:cubicBezTo>
                  <a:pt x="2487625" y="12039"/>
                  <a:pt x="2496770" y="12801"/>
                  <a:pt x="2504084" y="12801"/>
                </a:cubicBezTo>
                <a:lnTo>
                  <a:pt x="2518258" y="12344"/>
                </a:lnTo>
                <a:cubicBezTo>
                  <a:pt x="2522830" y="12344"/>
                  <a:pt x="2525116" y="13868"/>
                  <a:pt x="2525116" y="16916"/>
                </a:cubicBezTo>
                <a:cubicBezTo>
                  <a:pt x="2525116" y="19355"/>
                  <a:pt x="2523439" y="21641"/>
                  <a:pt x="2520087" y="23774"/>
                </a:cubicBezTo>
                <a:cubicBezTo>
                  <a:pt x="2516734" y="25908"/>
                  <a:pt x="2514295" y="29184"/>
                  <a:pt x="2512771" y="33604"/>
                </a:cubicBezTo>
                <a:cubicBezTo>
                  <a:pt x="2511247" y="38024"/>
                  <a:pt x="2510485" y="44958"/>
                  <a:pt x="2510485" y="54407"/>
                </a:cubicBezTo>
                <a:lnTo>
                  <a:pt x="2510485" y="387248"/>
                </a:lnTo>
                <a:cubicBezTo>
                  <a:pt x="2510485" y="397002"/>
                  <a:pt x="2508504" y="404393"/>
                  <a:pt x="2504542" y="409422"/>
                </a:cubicBezTo>
                <a:cubicBezTo>
                  <a:pt x="2500579" y="414452"/>
                  <a:pt x="2492807" y="418262"/>
                  <a:pt x="2481225" y="420852"/>
                </a:cubicBezTo>
                <a:cubicBezTo>
                  <a:pt x="2469642" y="423443"/>
                  <a:pt x="2451811" y="425501"/>
                  <a:pt x="2427732" y="427025"/>
                </a:cubicBezTo>
                <a:cubicBezTo>
                  <a:pt x="2427428" y="410565"/>
                  <a:pt x="2422551" y="397154"/>
                  <a:pt x="2413102" y="386791"/>
                </a:cubicBezTo>
                <a:cubicBezTo>
                  <a:pt x="2431390" y="390144"/>
                  <a:pt x="2445030" y="391820"/>
                  <a:pt x="2454021" y="391820"/>
                </a:cubicBezTo>
                <a:cubicBezTo>
                  <a:pt x="2463013" y="391820"/>
                  <a:pt x="2469642" y="390677"/>
                  <a:pt x="2473909" y="388391"/>
                </a:cubicBezTo>
                <a:cubicBezTo>
                  <a:pt x="2478177" y="386105"/>
                  <a:pt x="2480310" y="381152"/>
                  <a:pt x="2480310" y="373532"/>
                </a:cubicBezTo>
                <a:lnTo>
                  <a:pt x="2480310" y="84125"/>
                </a:lnTo>
                <a:cubicBezTo>
                  <a:pt x="2480310" y="49377"/>
                  <a:pt x="2479091" y="24841"/>
                  <a:pt x="2476652" y="10515"/>
                </a:cubicBezTo>
                <a:close/>
                <a:moveTo>
                  <a:pt x="1092251" y="8686"/>
                </a:moveTo>
                <a:cubicBezTo>
                  <a:pt x="1105967" y="10515"/>
                  <a:pt x="1119378" y="11430"/>
                  <a:pt x="1132485" y="11430"/>
                </a:cubicBezTo>
                <a:cubicBezTo>
                  <a:pt x="1137971" y="11430"/>
                  <a:pt x="1140714" y="12725"/>
                  <a:pt x="1140714" y="15316"/>
                </a:cubicBezTo>
                <a:cubicBezTo>
                  <a:pt x="1140714" y="17907"/>
                  <a:pt x="1139190" y="19812"/>
                  <a:pt x="1136142" y="21031"/>
                </a:cubicBezTo>
                <a:cubicBezTo>
                  <a:pt x="1133094" y="22250"/>
                  <a:pt x="1130656" y="24536"/>
                  <a:pt x="1128827" y="27889"/>
                </a:cubicBezTo>
                <a:cubicBezTo>
                  <a:pt x="1126998" y="31242"/>
                  <a:pt x="1126084" y="34290"/>
                  <a:pt x="1126084" y="37033"/>
                </a:cubicBezTo>
                <a:lnTo>
                  <a:pt x="1126084" y="83210"/>
                </a:lnTo>
                <a:cubicBezTo>
                  <a:pt x="1191921" y="82905"/>
                  <a:pt x="1239622" y="81077"/>
                  <a:pt x="1269187" y="77724"/>
                </a:cubicBezTo>
                <a:cubicBezTo>
                  <a:pt x="1267054" y="90221"/>
                  <a:pt x="1265987" y="107442"/>
                  <a:pt x="1265987" y="129387"/>
                </a:cubicBezTo>
                <a:lnTo>
                  <a:pt x="1265987" y="264261"/>
                </a:lnTo>
                <a:cubicBezTo>
                  <a:pt x="1265987" y="285902"/>
                  <a:pt x="1267511" y="307695"/>
                  <a:pt x="1270559" y="329641"/>
                </a:cubicBezTo>
                <a:lnTo>
                  <a:pt x="1237183" y="329641"/>
                </a:lnTo>
                <a:lnTo>
                  <a:pt x="1237183" y="296723"/>
                </a:lnTo>
                <a:lnTo>
                  <a:pt x="1126084" y="296723"/>
                </a:lnTo>
                <a:lnTo>
                  <a:pt x="1126084" y="360731"/>
                </a:lnTo>
                <a:cubicBezTo>
                  <a:pt x="1126084" y="370789"/>
                  <a:pt x="1127074" y="378104"/>
                  <a:pt x="1129056" y="382676"/>
                </a:cubicBezTo>
                <a:cubicBezTo>
                  <a:pt x="1131037" y="387248"/>
                  <a:pt x="1135380" y="390525"/>
                  <a:pt x="1142086" y="392506"/>
                </a:cubicBezTo>
                <a:cubicBezTo>
                  <a:pt x="1148792" y="394487"/>
                  <a:pt x="1159612" y="395478"/>
                  <a:pt x="1174547" y="395478"/>
                </a:cubicBezTo>
                <a:lnTo>
                  <a:pt x="1246785" y="395021"/>
                </a:lnTo>
                <a:cubicBezTo>
                  <a:pt x="1265073" y="395021"/>
                  <a:pt x="1277341" y="389534"/>
                  <a:pt x="1283589" y="378561"/>
                </a:cubicBezTo>
                <a:cubicBezTo>
                  <a:pt x="1289838" y="367589"/>
                  <a:pt x="1294333" y="350977"/>
                  <a:pt x="1297077" y="328727"/>
                </a:cubicBezTo>
                <a:cubicBezTo>
                  <a:pt x="1304087" y="336956"/>
                  <a:pt x="1314450" y="343205"/>
                  <a:pt x="1328166" y="347472"/>
                </a:cubicBezTo>
                <a:cubicBezTo>
                  <a:pt x="1320851" y="375818"/>
                  <a:pt x="1311783" y="395325"/>
                  <a:pt x="1300963" y="405993"/>
                </a:cubicBezTo>
                <a:cubicBezTo>
                  <a:pt x="1290142" y="416661"/>
                  <a:pt x="1272235" y="421995"/>
                  <a:pt x="1247242" y="421995"/>
                </a:cubicBezTo>
                <a:lnTo>
                  <a:pt x="1175004" y="421538"/>
                </a:lnTo>
                <a:cubicBezTo>
                  <a:pt x="1150925" y="421538"/>
                  <a:pt x="1133551" y="419862"/>
                  <a:pt x="1122884" y="416509"/>
                </a:cubicBezTo>
                <a:cubicBezTo>
                  <a:pt x="1112216" y="413156"/>
                  <a:pt x="1105281" y="407289"/>
                  <a:pt x="1102081" y="398907"/>
                </a:cubicBezTo>
                <a:cubicBezTo>
                  <a:pt x="1098880" y="390525"/>
                  <a:pt x="1097280" y="376885"/>
                  <a:pt x="1097280" y="357987"/>
                </a:cubicBezTo>
                <a:lnTo>
                  <a:pt x="1097280" y="296723"/>
                </a:lnTo>
                <a:lnTo>
                  <a:pt x="983437" y="296723"/>
                </a:lnTo>
                <a:lnTo>
                  <a:pt x="983437" y="338785"/>
                </a:lnTo>
                <a:lnTo>
                  <a:pt x="951433" y="338785"/>
                </a:lnTo>
                <a:cubicBezTo>
                  <a:pt x="954786" y="316839"/>
                  <a:pt x="956463" y="293522"/>
                  <a:pt x="956463" y="268833"/>
                </a:cubicBezTo>
                <a:lnTo>
                  <a:pt x="956463" y="129387"/>
                </a:lnTo>
                <a:cubicBezTo>
                  <a:pt x="956463" y="109271"/>
                  <a:pt x="955396" y="92049"/>
                  <a:pt x="953262" y="77724"/>
                </a:cubicBezTo>
                <a:cubicBezTo>
                  <a:pt x="984352" y="81077"/>
                  <a:pt x="1032358" y="82905"/>
                  <a:pt x="1097280" y="83210"/>
                </a:cubicBezTo>
                <a:cubicBezTo>
                  <a:pt x="1097280" y="49377"/>
                  <a:pt x="1095604" y="24536"/>
                  <a:pt x="1092251" y="8686"/>
                </a:cubicBezTo>
                <a:close/>
                <a:moveTo>
                  <a:pt x="649681" y="0"/>
                </a:moveTo>
                <a:cubicBezTo>
                  <a:pt x="664007" y="5486"/>
                  <a:pt x="675894" y="8991"/>
                  <a:pt x="685343" y="10515"/>
                </a:cubicBezTo>
                <a:cubicBezTo>
                  <a:pt x="690829" y="11735"/>
                  <a:pt x="693573" y="13487"/>
                  <a:pt x="693573" y="15773"/>
                </a:cubicBezTo>
                <a:cubicBezTo>
                  <a:pt x="693573" y="18059"/>
                  <a:pt x="690372" y="20345"/>
                  <a:pt x="683971" y="22631"/>
                </a:cubicBezTo>
                <a:cubicBezTo>
                  <a:pt x="677571" y="24917"/>
                  <a:pt x="663550" y="42062"/>
                  <a:pt x="641909" y="74066"/>
                </a:cubicBezTo>
                <a:lnTo>
                  <a:pt x="700888" y="74066"/>
                </a:lnTo>
                <a:cubicBezTo>
                  <a:pt x="774345" y="74066"/>
                  <a:pt x="819455" y="71933"/>
                  <a:pt x="836219" y="67665"/>
                </a:cubicBezTo>
                <a:cubicBezTo>
                  <a:pt x="834085" y="79248"/>
                  <a:pt x="833019" y="107899"/>
                  <a:pt x="833019" y="153619"/>
                </a:cubicBezTo>
                <a:lnTo>
                  <a:pt x="833019" y="373075"/>
                </a:lnTo>
                <a:cubicBezTo>
                  <a:pt x="833019" y="383438"/>
                  <a:pt x="831037" y="391287"/>
                  <a:pt x="827075" y="396621"/>
                </a:cubicBezTo>
                <a:cubicBezTo>
                  <a:pt x="823113" y="401955"/>
                  <a:pt x="814273" y="406070"/>
                  <a:pt x="800557" y="408965"/>
                </a:cubicBezTo>
                <a:cubicBezTo>
                  <a:pt x="786842" y="411861"/>
                  <a:pt x="765353" y="413461"/>
                  <a:pt x="736092" y="413766"/>
                </a:cubicBezTo>
                <a:cubicBezTo>
                  <a:pt x="737007" y="400050"/>
                  <a:pt x="732130" y="387858"/>
                  <a:pt x="721462" y="377190"/>
                </a:cubicBezTo>
                <a:cubicBezTo>
                  <a:pt x="744322" y="380543"/>
                  <a:pt x="761848" y="382219"/>
                  <a:pt x="774040" y="382219"/>
                </a:cubicBezTo>
                <a:cubicBezTo>
                  <a:pt x="786232" y="382219"/>
                  <a:pt x="794157" y="380390"/>
                  <a:pt x="797814" y="376733"/>
                </a:cubicBezTo>
                <a:cubicBezTo>
                  <a:pt x="801472" y="373075"/>
                  <a:pt x="803301" y="366827"/>
                  <a:pt x="803301" y="357987"/>
                </a:cubicBezTo>
                <a:lnTo>
                  <a:pt x="803301" y="96469"/>
                </a:lnTo>
                <a:lnTo>
                  <a:pt x="524409" y="96469"/>
                </a:lnTo>
                <a:lnTo>
                  <a:pt x="524409" y="414680"/>
                </a:lnTo>
                <a:lnTo>
                  <a:pt x="490119" y="414680"/>
                </a:lnTo>
                <a:cubicBezTo>
                  <a:pt x="493471" y="382981"/>
                  <a:pt x="495148" y="346405"/>
                  <a:pt x="495148" y="304952"/>
                </a:cubicBezTo>
                <a:lnTo>
                  <a:pt x="495148" y="153619"/>
                </a:lnTo>
                <a:cubicBezTo>
                  <a:pt x="495148" y="118567"/>
                  <a:pt x="493929" y="89916"/>
                  <a:pt x="491490" y="67665"/>
                </a:cubicBezTo>
                <a:cubicBezTo>
                  <a:pt x="503073" y="71933"/>
                  <a:pt x="525475" y="74066"/>
                  <a:pt x="558699" y="74066"/>
                </a:cubicBezTo>
                <a:lnTo>
                  <a:pt x="614477" y="74066"/>
                </a:lnTo>
                <a:cubicBezTo>
                  <a:pt x="632460" y="46634"/>
                  <a:pt x="644195" y="21945"/>
                  <a:pt x="6496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7580D7-DF30-4A0D-9590-9F84B2783BC8}"/>
              </a:ext>
            </a:extLst>
          </p:cNvPr>
          <p:cNvSpPr txBox="1"/>
          <p:nvPr/>
        </p:nvSpPr>
        <p:spPr>
          <a:xfrm>
            <a:off x="3834918" y="3213660"/>
            <a:ext cx="4522165" cy="428853"/>
          </a:xfrm>
          <a:custGeom>
            <a:avLst/>
            <a:gdLst/>
            <a:ahLst/>
            <a:cxnLst/>
            <a:rect l="l" t="t" r="r" b="b"/>
            <a:pathLst>
              <a:path w="4522165" h="428853">
                <a:moveTo>
                  <a:pt x="2808122" y="306781"/>
                </a:moveTo>
                <a:lnTo>
                  <a:pt x="2855671" y="306781"/>
                </a:lnTo>
                <a:lnTo>
                  <a:pt x="2855671" y="351587"/>
                </a:lnTo>
                <a:cubicBezTo>
                  <a:pt x="2855671" y="391211"/>
                  <a:pt x="2839822" y="415137"/>
                  <a:pt x="2808122" y="423367"/>
                </a:cubicBezTo>
                <a:lnTo>
                  <a:pt x="2808122" y="403250"/>
                </a:lnTo>
                <a:cubicBezTo>
                  <a:pt x="2817876" y="400507"/>
                  <a:pt x="2824734" y="395706"/>
                  <a:pt x="2828697" y="388848"/>
                </a:cubicBezTo>
                <a:cubicBezTo>
                  <a:pt x="2832659" y="381990"/>
                  <a:pt x="2834640" y="370789"/>
                  <a:pt x="2834640" y="355244"/>
                </a:cubicBezTo>
                <a:lnTo>
                  <a:pt x="2808122" y="355244"/>
                </a:lnTo>
                <a:close/>
                <a:moveTo>
                  <a:pt x="1455725" y="240944"/>
                </a:moveTo>
                <a:cubicBezTo>
                  <a:pt x="1462431" y="249174"/>
                  <a:pt x="1470812" y="254965"/>
                  <a:pt x="1480871" y="258318"/>
                </a:cubicBezTo>
                <a:cubicBezTo>
                  <a:pt x="1458011" y="297332"/>
                  <a:pt x="1431188" y="350977"/>
                  <a:pt x="1400404" y="419252"/>
                </a:cubicBezTo>
                <a:cubicBezTo>
                  <a:pt x="1390345" y="409803"/>
                  <a:pt x="1379982" y="402945"/>
                  <a:pt x="1369314" y="398678"/>
                </a:cubicBezTo>
                <a:cubicBezTo>
                  <a:pt x="1406500" y="347777"/>
                  <a:pt x="1435303" y="295199"/>
                  <a:pt x="1455725" y="240944"/>
                </a:cubicBezTo>
                <a:close/>
                <a:moveTo>
                  <a:pt x="1531620" y="232715"/>
                </a:moveTo>
                <a:cubicBezTo>
                  <a:pt x="1537106" y="233934"/>
                  <a:pt x="1547470" y="234543"/>
                  <a:pt x="1562710" y="234543"/>
                </a:cubicBezTo>
                <a:cubicBezTo>
                  <a:pt x="1567282" y="234543"/>
                  <a:pt x="1569568" y="235686"/>
                  <a:pt x="1569568" y="237972"/>
                </a:cubicBezTo>
                <a:cubicBezTo>
                  <a:pt x="1569568" y="240258"/>
                  <a:pt x="1568196" y="242697"/>
                  <a:pt x="1565453" y="245288"/>
                </a:cubicBezTo>
                <a:cubicBezTo>
                  <a:pt x="1562710" y="247878"/>
                  <a:pt x="1560728" y="261594"/>
                  <a:pt x="1559509" y="286436"/>
                </a:cubicBezTo>
                <a:cubicBezTo>
                  <a:pt x="1558290" y="311277"/>
                  <a:pt x="1555395" y="331546"/>
                  <a:pt x="1550822" y="347243"/>
                </a:cubicBezTo>
                <a:cubicBezTo>
                  <a:pt x="1546250" y="362940"/>
                  <a:pt x="1538478" y="376961"/>
                  <a:pt x="1527505" y="389306"/>
                </a:cubicBezTo>
                <a:cubicBezTo>
                  <a:pt x="1516532" y="401650"/>
                  <a:pt x="1500073" y="414833"/>
                  <a:pt x="1478128" y="428853"/>
                </a:cubicBezTo>
                <a:cubicBezTo>
                  <a:pt x="1471117" y="419100"/>
                  <a:pt x="1461211" y="412089"/>
                  <a:pt x="1448410" y="407822"/>
                </a:cubicBezTo>
                <a:cubicBezTo>
                  <a:pt x="1477670" y="396240"/>
                  <a:pt x="1499159" y="381305"/>
                  <a:pt x="1512875" y="363017"/>
                </a:cubicBezTo>
                <a:cubicBezTo>
                  <a:pt x="1526591" y="344729"/>
                  <a:pt x="1533449" y="315925"/>
                  <a:pt x="1533449" y="276606"/>
                </a:cubicBezTo>
                <a:cubicBezTo>
                  <a:pt x="1533449" y="264109"/>
                  <a:pt x="1532839" y="249479"/>
                  <a:pt x="1531620" y="232715"/>
                </a:cubicBezTo>
                <a:close/>
                <a:moveTo>
                  <a:pt x="1600200" y="230429"/>
                </a:moveTo>
                <a:cubicBezTo>
                  <a:pt x="1608734" y="232257"/>
                  <a:pt x="1615897" y="233172"/>
                  <a:pt x="1621688" y="233172"/>
                </a:cubicBezTo>
                <a:lnTo>
                  <a:pt x="1629918" y="232715"/>
                </a:lnTo>
                <a:cubicBezTo>
                  <a:pt x="1633271" y="232715"/>
                  <a:pt x="1634947" y="234239"/>
                  <a:pt x="1634947" y="237287"/>
                </a:cubicBezTo>
                <a:cubicBezTo>
                  <a:pt x="1634947" y="239420"/>
                  <a:pt x="1634185" y="241097"/>
                  <a:pt x="1632661" y="242316"/>
                </a:cubicBezTo>
                <a:cubicBezTo>
                  <a:pt x="1631137" y="243535"/>
                  <a:pt x="1630223" y="245516"/>
                  <a:pt x="1629918" y="248259"/>
                </a:cubicBezTo>
                <a:cubicBezTo>
                  <a:pt x="1629613" y="251003"/>
                  <a:pt x="1629461" y="256337"/>
                  <a:pt x="1629461" y="264261"/>
                </a:cubicBezTo>
                <a:lnTo>
                  <a:pt x="1629461" y="368046"/>
                </a:lnTo>
                <a:cubicBezTo>
                  <a:pt x="1629461" y="381762"/>
                  <a:pt x="1630832" y="397307"/>
                  <a:pt x="1633576" y="414680"/>
                </a:cubicBezTo>
                <a:lnTo>
                  <a:pt x="1601114" y="414680"/>
                </a:lnTo>
                <a:cubicBezTo>
                  <a:pt x="1602943" y="397611"/>
                  <a:pt x="1603858" y="382067"/>
                  <a:pt x="1603858" y="368046"/>
                </a:cubicBezTo>
                <a:lnTo>
                  <a:pt x="1603858" y="270205"/>
                </a:lnTo>
                <a:cubicBezTo>
                  <a:pt x="1603858" y="250698"/>
                  <a:pt x="1602638" y="237439"/>
                  <a:pt x="1600200" y="230429"/>
                </a:cubicBezTo>
                <a:close/>
                <a:moveTo>
                  <a:pt x="1671980" y="229514"/>
                </a:moveTo>
                <a:cubicBezTo>
                  <a:pt x="1678991" y="231648"/>
                  <a:pt x="1686001" y="232715"/>
                  <a:pt x="1693012" y="232715"/>
                </a:cubicBezTo>
                <a:lnTo>
                  <a:pt x="1704442" y="232257"/>
                </a:lnTo>
                <a:cubicBezTo>
                  <a:pt x="1709014" y="232257"/>
                  <a:pt x="1711300" y="233400"/>
                  <a:pt x="1711300" y="235686"/>
                </a:cubicBezTo>
                <a:cubicBezTo>
                  <a:pt x="1711300" y="237972"/>
                  <a:pt x="1709928" y="240182"/>
                  <a:pt x="1707185" y="242316"/>
                </a:cubicBezTo>
                <a:cubicBezTo>
                  <a:pt x="1702918" y="246278"/>
                  <a:pt x="1700784" y="256946"/>
                  <a:pt x="1700784" y="274320"/>
                </a:cubicBezTo>
                <a:lnTo>
                  <a:pt x="1700784" y="373989"/>
                </a:lnTo>
                <a:cubicBezTo>
                  <a:pt x="1700784" y="387096"/>
                  <a:pt x="1707642" y="393649"/>
                  <a:pt x="1721358" y="393649"/>
                </a:cubicBezTo>
                <a:cubicBezTo>
                  <a:pt x="1735074" y="393649"/>
                  <a:pt x="1743608" y="389610"/>
                  <a:pt x="1746961" y="381533"/>
                </a:cubicBezTo>
                <a:cubicBezTo>
                  <a:pt x="1750314" y="373456"/>
                  <a:pt x="1752143" y="359969"/>
                  <a:pt x="1752448" y="341071"/>
                </a:cubicBezTo>
                <a:cubicBezTo>
                  <a:pt x="1758239" y="348996"/>
                  <a:pt x="1768145" y="353415"/>
                  <a:pt x="1782166" y="354330"/>
                </a:cubicBezTo>
                <a:cubicBezTo>
                  <a:pt x="1779422" y="373532"/>
                  <a:pt x="1775841" y="387553"/>
                  <a:pt x="1771421" y="396392"/>
                </a:cubicBezTo>
                <a:cubicBezTo>
                  <a:pt x="1767002" y="405231"/>
                  <a:pt x="1760982" y="411023"/>
                  <a:pt x="1753362" y="413766"/>
                </a:cubicBezTo>
                <a:cubicBezTo>
                  <a:pt x="1745742" y="416509"/>
                  <a:pt x="1733931" y="417881"/>
                  <a:pt x="1717929" y="417881"/>
                </a:cubicBezTo>
                <a:cubicBezTo>
                  <a:pt x="1701927" y="417881"/>
                  <a:pt x="1690954" y="415214"/>
                  <a:pt x="1685011" y="409880"/>
                </a:cubicBezTo>
                <a:cubicBezTo>
                  <a:pt x="1679067" y="404546"/>
                  <a:pt x="1676095" y="391820"/>
                  <a:pt x="1676095" y="371703"/>
                </a:cubicBezTo>
                <a:lnTo>
                  <a:pt x="1676095" y="267919"/>
                </a:lnTo>
                <a:cubicBezTo>
                  <a:pt x="1676095" y="251155"/>
                  <a:pt x="1674724" y="238353"/>
                  <a:pt x="1671980" y="229514"/>
                </a:cubicBezTo>
                <a:close/>
                <a:moveTo>
                  <a:pt x="1121969" y="203454"/>
                </a:moveTo>
                <a:lnTo>
                  <a:pt x="1121969" y="273405"/>
                </a:lnTo>
                <a:lnTo>
                  <a:pt x="1233068" y="273405"/>
                </a:lnTo>
                <a:lnTo>
                  <a:pt x="1233068" y="203454"/>
                </a:lnTo>
                <a:close/>
                <a:moveTo>
                  <a:pt x="979322" y="203454"/>
                </a:moveTo>
                <a:lnTo>
                  <a:pt x="979322" y="273405"/>
                </a:lnTo>
                <a:lnTo>
                  <a:pt x="1093165" y="273405"/>
                </a:lnTo>
                <a:lnTo>
                  <a:pt x="1093165" y="203454"/>
                </a:lnTo>
                <a:close/>
                <a:moveTo>
                  <a:pt x="608076" y="183794"/>
                </a:moveTo>
                <a:lnTo>
                  <a:pt x="608076" y="286664"/>
                </a:lnTo>
                <a:lnTo>
                  <a:pt x="716890" y="286664"/>
                </a:lnTo>
                <a:lnTo>
                  <a:pt x="716890" y="183794"/>
                </a:lnTo>
                <a:close/>
                <a:moveTo>
                  <a:pt x="579273" y="158191"/>
                </a:moveTo>
                <a:cubicBezTo>
                  <a:pt x="597256" y="160325"/>
                  <a:pt x="625373" y="161391"/>
                  <a:pt x="663626" y="161391"/>
                </a:cubicBezTo>
                <a:cubicBezTo>
                  <a:pt x="701878" y="161391"/>
                  <a:pt x="729386" y="160325"/>
                  <a:pt x="746150" y="158191"/>
                </a:cubicBezTo>
                <a:cubicBezTo>
                  <a:pt x="744627" y="177698"/>
                  <a:pt x="743864" y="204368"/>
                  <a:pt x="743864" y="238201"/>
                </a:cubicBezTo>
                <a:cubicBezTo>
                  <a:pt x="743864" y="272034"/>
                  <a:pt x="744627" y="296113"/>
                  <a:pt x="746150" y="310439"/>
                </a:cubicBezTo>
                <a:cubicBezTo>
                  <a:pt x="719938" y="309219"/>
                  <a:pt x="689077" y="308610"/>
                  <a:pt x="653567" y="308610"/>
                </a:cubicBezTo>
                <a:cubicBezTo>
                  <a:pt x="618058" y="308610"/>
                  <a:pt x="593293" y="309372"/>
                  <a:pt x="579273" y="310896"/>
                </a:cubicBezTo>
                <a:cubicBezTo>
                  <a:pt x="581101" y="294437"/>
                  <a:pt x="582016" y="268910"/>
                  <a:pt x="582016" y="234315"/>
                </a:cubicBezTo>
                <a:cubicBezTo>
                  <a:pt x="582016" y="199720"/>
                  <a:pt x="581101" y="174345"/>
                  <a:pt x="579273" y="158191"/>
                </a:cubicBezTo>
                <a:close/>
                <a:moveTo>
                  <a:pt x="1386688" y="138989"/>
                </a:moveTo>
                <a:cubicBezTo>
                  <a:pt x="1416558" y="154229"/>
                  <a:pt x="1444447" y="171907"/>
                  <a:pt x="1470355" y="192024"/>
                </a:cubicBezTo>
                <a:lnTo>
                  <a:pt x="1451610" y="214884"/>
                </a:lnTo>
                <a:cubicBezTo>
                  <a:pt x="1427226" y="192024"/>
                  <a:pt x="1400556" y="174498"/>
                  <a:pt x="1371600" y="162306"/>
                </a:cubicBezTo>
                <a:close/>
                <a:moveTo>
                  <a:pt x="3606089" y="106070"/>
                </a:moveTo>
                <a:cubicBezTo>
                  <a:pt x="3614623" y="106070"/>
                  <a:pt x="3623919" y="108813"/>
                  <a:pt x="3633978" y="114300"/>
                </a:cubicBezTo>
                <a:lnTo>
                  <a:pt x="3617519" y="140817"/>
                </a:lnTo>
                <a:cubicBezTo>
                  <a:pt x="3612947" y="138074"/>
                  <a:pt x="3608222" y="136703"/>
                  <a:pt x="3603345" y="136703"/>
                </a:cubicBezTo>
                <a:cubicBezTo>
                  <a:pt x="3593897" y="136703"/>
                  <a:pt x="3584981" y="141579"/>
                  <a:pt x="3576599" y="151333"/>
                </a:cubicBezTo>
                <a:cubicBezTo>
                  <a:pt x="3568217" y="161087"/>
                  <a:pt x="3562045" y="173660"/>
                  <a:pt x="3558083" y="189052"/>
                </a:cubicBezTo>
                <a:cubicBezTo>
                  <a:pt x="3554120" y="204444"/>
                  <a:pt x="3552139" y="232410"/>
                  <a:pt x="3552139" y="272948"/>
                </a:cubicBezTo>
                <a:lnTo>
                  <a:pt x="3552139" y="355244"/>
                </a:lnTo>
                <a:lnTo>
                  <a:pt x="3520135" y="355244"/>
                </a:lnTo>
                <a:lnTo>
                  <a:pt x="3520135" y="112471"/>
                </a:lnTo>
                <a:lnTo>
                  <a:pt x="3552139" y="112471"/>
                </a:lnTo>
                <a:lnTo>
                  <a:pt x="3552139" y="147675"/>
                </a:lnTo>
                <a:cubicBezTo>
                  <a:pt x="3560674" y="133350"/>
                  <a:pt x="3568979" y="122834"/>
                  <a:pt x="3577057" y="116129"/>
                </a:cubicBezTo>
                <a:cubicBezTo>
                  <a:pt x="3585134" y="109423"/>
                  <a:pt x="3594811" y="106070"/>
                  <a:pt x="3606089" y="106070"/>
                </a:cubicBezTo>
                <a:close/>
                <a:moveTo>
                  <a:pt x="3472739" y="106070"/>
                </a:moveTo>
                <a:cubicBezTo>
                  <a:pt x="3481273" y="106070"/>
                  <a:pt x="3490569" y="108813"/>
                  <a:pt x="3500628" y="114300"/>
                </a:cubicBezTo>
                <a:lnTo>
                  <a:pt x="3484169" y="140817"/>
                </a:lnTo>
                <a:cubicBezTo>
                  <a:pt x="3479597" y="138074"/>
                  <a:pt x="3474872" y="136703"/>
                  <a:pt x="3469995" y="136703"/>
                </a:cubicBezTo>
                <a:cubicBezTo>
                  <a:pt x="3460547" y="136703"/>
                  <a:pt x="3451631" y="141579"/>
                  <a:pt x="3443249" y="151333"/>
                </a:cubicBezTo>
                <a:cubicBezTo>
                  <a:pt x="3434867" y="161087"/>
                  <a:pt x="3428695" y="173660"/>
                  <a:pt x="3424733" y="189052"/>
                </a:cubicBezTo>
                <a:cubicBezTo>
                  <a:pt x="3420770" y="204444"/>
                  <a:pt x="3418789" y="232410"/>
                  <a:pt x="3418789" y="272948"/>
                </a:cubicBezTo>
                <a:lnTo>
                  <a:pt x="3418789" y="355244"/>
                </a:lnTo>
                <a:lnTo>
                  <a:pt x="3386785" y="355244"/>
                </a:lnTo>
                <a:lnTo>
                  <a:pt x="3386785" y="112471"/>
                </a:lnTo>
                <a:lnTo>
                  <a:pt x="3418789" y="112471"/>
                </a:lnTo>
                <a:lnTo>
                  <a:pt x="3418789" y="147675"/>
                </a:lnTo>
                <a:cubicBezTo>
                  <a:pt x="3427324" y="133350"/>
                  <a:pt x="3435629" y="122834"/>
                  <a:pt x="3443707" y="116129"/>
                </a:cubicBezTo>
                <a:cubicBezTo>
                  <a:pt x="3451784" y="109423"/>
                  <a:pt x="3461461" y="106070"/>
                  <a:pt x="3472739" y="106070"/>
                </a:cubicBezTo>
                <a:close/>
                <a:moveTo>
                  <a:pt x="1121969" y="106070"/>
                </a:moveTo>
                <a:lnTo>
                  <a:pt x="1121969" y="181051"/>
                </a:lnTo>
                <a:lnTo>
                  <a:pt x="1233068" y="181051"/>
                </a:lnTo>
                <a:lnTo>
                  <a:pt x="1233068" y="106070"/>
                </a:lnTo>
                <a:close/>
                <a:moveTo>
                  <a:pt x="979322" y="106070"/>
                </a:moveTo>
                <a:lnTo>
                  <a:pt x="979322" y="181051"/>
                </a:lnTo>
                <a:lnTo>
                  <a:pt x="1093165" y="181051"/>
                </a:lnTo>
                <a:lnTo>
                  <a:pt x="1093165" y="106070"/>
                </a:lnTo>
                <a:close/>
                <a:moveTo>
                  <a:pt x="43434" y="42977"/>
                </a:moveTo>
                <a:cubicBezTo>
                  <a:pt x="76352" y="45415"/>
                  <a:pt x="131064" y="46634"/>
                  <a:pt x="207569" y="46634"/>
                </a:cubicBezTo>
                <a:cubicBezTo>
                  <a:pt x="284074" y="46634"/>
                  <a:pt x="338785" y="45415"/>
                  <a:pt x="371704" y="42977"/>
                </a:cubicBezTo>
                <a:lnTo>
                  <a:pt x="371704" y="72237"/>
                </a:lnTo>
                <a:cubicBezTo>
                  <a:pt x="334213" y="69799"/>
                  <a:pt x="288036" y="68580"/>
                  <a:pt x="233172" y="68580"/>
                </a:cubicBezTo>
                <a:lnTo>
                  <a:pt x="233172" y="192938"/>
                </a:lnTo>
                <a:cubicBezTo>
                  <a:pt x="301447" y="192329"/>
                  <a:pt x="345948" y="190957"/>
                  <a:pt x="366674" y="188823"/>
                </a:cubicBezTo>
                <a:lnTo>
                  <a:pt x="366674" y="217627"/>
                </a:lnTo>
                <a:cubicBezTo>
                  <a:pt x="348082" y="215493"/>
                  <a:pt x="303581" y="214427"/>
                  <a:pt x="233172" y="214427"/>
                </a:cubicBezTo>
                <a:lnTo>
                  <a:pt x="233172" y="368960"/>
                </a:lnTo>
                <a:lnTo>
                  <a:pt x="302209" y="368960"/>
                </a:lnTo>
                <a:cubicBezTo>
                  <a:pt x="325984" y="368960"/>
                  <a:pt x="360578" y="367436"/>
                  <a:pt x="405994" y="364388"/>
                </a:cubicBezTo>
                <a:lnTo>
                  <a:pt x="405994" y="396849"/>
                </a:lnTo>
                <a:cubicBezTo>
                  <a:pt x="363931" y="394106"/>
                  <a:pt x="294437" y="392735"/>
                  <a:pt x="197510" y="392735"/>
                </a:cubicBezTo>
                <a:cubicBezTo>
                  <a:pt x="100584" y="392735"/>
                  <a:pt x="34747" y="394106"/>
                  <a:pt x="0" y="396849"/>
                </a:cubicBezTo>
                <a:lnTo>
                  <a:pt x="0" y="364388"/>
                </a:lnTo>
                <a:cubicBezTo>
                  <a:pt x="36271" y="367131"/>
                  <a:pt x="64160" y="368655"/>
                  <a:pt x="83668" y="368960"/>
                </a:cubicBezTo>
                <a:lnTo>
                  <a:pt x="83668" y="205740"/>
                </a:lnTo>
                <a:cubicBezTo>
                  <a:pt x="83668" y="181661"/>
                  <a:pt x="82448" y="164744"/>
                  <a:pt x="80010" y="154991"/>
                </a:cubicBezTo>
                <a:cubicBezTo>
                  <a:pt x="92812" y="157429"/>
                  <a:pt x="105308" y="158648"/>
                  <a:pt x="117500" y="158648"/>
                </a:cubicBezTo>
                <a:cubicBezTo>
                  <a:pt x="122072" y="158648"/>
                  <a:pt x="124358" y="159791"/>
                  <a:pt x="124358" y="162077"/>
                </a:cubicBezTo>
                <a:cubicBezTo>
                  <a:pt x="124358" y="164363"/>
                  <a:pt x="122987" y="166421"/>
                  <a:pt x="120244" y="168249"/>
                </a:cubicBezTo>
                <a:cubicBezTo>
                  <a:pt x="114148" y="171907"/>
                  <a:pt x="111100" y="178155"/>
                  <a:pt x="111100" y="186995"/>
                </a:cubicBezTo>
                <a:lnTo>
                  <a:pt x="111100" y="368960"/>
                </a:lnTo>
                <a:lnTo>
                  <a:pt x="204826" y="368960"/>
                </a:lnTo>
                <a:lnTo>
                  <a:pt x="204826" y="68580"/>
                </a:lnTo>
                <a:cubicBezTo>
                  <a:pt x="128930" y="68580"/>
                  <a:pt x="75133" y="69799"/>
                  <a:pt x="43434" y="72237"/>
                </a:cubicBezTo>
                <a:close/>
                <a:moveTo>
                  <a:pt x="3180740" y="26975"/>
                </a:moveTo>
                <a:lnTo>
                  <a:pt x="3360877" y="26975"/>
                </a:lnTo>
                <a:lnTo>
                  <a:pt x="3360877" y="58979"/>
                </a:lnTo>
                <a:lnTo>
                  <a:pt x="3287725" y="58979"/>
                </a:lnTo>
                <a:lnTo>
                  <a:pt x="3287725" y="355244"/>
                </a:lnTo>
                <a:lnTo>
                  <a:pt x="3254350" y="355244"/>
                </a:lnTo>
                <a:lnTo>
                  <a:pt x="3254350" y="58979"/>
                </a:lnTo>
                <a:lnTo>
                  <a:pt x="3180740" y="58979"/>
                </a:lnTo>
                <a:close/>
                <a:moveTo>
                  <a:pt x="1403604" y="26975"/>
                </a:moveTo>
                <a:cubicBezTo>
                  <a:pt x="1442009" y="48615"/>
                  <a:pt x="1469898" y="65989"/>
                  <a:pt x="1487272" y="79095"/>
                </a:cubicBezTo>
                <a:lnTo>
                  <a:pt x="1469441" y="101955"/>
                </a:lnTo>
                <a:cubicBezTo>
                  <a:pt x="1453896" y="87630"/>
                  <a:pt x="1426921" y="70104"/>
                  <a:pt x="1388516" y="49377"/>
                </a:cubicBezTo>
                <a:close/>
                <a:moveTo>
                  <a:pt x="3992727" y="26060"/>
                </a:moveTo>
                <a:cubicBezTo>
                  <a:pt x="4001567" y="32156"/>
                  <a:pt x="4016350" y="45567"/>
                  <a:pt x="4037076" y="66294"/>
                </a:cubicBezTo>
                <a:lnTo>
                  <a:pt x="4020160" y="83667"/>
                </a:lnTo>
                <a:cubicBezTo>
                  <a:pt x="4008272" y="68732"/>
                  <a:pt x="3993642" y="54711"/>
                  <a:pt x="3976268" y="41605"/>
                </a:cubicBezTo>
                <a:close/>
                <a:moveTo>
                  <a:pt x="2163928" y="26060"/>
                </a:moveTo>
                <a:cubicBezTo>
                  <a:pt x="2172767" y="32156"/>
                  <a:pt x="2187549" y="45567"/>
                  <a:pt x="2208276" y="66294"/>
                </a:cubicBezTo>
                <a:lnTo>
                  <a:pt x="2191360" y="83667"/>
                </a:lnTo>
                <a:cubicBezTo>
                  <a:pt x="2179472" y="68732"/>
                  <a:pt x="2164842" y="54711"/>
                  <a:pt x="2147468" y="41605"/>
                </a:cubicBezTo>
                <a:close/>
                <a:moveTo>
                  <a:pt x="4299966" y="13259"/>
                </a:moveTo>
                <a:cubicBezTo>
                  <a:pt x="4309415" y="16611"/>
                  <a:pt x="4317949" y="18288"/>
                  <a:pt x="4325569" y="18288"/>
                </a:cubicBezTo>
                <a:lnTo>
                  <a:pt x="4336999" y="17831"/>
                </a:lnTo>
                <a:cubicBezTo>
                  <a:pt x="4341267" y="17831"/>
                  <a:pt x="4343400" y="19050"/>
                  <a:pt x="4343400" y="21488"/>
                </a:cubicBezTo>
                <a:cubicBezTo>
                  <a:pt x="4343400" y="23927"/>
                  <a:pt x="4341952" y="26136"/>
                  <a:pt x="4339057" y="28118"/>
                </a:cubicBezTo>
                <a:cubicBezTo>
                  <a:pt x="4336161" y="30099"/>
                  <a:pt x="4333951" y="33071"/>
                  <a:pt x="4332427" y="37033"/>
                </a:cubicBezTo>
                <a:cubicBezTo>
                  <a:pt x="4330903" y="40995"/>
                  <a:pt x="4330065" y="44272"/>
                  <a:pt x="4329913" y="46863"/>
                </a:cubicBezTo>
                <a:cubicBezTo>
                  <a:pt x="4329760" y="49454"/>
                  <a:pt x="4329684" y="59664"/>
                  <a:pt x="4329684" y="77495"/>
                </a:cubicBezTo>
                <a:cubicBezTo>
                  <a:pt x="4329684" y="95326"/>
                  <a:pt x="4328770" y="114300"/>
                  <a:pt x="4326941" y="134417"/>
                </a:cubicBezTo>
                <a:cubicBezTo>
                  <a:pt x="4405275" y="134417"/>
                  <a:pt x="4466387" y="133045"/>
                  <a:pt x="4510278" y="130302"/>
                </a:cubicBezTo>
                <a:lnTo>
                  <a:pt x="4510278" y="163677"/>
                </a:lnTo>
                <a:cubicBezTo>
                  <a:pt x="4461815" y="160629"/>
                  <a:pt x="4400855" y="159105"/>
                  <a:pt x="4327398" y="159105"/>
                </a:cubicBezTo>
                <a:cubicBezTo>
                  <a:pt x="4342028" y="207569"/>
                  <a:pt x="4366032" y="250545"/>
                  <a:pt x="4399407" y="288036"/>
                </a:cubicBezTo>
                <a:cubicBezTo>
                  <a:pt x="4432783" y="325526"/>
                  <a:pt x="4473702" y="355244"/>
                  <a:pt x="4522165" y="377190"/>
                </a:cubicBezTo>
                <a:cubicBezTo>
                  <a:pt x="4509973" y="384200"/>
                  <a:pt x="4499915" y="395021"/>
                  <a:pt x="4491990" y="409651"/>
                </a:cubicBezTo>
                <a:cubicBezTo>
                  <a:pt x="4411218" y="360883"/>
                  <a:pt x="4352696" y="291389"/>
                  <a:pt x="4316425" y="201168"/>
                </a:cubicBezTo>
                <a:cubicBezTo>
                  <a:pt x="4306062" y="246583"/>
                  <a:pt x="4287469" y="285369"/>
                  <a:pt x="4260647" y="317525"/>
                </a:cubicBezTo>
                <a:cubicBezTo>
                  <a:pt x="4233825" y="349682"/>
                  <a:pt x="4192372" y="380543"/>
                  <a:pt x="4136288" y="410108"/>
                </a:cubicBezTo>
                <a:cubicBezTo>
                  <a:pt x="4127754" y="398526"/>
                  <a:pt x="4118001" y="389991"/>
                  <a:pt x="4107028" y="384505"/>
                </a:cubicBezTo>
                <a:cubicBezTo>
                  <a:pt x="4222852" y="336347"/>
                  <a:pt x="4286555" y="261213"/>
                  <a:pt x="4298137" y="159105"/>
                </a:cubicBezTo>
                <a:cubicBezTo>
                  <a:pt x="4231386" y="159105"/>
                  <a:pt x="4175608" y="160629"/>
                  <a:pt x="4130802" y="163677"/>
                </a:cubicBezTo>
                <a:lnTo>
                  <a:pt x="4130802" y="130302"/>
                </a:lnTo>
                <a:cubicBezTo>
                  <a:pt x="4181704" y="133045"/>
                  <a:pt x="4238092" y="134417"/>
                  <a:pt x="4299966" y="134417"/>
                </a:cubicBezTo>
                <a:cubicBezTo>
                  <a:pt x="4300271" y="116433"/>
                  <a:pt x="4300500" y="94488"/>
                  <a:pt x="4300652" y="68580"/>
                </a:cubicBezTo>
                <a:cubicBezTo>
                  <a:pt x="4300804" y="42672"/>
                  <a:pt x="4300576" y="24231"/>
                  <a:pt x="4299966" y="13259"/>
                </a:cubicBezTo>
                <a:close/>
                <a:moveTo>
                  <a:pt x="3747211" y="13259"/>
                </a:moveTo>
                <a:cubicBezTo>
                  <a:pt x="3755745" y="14478"/>
                  <a:pt x="3762756" y="15087"/>
                  <a:pt x="3768242" y="15087"/>
                </a:cubicBezTo>
                <a:lnTo>
                  <a:pt x="3783330" y="15087"/>
                </a:lnTo>
                <a:cubicBezTo>
                  <a:pt x="3786378" y="15087"/>
                  <a:pt x="3787902" y="15697"/>
                  <a:pt x="3787902" y="16916"/>
                </a:cubicBezTo>
                <a:cubicBezTo>
                  <a:pt x="3787902" y="18135"/>
                  <a:pt x="3786835" y="19659"/>
                  <a:pt x="3784702" y="21488"/>
                </a:cubicBezTo>
                <a:cubicBezTo>
                  <a:pt x="3779520" y="26365"/>
                  <a:pt x="3776929" y="33528"/>
                  <a:pt x="3776929" y="42977"/>
                </a:cubicBezTo>
                <a:lnTo>
                  <a:pt x="3776929" y="86868"/>
                </a:lnTo>
                <a:cubicBezTo>
                  <a:pt x="3808324" y="86258"/>
                  <a:pt x="3829050" y="85039"/>
                  <a:pt x="3839108" y="83210"/>
                </a:cubicBezTo>
                <a:lnTo>
                  <a:pt x="3839108" y="109271"/>
                </a:lnTo>
                <a:cubicBezTo>
                  <a:pt x="3826916" y="107137"/>
                  <a:pt x="3806190" y="106070"/>
                  <a:pt x="3776929" y="106070"/>
                </a:cubicBezTo>
                <a:lnTo>
                  <a:pt x="3776929" y="168249"/>
                </a:lnTo>
                <a:cubicBezTo>
                  <a:pt x="3802532" y="167945"/>
                  <a:pt x="3824783" y="166878"/>
                  <a:pt x="3843680" y="165049"/>
                </a:cubicBezTo>
                <a:lnTo>
                  <a:pt x="3843680" y="191567"/>
                </a:lnTo>
                <a:cubicBezTo>
                  <a:pt x="3832403" y="190347"/>
                  <a:pt x="3812895" y="189433"/>
                  <a:pt x="3785159" y="188823"/>
                </a:cubicBezTo>
                <a:lnTo>
                  <a:pt x="3785159" y="255117"/>
                </a:lnTo>
                <a:lnTo>
                  <a:pt x="3804361" y="255117"/>
                </a:lnTo>
                <a:cubicBezTo>
                  <a:pt x="3817772" y="255117"/>
                  <a:pt x="3829050" y="254355"/>
                  <a:pt x="3838194" y="252831"/>
                </a:cubicBezTo>
                <a:lnTo>
                  <a:pt x="3838194" y="277977"/>
                </a:lnTo>
                <a:cubicBezTo>
                  <a:pt x="3828136" y="275844"/>
                  <a:pt x="3816705" y="274777"/>
                  <a:pt x="3803904" y="274777"/>
                </a:cubicBezTo>
                <a:lnTo>
                  <a:pt x="3785159" y="274777"/>
                </a:lnTo>
                <a:lnTo>
                  <a:pt x="3785159" y="360731"/>
                </a:lnTo>
                <a:cubicBezTo>
                  <a:pt x="3827526" y="377495"/>
                  <a:pt x="3882542" y="385877"/>
                  <a:pt x="3950208" y="385877"/>
                </a:cubicBezTo>
                <a:cubicBezTo>
                  <a:pt x="3989832" y="385877"/>
                  <a:pt x="4030218" y="382829"/>
                  <a:pt x="4071366" y="376733"/>
                </a:cubicBezTo>
                <a:cubicBezTo>
                  <a:pt x="4067099" y="384962"/>
                  <a:pt x="4063898" y="395478"/>
                  <a:pt x="4061765" y="408279"/>
                </a:cubicBezTo>
                <a:cubicBezTo>
                  <a:pt x="4031894" y="409194"/>
                  <a:pt x="4005072" y="409651"/>
                  <a:pt x="3981298" y="409651"/>
                </a:cubicBezTo>
                <a:cubicBezTo>
                  <a:pt x="3898392" y="409651"/>
                  <a:pt x="3838803" y="404165"/>
                  <a:pt x="3802532" y="393192"/>
                </a:cubicBezTo>
                <a:cubicBezTo>
                  <a:pt x="3766261" y="382219"/>
                  <a:pt x="3735171" y="362559"/>
                  <a:pt x="3709263" y="334213"/>
                </a:cubicBezTo>
                <a:cubicBezTo>
                  <a:pt x="3704082" y="356768"/>
                  <a:pt x="3694786" y="383895"/>
                  <a:pt x="3681374" y="415595"/>
                </a:cubicBezTo>
                <a:cubicBezTo>
                  <a:pt x="3673145" y="411327"/>
                  <a:pt x="3663848" y="408889"/>
                  <a:pt x="3653485" y="408279"/>
                </a:cubicBezTo>
                <a:cubicBezTo>
                  <a:pt x="3680917" y="357378"/>
                  <a:pt x="3695395" y="297027"/>
                  <a:pt x="3696919" y="227228"/>
                </a:cubicBezTo>
                <a:cubicBezTo>
                  <a:pt x="3707587" y="230886"/>
                  <a:pt x="3716731" y="232867"/>
                  <a:pt x="3724351" y="233172"/>
                </a:cubicBezTo>
                <a:cubicBezTo>
                  <a:pt x="3728313" y="233477"/>
                  <a:pt x="3730295" y="235305"/>
                  <a:pt x="3730295" y="238658"/>
                </a:cubicBezTo>
                <a:cubicBezTo>
                  <a:pt x="3730295" y="240792"/>
                  <a:pt x="3729380" y="242773"/>
                  <a:pt x="3727552" y="244602"/>
                </a:cubicBezTo>
                <a:cubicBezTo>
                  <a:pt x="3724199" y="247955"/>
                  <a:pt x="3720084" y="267462"/>
                  <a:pt x="3715207" y="303123"/>
                </a:cubicBezTo>
                <a:cubicBezTo>
                  <a:pt x="3725875" y="322021"/>
                  <a:pt x="3741420" y="337261"/>
                  <a:pt x="3761842" y="348843"/>
                </a:cubicBezTo>
                <a:lnTo>
                  <a:pt x="3761842" y="188366"/>
                </a:lnTo>
                <a:cubicBezTo>
                  <a:pt x="3717341" y="188366"/>
                  <a:pt x="3682746" y="189433"/>
                  <a:pt x="3658057" y="191567"/>
                </a:cubicBezTo>
                <a:lnTo>
                  <a:pt x="3658057" y="165049"/>
                </a:lnTo>
                <a:cubicBezTo>
                  <a:pt x="3670554" y="166573"/>
                  <a:pt x="3701491" y="167640"/>
                  <a:pt x="3750869" y="168249"/>
                </a:cubicBezTo>
                <a:lnTo>
                  <a:pt x="3750869" y="105613"/>
                </a:lnTo>
                <a:cubicBezTo>
                  <a:pt x="3714902" y="105613"/>
                  <a:pt x="3690366" y="106832"/>
                  <a:pt x="3677260" y="109271"/>
                </a:cubicBezTo>
                <a:lnTo>
                  <a:pt x="3677260" y="83210"/>
                </a:lnTo>
                <a:cubicBezTo>
                  <a:pt x="3693719" y="85649"/>
                  <a:pt x="3718255" y="86868"/>
                  <a:pt x="3750869" y="86868"/>
                </a:cubicBezTo>
                <a:cubicBezTo>
                  <a:pt x="3750259" y="50292"/>
                  <a:pt x="3749040" y="25755"/>
                  <a:pt x="3747211" y="13259"/>
                </a:cubicBezTo>
                <a:close/>
                <a:moveTo>
                  <a:pt x="2471166" y="13259"/>
                </a:moveTo>
                <a:cubicBezTo>
                  <a:pt x="2480615" y="16611"/>
                  <a:pt x="2489149" y="18288"/>
                  <a:pt x="2496769" y="18288"/>
                </a:cubicBezTo>
                <a:lnTo>
                  <a:pt x="2508199" y="17831"/>
                </a:lnTo>
                <a:cubicBezTo>
                  <a:pt x="2512466" y="17831"/>
                  <a:pt x="2514600" y="19050"/>
                  <a:pt x="2514600" y="21488"/>
                </a:cubicBezTo>
                <a:cubicBezTo>
                  <a:pt x="2514600" y="23927"/>
                  <a:pt x="2513152" y="26136"/>
                  <a:pt x="2510257" y="28118"/>
                </a:cubicBezTo>
                <a:cubicBezTo>
                  <a:pt x="2507361" y="30099"/>
                  <a:pt x="2505151" y="33071"/>
                  <a:pt x="2503627" y="37033"/>
                </a:cubicBezTo>
                <a:cubicBezTo>
                  <a:pt x="2502103" y="40995"/>
                  <a:pt x="2501265" y="44272"/>
                  <a:pt x="2501112" y="46863"/>
                </a:cubicBezTo>
                <a:cubicBezTo>
                  <a:pt x="2500960" y="49454"/>
                  <a:pt x="2500884" y="59664"/>
                  <a:pt x="2500884" y="77495"/>
                </a:cubicBezTo>
                <a:cubicBezTo>
                  <a:pt x="2500884" y="95326"/>
                  <a:pt x="2499969" y="114300"/>
                  <a:pt x="2498141" y="134417"/>
                </a:cubicBezTo>
                <a:cubicBezTo>
                  <a:pt x="2576474" y="134417"/>
                  <a:pt x="2637587" y="133045"/>
                  <a:pt x="2681478" y="130302"/>
                </a:cubicBezTo>
                <a:lnTo>
                  <a:pt x="2681478" y="163677"/>
                </a:lnTo>
                <a:cubicBezTo>
                  <a:pt x="2633015" y="160629"/>
                  <a:pt x="2572055" y="159105"/>
                  <a:pt x="2498598" y="159105"/>
                </a:cubicBezTo>
                <a:cubicBezTo>
                  <a:pt x="2513228" y="207569"/>
                  <a:pt x="2537231" y="250545"/>
                  <a:pt x="2570607" y="288036"/>
                </a:cubicBezTo>
                <a:cubicBezTo>
                  <a:pt x="2603983" y="325526"/>
                  <a:pt x="2644902" y="355244"/>
                  <a:pt x="2693365" y="377190"/>
                </a:cubicBezTo>
                <a:cubicBezTo>
                  <a:pt x="2681173" y="384200"/>
                  <a:pt x="2671115" y="395021"/>
                  <a:pt x="2663190" y="409651"/>
                </a:cubicBezTo>
                <a:cubicBezTo>
                  <a:pt x="2582418" y="360883"/>
                  <a:pt x="2523897" y="291389"/>
                  <a:pt x="2487625" y="201168"/>
                </a:cubicBezTo>
                <a:cubicBezTo>
                  <a:pt x="2477262" y="246583"/>
                  <a:pt x="2458669" y="285369"/>
                  <a:pt x="2431847" y="317525"/>
                </a:cubicBezTo>
                <a:cubicBezTo>
                  <a:pt x="2405024" y="349682"/>
                  <a:pt x="2363571" y="380543"/>
                  <a:pt x="2307488" y="410108"/>
                </a:cubicBezTo>
                <a:cubicBezTo>
                  <a:pt x="2298954" y="398526"/>
                  <a:pt x="2289200" y="389991"/>
                  <a:pt x="2278228" y="384505"/>
                </a:cubicBezTo>
                <a:cubicBezTo>
                  <a:pt x="2394052" y="336347"/>
                  <a:pt x="2457755" y="261213"/>
                  <a:pt x="2469337" y="159105"/>
                </a:cubicBezTo>
                <a:cubicBezTo>
                  <a:pt x="2402586" y="159105"/>
                  <a:pt x="2346808" y="160629"/>
                  <a:pt x="2302002" y="163677"/>
                </a:cubicBezTo>
                <a:lnTo>
                  <a:pt x="2302002" y="130302"/>
                </a:lnTo>
                <a:cubicBezTo>
                  <a:pt x="2352903" y="133045"/>
                  <a:pt x="2409291" y="134417"/>
                  <a:pt x="2471166" y="134417"/>
                </a:cubicBezTo>
                <a:cubicBezTo>
                  <a:pt x="2471471" y="116433"/>
                  <a:pt x="2471699" y="94488"/>
                  <a:pt x="2471852" y="68580"/>
                </a:cubicBezTo>
                <a:cubicBezTo>
                  <a:pt x="2472004" y="42672"/>
                  <a:pt x="2471776" y="24231"/>
                  <a:pt x="2471166" y="13259"/>
                </a:cubicBezTo>
                <a:close/>
                <a:moveTo>
                  <a:pt x="1918411" y="13259"/>
                </a:moveTo>
                <a:cubicBezTo>
                  <a:pt x="1926946" y="14478"/>
                  <a:pt x="1933956" y="15087"/>
                  <a:pt x="1939442" y="15087"/>
                </a:cubicBezTo>
                <a:lnTo>
                  <a:pt x="1954530" y="15087"/>
                </a:lnTo>
                <a:cubicBezTo>
                  <a:pt x="1957578" y="15087"/>
                  <a:pt x="1959102" y="15697"/>
                  <a:pt x="1959102" y="16916"/>
                </a:cubicBezTo>
                <a:cubicBezTo>
                  <a:pt x="1959102" y="18135"/>
                  <a:pt x="1958035" y="19659"/>
                  <a:pt x="1955902" y="21488"/>
                </a:cubicBezTo>
                <a:cubicBezTo>
                  <a:pt x="1950720" y="26365"/>
                  <a:pt x="1948129" y="33528"/>
                  <a:pt x="1948129" y="42977"/>
                </a:cubicBezTo>
                <a:lnTo>
                  <a:pt x="1948129" y="86868"/>
                </a:lnTo>
                <a:cubicBezTo>
                  <a:pt x="1979523" y="86258"/>
                  <a:pt x="2000250" y="85039"/>
                  <a:pt x="2010308" y="83210"/>
                </a:cubicBezTo>
                <a:lnTo>
                  <a:pt x="2010308" y="109271"/>
                </a:lnTo>
                <a:cubicBezTo>
                  <a:pt x="1998116" y="107137"/>
                  <a:pt x="1977390" y="106070"/>
                  <a:pt x="1948129" y="106070"/>
                </a:cubicBezTo>
                <a:lnTo>
                  <a:pt x="1948129" y="168249"/>
                </a:lnTo>
                <a:cubicBezTo>
                  <a:pt x="1973732" y="167945"/>
                  <a:pt x="1995983" y="166878"/>
                  <a:pt x="2014880" y="165049"/>
                </a:cubicBezTo>
                <a:lnTo>
                  <a:pt x="2014880" y="191567"/>
                </a:lnTo>
                <a:cubicBezTo>
                  <a:pt x="2003603" y="190347"/>
                  <a:pt x="1984095" y="189433"/>
                  <a:pt x="1956359" y="188823"/>
                </a:cubicBezTo>
                <a:lnTo>
                  <a:pt x="1956359" y="255117"/>
                </a:lnTo>
                <a:lnTo>
                  <a:pt x="1975561" y="255117"/>
                </a:lnTo>
                <a:cubicBezTo>
                  <a:pt x="1988972" y="255117"/>
                  <a:pt x="2000250" y="254355"/>
                  <a:pt x="2009394" y="252831"/>
                </a:cubicBezTo>
                <a:lnTo>
                  <a:pt x="2009394" y="277977"/>
                </a:lnTo>
                <a:cubicBezTo>
                  <a:pt x="1999336" y="275844"/>
                  <a:pt x="1987906" y="274777"/>
                  <a:pt x="1975104" y="274777"/>
                </a:cubicBezTo>
                <a:lnTo>
                  <a:pt x="1956359" y="274777"/>
                </a:lnTo>
                <a:lnTo>
                  <a:pt x="1956359" y="360731"/>
                </a:lnTo>
                <a:cubicBezTo>
                  <a:pt x="1998726" y="377495"/>
                  <a:pt x="2053742" y="385877"/>
                  <a:pt x="2121408" y="385877"/>
                </a:cubicBezTo>
                <a:cubicBezTo>
                  <a:pt x="2161032" y="385877"/>
                  <a:pt x="2201418" y="382829"/>
                  <a:pt x="2242566" y="376733"/>
                </a:cubicBezTo>
                <a:cubicBezTo>
                  <a:pt x="2238299" y="384962"/>
                  <a:pt x="2235098" y="395478"/>
                  <a:pt x="2232965" y="408279"/>
                </a:cubicBezTo>
                <a:cubicBezTo>
                  <a:pt x="2203094" y="409194"/>
                  <a:pt x="2176272" y="409651"/>
                  <a:pt x="2152498" y="409651"/>
                </a:cubicBezTo>
                <a:cubicBezTo>
                  <a:pt x="2069592" y="409651"/>
                  <a:pt x="2010004" y="404165"/>
                  <a:pt x="1973732" y="393192"/>
                </a:cubicBezTo>
                <a:cubicBezTo>
                  <a:pt x="1937461" y="382219"/>
                  <a:pt x="1906372" y="362559"/>
                  <a:pt x="1880464" y="334213"/>
                </a:cubicBezTo>
                <a:cubicBezTo>
                  <a:pt x="1875282" y="356768"/>
                  <a:pt x="1865986" y="383895"/>
                  <a:pt x="1852574" y="415595"/>
                </a:cubicBezTo>
                <a:cubicBezTo>
                  <a:pt x="1844345" y="411327"/>
                  <a:pt x="1835049" y="408889"/>
                  <a:pt x="1824685" y="408279"/>
                </a:cubicBezTo>
                <a:cubicBezTo>
                  <a:pt x="1852117" y="357378"/>
                  <a:pt x="1866595" y="297027"/>
                  <a:pt x="1868119" y="227228"/>
                </a:cubicBezTo>
                <a:cubicBezTo>
                  <a:pt x="1878787" y="230886"/>
                  <a:pt x="1887931" y="232867"/>
                  <a:pt x="1895551" y="233172"/>
                </a:cubicBezTo>
                <a:cubicBezTo>
                  <a:pt x="1899514" y="233477"/>
                  <a:pt x="1901495" y="235305"/>
                  <a:pt x="1901495" y="238658"/>
                </a:cubicBezTo>
                <a:cubicBezTo>
                  <a:pt x="1901495" y="240792"/>
                  <a:pt x="1900580" y="242773"/>
                  <a:pt x="1898752" y="244602"/>
                </a:cubicBezTo>
                <a:cubicBezTo>
                  <a:pt x="1895399" y="247955"/>
                  <a:pt x="1891284" y="267462"/>
                  <a:pt x="1886407" y="303123"/>
                </a:cubicBezTo>
                <a:cubicBezTo>
                  <a:pt x="1897075" y="322021"/>
                  <a:pt x="1912620" y="337261"/>
                  <a:pt x="1933042" y="348843"/>
                </a:cubicBezTo>
                <a:lnTo>
                  <a:pt x="1933042" y="188366"/>
                </a:lnTo>
                <a:cubicBezTo>
                  <a:pt x="1888541" y="188366"/>
                  <a:pt x="1853946" y="189433"/>
                  <a:pt x="1829257" y="191567"/>
                </a:cubicBezTo>
                <a:lnTo>
                  <a:pt x="1829257" y="165049"/>
                </a:lnTo>
                <a:cubicBezTo>
                  <a:pt x="1841754" y="166573"/>
                  <a:pt x="1872691" y="167640"/>
                  <a:pt x="1922069" y="168249"/>
                </a:cubicBezTo>
                <a:lnTo>
                  <a:pt x="1922069" y="105613"/>
                </a:lnTo>
                <a:cubicBezTo>
                  <a:pt x="1886103" y="105613"/>
                  <a:pt x="1861566" y="106832"/>
                  <a:pt x="1848460" y="109271"/>
                </a:cubicBezTo>
                <a:lnTo>
                  <a:pt x="1848460" y="83210"/>
                </a:lnTo>
                <a:cubicBezTo>
                  <a:pt x="1864919" y="85649"/>
                  <a:pt x="1889455" y="86868"/>
                  <a:pt x="1922069" y="86868"/>
                </a:cubicBezTo>
                <a:cubicBezTo>
                  <a:pt x="1921459" y="50292"/>
                  <a:pt x="1920240" y="25755"/>
                  <a:pt x="1918411" y="13259"/>
                </a:cubicBezTo>
                <a:close/>
                <a:moveTo>
                  <a:pt x="3931463" y="12344"/>
                </a:moveTo>
                <a:cubicBezTo>
                  <a:pt x="3936644" y="14173"/>
                  <a:pt x="3946855" y="15087"/>
                  <a:pt x="3962095" y="15087"/>
                </a:cubicBezTo>
                <a:cubicBezTo>
                  <a:pt x="3964838" y="15087"/>
                  <a:pt x="3966210" y="15926"/>
                  <a:pt x="3966210" y="17602"/>
                </a:cubicBezTo>
                <a:cubicBezTo>
                  <a:pt x="3966210" y="19278"/>
                  <a:pt x="3964991" y="21031"/>
                  <a:pt x="3962552" y="22860"/>
                </a:cubicBezTo>
                <a:cubicBezTo>
                  <a:pt x="3957980" y="25908"/>
                  <a:pt x="3956152" y="50139"/>
                  <a:pt x="3957066" y="95555"/>
                </a:cubicBezTo>
                <a:cubicBezTo>
                  <a:pt x="4003700" y="95555"/>
                  <a:pt x="4035400" y="94640"/>
                  <a:pt x="4052163" y="92811"/>
                </a:cubicBezTo>
                <a:lnTo>
                  <a:pt x="4052163" y="117500"/>
                </a:lnTo>
                <a:cubicBezTo>
                  <a:pt x="4032656" y="115367"/>
                  <a:pt x="4007053" y="114300"/>
                  <a:pt x="3975354" y="114300"/>
                </a:cubicBezTo>
                <a:lnTo>
                  <a:pt x="3957523" y="114300"/>
                </a:lnTo>
                <a:cubicBezTo>
                  <a:pt x="3959352" y="160020"/>
                  <a:pt x="3964534" y="199034"/>
                  <a:pt x="3973068" y="231343"/>
                </a:cubicBezTo>
                <a:cubicBezTo>
                  <a:pt x="3988918" y="202997"/>
                  <a:pt x="4000348" y="174650"/>
                  <a:pt x="4007358" y="146304"/>
                </a:cubicBezTo>
                <a:cubicBezTo>
                  <a:pt x="4015587" y="150876"/>
                  <a:pt x="4024732" y="155143"/>
                  <a:pt x="4034790" y="159105"/>
                </a:cubicBezTo>
                <a:cubicBezTo>
                  <a:pt x="4037838" y="160325"/>
                  <a:pt x="4039362" y="162001"/>
                  <a:pt x="4039362" y="164135"/>
                </a:cubicBezTo>
                <a:cubicBezTo>
                  <a:pt x="4039362" y="166268"/>
                  <a:pt x="4038448" y="167945"/>
                  <a:pt x="4036619" y="169164"/>
                </a:cubicBezTo>
                <a:cubicBezTo>
                  <a:pt x="4030827" y="171907"/>
                  <a:pt x="4026103" y="177393"/>
                  <a:pt x="4022445" y="185623"/>
                </a:cubicBezTo>
                <a:cubicBezTo>
                  <a:pt x="4010253" y="212141"/>
                  <a:pt x="3997300" y="237439"/>
                  <a:pt x="3983584" y="261518"/>
                </a:cubicBezTo>
                <a:cubicBezTo>
                  <a:pt x="3999128" y="296875"/>
                  <a:pt x="4010558" y="314553"/>
                  <a:pt x="4017874" y="314553"/>
                </a:cubicBezTo>
                <a:cubicBezTo>
                  <a:pt x="4023969" y="314553"/>
                  <a:pt x="4028389" y="301752"/>
                  <a:pt x="4031132" y="276149"/>
                </a:cubicBezTo>
                <a:cubicBezTo>
                  <a:pt x="4038448" y="282549"/>
                  <a:pt x="4045915" y="287426"/>
                  <a:pt x="4053535" y="290779"/>
                </a:cubicBezTo>
                <a:cubicBezTo>
                  <a:pt x="4040429" y="327050"/>
                  <a:pt x="4028237" y="345186"/>
                  <a:pt x="4016959" y="345186"/>
                </a:cubicBezTo>
                <a:cubicBezTo>
                  <a:pt x="4013911" y="345186"/>
                  <a:pt x="4009949" y="343128"/>
                  <a:pt x="4005072" y="339014"/>
                </a:cubicBezTo>
                <a:cubicBezTo>
                  <a:pt x="4000195" y="334899"/>
                  <a:pt x="3994099" y="328041"/>
                  <a:pt x="3986784" y="318440"/>
                </a:cubicBezTo>
                <a:cubicBezTo>
                  <a:pt x="3979469" y="308838"/>
                  <a:pt x="3973220" y="299009"/>
                  <a:pt x="3968039" y="288950"/>
                </a:cubicBezTo>
                <a:cubicBezTo>
                  <a:pt x="3954323" y="312115"/>
                  <a:pt x="3938016" y="333451"/>
                  <a:pt x="3919118" y="352958"/>
                </a:cubicBezTo>
                <a:cubicBezTo>
                  <a:pt x="3910584" y="345033"/>
                  <a:pt x="3899459" y="340614"/>
                  <a:pt x="3885743" y="339699"/>
                </a:cubicBezTo>
                <a:cubicBezTo>
                  <a:pt x="3913175" y="322021"/>
                  <a:pt x="3937102" y="295199"/>
                  <a:pt x="3957523" y="259232"/>
                </a:cubicBezTo>
                <a:cubicBezTo>
                  <a:pt x="3943198" y="210159"/>
                  <a:pt x="3935273" y="161849"/>
                  <a:pt x="3933749" y="114300"/>
                </a:cubicBezTo>
                <a:lnTo>
                  <a:pt x="3881171" y="114300"/>
                </a:lnTo>
                <a:lnTo>
                  <a:pt x="3881171" y="273863"/>
                </a:lnTo>
                <a:cubicBezTo>
                  <a:pt x="3895496" y="264109"/>
                  <a:pt x="3907841" y="252679"/>
                  <a:pt x="3918204" y="239573"/>
                </a:cubicBezTo>
                <a:cubicBezTo>
                  <a:pt x="3917899" y="240182"/>
                  <a:pt x="3922624" y="248107"/>
                  <a:pt x="3932377" y="263347"/>
                </a:cubicBezTo>
                <a:cubicBezTo>
                  <a:pt x="3903421" y="284683"/>
                  <a:pt x="3879190" y="305714"/>
                  <a:pt x="3859682" y="326441"/>
                </a:cubicBezTo>
                <a:cubicBezTo>
                  <a:pt x="3855415" y="320040"/>
                  <a:pt x="3848862" y="313487"/>
                  <a:pt x="3840023" y="306781"/>
                </a:cubicBezTo>
                <a:cubicBezTo>
                  <a:pt x="3852215" y="295808"/>
                  <a:pt x="3858311" y="278892"/>
                  <a:pt x="3858311" y="256032"/>
                </a:cubicBezTo>
                <a:lnTo>
                  <a:pt x="3858311" y="146304"/>
                </a:lnTo>
                <a:cubicBezTo>
                  <a:pt x="3858311" y="117957"/>
                  <a:pt x="3858006" y="100127"/>
                  <a:pt x="3857396" y="92811"/>
                </a:cubicBezTo>
                <a:cubicBezTo>
                  <a:pt x="3870503" y="94031"/>
                  <a:pt x="3895801" y="94945"/>
                  <a:pt x="3933292" y="95555"/>
                </a:cubicBezTo>
                <a:close/>
                <a:moveTo>
                  <a:pt x="2102663" y="12344"/>
                </a:moveTo>
                <a:cubicBezTo>
                  <a:pt x="2107844" y="14173"/>
                  <a:pt x="2118055" y="15087"/>
                  <a:pt x="2133295" y="15087"/>
                </a:cubicBezTo>
                <a:cubicBezTo>
                  <a:pt x="2136038" y="15087"/>
                  <a:pt x="2137410" y="15926"/>
                  <a:pt x="2137410" y="17602"/>
                </a:cubicBezTo>
                <a:cubicBezTo>
                  <a:pt x="2137410" y="19278"/>
                  <a:pt x="2136191" y="21031"/>
                  <a:pt x="2133752" y="22860"/>
                </a:cubicBezTo>
                <a:cubicBezTo>
                  <a:pt x="2129180" y="25908"/>
                  <a:pt x="2127352" y="50139"/>
                  <a:pt x="2128266" y="95555"/>
                </a:cubicBezTo>
                <a:cubicBezTo>
                  <a:pt x="2174900" y="95555"/>
                  <a:pt x="2206600" y="94640"/>
                  <a:pt x="2223364" y="92811"/>
                </a:cubicBezTo>
                <a:lnTo>
                  <a:pt x="2223364" y="117500"/>
                </a:lnTo>
                <a:cubicBezTo>
                  <a:pt x="2203856" y="115367"/>
                  <a:pt x="2178253" y="114300"/>
                  <a:pt x="2146554" y="114300"/>
                </a:cubicBezTo>
                <a:lnTo>
                  <a:pt x="2128723" y="114300"/>
                </a:lnTo>
                <a:cubicBezTo>
                  <a:pt x="2130552" y="160020"/>
                  <a:pt x="2135734" y="199034"/>
                  <a:pt x="2144268" y="231343"/>
                </a:cubicBezTo>
                <a:cubicBezTo>
                  <a:pt x="2160118" y="202997"/>
                  <a:pt x="2171548" y="174650"/>
                  <a:pt x="2178558" y="146304"/>
                </a:cubicBezTo>
                <a:cubicBezTo>
                  <a:pt x="2186788" y="150876"/>
                  <a:pt x="2195932" y="155143"/>
                  <a:pt x="2205990" y="159105"/>
                </a:cubicBezTo>
                <a:cubicBezTo>
                  <a:pt x="2209038" y="160325"/>
                  <a:pt x="2210562" y="162001"/>
                  <a:pt x="2210562" y="164135"/>
                </a:cubicBezTo>
                <a:cubicBezTo>
                  <a:pt x="2210562" y="166268"/>
                  <a:pt x="2209648" y="167945"/>
                  <a:pt x="2207819" y="169164"/>
                </a:cubicBezTo>
                <a:cubicBezTo>
                  <a:pt x="2202028" y="171907"/>
                  <a:pt x="2197303" y="177393"/>
                  <a:pt x="2193646" y="185623"/>
                </a:cubicBezTo>
                <a:cubicBezTo>
                  <a:pt x="2181454" y="212141"/>
                  <a:pt x="2168500" y="237439"/>
                  <a:pt x="2154784" y="261518"/>
                </a:cubicBezTo>
                <a:cubicBezTo>
                  <a:pt x="2170328" y="296875"/>
                  <a:pt x="2181758" y="314553"/>
                  <a:pt x="2189074" y="314553"/>
                </a:cubicBezTo>
                <a:cubicBezTo>
                  <a:pt x="2195170" y="314553"/>
                  <a:pt x="2199589" y="301752"/>
                  <a:pt x="2202332" y="276149"/>
                </a:cubicBezTo>
                <a:cubicBezTo>
                  <a:pt x="2209648" y="282549"/>
                  <a:pt x="2217115" y="287426"/>
                  <a:pt x="2224735" y="290779"/>
                </a:cubicBezTo>
                <a:cubicBezTo>
                  <a:pt x="2211629" y="327050"/>
                  <a:pt x="2199437" y="345186"/>
                  <a:pt x="2188159" y="345186"/>
                </a:cubicBezTo>
                <a:cubicBezTo>
                  <a:pt x="2185111" y="345186"/>
                  <a:pt x="2181149" y="343128"/>
                  <a:pt x="2176272" y="339014"/>
                </a:cubicBezTo>
                <a:cubicBezTo>
                  <a:pt x="2171395" y="334899"/>
                  <a:pt x="2165299" y="328041"/>
                  <a:pt x="2157984" y="318440"/>
                </a:cubicBezTo>
                <a:cubicBezTo>
                  <a:pt x="2150669" y="308838"/>
                  <a:pt x="2144420" y="299009"/>
                  <a:pt x="2139239" y="288950"/>
                </a:cubicBezTo>
                <a:cubicBezTo>
                  <a:pt x="2125523" y="312115"/>
                  <a:pt x="2109216" y="333451"/>
                  <a:pt x="2090318" y="352958"/>
                </a:cubicBezTo>
                <a:cubicBezTo>
                  <a:pt x="2081784" y="345033"/>
                  <a:pt x="2070659" y="340614"/>
                  <a:pt x="2056943" y="339699"/>
                </a:cubicBezTo>
                <a:cubicBezTo>
                  <a:pt x="2084375" y="322021"/>
                  <a:pt x="2108302" y="295199"/>
                  <a:pt x="2128723" y="259232"/>
                </a:cubicBezTo>
                <a:cubicBezTo>
                  <a:pt x="2114398" y="210159"/>
                  <a:pt x="2106473" y="161849"/>
                  <a:pt x="2104949" y="114300"/>
                </a:cubicBezTo>
                <a:lnTo>
                  <a:pt x="2052371" y="114300"/>
                </a:lnTo>
                <a:lnTo>
                  <a:pt x="2052371" y="273863"/>
                </a:lnTo>
                <a:cubicBezTo>
                  <a:pt x="2066697" y="264109"/>
                  <a:pt x="2079041" y="252679"/>
                  <a:pt x="2089404" y="239573"/>
                </a:cubicBezTo>
                <a:cubicBezTo>
                  <a:pt x="2089099" y="240182"/>
                  <a:pt x="2093823" y="248107"/>
                  <a:pt x="2103577" y="263347"/>
                </a:cubicBezTo>
                <a:cubicBezTo>
                  <a:pt x="2074621" y="284683"/>
                  <a:pt x="2050390" y="305714"/>
                  <a:pt x="2030882" y="326441"/>
                </a:cubicBezTo>
                <a:cubicBezTo>
                  <a:pt x="2026615" y="320040"/>
                  <a:pt x="2020062" y="313487"/>
                  <a:pt x="2011223" y="306781"/>
                </a:cubicBezTo>
                <a:cubicBezTo>
                  <a:pt x="2023415" y="295808"/>
                  <a:pt x="2029511" y="278892"/>
                  <a:pt x="2029511" y="256032"/>
                </a:cubicBezTo>
                <a:lnTo>
                  <a:pt x="2029511" y="146304"/>
                </a:lnTo>
                <a:cubicBezTo>
                  <a:pt x="2029511" y="117957"/>
                  <a:pt x="2029206" y="100127"/>
                  <a:pt x="2028596" y="92811"/>
                </a:cubicBezTo>
                <a:cubicBezTo>
                  <a:pt x="2041703" y="94031"/>
                  <a:pt x="2067001" y="94945"/>
                  <a:pt x="2104492" y="95555"/>
                </a:cubicBezTo>
                <a:close/>
                <a:moveTo>
                  <a:pt x="1088136" y="8687"/>
                </a:moveTo>
                <a:cubicBezTo>
                  <a:pt x="1101852" y="10515"/>
                  <a:pt x="1115263" y="11430"/>
                  <a:pt x="1128370" y="11430"/>
                </a:cubicBezTo>
                <a:cubicBezTo>
                  <a:pt x="1133856" y="11430"/>
                  <a:pt x="1136599" y="12725"/>
                  <a:pt x="1136599" y="15316"/>
                </a:cubicBezTo>
                <a:cubicBezTo>
                  <a:pt x="1136599" y="17907"/>
                  <a:pt x="1135075" y="19812"/>
                  <a:pt x="1132027" y="21031"/>
                </a:cubicBezTo>
                <a:cubicBezTo>
                  <a:pt x="1128979" y="22250"/>
                  <a:pt x="1126541" y="24536"/>
                  <a:pt x="1124712" y="27889"/>
                </a:cubicBezTo>
                <a:cubicBezTo>
                  <a:pt x="1122883" y="31242"/>
                  <a:pt x="1121969" y="34290"/>
                  <a:pt x="1121969" y="37033"/>
                </a:cubicBezTo>
                <a:lnTo>
                  <a:pt x="1121969" y="83210"/>
                </a:lnTo>
                <a:cubicBezTo>
                  <a:pt x="1187806" y="82905"/>
                  <a:pt x="1235507" y="81077"/>
                  <a:pt x="1265072" y="77724"/>
                </a:cubicBezTo>
                <a:cubicBezTo>
                  <a:pt x="1262939" y="90221"/>
                  <a:pt x="1261872" y="107442"/>
                  <a:pt x="1261872" y="129387"/>
                </a:cubicBezTo>
                <a:lnTo>
                  <a:pt x="1261872" y="264261"/>
                </a:lnTo>
                <a:cubicBezTo>
                  <a:pt x="1261872" y="285902"/>
                  <a:pt x="1263396" y="307695"/>
                  <a:pt x="1266444" y="329641"/>
                </a:cubicBezTo>
                <a:lnTo>
                  <a:pt x="1233068" y="329641"/>
                </a:lnTo>
                <a:lnTo>
                  <a:pt x="1233068" y="296723"/>
                </a:lnTo>
                <a:lnTo>
                  <a:pt x="1121969" y="296723"/>
                </a:lnTo>
                <a:lnTo>
                  <a:pt x="1121969" y="360731"/>
                </a:lnTo>
                <a:cubicBezTo>
                  <a:pt x="1121969" y="370789"/>
                  <a:pt x="1122959" y="378104"/>
                  <a:pt x="1124941" y="382676"/>
                </a:cubicBezTo>
                <a:cubicBezTo>
                  <a:pt x="1126922" y="387248"/>
                  <a:pt x="1131265" y="390525"/>
                  <a:pt x="1137971" y="392506"/>
                </a:cubicBezTo>
                <a:cubicBezTo>
                  <a:pt x="1144677" y="394487"/>
                  <a:pt x="1155497" y="395478"/>
                  <a:pt x="1170432" y="395478"/>
                </a:cubicBezTo>
                <a:lnTo>
                  <a:pt x="1242670" y="395021"/>
                </a:lnTo>
                <a:cubicBezTo>
                  <a:pt x="1260958" y="395021"/>
                  <a:pt x="1273226" y="389534"/>
                  <a:pt x="1279474" y="378561"/>
                </a:cubicBezTo>
                <a:cubicBezTo>
                  <a:pt x="1285723" y="367589"/>
                  <a:pt x="1290218" y="350977"/>
                  <a:pt x="1292962" y="328727"/>
                </a:cubicBezTo>
                <a:cubicBezTo>
                  <a:pt x="1299972" y="336956"/>
                  <a:pt x="1310335" y="343205"/>
                  <a:pt x="1324051" y="347472"/>
                </a:cubicBezTo>
                <a:cubicBezTo>
                  <a:pt x="1316736" y="375818"/>
                  <a:pt x="1307668" y="395325"/>
                  <a:pt x="1296848" y="405993"/>
                </a:cubicBezTo>
                <a:cubicBezTo>
                  <a:pt x="1286027" y="416661"/>
                  <a:pt x="1268120" y="421995"/>
                  <a:pt x="1243127" y="421995"/>
                </a:cubicBezTo>
                <a:lnTo>
                  <a:pt x="1170889" y="421538"/>
                </a:lnTo>
                <a:cubicBezTo>
                  <a:pt x="1146810" y="421538"/>
                  <a:pt x="1129436" y="419862"/>
                  <a:pt x="1118768" y="416509"/>
                </a:cubicBezTo>
                <a:cubicBezTo>
                  <a:pt x="1108100" y="413156"/>
                  <a:pt x="1101166" y="407289"/>
                  <a:pt x="1097966" y="398907"/>
                </a:cubicBezTo>
                <a:cubicBezTo>
                  <a:pt x="1094765" y="390525"/>
                  <a:pt x="1093165" y="376885"/>
                  <a:pt x="1093165" y="357987"/>
                </a:cubicBezTo>
                <a:lnTo>
                  <a:pt x="1093165" y="296723"/>
                </a:lnTo>
                <a:lnTo>
                  <a:pt x="979322" y="296723"/>
                </a:lnTo>
                <a:lnTo>
                  <a:pt x="979322" y="338785"/>
                </a:lnTo>
                <a:lnTo>
                  <a:pt x="947318" y="338785"/>
                </a:lnTo>
                <a:cubicBezTo>
                  <a:pt x="950671" y="316839"/>
                  <a:pt x="952348" y="293522"/>
                  <a:pt x="952348" y="268833"/>
                </a:cubicBezTo>
                <a:lnTo>
                  <a:pt x="952348" y="129387"/>
                </a:lnTo>
                <a:cubicBezTo>
                  <a:pt x="952348" y="109271"/>
                  <a:pt x="951281" y="92049"/>
                  <a:pt x="949147" y="77724"/>
                </a:cubicBezTo>
                <a:cubicBezTo>
                  <a:pt x="980237" y="81077"/>
                  <a:pt x="1028243" y="82905"/>
                  <a:pt x="1093165" y="83210"/>
                </a:cubicBezTo>
                <a:cubicBezTo>
                  <a:pt x="1093165" y="49377"/>
                  <a:pt x="1091489" y="24536"/>
                  <a:pt x="1088136" y="8687"/>
                </a:cubicBezTo>
                <a:close/>
                <a:moveTo>
                  <a:pt x="1599286" y="2743"/>
                </a:moveTo>
                <a:cubicBezTo>
                  <a:pt x="1616050" y="25908"/>
                  <a:pt x="1629766" y="47091"/>
                  <a:pt x="1640434" y="66294"/>
                </a:cubicBezTo>
                <a:cubicBezTo>
                  <a:pt x="1696517" y="66294"/>
                  <a:pt x="1739494" y="65075"/>
                  <a:pt x="1769364" y="62636"/>
                </a:cubicBezTo>
                <a:lnTo>
                  <a:pt x="1769364" y="90983"/>
                </a:lnTo>
                <a:cubicBezTo>
                  <a:pt x="1744370" y="88544"/>
                  <a:pt x="1690268" y="87325"/>
                  <a:pt x="1607058" y="87325"/>
                </a:cubicBezTo>
                <a:cubicBezTo>
                  <a:pt x="1599438" y="95859"/>
                  <a:pt x="1577492" y="127711"/>
                  <a:pt x="1541221" y="182880"/>
                </a:cubicBezTo>
                <a:lnTo>
                  <a:pt x="1694383" y="176936"/>
                </a:lnTo>
                <a:cubicBezTo>
                  <a:pt x="1681582" y="161391"/>
                  <a:pt x="1668018" y="147371"/>
                  <a:pt x="1653692" y="134874"/>
                </a:cubicBezTo>
                <a:lnTo>
                  <a:pt x="1673809" y="118872"/>
                </a:lnTo>
                <a:cubicBezTo>
                  <a:pt x="1700936" y="143561"/>
                  <a:pt x="1728673" y="175412"/>
                  <a:pt x="1757020" y="214427"/>
                </a:cubicBezTo>
                <a:lnTo>
                  <a:pt x="1733245" y="231343"/>
                </a:lnTo>
                <a:cubicBezTo>
                  <a:pt x="1726845" y="220980"/>
                  <a:pt x="1719224" y="209550"/>
                  <a:pt x="1710385" y="197053"/>
                </a:cubicBezTo>
                <a:cubicBezTo>
                  <a:pt x="1579016" y="204368"/>
                  <a:pt x="1510741" y="210312"/>
                  <a:pt x="1505560" y="214884"/>
                </a:cubicBezTo>
                <a:cubicBezTo>
                  <a:pt x="1503121" y="205740"/>
                  <a:pt x="1499768" y="196596"/>
                  <a:pt x="1495501" y="187452"/>
                </a:cubicBezTo>
                <a:cubicBezTo>
                  <a:pt x="1502512" y="185013"/>
                  <a:pt x="1509598" y="180289"/>
                  <a:pt x="1516761" y="173279"/>
                </a:cubicBezTo>
                <a:cubicBezTo>
                  <a:pt x="1523924" y="166268"/>
                  <a:pt x="1533982" y="153619"/>
                  <a:pt x="1546936" y="135331"/>
                </a:cubicBezTo>
                <a:cubicBezTo>
                  <a:pt x="1559890" y="117043"/>
                  <a:pt x="1569568" y="101193"/>
                  <a:pt x="1575968" y="87782"/>
                </a:cubicBezTo>
                <a:cubicBezTo>
                  <a:pt x="1543355" y="87782"/>
                  <a:pt x="1515923" y="88849"/>
                  <a:pt x="1493672" y="90983"/>
                </a:cubicBezTo>
                <a:lnTo>
                  <a:pt x="1493672" y="62636"/>
                </a:lnTo>
                <a:cubicBezTo>
                  <a:pt x="1522019" y="65075"/>
                  <a:pt x="1561186" y="66294"/>
                  <a:pt x="1611173" y="66294"/>
                </a:cubicBezTo>
                <a:cubicBezTo>
                  <a:pt x="1602334" y="51663"/>
                  <a:pt x="1590599" y="35814"/>
                  <a:pt x="1575968" y="18745"/>
                </a:cubicBezTo>
                <a:close/>
                <a:moveTo>
                  <a:pt x="645566" y="0"/>
                </a:moveTo>
                <a:cubicBezTo>
                  <a:pt x="659892" y="5486"/>
                  <a:pt x="671779" y="8991"/>
                  <a:pt x="681228" y="10515"/>
                </a:cubicBezTo>
                <a:cubicBezTo>
                  <a:pt x="686714" y="11735"/>
                  <a:pt x="689458" y="13487"/>
                  <a:pt x="689458" y="15773"/>
                </a:cubicBezTo>
                <a:cubicBezTo>
                  <a:pt x="689458" y="18059"/>
                  <a:pt x="686257" y="20345"/>
                  <a:pt x="679856" y="22631"/>
                </a:cubicBezTo>
                <a:cubicBezTo>
                  <a:pt x="673456" y="24917"/>
                  <a:pt x="659435" y="42062"/>
                  <a:pt x="637794" y="74066"/>
                </a:cubicBezTo>
                <a:lnTo>
                  <a:pt x="696773" y="74066"/>
                </a:lnTo>
                <a:cubicBezTo>
                  <a:pt x="770230" y="74066"/>
                  <a:pt x="815340" y="71933"/>
                  <a:pt x="832104" y="67665"/>
                </a:cubicBezTo>
                <a:cubicBezTo>
                  <a:pt x="829970" y="79248"/>
                  <a:pt x="828904" y="107899"/>
                  <a:pt x="828904" y="153619"/>
                </a:cubicBezTo>
                <a:lnTo>
                  <a:pt x="828904" y="373075"/>
                </a:lnTo>
                <a:cubicBezTo>
                  <a:pt x="828904" y="383438"/>
                  <a:pt x="826922" y="391287"/>
                  <a:pt x="822960" y="396621"/>
                </a:cubicBezTo>
                <a:cubicBezTo>
                  <a:pt x="818998" y="401955"/>
                  <a:pt x="810158" y="406070"/>
                  <a:pt x="796442" y="408965"/>
                </a:cubicBezTo>
                <a:cubicBezTo>
                  <a:pt x="782727" y="411861"/>
                  <a:pt x="761238" y="413461"/>
                  <a:pt x="731977" y="413766"/>
                </a:cubicBezTo>
                <a:cubicBezTo>
                  <a:pt x="732892" y="400050"/>
                  <a:pt x="728015" y="387858"/>
                  <a:pt x="717347" y="377190"/>
                </a:cubicBezTo>
                <a:cubicBezTo>
                  <a:pt x="740207" y="380543"/>
                  <a:pt x="757733" y="382219"/>
                  <a:pt x="769925" y="382219"/>
                </a:cubicBezTo>
                <a:cubicBezTo>
                  <a:pt x="782117" y="382219"/>
                  <a:pt x="790042" y="380390"/>
                  <a:pt x="793699" y="376733"/>
                </a:cubicBezTo>
                <a:cubicBezTo>
                  <a:pt x="797357" y="373075"/>
                  <a:pt x="799186" y="366827"/>
                  <a:pt x="799186" y="357987"/>
                </a:cubicBezTo>
                <a:lnTo>
                  <a:pt x="799186" y="96469"/>
                </a:lnTo>
                <a:lnTo>
                  <a:pt x="520294" y="96469"/>
                </a:lnTo>
                <a:lnTo>
                  <a:pt x="520294" y="414680"/>
                </a:lnTo>
                <a:lnTo>
                  <a:pt x="486004" y="414680"/>
                </a:lnTo>
                <a:cubicBezTo>
                  <a:pt x="489356" y="382981"/>
                  <a:pt x="491033" y="346405"/>
                  <a:pt x="491033" y="304952"/>
                </a:cubicBezTo>
                <a:lnTo>
                  <a:pt x="491033" y="153619"/>
                </a:lnTo>
                <a:cubicBezTo>
                  <a:pt x="491033" y="118567"/>
                  <a:pt x="489814" y="89916"/>
                  <a:pt x="487375" y="67665"/>
                </a:cubicBezTo>
                <a:cubicBezTo>
                  <a:pt x="498958" y="71933"/>
                  <a:pt x="521360" y="74066"/>
                  <a:pt x="554584" y="74066"/>
                </a:cubicBezTo>
                <a:lnTo>
                  <a:pt x="610362" y="74066"/>
                </a:lnTo>
                <a:cubicBezTo>
                  <a:pt x="628345" y="46634"/>
                  <a:pt x="640080" y="21945"/>
                  <a:pt x="64556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B77A1A-B844-4DDE-AF12-D924FFAA975C}"/>
              </a:ext>
            </a:extLst>
          </p:cNvPr>
          <p:cNvSpPr txBox="1"/>
          <p:nvPr/>
        </p:nvSpPr>
        <p:spPr>
          <a:xfrm>
            <a:off x="3832175" y="4039185"/>
            <a:ext cx="4527651" cy="428854"/>
          </a:xfrm>
          <a:custGeom>
            <a:avLst/>
            <a:gdLst/>
            <a:ahLst/>
            <a:cxnLst/>
            <a:rect l="l" t="t" r="r" b="b"/>
            <a:pathLst>
              <a:path w="4527651" h="428854">
                <a:moveTo>
                  <a:pt x="2537917" y="346558"/>
                </a:moveTo>
                <a:cubicBezTo>
                  <a:pt x="2561081" y="363017"/>
                  <a:pt x="2580284" y="378562"/>
                  <a:pt x="2595524" y="393192"/>
                </a:cubicBezTo>
                <a:lnTo>
                  <a:pt x="2575407" y="414680"/>
                </a:lnTo>
                <a:cubicBezTo>
                  <a:pt x="2560167" y="396697"/>
                  <a:pt x="2541879" y="380695"/>
                  <a:pt x="2520543" y="366674"/>
                </a:cubicBezTo>
                <a:close/>
                <a:moveTo>
                  <a:pt x="2813608" y="304038"/>
                </a:moveTo>
                <a:lnTo>
                  <a:pt x="2861157" y="304038"/>
                </a:lnTo>
                <a:lnTo>
                  <a:pt x="2861157" y="348844"/>
                </a:lnTo>
                <a:cubicBezTo>
                  <a:pt x="2861157" y="388468"/>
                  <a:pt x="2845308" y="412394"/>
                  <a:pt x="2813608" y="420624"/>
                </a:cubicBezTo>
                <a:lnTo>
                  <a:pt x="2813608" y="400507"/>
                </a:lnTo>
                <a:cubicBezTo>
                  <a:pt x="2823362" y="397764"/>
                  <a:pt x="2830220" y="392963"/>
                  <a:pt x="2834183" y="386105"/>
                </a:cubicBezTo>
                <a:cubicBezTo>
                  <a:pt x="2838145" y="379247"/>
                  <a:pt x="2840126" y="368046"/>
                  <a:pt x="2840126" y="352501"/>
                </a:cubicBezTo>
                <a:lnTo>
                  <a:pt x="2813608" y="352501"/>
                </a:lnTo>
                <a:close/>
                <a:moveTo>
                  <a:pt x="560984" y="278892"/>
                </a:moveTo>
                <a:lnTo>
                  <a:pt x="560984" y="369875"/>
                </a:lnTo>
                <a:lnTo>
                  <a:pt x="761695" y="369875"/>
                </a:lnTo>
                <a:lnTo>
                  <a:pt x="761695" y="278892"/>
                </a:lnTo>
                <a:close/>
                <a:moveTo>
                  <a:pt x="530352" y="254203"/>
                </a:moveTo>
                <a:cubicBezTo>
                  <a:pt x="549249" y="254813"/>
                  <a:pt x="591464" y="255118"/>
                  <a:pt x="656996" y="255118"/>
                </a:cubicBezTo>
                <a:cubicBezTo>
                  <a:pt x="722528" y="255118"/>
                  <a:pt x="767181" y="254813"/>
                  <a:pt x="790956" y="254203"/>
                </a:cubicBezTo>
                <a:cubicBezTo>
                  <a:pt x="789432" y="261823"/>
                  <a:pt x="788670" y="270053"/>
                  <a:pt x="788670" y="278892"/>
                </a:cubicBezTo>
                <a:lnTo>
                  <a:pt x="788670" y="376276"/>
                </a:lnTo>
                <a:cubicBezTo>
                  <a:pt x="788670" y="392430"/>
                  <a:pt x="789584" y="406298"/>
                  <a:pt x="791413" y="417881"/>
                </a:cubicBezTo>
                <a:lnTo>
                  <a:pt x="761695" y="417881"/>
                </a:lnTo>
                <a:lnTo>
                  <a:pt x="761695" y="392735"/>
                </a:lnTo>
                <a:lnTo>
                  <a:pt x="560984" y="392735"/>
                </a:lnTo>
                <a:lnTo>
                  <a:pt x="560984" y="422453"/>
                </a:lnTo>
                <a:lnTo>
                  <a:pt x="530809" y="422453"/>
                </a:lnTo>
                <a:cubicBezTo>
                  <a:pt x="532638" y="407822"/>
                  <a:pt x="533552" y="393802"/>
                  <a:pt x="533552" y="380390"/>
                </a:cubicBezTo>
                <a:lnTo>
                  <a:pt x="533552" y="278892"/>
                </a:lnTo>
                <a:cubicBezTo>
                  <a:pt x="533552" y="268529"/>
                  <a:pt x="532485" y="260299"/>
                  <a:pt x="530352" y="254203"/>
                </a:cubicBezTo>
                <a:close/>
                <a:moveTo>
                  <a:pt x="1066647" y="211684"/>
                </a:moveTo>
                <a:cubicBezTo>
                  <a:pt x="1077925" y="220218"/>
                  <a:pt x="1085926" y="225171"/>
                  <a:pt x="1090650" y="226543"/>
                </a:cubicBezTo>
                <a:cubicBezTo>
                  <a:pt x="1095375" y="227914"/>
                  <a:pt x="1097737" y="230124"/>
                  <a:pt x="1097737" y="233172"/>
                </a:cubicBezTo>
                <a:cubicBezTo>
                  <a:pt x="1097737" y="236220"/>
                  <a:pt x="1095603" y="238506"/>
                  <a:pt x="1091336" y="240030"/>
                </a:cubicBezTo>
                <a:cubicBezTo>
                  <a:pt x="1089507" y="240640"/>
                  <a:pt x="1086154" y="244450"/>
                  <a:pt x="1081278" y="251460"/>
                </a:cubicBezTo>
                <a:cubicBezTo>
                  <a:pt x="1076401" y="258470"/>
                  <a:pt x="1066342" y="274320"/>
                  <a:pt x="1051102" y="299009"/>
                </a:cubicBezTo>
                <a:cubicBezTo>
                  <a:pt x="1075182" y="324002"/>
                  <a:pt x="1094232" y="345796"/>
                  <a:pt x="1108252" y="364388"/>
                </a:cubicBezTo>
                <a:lnTo>
                  <a:pt x="1084935" y="382676"/>
                </a:lnTo>
                <a:cubicBezTo>
                  <a:pt x="1071524" y="363474"/>
                  <a:pt x="1055370" y="343052"/>
                  <a:pt x="1036472" y="321412"/>
                </a:cubicBezTo>
                <a:cubicBezTo>
                  <a:pt x="1016965" y="349148"/>
                  <a:pt x="983132" y="379781"/>
                  <a:pt x="934974" y="413309"/>
                </a:cubicBezTo>
                <a:cubicBezTo>
                  <a:pt x="928268" y="404470"/>
                  <a:pt x="918819" y="397764"/>
                  <a:pt x="906627" y="393192"/>
                </a:cubicBezTo>
                <a:cubicBezTo>
                  <a:pt x="939546" y="375209"/>
                  <a:pt x="963015" y="360045"/>
                  <a:pt x="977036" y="347701"/>
                </a:cubicBezTo>
                <a:cubicBezTo>
                  <a:pt x="991057" y="335356"/>
                  <a:pt x="1004925" y="320192"/>
                  <a:pt x="1018641" y="302209"/>
                </a:cubicBezTo>
                <a:cubicBezTo>
                  <a:pt x="1000353" y="283007"/>
                  <a:pt x="981303" y="265024"/>
                  <a:pt x="961491" y="248260"/>
                </a:cubicBezTo>
                <a:lnTo>
                  <a:pt x="977950" y="230429"/>
                </a:lnTo>
                <a:cubicBezTo>
                  <a:pt x="996238" y="245364"/>
                  <a:pt x="1014831" y="262280"/>
                  <a:pt x="1033729" y="281178"/>
                </a:cubicBezTo>
                <a:cubicBezTo>
                  <a:pt x="1048969" y="260756"/>
                  <a:pt x="1059942" y="237592"/>
                  <a:pt x="1066647" y="211684"/>
                </a:cubicBezTo>
                <a:close/>
                <a:moveTo>
                  <a:pt x="1689354" y="193853"/>
                </a:moveTo>
                <a:cubicBezTo>
                  <a:pt x="1717090" y="213055"/>
                  <a:pt x="1743151" y="234544"/>
                  <a:pt x="1767535" y="258318"/>
                </a:cubicBezTo>
                <a:lnTo>
                  <a:pt x="1746961" y="276606"/>
                </a:lnTo>
                <a:cubicBezTo>
                  <a:pt x="1730197" y="257099"/>
                  <a:pt x="1705660" y="235915"/>
                  <a:pt x="1673352" y="213055"/>
                </a:cubicBezTo>
                <a:close/>
                <a:moveTo>
                  <a:pt x="1482699" y="185166"/>
                </a:moveTo>
                <a:cubicBezTo>
                  <a:pt x="1485747" y="194920"/>
                  <a:pt x="1491234" y="202692"/>
                  <a:pt x="1499158" y="208483"/>
                </a:cubicBezTo>
                <a:cubicBezTo>
                  <a:pt x="1478127" y="223723"/>
                  <a:pt x="1448104" y="248869"/>
                  <a:pt x="1409090" y="283921"/>
                </a:cubicBezTo>
                <a:cubicBezTo>
                  <a:pt x="1403604" y="273253"/>
                  <a:pt x="1395984" y="266090"/>
                  <a:pt x="1386230" y="262433"/>
                </a:cubicBezTo>
                <a:cubicBezTo>
                  <a:pt x="1427683" y="238963"/>
                  <a:pt x="1459839" y="213208"/>
                  <a:pt x="1482699" y="185166"/>
                </a:cubicBezTo>
                <a:close/>
                <a:moveTo>
                  <a:pt x="106527" y="180137"/>
                </a:moveTo>
                <a:lnTo>
                  <a:pt x="106527" y="215341"/>
                </a:lnTo>
                <a:lnTo>
                  <a:pt x="325069" y="215341"/>
                </a:lnTo>
                <a:lnTo>
                  <a:pt x="325069" y="180137"/>
                </a:lnTo>
                <a:close/>
                <a:moveTo>
                  <a:pt x="556869" y="176479"/>
                </a:moveTo>
                <a:cubicBezTo>
                  <a:pt x="583082" y="178918"/>
                  <a:pt x="620496" y="180137"/>
                  <a:pt x="669112" y="180137"/>
                </a:cubicBezTo>
                <a:cubicBezTo>
                  <a:pt x="717727" y="180137"/>
                  <a:pt x="752703" y="178918"/>
                  <a:pt x="774039" y="176479"/>
                </a:cubicBezTo>
                <a:lnTo>
                  <a:pt x="774039" y="206654"/>
                </a:lnTo>
                <a:cubicBezTo>
                  <a:pt x="753008" y="204216"/>
                  <a:pt x="718032" y="202997"/>
                  <a:pt x="669112" y="202997"/>
                </a:cubicBezTo>
                <a:cubicBezTo>
                  <a:pt x="620191" y="202997"/>
                  <a:pt x="582777" y="204216"/>
                  <a:pt x="556869" y="206654"/>
                </a:cubicBezTo>
                <a:close/>
                <a:moveTo>
                  <a:pt x="1054303" y="127102"/>
                </a:moveTo>
                <a:cubicBezTo>
                  <a:pt x="1076858" y="147218"/>
                  <a:pt x="1096975" y="168402"/>
                  <a:pt x="1114653" y="190652"/>
                </a:cubicBezTo>
                <a:lnTo>
                  <a:pt x="1093622" y="208483"/>
                </a:lnTo>
                <a:cubicBezTo>
                  <a:pt x="1080516" y="186233"/>
                  <a:pt x="1061923" y="164744"/>
                  <a:pt x="1037844" y="144018"/>
                </a:cubicBezTo>
                <a:close/>
                <a:moveTo>
                  <a:pt x="982522" y="125730"/>
                </a:moveTo>
                <a:cubicBezTo>
                  <a:pt x="992276" y="132436"/>
                  <a:pt x="999972" y="136627"/>
                  <a:pt x="1005611" y="138303"/>
                </a:cubicBezTo>
                <a:cubicBezTo>
                  <a:pt x="1011250" y="139979"/>
                  <a:pt x="1014069" y="142189"/>
                  <a:pt x="1014069" y="144932"/>
                </a:cubicBezTo>
                <a:cubicBezTo>
                  <a:pt x="1014069" y="147676"/>
                  <a:pt x="1011936" y="149581"/>
                  <a:pt x="1007668" y="150647"/>
                </a:cubicBezTo>
                <a:cubicBezTo>
                  <a:pt x="1003401" y="151714"/>
                  <a:pt x="995019" y="162001"/>
                  <a:pt x="982522" y="181508"/>
                </a:cubicBezTo>
                <a:cubicBezTo>
                  <a:pt x="966368" y="206807"/>
                  <a:pt x="952957" y="225400"/>
                  <a:pt x="942289" y="237287"/>
                </a:cubicBezTo>
                <a:cubicBezTo>
                  <a:pt x="935888" y="230276"/>
                  <a:pt x="926287" y="225247"/>
                  <a:pt x="913485" y="222199"/>
                </a:cubicBezTo>
                <a:cubicBezTo>
                  <a:pt x="943356" y="199644"/>
                  <a:pt x="966368" y="167488"/>
                  <a:pt x="982522" y="125730"/>
                </a:cubicBezTo>
                <a:close/>
                <a:moveTo>
                  <a:pt x="106527" y="122072"/>
                </a:moveTo>
                <a:lnTo>
                  <a:pt x="106527" y="159563"/>
                </a:lnTo>
                <a:lnTo>
                  <a:pt x="325069" y="159563"/>
                </a:lnTo>
                <a:lnTo>
                  <a:pt x="325069" y="122072"/>
                </a:lnTo>
                <a:close/>
                <a:moveTo>
                  <a:pt x="3611575" y="103327"/>
                </a:moveTo>
                <a:cubicBezTo>
                  <a:pt x="3620109" y="103327"/>
                  <a:pt x="3629405" y="106070"/>
                  <a:pt x="3639464" y="111557"/>
                </a:cubicBezTo>
                <a:lnTo>
                  <a:pt x="3623005" y="138074"/>
                </a:lnTo>
                <a:cubicBezTo>
                  <a:pt x="3618433" y="135331"/>
                  <a:pt x="3613708" y="133960"/>
                  <a:pt x="3608831" y="133960"/>
                </a:cubicBezTo>
                <a:cubicBezTo>
                  <a:pt x="3599383" y="133960"/>
                  <a:pt x="3590467" y="138836"/>
                  <a:pt x="3582085" y="148590"/>
                </a:cubicBezTo>
                <a:cubicBezTo>
                  <a:pt x="3573703" y="158344"/>
                  <a:pt x="3567531" y="170917"/>
                  <a:pt x="3563569" y="186309"/>
                </a:cubicBezTo>
                <a:cubicBezTo>
                  <a:pt x="3559606" y="201701"/>
                  <a:pt x="3557625" y="229667"/>
                  <a:pt x="3557625" y="270205"/>
                </a:cubicBezTo>
                <a:lnTo>
                  <a:pt x="3557625" y="352501"/>
                </a:lnTo>
                <a:lnTo>
                  <a:pt x="3525621" y="352501"/>
                </a:lnTo>
                <a:lnTo>
                  <a:pt x="3525621" y="109728"/>
                </a:lnTo>
                <a:lnTo>
                  <a:pt x="3557625" y="109728"/>
                </a:lnTo>
                <a:lnTo>
                  <a:pt x="3557625" y="144932"/>
                </a:lnTo>
                <a:cubicBezTo>
                  <a:pt x="3566160" y="130607"/>
                  <a:pt x="3574465" y="120091"/>
                  <a:pt x="3582543" y="113386"/>
                </a:cubicBezTo>
                <a:cubicBezTo>
                  <a:pt x="3590620" y="106680"/>
                  <a:pt x="3600297" y="103327"/>
                  <a:pt x="3611575" y="103327"/>
                </a:cubicBezTo>
                <a:close/>
                <a:moveTo>
                  <a:pt x="3478225" y="103327"/>
                </a:moveTo>
                <a:cubicBezTo>
                  <a:pt x="3486759" y="103327"/>
                  <a:pt x="3496055" y="106070"/>
                  <a:pt x="3506114" y="111557"/>
                </a:cubicBezTo>
                <a:lnTo>
                  <a:pt x="3489655" y="138074"/>
                </a:lnTo>
                <a:cubicBezTo>
                  <a:pt x="3485083" y="135331"/>
                  <a:pt x="3480358" y="133960"/>
                  <a:pt x="3475481" y="133960"/>
                </a:cubicBezTo>
                <a:cubicBezTo>
                  <a:pt x="3466033" y="133960"/>
                  <a:pt x="3457117" y="138836"/>
                  <a:pt x="3448735" y="148590"/>
                </a:cubicBezTo>
                <a:cubicBezTo>
                  <a:pt x="3440353" y="158344"/>
                  <a:pt x="3434181" y="170917"/>
                  <a:pt x="3430219" y="186309"/>
                </a:cubicBezTo>
                <a:cubicBezTo>
                  <a:pt x="3426256" y="201701"/>
                  <a:pt x="3424275" y="229667"/>
                  <a:pt x="3424275" y="270205"/>
                </a:cubicBezTo>
                <a:lnTo>
                  <a:pt x="3424275" y="352501"/>
                </a:lnTo>
                <a:lnTo>
                  <a:pt x="3392271" y="352501"/>
                </a:lnTo>
                <a:lnTo>
                  <a:pt x="3392271" y="109728"/>
                </a:lnTo>
                <a:lnTo>
                  <a:pt x="3424275" y="109728"/>
                </a:lnTo>
                <a:lnTo>
                  <a:pt x="3424275" y="144932"/>
                </a:lnTo>
                <a:cubicBezTo>
                  <a:pt x="3432810" y="130607"/>
                  <a:pt x="3441115" y="120091"/>
                  <a:pt x="3449193" y="113386"/>
                </a:cubicBezTo>
                <a:cubicBezTo>
                  <a:pt x="3457270" y="106680"/>
                  <a:pt x="3466947" y="103327"/>
                  <a:pt x="3478225" y="103327"/>
                </a:cubicBezTo>
                <a:close/>
                <a:moveTo>
                  <a:pt x="1418234" y="101498"/>
                </a:moveTo>
                <a:cubicBezTo>
                  <a:pt x="1442313" y="118567"/>
                  <a:pt x="1464259" y="136093"/>
                  <a:pt x="1484071" y="154076"/>
                </a:cubicBezTo>
                <a:lnTo>
                  <a:pt x="1463497" y="171907"/>
                </a:lnTo>
                <a:cubicBezTo>
                  <a:pt x="1450695" y="155143"/>
                  <a:pt x="1430274" y="137922"/>
                  <a:pt x="1402232" y="120244"/>
                </a:cubicBezTo>
                <a:close/>
                <a:moveTo>
                  <a:pt x="75438" y="97384"/>
                </a:moveTo>
                <a:cubicBezTo>
                  <a:pt x="97993" y="99822"/>
                  <a:pt x="145313" y="101041"/>
                  <a:pt x="217398" y="101041"/>
                </a:cubicBezTo>
                <a:cubicBezTo>
                  <a:pt x="289483" y="101041"/>
                  <a:pt x="336042" y="100127"/>
                  <a:pt x="357073" y="98298"/>
                </a:cubicBezTo>
                <a:cubicBezTo>
                  <a:pt x="354634" y="109576"/>
                  <a:pt x="353415" y="126187"/>
                  <a:pt x="353415" y="148133"/>
                </a:cubicBezTo>
                <a:lnTo>
                  <a:pt x="353415" y="193853"/>
                </a:lnTo>
                <a:cubicBezTo>
                  <a:pt x="353415" y="213970"/>
                  <a:pt x="354634" y="229362"/>
                  <a:pt x="357073" y="240030"/>
                </a:cubicBezTo>
                <a:cubicBezTo>
                  <a:pt x="332384" y="237287"/>
                  <a:pt x="301447" y="235915"/>
                  <a:pt x="264261" y="235915"/>
                </a:cubicBezTo>
                <a:lnTo>
                  <a:pt x="157734" y="235915"/>
                </a:lnTo>
                <a:cubicBezTo>
                  <a:pt x="147675" y="250850"/>
                  <a:pt x="139750" y="262128"/>
                  <a:pt x="133959" y="269748"/>
                </a:cubicBezTo>
                <a:lnTo>
                  <a:pt x="243687" y="269748"/>
                </a:lnTo>
                <a:cubicBezTo>
                  <a:pt x="281787" y="269748"/>
                  <a:pt x="316077" y="268224"/>
                  <a:pt x="346557" y="265176"/>
                </a:cubicBezTo>
                <a:cubicBezTo>
                  <a:pt x="312724" y="312420"/>
                  <a:pt x="281330" y="345186"/>
                  <a:pt x="252374" y="363474"/>
                </a:cubicBezTo>
                <a:cubicBezTo>
                  <a:pt x="289864" y="375361"/>
                  <a:pt x="343814" y="384505"/>
                  <a:pt x="414223" y="390906"/>
                </a:cubicBezTo>
                <a:cubicBezTo>
                  <a:pt x="404469" y="400050"/>
                  <a:pt x="397764" y="410261"/>
                  <a:pt x="394106" y="421538"/>
                </a:cubicBezTo>
                <a:cubicBezTo>
                  <a:pt x="319735" y="409346"/>
                  <a:pt x="262890" y="395326"/>
                  <a:pt x="223570" y="379476"/>
                </a:cubicBezTo>
                <a:cubicBezTo>
                  <a:pt x="184556" y="398069"/>
                  <a:pt x="121310" y="413156"/>
                  <a:pt x="33832" y="424739"/>
                </a:cubicBezTo>
                <a:cubicBezTo>
                  <a:pt x="30784" y="414985"/>
                  <a:pt x="23469" y="405232"/>
                  <a:pt x="11887" y="395478"/>
                </a:cubicBezTo>
                <a:cubicBezTo>
                  <a:pt x="86868" y="392430"/>
                  <a:pt x="147218" y="382372"/>
                  <a:pt x="192938" y="365303"/>
                </a:cubicBezTo>
                <a:cubicBezTo>
                  <a:pt x="167944" y="352806"/>
                  <a:pt x="141884" y="335585"/>
                  <a:pt x="114757" y="313639"/>
                </a:cubicBezTo>
                <a:lnTo>
                  <a:pt x="134874" y="297180"/>
                </a:lnTo>
                <a:cubicBezTo>
                  <a:pt x="163220" y="321259"/>
                  <a:pt x="192481" y="339700"/>
                  <a:pt x="222656" y="352501"/>
                </a:cubicBezTo>
                <a:cubicBezTo>
                  <a:pt x="252831" y="336956"/>
                  <a:pt x="275996" y="316535"/>
                  <a:pt x="292150" y="291236"/>
                </a:cubicBezTo>
                <a:lnTo>
                  <a:pt x="117043" y="291236"/>
                </a:lnTo>
                <a:cubicBezTo>
                  <a:pt x="99974" y="311658"/>
                  <a:pt x="78486" y="332842"/>
                  <a:pt x="52578" y="354787"/>
                </a:cubicBezTo>
                <a:cubicBezTo>
                  <a:pt x="45567" y="345034"/>
                  <a:pt x="36728" y="337566"/>
                  <a:pt x="26060" y="332384"/>
                </a:cubicBezTo>
                <a:cubicBezTo>
                  <a:pt x="69646" y="307696"/>
                  <a:pt x="103784" y="275996"/>
                  <a:pt x="128473" y="237287"/>
                </a:cubicBezTo>
                <a:cubicBezTo>
                  <a:pt x="102565" y="237896"/>
                  <a:pt x="84886" y="238811"/>
                  <a:pt x="75438" y="240030"/>
                </a:cubicBezTo>
                <a:cubicBezTo>
                  <a:pt x="77571" y="226619"/>
                  <a:pt x="78638" y="211226"/>
                  <a:pt x="78638" y="193853"/>
                </a:cubicBezTo>
                <a:lnTo>
                  <a:pt x="78638" y="148133"/>
                </a:lnTo>
                <a:cubicBezTo>
                  <a:pt x="78638" y="126492"/>
                  <a:pt x="77571" y="109576"/>
                  <a:pt x="75438" y="97384"/>
                </a:cubicBezTo>
                <a:close/>
                <a:moveTo>
                  <a:pt x="1715871" y="95555"/>
                </a:moveTo>
                <a:cubicBezTo>
                  <a:pt x="1725930" y="104394"/>
                  <a:pt x="1733245" y="110185"/>
                  <a:pt x="1737817" y="112928"/>
                </a:cubicBezTo>
                <a:cubicBezTo>
                  <a:pt x="1742389" y="115672"/>
                  <a:pt x="1744675" y="118110"/>
                  <a:pt x="1744675" y="120244"/>
                </a:cubicBezTo>
                <a:cubicBezTo>
                  <a:pt x="1744675" y="122987"/>
                  <a:pt x="1742770" y="124358"/>
                  <a:pt x="1738960" y="124358"/>
                </a:cubicBezTo>
                <a:cubicBezTo>
                  <a:pt x="1735150" y="124358"/>
                  <a:pt x="1730273" y="126568"/>
                  <a:pt x="1724329" y="130988"/>
                </a:cubicBezTo>
                <a:cubicBezTo>
                  <a:pt x="1718386" y="135407"/>
                  <a:pt x="1710461" y="142342"/>
                  <a:pt x="1700555" y="151790"/>
                </a:cubicBezTo>
                <a:cubicBezTo>
                  <a:pt x="1690649" y="161239"/>
                  <a:pt x="1681581" y="169774"/>
                  <a:pt x="1673352" y="177394"/>
                </a:cubicBezTo>
                <a:cubicBezTo>
                  <a:pt x="1669389" y="170688"/>
                  <a:pt x="1662988" y="165049"/>
                  <a:pt x="1654149" y="160477"/>
                </a:cubicBezTo>
                <a:cubicBezTo>
                  <a:pt x="1679752" y="143104"/>
                  <a:pt x="1700326" y="121463"/>
                  <a:pt x="1715871" y="95555"/>
                </a:cubicBezTo>
                <a:close/>
                <a:moveTo>
                  <a:pt x="912114" y="82753"/>
                </a:moveTo>
                <a:cubicBezTo>
                  <a:pt x="935888" y="84887"/>
                  <a:pt x="972845" y="85954"/>
                  <a:pt x="1022985" y="85954"/>
                </a:cubicBezTo>
                <a:cubicBezTo>
                  <a:pt x="1073124" y="85954"/>
                  <a:pt x="1109929" y="84887"/>
                  <a:pt x="1133398" y="82753"/>
                </a:cubicBezTo>
                <a:lnTo>
                  <a:pt x="1133398" y="112014"/>
                </a:lnTo>
                <a:cubicBezTo>
                  <a:pt x="1109624" y="109880"/>
                  <a:pt x="1072972" y="108814"/>
                  <a:pt x="1023442" y="108814"/>
                </a:cubicBezTo>
                <a:cubicBezTo>
                  <a:pt x="973912" y="108814"/>
                  <a:pt x="936802" y="109880"/>
                  <a:pt x="912114" y="112014"/>
                </a:cubicBezTo>
                <a:close/>
                <a:moveTo>
                  <a:pt x="2552090" y="69494"/>
                </a:moveTo>
                <a:cubicBezTo>
                  <a:pt x="2530449" y="71323"/>
                  <a:pt x="2498597" y="71933"/>
                  <a:pt x="2456535" y="71323"/>
                </a:cubicBezTo>
                <a:lnTo>
                  <a:pt x="2456535" y="179680"/>
                </a:lnTo>
                <a:lnTo>
                  <a:pt x="2554376" y="179680"/>
                </a:lnTo>
                <a:cubicBezTo>
                  <a:pt x="2552242" y="153467"/>
                  <a:pt x="2551480" y="116738"/>
                  <a:pt x="2552090" y="69494"/>
                </a:cubicBezTo>
                <a:close/>
                <a:moveTo>
                  <a:pt x="3186226" y="24232"/>
                </a:moveTo>
                <a:lnTo>
                  <a:pt x="3366363" y="24232"/>
                </a:lnTo>
                <a:lnTo>
                  <a:pt x="3366363" y="56236"/>
                </a:lnTo>
                <a:lnTo>
                  <a:pt x="3293211" y="56236"/>
                </a:lnTo>
                <a:lnTo>
                  <a:pt x="3293211" y="352501"/>
                </a:lnTo>
                <a:lnTo>
                  <a:pt x="3259836" y="352501"/>
                </a:lnTo>
                <a:lnTo>
                  <a:pt x="3259836" y="56236"/>
                </a:lnTo>
                <a:lnTo>
                  <a:pt x="3186226" y="56236"/>
                </a:lnTo>
                <a:close/>
                <a:moveTo>
                  <a:pt x="3998213" y="23317"/>
                </a:moveTo>
                <a:cubicBezTo>
                  <a:pt x="4007053" y="29413"/>
                  <a:pt x="4021836" y="42824"/>
                  <a:pt x="4042562" y="63551"/>
                </a:cubicBezTo>
                <a:lnTo>
                  <a:pt x="4025646" y="80924"/>
                </a:lnTo>
                <a:cubicBezTo>
                  <a:pt x="4013758" y="65989"/>
                  <a:pt x="3999128" y="51968"/>
                  <a:pt x="3981754" y="38862"/>
                </a:cubicBezTo>
                <a:close/>
                <a:moveTo>
                  <a:pt x="2169414" y="23317"/>
                </a:moveTo>
                <a:cubicBezTo>
                  <a:pt x="2178253" y="29413"/>
                  <a:pt x="2193035" y="42824"/>
                  <a:pt x="2213762" y="63551"/>
                </a:cubicBezTo>
                <a:lnTo>
                  <a:pt x="2196846" y="80924"/>
                </a:lnTo>
                <a:cubicBezTo>
                  <a:pt x="2184958" y="65989"/>
                  <a:pt x="2170328" y="51968"/>
                  <a:pt x="2152954" y="38862"/>
                </a:cubicBezTo>
                <a:close/>
                <a:moveTo>
                  <a:pt x="2643530" y="21488"/>
                </a:moveTo>
                <a:cubicBezTo>
                  <a:pt x="2648102" y="32156"/>
                  <a:pt x="2654807" y="41910"/>
                  <a:pt x="2663647" y="50749"/>
                </a:cubicBezTo>
                <a:cubicBezTo>
                  <a:pt x="2665780" y="52883"/>
                  <a:pt x="2666847" y="54940"/>
                  <a:pt x="2666847" y="56921"/>
                </a:cubicBezTo>
                <a:cubicBezTo>
                  <a:pt x="2666847" y="58903"/>
                  <a:pt x="2663952" y="59817"/>
                  <a:pt x="2658160" y="59665"/>
                </a:cubicBezTo>
                <a:cubicBezTo>
                  <a:pt x="2652369" y="59512"/>
                  <a:pt x="2649169" y="59436"/>
                  <a:pt x="2648559" y="59436"/>
                </a:cubicBezTo>
                <a:cubicBezTo>
                  <a:pt x="2635758" y="59436"/>
                  <a:pt x="2612897" y="61722"/>
                  <a:pt x="2579979" y="66294"/>
                </a:cubicBezTo>
                <a:cubicBezTo>
                  <a:pt x="2579370" y="77572"/>
                  <a:pt x="2579065" y="91669"/>
                  <a:pt x="2579065" y="108585"/>
                </a:cubicBezTo>
                <a:cubicBezTo>
                  <a:pt x="2579065" y="125501"/>
                  <a:pt x="2579827" y="149200"/>
                  <a:pt x="2581351" y="179680"/>
                </a:cubicBezTo>
                <a:cubicBezTo>
                  <a:pt x="2630119" y="179680"/>
                  <a:pt x="2665476" y="178613"/>
                  <a:pt x="2687421" y="176479"/>
                </a:cubicBezTo>
                <a:lnTo>
                  <a:pt x="2687421" y="206197"/>
                </a:lnTo>
                <a:cubicBezTo>
                  <a:pt x="2667914" y="204064"/>
                  <a:pt x="2633014" y="202997"/>
                  <a:pt x="2582722" y="202997"/>
                </a:cubicBezTo>
                <a:cubicBezTo>
                  <a:pt x="2586685" y="253594"/>
                  <a:pt x="2597962" y="294818"/>
                  <a:pt x="2616555" y="326669"/>
                </a:cubicBezTo>
                <a:cubicBezTo>
                  <a:pt x="2635148" y="358521"/>
                  <a:pt x="2648712" y="374447"/>
                  <a:pt x="2657246" y="374447"/>
                </a:cubicBezTo>
                <a:cubicBezTo>
                  <a:pt x="2665780" y="374447"/>
                  <a:pt x="2670810" y="360426"/>
                  <a:pt x="2672334" y="332384"/>
                </a:cubicBezTo>
                <a:cubicBezTo>
                  <a:pt x="2682697" y="341528"/>
                  <a:pt x="2693060" y="346100"/>
                  <a:pt x="2703423" y="346100"/>
                </a:cubicBezTo>
                <a:cubicBezTo>
                  <a:pt x="2694584" y="388468"/>
                  <a:pt x="2680258" y="409651"/>
                  <a:pt x="2660446" y="409651"/>
                </a:cubicBezTo>
                <a:cubicBezTo>
                  <a:pt x="2642158" y="409651"/>
                  <a:pt x="2621280" y="389458"/>
                  <a:pt x="2597810" y="349072"/>
                </a:cubicBezTo>
                <a:cubicBezTo>
                  <a:pt x="2574340" y="308686"/>
                  <a:pt x="2560472" y="259994"/>
                  <a:pt x="2556205" y="202997"/>
                </a:cubicBezTo>
                <a:lnTo>
                  <a:pt x="2456535" y="202997"/>
                </a:lnTo>
                <a:lnTo>
                  <a:pt x="2456535" y="366674"/>
                </a:lnTo>
                <a:lnTo>
                  <a:pt x="2523744" y="302666"/>
                </a:lnTo>
                <a:cubicBezTo>
                  <a:pt x="2527401" y="312725"/>
                  <a:pt x="2532126" y="321259"/>
                  <a:pt x="2537917" y="328270"/>
                </a:cubicBezTo>
                <a:lnTo>
                  <a:pt x="2479395" y="379933"/>
                </a:lnTo>
                <a:cubicBezTo>
                  <a:pt x="2464765" y="393040"/>
                  <a:pt x="2453639" y="406298"/>
                  <a:pt x="2446020" y="419710"/>
                </a:cubicBezTo>
                <a:cubicBezTo>
                  <a:pt x="2438400" y="409346"/>
                  <a:pt x="2429103" y="402031"/>
                  <a:pt x="2418130" y="397764"/>
                </a:cubicBezTo>
                <a:cubicBezTo>
                  <a:pt x="2426055" y="388315"/>
                  <a:pt x="2430018" y="373990"/>
                  <a:pt x="2430018" y="354787"/>
                </a:cubicBezTo>
                <a:lnTo>
                  <a:pt x="2430018" y="116129"/>
                </a:lnTo>
                <a:cubicBezTo>
                  <a:pt x="2430018" y="81382"/>
                  <a:pt x="2428799" y="57607"/>
                  <a:pt x="2426360" y="44806"/>
                </a:cubicBezTo>
                <a:cubicBezTo>
                  <a:pt x="2445867" y="45720"/>
                  <a:pt x="2464003" y="46177"/>
                  <a:pt x="2480767" y="46177"/>
                </a:cubicBezTo>
                <a:cubicBezTo>
                  <a:pt x="2550261" y="46177"/>
                  <a:pt x="2604515" y="37948"/>
                  <a:pt x="2643530" y="21488"/>
                </a:cubicBezTo>
                <a:close/>
                <a:moveTo>
                  <a:pt x="4305452" y="10516"/>
                </a:moveTo>
                <a:cubicBezTo>
                  <a:pt x="4314901" y="13868"/>
                  <a:pt x="4323435" y="15545"/>
                  <a:pt x="4331055" y="15545"/>
                </a:cubicBezTo>
                <a:lnTo>
                  <a:pt x="4342485" y="15088"/>
                </a:lnTo>
                <a:cubicBezTo>
                  <a:pt x="4346753" y="15088"/>
                  <a:pt x="4348886" y="16307"/>
                  <a:pt x="4348886" y="18745"/>
                </a:cubicBezTo>
                <a:cubicBezTo>
                  <a:pt x="4348886" y="21184"/>
                  <a:pt x="4347438" y="23393"/>
                  <a:pt x="4344543" y="25375"/>
                </a:cubicBezTo>
                <a:cubicBezTo>
                  <a:pt x="4341647" y="27356"/>
                  <a:pt x="4339437" y="30328"/>
                  <a:pt x="4337913" y="34290"/>
                </a:cubicBezTo>
                <a:cubicBezTo>
                  <a:pt x="4336389" y="38252"/>
                  <a:pt x="4335551" y="41529"/>
                  <a:pt x="4335399" y="44120"/>
                </a:cubicBezTo>
                <a:cubicBezTo>
                  <a:pt x="4335246" y="46711"/>
                  <a:pt x="4335170" y="56921"/>
                  <a:pt x="4335170" y="74752"/>
                </a:cubicBezTo>
                <a:cubicBezTo>
                  <a:pt x="4335170" y="92583"/>
                  <a:pt x="4334256" y="111557"/>
                  <a:pt x="4332427" y="131674"/>
                </a:cubicBezTo>
                <a:cubicBezTo>
                  <a:pt x="4410761" y="131674"/>
                  <a:pt x="4471873" y="130302"/>
                  <a:pt x="4515764" y="127559"/>
                </a:cubicBezTo>
                <a:lnTo>
                  <a:pt x="4515764" y="160934"/>
                </a:lnTo>
                <a:cubicBezTo>
                  <a:pt x="4467301" y="157886"/>
                  <a:pt x="4406341" y="156362"/>
                  <a:pt x="4332884" y="156362"/>
                </a:cubicBezTo>
                <a:cubicBezTo>
                  <a:pt x="4347514" y="204826"/>
                  <a:pt x="4371518" y="247802"/>
                  <a:pt x="4404893" y="285293"/>
                </a:cubicBezTo>
                <a:cubicBezTo>
                  <a:pt x="4438269" y="322783"/>
                  <a:pt x="4479188" y="352501"/>
                  <a:pt x="4527651" y="374447"/>
                </a:cubicBezTo>
                <a:cubicBezTo>
                  <a:pt x="4515459" y="381457"/>
                  <a:pt x="4505401" y="392278"/>
                  <a:pt x="4497476" y="406908"/>
                </a:cubicBezTo>
                <a:cubicBezTo>
                  <a:pt x="4416704" y="358140"/>
                  <a:pt x="4358182" y="288646"/>
                  <a:pt x="4321911" y="198425"/>
                </a:cubicBezTo>
                <a:cubicBezTo>
                  <a:pt x="4311548" y="243840"/>
                  <a:pt x="4292955" y="282626"/>
                  <a:pt x="4266133" y="314782"/>
                </a:cubicBezTo>
                <a:cubicBezTo>
                  <a:pt x="4239311" y="346939"/>
                  <a:pt x="4197858" y="377800"/>
                  <a:pt x="4141774" y="407365"/>
                </a:cubicBezTo>
                <a:cubicBezTo>
                  <a:pt x="4133240" y="395783"/>
                  <a:pt x="4123487" y="387248"/>
                  <a:pt x="4112514" y="381762"/>
                </a:cubicBezTo>
                <a:cubicBezTo>
                  <a:pt x="4228338" y="333604"/>
                  <a:pt x="4292041" y="258470"/>
                  <a:pt x="4303623" y="156362"/>
                </a:cubicBezTo>
                <a:cubicBezTo>
                  <a:pt x="4236872" y="156362"/>
                  <a:pt x="4181094" y="157886"/>
                  <a:pt x="4136288" y="160934"/>
                </a:cubicBezTo>
                <a:lnTo>
                  <a:pt x="4136288" y="127559"/>
                </a:lnTo>
                <a:cubicBezTo>
                  <a:pt x="4187190" y="130302"/>
                  <a:pt x="4243578" y="131674"/>
                  <a:pt x="4305452" y="131674"/>
                </a:cubicBezTo>
                <a:cubicBezTo>
                  <a:pt x="4305757" y="113690"/>
                  <a:pt x="4305986" y="91745"/>
                  <a:pt x="4306138" y="65837"/>
                </a:cubicBezTo>
                <a:cubicBezTo>
                  <a:pt x="4306290" y="39929"/>
                  <a:pt x="4306062" y="21488"/>
                  <a:pt x="4305452" y="10516"/>
                </a:cubicBezTo>
                <a:close/>
                <a:moveTo>
                  <a:pt x="3752697" y="10516"/>
                </a:moveTo>
                <a:cubicBezTo>
                  <a:pt x="3761231" y="11735"/>
                  <a:pt x="3768242" y="12344"/>
                  <a:pt x="3773728" y="12344"/>
                </a:cubicBezTo>
                <a:lnTo>
                  <a:pt x="3788816" y="12344"/>
                </a:lnTo>
                <a:cubicBezTo>
                  <a:pt x="3791864" y="12344"/>
                  <a:pt x="3793388" y="12954"/>
                  <a:pt x="3793388" y="14173"/>
                </a:cubicBezTo>
                <a:cubicBezTo>
                  <a:pt x="3793388" y="15392"/>
                  <a:pt x="3792321" y="16916"/>
                  <a:pt x="3790188" y="18745"/>
                </a:cubicBezTo>
                <a:cubicBezTo>
                  <a:pt x="3785006" y="23622"/>
                  <a:pt x="3782415" y="30785"/>
                  <a:pt x="3782415" y="40234"/>
                </a:cubicBezTo>
                <a:lnTo>
                  <a:pt x="3782415" y="84125"/>
                </a:lnTo>
                <a:cubicBezTo>
                  <a:pt x="3813810" y="83515"/>
                  <a:pt x="3834536" y="82296"/>
                  <a:pt x="3844594" y="80467"/>
                </a:cubicBezTo>
                <a:lnTo>
                  <a:pt x="3844594" y="106528"/>
                </a:lnTo>
                <a:cubicBezTo>
                  <a:pt x="3832402" y="104394"/>
                  <a:pt x="3811676" y="103327"/>
                  <a:pt x="3782415" y="103327"/>
                </a:cubicBezTo>
                <a:lnTo>
                  <a:pt x="3782415" y="165506"/>
                </a:lnTo>
                <a:cubicBezTo>
                  <a:pt x="3808018" y="165202"/>
                  <a:pt x="3830269" y="164135"/>
                  <a:pt x="3849166" y="162306"/>
                </a:cubicBezTo>
                <a:lnTo>
                  <a:pt x="3849166" y="188824"/>
                </a:lnTo>
                <a:cubicBezTo>
                  <a:pt x="3837889" y="187604"/>
                  <a:pt x="3818381" y="186690"/>
                  <a:pt x="3790645" y="186080"/>
                </a:cubicBezTo>
                <a:lnTo>
                  <a:pt x="3790645" y="252374"/>
                </a:lnTo>
                <a:lnTo>
                  <a:pt x="3809847" y="252374"/>
                </a:lnTo>
                <a:cubicBezTo>
                  <a:pt x="3823258" y="252374"/>
                  <a:pt x="3834536" y="251612"/>
                  <a:pt x="3843680" y="250088"/>
                </a:cubicBezTo>
                <a:lnTo>
                  <a:pt x="3843680" y="275234"/>
                </a:lnTo>
                <a:cubicBezTo>
                  <a:pt x="3833622" y="273101"/>
                  <a:pt x="3822191" y="272034"/>
                  <a:pt x="3809390" y="272034"/>
                </a:cubicBezTo>
                <a:lnTo>
                  <a:pt x="3790645" y="272034"/>
                </a:lnTo>
                <a:lnTo>
                  <a:pt x="3790645" y="357988"/>
                </a:lnTo>
                <a:cubicBezTo>
                  <a:pt x="3833012" y="374752"/>
                  <a:pt x="3888028" y="383134"/>
                  <a:pt x="3955694" y="383134"/>
                </a:cubicBezTo>
                <a:cubicBezTo>
                  <a:pt x="3995318" y="383134"/>
                  <a:pt x="4035704" y="380086"/>
                  <a:pt x="4076852" y="373990"/>
                </a:cubicBezTo>
                <a:cubicBezTo>
                  <a:pt x="4072585" y="382219"/>
                  <a:pt x="4069384" y="392735"/>
                  <a:pt x="4067251" y="405536"/>
                </a:cubicBezTo>
                <a:cubicBezTo>
                  <a:pt x="4037380" y="406451"/>
                  <a:pt x="4010558" y="406908"/>
                  <a:pt x="3986784" y="406908"/>
                </a:cubicBezTo>
                <a:cubicBezTo>
                  <a:pt x="3903878" y="406908"/>
                  <a:pt x="3844289" y="401422"/>
                  <a:pt x="3808018" y="390449"/>
                </a:cubicBezTo>
                <a:cubicBezTo>
                  <a:pt x="3771747" y="379476"/>
                  <a:pt x="3740657" y="359816"/>
                  <a:pt x="3714749" y="331470"/>
                </a:cubicBezTo>
                <a:cubicBezTo>
                  <a:pt x="3709568" y="354025"/>
                  <a:pt x="3700272" y="381152"/>
                  <a:pt x="3686860" y="412852"/>
                </a:cubicBezTo>
                <a:cubicBezTo>
                  <a:pt x="3678631" y="408584"/>
                  <a:pt x="3669334" y="406146"/>
                  <a:pt x="3658971" y="405536"/>
                </a:cubicBezTo>
                <a:cubicBezTo>
                  <a:pt x="3686403" y="354635"/>
                  <a:pt x="3700881" y="294284"/>
                  <a:pt x="3702405" y="224485"/>
                </a:cubicBezTo>
                <a:cubicBezTo>
                  <a:pt x="3713073" y="228143"/>
                  <a:pt x="3722217" y="230124"/>
                  <a:pt x="3729837" y="230429"/>
                </a:cubicBezTo>
                <a:cubicBezTo>
                  <a:pt x="3733799" y="230734"/>
                  <a:pt x="3735781" y="232562"/>
                  <a:pt x="3735781" y="235915"/>
                </a:cubicBezTo>
                <a:cubicBezTo>
                  <a:pt x="3735781" y="238049"/>
                  <a:pt x="3734866" y="240030"/>
                  <a:pt x="3733038" y="241859"/>
                </a:cubicBezTo>
                <a:cubicBezTo>
                  <a:pt x="3729685" y="245212"/>
                  <a:pt x="3725570" y="264719"/>
                  <a:pt x="3720693" y="300380"/>
                </a:cubicBezTo>
                <a:cubicBezTo>
                  <a:pt x="3731361" y="319278"/>
                  <a:pt x="3746906" y="334518"/>
                  <a:pt x="3767328" y="346100"/>
                </a:cubicBezTo>
                <a:lnTo>
                  <a:pt x="3767328" y="185623"/>
                </a:lnTo>
                <a:cubicBezTo>
                  <a:pt x="3722827" y="185623"/>
                  <a:pt x="3688232" y="186690"/>
                  <a:pt x="3663543" y="188824"/>
                </a:cubicBezTo>
                <a:lnTo>
                  <a:pt x="3663543" y="162306"/>
                </a:lnTo>
                <a:cubicBezTo>
                  <a:pt x="3676040" y="163830"/>
                  <a:pt x="3706977" y="164897"/>
                  <a:pt x="3756355" y="165506"/>
                </a:cubicBezTo>
                <a:lnTo>
                  <a:pt x="3756355" y="102870"/>
                </a:lnTo>
                <a:cubicBezTo>
                  <a:pt x="3720388" y="102870"/>
                  <a:pt x="3695852" y="104089"/>
                  <a:pt x="3682746" y="106528"/>
                </a:cubicBezTo>
                <a:lnTo>
                  <a:pt x="3682746" y="80467"/>
                </a:lnTo>
                <a:cubicBezTo>
                  <a:pt x="3699205" y="82906"/>
                  <a:pt x="3723741" y="84125"/>
                  <a:pt x="3756355" y="84125"/>
                </a:cubicBezTo>
                <a:cubicBezTo>
                  <a:pt x="3755745" y="47549"/>
                  <a:pt x="3754526" y="23012"/>
                  <a:pt x="3752697" y="10516"/>
                </a:cubicBezTo>
                <a:close/>
                <a:moveTo>
                  <a:pt x="1923897" y="10516"/>
                </a:moveTo>
                <a:cubicBezTo>
                  <a:pt x="1932432" y="11735"/>
                  <a:pt x="1939442" y="12344"/>
                  <a:pt x="1944928" y="12344"/>
                </a:cubicBezTo>
                <a:lnTo>
                  <a:pt x="1960016" y="12344"/>
                </a:lnTo>
                <a:cubicBezTo>
                  <a:pt x="1963064" y="12344"/>
                  <a:pt x="1964588" y="12954"/>
                  <a:pt x="1964588" y="14173"/>
                </a:cubicBezTo>
                <a:cubicBezTo>
                  <a:pt x="1964588" y="15392"/>
                  <a:pt x="1963521" y="16916"/>
                  <a:pt x="1961388" y="18745"/>
                </a:cubicBezTo>
                <a:cubicBezTo>
                  <a:pt x="1956206" y="23622"/>
                  <a:pt x="1953615" y="30785"/>
                  <a:pt x="1953615" y="40234"/>
                </a:cubicBezTo>
                <a:lnTo>
                  <a:pt x="1953615" y="84125"/>
                </a:lnTo>
                <a:cubicBezTo>
                  <a:pt x="1985009" y="83515"/>
                  <a:pt x="2005736" y="82296"/>
                  <a:pt x="2015794" y="80467"/>
                </a:cubicBezTo>
                <a:lnTo>
                  <a:pt x="2015794" y="106528"/>
                </a:lnTo>
                <a:cubicBezTo>
                  <a:pt x="2003602" y="104394"/>
                  <a:pt x="1982876" y="103327"/>
                  <a:pt x="1953615" y="103327"/>
                </a:cubicBezTo>
                <a:lnTo>
                  <a:pt x="1953615" y="165506"/>
                </a:lnTo>
                <a:cubicBezTo>
                  <a:pt x="1979218" y="165202"/>
                  <a:pt x="2001469" y="164135"/>
                  <a:pt x="2020366" y="162306"/>
                </a:cubicBezTo>
                <a:lnTo>
                  <a:pt x="2020366" y="188824"/>
                </a:lnTo>
                <a:cubicBezTo>
                  <a:pt x="2009089" y="187604"/>
                  <a:pt x="1989581" y="186690"/>
                  <a:pt x="1961845" y="186080"/>
                </a:cubicBezTo>
                <a:lnTo>
                  <a:pt x="1961845" y="252374"/>
                </a:lnTo>
                <a:lnTo>
                  <a:pt x="1981047" y="252374"/>
                </a:lnTo>
                <a:cubicBezTo>
                  <a:pt x="1994458" y="252374"/>
                  <a:pt x="2005736" y="251612"/>
                  <a:pt x="2014880" y="250088"/>
                </a:cubicBezTo>
                <a:lnTo>
                  <a:pt x="2014880" y="275234"/>
                </a:lnTo>
                <a:cubicBezTo>
                  <a:pt x="2004822" y="273101"/>
                  <a:pt x="1993392" y="272034"/>
                  <a:pt x="1980590" y="272034"/>
                </a:cubicBezTo>
                <a:lnTo>
                  <a:pt x="1961845" y="272034"/>
                </a:lnTo>
                <a:lnTo>
                  <a:pt x="1961845" y="357988"/>
                </a:lnTo>
                <a:cubicBezTo>
                  <a:pt x="2004212" y="374752"/>
                  <a:pt x="2059228" y="383134"/>
                  <a:pt x="2126894" y="383134"/>
                </a:cubicBezTo>
                <a:cubicBezTo>
                  <a:pt x="2166518" y="383134"/>
                  <a:pt x="2206904" y="380086"/>
                  <a:pt x="2248052" y="373990"/>
                </a:cubicBezTo>
                <a:cubicBezTo>
                  <a:pt x="2243785" y="382219"/>
                  <a:pt x="2240584" y="392735"/>
                  <a:pt x="2238451" y="405536"/>
                </a:cubicBezTo>
                <a:cubicBezTo>
                  <a:pt x="2208580" y="406451"/>
                  <a:pt x="2181758" y="406908"/>
                  <a:pt x="2157984" y="406908"/>
                </a:cubicBezTo>
                <a:cubicBezTo>
                  <a:pt x="2075078" y="406908"/>
                  <a:pt x="2015490" y="401422"/>
                  <a:pt x="1979218" y="390449"/>
                </a:cubicBezTo>
                <a:cubicBezTo>
                  <a:pt x="1942947" y="379476"/>
                  <a:pt x="1911858" y="359816"/>
                  <a:pt x="1885950" y="331470"/>
                </a:cubicBezTo>
                <a:cubicBezTo>
                  <a:pt x="1880768" y="354025"/>
                  <a:pt x="1871472" y="381152"/>
                  <a:pt x="1858060" y="412852"/>
                </a:cubicBezTo>
                <a:cubicBezTo>
                  <a:pt x="1849831" y="408584"/>
                  <a:pt x="1840535" y="406146"/>
                  <a:pt x="1830171" y="405536"/>
                </a:cubicBezTo>
                <a:cubicBezTo>
                  <a:pt x="1857603" y="354635"/>
                  <a:pt x="1872081" y="294284"/>
                  <a:pt x="1873605" y="224485"/>
                </a:cubicBezTo>
                <a:cubicBezTo>
                  <a:pt x="1884273" y="228143"/>
                  <a:pt x="1893417" y="230124"/>
                  <a:pt x="1901037" y="230429"/>
                </a:cubicBezTo>
                <a:cubicBezTo>
                  <a:pt x="1905000" y="230734"/>
                  <a:pt x="1906981" y="232562"/>
                  <a:pt x="1906981" y="235915"/>
                </a:cubicBezTo>
                <a:cubicBezTo>
                  <a:pt x="1906981" y="238049"/>
                  <a:pt x="1906066" y="240030"/>
                  <a:pt x="1904238" y="241859"/>
                </a:cubicBezTo>
                <a:cubicBezTo>
                  <a:pt x="1900885" y="245212"/>
                  <a:pt x="1896770" y="264719"/>
                  <a:pt x="1891893" y="300380"/>
                </a:cubicBezTo>
                <a:cubicBezTo>
                  <a:pt x="1902561" y="319278"/>
                  <a:pt x="1918106" y="334518"/>
                  <a:pt x="1938528" y="346100"/>
                </a:cubicBezTo>
                <a:lnTo>
                  <a:pt x="1938528" y="185623"/>
                </a:lnTo>
                <a:cubicBezTo>
                  <a:pt x="1894027" y="185623"/>
                  <a:pt x="1859432" y="186690"/>
                  <a:pt x="1834743" y="188824"/>
                </a:cubicBezTo>
                <a:lnTo>
                  <a:pt x="1834743" y="162306"/>
                </a:lnTo>
                <a:cubicBezTo>
                  <a:pt x="1847240" y="163830"/>
                  <a:pt x="1878177" y="164897"/>
                  <a:pt x="1927555" y="165506"/>
                </a:cubicBezTo>
                <a:lnTo>
                  <a:pt x="1927555" y="102870"/>
                </a:lnTo>
                <a:cubicBezTo>
                  <a:pt x="1891589" y="102870"/>
                  <a:pt x="1867052" y="104089"/>
                  <a:pt x="1853946" y="106528"/>
                </a:cubicBezTo>
                <a:lnTo>
                  <a:pt x="1853946" y="80467"/>
                </a:lnTo>
                <a:cubicBezTo>
                  <a:pt x="1870405" y="82906"/>
                  <a:pt x="1894941" y="84125"/>
                  <a:pt x="1927555" y="84125"/>
                </a:cubicBezTo>
                <a:cubicBezTo>
                  <a:pt x="1926945" y="47549"/>
                  <a:pt x="1925726" y="23012"/>
                  <a:pt x="1923897" y="10516"/>
                </a:cubicBezTo>
                <a:close/>
                <a:moveTo>
                  <a:pt x="3936949" y="9601"/>
                </a:moveTo>
                <a:cubicBezTo>
                  <a:pt x="3942130" y="11430"/>
                  <a:pt x="3952341" y="12344"/>
                  <a:pt x="3967581" y="12344"/>
                </a:cubicBezTo>
                <a:cubicBezTo>
                  <a:pt x="3970324" y="12344"/>
                  <a:pt x="3971696" y="13183"/>
                  <a:pt x="3971696" y="14859"/>
                </a:cubicBezTo>
                <a:cubicBezTo>
                  <a:pt x="3971696" y="16535"/>
                  <a:pt x="3970477" y="18288"/>
                  <a:pt x="3968038" y="20117"/>
                </a:cubicBezTo>
                <a:cubicBezTo>
                  <a:pt x="3963466" y="23165"/>
                  <a:pt x="3961638" y="47396"/>
                  <a:pt x="3962552" y="92812"/>
                </a:cubicBezTo>
                <a:cubicBezTo>
                  <a:pt x="4009186" y="92812"/>
                  <a:pt x="4040886" y="91897"/>
                  <a:pt x="4057649" y="90068"/>
                </a:cubicBezTo>
                <a:lnTo>
                  <a:pt x="4057649" y="114757"/>
                </a:lnTo>
                <a:cubicBezTo>
                  <a:pt x="4038142" y="112624"/>
                  <a:pt x="4012539" y="111557"/>
                  <a:pt x="3980840" y="111557"/>
                </a:cubicBezTo>
                <a:lnTo>
                  <a:pt x="3963009" y="111557"/>
                </a:lnTo>
                <a:cubicBezTo>
                  <a:pt x="3964838" y="157277"/>
                  <a:pt x="3970020" y="196291"/>
                  <a:pt x="3978554" y="228600"/>
                </a:cubicBezTo>
                <a:cubicBezTo>
                  <a:pt x="3994404" y="200254"/>
                  <a:pt x="4005834" y="171907"/>
                  <a:pt x="4012844" y="143561"/>
                </a:cubicBezTo>
                <a:cubicBezTo>
                  <a:pt x="4021073" y="148133"/>
                  <a:pt x="4030218" y="152400"/>
                  <a:pt x="4040276" y="156362"/>
                </a:cubicBezTo>
                <a:cubicBezTo>
                  <a:pt x="4043324" y="157582"/>
                  <a:pt x="4044848" y="159258"/>
                  <a:pt x="4044848" y="161392"/>
                </a:cubicBezTo>
                <a:cubicBezTo>
                  <a:pt x="4044848" y="163525"/>
                  <a:pt x="4043934" y="165202"/>
                  <a:pt x="4042105" y="166421"/>
                </a:cubicBezTo>
                <a:cubicBezTo>
                  <a:pt x="4036313" y="169164"/>
                  <a:pt x="4031589" y="174650"/>
                  <a:pt x="4027931" y="182880"/>
                </a:cubicBezTo>
                <a:cubicBezTo>
                  <a:pt x="4015739" y="209398"/>
                  <a:pt x="4002786" y="234696"/>
                  <a:pt x="3989070" y="258775"/>
                </a:cubicBezTo>
                <a:cubicBezTo>
                  <a:pt x="4004614" y="294132"/>
                  <a:pt x="4016044" y="311810"/>
                  <a:pt x="4023360" y="311810"/>
                </a:cubicBezTo>
                <a:cubicBezTo>
                  <a:pt x="4029455" y="311810"/>
                  <a:pt x="4033875" y="299009"/>
                  <a:pt x="4036618" y="273406"/>
                </a:cubicBezTo>
                <a:cubicBezTo>
                  <a:pt x="4043934" y="279806"/>
                  <a:pt x="4051401" y="284683"/>
                  <a:pt x="4059021" y="288036"/>
                </a:cubicBezTo>
                <a:cubicBezTo>
                  <a:pt x="4045915" y="324307"/>
                  <a:pt x="4033723" y="342443"/>
                  <a:pt x="4022445" y="342443"/>
                </a:cubicBezTo>
                <a:cubicBezTo>
                  <a:pt x="4019397" y="342443"/>
                  <a:pt x="4015435" y="340385"/>
                  <a:pt x="4010558" y="336271"/>
                </a:cubicBezTo>
                <a:cubicBezTo>
                  <a:pt x="4005681" y="332156"/>
                  <a:pt x="3999585" y="325298"/>
                  <a:pt x="3992270" y="315697"/>
                </a:cubicBezTo>
                <a:cubicBezTo>
                  <a:pt x="3984955" y="306095"/>
                  <a:pt x="3978706" y="296266"/>
                  <a:pt x="3973525" y="286207"/>
                </a:cubicBezTo>
                <a:cubicBezTo>
                  <a:pt x="3959809" y="309372"/>
                  <a:pt x="3943502" y="330708"/>
                  <a:pt x="3924604" y="350215"/>
                </a:cubicBezTo>
                <a:cubicBezTo>
                  <a:pt x="3916070" y="342290"/>
                  <a:pt x="3904945" y="337871"/>
                  <a:pt x="3891229" y="336956"/>
                </a:cubicBezTo>
                <a:cubicBezTo>
                  <a:pt x="3918661" y="319278"/>
                  <a:pt x="3942588" y="292456"/>
                  <a:pt x="3963009" y="256489"/>
                </a:cubicBezTo>
                <a:cubicBezTo>
                  <a:pt x="3948684" y="207416"/>
                  <a:pt x="3940759" y="159106"/>
                  <a:pt x="3939235" y="111557"/>
                </a:cubicBezTo>
                <a:lnTo>
                  <a:pt x="3886657" y="111557"/>
                </a:lnTo>
                <a:lnTo>
                  <a:pt x="3886657" y="271120"/>
                </a:lnTo>
                <a:cubicBezTo>
                  <a:pt x="3900982" y="261366"/>
                  <a:pt x="3913327" y="249936"/>
                  <a:pt x="3923690" y="236830"/>
                </a:cubicBezTo>
                <a:cubicBezTo>
                  <a:pt x="3923385" y="237439"/>
                  <a:pt x="3928110" y="245364"/>
                  <a:pt x="3937863" y="260604"/>
                </a:cubicBezTo>
                <a:cubicBezTo>
                  <a:pt x="3908907" y="281940"/>
                  <a:pt x="3884676" y="302971"/>
                  <a:pt x="3865168" y="323698"/>
                </a:cubicBezTo>
                <a:cubicBezTo>
                  <a:pt x="3860901" y="317297"/>
                  <a:pt x="3854348" y="310744"/>
                  <a:pt x="3845509" y="304038"/>
                </a:cubicBezTo>
                <a:cubicBezTo>
                  <a:pt x="3857701" y="293065"/>
                  <a:pt x="3863797" y="276149"/>
                  <a:pt x="3863797" y="253289"/>
                </a:cubicBezTo>
                <a:lnTo>
                  <a:pt x="3863797" y="143561"/>
                </a:lnTo>
                <a:cubicBezTo>
                  <a:pt x="3863797" y="115214"/>
                  <a:pt x="3863492" y="97384"/>
                  <a:pt x="3862882" y="90068"/>
                </a:cubicBezTo>
                <a:cubicBezTo>
                  <a:pt x="3875989" y="91288"/>
                  <a:pt x="3901287" y="92202"/>
                  <a:pt x="3938778" y="92812"/>
                </a:cubicBezTo>
                <a:close/>
                <a:moveTo>
                  <a:pt x="2108149" y="9601"/>
                </a:moveTo>
                <a:cubicBezTo>
                  <a:pt x="2113330" y="11430"/>
                  <a:pt x="2123541" y="12344"/>
                  <a:pt x="2138781" y="12344"/>
                </a:cubicBezTo>
                <a:cubicBezTo>
                  <a:pt x="2141524" y="12344"/>
                  <a:pt x="2142896" y="13183"/>
                  <a:pt x="2142896" y="14859"/>
                </a:cubicBezTo>
                <a:cubicBezTo>
                  <a:pt x="2142896" y="16535"/>
                  <a:pt x="2141677" y="18288"/>
                  <a:pt x="2139238" y="20117"/>
                </a:cubicBezTo>
                <a:cubicBezTo>
                  <a:pt x="2134666" y="23165"/>
                  <a:pt x="2132838" y="47396"/>
                  <a:pt x="2133752" y="92812"/>
                </a:cubicBezTo>
                <a:cubicBezTo>
                  <a:pt x="2180386" y="92812"/>
                  <a:pt x="2212086" y="91897"/>
                  <a:pt x="2228850" y="90068"/>
                </a:cubicBezTo>
                <a:lnTo>
                  <a:pt x="2228850" y="114757"/>
                </a:lnTo>
                <a:cubicBezTo>
                  <a:pt x="2209342" y="112624"/>
                  <a:pt x="2183739" y="111557"/>
                  <a:pt x="2152040" y="111557"/>
                </a:cubicBezTo>
                <a:lnTo>
                  <a:pt x="2134209" y="111557"/>
                </a:lnTo>
                <a:cubicBezTo>
                  <a:pt x="2136038" y="157277"/>
                  <a:pt x="2141220" y="196291"/>
                  <a:pt x="2149754" y="228600"/>
                </a:cubicBezTo>
                <a:cubicBezTo>
                  <a:pt x="2165604" y="200254"/>
                  <a:pt x="2177034" y="171907"/>
                  <a:pt x="2184044" y="143561"/>
                </a:cubicBezTo>
                <a:cubicBezTo>
                  <a:pt x="2192274" y="148133"/>
                  <a:pt x="2201418" y="152400"/>
                  <a:pt x="2211476" y="156362"/>
                </a:cubicBezTo>
                <a:cubicBezTo>
                  <a:pt x="2214524" y="157582"/>
                  <a:pt x="2216048" y="159258"/>
                  <a:pt x="2216048" y="161392"/>
                </a:cubicBezTo>
                <a:cubicBezTo>
                  <a:pt x="2216048" y="163525"/>
                  <a:pt x="2215134" y="165202"/>
                  <a:pt x="2213305" y="166421"/>
                </a:cubicBezTo>
                <a:cubicBezTo>
                  <a:pt x="2207514" y="169164"/>
                  <a:pt x="2202789" y="174650"/>
                  <a:pt x="2199132" y="182880"/>
                </a:cubicBezTo>
                <a:cubicBezTo>
                  <a:pt x="2186940" y="209398"/>
                  <a:pt x="2173986" y="234696"/>
                  <a:pt x="2160270" y="258775"/>
                </a:cubicBezTo>
                <a:cubicBezTo>
                  <a:pt x="2175814" y="294132"/>
                  <a:pt x="2187244" y="311810"/>
                  <a:pt x="2194560" y="311810"/>
                </a:cubicBezTo>
                <a:cubicBezTo>
                  <a:pt x="2200656" y="311810"/>
                  <a:pt x="2205075" y="299009"/>
                  <a:pt x="2207818" y="273406"/>
                </a:cubicBezTo>
                <a:cubicBezTo>
                  <a:pt x="2215134" y="279806"/>
                  <a:pt x="2222601" y="284683"/>
                  <a:pt x="2230221" y="288036"/>
                </a:cubicBezTo>
                <a:cubicBezTo>
                  <a:pt x="2217115" y="324307"/>
                  <a:pt x="2204923" y="342443"/>
                  <a:pt x="2193645" y="342443"/>
                </a:cubicBezTo>
                <a:cubicBezTo>
                  <a:pt x="2190597" y="342443"/>
                  <a:pt x="2186635" y="340385"/>
                  <a:pt x="2181758" y="336271"/>
                </a:cubicBezTo>
                <a:cubicBezTo>
                  <a:pt x="2176881" y="332156"/>
                  <a:pt x="2170785" y="325298"/>
                  <a:pt x="2163470" y="315697"/>
                </a:cubicBezTo>
                <a:cubicBezTo>
                  <a:pt x="2156155" y="306095"/>
                  <a:pt x="2149906" y="296266"/>
                  <a:pt x="2144725" y="286207"/>
                </a:cubicBezTo>
                <a:cubicBezTo>
                  <a:pt x="2131009" y="309372"/>
                  <a:pt x="2114702" y="330708"/>
                  <a:pt x="2095804" y="350215"/>
                </a:cubicBezTo>
                <a:cubicBezTo>
                  <a:pt x="2087270" y="342290"/>
                  <a:pt x="2076145" y="337871"/>
                  <a:pt x="2062429" y="336956"/>
                </a:cubicBezTo>
                <a:cubicBezTo>
                  <a:pt x="2089861" y="319278"/>
                  <a:pt x="2113788" y="292456"/>
                  <a:pt x="2134209" y="256489"/>
                </a:cubicBezTo>
                <a:cubicBezTo>
                  <a:pt x="2119884" y="207416"/>
                  <a:pt x="2111959" y="159106"/>
                  <a:pt x="2110435" y="111557"/>
                </a:cubicBezTo>
                <a:lnTo>
                  <a:pt x="2057857" y="111557"/>
                </a:lnTo>
                <a:lnTo>
                  <a:pt x="2057857" y="271120"/>
                </a:lnTo>
                <a:cubicBezTo>
                  <a:pt x="2072183" y="261366"/>
                  <a:pt x="2084527" y="249936"/>
                  <a:pt x="2094890" y="236830"/>
                </a:cubicBezTo>
                <a:cubicBezTo>
                  <a:pt x="2094585" y="237439"/>
                  <a:pt x="2099309" y="245364"/>
                  <a:pt x="2109063" y="260604"/>
                </a:cubicBezTo>
                <a:cubicBezTo>
                  <a:pt x="2080107" y="281940"/>
                  <a:pt x="2055876" y="302971"/>
                  <a:pt x="2036368" y="323698"/>
                </a:cubicBezTo>
                <a:cubicBezTo>
                  <a:pt x="2032101" y="317297"/>
                  <a:pt x="2025548" y="310744"/>
                  <a:pt x="2016709" y="304038"/>
                </a:cubicBezTo>
                <a:cubicBezTo>
                  <a:pt x="2028901" y="293065"/>
                  <a:pt x="2034997" y="276149"/>
                  <a:pt x="2034997" y="253289"/>
                </a:cubicBezTo>
                <a:lnTo>
                  <a:pt x="2034997" y="143561"/>
                </a:lnTo>
                <a:cubicBezTo>
                  <a:pt x="2034997" y="115214"/>
                  <a:pt x="2034692" y="97384"/>
                  <a:pt x="2034082" y="90068"/>
                </a:cubicBezTo>
                <a:cubicBezTo>
                  <a:pt x="2047189" y="91288"/>
                  <a:pt x="2072487" y="92202"/>
                  <a:pt x="2109978" y="92812"/>
                </a:cubicBezTo>
                <a:close/>
                <a:moveTo>
                  <a:pt x="103784" y="5486"/>
                </a:moveTo>
                <a:cubicBezTo>
                  <a:pt x="112014" y="11582"/>
                  <a:pt x="122072" y="15545"/>
                  <a:pt x="133959" y="17374"/>
                </a:cubicBezTo>
                <a:cubicBezTo>
                  <a:pt x="138531" y="17983"/>
                  <a:pt x="140817" y="19355"/>
                  <a:pt x="140817" y="21488"/>
                </a:cubicBezTo>
                <a:cubicBezTo>
                  <a:pt x="140817" y="23622"/>
                  <a:pt x="138074" y="25832"/>
                  <a:pt x="132588" y="28118"/>
                </a:cubicBezTo>
                <a:cubicBezTo>
                  <a:pt x="127101" y="30404"/>
                  <a:pt x="119481" y="37338"/>
                  <a:pt x="109728" y="48920"/>
                </a:cubicBezTo>
                <a:lnTo>
                  <a:pt x="325983" y="48920"/>
                </a:lnTo>
                <a:cubicBezTo>
                  <a:pt x="356463" y="48920"/>
                  <a:pt x="378409" y="47854"/>
                  <a:pt x="391820" y="45720"/>
                </a:cubicBezTo>
                <a:lnTo>
                  <a:pt x="391820" y="74981"/>
                </a:lnTo>
                <a:cubicBezTo>
                  <a:pt x="381762" y="72847"/>
                  <a:pt x="359816" y="71780"/>
                  <a:pt x="325983" y="71780"/>
                </a:cubicBezTo>
                <a:lnTo>
                  <a:pt x="91897" y="71780"/>
                </a:lnTo>
                <a:cubicBezTo>
                  <a:pt x="73304" y="96164"/>
                  <a:pt x="52425" y="120244"/>
                  <a:pt x="29260" y="144018"/>
                </a:cubicBezTo>
                <a:cubicBezTo>
                  <a:pt x="21640" y="135788"/>
                  <a:pt x="11887" y="129540"/>
                  <a:pt x="0" y="125273"/>
                </a:cubicBezTo>
                <a:cubicBezTo>
                  <a:pt x="45110" y="95707"/>
                  <a:pt x="79705" y="55778"/>
                  <a:pt x="103784" y="5486"/>
                </a:cubicBezTo>
                <a:close/>
                <a:moveTo>
                  <a:pt x="2376982" y="3658"/>
                </a:moveTo>
                <a:cubicBezTo>
                  <a:pt x="2389174" y="10973"/>
                  <a:pt x="2398852" y="15240"/>
                  <a:pt x="2406014" y="16459"/>
                </a:cubicBezTo>
                <a:cubicBezTo>
                  <a:pt x="2413177" y="17678"/>
                  <a:pt x="2416759" y="19355"/>
                  <a:pt x="2416759" y="21488"/>
                </a:cubicBezTo>
                <a:cubicBezTo>
                  <a:pt x="2416759" y="23622"/>
                  <a:pt x="2414397" y="26213"/>
                  <a:pt x="2409672" y="29261"/>
                </a:cubicBezTo>
                <a:cubicBezTo>
                  <a:pt x="2404948" y="32309"/>
                  <a:pt x="2399690" y="39014"/>
                  <a:pt x="2393899" y="49378"/>
                </a:cubicBezTo>
                <a:cubicBezTo>
                  <a:pt x="2388108" y="59741"/>
                  <a:pt x="2381097" y="74219"/>
                  <a:pt x="2372868" y="92812"/>
                </a:cubicBezTo>
                <a:lnTo>
                  <a:pt x="2372868" y="425653"/>
                </a:lnTo>
                <a:lnTo>
                  <a:pt x="2340406" y="425653"/>
                </a:lnTo>
                <a:cubicBezTo>
                  <a:pt x="2343759" y="393040"/>
                  <a:pt x="2345436" y="361340"/>
                  <a:pt x="2345436" y="330556"/>
                </a:cubicBezTo>
                <a:lnTo>
                  <a:pt x="2345436" y="149504"/>
                </a:lnTo>
                <a:cubicBezTo>
                  <a:pt x="2332939" y="171450"/>
                  <a:pt x="2319528" y="193243"/>
                  <a:pt x="2305202" y="214884"/>
                </a:cubicBezTo>
                <a:cubicBezTo>
                  <a:pt x="2299716" y="205435"/>
                  <a:pt x="2290724" y="198120"/>
                  <a:pt x="2278227" y="192938"/>
                </a:cubicBezTo>
                <a:cubicBezTo>
                  <a:pt x="2298954" y="174041"/>
                  <a:pt x="2319604" y="144247"/>
                  <a:pt x="2340178" y="103556"/>
                </a:cubicBezTo>
                <a:cubicBezTo>
                  <a:pt x="2360752" y="62865"/>
                  <a:pt x="2373020" y="29566"/>
                  <a:pt x="2376982" y="3658"/>
                </a:cubicBezTo>
                <a:close/>
                <a:moveTo>
                  <a:pt x="653796" y="2743"/>
                </a:moveTo>
                <a:cubicBezTo>
                  <a:pt x="666902" y="10058"/>
                  <a:pt x="676351" y="14173"/>
                  <a:pt x="682142" y="15088"/>
                </a:cubicBezTo>
                <a:cubicBezTo>
                  <a:pt x="687933" y="16002"/>
                  <a:pt x="690829" y="17602"/>
                  <a:pt x="690829" y="19888"/>
                </a:cubicBezTo>
                <a:cubicBezTo>
                  <a:pt x="690829" y="22174"/>
                  <a:pt x="688695" y="24079"/>
                  <a:pt x="684428" y="25603"/>
                </a:cubicBezTo>
                <a:cubicBezTo>
                  <a:pt x="682599" y="25908"/>
                  <a:pt x="679094" y="30023"/>
                  <a:pt x="673912" y="37948"/>
                </a:cubicBezTo>
                <a:cubicBezTo>
                  <a:pt x="697687" y="73304"/>
                  <a:pt x="727786" y="104165"/>
                  <a:pt x="764209" y="130531"/>
                </a:cubicBezTo>
                <a:cubicBezTo>
                  <a:pt x="800633" y="156896"/>
                  <a:pt x="837590" y="173736"/>
                  <a:pt x="875080" y="181051"/>
                </a:cubicBezTo>
                <a:cubicBezTo>
                  <a:pt x="866546" y="188062"/>
                  <a:pt x="859993" y="198882"/>
                  <a:pt x="855421" y="213512"/>
                </a:cubicBezTo>
                <a:cubicBezTo>
                  <a:pt x="821588" y="200101"/>
                  <a:pt x="789584" y="182804"/>
                  <a:pt x="759409" y="161620"/>
                </a:cubicBezTo>
                <a:cubicBezTo>
                  <a:pt x="729234" y="140437"/>
                  <a:pt x="696468" y="106070"/>
                  <a:pt x="661111" y="58522"/>
                </a:cubicBezTo>
                <a:cubicBezTo>
                  <a:pt x="639470" y="94183"/>
                  <a:pt x="614400" y="124663"/>
                  <a:pt x="585901" y="149962"/>
                </a:cubicBezTo>
                <a:cubicBezTo>
                  <a:pt x="557403" y="175260"/>
                  <a:pt x="520141" y="200558"/>
                  <a:pt x="474116" y="225857"/>
                </a:cubicBezTo>
                <a:cubicBezTo>
                  <a:pt x="468934" y="213360"/>
                  <a:pt x="461010" y="205130"/>
                  <a:pt x="450342" y="201168"/>
                </a:cubicBezTo>
                <a:cubicBezTo>
                  <a:pt x="501243" y="181356"/>
                  <a:pt x="545363" y="153238"/>
                  <a:pt x="582701" y="116815"/>
                </a:cubicBezTo>
                <a:cubicBezTo>
                  <a:pt x="620039" y="80391"/>
                  <a:pt x="643737" y="42367"/>
                  <a:pt x="653796" y="2743"/>
                </a:cubicBezTo>
                <a:close/>
                <a:moveTo>
                  <a:pt x="1182319" y="2286"/>
                </a:moveTo>
                <a:cubicBezTo>
                  <a:pt x="1191463" y="8382"/>
                  <a:pt x="1202588" y="11887"/>
                  <a:pt x="1215694" y="12802"/>
                </a:cubicBezTo>
                <a:cubicBezTo>
                  <a:pt x="1219352" y="13411"/>
                  <a:pt x="1221181" y="14478"/>
                  <a:pt x="1221181" y="16002"/>
                </a:cubicBezTo>
                <a:cubicBezTo>
                  <a:pt x="1221181" y="17526"/>
                  <a:pt x="1220038" y="19355"/>
                  <a:pt x="1217752" y="21488"/>
                </a:cubicBezTo>
                <a:cubicBezTo>
                  <a:pt x="1215466" y="23622"/>
                  <a:pt x="1212570" y="29566"/>
                  <a:pt x="1209065" y="39319"/>
                </a:cubicBezTo>
                <a:cubicBezTo>
                  <a:pt x="1205560" y="49073"/>
                  <a:pt x="1199083" y="69494"/>
                  <a:pt x="1189634" y="100584"/>
                </a:cubicBezTo>
                <a:lnTo>
                  <a:pt x="1264615" y="100584"/>
                </a:lnTo>
                <a:cubicBezTo>
                  <a:pt x="1299362" y="100584"/>
                  <a:pt x="1321155" y="99517"/>
                  <a:pt x="1329994" y="97384"/>
                </a:cubicBezTo>
                <a:lnTo>
                  <a:pt x="1329994" y="127102"/>
                </a:lnTo>
                <a:cubicBezTo>
                  <a:pt x="1322070" y="124968"/>
                  <a:pt x="1308049" y="123901"/>
                  <a:pt x="1287932" y="123901"/>
                </a:cubicBezTo>
                <a:cubicBezTo>
                  <a:pt x="1278178" y="203759"/>
                  <a:pt x="1261567" y="264109"/>
                  <a:pt x="1238097" y="304952"/>
                </a:cubicBezTo>
                <a:cubicBezTo>
                  <a:pt x="1258214" y="334518"/>
                  <a:pt x="1291285" y="361950"/>
                  <a:pt x="1337310" y="387248"/>
                </a:cubicBezTo>
                <a:cubicBezTo>
                  <a:pt x="1326946" y="393954"/>
                  <a:pt x="1318869" y="402793"/>
                  <a:pt x="1313078" y="413766"/>
                </a:cubicBezTo>
                <a:cubicBezTo>
                  <a:pt x="1275283" y="387248"/>
                  <a:pt x="1245260" y="358750"/>
                  <a:pt x="1223010" y="328270"/>
                </a:cubicBezTo>
                <a:cubicBezTo>
                  <a:pt x="1197711" y="363322"/>
                  <a:pt x="1159306" y="394868"/>
                  <a:pt x="1107795" y="422910"/>
                </a:cubicBezTo>
                <a:cubicBezTo>
                  <a:pt x="1104138" y="413461"/>
                  <a:pt x="1095756" y="405536"/>
                  <a:pt x="1082649" y="399136"/>
                </a:cubicBezTo>
                <a:cubicBezTo>
                  <a:pt x="1137208" y="377190"/>
                  <a:pt x="1178814" y="345948"/>
                  <a:pt x="1207465" y="305410"/>
                </a:cubicBezTo>
                <a:cubicBezTo>
                  <a:pt x="1185519" y="271272"/>
                  <a:pt x="1168603" y="234086"/>
                  <a:pt x="1156716" y="193853"/>
                </a:cubicBezTo>
                <a:lnTo>
                  <a:pt x="1179576" y="185623"/>
                </a:lnTo>
                <a:cubicBezTo>
                  <a:pt x="1191158" y="224028"/>
                  <a:pt x="1205331" y="255727"/>
                  <a:pt x="1222095" y="280721"/>
                </a:cubicBezTo>
                <a:cubicBezTo>
                  <a:pt x="1243126" y="237439"/>
                  <a:pt x="1255928" y="185166"/>
                  <a:pt x="1260500" y="123901"/>
                </a:cubicBezTo>
                <a:lnTo>
                  <a:pt x="1182319" y="123901"/>
                </a:lnTo>
                <a:cubicBezTo>
                  <a:pt x="1167384" y="165049"/>
                  <a:pt x="1152601" y="198120"/>
                  <a:pt x="1137970" y="223114"/>
                </a:cubicBezTo>
                <a:cubicBezTo>
                  <a:pt x="1128217" y="216103"/>
                  <a:pt x="1118463" y="211684"/>
                  <a:pt x="1108710" y="209855"/>
                </a:cubicBezTo>
                <a:cubicBezTo>
                  <a:pt x="1129741" y="179375"/>
                  <a:pt x="1145819" y="148514"/>
                  <a:pt x="1156944" y="117272"/>
                </a:cubicBezTo>
                <a:cubicBezTo>
                  <a:pt x="1168069" y="86030"/>
                  <a:pt x="1176528" y="47701"/>
                  <a:pt x="1182319" y="2286"/>
                </a:cubicBezTo>
                <a:close/>
                <a:moveTo>
                  <a:pt x="1002639" y="914"/>
                </a:moveTo>
                <a:cubicBezTo>
                  <a:pt x="1018794" y="18288"/>
                  <a:pt x="1034796" y="39014"/>
                  <a:pt x="1050645" y="63094"/>
                </a:cubicBezTo>
                <a:lnTo>
                  <a:pt x="1027328" y="76352"/>
                </a:lnTo>
                <a:cubicBezTo>
                  <a:pt x="1014222" y="54407"/>
                  <a:pt x="999287" y="34290"/>
                  <a:pt x="982522" y="16002"/>
                </a:cubicBezTo>
                <a:close/>
                <a:moveTo>
                  <a:pt x="1561795" y="0"/>
                </a:moveTo>
                <a:cubicBezTo>
                  <a:pt x="1573987" y="13716"/>
                  <a:pt x="1585874" y="32156"/>
                  <a:pt x="1597456" y="55321"/>
                </a:cubicBezTo>
                <a:cubicBezTo>
                  <a:pt x="1673961" y="55321"/>
                  <a:pt x="1729130" y="53797"/>
                  <a:pt x="1762963" y="50749"/>
                </a:cubicBezTo>
                <a:lnTo>
                  <a:pt x="1762963" y="80467"/>
                </a:lnTo>
                <a:cubicBezTo>
                  <a:pt x="1728825" y="77419"/>
                  <a:pt x="1663598" y="75895"/>
                  <a:pt x="1567281" y="75895"/>
                </a:cubicBezTo>
                <a:cubicBezTo>
                  <a:pt x="1573377" y="80162"/>
                  <a:pt x="1579016" y="83439"/>
                  <a:pt x="1584198" y="85725"/>
                </a:cubicBezTo>
                <a:cubicBezTo>
                  <a:pt x="1589379" y="88011"/>
                  <a:pt x="1591970" y="90373"/>
                  <a:pt x="1591970" y="92812"/>
                </a:cubicBezTo>
                <a:cubicBezTo>
                  <a:pt x="1591970" y="95250"/>
                  <a:pt x="1589684" y="96774"/>
                  <a:pt x="1585112" y="97384"/>
                </a:cubicBezTo>
                <a:cubicBezTo>
                  <a:pt x="1580540" y="97993"/>
                  <a:pt x="1573911" y="103784"/>
                  <a:pt x="1565224" y="114757"/>
                </a:cubicBezTo>
                <a:cubicBezTo>
                  <a:pt x="1556537" y="125730"/>
                  <a:pt x="1547317" y="136703"/>
                  <a:pt x="1537563" y="147676"/>
                </a:cubicBezTo>
                <a:lnTo>
                  <a:pt x="1595170" y="145390"/>
                </a:lnTo>
                <a:cubicBezTo>
                  <a:pt x="1607058" y="130454"/>
                  <a:pt x="1615897" y="116586"/>
                  <a:pt x="1621688" y="103784"/>
                </a:cubicBezTo>
                <a:cubicBezTo>
                  <a:pt x="1633575" y="113843"/>
                  <a:pt x="1642033" y="119710"/>
                  <a:pt x="1647063" y="121387"/>
                </a:cubicBezTo>
                <a:cubicBezTo>
                  <a:pt x="1652092" y="123063"/>
                  <a:pt x="1654606" y="125273"/>
                  <a:pt x="1654606" y="128016"/>
                </a:cubicBezTo>
                <a:cubicBezTo>
                  <a:pt x="1654606" y="130759"/>
                  <a:pt x="1651939" y="132436"/>
                  <a:pt x="1646606" y="133045"/>
                </a:cubicBezTo>
                <a:cubicBezTo>
                  <a:pt x="1641271" y="133655"/>
                  <a:pt x="1624584" y="149200"/>
                  <a:pt x="1596542" y="179680"/>
                </a:cubicBezTo>
                <a:cubicBezTo>
                  <a:pt x="1577340" y="200101"/>
                  <a:pt x="1557680" y="219151"/>
                  <a:pt x="1537563" y="236830"/>
                </a:cubicBezTo>
                <a:lnTo>
                  <a:pt x="1630832" y="230886"/>
                </a:lnTo>
                <a:cubicBezTo>
                  <a:pt x="1624736" y="222961"/>
                  <a:pt x="1616354" y="212598"/>
                  <a:pt x="1605686" y="199796"/>
                </a:cubicBezTo>
                <a:lnTo>
                  <a:pt x="1624889" y="186080"/>
                </a:lnTo>
                <a:cubicBezTo>
                  <a:pt x="1648358" y="213817"/>
                  <a:pt x="1667560" y="240487"/>
                  <a:pt x="1682496" y="266090"/>
                </a:cubicBezTo>
                <a:lnTo>
                  <a:pt x="1658721" y="279806"/>
                </a:lnTo>
                <a:cubicBezTo>
                  <a:pt x="1654454" y="269138"/>
                  <a:pt x="1649272" y="258775"/>
                  <a:pt x="1643176" y="248717"/>
                </a:cubicBezTo>
                <a:lnTo>
                  <a:pt x="1590598" y="252832"/>
                </a:lnTo>
                <a:lnTo>
                  <a:pt x="1590598" y="307696"/>
                </a:lnTo>
                <a:cubicBezTo>
                  <a:pt x="1690268" y="307696"/>
                  <a:pt x="1756105" y="306172"/>
                  <a:pt x="1788109" y="303124"/>
                </a:cubicBezTo>
                <a:lnTo>
                  <a:pt x="1788109" y="332842"/>
                </a:lnTo>
                <a:cubicBezTo>
                  <a:pt x="1748180" y="329794"/>
                  <a:pt x="1682343" y="328270"/>
                  <a:pt x="1590598" y="328270"/>
                </a:cubicBezTo>
                <a:lnTo>
                  <a:pt x="1590598" y="347472"/>
                </a:lnTo>
                <a:cubicBezTo>
                  <a:pt x="1590598" y="373685"/>
                  <a:pt x="1591970" y="400812"/>
                  <a:pt x="1594713" y="428854"/>
                </a:cubicBezTo>
                <a:lnTo>
                  <a:pt x="1559966" y="428854"/>
                </a:lnTo>
                <a:cubicBezTo>
                  <a:pt x="1562709" y="395935"/>
                  <a:pt x="1564081" y="368808"/>
                  <a:pt x="1564081" y="347472"/>
                </a:cubicBezTo>
                <a:lnTo>
                  <a:pt x="1564081" y="328270"/>
                </a:lnTo>
                <a:cubicBezTo>
                  <a:pt x="1470202" y="328270"/>
                  <a:pt x="1406194" y="329794"/>
                  <a:pt x="1372057" y="332842"/>
                </a:cubicBezTo>
                <a:lnTo>
                  <a:pt x="1372057" y="303124"/>
                </a:lnTo>
                <a:cubicBezTo>
                  <a:pt x="1405585" y="306172"/>
                  <a:pt x="1469593" y="307696"/>
                  <a:pt x="1564081" y="307696"/>
                </a:cubicBezTo>
                <a:lnTo>
                  <a:pt x="1564081" y="255118"/>
                </a:lnTo>
                <a:cubicBezTo>
                  <a:pt x="1535125" y="257251"/>
                  <a:pt x="1513332" y="260452"/>
                  <a:pt x="1498701" y="264719"/>
                </a:cubicBezTo>
                <a:cubicBezTo>
                  <a:pt x="1497177" y="255575"/>
                  <a:pt x="1493672" y="246736"/>
                  <a:pt x="1488186" y="238201"/>
                </a:cubicBezTo>
                <a:cubicBezTo>
                  <a:pt x="1501902" y="234239"/>
                  <a:pt x="1515084" y="226771"/>
                  <a:pt x="1527733" y="215798"/>
                </a:cubicBezTo>
                <a:cubicBezTo>
                  <a:pt x="1540383" y="204826"/>
                  <a:pt x="1557223" y="187757"/>
                  <a:pt x="1578254" y="164592"/>
                </a:cubicBezTo>
                <a:lnTo>
                  <a:pt x="1533448" y="169621"/>
                </a:lnTo>
                <a:cubicBezTo>
                  <a:pt x="1519732" y="170840"/>
                  <a:pt x="1508302" y="173126"/>
                  <a:pt x="1499158" y="176479"/>
                </a:cubicBezTo>
                <a:cubicBezTo>
                  <a:pt x="1499158" y="167640"/>
                  <a:pt x="1496720" y="160325"/>
                  <a:pt x="1491843" y="154534"/>
                </a:cubicBezTo>
                <a:cubicBezTo>
                  <a:pt x="1513179" y="148133"/>
                  <a:pt x="1536039" y="121920"/>
                  <a:pt x="1560423" y="75895"/>
                </a:cubicBezTo>
                <a:cubicBezTo>
                  <a:pt x="1486966" y="75895"/>
                  <a:pt x="1433322" y="77419"/>
                  <a:pt x="1399489" y="80467"/>
                </a:cubicBezTo>
                <a:lnTo>
                  <a:pt x="1399489" y="50749"/>
                </a:lnTo>
                <a:cubicBezTo>
                  <a:pt x="1431798" y="53797"/>
                  <a:pt x="1488490" y="55321"/>
                  <a:pt x="1569567" y="55321"/>
                </a:cubicBezTo>
                <a:cubicBezTo>
                  <a:pt x="1561033" y="41300"/>
                  <a:pt x="1549755" y="28346"/>
                  <a:pt x="1535735" y="16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1077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10321</TotalTime>
  <Words>155</Words>
  <Application>Microsoft Office PowerPoint</Application>
  <PresentationFormat>宽屏</PresentationFormat>
  <Paragraphs>84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华文楷体</vt:lpstr>
      <vt:lpstr>华文细黑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1097</cp:revision>
  <dcterms:created xsi:type="dcterms:W3CDTF">2020-08-24T03:54:07Z</dcterms:created>
  <dcterms:modified xsi:type="dcterms:W3CDTF">2021-04-06T15:17:32Z</dcterms:modified>
</cp:coreProperties>
</file>